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69" r:id="rId7"/>
    <p:sldId id="270" r:id="rId8"/>
    <p:sldId id="271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REPORTE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DE DISTRIBUCIÓN POR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FORMACIÓN ESCOLAR</a:t>
            </a: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9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«Estadísticas Institucionales»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20"/>
            <a:ext cx="2421716" cy="182380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38268" y="3003631"/>
            <a:ext cx="1200832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sección «Bienestar institucional» seleccionar la sede en la cual generará el reporte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4780425" y="1447801"/>
            <a:ext cx="505888" cy="2249718"/>
            <a:chOff x="5729176" y="1781163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1163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361137" y="3040207"/>
            <a:ext cx="2353738" cy="12574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552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48979"/>
            <a:ext cx="8400178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generar el reporte presionar el botón «Ver» el la sección «Distribución por escolaridad </a:t>
            </a:r>
            <a:r>
              <a:rPr lang="es-CO" sz="1600" dirty="0" smtClean="0"/>
              <a:t>por formación Escolar»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5099839" y="1748979"/>
            <a:ext cx="310361" cy="363264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76425" y="4449085"/>
            <a:ext cx="3223414" cy="1463086"/>
          </a:xfrm>
          <a:prstGeom prst="roundRect">
            <a:avLst>
              <a:gd name="adj" fmla="val 693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520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8" y="1775896"/>
            <a:ext cx="8377952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el año y periodo, posteriormente presione el botón «Generar»</a:t>
            </a:r>
            <a:endParaRPr lang="es-CO" sz="1600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19175" y="1499857"/>
            <a:ext cx="0" cy="136221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47088" y="2880360"/>
            <a:ext cx="5220462" cy="52120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2168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5D202286-0C0A-4083-A6EC-840DB189E057}"/>
</file>

<file path=customXml/itemProps2.xml><?xml version="1.0" encoding="utf-8"?>
<ds:datastoreItem xmlns:ds="http://schemas.openxmlformats.org/officeDocument/2006/customXml" ds:itemID="{3A382754-0F30-4A6C-9C86-9383E96CE67D}"/>
</file>

<file path=customXml/itemProps3.xml><?xml version="1.0" encoding="utf-8"?>
<ds:datastoreItem xmlns:ds="http://schemas.openxmlformats.org/officeDocument/2006/customXml" ds:itemID="{D13B4DF9-140D-4A9A-8405-B3E91F181028}"/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133</Words>
  <Application>Microsoft Office PowerPoint</Application>
  <PresentationFormat>Presentación en pantalla (4:3)</PresentationFormat>
  <Paragraphs>15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63</cp:revision>
  <dcterms:created xsi:type="dcterms:W3CDTF">2017-01-26T20:10:20Z</dcterms:created>
  <dcterms:modified xsi:type="dcterms:W3CDTF">2018-02-26T22:01:23Z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