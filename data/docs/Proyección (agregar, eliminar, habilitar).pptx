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71" r:id="rId6"/>
    <p:sldId id="258" r:id="rId7"/>
    <p:sldId id="272" r:id="rId8"/>
    <p:sldId id="273" r:id="rId9"/>
    <p:sldId id="274" r:id="rId10"/>
    <p:sldId id="275" r:id="rId11"/>
    <p:sldId id="278" r:id="rId12"/>
    <p:sldId id="279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FEB6E-65DB-B333-C468-F0D49A4B0075}" v="6" dt="2022-04-25T20:05:12.006"/>
    <p1510:client id="{D4FCC7D8-D08A-4E9B-86AD-A178FAA389CD}" v="14" dt="2022-04-25T20:34:41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20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ATRICIA PASTORI ROJAS" userId="62588e05-5874-4b1f-bb98-2372ec742878" providerId="ADAL" clId="{D4FCC7D8-D08A-4E9B-86AD-A178FAA389CD}"/>
    <pc:docChg chg="undo custSel modSld">
      <pc:chgData name="ANDREA PATRICIA PASTORI ROJAS" userId="62588e05-5874-4b1f-bb98-2372ec742878" providerId="ADAL" clId="{D4FCC7D8-D08A-4E9B-86AD-A178FAA389CD}" dt="2022-04-25T20:42:43.049" v="28" actId="1038"/>
      <pc:docMkLst>
        <pc:docMk/>
      </pc:docMkLst>
      <pc:sldChg chg="addSp delSp modSp mod">
        <pc:chgData name="ANDREA PATRICIA PASTORI ROJAS" userId="62588e05-5874-4b1f-bb98-2372ec742878" providerId="ADAL" clId="{D4FCC7D8-D08A-4E9B-86AD-A178FAA389CD}" dt="2022-04-25T20:34:41.326" v="25" actId="165"/>
        <pc:sldMkLst>
          <pc:docMk/>
          <pc:sldMk cId="661800991" sldId="274"/>
        </pc:sldMkLst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4" creationId="{22B5F546-CBA7-4109-B562-D8D5966424AF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18" creationId="{7403AFDB-D608-427F-9116-2B11DE02A656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19" creationId="{B7C3FDB0-BD1E-4088-9B2D-BAC219A135C2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20" creationId="{C59BE39F-E551-4394-A8F2-9C23677EA554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21" creationId="{FD9E2DCB-BCCE-4F50-991D-93310C29C9F3}"/>
          </ac:spMkLst>
        </pc:spChg>
        <pc:spChg chg="add del 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23" creationId="{74EAE6D6-0C5B-4FD4-B863-D68130B2918B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33" creationId="{74472E17-DC4C-49ED-86E4-455EA8B67404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34" creationId="{8B4434F1-BF8C-4FAB-9572-B5DDB2C372DB}"/>
          </ac:spMkLst>
        </pc:spChg>
        <pc:spChg chg="mod topLvl">
          <ac:chgData name="ANDREA PATRICIA PASTORI ROJAS" userId="62588e05-5874-4b1f-bb98-2372ec742878" providerId="ADAL" clId="{D4FCC7D8-D08A-4E9B-86AD-A178FAA389CD}" dt="2022-04-25T20:34:41.326" v="25" actId="165"/>
          <ac:spMkLst>
            <pc:docMk/>
            <pc:sldMk cId="661800991" sldId="274"/>
            <ac:spMk id="38" creationId="{B9C26EA6-E013-4F91-A1ED-BEBCD5FF515F}"/>
          </ac:spMkLst>
        </pc:s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5" creationId="{6A43A0A4-74D1-4F07-A437-7B55C855AF85}"/>
          </ac:grpSpMkLst>
        </pc:gr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6" creationId="{B1C67D20-7423-4DF0-A826-607BE4680DC9}"/>
          </ac:grpSpMkLst>
        </pc:gr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8" creationId="{C93DFE77-BD46-474C-952D-52824DE5673B}"/>
          </ac:grpSpMkLst>
        </pc:grpChg>
        <pc:grpChg chg="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29" creationId="{0E7B2DD0-8371-47AB-9DD7-C502D3FB4C90}"/>
          </ac:grpSpMkLst>
        </pc:gr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31" creationId="{124B35FC-EA6D-4EA3-AB1D-69DB5641F000}"/>
          </ac:grpSpMkLst>
        </pc:grpChg>
        <pc:grpChg chg="add del mod topLvl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35" creationId="{CB96B851-F4D3-4638-9766-E03AC504C416}"/>
          </ac:grpSpMkLst>
        </pc:grpChg>
        <pc:grpChg chg="add del mod">
          <ac:chgData name="ANDREA PATRICIA PASTORI ROJAS" userId="62588e05-5874-4b1f-bb98-2372ec742878" providerId="ADAL" clId="{D4FCC7D8-D08A-4E9B-86AD-A178FAA389CD}" dt="2022-04-25T20:34:41.326" v="25" actId="165"/>
          <ac:grpSpMkLst>
            <pc:docMk/>
            <pc:sldMk cId="661800991" sldId="274"/>
            <ac:grpSpMk id="36" creationId="{E1224230-7FB6-42AD-8599-8E8B84E86CB8}"/>
          </ac:grpSpMkLst>
        </pc:grpChg>
        <pc:picChg chg="mod topLvl">
          <ac:chgData name="ANDREA PATRICIA PASTORI ROJAS" userId="62588e05-5874-4b1f-bb98-2372ec742878" providerId="ADAL" clId="{D4FCC7D8-D08A-4E9B-86AD-A178FAA389CD}" dt="2022-04-25T20:34:41.326" v="25" actId="165"/>
          <ac:picMkLst>
            <pc:docMk/>
            <pc:sldMk cId="661800991" sldId="274"/>
            <ac:picMk id="3" creationId="{8B99410D-B108-4AD1-A79D-1F1C5B77F9ED}"/>
          </ac:picMkLst>
        </pc:picChg>
        <pc:picChg chg="mod">
          <ac:chgData name="ANDREA PATRICIA PASTORI ROJAS" userId="62588e05-5874-4b1f-bb98-2372ec742878" providerId="ADAL" clId="{D4FCC7D8-D08A-4E9B-86AD-A178FAA389CD}" dt="2022-04-25T20:34:41.326" v="25" actId="165"/>
          <ac:picMkLst>
            <pc:docMk/>
            <pc:sldMk cId="661800991" sldId="274"/>
            <ac:picMk id="11" creationId="{7E5EF095-03FF-404C-B150-1A5D3433B3E3}"/>
          </ac:picMkLst>
        </pc:picChg>
        <pc:picChg chg="mod">
          <ac:chgData name="ANDREA PATRICIA PASTORI ROJAS" userId="62588e05-5874-4b1f-bb98-2372ec742878" providerId="ADAL" clId="{D4FCC7D8-D08A-4E9B-86AD-A178FAA389CD}" dt="2022-04-25T20:34:41.326" v="25" actId="165"/>
          <ac:picMkLst>
            <pc:docMk/>
            <pc:sldMk cId="661800991" sldId="274"/>
            <ac:picMk id="28" creationId="{23EFF7A5-3AC2-47A5-AE44-26D8CFC40DEE}"/>
          </ac:picMkLst>
        </pc:picChg>
        <pc:picChg chg="mod">
          <ac:chgData name="ANDREA PATRICIA PASTORI ROJAS" userId="62588e05-5874-4b1f-bb98-2372ec742878" providerId="ADAL" clId="{D4FCC7D8-D08A-4E9B-86AD-A178FAA389CD}" dt="2022-04-25T20:34:41.326" v="25" actId="165"/>
          <ac:picMkLst>
            <pc:docMk/>
            <pc:sldMk cId="661800991" sldId="274"/>
            <ac:picMk id="30" creationId="{9FEFA946-15CB-449C-AB3F-8A2E735D9459}"/>
          </ac:picMkLst>
        </pc:picChg>
      </pc:sldChg>
      <pc:sldChg chg="modSp mod">
        <pc:chgData name="ANDREA PATRICIA PASTORI ROJAS" userId="62588e05-5874-4b1f-bb98-2372ec742878" providerId="ADAL" clId="{D4FCC7D8-D08A-4E9B-86AD-A178FAA389CD}" dt="2022-04-25T20:42:43.049" v="28" actId="1038"/>
        <pc:sldMkLst>
          <pc:docMk/>
          <pc:sldMk cId="342956754" sldId="279"/>
        </pc:sldMkLst>
        <pc:spChg chg="mod">
          <ac:chgData name="ANDREA PATRICIA PASTORI ROJAS" userId="62588e05-5874-4b1f-bb98-2372ec742878" providerId="ADAL" clId="{D4FCC7D8-D08A-4E9B-86AD-A178FAA389CD}" dt="2022-04-25T20:42:43.049" v="28" actId="1038"/>
          <ac:spMkLst>
            <pc:docMk/>
            <pc:sldMk cId="342956754" sldId="279"/>
            <ac:spMk id="20" creationId="{38E8F107-DFF3-4D78-9EAE-716D9C275166}"/>
          </ac:spMkLst>
        </pc:spChg>
      </pc:sldChg>
    </pc:docChg>
  </pc:docChgLst>
  <pc:docChgLst>
    <pc:chgData name="Andrea Patricia Pastori Rojas" userId="S::andrea.pastori@unisimon.edu.co::62588e05-5874-4b1f-bb98-2372ec742878" providerId="AD" clId="Web-{6EAFEB6E-65DB-B333-C468-F0D49A4B0075}"/>
    <pc:docChg chg="modSld">
      <pc:chgData name="Andrea Patricia Pastori Rojas" userId="S::andrea.pastori@unisimon.edu.co::62588e05-5874-4b1f-bb98-2372ec742878" providerId="AD" clId="Web-{6EAFEB6E-65DB-B333-C468-F0D49A4B0075}" dt="2022-04-25T20:05:12.006" v="5" actId="1076"/>
      <pc:docMkLst>
        <pc:docMk/>
      </pc:docMkLst>
      <pc:sldChg chg="addSp delSp modSp">
        <pc:chgData name="Andrea Patricia Pastori Rojas" userId="S::andrea.pastori@unisimon.edu.co::62588e05-5874-4b1f-bb98-2372ec742878" providerId="AD" clId="Web-{6EAFEB6E-65DB-B333-C468-F0D49A4B0075}" dt="2022-04-25T20:05:12.006" v="5" actId="1076"/>
        <pc:sldMkLst>
          <pc:docMk/>
          <pc:sldMk cId="661800991" sldId="274"/>
        </pc:sldMkLst>
        <pc:spChg chg="add del">
          <ac:chgData name="Andrea Patricia Pastori Rojas" userId="S::andrea.pastori@unisimon.edu.co::62588e05-5874-4b1f-bb98-2372ec742878" providerId="AD" clId="Web-{6EAFEB6E-65DB-B333-C468-F0D49A4B0075}" dt="2022-04-25T20:01:52.752" v="2"/>
          <ac:spMkLst>
            <pc:docMk/>
            <pc:sldMk cId="661800991" sldId="274"/>
            <ac:spMk id="7" creationId="{9AA6F199-E83B-D95A-88A0-E14DB4E930BC}"/>
          </ac:spMkLst>
        </pc:spChg>
        <pc:spChg chg="mod">
          <ac:chgData name="Andrea Patricia Pastori Rojas" userId="S::andrea.pastori@unisimon.edu.co::62588e05-5874-4b1f-bb98-2372ec742878" providerId="AD" clId="Web-{6EAFEB6E-65DB-B333-C468-F0D49A4B0075}" dt="2022-04-25T20:05:12.006" v="5" actId="1076"/>
          <ac:spMkLst>
            <pc:docMk/>
            <pc:sldMk cId="661800991" sldId="274"/>
            <ac:spMk id="18" creationId="{7403AFDB-D608-427F-9116-2B11DE02A656}"/>
          </ac:spMkLst>
        </pc:spChg>
        <pc:picChg chg="add del">
          <ac:chgData name="Andrea Patricia Pastori Rojas" userId="S::andrea.pastori@unisimon.edu.co::62588e05-5874-4b1f-bb98-2372ec742878" providerId="AD" clId="Web-{6EAFEB6E-65DB-B333-C468-F0D49A4B0075}" dt="2022-04-25T20:01:52.767" v="3"/>
          <ac:picMkLst>
            <pc:docMk/>
            <pc:sldMk cId="661800991" sldId="274"/>
            <ac:picMk id="2" creationId="{1190F204-2CC1-3B39-5C54-524446DFF89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6809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5876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4225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65950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unisimon.edu.co/portales/administrativo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0" y="-32454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20815" y="1651696"/>
            <a:ext cx="9870750" cy="2711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CO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r>
              <a:rPr lang="es-CO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s-CO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CO" sz="4000" b="1" dirty="0">
              <a:solidFill>
                <a:schemeClr val="lt1"/>
              </a:solidFill>
            </a:endParaRPr>
          </a:p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000" b="1" dirty="0">
                <a:solidFill>
                  <a:schemeClr val="lt1"/>
                </a:solidFill>
              </a:rPr>
              <a:t>PROYECCIÓN ACADÉMICA – SIA WEB </a:t>
            </a:r>
          </a:p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(Agregar, eliminar</a:t>
            </a:r>
            <a:r>
              <a:rPr lang="es-CO" sz="2800" b="1" dirty="0">
                <a:solidFill>
                  <a:schemeClr val="lt1"/>
                </a:solidFill>
              </a:rPr>
              <a:t> </a:t>
            </a:r>
            <a:r>
              <a:rPr lang="es-CO" sz="2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 habilitación de cursos)</a:t>
            </a:r>
            <a:endParaRPr sz="2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F09D71-1AE3-4F66-8728-8946B7A13CF5}"/>
              </a:ext>
            </a:extLst>
          </p:cNvPr>
          <p:cNvSpPr txBox="1"/>
          <p:nvPr/>
        </p:nvSpPr>
        <p:spPr>
          <a:xfrm>
            <a:off x="697868" y="1201632"/>
            <a:ext cx="1079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Desde la página web de la universidad, en la sección de «Portales» (</a:t>
            </a:r>
            <a:r>
              <a:rPr lang="es-CO" dirty="0">
                <a:hlinkClick r:id="rId2"/>
              </a:rPr>
              <a:t>http://www.unisimon.edu.co/portales/administrativos</a:t>
            </a:r>
            <a:r>
              <a:rPr lang="es-CO" dirty="0"/>
              <a:t>), ingrese su usuario y contraseña, y presione el botón «</a:t>
            </a:r>
            <a:r>
              <a:rPr lang="es-CO" b="1" dirty="0"/>
              <a:t>Acceder</a:t>
            </a:r>
            <a:r>
              <a:rPr lang="es-CO" dirty="0"/>
              <a:t>»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EBEABF-2DCB-4CB6-B2DF-86C349255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4"/>
          <a:stretch/>
        </p:blipFill>
        <p:spPr bwMode="auto">
          <a:xfrm>
            <a:off x="2076356" y="2091671"/>
            <a:ext cx="7687588" cy="3564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67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435900" y="1139502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“Matrícula”.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BB4861F-EA6E-45F2-867E-CCD4202E2314}"/>
              </a:ext>
            </a:extLst>
          </p:cNvPr>
          <p:cNvGrpSpPr/>
          <p:nvPr/>
        </p:nvGrpSpPr>
        <p:grpSpPr>
          <a:xfrm>
            <a:off x="2089165" y="2135213"/>
            <a:ext cx="8406629" cy="3966561"/>
            <a:chOff x="2089165" y="2135213"/>
            <a:chExt cx="8406629" cy="3966561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1013C628-3C80-4F0F-A61B-7953439F2F11}"/>
                </a:ext>
              </a:extLst>
            </p:cNvPr>
            <p:cNvGrpSpPr/>
            <p:nvPr/>
          </p:nvGrpSpPr>
          <p:grpSpPr>
            <a:xfrm>
              <a:off x="2089165" y="2135213"/>
              <a:ext cx="8406629" cy="3966561"/>
              <a:chOff x="2089165" y="2366040"/>
              <a:chExt cx="8406629" cy="3966561"/>
            </a:xfrm>
          </p:grpSpPr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70114F20-F23B-4599-A9BD-6DB78DD9BA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5513"/>
              <a:stretch/>
            </p:blipFill>
            <p:spPr>
              <a:xfrm>
                <a:off x="2089165" y="2366040"/>
                <a:ext cx="8406629" cy="396656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8" name="Rectángulo: esquinas redondeadas 7">
                <a:extLst>
                  <a:ext uri="{FF2B5EF4-FFF2-40B4-BE49-F238E27FC236}">
                    <a16:creationId xmlns:a16="http://schemas.microsoft.com/office/drawing/2014/main" id="{103D3A1E-7DE7-4165-9662-12CF16B1F6C2}"/>
                  </a:ext>
                </a:extLst>
              </p:cNvPr>
              <p:cNvSpPr/>
              <p:nvPr/>
            </p:nvSpPr>
            <p:spPr>
              <a:xfrm>
                <a:off x="2405848" y="2885243"/>
                <a:ext cx="834501" cy="75460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noFill/>
                </a:endParaRPr>
              </a:p>
            </p:txBody>
          </p:sp>
        </p:grpSp>
        <p:sp>
          <p:nvSpPr>
            <p:cNvPr id="15" name="Flecha: hacia la izquierda 14">
              <a:extLst>
                <a:ext uri="{FF2B5EF4-FFF2-40B4-BE49-F238E27FC236}">
                  <a16:creationId xmlns:a16="http://schemas.microsoft.com/office/drawing/2014/main" id="{62C63679-EA75-4D2D-8D2E-DF4DBC050108}"/>
                </a:ext>
              </a:extLst>
            </p:cNvPr>
            <p:cNvSpPr/>
            <p:nvPr/>
          </p:nvSpPr>
          <p:spPr>
            <a:xfrm>
              <a:off x="3382489" y="2810707"/>
              <a:ext cx="834501" cy="442019"/>
            </a:xfrm>
            <a:prstGeom prst="lef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435900" y="1139502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la opción “Matrícula”, realice la búsqueda del estudiante y seleccione la opción “Ver” (icono en forma de lupa).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6ED211E7-B629-4497-8195-DD796EFBED05}"/>
              </a:ext>
            </a:extLst>
          </p:cNvPr>
          <p:cNvGrpSpPr/>
          <p:nvPr/>
        </p:nvGrpSpPr>
        <p:grpSpPr>
          <a:xfrm>
            <a:off x="435900" y="2594890"/>
            <a:ext cx="11371990" cy="3701924"/>
            <a:chOff x="435900" y="2594890"/>
            <a:chExt cx="11371990" cy="3701924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BC3B38BF-E01A-4A30-85AD-5CC606B09560}"/>
                </a:ext>
              </a:extLst>
            </p:cNvPr>
            <p:cNvGrpSpPr/>
            <p:nvPr/>
          </p:nvGrpSpPr>
          <p:grpSpPr>
            <a:xfrm>
              <a:off x="435900" y="2594890"/>
              <a:ext cx="11371990" cy="3701924"/>
              <a:chOff x="435900" y="2328560"/>
              <a:chExt cx="11371990" cy="3701924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EF483706-163A-41EA-AFD0-91BC816352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900" y="2328560"/>
                <a:ext cx="7226817" cy="3389938"/>
              </a:xfrm>
              <a:prstGeom prst="rect">
                <a:avLst/>
              </a:prstGeom>
            </p:spPr>
          </p:pic>
          <p:sp>
            <p:nvSpPr>
              <p:cNvPr id="8" name="Rectángulo: esquinas redondeadas 7">
                <a:extLst>
                  <a:ext uri="{FF2B5EF4-FFF2-40B4-BE49-F238E27FC236}">
                    <a16:creationId xmlns:a16="http://schemas.microsoft.com/office/drawing/2014/main" id="{103D3A1E-7DE7-4165-9662-12CF16B1F6C2}"/>
                  </a:ext>
                </a:extLst>
              </p:cNvPr>
              <p:cNvSpPr/>
              <p:nvPr/>
            </p:nvSpPr>
            <p:spPr>
              <a:xfrm>
                <a:off x="958788" y="2674398"/>
                <a:ext cx="834501" cy="75460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noFill/>
                </a:endParaRPr>
              </a:p>
            </p:txBody>
          </p:sp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D457D533-2796-4E2D-925B-7C8939049B8C}"/>
                  </a:ext>
                </a:extLst>
              </p:cNvPr>
              <p:cNvGrpSpPr/>
              <p:nvPr/>
            </p:nvGrpSpPr>
            <p:grpSpPr>
              <a:xfrm>
                <a:off x="4581073" y="2681008"/>
                <a:ext cx="7226817" cy="3349476"/>
                <a:chOff x="4581073" y="2681008"/>
                <a:chExt cx="7226817" cy="3349476"/>
              </a:xfrm>
            </p:grpSpPr>
            <p:pic>
              <p:nvPicPr>
                <p:cNvPr id="5" name="Imagen 4">
                  <a:extLst>
                    <a:ext uri="{FF2B5EF4-FFF2-40B4-BE49-F238E27FC236}">
                      <a16:creationId xmlns:a16="http://schemas.microsoft.com/office/drawing/2014/main" id="{915F7FF9-8FD8-47F2-8F2E-5131746543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81073" y="2681008"/>
                  <a:ext cx="7226817" cy="3349476"/>
                </a:xfrm>
                <a:prstGeom prst="rect">
                  <a:avLst/>
                </a:prstGeom>
              </p:spPr>
            </p:pic>
            <p:sp>
              <p:nvSpPr>
                <p:cNvPr id="10" name="Rectángulo: esquinas redondeadas 9">
                  <a:extLst>
                    <a:ext uri="{FF2B5EF4-FFF2-40B4-BE49-F238E27FC236}">
                      <a16:creationId xmlns:a16="http://schemas.microsoft.com/office/drawing/2014/main" id="{4FAC436F-5A79-44C1-81E6-37A09A1FD673}"/>
                    </a:ext>
                  </a:extLst>
                </p:cNvPr>
                <p:cNvSpPr/>
                <p:nvPr/>
              </p:nvSpPr>
              <p:spPr>
                <a:xfrm>
                  <a:off x="4696287" y="3332825"/>
                  <a:ext cx="150921" cy="1827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>
                    <a:noFill/>
                  </a:endParaRPr>
                </a:p>
              </p:txBody>
            </p:sp>
            <p:sp>
              <p:nvSpPr>
                <p:cNvPr id="6" name="Flecha: hacia la izquierda 5">
                  <a:extLst>
                    <a:ext uri="{FF2B5EF4-FFF2-40B4-BE49-F238E27FC236}">
                      <a16:creationId xmlns:a16="http://schemas.microsoft.com/office/drawing/2014/main" id="{C88399EE-CEAF-4491-9484-63162916F5AE}"/>
                    </a:ext>
                  </a:extLst>
                </p:cNvPr>
                <p:cNvSpPr/>
                <p:nvPr/>
              </p:nvSpPr>
              <p:spPr>
                <a:xfrm>
                  <a:off x="4847208" y="3352800"/>
                  <a:ext cx="488271" cy="182732"/>
                </a:xfrm>
                <a:prstGeom prst="leftArrow">
                  <a:avLst/>
                </a:prstGeom>
                <a:solidFill>
                  <a:srgbClr val="00206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</p:grpSp>
        </p:grpSp>
        <p:sp>
          <p:nvSpPr>
            <p:cNvPr id="15" name="Flecha: hacia la izquierda 14">
              <a:extLst>
                <a:ext uri="{FF2B5EF4-FFF2-40B4-BE49-F238E27FC236}">
                  <a16:creationId xmlns:a16="http://schemas.microsoft.com/office/drawing/2014/main" id="{CB92026F-D91D-4A8B-A6C6-EC2023F69F10}"/>
                </a:ext>
              </a:extLst>
            </p:cNvPr>
            <p:cNvSpPr/>
            <p:nvPr/>
          </p:nvSpPr>
          <p:spPr>
            <a:xfrm>
              <a:off x="1935429" y="3013614"/>
              <a:ext cx="834501" cy="442019"/>
            </a:xfrm>
            <a:prstGeom prst="lef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146181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435900" y="1139502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la opción “Calificaciones” (icono en forma de lista) del registro correspondiente al periodo sobre el que desea editar la proyección.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B9DDFB1-32B6-4969-BCDA-788FDB33433E}"/>
              </a:ext>
            </a:extLst>
          </p:cNvPr>
          <p:cNvGrpSpPr/>
          <p:nvPr/>
        </p:nvGrpSpPr>
        <p:grpSpPr>
          <a:xfrm>
            <a:off x="1784411" y="2257147"/>
            <a:ext cx="8772617" cy="2343706"/>
            <a:chOff x="1784411" y="2257147"/>
            <a:chExt cx="8772617" cy="2343706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A7C6513-E08F-48CA-B66E-B2E4EA38B5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26" t="11385" r="26820" b="53126"/>
            <a:stretch/>
          </p:blipFill>
          <p:spPr>
            <a:xfrm>
              <a:off x="1784411" y="2257147"/>
              <a:ext cx="8772617" cy="2343706"/>
            </a:xfrm>
            <a:prstGeom prst="rect">
              <a:avLst/>
            </a:prstGeom>
          </p:spPr>
        </p:pic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4B1AFDC5-D7F2-4B2B-A80A-A4115EE18C72}"/>
                </a:ext>
              </a:extLst>
            </p:cNvPr>
            <p:cNvSpPr/>
            <p:nvPr/>
          </p:nvSpPr>
          <p:spPr>
            <a:xfrm>
              <a:off x="2867487" y="2343705"/>
              <a:ext cx="3009530" cy="204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2480F24-1D4D-4429-A3FE-145A73BCDFA2}"/>
                </a:ext>
              </a:extLst>
            </p:cNvPr>
            <p:cNvSpPr/>
            <p:nvPr/>
          </p:nvSpPr>
          <p:spPr>
            <a:xfrm>
              <a:off x="2290439" y="3473018"/>
              <a:ext cx="150921" cy="1827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noFill/>
              </a:endParaRPr>
            </a:p>
          </p:txBody>
        </p:sp>
        <p:sp>
          <p:nvSpPr>
            <p:cNvPr id="16" name="Flecha: hacia la izquierda 15">
              <a:extLst>
                <a:ext uri="{FF2B5EF4-FFF2-40B4-BE49-F238E27FC236}">
                  <a16:creationId xmlns:a16="http://schemas.microsoft.com/office/drawing/2014/main" id="{C7B9EB7A-6BAE-4C59-94CB-5FF311F51442}"/>
                </a:ext>
              </a:extLst>
            </p:cNvPr>
            <p:cNvSpPr/>
            <p:nvPr/>
          </p:nvSpPr>
          <p:spPr>
            <a:xfrm>
              <a:off x="2441360" y="3492993"/>
              <a:ext cx="488271" cy="182732"/>
            </a:xfrm>
            <a:prstGeom prst="lef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503644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435900" y="908674"/>
            <a:ext cx="11086082" cy="1482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En esta ventana usted encontrará nuevas funciones como:</a:t>
            </a:r>
            <a:endParaRPr lang="es-CO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rtl="0"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s-CO" sz="1600" b="0" i="0" u="none" strike="noStrike" cap="none" dirty="0">
              <a:solidFill>
                <a:schemeClr val="dk1"/>
              </a:solidFill>
              <a:latin typeface="Calibri"/>
              <a:ea typeface="Arial"/>
              <a:cs typeface="Calibri"/>
              <a:sym typeface="Calibri"/>
            </a:endParaRPr>
          </a:p>
          <a:p>
            <a:pPr marL="0" marR="0" lvl="0" indent="0" algn="ctr" rtl="0"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Agregar curso: </a:t>
            </a:r>
            <a:r>
              <a:rPr lang="es-CO" sz="16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incluye un nuevo curso en la proyección académica.</a:t>
            </a:r>
          </a:p>
          <a:p>
            <a:pPr marL="0" marR="0" lvl="0" indent="0" algn="ctr" rtl="0"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Eliminar: </a:t>
            </a:r>
            <a:r>
              <a:rPr lang="es-CO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excluye el curso seleccionado de la proyección académica.</a:t>
            </a:r>
            <a:br>
              <a:rPr lang="es-CO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CO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HA (Habilitación): </a:t>
            </a:r>
            <a:r>
              <a:rPr lang="es-CO" sz="1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autoriza la habilitación del curso seleccionado en la proyección académica.</a:t>
            </a:r>
            <a:endParaRPr lang="es-CO"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Flecha: hacia la izquierda 21">
            <a:extLst>
              <a:ext uri="{FF2B5EF4-FFF2-40B4-BE49-F238E27FC236}">
                <a16:creationId xmlns:a16="http://schemas.microsoft.com/office/drawing/2014/main" id="{06E0E9AC-B36A-44EE-A513-0EF1E94A8E67}"/>
              </a:ext>
            </a:extLst>
          </p:cNvPr>
          <p:cNvSpPr/>
          <p:nvPr/>
        </p:nvSpPr>
        <p:spPr>
          <a:xfrm>
            <a:off x="7313721" y="3389960"/>
            <a:ext cx="488271" cy="182732"/>
          </a:xfrm>
          <a:prstGeom prst="lef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E1224230-7FB6-42AD-8599-8E8B84E86CB8}"/>
              </a:ext>
            </a:extLst>
          </p:cNvPr>
          <p:cNvGrpSpPr/>
          <p:nvPr/>
        </p:nvGrpSpPr>
        <p:grpSpPr>
          <a:xfrm>
            <a:off x="960269" y="2985470"/>
            <a:ext cx="9453238" cy="3243704"/>
            <a:chOff x="960269" y="2985470"/>
            <a:chExt cx="9453238" cy="3243704"/>
          </a:xfrm>
        </p:grpSpPr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CB96B851-F4D3-4638-9766-E03AC504C416}"/>
                </a:ext>
              </a:extLst>
            </p:cNvPr>
            <p:cNvGrpSpPr/>
            <p:nvPr/>
          </p:nvGrpSpPr>
          <p:grpSpPr>
            <a:xfrm>
              <a:off x="960269" y="2985470"/>
              <a:ext cx="9453238" cy="3243704"/>
              <a:chOff x="960269" y="2985470"/>
              <a:chExt cx="9453238" cy="3243704"/>
            </a:xfrm>
          </p:grpSpPr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124B35FC-EA6D-4EA3-AB1D-69DB5641F000}"/>
                  </a:ext>
                </a:extLst>
              </p:cNvPr>
              <p:cNvGrpSpPr/>
              <p:nvPr/>
            </p:nvGrpSpPr>
            <p:grpSpPr>
              <a:xfrm>
                <a:off x="960269" y="2985470"/>
                <a:ext cx="9453238" cy="3243704"/>
                <a:chOff x="960269" y="2985470"/>
                <a:chExt cx="9453238" cy="3243704"/>
              </a:xfrm>
            </p:grpSpPr>
            <p:grpSp>
              <p:nvGrpSpPr>
                <p:cNvPr id="8" name="Grupo 7">
                  <a:extLst>
                    <a:ext uri="{FF2B5EF4-FFF2-40B4-BE49-F238E27FC236}">
                      <a16:creationId xmlns:a16="http://schemas.microsoft.com/office/drawing/2014/main" id="{C93DFE77-BD46-474C-952D-52824DE5673B}"/>
                    </a:ext>
                  </a:extLst>
                </p:cNvPr>
                <p:cNvGrpSpPr/>
                <p:nvPr/>
              </p:nvGrpSpPr>
              <p:grpSpPr>
                <a:xfrm>
                  <a:off x="960269" y="2985470"/>
                  <a:ext cx="9453238" cy="1270987"/>
                  <a:chOff x="871491" y="2947386"/>
                  <a:chExt cx="9453238" cy="1270987"/>
                </a:xfrm>
              </p:grpSpPr>
              <p:grpSp>
                <p:nvGrpSpPr>
                  <p:cNvPr id="6" name="Grupo 5">
                    <a:extLst>
                      <a:ext uri="{FF2B5EF4-FFF2-40B4-BE49-F238E27FC236}">
                        <a16:creationId xmlns:a16="http://schemas.microsoft.com/office/drawing/2014/main" id="{B1C67D20-7423-4DF0-A826-607BE4680DC9}"/>
                      </a:ext>
                    </a:extLst>
                  </p:cNvPr>
                  <p:cNvGrpSpPr/>
                  <p:nvPr/>
                </p:nvGrpSpPr>
                <p:grpSpPr>
                  <a:xfrm>
                    <a:off x="871491" y="2947386"/>
                    <a:ext cx="9453238" cy="1270987"/>
                    <a:chOff x="871491" y="2947386"/>
                    <a:chExt cx="9453238" cy="1270987"/>
                  </a:xfrm>
                </p:grpSpPr>
                <p:grpSp>
                  <p:nvGrpSpPr>
                    <p:cNvPr id="5" name="Grupo 4">
                      <a:extLst>
                        <a:ext uri="{FF2B5EF4-FFF2-40B4-BE49-F238E27FC236}">
                          <a16:creationId xmlns:a16="http://schemas.microsoft.com/office/drawing/2014/main" id="{6A43A0A4-74D1-4F07-A437-7B55C855AF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60628" y="2947386"/>
                      <a:ext cx="9064101" cy="1270987"/>
                      <a:chOff x="1260628" y="2947386"/>
                      <a:chExt cx="9064101" cy="1270987"/>
                    </a:xfrm>
                  </p:grpSpPr>
                  <p:pic>
                    <p:nvPicPr>
                      <p:cNvPr id="3" name="Imagen 2">
                        <a:extLst>
                          <a:ext uri="{FF2B5EF4-FFF2-40B4-BE49-F238E27FC236}">
                            <a16:creationId xmlns:a16="http://schemas.microsoft.com/office/drawing/2014/main" id="{8B99410D-B108-4AD1-A79D-1F1C5B77F9E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3"/>
                      <a:srcRect l="437" t="1834" r="25218" b="62110"/>
                      <a:stretch/>
                    </p:blipFill>
                    <p:spPr>
                      <a:xfrm>
                        <a:off x="1260628" y="2947386"/>
                        <a:ext cx="9064101" cy="127098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4" name="Rectángulo 3">
                        <a:extLst>
                          <a:ext uri="{FF2B5EF4-FFF2-40B4-BE49-F238E27FC236}">
                            <a16:creationId xmlns:a16="http://schemas.microsoft.com/office/drawing/2014/main" id="{22B5F546-CBA7-4109-B562-D8D5966424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81056" y="3000653"/>
                        <a:ext cx="2849732" cy="19530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CO" dirty="0"/>
                      </a:p>
                    </p:txBody>
                  </p:sp>
                </p:grpSp>
                <p:sp>
                  <p:nvSpPr>
                    <p:cNvPr id="18" name="Rectángulo 17">
                      <a:extLst>
                        <a:ext uri="{FF2B5EF4-FFF2-40B4-BE49-F238E27FC236}">
                          <a16:creationId xmlns:a16="http://schemas.microsoft.com/office/drawing/2014/main" id="{7403AFDB-D608-427F-9116-2B11DE02A6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491" y="4023065"/>
                      <a:ext cx="921798" cy="19530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/>
                    </a:p>
                  </p:txBody>
                </p:sp>
                <p:sp>
                  <p:nvSpPr>
                    <p:cNvPr id="19" name="Rectángulo 18">
                      <a:extLst>
                        <a:ext uri="{FF2B5EF4-FFF2-40B4-BE49-F238E27FC236}">
                          <a16:creationId xmlns:a16="http://schemas.microsoft.com/office/drawing/2014/main" id="{B7C3FDB0-BD1E-4088-9B2D-BAC219A13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9558" y="3827756"/>
                      <a:ext cx="637713" cy="19530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 dirty="0"/>
                    </a:p>
                  </p:txBody>
                </p:sp>
              </p:grpSp>
              <p:sp>
                <p:nvSpPr>
                  <p:cNvPr id="20" name="Flecha: hacia la izquierda 19">
                    <a:extLst>
                      <a:ext uri="{FF2B5EF4-FFF2-40B4-BE49-F238E27FC236}">
                        <a16:creationId xmlns:a16="http://schemas.microsoft.com/office/drawing/2014/main" id="{C59BE39F-E551-4394-A8F2-9C23677EA554}"/>
                      </a:ext>
                    </a:extLst>
                  </p:cNvPr>
                  <p:cNvSpPr/>
                  <p:nvPr/>
                </p:nvSpPr>
                <p:spPr>
                  <a:xfrm>
                    <a:off x="1985638" y="3840333"/>
                    <a:ext cx="488271" cy="182732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  <p:sp>
                <p:nvSpPr>
                  <p:cNvPr id="21" name="Flecha: hacia la izquierda 20">
                    <a:extLst>
                      <a:ext uri="{FF2B5EF4-FFF2-40B4-BE49-F238E27FC236}">
                        <a16:creationId xmlns:a16="http://schemas.microsoft.com/office/drawing/2014/main" id="{FD9E2DCB-BCCE-4F50-991D-93310C29C9F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269506" y="4023065"/>
                    <a:ext cx="488271" cy="182732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  <p:sp>
                <p:nvSpPr>
                  <p:cNvPr id="23" name="Rectángulo 22">
                    <a:extLst>
                      <a:ext uri="{FF2B5EF4-FFF2-40B4-BE49-F238E27FC236}">
                        <a16:creationId xmlns:a16="http://schemas.microsoft.com/office/drawing/2014/main" id="{74EAE6D6-0C5B-4FD4-B863-D68130B2918B}"/>
                      </a:ext>
                    </a:extLst>
                  </p:cNvPr>
                  <p:cNvSpPr/>
                  <p:nvPr/>
                </p:nvSpPr>
                <p:spPr>
                  <a:xfrm>
                    <a:off x="1358285" y="3325058"/>
                    <a:ext cx="5051396" cy="30739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dirty="0"/>
                      <a:t>00</a:t>
                    </a:r>
                  </a:p>
                </p:txBody>
              </p: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0E7B2DD0-8371-47AB-9DD7-C502D3FB4C90}"/>
                    </a:ext>
                  </a:extLst>
                </p:cNvPr>
                <p:cNvGrpSpPr/>
                <p:nvPr/>
              </p:nvGrpSpPr>
              <p:grpSpPr>
                <a:xfrm>
                  <a:off x="1185171" y="4577416"/>
                  <a:ext cx="9228336" cy="1651758"/>
                  <a:chOff x="1185171" y="4577416"/>
                  <a:chExt cx="9228336" cy="1651758"/>
                </a:xfrm>
              </p:grpSpPr>
              <p:pic>
                <p:nvPicPr>
                  <p:cNvPr id="11" name="Imagen 10">
                    <a:extLst>
                      <a:ext uri="{FF2B5EF4-FFF2-40B4-BE49-F238E27FC236}">
                        <a16:creationId xmlns:a16="http://schemas.microsoft.com/office/drawing/2014/main" id="{7E5EF095-03FF-404C-B150-1A5D3433B3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260" t="1828" r="4095"/>
                  <a:stretch/>
                </p:blipFill>
                <p:spPr>
                  <a:xfrm>
                    <a:off x="1185171" y="4577416"/>
                    <a:ext cx="9228336" cy="1651758"/>
                  </a:xfrm>
                  <a:prstGeom prst="rect">
                    <a:avLst/>
                  </a:prstGeom>
                </p:spPr>
              </p:pic>
              <p:pic>
                <p:nvPicPr>
                  <p:cNvPr id="28" name="Imagen 27">
                    <a:extLst>
                      <a:ext uri="{FF2B5EF4-FFF2-40B4-BE49-F238E27FC236}">
                        <a16:creationId xmlns:a16="http://schemas.microsoft.com/office/drawing/2014/main" id="{23EFF7A5-3AC2-47A5-AE44-26D8CFC40D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318336" y="4941519"/>
                    <a:ext cx="5054022" cy="377985"/>
                  </a:xfrm>
                  <a:prstGeom prst="rect">
                    <a:avLst/>
                  </a:prstGeom>
                </p:spPr>
              </p:pic>
              <p:pic>
                <p:nvPicPr>
                  <p:cNvPr id="30" name="Imagen 29">
                    <a:extLst>
                      <a:ext uri="{FF2B5EF4-FFF2-40B4-BE49-F238E27FC236}">
                        <a16:creationId xmlns:a16="http://schemas.microsoft.com/office/drawing/2014/main" id="{9FEFA946-15CB-449C-AB3F-8A2E735D94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627791" y="4678299"/>
                    <a:ext cx="2858610" cy="26137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3" name="Flecha: hacia la izquierda 32">
                <a:extLst>
                  <a:ext uri="{FF2B5EF4-FFF2-40B4-BE49-F238E27FC236}">
                    <a16:creationId xmlns:a16="http://schemas.microsoft.com/office/drawing/2014/main" id="{74472E17-DC4C-49ED-86E4-455EA8B67404}"/>
                  </a:ext>
                </a:extLst>
              </p:cNvPr>
              <p:cNvSpPr/>
              <p:nvPr/>
            </p:nvSpPr>
            <p:spPr>
              <a:xfrm>
                <a:off x="1870228" y="5640463"/>
                <a:ext cx="488271" cy="182732"/>
              </a:xfrm>
              <a:prstGeom prst="lef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8B4434F1-BF8C-4FAB-9572-B5DDB2C372DB}"/>
                  </a:ext>
                </a:extLst>
              </p:cNvPr>
              <p:cNvSpPr/>
              <p:nvPr/>
            </p:nvSpPr>
            <p:spPr>
              <a:xfrm>
                <a:off x="1408590" y="5445154"/>
                <a:ext cx="637713" cy="1953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</p:grpSp>
        <p:sp>
          <p:nvSpPr>
            <p:cNvPr id="38" name="Flecha: hacia la izquierda 37">
              <a:extLst>
                <a:ext uri="{FF2B5EF4-FFF2-40B4-BE49-F238E27FC236}">
                  <a16:creationId xmlns:a16="http://schemas.microsoft.com/office/drawing/2014/main" id="{B9C26EA6-E013-4F91-A1ED-BEBCD5FF515F}"/>
                </a:ext>
              </a:extLst>
            </p:cNvPr>
            <p:cNvSpPr/>
            <p:nvPr/>
          </p:nvSpPr>
          <p:spPr>
            <a:xfrm>
              <a:off x="7313720" y="3416593"/>
              <a:ext cx="488271" cy="182732"/>
            </a:xfrm>
            <a:prstGeom prst="lef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66180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8;p3">
            <a:extLst>
              <a:ext uri="{FF2B5EF4-FFF2-40B4-BE49-F238E27FC236}">
                <a16:creationId xmlns:a16="http://schemas.microsoft.com/office/drawing/2014/main" id="{103AFFF4-3AD0-4D89-9277-0B939BF3FD8D}"/>
              </a:ext>
            </a:extLst>
          </p:cNvPr>
          <p:cNvSpPr txBox="1"/>
          <p:nvPr/>
        </p:nvSpPr>
        <p:spPr>
          <a:xfrm>
            <a:off x="435900" y="908674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curso</a:t>
            </a:r>
            <a:endParaRPr lang="es-CO"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64C77C08-A047-4937-901F-B6FB35627751}"/>
              </a:ext>
            </a:extLst>
          </p:cNvPr>
          <p:cNvGrpSpPr/>
          <p:nvPr/>
        </p:nvGrpSpPr>
        <p:grpSpPr>
          <a:xfrm>
            <a:off x="576878" y="2132525"/>
            <a:ext cx="10928235" cy="3736899"/>
            <a:chOff x="576878" y="2212427"/>
            <a:chExt cx="10928235" cy="3736899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EBDA47D9-C44D-4654-A2C7-F341A9D7A685}"/>
                </a:ext>
              </a:extLst>
            </p:cNvPr>
            <p:cNvGrpSpPr/>
            <p:nvPr/>
          </p:nvGrpSpPr>
          <p:grpSpPr>
            <a:xfrm>
              <a:off x="576878" y="2212427"/>
              <a:ext cx="9064101" cy="1270987"/>
              <a:chOff x="1349406" y="2985470"/>
              <a:chExt cx="9064101" cy="1270987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DA472D36-367D-47E9-AA8C-FC829A2EB08B}"/>
                  </a:ext>
                </a:extLst>
              </p:cNvPr>
              <p:cNvGrpSpPr/>
              <p:nvPr/>
            </p:nvGrpSpPr>
            <p:grpSpPr>
              <a:xfrm>
                <a:off x="1349406" y="2985470"/>
                <a:ext cx="9064101" cy="1270987"/>
                <a:chOff x="1349406" y="2985470"/>
                <a:chExt cx="9064101" cy="1270987"/>
              </a:xfrm>
            </p:grpSpPr>
            <p:grpSp>
              <p:nvGrpSpPr>
                <p:cNvPr id="7" name="Grupo 6">
                  <a:extLst>
                    <a:ext uri="{FF2B5EF4-FFF2-40B4-BE49-F238E27FC236}">
                      <a16:creationId xmlns:a16="http://schemas.microsoft.com/office/drawing/2014/main" id="{85816CC3-379A-44E8-AA41-D77768AF0E59}"/>
                    </a:ext>
                  </a:extLst>
                </p:cNvPr>
                <p:cNvGrpSpPr/>
                <p:nvPr/>
              </p:nvGrpSpPr>
              <p:grpSpPr>
                <a:xfrm>
                  <a:off x="1349406" y="2985470"/>
                  <a:ext cx="9064101" cy="1270987"/>
                  <a:chOff x="1349406" y="2985470"/>
                  <a:chExt cx="9064101" cy="1270987"/>
                </a:xfrm>
              </p:grpSpPr>
              <p:pic>
                <p:nvPicPr>
                  <p:cNvPr id="5" name="Imagen 4">
                    <a:extLst>
                      <a:ext uri="{FF2B5EF4-FFF2-40B4-BE49-F238E27FC236}">
                        <a16:creationId xmlns:a16="http://schemas.microsoft.com/office/drawing/2014/main" id="{2F55F5BB-5564-432D-BDDD-7DDEFE616E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437" t="1834" r="25218" b="62110"/>
                  <a:stretch/>
                </p:blipFill>
                <p:spPr>
                  <a:xfrm>
                    <a:off x="1349406" y="2985470"/>
                    <a:ext cx="9064101" cy="1270987"/>
                  </a:xfrm>
                  <a:prstGeom prst="rect">
                    <a:avLst/>
                  </a:prstGeom>
                </p:spPr>
              </p:pic>
              <p:sp>
                <p:nvSpPr>
                  <p:cNvPr id="6" name="Rectángulo 5">
                    <a:extLst>
                      <a:ext uri="{FF2B5EF4-FFF2-40B4-BE49-F238E27FC236}">
                        <a16:creationId xmlns:a16="http://schemas.microsoft.com/office/drawing/2014/main" id="{F26EC0D8-45D2-426E-A73B-FEB15C553428}"/>
                      </a:ext>
                    </a:extLst>
                  </p:cNvPr>
                  <p:cNvSpPr/>
                  <p:nvPr/>
                </p:nvSpPr>
                <p:spPr>
                  <a:xfrm>
                    <a:off x="1447063" y="3363142"/>
                    <a:ext cx="5051396" cy="30739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dirty="0"/>
                      <a:t>00</a:t>
                    </a:r>
                  </a:p>
                </p:txBody>
              </p:sp>
            </p:grpSp>
            <p:sp>
              <p:nvSpPr>
                <p:cNvPr id="8" name="Rectángulo 7">
                  <a:extLst>
                    <a:ext uri="{FF2B5EF4-FFF2-40B4-BE49-F238E27FC236}">
                      <a16:creationId xmlns:a16="http://schemas.microsoft.com/office/drawing/2014/main" id="{F6716DE4-F24E-4036-BF06-09170A4F9EA6}"/>
                    </a:ext>
                  </a:extLst>
                </p:cNvPr>
                <p:cNvSpPr/>
                <p:nvPr/>
              </p:nvSpPr>
              <p:spPr>
                <a:xfrm>
                  <a:off x="2789071" y="2985470"/>
                  <a:ext cx="2803861" cy="3073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CO" dirty="0"/>
                    <a:t>00</a:t>
                  </a:r>
                </a:p>
              </p:txBody>
            </p:sp>
          </p:grpSp>
          <p:sp>
            <p:nvSpPr>
              <p:cNvPr id="10" name="Flecha: hacia la izquierda 9">
                <a:extLst>
                  <a:ext uri="{FF2B5EF4-FFF2-40B4-BE49-F238E27FC236}">
                    <a16:creationId xmlns:a16="http://schemas.microsoft.com/office/drawing/2014/main" id="{0A61F53E-5A7C-439F-89D3-92A2CB894233}"/>
                  </a:ext>
                </a:extLst>
              </p:cNvPr>
              <p:cNvSpPr/>
              <p:nvPr/>
            </p:nvSpPr>
            <p:spPr>
              <a:xfrm>
                <a:off x="7313720" y="3416593"/>
                <a:ext cx="488271" cy="182732"/>
              </a:xfrm>
              <a:prstGeom prst="lef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41318366-7CE7-4D8D-82D5-59C7506FE5FF}"/>
                </a:ext>
              </a:extLst>
            </p:cNvPr>
            <p:cNvGrpSpPr/>
            <p:nvPr/>
          </p:nvGrpSpPr>
          <p:grpSpPr>
            <a:xfrm>
              <a:off x="7411204" y="3487113"/>
              <a:ext cx="4093909" cy="2462213"/>
              <a:chOff x="2398284" y="3487113"/>
              <a:chExt cx="4093909" cy="2462213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54C9F18-C32E-4296-8242-6BDA6F834ED5}"/>
                  </a:ext>
                </a:extLst>
              </p:cNvPr>
              <p:cNvGrpSpPr/>
              <p:nvPr/>
            </p:nvGrpSpPr>
            <p:grpSpPr>
              <a:xfrm>
                <a:off x="2398284" y="3487113"/>
                <a:ext cx="4093909" cy="2462213"/>
                <a:chOff x="2398284" y="3487113"/>
                <a:chExt cx="4093909" cy="2462213"/>
              </a:xfrm>
            </p:grpSpPr>
            <p:pic>
              <p:nvPicPr>
                <p:cNvPr id="14" name="Imagen 13">
                  <a:extLst>
                    <a:ext uri="{FF2B5EF4-FFF2-40B4-BE49-F238E27FC236}">
                      <a16:creationId xmlns:a16="http://schemas.microsoft.com/office/drawing/2014/main" id="{6BD09796-69B4-42A9-ACB4-4614E139E3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33675" y="3487113"/>
                  <a:ext cx="3362325" cy="2462213"/>
                </a:xfrm>
                <a:prstGeom prst="rect">
                  <a:avLst/>
                </a:prstGeom>
              </p:spPr>
            </p:pic>
            <p:sp>
              <p:nvSpPr>
                <p:cNvPr id="15" name="Flecha: hacia la izquierda 14">
                  <a:extLst>
                    <a:ext uri="{FF2B5EF4-FFF2-40B4-BE49-F238E27FC236}">
                      <a16:creationId xmlns:a16="http://schemas.microsoft.com/office/drawing/2014/main" id="{46F002E8-4202-49BC-85CB-C224A2B91B3A}"/>
                    </a:ext>
                  </a:extLst>
                </p:cNvPr>
                <p:cNvSpPr/>
                <p:nvPr/>
              </p:nvSpPr>
              <p:spPr>
                <a:xfrm>
                  <a:off x="6003922" y="3826779"/>
                  <a:ext cx="488271" cy="182732"/>
                </a:xfrm>
                <a:prstGeom prst="leftArrow">
                  <a:avLst/>
                </a:prstGeom>
                <a:solidFill>
                  <a:srgbClr val="00206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16" name="Flecha: hacia la izquierda 15">
                  <a:extLst>
                    <a:ext uri="{FF2B5EF4-FFF2-40B4-BE49-F238E27FC236}">
                      <a16:creationId xmlns:a16="http://schemas.microsoft.com/office/drawing/2014/main" id="{A90D8F93-C0DF-4202-AEB6-9F8DEA24E972}"/>
                    </a:ext>
                  </a:extLst>
                </p:cNvPr>
                <p:cNvSpPr/>
                <p:nvPr/>
              </p:nvSpPr>
              <p:spPr>
                <a:xfrm rot="10800000">
                  <a:off x="2398284" y="4343163"/>
                  <a:ext cx="488271" cy="459656"/>
                </a:xfrm>
                <a:prstGeom prst="leftArrow">
                  <a:avLst/>
                </a:prstGeom>
                <a:solidFill>
                  <a:srgbClr val="002060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17" name="Rectángulo: esquinas redondeadas 16">
                  <a:extLst>
                    <a:ext uri="{FF2B5EF4-FFF2-40B4-BE49-F238E27FC236}">
                      <a16:creationId xmlns:a16="http://schemas.microsoft.com/office/drawing/2014/main" id="{029009A7-35EB-4B89-80F1-3BC34476984D}"/>
                    </a:ext>
                  </a:extLst>
                </p:cNvPr>
                <p:cNvSpPr/>
                <p:nvPr/>
              </p:nvSpPr>
              <p:spPr>
                <a:xfrm>
                  <a:off x="2886555" y="4154750"/>
                  <a:ext cx="238385" cy="1287262"/>
                </a:xfrm>
                <a:prstGeom prst="round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  <p:sp>
            <p:nvSpPr>
              <p:cNvPr id="19" name="Flecha: hacia la izquierda 18">
                <a:extLst>
                  <a:ext uri="{FF2B5EF4-FFF2-40B4-BE49-F238E27FC236}">
                    <a16:creationId xmlns:a16="http://schemas.microsoft.com/office/drawing/2014/main" id="{34438E19-295E-4AF8-963F-0211028E167A}"/>
                  </a:ext>
                </a:extLst>
              </p:cNvPr>
              <p:cNvSpPr/>
              <p:nvPr/>
            </p:nvSpPr>
            <p:spPr>
              <a:xfrm rot="10800000">
                <a:off x="3614355" y="5686457"/>
                <a:ext cx="488271" cy="236235"/>
              </a:xfrm>
              <a:prstGeom prst="leftArrow">
                <a:avLst/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20" name="Rectángulo: esquinas redondeadas 19">
                <a:extLst>
                  <a:ext uri="{FF2B5EF4-FFF2-40B4-BE49-F238E27FC236}">
                    <a16:creationId xmlns:a16="http://schemas.microsoft.com/office/drawing/2014/main" id="{38E8F107-DFF3-4D78-9EAE-716D9C275166}"/>
                  </a:ext>
                </a:extLst>
              </p:cNvPr>
              <p:cNvSpPr/>
              <p:nvPr/>
            </p:nvSpPr>
            <p:spPr>
              <a:xfrm>
                <a:off x="4084956" y="5686457"/>
                <a:ext cx="682353" cy="236236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cxnSp>
          <p:nvCxnSpPr>
            <p:cNvPr id="25" name="Conector: angular 24">
              <a:extLst>
                <a:ext uri="{FF2B5EF4-FFF2-40B4-BE49-F238E27FC236}">
                  <a16:creationId xmlns:a16="http://schemas.microsoft.com/office/drawing/2014/main" id="{50732F56-D7DA-4C34-92A0-3B759CCFC04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709539" y="3403578"/>
              <a:ext cx="1666691" cy="761413"/>
            </a:xfrm>
            <a:prstGeom prst="bentConnector3">
              <a:avLst>
                <a:gd name="adj1" fmla="val 100069"/>
              </a:avLst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Google Shape;98;p3">
            <a:extLst>
              <a:ext uri="{FF2B5EF4-FFF2-40B4-BE49-F238E27FC236}">
                <a16:creationId xmlns:a16="http://schemas.microsoft.com/office/drawing/2014/main" id="{1AB4F144-B132-4A7B-978A-AF9E95C1B5B6}"/>
              </a:ext>
            </a:extLst>
          </p:cNvPr>
          <p:cNvSpPr txBox="1"/>
          <p:nvPr/>
        </p:nvSpPr>
        <p:spPr>
          <a:xfrm>
            <a:off x="576878" y="3664576"/>
            <a:ext cx="4607681" cy="256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dirty="0">
                <a:solidFill>
                  <a:schemeClr val="dk1"/>
                </a:solidFill>
                <a:ea typeface="Calibri"/>
              </a:rPr>
              <a:t>Primero seleccione el botón “</a:t>
            </a:r>
            <a:r>
              <a:rPr lang="es-CO" sz="1600" b="1" dirty="0">
                <a:solidFill>
                  <a:schemeClr val="dk1"/>
                </a:solidFill>
                <a:ea typeface="Calibri"/>
              </a:rPr>
              <a:t>Agregar curso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”, se abrirá una ventana en la que deberá seleccionar el semestre al que pertenece el curso que desea agregar. De la lista resultante podrá seleccionar uno o más cursos. Por último seleccione el botón “</a:t>
            </a:r>
            <a:r>
              <a:rPr lang="es-CO" sz="1600" b="1" dirty="0">
                <a:solidFill>
                  <a:schemeClr val="dk1"/>
                </a:solidFill>
              </a:rPr>
              <a:t>Agregar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”.  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dirty="0">
                <a:solidFill>
                  <a:schemeClr val="dk1"/>
                </a:solidFill>
                <a:sym typeface="Calibri"/>
              </a:rPr>
              <a:t>Al cerrar esta ventana, el listado de calificaciones se actualizará mostrando el(los) curso(s) agregado(s).</a:t>
            </a:r>
            <a:endParaRPr sz="1600" dirty="0">
              <a:solidFill>
                <a:schemeClr val="dk1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3246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8;p3">
            <a:extLst>
              <a:ext uri="{FF2B5EF4-FFF2-40B4-BE49-F238E27FC236}">
                <a16:creationId xmlns:a16="http://schemas.microsoft.com/office/drawing/2014/main" id="{103AFFF4-3AD0-4D89-9277-0B939BF3FD8D}"/>
              </a:ext>
            </a:extLst>
          </p:cNvPr>
          <p:cNvSpPr txBox="1"/>
          <p:nvPr/>
        </p:nvSpPr>
        <p:spPr>
          <a:xfrm>
            <a:off x="435900" y="908674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curso</a:t>
            </a:r>
            <a:endParaRPr lang="es-CO"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98;p3">
            <a:extLst>
              <a:ext uri="{FF2B5EF4-FFF2-40B4-BE49-F238E27FC236}">
                <a16:creationId xmlns:a16="http://schemas.microsoft.com/office/drawing/2014/main" id="{1AB4F144-B132-4A7B-978A-AF9E95C1B5B6}"/>
              </a:ext>
            </a:extLst>
          </p:cNvPr>
          <p:cNvSpPr txBox="1"/>
          <p:nvPr/>
        </p:nvSpPr>
        <p:spPr>
          <a:xfrm>
            <a:off x="576878" y="3664576"/>
            <a:ext cx="4607681" cy="182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dirty="0">
                <a:solidFill>
                  <a:schemeClr val="dk1"/>
                </a:solidFill>
                <a:ea typeface="Calibri"/>
              </a:rPr>
              <a:t>Primero seleccione el botón “</a:t>
            </a:r>
            <a:r>
              <a:rPr lang="es-CO" sz="1600" b="1" dirty="0">
                <a:solidFill>
                  <a:schemeClr val="dk1"/>
                </a:solidFill>
                <a:ea typeface="Calibri"/>
              </a:rPr>
              <a:t>Eliminar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”, se abrirá una ventana en la que deberá confirmar que desea eliminar el registro, para hacerlo seleccione el botón “</a:t>
            </a:r>
            <a:r>
              <a:rPr lang="es-CO" sz="1600" b="1" dirty="0">
                <a:solidFill>
                  <a:schemeClr val="dk1"/>
                </a:solidFill>
              </a:rPr>
              <a:t>Si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”.  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dirty="0">
                <a:solidFill>
                  <a:schemeClr val="dk1"/>
                </a:solidFill>
                <a:sym typeface="Calibri"/>
              </a:rPr>
              <a:t>Al cerrar esta ventana, el listado de calificaciones se actualizará.</a:t>
            </a:r>
            <a:endParaRPr sz="1600" dirty="0">
              <a:solidFill>
                <a:schemeClr val="dk1"/>
              </a:solidFill>
              <a:sym typeface="Calibri"/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7923F9DB-A51A-419F-BCE1-DBF4496D4FC3}"/>
              </a:ext>
            </a:extLst>
          </p:cNvPr>
          <p:cNvGrpSpPr/>
          <p:nvPr/>
        </p:nvGrpSpPr>
        <p:grpSpPr>
          <a:xfrm>
            <a:off x="576878" y="2132525"/>
            <a:ext cx="9135639" cy="3645131"/>
            <a:chOff x="576878" y="2132525"/>
            <a:chExt cx="9135639" cy="3645131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839A8228-E07F-4E80-AFE0-E387844D3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5017" y="4129831"/>
              <a:ext cx="2857500" cy="1647825"/>
            </a:xfrm>
            <a:prstGeom prst="rect">
              <a:avLst/>
            </a:prstGeom>
          </p:spPr>
        </p:pic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F75E5AB7-FE6C-42A0-B317-EE036DE0E289}"/>
                </a:ext>
              </a:extLst>
            </p:cNvPr>
            <p:cNvGrpSpPr/>
            <p:nvPr/>
          </p:nvGrpSpPr>
          <p:grpSpPr>
            <a:xfrm>
              <a:off x="576878" y="2132525"/>
              <a:ext cx="9064101" cy="3522550"/>
              <a:chOff x="576878" y="2132525"/>
              <a:chExt cx="9064101" cy="3522550"/>
            </a:xfrm>
          </p:grpSpPr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64C77C08-A047-4937-901F-B6FB35627751}"/>
                  </a:ext>
                </a:extLst>
              </p:cNvPr>
              <p:cNvGrpSpPr/>
              <p:nvPr/>
            </p:nvGrpSpPr>
            <p:grpSpPr>
              <a:xfrm>
                <a:off x="576878" y="2132525"/>
                <a:ext cx="9064101" cy="3522550"/>
                <a:chOff x="576878" y="2212427"/>
                <a:chExt cx="9064101" cy="3522550"/>
              </a:xfrm>
            </p:grpSpPr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EBDA47D9-C44D-4654-A2C7-F341A9D7A685}"/>
                    </a:ext>
                  </a:extLst>
                </p:cNvPr>
                <p:cNvGrpSpPr/>
                <p:nvPr/>
              </p:nvGrpSpPr>
              <p:grpSpPr>
                <a:xfrm>
                  <a:off x="576878" y="2212427"/>
                  <a:ext cx="9064101" cy="1270987"/>
                  <a:chOff x="1349406" y="2985470"/>
                  <a:chExt cx="9064101" cy="1270987"/>
                </a:xfrm>
              </p:grpSpPr>
              <p:grpSp>
                <p:nvGrpSpPr>
                  <p:cNvPr id="9" name="Grupo 8">
                    <a:extLst>
                      <a:ext uri="{FF2B5EF4-FFF2-40B4-BE49-F238E27FC236}">
                        <a16:creationId xmlns:a16="http://schemas.microsoft.com/office/drawing/2014/main" id="{DA472D36-367D-47E9-AA8C-FC829A2EB08B}"/>
                      </a:ext>
                    </a:extLst>
                  </p:cNvPr>
                  <p:cNvGrpSpPr/>
                  <p:nvPr/>
                </p:nvGrpSpPr>
                <p:grpSpPr>
                  <a:xfrm>
                    <a:off x="1349406" y="2985470"/>
                    <a:ext cx="9064101" cy="1270987"/>
                    <a:chOff x="1349406" y="2985470"/>
                    <a:chExt cx="9064101" cy="1270987"/>
                  </a:xfrm>
                </p:grpSpPr>
                <p:grpSp>
                  <p:nvGrpSpPr>
                    <p:cNvPr id="7" name="Grupo 6">
                      <a:extLst>
                        <a:ext uri="{FF2B5EF4-FFF2-40B4-BE49-F238E27FC236}">
                          <a16:creationId xmlns:a16="http://schemas.microsoft.com/office/drawing/2014/main" id="{85816CC3-379A-44E8-AA41-D77768AF0E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49406" y="2985470"/>
                      <a:ext cx="9064101" cy="1270987"/>
                      <a:chOff x="1349406" y="2985470"/>
                      <a:chExt cx="9064101" cy="1270987"/>
                    </a:xfrm>
                  </p:grpSpPr>
                  <p:pic>
                    <p:nvPicPr>
                      <p:cNvPr id="5" name="Imagen 4">
                        <a:extLst>
                          <a:ext uri="{FF2B5EF4-FFF2-40B4-BE49-F238E27FC236}">
                            <a16:creationId xmlns:a16="http://schemas.microsoft.com/office/drawing/2014/main" id="{2F55F5BB-5564-432D-BDDD-7DDEFE616E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3"/>
                      <a:srcRect l="437" t="1834" r="25218" b="62110"/>
                      <a:stretch/>
                    </p:blipFill>
                    <p:spPr>
                      <a:xfrm>
                        <a:off x="1349406" y="2985470"/>
                        <a:ext cx="9064101" cy="1270987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6" name="Rectángulo 5">
                        <a:extLst>
                          <a:ext uri="{FF2B5EF4-FFF2-40B4-BE49-F238E27FC236}">
                            <a16:creationId xmlns:a16="http://schemas.microsoft.com/office/drawing/2014/main" id="{F26EC0D8-45D2-426E-A73B-FEB15C5534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47063" y="3363142"/>
                        <a:ext cx="5051396" cy="30739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CO" dirty="0"/>
                          <a:t>00</a:t>
                        </a:r>
                      </a:p>
                    </p:txBody>
                  </p:sp>
                </p:grpSp>
                <p:sp>
                  <p:nvSpPr>
                    <p:cNvPr id="8" name="Rectángulo 7">
                      <a:extLst>
                        <a:ext uri="{FF2B5EF4-FFF2-40B4-BE49-F238E27FC236}">
                          <a16:creationId xmlns:a16="http://schemas.microsoft.com/office/drawing/2014/main" id="{F6716DE4-F24E-4036-BF06-09170A4F9E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9071" y="2985470"/>
                      <a:ext cx="2803861" cy="30739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CO" dirty="0"/>
                        <a:t>00</a:t>
                      </a:r>
                    </a:p>
                  </p:txBody>
                </p:sp>
              </p:grpSp>
              <p:sp>
                <p:nvSpPr>
                  <p:cNvPr id="10" name="Flecha: hacia la izquierda 9">
                    <a:extLst>
                      <a:ext uri="{FF2B5EF4-FFF2-40B4-BE49-F238E27FC236}">
                        <a16:creationId xmlns:a16="http://schemas.microsoft.com/office/drawing/2014/main" id="{0A61F53E-5A7C-439F-89D3-92A2CB894233}"/>
                      </a:ext>
                    </a:extLst>
                  </p:cNvPr>
                  <p:cNvSpPr/>
                  <p:nvPr/>
                </p:nvSpPr>
                <p:spPr>
                  <a:xfrm>
                    <a:off x="2075895" y="3872128"/>
                    <a:ext cx="488271" cy="182732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</p:grpSp>
            <p:grpSp>
              <p:nvGrpSpPr>
                <p:cNvPr id="21" name="Grupo 20">
                  <a:extLst>
                    <a:ext uri="{FF2B5EF4-FFF2-40B4-BE49-F238E27FC236}">
                      <a16:creationId xmlns:a16="http://schemas.microsoft.com/office/drawing/2014/main" id="{41318366-7CE7-4D8D-82D5-59C7506FE5FF}"/>
                    </a:ext>
                  </a:extLst>
                </p:cNvPr>
                <p:cNvGrpSpPr/>
                <p:nvPr/>
              </p:nvGrpSpPr>
              <p:grpSpPr>
                <a:xfrm>
                  <a:off x="8051700" y="5331350"/>
                  <a:ext cx="1074544" cy="403627"/>
                  <a:chOff x="3038780" y="5331350"/>
                  <a:chExt cx="1074544" cy="403627"/>
                </a:xfrm>
              </p:grpSpPr>
              <p:sp>
                <p:nvSpPr>
                  <p:cNvPr id="19" name="Flecha: hacia la izquierda 18">
                    <a:extLst>
                      <a:ext uri="{FF2B5EF4-FFF2-40B4-BE49-F238E27FC236}">
                        <a16:creationId xmlns:a16="http://schemas.microsoft.com/office/drawing/2014/main" id="{34438E19-295E-4AF8-963F-0211028E167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038780" y="5415045"/>
                    <a:ext cx="488271" cy="236235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  <p:sp>
                <p:nvSpPr>
                  <p:cNvPr id="20" name="Rectángulo: esquinas redondeadas 19">
                    <a:extLst>
                      <a:ext uri="{FF2B5EF4-FFF2-40B4-BE49-F238E27FC236}">
                        <a16:creationId xmlns:a16="http://schemas.microsoft.com/office/drawing/2014/main" id="{38E8F107-DFF3-4D78-9EAE-716D9C275166}"/>
                      </a:ext>
                    </a:extLst>
                  </p:cNvPr>
                  <p:cNvSpPr/>
                  <p:nvPr/>
                </p:nvSpPr>
                <p:spPr>
                  <a:xfrm>
                    <a:off x="3625053" y="5331350"/>
                    <a:ext cx="488271" cy="403627"/>
                  </a:xfrm>
                  <a:prstGeom prst="round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</p:grpSp>
            <p:cxnSp>
              <p:nvCxnSpPr>
                <p:cNvPr id="25" name="Conector: angular 24">
                  <a:extLst>
                    <a:ext uri="{FF2B5EF4-FFF2-40B4-BE49-F238E27FC236}">
                      <a16:creationId xmlns:a16="http://schemas.microsoft.com/office/drawing/2014/main" id="{50732F56-D7DA-4C34-92A0-3B759CCFC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6543" y="3190451"/>
                  <a:ext cx="4907047" cy="1427179"/>
                </a:xfrm>
                <a:prstGeom prst="bentConnector3">
                  <a:avLst>
                    <a:gd name="adj1" fmla="val 71710"/>
                  </a:avLst>
                </a:prstGeom>
                <a:ln w="762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51E041F1-2513-4845-8F7B-EFD15D78AF2E}"/>
                  </a:ext>
                </a:extLst>
              </p:cNvPr>
              <p:cNvSpPr/>
              <p:nvPr/>
            </p:nvSpPr>
            <p:spPr>
              <a:xfrm>
                <a:off x="4173566" y="2487034"/>
                <a:ext cx="2803861" cy="3073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00</a:t>
                </a:r>
              </a:p>
            </p:txBody>
          </p:sp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5CAA5F16-C32D-4EB1-8A3A-01E4D4752AFF}"/>
                  </a:ext>
                </a:extLst>
              </p:cNvPr>
              <p:cNvSpPr/>
              <p:nvPr/>
            </p:nvSpPr>
            <p:spPr>
              <a:xfrm>
                <a:off x="941406" y="3045665"/>
                <a:ext cx="221569" cy="3073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00</a:t>
                </a:r>
              </a:p>
            </p:txBody>
          </p: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72F9F93C-DC33-4929-9E0A-8B83B7140B92}"/>
                  </a:ext>
                </a:extLst>
              </p:cNvPr>
              <p:cNvSpPr/>
              <p:nvPr/>
            </p:nvSpPr>
            <p:spPr>
              <a:xfrm>
                <a:off x="941406" y="3243713"/>
                <a:ext cx="388195" cy="111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164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8;p3">
            <a:extLst>
              <a:ext uri="{FF2B5EF4-FFF2-40B4-BE49-F238E27FC236}">
                <a16:creationId xmlns:a16="http://schemas.microsoft.com/office/drawing/2014/main" id="{103AFFF4-3AD0-4D89-9277-0B939BF3FD8D}"/>
              </a:ext>
            </a:extLst>
          </p:cNvPr>
          <p:cNvSpPr txBox="1"/>
          <p:nvPr/>
        </p:nvSpPr>
        <p:spPr>
          <a:xfrm>
            <a:off x="435900" y="908674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 (Habilitación) </a:t>
            </a:r>
            <a:endParaRPr lang="es-CO"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98;p3">
            <a:extLst>
              <a:ext uri="{FF2B5EF4-FFF2-40B4-BE49-F238E27FC236}">
                <a16:creationId xmlns:a16="http://schemas.microsoft.com/office/drawing/2014/main" id="{1AB4F144-B132-4A7B-978A-AF9E95C1B5B6}"/>
              </a:ext>
            </a:extLst>
          </p:cNvPr>
          <p:cNvSpPr txBox="1"/>
          <p:nvPr/>
        </p:nvSpPr>
        <p:spPr>
          <a:xfrm>
            <a:off x="576878" y="3664576"/>
            <a:ext cx="5781351" cy="223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dirty="0">
                <a:solidFill>
                  <a:schemeClr val="dk1"/>
                </a:solidFill>
                <a:ea typeface="Calibri"/>
              </a:rPr>
              <a:t>Primero seleccione el botón “</a:t>
            </a:r>
            <a:r>
              <a:rPr lang="es-CO" b="1" dirty="0">
                <a:solidFill>
                  <a:schemeClr val="dk1"/>
                </a:solidFill>
                <a:ea typeface="Calibri"/>
              </a:rPr>
              <a:t>HA</a:t>
            </a:r>
            <a:r>
              <a:rPr lang="es-CO" dirty="0">
                <a:solidFill>
                  <a:schemeClr val="dk1"/>
                </a:solidFill>
                <a:ea typeface="Calibri"/>
              </a:rPr>
              <a:t>”, se abrirá una ventana en la que deberá confirmar que desea eliminar el registro, para hacerlo seleccione el botón “</a:t>
            </a:r>
            <a:r>
              <a:rPr lang="es-CO" b="1" dirty="0">
                <a:solidFill>
                  <a:schemeClr val="dk1"/>
                </a:solidFill>
              </a:rPr>
              <a:t>Si</a:t>
            </a:r>
            <a:r>
              <a:rPr lang="es-CO" dirty="0">
                <a:solidFill>
                  <a:schemeClr val="dk1"/>
                </a:solidFill>
                <a:ea typeface="Calibri"/>
              </a:rPr>
              <a:t>”.  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dirty="0">
                <a:solidFill>
                  <a:schemeClr val="dk1"/>
                </a:solidFill>
                <a:sym typeface="Calibri"/>
              </a:rPr>
              <a:t>Al cerrar esta ventana, el listado de calificaciones se actualizará.</a:t>
            </a: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s-CO" dirty="0">
              <a:solidFill>
                <a:schemeClr val="dk1"/>
              </a:solidFill>
              <a:sym typeface="Calibri"/>
            </a:endParaRP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200" b="1" u="sng" dirty="0">
                <a:solidFill>
                  <a:schemeClr val="dk1"/>
                </a:solidFill>
                <a:sym typeface="Calibri"/>
              </a:rPr>
              <a:t>Nota: </a:t>
            </a:r>
            <a:r>
              <a:rPr lang="es-CO" sz="1200" u="sng" dirty="0">
                <a:solidFill>
                  <a:schemeClr val="dk1"/>
                </a:solidFill>
                <a:sym typeface="Calibri"/>
              </a:rPr>
              <a:t>para crear una autorización el sistema validará que cumpla con los criterios de mínimo y máximo de calificaciones, así como el número de autorizaciones que posea el estudiante para el mismo periodo.</a:t>
            </a:r>
            <a:endParaRPr sz="1200" u="sng" dirty="0">
              <a:solidFill>
                <a:schemeClr val="dk1"/>
              </a:solidFill>
              <a:sym typeface="Calibri"/>
            </a:endParaRP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6AAAA8B9-7DE5-4DDC-A51C-D0A0D588F7F7}"/>
              </a:ext>
            </a:extLst>
          </p:cNvPr>
          <p:cNvGrpSpPr/>
          <p:nvPr/>
        </p:nvGrpSpPr>
        <p:grpSpPr>
          <a:xfrm>
            <a:off x="705604" y="1869325"/>
            <a:ext cx="10276074" cy="3882042"/>
            <a:chOff x="705604" y="1869325"/>
            <a:chExt cx="10276074" cy="3882042"/>
          </a:xfrm>
        </p:grpSpPr>
        <p:pic>
          <p:nvPicPr>
            <p:cNvPr id="49" name="Imagen 48">
              <a:extLst>
                <a:ext uri="{FF2B5EF4-FFF2-40B4-BE49-F238E27FC236}">
                  <a16:creationId xmlns:a16="http://schemas.microsoft.com/office/drawing/2014/main" id="{7D74C261-7253-4BF1-A449-A7AFBD68D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2145" y="3664576"/>
              <a:ext cx="3299533" cy="2086791"/>
            </a:xfrm>
            <a:prstGeom prst="rect">
              <a:avLst/>
            </a:prstGeom>
          </p:spPr>
        </p:pic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1D447E6B-386A-45B9-A810-B9D91A0BE5E4}"/>
                </a:ext>
              </a:extLst>
            </p:cNvPr>
            <p:cNvGrpSpPr/>
            <p:nvPr/>
          </p:nvGrpSpPr>
          <p:grpSpPr>
            <a:xfrm>
              <a:off x="705604" y="1869325"/>
              <a:ext cx="9572533" cy="3750240"/>
              <a:chOff x="705604" y="1869325"/>
              <a:chExt cx="9572533" cy="3750240"/>
            </a:xfrm>
          </p:grpSpPr>
          <p:grpSp>
            <p:nvGrpSpPr>
              <p:cNvPr id="45" name="Grupo 44">
                <a:extLst>
                  <a:ext uri="{FF2B5EF4-FFF2-40B4-BE49-F238E27FC236}">
                    <a16:creationId xmlns:a16="http://schemas.microsoft.com/office/drawing/2014/main" id="{AB8F0860-F37A-4AC2-9039-E25AF5622C11}"/>
                  </a:ext>
                </a:extLst>
              </p:cNvPr>
              <p:cNvGrpSpPr/>
              <p:nvPr/>
            </p:nvGrpSpPr>
            <p:grpSpPr>
              <a:xfrm>
                <a:off x="705604" y="1869325"/>
                <a:ext cx="8229600" cy="1502065"/>
                <a:chOff x="435900" y="1847433"/>
                <a:chExt cx="8229600" cy="1502065"/>
              </a:xfrm>
            </p:grpSpPr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999EB72D-5B3E-4A6D-B7A1-A491FD90977F}"/>
                    </a:ext>
                  </a:extLst>
                </p:cNvPr>
                <p:cNvGrpSpPr/>
                <p:nvPr/>
              </p:nvGrpSpPr>
              <p:grpSpPr>
                <a:xfrm>
                  <a:off x="435900" y="1847433"/>
                  <a:ext cx="8229600" cy="1500757"/>
                  <a:chOff x="435900" y="1847433"/>
                  <a:chExt cx="8229600" cy="1500757"/>
                </a:xfrm>
              </p:grpSpPr>
              <p:grpSp>
                <p:nvGrpSpPr>
                  <p:cNvPr id="16" name="Grupo 15">
                    <a:extLst>
                      <a:ext uri="{FF2B5EF4-FFF2-40B4-BE49-F238E27FC236}">
                        <a16:creationId xmlns:a16="http://schemas.microsoft.com/office/drawing/2014/main" id="{498EAF60-FBCC-4F89-AB98-7C5FB7FFD72D}"/>
                      </a:ext>
                    </a:extLst>
                  </p:cNvPr>
                  <p:cNvGrpSpPr/>
                  <p:nvPr/>
                </p:nvGrpSpPr>
                <p:grpSpPr>
                  <a:xfrm>
                    <a:off x="435900" y="1847433"/>
                    <a:ext cx="8229600" cy="1491816"/>
                    <a:chOff x="435900" y="1847433"/>
                    <a:chExt cx="8229600" cy="1491816"/>
                  </a:xfrm>
                </p:grpSpPr>
                <p:grpSp>
                  <p:nvGrpSpPr>
                    <p:cNvPr id="15" name="Grupo 14">
                      <a:extLst>
                        <a:ext uri="{FF2B5EF4-FFF2-40B4-BE49-F238E27FC236}">
                          <a16:creationId xmlns:a16="http://schemas.microsoft.com/office/drawing/2014/main" id="{186620A3-1F2A-43EB-B9A2-E2F1ED134F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5900" y="1847433"/>
                      <a:ext cx="8229600" cy="1491816"/>
                      <a:chOff x="435900" y="1847433"/>
                      <a:chExt cx="8229600" cy="1491816"/>
                    </a:xfrm>
                  </p:grpSpPr>
                  <p:grpSp>
                    <p:nvGrpSpPr>
                      <p:cNvPr id="14" name="Grupo 13">
                        <a:extLst>
                          <a:ext uri="{FF2B5EF4-FFF2-40B4-BE49-F238E27FC236}">
                            <a16:creationId xmlns:a16="http://schemas.microsoft.com/office/drawing/2014/main" id="{0B679D05-5B85-473C-B8DA-C03D9A9101A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35900" y="1847433"/>
                        <a:ext cx="8229600" cy="1491816"/>
                        <a:chOff x="435900" y="1847433"/>
                        <a:chExt cx="8229600" cy="1491816"/>
                      </a:xfrm>
                    </p:grpSpPr>
                    <p:pic>
                      <p:nvPicPr>
                        <p:cNvPr id="12" name="Imagen 11">
                          <a:extLst>
                            <a:ext uri="{FF2B5EF4-FFF2-40B4-BE49-F238E27FC236}">
                              <a16:creationId xmlns:a16="http://schemas.microsoft.com/office/drawing/2014/main" id="{366D93EE-339B-462D-8A88-7833355F544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4"/>
                        <a:srcRect b="5927"/>
                        <a:stretch/>
                      </p:blipFill>
                      <p:spPr>
                        <a:xfrm>
                          <a:off x="435900" y="1847433"/>
                          <a:ext cx="8229600" cy="1491816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13" name="Rectángulo 12">
                          <a:extLst>
                            <a:ext uri="{FF2B5EF4-FFF2-40B4-BE49-F238E27FC236}">
                              <a16:creationId xmlns:a16="http://schemas.microsoft.com/office/drawing/2014/main" id="{B5D0B535-B01E-4D6E-B8CF-6D0C339769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79585" y="2907630"/>
                          <a:ext cx="523782" cy="20291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CO" dirty="0"/>
                        </a:p>
                      </p:txBody>
                    </p:sp>
                    <p:sp>
                      <p:nvSpPr>
                        <p:cNvPr id="30" name="Rectángulo 29">
                          <a:extLst>
                            <a:ext uri="{FF2B5EF4-FFF2-40B4-BE49-F238E27FC236}">
                              <a16:creationId xmlns:a16="http://schemas.microsoft.com/office/drawing/2014/main" id="{B1539588-223A-407C-BADD-16B9A88140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6778" y="3111257"/>
                          <a:ext cx="347535" cy="18273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CO" dirty="0"/>
                        </a:p>
                      </p:txBody>
                    </p:sp>
                  </p:grpSp>
                  <p:sp>
                    <p:nvSpPr>
                      <p:cNvPr id="31" name="Rectángulo 30">
                        <a:extLst>
                          <a:ext uri="{FF2B5EF4-FFF2-40B4-BE49-F238E27FC236}">
                            <a16:creationId xmlns:a16="http://schemas.microsoft.com/office/drawing/2014/main" id="{92A3C0D1-AF29-41C4-9E49-14D51D0A64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2919" y="2269482"/>
                        <a:ext cx="7287185" cy="31545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CO"/>
                      </a:p>
                    </p:txBody>
                  </p:sp>
                </p:grpSp>
                <p:sp>
                  <p:nvSpPr>
                    <p:cNvPr id="33" name="Rectángulo 32">
                      <a:extLst>
                        <a:ext uri="{FF2B5EF4-FFF2-40B4-BE49-F238E27FC236}">
                          <a16:creationId xmlns:a16="http://schemas.microsoft.com/office/drawing/2014/main" id="{E0528642-5AFB-4111-8A59-44B0B30A68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82339" y="1907606"/>
                      <a:ext cx="3359674" cy="31545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/>
                    </a:p>
                  </p:txBody>
                </p:sp>
              </p:grpSp>
              <p:pic>
                <p:nvPicPr>
                  <p:cNvPr id="36" name="Imagen 35">
                    <a:extLst>
                      <a:ext uri="{FF2B5EF4-FFF2-40B4-BE49-F238E27FC236}">
                        <a16:creationId xmlns:a16="http://schemas.microsoft.com/office/drawing/2014/main" id="{EDE94CBD-EE6B-42BE-8846-50CF7CC2D7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238615" y="2863428"/>
                    <a:ext cx="366371" cy="484762"/>
                  </a:xfrm>
                  <a:prstGeom prst="rect">
                    <a:avLst/>
                  </a:prstGeom>
                </p:spPr>
              </p:pic>
              <p:pic>
                <p:nvPicPr>
                  <p:cNvPr id="37" name="Imagen 36">
                    <a:extLst>
                      <a:ext uri="{FF2B5EF4-FFF2-40B4-BE49-F238E27FC236}">
                        <a16:creationId xmlns:a16="http://schemas.microsoft.com/office/drawing/2014/main" id="{C5ABB026-AC89-4D54-B0D4-90F648764D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680709" y="2863364"/>
                    <a:ext cx="366371" cy="484762"/>
                  </a:xfrm>
                  <a:prstGeom prst="rect">
                    <a:avLst/>
                  </a:prstGeom>
                </p:spPr>
              </p:pic>
              <p:pic>
                <p:nvPicPr>
                  <p:cNvPr id="38" name="Imagen 37">
                    <a:extLst>
                      <a:ext uri="{FF2B5EF4-FFF2-40B4-BE49-F238E27FC236}">
                        <a16:creationId xmlns:a16="http://schemas.microsoft.com/office/drawing/2014/main" id="{C6FFFB5D-8C68-46E4-8770-44474FD1B7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112155" y="2863428"/>
                    <a:ext cx="366371" cy="484762"/>
                  </a:xfrm>
                  <a:prstGeom prst="rect">
                    <a:avLst/>
                  </a:prstGeom>
                </p:spPr>
              </p:pic>
              <p:pic>
                <p:nvPicPr>
                  <p:cNvPr id="39" name="Imagen 38">
                    <a:extLst>
                      <a:ext uri="{FF2B5EF4-FFF2-40B4-BE49-F238E27FC236}">
                        <a16:creationId xmlns:a16="http://schemas.microsoft.com/office/drawing/2014/main" id="{25B1493F-93A2-4E4C-9C22-B6CAF86591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587049" y="2863428"/>
                    <a:ext cx="366371" cy="48476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2" name="Imagen 41">
                  <a:extLst>
                    <a:ext uri="{FF2B5EF4-FFF2-40B4-BE49-F238E27FC236}">
                      <a16:creationId xmlns:a16="http://schemas.microsoft.com/office/drawing/2014/main" id="{941B0FEC-7E1C-4CEC-8974-7230FDD69F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81693" y="2863428"/>
                  <a:ext cx="121191" cy="484762"/>
                </a:xfrm>
                <a:prstGeom prst="rect">
                  <a:avLst/>
                </a:prstGeom>
              </p:spPr>
            </p:pic>
            <p:pic>
              <p:nvPicPr>
                <p:cNvPr id="43" name="Imagen 42">
                  <a:extLst>
                    <a:ext uri="{FF2B5EF4-FFF2-40B4-BE49-F238E27FC236}">
                      <a16:creationId xmlns:a16="http://schemas.microsoft.com/office/drawing/2014/main" id="{52AE5FC8-2CD2-4535-9860-754282A34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25534" y="2864736"/>
                  <a:ext cx="121191" cy="484762"/>
                </a:xfrm>
                <a:prstGeom prst="rect">
                  <a:avLst/>
                </a:prstGeom>
              </p:spPr>
            </p:pic>
            <p:pic>
              <p:nvPicPr>
                <p:cNvPr id="44" name="Imagen 43">
                  <a:extLst>
                    <a:ext uri="{FF2B5EF4-FFF2-40B4-BE49-F238E27FC236}">
                      <a16:creationId xmlns:a16="http://schemas.microsoft.com/office/drawing/2014/main" id="{CA424808-C597-4BE0-BDEC-EB5247BDCA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69375" y="2863428"/>
                  <a:ext cx="121191" cy="484762"/>
                </a:xfrm>
                <a:prstGeom prst="rect">
                  <a:avLst/>
                </a:prstGeom>
              </p:spPr>
            </p:pic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64C77C08-A047-4937-901F-B6FB35627751}"/>
                  </a:ext>
                </a:extLst>
              </p:cNvPr>
              <p:cNvGrpSpPr/>
              <p:nvPr/>
            </p:nvGrpSpPr>
            <p:grpSpPr>
              <a:xfrm>
                <a:off x="707594" y="2132525"/>
                <a:ext cx="9570543" cy="3487040"/>
                <a:chOff x="707594" y="2212427"/>
                <a:chExt cx="9570543" cy="3487040"/>
              </a:xfrm>
            </p:grpSpPr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EBDA47D9-C44D-4654-A2C7-F341A9D7A685}"/>
                    </a:ext>
                  </a:extLst>
                </p:cNvPr>
                <p:cNvGrpSpPr/>
                <p:nvPr/>
              </p:nvGrpSpPr>
              <p:grpSpPr>
                <a:xfrm>
                  <a:off x="707594" y="2212427"/>
                  <a:ext cx="4112810" cy="1183356"/>
                  <a:chOff x="1480122" y="2985470"/>
                  <a:chExt cx="4112810" cy="1183356"/>
                </a:xfrm>
              </p:grpSpPr>
              <p:sp>
                <p:nvSpPr>
                  <p:cNvPr id="8" name="Rectángulo 7">
                    <a:extLst>
                      <a:ext uri="{FF2B5EF4-FFF2-40B4-BE49-F238E27FC236}">
                        <a16:creationId xmlns:a16="http://schemas.microsoft.com/office/drawing/2014/main" id="{F6716DE4-F24E-4036-BF06-09170A4F9EA6}"/>
                      </a:ext>
                    </a:extLst>
                  </p:cNvPr>
                  <p:cNvSpPr/>
                  <p:nvPr/>
                </p:nvSpPr>
                <p:spPr>
                  <a:xfrm>
                    <a:off x="2789071" y="2985470"/>
                    <a:ext cx="2803861" cy="30739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CO" dirty="0"/>
                      <a:t>00</a:t>
                    </a:r>
                  </a:p>
                </p:txBody>
              </p:sp>
              <p:sp>
                <p:nvSpPr>
                  <p:cNvPr id="10" name="Flecha: hacia la izquierda 9">
                    <a:extLst>
                      <a:ext uri="{FF2B5EF4-FFF2-40B4-BE49-F238E27FC236}">
                        <a16:creationId xmlns:a16="http://schemas.microsoft.com/office/drawing/2014/main" id="{0A61F53E-5A7C-439F-89D3-92A2CB89423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480122" y="3986094"/>
                    <a:ext cx="488271" cy="182732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</p:grpSp>
            <p:grpSp>
              <p:nvGrpSpPr>
                <p:cNvPr id="21" name="Grupo 20">
                  <a:extLst>
                    <a:ext uri="{FF2B5EF4-FFF2-40B4-BE49-F238E27FC236}">
                      <a16:creationId xmlns:a16="http://schemas.microsoft.com/office/drawing/2014/main" id="{41318366-7CE7-4D8D-82D5-59C7506FE5FF}"/>
                    </a:ext>
                  </a:extLst>
                </p:cNvPr>
                <p:cNvGrpSpPr/>
                <p:nvPr/>
              </p:nvGrpSpPr>
              <p:grpSpPr>
                <a:xfrm>
                  <a:off x="9174420" y="5250648"/>
                  <a:ext cx="1103717" cy="448819"/>
                  <a:chOff x="4161500" y="5250648"/>
                  <a:chExt cx="1103717" cy="448819"/>
                </a:xfrm>
              </p:grpSpPr>
              <p:sp>
                <p:nvSpPr>
                  <p:cNvPr id="19" name="Flecha: hacia la izquierda 18">
                    <a:extLst>
                      <a:ext uri="{FF2B5EF4-FFF2-40B4-BE49-F238E27FC236}">
                        <a16:creationId xmlns:a16="http://schemas.microsoft.com/office/drawing/2014/main" id="{34438E19-295E-4AF8-963F-0211028E167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161500" y="5334343"/>
                    <a:ext cx="488271" cy="365124"/>
                  </a:xfrm>
                  <a:prstGeom prst="leftArrow">
                    <a:avLst/>
                  </a:prstGeom>
                  <a:solidFill>
                    <a:srgbClr val="00206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  <p:sp>
                <p:nvSpPr>
                  <p:cNvPr id="20" name="Rectángulo: esquinas redondeadas 19">
                    <a:extLst>
                      <a:ext uri="{FF2B5EF4-FFF2-40B4-BE49-F238E27FC236}">
                        <a16:creationId xmlns:a16="http://schemas.microsoft.com/office/drawing/2014/main" id="{38E8F107-DFF3-4D78-9EAE-716D9C275166}"/>
                      </a:ext>
                    </a:extLst>
                  </p:cNvPr>
                  <p:cNvSpPr/>
                  <p:nvPr/>
                </p:nvSpPr>
                <p:spPr>
                  <a:xfrm>
                    <a:off x="4771523" y="5250648"/>
                    <a:ext cx="493694" cy="448819"/>
                  </a:xfrm>
                  <a:prstGeom prst="round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 dirty="0"/>
                  </a:p>
                </p:txBody>
              </p:sp>
            </p:grpSp>
            <p:cxnSp>
              <p:nvCxnSpPr>
                <p:cNvPr id="25" name="Conector: angular 24">
                  <a:extLst>
                    <a:ext uri="{FF2B5EF4-FFF2-40B4-BE49-F238E27FC236}">
                      <a16:creationId xmlns:a16="http://schemas.microsoft.com/office/drawing/2014/main" id="{50732F56-D7DA-4C34-92A0-3B759CCFC0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522558" y="3378562"/>
                  <a:ext cx="900141" cy="1038563"/>
                </a:xfrm>
                <a:prstGeom prst="bentConnector2">
                  <a:avLst/>
                </a:prstGeom>
                <a:ln w="762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42956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336587F5-BF68-4871-946D-7F9BEBD538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DDABF0-2617-4ACA-9A30-6BB8DB54EE49}"/>
</file>

<file path=customXml/itemProps3.xml><?xml version="1.0" encoding="utf-8"?>
<ds:datastoreItem xmlns:ds="http://schemas.openxmlformats.org/officeDocument/2006/customXml" ds:itemID="{1804404B-693D-4974-BAEA-561B84E0936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d5c1a6a5-0428-459c-81cd-cf402d4ff623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368</Words>
  <Application>Microsoft Office PowerPoint</Application>
  <PresentationFormat>Panorámica</PresentationFormat>
  <Paragraphs>31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ANDREA PATRICIA PASTORI ROJAS</cp:lastModifiedBy>
  <cp:revision>22</cp:revision>
  <dcterms:created xsi:type="dcterms:W3CDTF">2021-08-30T16:06:06Z</dcterms:created>
  <dcterms:modified xsi:type="dcterms:W3CDTF">2022-04-25T20:56:32Z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