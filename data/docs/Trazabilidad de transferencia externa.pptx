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9" r:id="rId2"/>
    <p:sldId id="265" r:id="rId3"/>
    <p:sldId id="266" r:id="rId4"/>
    <p:sldId id="268" r:id="rId5"/>
    <p:sldId id="267" r:id="rId6"/>
    <p:sldId id="269" r:id="rId7"/>
    <p:sldId id="276" r:id="rId8"/>
    <p:sldId id="270" r:id="rId9"/>
    <p:sldId id="271" r:id="rId10"/>
    <p:sldId id="272" r:id="rId11"/>
    <p:sldId id="273" r:id="rId12"/>
    <p:sldId id="274" r:id="rId13"/>
    <p:sldId id="275" r:id="rId14"/>
    <p:sldId id="277" r:id="rId15"/>
    <p:sldId id="278" r:id="rId16"/>
    <p:sldId id="279" r:id="rId17"/>
    <p:sldId id="280" r:id="rId18"/>
    <p:sldId id="281" r:id="rId19"/>
    <p:sldId id="282" r:id="rId20"/>
    <p:sldId id="283" r:id="rId21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05/07/2018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05/07/2018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05/07/2018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05/07/2018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05/07/2018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05/07/2018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05/07/2018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05/07/2018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05/07/2018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05/07/2018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05/07/2018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05/07/2018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05/07/2018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LA TRAZABILIDAD DE TRANSFERENCIAS EXTERNAS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13" y="1761647"/>
            <a:ext cx="8425140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«Transferencia Externa»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25586" y="1621608"/>
            <a:ext cx="700088" cy="2756492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986108" y="3936319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59026" y="3104835"/>
            <a:ext cx="8905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 smtClean="0"/>
              <a:t>Inscritos</a:t>
            </a:r>
            <a:endParaRPr lang="es-CO" sz="3600" b="1" dirty="0"/>
          </a:p>
        </p:txBody>
      </p:sp>
    </p:spTree>
    <p:extLst>
      <p:ext uri="{BB962C8B-B14F-4D97-AF65-F5344CB8AC3E}">
        <p14:creationId xmlns:p14="http://schemas.microsoft.com/office/powerpoint/2010/main" val="314935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69" y="1798937"/>
            <a:ext cx="8425140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59634" y="769137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Inscritos - Trazabilidad Transferencia Externa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85311" y="1136419"/>
            <a:ext cx="8934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 smtClean="0"/>
              <a:t>Para consular los inscritos de transferencia externa, deberá seleccionar la sede y luego ubicarse en la pestaña «Inscritos» y completar los filtros de búsqueda: año, periodo, nivel y programa, posteriormente presionar el botón «Buscar».</a:t>
            </a:r>
            <a:endParaRPr lang="es-CO" sz="14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28750" y="1704082"/>
            <a:ext cx="0" cy="107887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14 Rectángulo redondeado"/>
          <p:cNvSpPr/>
          <p:nvPr/>
        </p:nvSpPr>
        <p:spPr>
          <a:xfrm>
            <a:off x="440124" y="2782957"/>
            <a:ext cx="7401850" cy="1709530"/>
          </a:xfrm>
          <a:prstGeom prst="roundRect">
            <a:avLst>
              <a:gd name="adj" fmla="val 699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9786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12" y="1786603"/>
            <a:ext cx="8450173" cy="41632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Estado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209550" y="1166236"/>
            <a:ext cx="85820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500" dirty="0" smtClean="0"/>
              <a:t>Para </a:t>
            </a:r>
            <a:r>
              <a:rPr lang="es-CO" sz="1500" dirty="0" smtClean="0"/>
              <a:t>realizar la asignación de la fecha de homologación, </a:t>
            </a:r>
            <a:r>
              <a:rPr lang="es-CO" sz="1500" dirty="0" smtClean="0"/>
              <a:t>presione el icono «     » de la columna «Acción» correspondiente al estudiante cuando este se encuentre en la etapa de «Inscripción»</a:t>
            </a:r>
            <a:endParaRPr lang="es-CO" sz="15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195102" y="5747739"/>
            <a:ext cx="266700" cy="20955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27" t="76517" r="17643" b="20117"/>
          <a:stretch/>
        </p:blipFill>
        <p:spPr bwMode="auto">
          <a:xfrm>
            <a:off x="6288776" y="1226814"/>
            <a:ext cx="238125" cy="216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8 Grupo"/>
          <p:cNvGrpSpPr/>
          <p:nvPr/>
        </p:nvGrpSpPr>
        <p:grpSpPr>
          <a:xfrm flipH="1">
            <a:off x="4500562" y="1720234"/>
            <a:ext cx="2629928" cy="4132280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198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84" y="1756400"/>
            <a:ext cx="8504620" cy="41900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Citar Estudiante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209550" y="1166236"/>
            <a:ext cx="85820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500" dirty="0" smtClean="0"/>
              <a:t>En la ventana desplegada, realice el cambio de fecha de </a:t>
            </a:r>
            <a:r>
              <a:rPr lang="es-CO" sz="1500" dirty="0" smtClean="0"/>
              <a:t>homologación en </a:t>
            </a:r>
            <a:r>
              <a:rPr lang="es-CO" sz="1500" dirty="0" smtClean="0"/>
              <a:t>el campo «Fecha», y finalice presionando el botón «Guardar»</a:t>
            </a:r>
            <a:endParaRPr lang="es-CO" sz="15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468505" y="2755384"/>
            <a:ext cx="2437573" cy="47483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>
            <a:off x="3975652" y="1716848"/>
            <a:ext cx="522954" cy="1275952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2" name="11 Grupo"/>
          <p:cNvGrpSpPr/>
          <p:nvPr/>
        </p:nvGrpSpPr>
        <p:grpSpPr>
          <a:xfrm flipH="1">
            <a:off x="2687290" y="3299790"/>
            <a:ext cx="1433925" cy="597417"/>
            <a:chOff x="5729176" y="1775902"/>
            <a:chExt cx="1191284" cy="1140874"/>
          </a:xfrm>
        </p:grpSpPr>
        <p:cxnSp>
          <p:nvCxnSpPr>
            <p:cNvPr id="13" name="12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6" name="15 Rectángulo redondeado"/>
          <p:cNvSpPr/>
          <p:nvPr/>
        </p:nvSpPr>
        <p:spPr>
          <a:xfrm>
            <a:off x="4140269" y="3699012"/>
            <a:ext cx="623888" cy="37147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6377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12" y="1786603"/>
            <a:ext cx="8450173" cy="41632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Aceptación de Homologación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209550" y="1166236"/>
            <a:ext cx="8582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 smtClean="0"/>
              <a:t>Para realizar la aceptación o negación de la homologación por parte del estudiante, presione el icono «      » de la columna «Acción» correspondiente al estudiante cuando este se encuentre en la etapa de «Notificación Estudiante»</a:t>
            </a:r>
            <a:endParaRPr lang="es-CO" sz="1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27" t="76517" r="17643" b="20117"/>
          <a:stretch/>
        </p:blipFill>
        <p:spPr bwMode="auto">
          <a:xfrm>
            <a:off x="7851710" y="1229995"/>
            <a:ext cx="238125" cy="216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12 Rectángulo redondeado"/>
          <p:cNvSpPr/>
          <p:nvPr/>
        </p:nvSpPr>
        <p:spPr>
          <a:xfrm>
            <a:off x="7195102" y="5409813"/>
            <a:ext cx="266700" cy="20955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4" name="13 Grupo"/>
          <p:cNvGrpSpPr/>
          <p:nvPr/>
        </p:nvGrpSpPr>
        <p:grpSpPr>
          <a:xfrm flipH="1">
            <a:off x="4500562" y="1720234"/>
            <a:ext cx="2629928" cy="3794354"/>
            <a:chOff x="5729176" y="1775902"/>
            <a:chExt cx="1191284" cy="1140874"/>
          </a:xfrm>
        </p:grpSpPr>
        <p:cxnSp>
          <p:nvCxnSpPr>
            <p:cNvPr id="16" name="15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347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98" y="1780782"/>
            <a:ext cx="8416464" cy="41466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Aceptación de Homologación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209550" y="1166236"/>
            <a:ext cx="85820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500" dirty="0" smtClean="0"/>
              <a:t>En la ventana desplegada, realice la confirmación de la homologación presionando la opción «Si» o «No»</a:t>
            </a:r>
            <a:endParaRPr lang="es-CO" sz="1500" dirty="0"/>
          </a:p>
        </p:txBody>
      </p:sp>
      <p:sp>
        <p:nvSpPr>
          <p:cNvPr id="16" name="15 Rectángulo redondeado"/>
          <p:cNvSpPr/>
          <p:nvPr/>
        </p:nvSpPr>
        <p:spPr>
          <a:xfrm>
            <a:off x="4689612" y="2867025"/>
            <a:ext cx="704851" cy="37147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VYAAAKjCAYAAAD2wVQ2AAAgAElEQVR4Xuy9ebRU1Zn//Vxm5CKXQQaZRBwQZBARFRQNahwSRWPS2obEV3TZSVY62r9Ov/ZvvT9tV/z947vSWZr+deKyFd/YxNZOUNFEQjQYUXEiiKCoCCIgCshlEDDIdN/13VXPqX127TPUcOvW8D3p2/dSdc7ez/7sU2Xdz332s5vuvPPONuFBAiRAAiRAAiRAAiRAAiRAAiRAAiRAAiRAAiRAAg1C4K9//WvJI22iWC2ZIRsgARIgARIgARIgARIgARIgARIgARIgARIgARKoIQIUqzU0WQyVBEiABEiABEiABEiABEiABEiABEiABEiABEigOghQrFbHPDAKEiABEiABEiABEiABEiABEiABEiABEiABEiCBGiJAsVpDk8VQSYAESIAESIAESIAESIAESIAESIAESIAESIAEqoMAxWp1zAOjIAESIAESIAESIAESIAESIAESIAESqCIC7777rpxyyilVFBFDIQESqDYCFKvVNiOMhwRIgARIgARIgARIgARIgARIgARIoMMJUKx2+BQwABKoegIUq1U/RQyQBEiABEiABEjAJbBp0ybp06ePHH300YRDAiRAAiRAAiRAAu1CgGK1XbCyURKoKwIUq3U1nRwMCZAACVSOwF/+8hc5/fTTK9cheyKBLIF33nlHli1bJtdee610796dXEiABEiABEiABEigXQhQrLYLVjZKAnVFgGK1rqaTgyEBEiCByhGgWK0ca/YUJrB27VoZPnw4pSpvDBIgARIgARIggXYlQLHarnjZOAnUBQGK1bqYRg6CBEiABCpPoFCxiqXbixcvli1btphgx4wZI5dcckkgxx577DG55pprzHNffvmlvPLKK/LWW2/J/v37pW/fvjJ9+nQZN26cIFvx7bff9g741FNPlYEDB5p+fAfa/+yzz8zzJ554okyePDl02qJFi2TXrl1BHPokYjnmmGPkhBNO8LarbdpPjhgxwrSvGZVRcQ8aNEjOP//8vHb//Oc/m/GiX1z78ccfy8UXXxw6zz4HP2/dujWvHWWKJzCOVatWyc6dOw3T8ePHy9lnnx1c42sD8eEcHQfmqaWlJS+W5cuXywcffCAzZ840Madhp9w++ugj6dGjh0ycODHEwh4f2sP5S5culffeey+4h6ZNmxb0p+1deeWVIekKfjjAkwcJkAAJkAAJkAAJpCVAsZqWFM8jgcYlQLHauHPPkZMACZBASQQKEasQpb/61a/k0ksvNZmGKk4hAlX83X333XLbbbeZmCAAP//8cyPZIPQgZRcuXGiuR13N3bt3m/NWr15tvo8dO9Z81+cgTiH43AN9o63HH39cevbsKTfffHNwCvp76KGHjMjVOPAkYn300UfNeddff72XmUpju0+IRkhaXa6uY9JYtSEIRVtE6uMQmJCGiBnXLlmyRC666KKQDLbPwc+QxW5buB4HJOWGDRvkqquuMnVJMd4nnnhCRo4cGchMXxsYB5jY84SYb7jhhlB90/vvv1/woeIb3/iGiTmJHSQo+gczCGuN56STTgpkrz0+nZ9zzz03YIDYXnzxxSAWzMMjjzxipP2sWbOCuQI/HLZELunm58UkQAIkQAIkQAINQYBitSGmmYMkgZIIUKyWhI8XkwAJkEDjEihErEJ4IdPQzp4EOQgvlV22WLWFmhJGGzhU2un1rjCL6stuB7FAzkIyqoiEpIPsW7FiRUis4nHIXWSMIgPVJ0Gj+lywYIGRhsiULFTuuWIVYhFiFKJWN2xyxaqKWPeuxLWQwxDDdk1SSOP77rsvEJM+7mjLnhv8PGnSJMNBM35VkkJs2zHEsbPZaLyI8/nnnw+kqB0PsontPvUaFdbI5tV5gAhGhrNmGBfKvnFf1Rw5CZAACZAACZCATYBilfcDCZBAEgGK1SRCfJ4ESIAESMBLoBCxqgIPmYSjR4/21sd0M1axZH3KlCnmXJ/MLFWsYok7BKXKQYg+CND58+eHxCoyMSEkIe3WrVuXtwQecUSJVdQCxTJ0ZE8WKvdcsYp+NHtXszHTilWVxm4pAbRpC0ufWMW12ChKs3sxT1dffXUwLrSBcyBFkYFsi9U4dvfee69873vfi62TaseD890sWfStmay33HJLMA/IgkU2rIrkQtnzJU8CJEACJEACJEACIECxyvuABEggiQDFahIhPl9zBJaue0O27W1NHfe5o6dK/+Z+kee37t0hL657PXV7A5v7y7TRZ6Q+nyeSQK0SKESsYoxaHxP1NJFRCMlq18e0xapK0zVr1piarL56oHFiFcvB3eO4444zGbMqQSHfnnnmGSPfVPxCztlx4FyUG1AhqaLQ3Yk+Sqzaj+tyfjeuGTNmeJeo+8Qqsnvx+Omnn26yMV2xCrb2cd111wWlBPC4bym8LR3RntsGuNl1U5WPLUZR5uGyyy4ztWtVrCaxc+fb9zqwxxd3vj7n8sa8opwExWqtvsswbhIgARIgARLoWAIUqx3Ln72TQC0QoFithVlijAURePKtPwjkZhq52qNrN5k4dKwM6TM4so9Pd2+Rtzavlv0HDyTGof1eOfGSxHN5AgnUOoFCxao9XkhWZHJicyrNWowSZ5BjyPxE1qRdfzNOrPrKDmj/tnyDKMXSejymm0PZcSCbE8vvscQdByTvhRdemLcJUlzGKjhB6BYq96LEqr2s/8knnwxEZtQy/ihOygO1VyGKVdqqGNXl/Xa5BFyjfMBm2LBhRtyizAAyWt2l+3HsyiVWcX/cc889JsvYnQcIX0hhzG2UWK711yHjJwESIAESIAESaD8CFKvtx5Ytk0C9EKBYrZeZ5DgCAhCrOFbt/iSRyvg+x8qZx01KFKuvfbQidXvolGI1ET1PqAMChYhVSEXNHrSHHpWRCOl26623hpaJ++SlT1amrbEK2QmpiHIAuAZlAJAFqsJPs1ixGZMekJoQvO4mVlF92svsyyVWVZRu27bNZP6qCI0TqypJ7c26dEyQyypP3TYgtF9++eVgAy5brGqZA4hV3WhMrx84cKCp3RrHTksvaB1UjQcyVDfYsuPx1WTFNRD0iAXlEdx50E3PIORVHtfBS49DIAESIAESIAESqBABitUKgWY3JFDDBChWa3jyGLqfAMRqn57NsnXvDvlg73bvScN79JaW7r3Nc2nE6qL3X5RN+/dI3y7dZeehL/PaRHt4XttNK1ZRZuDA4XAmrGbP2s9169wtslyBfV5z92bp3aM5iO/AoQPSum9H8O/+vfpJty7d8uLfs3+v7P1yb+jxYs5N259v3Np53Fh9caKt5h7N0rt7c2xJB3twaGdD60b58lCGPUpBHNd/RORLyh2XuSaCpe9c9IM4j23JZEbHZUhHBYHrP2rdKKePnJT6pY9sa/f4ZNcWc4/gK2oMaTsoRKxqHUwsTdd6qZB9WLLvy1iFkMRh1wTFY5BjWNqtR6liFTGgHMCuXbsEZQBwqFjVuqF2f3hel73bdV99YlV3rNfxlVOsahyIG/IScjNOrOJ8PN/S0pLHFG3opmK+NiA0IUp9m4yhHADaRBkA8NDrwVVlq30/2exU2qpExXlgtHHjRm88YPz444+L7x5SBr55gDxHZvTUqVO9pRDS3u88jwRIgARIgARIoPEIVEKsHj58WPB15MgR89XW1hZ8gXhTU1Pw1alTJ8FX586dzRcPEiCBjidAsdrxc8AIykxApd0L616X7fv3eEUoBOlXR5+ZSi6pKHtv61rZ/de93szVE5sHSI/O3WTSsLEFCb41W9fK0g1vBtL27KHjAnGG55ZvXm3GgFhPGnSClxTO++O618w4IXavmzwrkKcQiC9/+Lq8sf0juWDoeBk/9JSQeNUGtdwBzsORdC7YqrQ+Z/BJMmXEJNMu+lu2cYW8tGWNnDHgOJl+/FRvfzo2tIG5GNarv+l315d7jPCOEtOI084eRsbx/sMHglguGzk5UTyi78feXyKYsxP7j5BNu7aYOb1q9Fly6tCxXsY2R5wQNzabAc7VewM/f7yv1cwTxvz1k8+NlbluIH9YvdjM400TL0stZv+yYYW8svmd4N7QPyaAM/4QoHNdbE3gQsQq+kJm4XPPPWdEXI8ePfKW1dtLw5EtimXuWHo/ePBg2b17t1mOf+WVV4ayWKPEqq/GKmKAlMNhlwpAxubIkSMD4ahx2Jmc9nz4NoKC0HP7dGvIRtVYRdtYxu4eUaUA9DzIy7lz55oxpRGrylRZ+pj6xKpm7urGUb5SCZoJq9cvXLgwyIKNY6dMUMcV8UCcq6TFdW48eg/hnsDhlmbwiVXED6E7fvx4itUy//eWzZEACZAACVQDgS/kvYXzZInMkNmXjpGj8kJKer4axlC9MbSXWIVIPXTokPmCTC3mgGDt0qWL+aJkLYYgryGB8hCgWC0PR7ZShQQglZ7ZsDwysttnzCkoalfq2RenKSkQ1ZnGiTZcoYjnIP6SMmCRpaulDyD9Lhk7M+gOou+e1/9bksaL8T3w1jPmuqRztU2c6wpJFb03T/2WNztWA/ONGzFAYH/lpHMi58YXp0pHH0O7IUjyu5fOMwL6/5r6reApXJ+m1q7ySSM371oy17Rvn4v+F695yQhSyNXrJ8/yimd38DZvd36TbmK9N1zp/Pbm1fLEulfN5decPCNS3Me1X6hY1bYgv3AgC9LdBMrtD1mPEG4QsXaGaNK4+Xw0AWUKUY0yCB19QHyirEEhc6z3EIQyDxIgARIgARKIJpCVipmPHvHH8CgxmXRhez2/VV69f4HsPG+2XHpyvi7N9eqK06R/x8S77z1Z+Osl0veKm+Ws6C0o0g+43O2l77lsZ5ZbrB48eFDwBbHqHshMTXMgo9U9IFa7du1qvniQAAlUlgDFamV5s7cKEmg0sarZkEDsSjRIviRZWohYRR8qM11JqZuHJWVBxgnluNvEF6e2lSQd9VpkkV47+YqgGzzullHwxeCTpVGxRp2rctc3T1Ft2ZmnOOfWqX+TSsji3Cixaj/n8kj7Mi1WrKZtn+eRAAmQAAmQAAmQQNkJbHlV7n9qpUwolzwse4DaYFqx6gZQQoZquUVoudtrN9bRDZdLrCIz9cCBA4lCVaWplgTQyJCdqiUB9LEowdqtWzeTxVo7B+719TLq5rNkUBC077Fyj6gSfZQjZrymXxCZcamM6VWO9thGuQlQrJabKNurGgKNJlaHtwyWz/btMNmQOOwsxPYQq6j3+Z/vPGf60qxMzaxMI/58YrWYOCEqH1m+wCxtT8okRZmIXyx/0sSM7FYwQ93TtLVGyyFW0bfKzqQMW30x/X+v/0bOH32m/O79F82yfpRqSBLXem2cWLVfI0ni3ffCplitmrc7BkICJEACJEACJJCWAMVqNKlyi9Byt5d2jst4XjnEKlbnQKrahy87FTJ1z549sm/fvlBWK85FRupRRx1lSmr5pKkrWZG5itVAtXF0lFitDTqMsvoJUKxW/xwxwiIJNKJYHT90rDy+8g+m5iiWmv/thEvNxkzFCMs02CH8IDRRZxXL98EcctcuRRDVTtT8JAk+O2MVgnH51jWmi7TL6h9d/pR3U7M0y+E7QqxCYEOo/nDat2XpujfkT5tXmblNKrVAsZrmDuY5JEACJEACJEACDUcgVqzmskTPkxdk3gubRCbOkpvPzObRZa+1mQ23lup/8f7CzDW+wy01kNCWiJWx2melybLNHBNkViizL2npf1QGa6Z9bdWM89Sd+aUAEuPUwaZsr8ZuuFLEKpb7Q6ray/5doQoh+sUXX8jevXuNVHUzVW1cuBaZqyin5Svn5MpVnAu5Wv31V1OIVfs+zL4m8Xp7Qc7LlcrAORtGmddr+LU4XGZ8+1IZ8fFCWSmjZOcLWu4i129v57UbZLSbPw7sksmx2bRWRumeTEa8OVLEKdk/Pui7hnk/GbZRFr4tMmrHElnSD+8/vXMZq3b7ImK//9TYS6uuwqVYravpbLzBoJ7nh60bZdf+vWaTJ1uuFStWkQGJDZ+wk7stCKu9xiqyL7FjPLIy/2vlwmCTJDApd41VvdPsOp23TZttMkeRWXlc/xGJN6ObsapL5AsRqz+YfGWQgRq3+ZQbDGQlOOnGVXgeshLyMu4ot1hNk3mKkgvmv8tDx5rNwbDxFo40IhjnpclYdcs5JE5e9oRGy1jFZlH79+83G0XxIAESIAESIAESqFECKcSq0SK2UMW/fdepFHHPtdCo4AkJkFRtZcXq8OGyqd/kQO5ufe1+WfBWRhRllgUXI1azEtSVxm/ulOGbNuVqrKaKEzGkbK8Gb5lixSqW/uNzo8rOqAzVTz75xIhVHL6l/T5kaAvCtFevXtK3b18jW+3DbkfPre7SAEliFc8vlxZzz2fuNbniZpmwO0as7vtCjuqVrU2cFa6zW5bLvA9HWZu8Zfv9dosst+Wpue/F+QOGTdiNV8XqZNn168LilH1fyBe9jspuOmfHs15GhV7jKAVgty+SkbL2eTX4AquTkClW62QiG3EYkEyrNr8rn3+5x7sZUDFi1ZaSYIpapVgqPqTPYKkVsYq47axO1M9EBmshwjLpXL3f7HqhWNaO3ebtTaHi7suozavAOu5wa6xqO2k2g0K8kKonDToh6MIuD5A07nKIVZtZUukCLa0AtnqAMbKE08rQNDVWNeO40PeRRhKr2PDpl7/8pVx00UUyefLkQlHx/BgCaX+JIEQSIAESqASBtJvHVCIW9tFOBNKIVc9GVkZo7sjf4CojOt0s0mzsEeI1XVuaAeq27UrMwsVqVMyZxyWoP5suTpG07bXTjLZrs8WIVWxOBamqh/2+oj9DvEKqQsgU+1kIbfXu3VuGDBniZWC3CxFbvRtbJYlVCTJQ3QzxqIxVBaL3NP5QArEaOt/8QQBiskWWLxE579IxYcEZylK1EUeJ1UxWLLLWC41T/3BjMtLz4rHFrV2LlrVX2/XFX0DjFKsFwOKpHU8AoglZqqu2fhDIpZEtQ2Ron8EmS7Jbl25BkIWKVbT9+9WLZf+hL03bemgdzPYWq77l3ZBimokaR993HjhpdiOuTZKGhW5epfE8v+YleWlLZjm+u2lWXMxRm1dhLOeOnmpKGPgON067xmpSzVKdwysnXhI0rfIySVTaAjZJiKLxKAmrvJI22kIbYPRB68bQRlv2vKaJI0qsajuFlBVw56ORxOorr7wikKsXX3xxx78R1ngEcb88FPuLRY0jYfgkQAIdRCBOolKwdtCkVKLbNGI1JgPVDTFarEaJ0ehBhtvyZIGaSwsVqUnnW/GkrD8bjjNms6yU7VVi2ovto1CxCmFqSxafVEUsO3bsEKyGKvWzDzJRR4wYIdiwCofdntt2z549q3RTq2SxqvOnGeBYqh+ZsZotaYHl9WZJv2RKBFRCrOrmUqniNEv858kSBGrecyRC9FKsFvv6rdR1FKuVIs1+SiIA+bVs4woj8CCkju8/wmSR9u7RHNluMWK1e5duwUZI6AcbQUE8ndAyxCzFfu2jFbJq9yd5fULonXncJBNToYeKPVwHuTd+0ImmCQg1t7yBr20VwoOa+8n046eG5LItPePEKuTkqs2r5ZkNy00X3xl3Yarl/DjXFo5pNq3SMWi9UGTUnjd6qim9gLZe2fxO5JJ8N04Vi/ZGWnFyV6UsztGsVZR9wDzHjRn9QkQ+se5VEz7KDuB6W+Tbc2PPKc6FJMZjq7esNfcP7q2ZJ50Teb1yfXr1nwR/OED9Wj3stnHfXTZuZmw7WlMWWaljBp1gOK9v3WheS7jfLh97QaTETrqXSxGrmzZtMkuYjjnmmNhu8IFz7dq15hzUkjrhhBOke/fukdfEtQsxunv37rxrUafK1ybaijv0Om03bjzall6Delvbtm0zNbLcvvEcxox2cWDMcZxcRihV4Ku7lTSf+rzG1qdPH287WhLBbc9XIsFmM2DAgNAl+mH/448/Nr8E2CzAC/0jCwPH9u3bTebHsGHD8oaBzSCUJX6pcP9tX7Bu3TrTFg7Eg5j1FxHUNfPdH/b1GpPG4waDe8AdZ+i9IdsHxqr94nkwSDowdndsuM7m5LYRxQLxgwUOMAYHZZ0UB58ngXohECVO3ccpWOtlxq1xpBCrO626qWECTh3R4Mn8jFU3+zOfZFJbUWLVzRBNEqfu89Htar3HvpBRwa81xcfpb6+27qlCxCpqqdoZqFFSFXVU8d9hu/ZqsVTQBzJW8XlAP1tFyVWcC7lafTVXc8v7g/vOXo7v1DnFa2t5y2wxdZB3aZmM7H2OmqRGrOaWyJvXoiRkrBZcCkCX/GuZkJ0y46pRsv6JXD3WxDizYnX98bMzdWJ1zLEZq1a/LAVQ7Mum7NdRrJYdKRssNwFdng+5CXEYJ1PtvgsVq7hWJSGE1QkDRhiRBrGKndgh8dpDrKJfCL+3Nq+Wtbs+NX3hgHw7Y8SkROkFQbltb6u5ZuzgE0LL3PEYnl/T+lHsEn1IQ0g/+4jLGnXnGAK3e+fuqXeqB+cX170eeavYGaX2SXFxIobdf91rTo+KXQX9O9s3BJwhds8aOSlWJPvijeNjz4kd/8Dm/jJqwPBUAh6ZpnrY82o/jufR5rTRZ3hZ+njhxD49m02Wt10SoZjXbbFiFdJw/vz5pstbb73VKzUh95588kn56KOPZPDgwUbCbtmyxVxz4YUXyrhx4/JCTmoXWadLlmRq1LrHcccdJ1deeWUolrvvvjsWy3XXXWeElN2ubzx2XHoNxOEjjzwi+m/t6J133pHnnnvO/BPjhkzEuH3x+RhBDO7cuVPOPPNMOf/884uZVvnzn/8sr732mun/+uuvz2vjscceM/PiO9x+bTa33HKL4Wt/2AebJ554wjR17bXXGnGK5//1X/9VzjnnHDMOHL/97W9lw4YNZo5Gjx4d6hpyETFdc8015nr33zgZInHBggWya9cuGTlypLle7yf0CxmKMb/00kuxzDQmjcd3MsaIOH0SeN68ebJ161Y544wzZMaMGcHlGG/S8Y//+I95Y0N7OGbPnu29HPf7G2+8IT/84Q8Ne9wzTz/9tGE5aNAg87rCPQMubkxJ8fB5EqgHAj5pGiVCKFjrYcazYyhSrAZLitGMVSogk5nWN1yPUTfaich8TdeWtXkVpIt1xGeMJonW9GK1kDhX+saaLYUQFrW1dS8VIlZRK1Vlqe+9RB/bt2+f4LNgqdmqIIk2UWcV/13H4ZOq9mOox4rarFV35G2SZtcRzpUCMHEHr7/svZ7NhZgwcYLZnMrdvGrCeTPMhlXNk4bL3j7WZldaCuDms6SwzatyNZcz8UyQCbJTWmbkSgGkjTO0edXEGTIDG1b1niTD9xxtlSaI2ByLm1dVzW1MsVo1U8FAogjozvPYrAcHNqvasrfVLNe3sxN1SbjW+IRE2/tlRrT5Dl92KeQcpNvXTz7X7MT+1dFnyvLNq6VH525ywcnnGAGKdnF8tm+HIMP16O7NRvYmZdByhkmg3ggUK1YXLVpkhCHknE+SQv48+uijBtdVV10VZE3icUi/FStWyJw5c/KyOJPaVcl32223haYCcm/x4sVGPEGyaQYpxCrk19lnnx07ddouJJVvPIjrvffeM2OOE6uQqr/73e/y6rjig/fjjz9u5OqsWbOCWH71q18ZIfaNb3wjtKHW8uXL5dlnny1art5///1GPoLz97///bysVUhMHBCZemBuEP+LL74oY8aMCUom2GwuuOACGTt2rLlEP+D/8Y9/lPfff98Iv7/5m78JZOTPfvYzmT59ukydOtWcDxG/ceNGMzc33XRTKNtz8+bN8t///d/m+qFDh4r7b70e2bPf/va3g2uRzQnJCNH5gx/8IG+OVf5fffXVqZ9D1ivaxLy4beK5Bx54QMaPH29+mbrhhhu895Uvfj3RfQ6/7P3hD38wTHwZpw899JC5N3Bf4oDMR2y4j8BKD8z1888/L1OmTJFzzz233t6qOB4S8BJIEqhJzxNrDRMoRqxmBaF4MlnzxKrWVfXUaTXUUrfVwaUAemNjHBSezGbTWVMeHjNLAQANPsvgswWOOKmK5/HfYvyBt1xiFdmqxx6b2ZMBbSZlrqLWKj638iABEigPAYrV8nBkK+1I4P8s/XWQXYhukGF4anZJM3Z11+xG7FCPA8uu39u6NhCeyMpDxiGONzaukEvGzjSCtDkrRDV0e5k4arhiCTaWTj/w1jMmW9UWsbrEPqmmZzti6bCmkQkM7h/va5W/nXBpYkZthwXagR1rxioY3Tz1W7FL9TswzJK7Lkas4kPnPffcI1//+tdN9h0+VLpZkSoGfVIP1993330yceLEUEZmmnajxCpAYHn73LlzQyK1ULE6adIkI09t+Ym27733XiMbIa/ixKqe56vjqrFrRqxKWJ9gRp96vo9h3MRrdi2ug9w+6aST8jJffWJV29S503EuXbrUyFbMF9hcfvnloQ/9//7v/276WLVqlXzrW98ysg+/DOAegVhFFiUOiGWIUbSBOmKXXXZZMAzIxt/85jfB9e6/cSLamzZtWiBq9WKci0xVCHR3CT/6xAFx7R5xz3344Yfy1FNPBfHotciGBV+I2gcffFCuuOIKOf744/Pa9sVvx2uPFfc95Ompp55qMnztw40DEhaSH9mtvnIFr7/+umC+brzxRpYFKPndkQ3UCgGVH77vcc/VyvgYZwSBYsRq5DWaMaelAPTf4Wy7UCSp28qK1TxB62ayJmWo5ovPjBgVmRHsOp6J0K4LaepSPrUy2MgqNwZ3zHpdQnuFV0yrils4TcaqXVc1TqpmnmuT1tYdpoxROcXq0KHHSltbBlkauVq99VarYtoZBAkURIBitSBcPLkjCEB4frJrS15WqC5zxpLsZ9e8ZHa+17qodpyQn6hriSX9A3r0Nufp8n6tO4ps1/tf/415vqVHs+w/eMAIW2TLtnTvbZaWo54mMlNVqkLwnth/hHks7ZJqrdWJOpfjh46tOeGmGx6VWpuzI+6jSvWpJShwf2Y1BScAACAASURBVHxt7MzUpSsqFV85+ylGrEK8QbRhWbjKTFcOIhMTf0W3MyKT4k7TbpxYRfu6VFxFb6FiFcIMWY52OQAdoz4XJVZVaLqlAaLGHSc3cY2K5jQZt3YfYIADcthmap+T1DcEMUTqeeedZwQv5huZx1jyjyXpqC2KD/xYno+5/spXvmIyhpFVqcIPUnfChAlBhisylXFAvOK+Q1alZlziFxNcP3PmTFOn1f03rvv9739vrkd5hLTL37RPX0mFuOeQif3qq6/KJZdcIi0tLQE6yFhkq5544olGYOKA7HUPX/x6ju+5ZcuWmazbr33ta6Gm3MfjYsaFyLJBjDb3pNcdnyeBeiAA0YEvZHBBNOA9Qh/T7xin/bP+ux7G35BjKEasmiXDC2RlSHLay5AzItW3I3g+43RtjemVq21q7zCev1lW4WJVfOMBlzd3yvBNmySzdD9tnBih59y89mrzbksjVn0lAPx/sIH0zGxchf92l0us4vMTPgNB2sbJVbs/1Fk96qhwiYnanCFGTQIdT4BitePngBEUQQAZqJCp+w99aUoC4Lhg6HhZvnWNDOvVPxCp+jM27sFmPTgH9UZ7dOkuI/oMCWpT6s7pP5h8pWAjJEhP3azIFbPYUOr8kaeZDFZIXxynDs0sb0WZAFyH4/SRk8x3u3zAH9e9ZjbCQi1VtKHXFYGg4pdordtxA0bmbZJV8WCqtEPdRCtuA60qDb2osIoRqxBpqN2pWZlYdu5mRaYVmnbQadpNEqvu84gDy++RIeke2BxK67za10EqQnBhwykckFmoYTl58uRQTVW3xmpSbG7/aRglCVC3TTvrF2NDhugvf/lLk2Gp48E1Se3q81iar2L1xz/+sfzbv/2bkY3I0jx48KD86U9/MkvPkR2Le4Af7ot6GfIiEiCBMhDA+x+yvJHVjRUBqFcI0WoLVnTjitYydM0mOoJAUWI1t4Q/t7VlNitVMkvmN8loGS3rJLM1oO+wNrjScgHBaW5bOHeUrL9/gew8b5aM+nBBZudwc7gbZRUjVtFOuD5lpm5lX1l5/wIR3bwqVZxnSaa6Z4r2OmK+S+wzSaziMw1W1Oh7RNR3k6wq5v+Zeviffvpp2cQqNq/q169ftr2MXLXLAURtZoVEBrzX8SABEiiNAMVqafx4dYUJIOMTu7hDkiLrFLVQ//Od50ymKuquIrsUR4+u3cxO7xCp2NhpeMtgs9t8c5duZok/6qjqEm3dnR7n6iZAkKHz3/lT5j98h74UFbPoE8vfcfzXyoVG4u76co9cN3mWrNq82vSh4hR94VDxq6iQyTiouV/NyUmI1T1f7o3d5KnCt0PVdQdGBw4fSLU5VdUFX0RAhYpVzd60szIh3rAEGRmseqSRhna4adtNkpc+sYpfrlG3yj2wQYBmMtrX4ZdyHLY4xpJ2iFh7s6pqFKuaofq9730vqDMLSYoP3XZ5g7RiFUv7kbmJjFVsvIS6r/hgj8xSzBlk7T//8z8XcefxEhIgARJoPwJYebBw4UJTx1tFKjZ7sbPP3Ey09ouGLZMACXQ0gSSxqtmqUSUAMu8jGEUmOx4H6q6jdnw5Mlbx/oQkANRaz5UAyMnVuHqrzFrt6LuL/dcLAYrVepnJBhgHaqj+ecObgoxJiFVkBR7bMtjUQNWsUkhLLOXHplI456rRZ5lrcGCZP7JUP/9yj5Gw2ORKMwyxtB1yFMv9VbTiGrSLA7uoa8brlJET5fGVfzD9oJ1pI08zG1yhxAD6e3vrWlMiAJIV4vWEASPkiXWvhjbacqcLy8c/aN1o2tBDSw1o5mvUDu+6Y7xvJ/rLxs2MLTfwh9WLTdkDPXw7zEMyo2bthl2fhiQx4gPP8UNPyVvu7u5cP2nYWK+Qdc/Tsbh8ICxfXPd67F2O2H2x4CItwbB2+0aTzawHRDlE+MShY/NkqI8nrkNZCNTxdQ93LPo8SkokzR3O9Y3R1xfmDH80uHXq30SWGYjqz44Z9/SUEZNKKlVQqFiFdESdUWSB6qG73qPmqmaA6lLytLvap203Sawiu/Stt94KJG9awWu3iyX9WHZulzpAaQAs4Y4Tq1qb1C4jEHfDp2GELF4sRXdrvka1i+xhfChARrEeyLZFVoVdqzVOrOLD+8MPP2xkNGqIgg1qi/7DP/yDrFu3zmSDQayjj9tvv70B/svFIZIACdQiAWygh/csiAqVqvrdJ1hrcYyMmQRIIB2BOLF6+PBhgVjFkVSr2X4eWfL4zHjkyJF0QcSchfemUaNGmTImKlYzMjVartpCFyuGIFh5kAAJFE+AYrV4dryyQgQgxRavecksn7963AWm3iqkJTJOsfT+F8ufNBmrZ4zILL23pReubd23w2xUhZ/xHK7BgdqokFTaLpb2a/1UPA+pCimqYhaZqxCwODQLFWIOmamXj73AiD+3lquWJ/jq6DMj67A+uvwpI1QhKicPHWviWr99kylrgOOH075tviNujAUZunpA5I7M1nmFmIMofmbD8tDzUeUGtF6qngxRfVz/ESF+tmRG1u6o/iOMtNb4wAQM3PFBxr61ebURgDg009cVkjjvtY9WGG7fGXeh9O/Vzyv6dB4Xvf9iwB7xHN292WykpbIU8wNhbh9awkDnb8rQccF9sHrL2uBatPeVk3Kbv7g80fbFJ59rYoSAdw93zLgnVdhi7ja0bjSC3Td3eEzH+MK61wNJj9q9dl9o557X/9s0YWdYu7G4/YH/2UPHmdOwMZvevz5ehbysCxWrkIEQau7SemxchAxQFYBurVM3Jl1er+enbTdJrLoishixqsvpsXwem3NBTCJON0PV/bddi9Vedq9jx7J81ChF9iueT2KkcVx00UWmDEHSof1jAy5k19rHkiVLxG4nTqxClGM+UC8VbSFjFWIVwhjPobQA6r7+y7/8i7e+aFKcfJ4ESIAEKkFg5cqVZtM71C2EtNCvqNqrlYiJfZAACXQMgTixis9bqFGeNltV30MgNlF2pBxiFW2OHDky+PymbYYla3hDK5BUuYpSAFidxIMESKB4AhSrxbPjlRUgoLVU0dU3JlxixOFj7y+Jzf4sNixIRLtG600TLzMSDX1Cuu79cq+RmxCfkLuQXnjMJ9oQ98pPVgs2qTqmV7+g3qobm8pNiC9393jNOkTGo31gQy0VY7r5lj4PuYcMXj3ixJnWldVzb5s2OyTxdBMmPA+B6wpaW1jiHNSntcWpZgNr+xDHmENXSqIfyFF3nL55tGPG/GBecNhM7McxX79avsCUc4jqXzNA0Y4rK22eEO1JMdrMfHVWVaJHMcXj/2fpr00W7SVjZ+YhsNv33TPuBXctmWsesmPXjdrABEdc5mvSa6kQsaq72Pt2qXef03/7NnLCB9j77rtPxowZY5bbF9JunFjVzaPszNlixCqYQXriA+qGDRtMDVGIzSSxiuuQMYpMT9+mXRq78tP27Hjt+UJm6HvvvSf2sv64+cT5iPfmm2/OO819Lk6sPv/886a0w9/93d9Jc3OzEasvv/yyyeBFVgeW12LnXNw7rKma9Arj8yRAAh1FAL8g3XTTTYK6hZCqyOZyM1cRm7uhVUfFy35JgATaj0CcWN23b5+Ro1HZqnYJAPv9AlmuyIovRykAtItsVWSt4udCs1bx3pZ2Y8/2o8yWSaC2CVCs1vb81X30KtIgyyDykPFnL9uPAwAJhcxWFUj2uZBsF510TpC5qJmgkFXu+Ti3R+dupm4rls3bS8m1TYirM4/LZMzqAeH6yPIFwUZZowYMz1turlLPJ+0w3ve3rgvqvmq7tlyMEqtgpPL1mpNn5GXLqjC0x2u3ZWdGYvzXTr7Ci9oWfe4YfH0gi9MVhuUQqzYTW/Da0tQWrvZgIBrvXjoveMgWjYWKVZSr0KxUn1i1s4R9XPX5qFhtgYyAfXNrj80nVvG8zcsV6oW8qRQiViHjkLF4/fXX53Xh28Ee52/ZssVkPiJDs3v37kZOYvf3Xbt2yQ033GD+Ml9IuyonIWztAx9sUQJAZa0+B7GKrMuxYzOb07kHJChicIUtZC9kor2EPo1Y1XMQB3aLR30/sEGZAGSNnnnmmUFdV8SiJRCQAQp5C0bIbIXchFR1pSviHDZsmAwfPjw0FJXVEydODLWvJ6l0VtGtzFErVQ+0AY4o9YDNu0455RTzwV4zVn/0ox+ZXzzwywniaG1tLeRW47kkQAIkUHEC1157rRx77LEhserLXEVgdrZaxQNlhyRAAu1KIEqsahkAN1vVVy7ErtOMYPEZF6uFyiFW9T0In5d79uxpWNhyNVd3NZy1ynIA7XrbsPEGI0Cx2mATXmvDVTFki0I3MzJqTL66pXou2hvc3N/USHU3l4pjZMdhnwdJZtdH1ecgLvWAsHWFWVQGZlwMacQqhBsye3H4slbteqAqim2xmiQINT5XStqSTqUklvjb5Qtc4ViqWIWARjkIHG5mpgpTzIOWVPCxtQWsHV+hYtU+3ydW0TcyUlXeu/cy4tD6v26cmgGM7GGVt0lL+aPEqsaQdH3S+0Vasaq7y8ctS0eW59atW4OMSYg6CLjXXnstFAbqs0LoQToW2q4KUHdcKE8wfvz4vCXzEKtxB4Tm2WefnSdWVRSjXRXJacQq+sJ5yOqElNUD2a9Tp041fbmHbjilu9HieWy4BUZuSYGoDFzN+p0zZ47h6juwvF/FM8TqRx9lynzYB56HhB49erT5QA+Rqhmrf//3f28yVpGhMXfuXCOMeZAACZBANRPA6gG8j3fp0iXIWPWVBcAYKFareSYZGwmURiBKrB48eNAkDfjEqrthlV1GBNFArKL+fjnFKkpt6YarhWat4o/z3brllzorjRyvJoHGIUCx2jhzXZMjVTFkZIGnlmfcoJD9t3TDm15xqoIUQvSskZNMNqzWJoWURLbps2teCmSpnh8lVvF4S/fegs2XUCoAB8oF2BtSQfq5m0nZGZ+4RtsZ3jLYZNOi5ql7pBGrkKR2dqOd2ajZqBCeKz5eHWTg2mLVFo04zxeHxhW1DF8lI9p1x2nHU6xYRU3U7p27B7VoUUN0/NCxQamBQqSoHZ9da7WQNsAjjVh169ZqXVedl6gsVMzJrv17TfZwFHP3XvGJVa0jHFX3tpA3irRitZA2fedCNuLQDNFS26uF6yGNUZ/VvC84Gaa++JH1gA/3cYzAEXVffYK2HEx82RGQqRCs+I4vlAH49NNP5be//W05umQbJEACJNBuBL75zW+aUgAqVlEOwC4J4IoSytV2mwo2TAIdSiBKrOJzF+RqXBmApqZOwfP4w4we+NyGz0PlFKuos+oTq2lqrbLOaofeYuy8DghQrNbBJNbzEHRn9mJ2MIfksjc7sjlpJumwXv0FO9ZDrKLOJ5b749BNl/Azzj1/5GlmEytfWQGc41vinmZe3HqX7jW+uqBpxaqddWpnckKsbdj1qdnkKaqtQjJpo861xSrGZW8MZku9YsWqlmjQjFvdoOn0kZmSDIVI0aiSBoW04fYZlbFql1mw66Rq6Qq31i7adaWrHW/cvWeLVch6LY3hk/xp7lf3nEqJ1WJi4zX5BFA6AFLV3ZyqXKxcsQqh6kpViFVkacyfP79c3bIdEiABEmgXAtiEUDNWbbnKcgDtgpuNkkDVEogSq1iFgz8au0v/ff92/xCDslaobV8usYr3pbhSACJt0tbmLwWAGPBHo9qoff+FvLdwnqw/frZcevJRVXvPMLDGI0Cx2nhz3lAjxpJnHD4hasvVj/e15p2jQtVedu0rGwDBt33/HoGkhbxSsZcWNOQqsms/3r3FW5rA3VAprVh1pS3KEDR3bza7ymtWZBqxmlTHM61YRTyPr/xDkAWsUnHV5tUlbV4F6Th/5cIgM1kzbAuRoraotHkX0kZasYrzbGa6MRiyUEe2DBHNYLXvH1e62nIW50VtQGWL1XNHT5X/WrkwsgxB2vs1FNdf/iKnn356MZfymg4ggOX3WOrVHof+YqByVaWqK1aR2QGx+sQTT7RHGGyTBEiABMpG4KqrrgoyVpOyVtEpM1bLhp4NkUBVEYgSq9i4yhajtjz1bVplb16FbNc1a9aYP0CX44AYRTkmfLc/k6H9zL/jxWrVbGC17z1Z+OslklmrhmO4zPj2pTKmV/afW16V+zeMkpvPHBSBDeL1BZEZl8qYPUnnlkDexLlLJt98lmgkX7y/UOa9kI18+AyZfekYMerXGdOEK26WszL7L2cOty2M8amVueeDtjJSeUm2i0w7W+XV+xeIdba5LvNc+Pzh56mMDl+Te7wEHrxUKFZ5E9Q1Aa1Z6ROiEHvNXbrJ3kMHAtkESTp56FiTIbhq6wep6q+6ZQKSls4nAYeAXLbhLfnT5lXmVHdTqLRiFde6mZjI/NVsVTwf1ZadXRqVeanjsGuG2uUE3IxVnA+uv1q+IMR7RJ8hsm1vq1w58ZIkNKF47Xq1vqX8thRNqrFqX6+iE8G0l1jVeqnm40KP3nL+6DNNHdqo+sHuplUuqKg5cksBRGUxJ4KPOIEZq8WSq7/rosSqlgDAd0hVLQWAmro8SIAESKCaCcyaNcuIVSyRVbGK726dVYzBFibVPCbGRgIkUDiBKLG6d+/eoLGorFVd/m9vXqXnvv/++0bGlJq1irb79+9vNih1P4/5yjTZ52AA+Ddiam7OlLPrsCMrFG3xmJGVfWWWJTDj47PEqsrYsg7IlpUTcnEh9jdbApm69bX7ZXkLRKYYGbrrNJWpkJrrZVQwHm0v3NbC3RPyMnINi12TM1LZI3Yzw9wqry7cKRMuHSOC8z8clY0pI1Pliptl1Ib7ZYHMysppPL5cWmx5XVZejdMYxWrjzHXDjdTI0c3vyprWj2IFqWacntAyRCYOze3+vX77Jtm4+1PZf+jLyOs16xWCFpthoYQARNlJ/Y+TY1sGxdYmxYQgUxXHSYNOyJsflWmliFVfqQE7AzVKrCbtXq/BRm0ched9YhWP29doO+4Yo27WqOzYqBqpcRtF2X08uvypIJPWzv5MEqu4x3BoXV1bmCYJaVuW4p7p0aW7qZ/qHtom5k37UY6aTR0ljn01Vu2x2hK5mDcIitViqNXfNe4HdM2O0GxVyFRbrCJjlWK1/u4DjogE6o0AxCpKAahYjSoHgHFTrNbb7HM8JJAjECVW9+zZk1cGwH4/CGewNuWdi6xVbGCFDUvxOamYA1J14MCBZvNRvEfhiJap4axV9/Nb7969iwmhTNfkxF9kNqeTyRlkWtqPD58gE2SntIQyVnuHMz0nTpCVksl6DWWZBpmenizSvFGGBSnaeUHOy8nQILNWHJHqu26U9H1hVyBb0dbKPpeGs1olnTDe+tpC2XlqJsM3JGKt6/u+fb+sH5nLms1JYJZWKOVmplgthR6vrUoCEHcvrns92JQJQUI8RdVH1UHoxlH6711f7knMWHU3s9IsWDtDFjUwxww6wStZIQRx+MoHqBRz5VeajFVbDtrS0a7piX6j2vKVERjSx16zkKFkZ7baGaR4Lkqs4jlb3OLfpYpVOw53YyzdlCyqFqktet1zksQq+j26e3MwfzbrJLEat6GX/cLSrGvUxHWPqA3K9DyfWHUzea+fPCskbAt5UVOsFkKrfs/1ZUdE1VfVUgBPPfVU/QLhyEiABOqCwBVXXJEnVjVjFcttIU00G41itS6mPGEQ2cwysZb4NsKwOUYpVKx26tSEP7cEf3BxBSuQatYqhOratWsFZQWKOSBUkamK9pKyVd1yANUnVu1MTpeGk1lpMjbXy6hvT5Zdv7YyLo1k3ZkpH5AtBTC7ZXku0xM5na9lMzZP3Rlezm+ulZTZsW7maThe9GHLy1w5AKu0Acbwdl+59MywfDXxvZVrL7fkf73IxJWyMvtc3hL+vDIJ/lIAwfhNOYWM0N4ZlAko5i7kNSBAscr7oK4I2BmDkHVjB59glp9j0x4cSXK1EBiQqjhaume+Y+Or6cdPNZIKfbbu2yGf7NoaZMzi/GkjTwtlp0Kard31qVw97gKxxaW9c7u7mZHKMvR527TZ0q1LZsMtHDp+W3La9Thd2WdnL7rL0G2WELJujPaycrcOLGJRcejGqLFGbRgVNwe+jFU7DmQf21mfbl1Xd/xg8/vVi022qm+jsCixiuv2frnXbI528cnnBnMXVavVNybEdvfSeeYpV3jr+Tp3Pr44B5u7ackI39jt9n847dtBGLaIdq8r5DVAsVoIrfo9N0msImNVv1SsPv300/ULhCMjARKoCwKXX355IFbtcgCQqr4NrNq3xqq/jp4X9ERd4llN05CLv3br+ZVTrKacT7tOY4rpzGTfSbgmZYrreEo8gbSlADICVaVpsljF+RCr69evl927dxc1DSNHjjRlAHD4lvhrDdfMd3/GqnbcsaUA4kVlRgC6S+hxs0Os+h4Pi1VvNinE6hKR87QWal4fcVMSEa+nnEGoFchU02dfWRmMx24r8z4TlA4IlvyPkvUhAepm+OZntEZlrI7pZb//DJcJE0V2tljZtkXdibyIYpX3QF0RUPF2zuCTQpsAQSShtqiv1mqxAOyd7ZPaQFbk+1vXyfKta2RAj95y0UnnSP/mfqGMT82Y1UxZ/PvysReY83Agy3P55tXBknU8ZstaSDa0D3ms5QimjT7DXIvxv7N9g6ikRTzPrnkpry2UMNBrcB3EIuShcoOE69G5m2iMusHXqVYJBVyHedANwXxCWXmp4MM5voxMm6sten28IR+njJwYEs04DwJz8ZqXTJkGHIgZG43hWLX7E/Md9wukuC2p8bgtnqPmWCW2PWY9NykTV8fv3q86339c95qZT8Q8edBJobnBfLtlLjA/uLcg9ZdueDN0v2v9YJSdcDOS0/D3jb8Qsbp8+XLTxOTJk70o457//PPP5Z13Mn8c8R3jxo0zO91v2rRJPv74Y7PzPQ69Dn/JHz58eN6l2iautw9s8oR4sNGTL95i20V8q1evFuwEi+PEE08U9G1vKKVt65iSxo52dLw6fh+jKAY4FxyQLYElaT169DCs3Lgi4Tsf5N3Nq/ALA6Qqds5FLbGPPvrI9PPpp5/GNcnnSIAESKDDCXz9618P1VhFtqqWA6i8WM3HUUsSrZZircyNlxUbBYrTpNjIOYlQcc+n2bwqauMqN6vdzm7HzxCe+Py2ffv2ooIbNWqU9OuX+V3RLgHg/lsFq+8cnItYevVql6KkKccVUQogkJ0Qi9UsVrN/eOnn/GHLm0W6UvqeJrLA3qDKUHI26jKPqTD1CWRHwIYkcSYz186azStXkJ2ZvOzalDPG08IEKFZ5R9QVARWrEEXjB50ox7YMli8PHTCZo8jsw+P2ZlXFDF7b+NsJlwbSM207EFqrNq8WLE/XJeuQnBCYiFMPyNTj+o8INatZkm5fzd2bTZYs2jlwONdGt87dgvhwLfrQWq6IA/LNPexr7OcgNdG+ffhi1OfRl31ojD5O2ravHIJ9ftT4cY6vTIHbF67f0LoxxLl7l24ysv+IyKXw7jh88ffv1c8I2ahz42LTMWkbceN158ad7+De6dXPjBEZtVH3Ch53r0/D0G2vELEKcTd//ny56KKL8mQlJOazzz4rV199tZxwQn69YXzgfOSRR0zmEMSfe8ycOdPUlnrllVdkyZIlctttt5lT9Dpc873vfS8kMPH8Y489Zs675pprQk1CND733HNGAH7/+9830tY+iml30aJFsmLFChkzZoyphQV5+9ZbmbU81113nYnfjhmPQXAmjd2OX8d/3HHHheLFOFDXFH2jZqAeiOHRRx81z02aNMmMMyou372vjyVlrEIkgzUEMsaEeOJEeVxffI4ESIAEKkUAYlVrrLp1VilWC5uFzNJWa3OWwi6vw7MpVmtpUqPEKv5orMLSFatNTZ3MEOM2r9Ll+/hjczF/cEbb+NystVHjxKqv7iri089waOuoozq4xqYv2zNYng+xai35jyoFEDxe2VIA4exQ++52Shg4m1xlzrQzVp1MWGuTKgk2xMI8hUW0T5qGa6dmxO/642fLefJCik2waukVWh2xUqxWxzwwijIRgCx6evWfYjNTdQl/odmr9tL/C04+p+i6lBgqhNrLH74ux/cf4d24qkw42AwJtCuBQsQqAsGGRchYvOGGGwJZiYzMhx56SCADbelnB65yUWVj1KCixCrOd6UiHosSq3i8paVFNmzYIOPHjw8yQrVfjSdtu3/+85+NRLUFKq6FxPzVr35lhOP1119vmnfHmnbsuNYdv83JJ68xTkhVX1wQrhCiPiHt8o8Sq8hWxdfixYtNRuw3v/lNkxGBPn/3u9+1673JxkmABEigVAJf+9rXgozVmhOr5pfxJdJXd4B+S8Regu9u2AJW9k7cWg8Q10/YjeXlmwKc7lJ+tx6gSL5AjRar7pJ499pc/T8jAxBHqNRBuIZgfsaXVT+wz0q5384QyyuZ4LYVZpbJHJsnS9waq86GOgCVXO6gMLGqjEPtar9mHOHNecxkFckpzBm1H7P1FxP5iUhRLEp9pbb/9VFiFX8oxqocHD6xGrd5lV6D7ygD8OGHHwaSNu2IkKk6YsQIQXkSHKWIVWTj+5IX0sZStvOy7125dxzrvamKN6/Kfx+0XoOhuH1ZqY5MjTw//H5pvx/4s06d99cgQ95+r/PFU7bZbKiGKFYbarobZ7DIHvxkVyZr8vMv95oMvmN6ZZZJINNyfetGUxoAO7HrgTqb9oGl09v375HmbA1TnDt56NiyilDE6ctWbJyZ4khrmUChYhUi8b777jMZQJolqnIvTuCllYtRYhVS9b333svLiPWJVYjeX/7yl0Y2oqzAqlWr5Oabbw5Nk8aTpl2M+Z577pEZM2bkCVo0CuEIjldeeaURrO0lVtHX3XffHcSRxFQ5RMVtA0kSq08++aTJUkX2F2qsIivj97//fS3f+oydBEigAQjUg1iFnHAln3e5ePYX+eDcrNwQlNE53tnp+qmV2TbFyTugKQAAIABJREFUKxrDEjW/lmheH9amKfkC1ro+T4Rmn7Mezx9bVqxiBUi/yWYXcHOovAmu9YhOl4lPrPoy7PLa9r1YChOrgdTdpBJExUhYRPtLAaTntBKhhjin5ZeTqj5Bv6kq6/6mfxOLEqv4TIPPeThKEav4HLV161bZvHlz6qDwmfGUU04JpCouLESs2ufjZ7SHPyDV5RHUNR0jJtczlPlZlyPmoDqAAMVqB0Bnl9VBAMvhsQx9+96dsm1vq9l8SuXrZ/t2yP6DB6RPz2bzWNxy8eoYDaMggcoTKFSsIkIsAUe2Ipb940B5AAg3t86pPZokCajnRolVSNKlS5eaTElb4PrEKrJL16xZY2SqykW3RIEdT1K7Ot45c+YEy/3jZqq9xKq2q6w1i/aWW26JDAcZxsha1WzaqBOTxOrrr78u+DrttNMEmyyAK8Vq5V+v7JEESKAwAnUhVqOyMt06gK40VDmYVwPUytqcIfJCNiv2rMEWW5WyscI0uzP3jhkyO9g4Jic8Jbg2WkBmJGJfZwdvVyKqmI3Pou0dselTWPTmZ6ya590x6K7jsaUPChWrVjbo8Bky6/j1suCFTeEsY1Rj9IyjIE55852On9lbvGgWhb0uO+LsKLGKVTkqU0oRq5Cz+IxaSJ1VSFCUkcLGVfhZywqoXHVFq1sKwBWrPXv2DEnajuDcnn2GMkrLXNu4PeNm27VDgGK1duaKkZIACZBAVREoRqxiAJqlip/t7NWowakU1Dqg9nm6yRMeixOrffr0MSUH3GxZXGfXWL3//vvlpJNOkvPPP990g6X6uObiiy8OurXlZ1K7ccvzfeONEqtR9WVPPfXUQEprX8gytQ+ITGTsorzBtddea7ISosog2NeljT1JrOIXj5dffjmoKYulZrqBV1Xd0AyGBEiABCwC9SBWc4IyaWodaeiRo9pCINCyYnVTCkkRmYkaJX6D5fb52ZaZOCKW5edJzajrVUJCzE6Qnb4l/nnIovt0T02uKZufyeuboVD2ZzC27Jke7vlitVROafidJdk8YO9Nlswi6d7s+OejxCoi27dvn8kULbbGKmq0fvLJJ7Jt27ag3mnaEaNP1O0/9thjTS3XQjJW7c9uHb9xVdoR8zwSqF4CFKvVOzeMrAEIoOg5/oOMXRi7dukiBw8dMt937d4t3bp2la7dugXPo6D47l27TGFxPQ+I7HO1DUWHc9EHHkdbej2e1zbwHed99tlnpk8c+Bl/BdX+W/r0Cc5HewcOHjTnadw4zz5wvT6H+HSXSRP7gQMmZjyGn3U8+Bnt6rmIGX31aWkJtY1alRMnTgwe0/GZj9nZ83UsiEv7sMevY8C4lIXNCkx8B+YKjHT8ygXn2vOGmMFav+N87Qt/jcYHqAkTJhimODq8WHyRr7VixarWVUW3dr3VqDDiNnDSjatwbZxYxaZJmj2qG2i5clE32LI3rNJrbr311mDzK1d+xrWbVk7q2KPEqk8q45phw4aZDaHs8evmVbppVd++fWXKlClGwEKq4qi0WMVyOchU1NhF7dqNGzcWeddV8WUr7pEpN82T2Q8sk1snVXGcGlpsvK2y4EcXy11Lp8vtz9wrswbWwHgYYkMQMP/9PnBA8EctyICo/1ZDVuiGLsWCqQexihqpoWxSheGpY2ieUlln1Wh1r7czE/eYTanChH31RfPkWlT/2lQgDa0aqSfbG+skiUnNUI263har2BRngaxMXK4eJSmjYonbrKuIjFWwCbj56yJGlUIwS/y9RxKnNPxssVoMi2JfoZW7Lk6sItsUn3FcsSrSZB7TzavceqsaPT6rYaWU1motdFSojYqEAK2PGpWxqpts+eQrMl7182Gh/fN8EiCBDAGKVd4JJNCBBPAf6i/27TPydORxx8nqd96RKWecYaQc5Bsk44iRI2XZG2+YXbuxqzi+v/7GGzL1jDPkow0bTBaaZn9hZ0h7GQlq76CPAQMGGFG68JlnZOy4cXLskCFGQqF9XAMRCcmHX1bQ94zzzjPXfbZtm5x44okmPjyPdvBLzQcffGDkJiTncSNHygknnhhQXPvBB+bnfV98IYcOHjR/RcX5xwwcaGoB/WXZsuAxnIdx43kIS8SDvnAuZCN4XHrZZaEZWvLCCyY+PQyrTz81saM//LKl/eM7nj9l7NjQ+MFr4DHHGMZdunY1150+ZYoZMwTpZ9u3G644UO9o6NCh5meMH3FCwB3Vq5fhrufpz5hPzBmWiJ9/3nmy+t135ZgBAwKJiudxLeIFd7QNLrV4FCtWMdY0Yk+ZlKMUgMpHewOthQsXmi40YxXPIbPTd6iMxXO+eKLaVelqy1q3fXwo1w+05S4FoP275RYWLVpkBKdbP9aOLe4cewMvveaf/umfgmwJfIDXzavwHb904JcG3PdY7la2UgDbFsgtl90lL4egzpa5y26VCe39osqKSZGsfPykfsRq61O3yMU/EUrV9r6H2H5BBPD+sX79evPLCzZswcYt7oFNYPCHG3yGQOkRSIdij/oUq84GTZZMDC3lTilWc6ozX6jZ2ZZRYjU5ozZBrCbK0DRisHixGrW82L/83r4TixSr1qY2bjYrWo8Uq0VzSsMvI1aLZ1HsK7Ry18WJVS0HECVWozawQvT4rIQ/OCPhQDNICx0V2j/66KPNJrAqcaNWEqFtX0mAei8DUChTnk8CxRCgWC2GGq8hgTIRULGKjEYjLw8ckGOHDjWib+euXUa6qTDEOVgmMgyPIftr504jIiE4IRYhQSEQIf1U9tliFSFD0CJz88ILL5RPsezks8/M9Spf0S/kLWQmpCnE33kzZpj2IVSRdQkR+e7q1ea6P7/wghGNOB/CE4+hf2Rj4hrIRjyG51SsqhhF+59s3mzGgLH2bWnJZbb26mXGAyYQyUOOPTYg7opVPAFJjEPHjTgxDs1+BRd7/Coz0Rb6xgFxBtGEfsFXZSr440MP/hqMA3IV8hpyGmPAuHDgOluKf7x5s1meg1/uIKfRNqQqRDMOyGRktKLtWbNmlemOqmwztShW7Q20lBbEqm4ydeaZZ8ro0aNDICHJkVGgtUZ9YjWqXa3TGlVHFq+xuXPnBnVmyy1WMRDUU33ttdfErvOaRviiLALEhF0GQcFgvHg/0g/p+I7sWf3ArmIV43n88cflq1/9qrn3yylWV/58isx5WGT6HYvk3iv6B3Omj7dv5mg2o1Nul0U/nyW53iv7Gmyf3lbKPVPmiNRK5m37QGCrVUoA78X47ya+u3J1x44d5g9fzc3N5rlSN2KpS7Hq22wpO9eliVX7hsmXhulLAbg3XpTYS7ssP40YjC4FEFtjNaZcQvuIVR3zBJkgK2XlpvyM2EJKAYRJxwvsnVa9XL0uNMaSWFTpm40VVpxYxWkQKvjco1n0nTohmz6Tsep+4XMS3r/wO86ePXtKkqoaospVZOnj9w6IUv18Fs5QbZO2trBc7dy5c3B+9c8EIySB6iVAsVq9c8PIGoAAZNv2zz4zsrJXNrti2V/+ImNPOcUsl8dzyKSEwOvWrZvJbIQMRJYnJCzEHEQmfsZjyMDEf1BVMEKG4lA5C8EImQl5q0vyIU7w88qVmYVCkB/IhFUBiDaR1bpxwwbzPKQpsjDRB7JgtT1dzo4MUcSL2HAOxjDgmGOMmMUB6WnizGZtYlx2jJpxigzZE0aPlrXr1oUyOn1iFRx1iT7aBxPIUWSKInMWB6QxYse5yGjR5yFfETt44wALu7QB2tPMYIwB52JMuB7zhL5wgC3Gjed1rvBBTNmDJ+ZZOSKrFTGjbbu0QS3d9rUoVsFXl/zjZ/yFH2J1+fLl8uyzz4q95F/nQs9XMRmVQetrF20gOxf3HMSsu9RKM111U632EKuQoKgVi77tjaggTvGY1l217z1kq+KPE3GZtnp+Uo3V//iP/zB/kMAfL8olVjMZlS9HLrvPyNX2zFzNyMd5350ry37U7rmxlX1b2NYqrQP715ksrixC9ta+BFy5inIn+CMVPltALJRDqmIE9ShW/bvGY7SODE2RsfrN49fLb18QmfHtS2VMr/CcuxsZ5YtV/672GkdO5EWL0Uyb7pL4bLvB5lxpxOpZktm8KmkjLEfmRkrqqLHZjArPWM3MXXbDKnlV7n9qpbhlF3zzWxqndPwGlcSifd8vytF6kljFihx81lKx6hOqyGzF7xFbt24NLRkuNlPVHZddGgViFckd+B3Hrr0qki9WUUKglMz+cvBlGyRQDwQoVuthFjkGEmggAm6N1QYaetUNtVbFKkDqsn8Vq5CMgwYNiswevvfee2XMmDEmezOuNIHbLvrSmrL4oItap/iDBD6Agx8yr+xs1kJrrKJ93cArrp6rtouNrc4++2xzL0FEPPLIIyZTYfr06WYpWVRccTdfkljFLyR/+tOfZMiQIUZkow9sZlX8kZWa02KyRaPqhwbL9zO9u1mtGWE7SuYu+46sNzVGNUq31qhHrDp95tqaKYshYbMlA855VfvQx7N9ZCWtSmPtOT/zVuuf2gQ9EtkZq4hzTrszKn6GeSUJJBFQuYr3E/xBE++z+GNuuaQq+q9HsRrU6AwtDbeX8WezIFOI1dmX9pWVqE3qbqLkkWzeDYyy59lyMCqz1Zcx6RtL1FL4xIxLFctuaYSQuHWzZH1y1C614K+Dmrm3CxSrWls1YK39OH0YpjvDsluvtcaWnlNKseodT1oWSa/2jn8+SawiQjtrNSNWkRkqpgzSzp07Ze/evebzj10Dtb1GpmIXfzxHBj/++KTy1O4f0lWzW9srFrZLAo1CgGK1UWaa4yQBEiCBMhMoRaxieTqO888/PzEqCMDFixeLvVGV7yIsb3/77beDmqlx1+HD7ZNPPmlk6uTJkwX1Vk8//XSTne07IC2x9B1lG9K2a48N/WHMyJjGB2wcELXoW+u/4jG3bf13HCTl4o7fvQZjQO3BK6+8MsicdeNC5gLkpxtXXP9JYhVZGhC7mBvUR8T56LfoIysE3RIASe3lZbl62tHaotOnicz8X7lNmzIZsOFaqrn+/DVWc4I0LGW9j9u1Yq0s2FC/puqIvwSBe15+Rq/KWEuuesRq2Rhxs6uk25HPl4EARMW6deuMuIBcPf7448u6AUtdilVwt+p0ZqYhK1P1cci7GSIv/HqJ+Da/CmejOjVbTXv5QjFyZ/i8Tazc5e3RYi8Tu1vb1e07rRhEW+5Y3Fg85Qfy4s/2L+/Jwl8vkU3KNu9+T9p8Sy9ADNlSBZt8EnVlbsMxl0ekPPfNUYmlANBk0SzK8GbQzk2kEav4rIM/+ODQzzn4gw++8Fy5MlMLHapuoIUVgUcf3Vu6d+9hMmsRD2urFkqT55NANAGKVd4dJEACJEACRREoRawW1SEvqkoCacRqOTevSioD4IfkX7rvlgzQtvOkbVZ8SlDPNW3Gan65An8fHvGJgbj9Zv89yq1/Gjpvs79MgdtWnlgtN6OqvF0ZVJ0QYMZqnUwkh0ECNUAgjVjFMPC+hD+eYy8G/MEHdVer6UCGKjJX+/fvbzb/wx/TeZAACZSHAMVqeTiyFRIgARJoOAIUqw035d4B14RYTVj2rsvtNWP19mdy2aqZQWek4/qCxaqI25a/j6jNsNx+I+45W5qO+E+ZctO8yPqzQQsuk7Iz4uuDBNqHAGustg9XtkoCJOAnkFas4mqzMXF2f4dq5YkMf+zbwaMaCeyVVb/5qcyXq+XH3xovzdUYImPyEqBY5Y1BAiRAAiRQFAGK1aKw1d1FtSBWI4Wpk8WZq4t6q4S3pCpWrKJea7gtfx+FiVW3DqveVMi0vUN+Ihf/JF/o5t143pqwnuuKZlR3tzoHVAUEXKmKrCs9duzYYcqOoKZgOWqtVnspgCqYDoZAAg1BoBCxCqn6/vvvV122qk4UslZPPvlkUz6lOo9NsuTOB2WxE9wpV/9Yrhlff5px0wt3ytJ+1tg+XiJ3rhsld543vDqnh1FFEqBY5c1BAiRAAiRQFAGK1aKw1d1FlRarkqbGqlcGllMapi0FUGaxatdiDW2+lRO/FKt19xLjgLIEDhw4YOo045cXiFNbqiqk3bt3m1rSkAYjR44sabdrilXeeiRAAiBQiFjF+XgfWrt2bVXCw14CqLdalcfnq+Sxn82Xd79yY1gsZh8fctOdMmNYVUZetqD2fr5Xmo+uP4FcNkBV3BDFahVPDkMjARIggWomQLFazbNTudgqLlazy/LnTbtdFv18lvT3DDVqEyZd8h9c4s3azJehxZcCKK9YdWvC5oZuZdRGlQJIqrFaUCmANIwqdw+yp8YhgGwwCFaIAWzA4jv27dtnssV69+5dEhiK1ZLw8WISqBsChYpVDBy1Vj/88MOqYoAN/vr27VtVMeWCyWaqulLVnJBZHr/zbIjV7FL5d6xhjMstm9+76jH5vUyTse89mF1O3yLL71wvo24SefCBxTLzpjtl8s7H5Kfz3801EHu9vRzf7Xum3HjnDDG5pSqFrbCCLFtkoT6Qy8G1s2/tjFX8/ODz9vQ47S8SmTZmtTyYjR1jqXfRXKU3qzcsitVami3GSgIkQAIkQAJVRqDyYlUkfgOrbDZpSLwWsjFTGmnYERmrIgt+dLHcJR6hHMrizWxelasHm7lh8sohlLR5VRpGVXajMhwSKJAAxWqBwHg6CdQpgWLEKlAgcxVytaM3scLyf0jVqs1UNfdNRqxKgiw08nGbXX80KzsHZrJcIVZ/Ol/k6v9xjYw/OtfuYkvYulmhttzMvz53U5vn3hsb1D7NxQJ5+6B8apcrCLJsbxR5wBqXk32rfX9Nfi8/nT8kJ2pBxB5r9jrRPoys/dQaZ52++GpoWBSrNTRZDJUESIAESIAEqo1AR4hVMMhkb4qzSVNWeMrsiNqmL+fO95QUqPYaq16hnB2HuS++O1eW/WhCvkTVEgLZ5825ngzVqExf1G6994pMbnB6RtV2pzIeEiiMAMVqYbx4NgnUK4FixSp4IMt+w4YNHbahlZZFqd6aqnrXFCBWJVwqwAjI7GNGfu6YZpUSQLtLpW8gWrU/J/s0K17zr7fuasjMV/p6NpXyxa6P/Vj6vqLZtvmvkJBYDcUtGUmsIteI1Z0yTTNkjYj2jateX4XVPy6K1eqfI0ZIAiRAAiRAAlVLoKPEqi0HQ3BseehSsyVkqEZp5sT00rAjMlYzYlOFcjC07Hj18UCCOmO15ajNLqo8grbvPp+eUdXesgyMBFIRoFhNhYknkUDdEyhFrCocbKy3bdu2irIaOHCgDB9eK5sgxYnVjARdPebHMm3HT53l8lmkkWLUFZC6OdYpQbanLVNjxSq6cpb8Z5bj+zfcwum6XD+0zN8qPUCxWtGXRLt2RrHarnjZOAmQAAmQAAnUN4EOFav1jZajIwES6EACFKsdCJ9dk0AVESiHWMVw9uzZI5988ons3bu3XUfX3Nwsxx57bMl1pts1yLzGk2usBmLVyVi1m0rMWM3L/MwuuY/MeI2hELQ1StanKGMQSPYX7pSl/X4s14xvNsv98bMpBcCM1crecmXujWK1zEDZHAmQAAmQAAk0EgGK1UaabY6VBBqHAMVq48w1R0oCcQTKJVa1D2xshezVcgtWCFVkqVbvBlUJ95lmg7obWFn1RTMZq9amTk5t1nRidb4M0VquTp/RGavhWq4YSaYeK+qiZsSqXcdVTA1UkRvNpll2LdSMQNZ6rIXVWGUpgGp+p6JYrebZYWwkQAIkQAIkUOUEKFarfIIYHgmQQFEEKFaLwsaLSKDuCJRbrCqgffv2yY4dO2TXrl1y4MCBorh169ZNWlpapF+/ftKrV6+i2qiuiyKW1Qey1amNai23D2RnUo1VIz0XZ4aNZfln75SfPrDYLNufvNOt0WrTcWPLlRNwSwSI5ORvRsC+m2vIEsf2xlmhcgHmbEsgs8Zqdd2mnmgoVqt+ihggCZAACZAACVQvAYrV6p0bRkYCJFA8AYrV4tnxShKoJwLtJVZtRtjkCqIV3/fv329E66FDh+TIkSPmtE6dOkmXLl0EIrVHjx6CzaggUqt/U6p6uhM4FhKIJkCxyruDBEiABEiABEigaAIUq0Wj44UkQAJVTIBitYonh6GRQAUJVEKsVnA47IoESKAdCFCstgNUNkkCJEACJEACjUKAYrVRZprjJIHGIkCx2ljzzdGSQBQBilXeGyRAAkkEKFaTCPF5EiABEiABEiCBSAIUq7w5SIAE6pEAxWo9zirHRAKFE6BYLZwZryCBRiNAsdpoM87xkgAJkAAJkEAZCVCslhEmmyIBEqgaAhSrVTMVDIQEOpQAxWqH4mfnJFATBChWa2KaGCQJkAAJkAAJVCcBitXqnBdGRQIkUBoBitXS+PFqEqgXAhSr9TKTHAcJtB8BitX2Y8uWSYAESIAESKDuCVCs1v0Uc4Ak0JAEKFYbcto5aBLII0CxypuCBEggiQDFahIhPk8CJEACJEACJBBJgGKVNwcJkEA9EqBYrcdZ5ZhIoHACFKuFM+MVJNBoBChWG23GOV4SIAESIAESKCMBitUywmRTJEACVUOAYrVqpoKBkECHEqBY7VD87JwEaoIAxWpNTBODJAESIAESIIHqJECxWp3zwqhIgARKI0CxWho/Xk0C9UKAYrVeZpLjIIH2I0Cx2n5s2TIJkAAJkAAJ1D0BitW6n2IOkAQakgDFakNOOwdNAnkEKFZ5U5AACSQRoFhNIsTnSYAESIAESIAEIglQrPLmIAESqEcCFKv1OKscEwkUToBitXBmvIIEGo0AxWqjzTjHSwIkQAIkQAJlJECxWkaYbIoESKBqCFCsVs1UMBAS6FACFKsdip+dk0BNECiLWP1/rhvfVhOjZZAkQAIkQAIkQAJlJdCW/QTQJm2CnyFaj7SJHDnSJoePtMmhw/g6Yr4OHGqTbbv+Kgtf31zWGNgYCZAACZSbwKVnjZBB/XpKty6dpAu+OjdJl86dpHOnJumEryZ8iUhTk5j/4edSjlKvD/VdWGMlx5563IXFlddsiZenDrPYEysH0h+hl08VQjMhlSMufAApRzuKE23ltAams3jJUc64ir0h7evKEE8ZmshEVLaGygGmTG1U05gYS5kmtaBmDrRMK+h838lN//PCEt5zSu6eDZAACZAACZAACXQUAfNLB4Rq9tcRyNWMWBU53CZy6Ej267DIwcMiW/eKLHq3+F9VOmqc7JcESKCxCFwyvpMMOrpJunYR6dpJpEtnkc6dRDo3iXTqLEaqGrFqtKrxq6UdZZNNVhgpY4o/zXk2ZZt+GCVdbPmYsAArCXzJE1eCvIrFUQSrvEvw39pOpeEp5OqCQk55cqrTUp1UyEgy56Zt1ns7Rlycts3Co024ogwdl+21UoZYysanXLGUq51yDKwcsZSjDX0RlfqZv5yxlIOvv42DI28oufGm//lVitWSKbIBEiABEiABEqhBAiGxmhWseWL1cEauGrG6R2TR6lI/ZNUgKIZMAiRQUwQundg1I1ZNpmpGrHYxYhUZq5L5Mr83lkOstmXNbMIvkKkS9KyTUvw+ij+GxfuScohVjclpK9V4XFGccFGBbTaVSxYZkAVKzMj5sQZRyHi87XkeTNlm/mkJN1SK+81Yg6aUAaRpD/YzZXPJb0DhDlPdGt6+YwJKNaYSZL13kKULdrMkKRWQZMrpjXVSWwXDdBos241TgIWPG1Op40Hb5RpTOWIp5K8TUVzKNZ5yxBJ/Px4Y8Z2kGzbx+aY7L6FYTaTEE0iABEiABEigDglEidXDyFjNfh1E1uphkQOHRbbsEfn9OxSrdXgrcEgkUFcEvjaxiwxp6SRdO4v5CsSqKQWQEav41ROuQb8nAjCp/RHvf0ZalOOX2cLEamLMbkwlhVjSxenxeDMII0ZaNllUYNpyrC9wBlAStgjZa7o4Elr6XvC94F6QNs40YrUgn5J9ESYPoH3OSCu0i+o9LdS4xssgVsvqpcoxpnK0oYMqx2fSAv+oUtS9kPaicrAppQ1kWRxMG2yK80qJxW6+kP8wpAjLOeWvw/+u8IucK5oGn9mvHHdjyYGwARIgARIgARIggQ4ikM1WzRRazbqDtjbzexvqrrYdxu9wbXLoi0Oye/2+DgqS3ZIACZBAOgJ9jm+Wrkd1MUmITZ1RQ7Upk5CI71kHGmQ7pv29DzVae3WNlqtlEavpxsezsgTSzl0SsIJEYFJj5Xw+aoBH5HDnPtLWqUeBcjV9bNrzl22Zn45Ikxw8ggzv9OqgTZrkkHSu0CsjfVzpKRR7ZrluTO2/msZWLBNeV+0EsN9Cp6au0umoqWWWq9U78q6dmqRLk8iNx/cuOcgmmTyIr9SSMbIBEiABEiABEqhhAnbqKoZhiq3q9+zPqBHw10Oy+dV3a3igDJ0ESKARCAw9a4xIzy6ZoqowqZCqKKoapKiCQlZ+pHUgEKt9ups/MvEggY4k0NR2RA537S/SuZdRnjxIgARIoHQC+FNIV+nWfI60tR0ovbkaaQH/Rf8fo7uWHG1Tp9MH8tNByRjZAAmQAAmQAAnUMAH9JKDLXPFvyAMVrKbwapu0/fWQHNnweQ0PlKGTAAk0AoFOI4+WJohV3aUqm62akatZArqMPIVYNYtxIVaP7lbKVuONgJ5jrAQBI1b7yZFOR7VbxmolhsE+SIAEqolAm3Ru6ipde01vKLGKGbhldPeSJ4JitWSEbIAESIAESIAEapwAxWqNTyDDJwESsAlQrPJ+qGsCFKt1Pb0cHAl0DAGK1VK4U6yWQo/XkgAJkAAJkEA9EKBYrYdZ5BhIgASyBChWeSvUNQGK1bqeXg6OBDqGAMVqKdwpVkuhx2tJgARIgARIoB4IUKzWwyxyDCRAAhSrvAcagQDFaiPMMsdIAhUmQLFaCnCK1VLo8VoSIAESIAESqAcCFKv1MIscAwmQAMUq74FGIECx2gizzDGSQIUJUKyWApxitRR6vJYESIAESIAE6oEAxWo9zCLHQAIkQLHKe6AddJNgAAAgAElEQVQRCFCsNsIsc4wkUGECFKulAKdYLYUeryUBEiABEiCBeiBAsVoPs8gxkAAJUKzyHmgEAhSrjTDLHCMJVJgAxWopwClWS6HHa0mABEiABEigHghQrNbDLHIMJEACFKu8BxqBAMVqI8wyx0gCFSZAsVoKcIrVUujxWhIgARIgARKoBwIUq/UwixwDCZAAxSrvgUYgQLHaCLPMMZJAhQlQrJYCnGK1FHq8lgRIgARIgATqgQDFaj3MIsdAAiRAscp7oBEIUKw2wixzjCRQYQIUq6UAp1gthR6vJQESIAESIIF6IECxWg+zyDGQAAlQrPIeaAQCFKuNMMscIwlUmADFainAKVZLocdrSYAESIAESKAeCFCs1sMscgwkQAIUq7wHGoEAxWojzDLHSAIVJkCxWgpwitVS6PFaEiABEiABEqgHAhSr9TCLHAMJkADFKu+BRiBAsdoIs8wxkkCFCVCslgKcYrUUeryWBEiABEiABOqBAMVqPcwix0ACJECxynugEQhQrDbCLHOMJFBhAhSrpQBvuu222/TXqVLa4bUkQAIkQAIkQAI1RqCtLfMRAN/168iRI4Kvw4cPm69Dhw7JwYMHzddnn30mixYtqrFRMlwSIIFGI3DxxRfLwIEDpWvXrtKlSxfz1blz5+CrqalJOnXqZLDgZ3zxIAESIAESIAESIIFiCFCsFkON15AACZAACZBAHRCgWK2DSeQQSIAE8ghQrPKmIAESIAESIAESqBQBitVKkWY/JEACJEACJFBlBChWq2xCGA4JkEBZCFCslgUjGyEBEiABEiABEkhBgGI1BSSeQgIkQAIkQAL1SIBitR5nlWMiARKgWOU9QAIkQAIkQAIkUCkCFKuVIs1+SIAESIAESKDKCFCsVtmEMBwSIIGyEKBYLQtGNkICJEACJEACJJCCAMVqCkg8hQRIgARIgATqkQDFaj3OKsdEAiRAscp7gARIgARIgARIoFIEKFYrRZr9kAAJkAAJkECVEaikWG196ha5+CcvRxOYdrss+vks6V9ljBgOCbQXAfOa+OhGWfajCe3VRdW0a8b63MyKvcYpVqtm6hkICZAACZAACdQ9AYrVup9iDpAESIAESIAE/AQqLlZLFisr5Z4pc0QeWCa3TuKsVicBzNGDMuqZe2XWwOqMsFqiak+xWmmRmcS00vFQrCbNCJ8nARIgARIgARIoFwGK1XKRZDskQAIkQAIkUGMEKFZrbMIYbl0RoFhtv+mkWG0/tmyZBEiABEiABEggTIBilXcECZAACZAACTQogaoUqyvukSk3zcvNSFAiIJOtqs9Mv2OR3HvF5tBj5qKYkgIrfz5F5jycazrTRqb4gPscHrOfF2mVBT+6WO5amrl+9gNzRW7SzMz8TNpQht62BXLLZevlxgdE5tw0T2Y/sExmLgnHkt+fc1OaNu6STDGF2TIXbc0dlV1andC/yzSBU/xYs6xkbm4Ju4ltscw0WapWxqrYMet4ZsvcZbeKWfxeMJfwHGTmISp7Of/c3HzmPxduKzuGB2bK4pvuErljkdwhPzHL9ufKHJnzcGYMQz3lLXLx5Leh95qSCIvV8P1d6L1s3z/hshuI9Tuy3rp3s3dw3jzMvGO93KXlOkKvo8Jic+8fvCbnXrhY5iBj/X+J/CS4jz33RJneiylWywSSzZAACZAACZAACSQSKFmsHm47JAflr3K47YC0SVtihzyBBEiABEiABEigOgioWMV/vvHzkbY2aTtyRI4cOSKHD+PrsBw+dFgOHTokBw8eku3bdsgLz8bUSY0ZVlKNVSOkjs2IuFGBLMsInfWBAHUE4rZWaR3YP1SXFYL0weNywjQksX4yKieTjGxcL7c/c6+c8yrqv4r5OVi+npWRKsoy4jUnBTP/np69Jo1YvUte/m5GRmZYxPcXRpkVW9nrRbL/dqSzXSIhELtZkQU5mBN7bntOb7FjTStWb5T1l82ReUHM6CMrNCVbT1dlcUouRkavzdXizXC05tQahjtfGYmbubcyUtsSvIgsNCcuX33+5ZDIbd3WKv0HWlWBVRQbcZzfhvvyCInVgu/l+PsnvPS+VVq39Zf+VmmGcN9ZAe7eX/rvAmLDGKPYvzztBrl66UMyP+6eKNNb43kXTZcBA/tJ165dpEuXLtK5S2fp0qWzdOrUWTp17iSdOjVJU1OT4H/m/5qaytQzmyEBEiABEiABEmhvAvjvd+embtJVekrnpi7t3V1i+yWJVUjV/W27Zc2WLbJkzZty4NDBxA55AgmQAAmQAAmQQJUR0L+LtmV/wLcjxraKHMn+fKRN2v56SI5s+Lyo4NPVWEyqoep/Pk/ahsRNNlwjSiUnVq1R+GML92VkUWyWZrj2a37GqmZ0ZiVdXr3ZuLEniNusxIsWq7m+ddh543GlZORYCxOrbj3cUrh8Z2P6DZDyx5eRuuvnZMWqPT6MPS/rNmY+Q68AN5szWrbHitXsk2nu5TT3q/ecqGzw0NgzgfjujzSxxV773ElGrPZ0sozTvTcU9rbTaeTR0tSzi0inpuyXwJ5mflaHqjKVTrUwuDybBEiABEiABDqYQI+u3eScEyfJSYMHS4+mPh0uV0sSq/vbPpd3P90kz61+vYOxsnsSIAESIAESIIGiCVSNWLWkTrBk384sDAtGFT15S/pdaRaAcSRYKFPSn4kbylgNtWtv0pQmY7UjxaqWEHDuEJ+A9kk1R7wlS2aUSMhmrPpuSs20ddqNy2oOltiHSiK45RpynSWKY6skRO6qlBnIGfWYLUPhljawSyLEb7RmZ40Wci+n4RSSlSpUrfmOE9yuHC0ktjRidX7cPVH0m1j4QorVMoFkMyRAAiRAAiRQxQQuHDtVThkyXHo0Hd2hURYtVrFk8Iu2HfLAkoXMVO3QKWTnJEACJEACJFAigWoRqxBAQd3QzJjC2WwJWaQRmXYqe8IlAjIZjIsvzNbPzMsgDTNNlom1lbEad8fEj7W0jNVQvz6xGjkPuYzTWydpK9FZvgVnrIYCS8oQdjNcsxcnZL26zG2x6hPBUXI4TYanfY6gzIHDtRCxWkhsacSqm7Fa4ruX93KK1fagyjZJgARIgARIoLoIIHN1zrmXyFFN/Tq0rE9JYnVfW6v8cvHT1UWW0ZAACZAACZAACRRGoJrEarbuqdY6NVInqKvpEat2rUxPZl6g4ELtGP0T1G81GxN5a57mSge4dSN9NTndWrDzYjMzy19j1dt/TI1Vd5l+iFVkPdmsWLVqnebXm7UyVj31NCGzTb1Xb8aqjwvmIbsB0wnupll2Td7cbV9UjdVAPqYVq5mNrTK1a3VDrOJKAeTFG3MvR9fozd2veWLVvr816zd0f9pjCdfgLSS2QKyGathqvdnoGqvBPVHYO1fk2RSrZQLJZkiABEiABEigygl8f+bl0qupP8Vqlc8TwyMBEiABEiCB+iZQKbGqO477aGYlz2azcZJ9gl0KILebe2b5v5is07uWZs+HxJuxWKbcNE/s8gCZZz07m1vSLyOPovrF4+Gd5Kd/d7bIw+tlpm54FVqiPlvmPiAyR7Nvo2pYOsvR82O24gm1P11mf1dk3tqZsujnszKbd8X179bWFAltwpQ/HQljdVjMfmCuyE2Qqdj8yyqRINlNkawOQmNMxcVdah8uaxDNLDwGhJA7N/857FwfsIyrWau80WCIK4TqHSL/G/cjYp4pi6ekLwXg3l8Sey/rBlEx92sQW4af2Pc3xpoV7mZDtWvXyy2XLZZRuKcezpbECPFweCXEljcWsV4P2m/UPVGmd1qK1TKBZDMkQAIkQAIkUOUEKFarfIIYHgmQAAmQAAk0BIEKiNW64xjaAb7yo0uzHLxsUXkEaNnaZkMdT6AO55diteNvK0ZAAiRAAiRAApUgQLFaCcrsgwRIgARIgARIIJ4AxWryHWIyAJ3SANZy+OQGynsGxWp5eTZ0axSrDT39HDwJkAAJkAAJ1DIBitVanj3GTgIkQAIkQAL1QoBiNdVMhssF2CUKUl1e1pMoVsuKs7Ebo1ht7Pnn6EmABEiABEighglQrEZO3tFy9qTT5dCK5+WNGp5ghk4CJEACJEACNUGAYrUmpolBkgAJpCPAUgDpOPEsEiABEiABEqh1AhSr3hk8Ws4++1tyUZ/P5Nk/PCWv1PosM34SIAESIAESqHYCFKvVPkOMjwRIoAACFKsFwOKpJEACJEACJFDDBChW8yYvK1UHdBc5+DHFag3f3AydBEiABEighghQrNbQZDFUEiCBJAIUq0mE+DwJkAAJkAAJ1AcBitXQPFpSFY9TrNbHXc5RkAAJkAAJVD8BitXqnyNGSAIkkJoAxWpqVDyRBEiABEiABGqaAMVqMH2OVK0KsTpJvnPJNBnVNe4e2ylvPv1f8nQH3IaXf+UHcpq8Kz95/nl/78dfIf/3uGPk03celP/88Cvyg8tPEdn0C/nFCpHEa0Xk7LNvLLEcQ7jPXJDVzVUkE/cAEdme5dUB05vQZRTblJGae2OY9Ig6nX/USAmSp5FAHRGgWK2jyeRQSIAEKFZ5D5AACZAACZBAYxCgWDXz7JGq1vwfOnRI5MgXsmvvTlm/5S15Zd3Hsqsj7o+sjNpbJbItUY5WrVh1Jq/KuMqkv5U7hkuHCfN0t3Z5xGrJ93JNsEpHlGeRQMMToFht+FuAAEignghQrNbTbHIsJEACJEACJBBNgGI1Qar60B364mN54+2n5NmtFb61qkwAJorVEJ7CRVz7ZaxSrFb4zs3vrlz3MsVqh08lAyCBshGgWC0bSjZEAiTQ8QQoVjt+DhgBCZAACZAACVSCQIOL1fhM1dgJOPy5vLv6KfnNR59XYp4yfcTIKJWcb8opclrzl7LeLL/3LHkPlljnlpuHBmAvwfYs196/fan8v6+sMJdk+vxY1ncflitXkHd9ylIAbl9735Vn9x+fKwWQEEsQT7OOBgw+lN7jcuUHIicqkqvK4HdFhp8iA3RsCbGoEH5z9zFyGjZBM4dVssHIwL5WODpf2fIHwTW5UgCmTevxUHuaGbzpMxkyfJj02Jstz+CJM1dawBlbNhp7fvP7zMWp5Qq0tINI3L3mIZ9KrGqbOXbmnmvO/Ht7iEk0w0RWG3pnSlYov2y4oTIMKe6/yr0RsCcSqFMCDSFWW2XBjy6WxRcuknuv6F+nExk3rJVyz5Q5Mk9EZj+wTG6d5J4b8/yKe2TKTbhyutz+zL0ya6CIuI99ouf4YrCus55e+fMpMufhmJin3SBXL31I5ifM1tU3TJf5D70cedb0O3TOc2OUabfLop/PkuBO2LZAbrnsLnnZHqM3Vnss6ds759Vb5OKfRMco350ry340IddjEI9nWO65DXg3Jw2ZYjWJEJ8nARIgARIggfog0OBiVUQGfUV+cPopMqBzERN6aIu8uORxeX5fEdcWc0mSWG0O1+TMzyjNyLRmS44GYWTbluA5T4apEYJHZaVtVqyG+szK2pDYSyFW8/oWySyH75vdQGyPnGbVZzUxe2Ox683mRF9indIEsTrAlqLZ+qc5oZgfiwrJPAnd/WN5do3IueOGib0EPnP+F7ml/04WZuZ5CbgHElM+lmf/8JS8otLPI8Vz86nSVttRsW4xszi82dPtU6/XOJNq5sbca5i/VGI1d56RxUaAhtm5ZRNKYdXD5he6v5JfC8W8nHkNCZCAQ6AGxGrrU7fIxc/NDMuwgibSEqtnvSS3XLZeblx2q1gqq6DWgpONYBSZW462iosg5VXtKFYfnimLvwspKZKTmJmwcvJ0dh6j4LlIUZgUc6YPc29AWrqyNJC/GtfmQC7julCscWLVlZxBvJZYTWgvEKtujOKRs3lxq/6NEbkp74JGOY1itVFmmuMkARIgARJodAIUq7gDSpCre7c9Lz977d3K3EdJYhXiDqItJhr/8n1HiEZe75FpTp+h9tPWWA2dp51nxajKw7yYksReTs6WKla9IjoUTziWPFFqb8RlxKrK5mwjZvy95F3dhMwrVi3x6m7s5bsvIh8Li+7w2HLjMGK1z2fh+ykUV3Jph9hSEbGbV9mZsU4Wr0r74DYJ16ONZW9J6FBt10RWvhdE8vgr86bAXkigjgg0mlgtZ8YqxarcHohVT2ZqIAk7QKxa0jIjUcNiNZSBGyNWA3EbvOR1LGGxGtdetFg1+jknfL95g0z/7UNeSZ1V1blzmbka+SZMsVpH/33iUEiABEiABEgghgDFqsLxydWDW+SVtz+QQ/0GS0vXnjKk7zEyoKcu7c5eWMndy5PEqmSXgHukH3aYDw5HTtnLq592b5a8Zeu5rFifOCufWM1mxNritsBYCs2KzN9IKUaexcTiqw0beiwkFTVjdJKcffwKeeVDFcK5zavyl+Q7955PTEeKS5WWvrEliNUYmZx5ylNewhWh2kbajFVzvmYfh4Vr5imfWHVeozgvVMbBJ7ZTPBYz5/yvDAmQQBkIVEis+pZ+57IGMxmldy3NjUeXrIfFVkZqCZaRi7V82oixxTJTl6o7WYbT75grM5+bkykFEMpYdeWYhDMfTTvr5cYHROaY5fDW81ZmYUaq3SHyv8NjwOn+pfd4Bn0/KKPuGCV3/STbttgCMj42w+WjG2WuzJE5D2euG6rZm9Ztkek/KfuzlFIAN8r6yzJlBtyM1bi7s90zVi1hGWYwXWZ/V2Tew1aWa6RY1fsS85sbZ6HtxYtV6963xGrUfZPMrQzvCTXeBMVqjU8gwycBEiABEiCBlAQoVm1Qrlz1SNOWodPk8lNOlVE9u2Sv/FxWLZ4nT1SiHEBBYjUnufLrouYEbP7S6eywAokUXVezvcVqICO39JKLTE3SwmLJrwMa8apIrLH6C/lFpqxsrkRBTCyJYjUUhmdJfoqM1VATMWI1XxbrleUUq+nutfyYnWX9kW9a2n5asRrO7k3HKkasHq01ceNqzKZ8x+VpJEAC0QQqIFYzclRyNToRTVZMQiDNXDJF5qzN1b3MnD8qWD7ulgIwcilSrGYloZXRp3LWiD9brG5rldaB/XO1NrPL1x88LluXU4Vb0FZWgp2QlbpWxqqRvVnBqSUGvOMOZiIbZ7A8PNu2ZDkkxKZjsgVc67ZW6T/QqiGrYnjZTFncnjVWB1pL8oPx+Wur6tPxNVbDIjPy5p12uzx64WK5NrYUgJthGm47d094aqzq/GfnaLPWhTX3g2SzR5Pbo1it7BswxWplebM3EiABEiABEugoAhSrLnlbrv7/7N1rkB3lfe/7/9x0G11mhEYSDAgJhIxHGiEQEQgkAzI2KmHFAdvZcQ54H4yzUzs7O3FOVYpK5diV2Du1a1de2MlO7V1JjH2O8YmzSxjCEXCEsREgIYFsQKCLsSSQLBgQuo4uI40uM3Pq6dt6ulf3unT3Wn37TqJC1nQ//Tyf51m9ev3W008HzUbt7JcvL18p101UO/uEPY3qzXqC1YBty2eU+odbfrdUe4NKo6yGLQVQmrG652SPLNDXIDV8a1gKoNZZkXUEq7W4VApWjbZ4b7H3rttaQ7AaPDPYGnx+bap6K3/IpQBOqaUMysdRLUsBBAe/pReRPc72n79S5nmXu4jNKjhY3TfLswauz/hr1EuechEolECzgtWyNVLNYFG+90t58GDlNVTDBKuq3NJDmiqvsVp2u7cdpHpnwtrrhtqhrjdY1cNeNYh89i+NrVL77Xr6rSUbVLfgdWf9blH3zrb0jvAoM1atB1q5ivTMQPa5bb36zMtqs2zNA5bfqq9XxO9hU9a/OQ/cul2+8b1V8sLXyoNVu45OeO1a2sAOq6uXR7Da3DMqwWpzvTkaAggggAACSQkQrPrJ2+HqaIU1S6+6V/6PJVfLZDklv3r1R7LuSBO6MESwWv7wovEixu3ZYjzIakbArdqBDwHq8CwF0ISHV5nBqs/Dm8rq0piHV+kPqqrFpWqw6mqLz1qwAbe3O2vFesdBpaUAnP61bqc/b89WrmHGqqee7lBZ298KVoPH2sbyF0etobc1c9pou89xgpYCqN+qWrBaefw14dXPIRDIv0CzgtWAp6I7oVXZ7fv209yt8EwLZmuZsVpLsGrfOq/fwu4qu95g1fcp90EzNysHq2Ld1h9Ut/Jg1Q4iteUEnPo3O1i1XjYV1i6NPVgNfHiV7W/7lPqjfNasXxDrfwp44HvfF/maWgKhenkEq809jRKsNteboyGAAAIIIJCUAMFqkLwKV/unyJs/C3oYlBVUtR+RrU+vk+eb0YP1BKuqPp51No0lAc59Ur6pbqsfGRFpa/OpdSmcdK/tac7MHbz6j+RGK0x9v/uP5JPDH8iZGVeKs4Zr2ZPp3Q9LskPKstmM3jVBL34gb57skRut2Z2yXM0atNfOLK+LulXfXCu21KSj7/9K5KpPih6M+nZTHTNW1f7VXPwe/KSHrTM89VRl6ss1eMPC8mOWwm2jPb4P/yrvfzNQt0POysGq8ixf27XCrfCVxppfeF/x4VX2mqin5UZP+F8ebJcvE+Ctt+vhZYEhdOU1Vqv1ubNURDPOAxwDgbwKNCtYLZuxaoOasxv3f1WfYeoOHRs1Y7VsrVbvjNR6g1XvjNWKY6ZysGrcdu4pTw99y4JVv9mxIYJV8cwuLc0I1UJHZ+bm7fJnfybyne+8It79jKYnGaxWWGP1G/ZavPqDo4wK+7XR/eAtJ4y97SH5wpYfyE/0fQLK4+FVzT15Eqw215ujIYAAAgggkJQAwWol+c6p0jV0SgZ9tynNAPz7jRsDtkmqWzkuAggggAACGRNoVrDqu8aqyPd/+aDsVw+ustct1QK5edbt/L7BqrYmqxl2eWYm6gGhFQR611gtWxfVDgzDLgXgt8ZqYKDsXQvWvcaquZ6nFup56uYfrH5bRK0j+9tqndVKD17yGaP6jGGr/fpt9q6HKfkFq64Hb1nla9uVwkzzdw2fsVpTsFpa69eslc/sU+8yBk6bFsut8ra86gpW/csLDla1ZRvsGbfaQ9HcDwPz2TZjp5pmVZdgtVnSHAcBBBBAAIFkBQhWQ/ubwerED34k/7TzVOhS2BEBBBBAAAEERKQJwaorSHPQvbesqzUuSz+uUMm1tuXXZbETGprbm7dlPyrz7JmInmUF1GzK78tXxXgolf7wKk85xqzLT70gN3/tR+YT7o1tX5BVzgxHKxC0Z5K6ZmR+U+S/3CPf3qI1wnt7umvAWTNWv/KA/OiHP7J+o8+O9FmnVKvbN+Vbco83tNVCOTMktOt0j9wjz8lzQQPeqad3fVZ32Ojs7glM5/2rCoGDX01+T7ivJ1it9Dr9wkO3y09+8IpImbU3iJwnjxkP8CpfmqG0JID1O3lK/nSNOR7L614qt1dEBmoozwlWgxriDW+941ffz2e9Ws5jbgGCVUYEAggggAACxRAgWA3bz52fkT9ZOVF+sSFoqYCwBbMfAggggAACBRRoUrBaQNkqTS5fCgAjBBCILkCwGt2QEhBAAAEEEMiCAMFqyF7qWvIl+d2Lz8k/7WK2akhCdkMAAQQQQKAkQLCa0GggWE0InsPmXIBgNecdTPMQQAABBBCwBAhWQw2FK2XlJ2bIjl9vZ23VUH7shAACCCCAgEeAYDWhIUGwmhA8h825AMFqzjuY5iGAAAIIIECwGmEMVHyoVYRy2RUBBBBAAIGiChCsFrXnaTcCuRQgWM1lt9IoBBBAAAEEygSYscqgQAABBBBAAIHkBQhWk+8DaoAAArEJEKzGRklBCCCAAAIIpFqAYDXV3UPlEEAAAQQQKIgAwWpBOppmIlAMAYLVYvQzrUQAAQQQQIBglTGAAAIIIIAAAskLEKwm3wfUAAEEYhMgWI2NkoIQQAABBBBItQDBaqq7h8ohgAACCCBQEAGC1YJ0NM1EoBgCBKvF6GdaiQACCCCAAMEqYwABBBBAAAEEkhcgWE2+D6gBAgjEJkCwGhslBSGAAAIIIJBqAYLVVHcPlUMAAQQQQKAgAgSrBelomolAMQQIVovRz7QSAQQQQAABglXGAAIIIIAAAggkL9CMYHX7d+Xmr/1IRB6Q7//y67LYaPUxeepP7pFvbxGR274hz/395+Uy779X1NHLKm349t/fLF/9ofrft8s3nv07+fxM83fOv3/l+/LLPzFroP+U9vM/6O3ffE7+7rfNGho/h5+SP13zbXnFb/OAY7j2cbXZU0dVe/14tRyr0jaqeJ/jmUfV+kHvH6c8t6MmLd+9+auierXSzwPf+6WsetnuE58tA+tl9Jr7GBW3rVIRfl0YAYLVwnQ1DUUAAQQQKLhALoLVgvchzUcAAQQQQCCzAmNjVqI6JqL+Pjo2JmOjozI6OiojI+rPiIxcGpFLly7JxYuX5Ojh4/LS874xYnUDv5DOFQTq4V0pTPukiPxKxbHf+6V8fYl9mKBA1ifs1ALOmoNVbyiq19P+nRMUewJQPQj0CwED21weIjrBaq3H+j9FvmUEvd4gVAsn/eqkla9q4Ry3jmDV3T/u4XDs//1TuedbatxUqJdvEG328wt324G21e/z/YPx6oOQLYoicMdnbpcZM6dLR0e7tLe3S1t7m7S3t0lra5u0trVKa2uLtLS0iPo/4/9bWopCQzsRQAABBBDInUBny2WJvpe3PPLII/Y8lbpw1QewobFj0tN5VV37sTECCCCAAAIIpEPADlbVf+0/Zqg64vy5ePGiEaxeuHBBDh06JM8880zIypfCUCeECwr0nH9fLLfK2/JqWbAq4oR1nqCwFOLZ1SzNag0drKqitED09q//mch3v2PMVC2bxWocVgsyK4W03v39PG7d7MyKrXqsLz4ktz/+A59gVZutW2WWrFF9e5u4g9VKx/YLVo3j75eHnRnOImIYiTbrOeRwZLdcC9x7771y+eWXS0dHh/FHhatGwNqmwlUVrLaawar2J9cgNA4BBBBAAIGcChwZel8IVnPauTQLAQQQQACBtAs0N1jVwlArRLODzge+8oD86Ic/EtXvEk0AACAASURBVLH+vRSaPiRf2PID+UlZsFoKLt1hox3eqpmRD8v+NeZt6naQGylY1cJSPVgNmqkZeCzv7fpa2OhdisBomxasVj1WLcFqWYBpWz4g3392njyqz3gVe6mD6ksBVJqxaoahqieCyqn9lWKMjZ+t0paNqH1ftiyOAMFqcfqaliKAAAIIFFuAYLXY/U/rEUAAAQQQSFSg2cGqE7AZYeI8ecxYn1PNKF0lLzh//7qItUbq7d/8rsz71teD1/D0zoC0Q0vr3wfstVY9Qa4d4HrxKwevWpirzVitGnYGzVi97QF5QH4kP9pih41W+c6/W7NhYwlWS3Uvq68dehr17HXWvHWHutWD1cCB7PSRvo6rtXW966Va/SvetW4TfRVx8DQKEKymsVeoEwIIIIAAAvELEKzGb0qJCCCAAAIIIFCjQNODVWfW5wPy/e+JfFXNYvSEoA987/siX7Nnmup/19dY1Wa/ag9bcmbA2uuxeh6YZQe26QhWvyHfv/sF+eq3XjGXE5jzmDGr8/Zvfl9W/eyrxgO9ws9Y9R8A5UsJ6DN8zYd8uZZYCFyz1S6/QmBbbQx6Zu5WnPGqyiJUrSbK7zUBglWGAwIIIIAAAsUQIFgtRj/TSgQQQAABBFIp0PxgtXzWoh32lQK92+X2La/IK66ZrN6HVylOb6jneXq8R9z1ZHrfByVp65D6/j7uGavfkOfs4PK2b8g35n9bvv1DNTP0myL/5Z6IwWrwQ6Jc4ap3WQKX2e3yjR+ukhe+4vcwrBiCVauIoLVyvS8YIzQXHlqVyhNJCitFsJrCTqFKCCCAAAIINECAYLUBqBSJAAIIIIAAArUJND9Y1WeaqjpqAaDv2qP2cgE1BKtir+NZeliVEb/aywHc9g357vxvy9d/KM5arr7hXdDv4354lTFTd4Vs/hMzRDV+PP/mnbEay8OrtNDYP9TUwu8Ka7aaFa5lxqrPQ8s0+HqC1UfnPid/99uX1Ta42arQAgSrhe5+Go8AAgggUCABgtUCdTZNRQABBBBAIG0CSQSrpQcZaU+fN2Dcs1nNEHFAvmusveoTrDq3+Zu/W/XyzfJVv1BUe3DSQ198RX7weIhgVQ997WBSO7478NRmzvqtIepZB1bUw5i+9YohYJYj7nVOVZBY67Eq3Lpfvn5sydsb2Dphp9wqi+VVeTvwoVP1Bat+SzDowfdzf/95ITZN21kim/UhWM1mv1FrBBBAAAEE6hUgWK1XjO0RQAABBBBAIDaBRIJVbZZjcKBnB6mVb+93wsiKD3gqlbH4NpG37dmhZYq3ixO8BgiXzRitdCt9wHID9lqhr9ihq1OGPXs3IPCs5VhlZZUa4gSYdkj6oT3D1+fBVNqxekVkIGjEfeUv5YEf/k3ww8Ws/fR1c/2Lcs8yLt/GNHnhbmasxvbiz3lBBKs572CahwACCCCAgCVAsMpQQAABBBBAAIHEBJIJVhNrLgdGAIGCCBCsFqSjaSYCCCCAQOEFCFYLPwQAQAABBBBAIDkBgtXk7DkyAgg0ToBgtXG2lIwAAggggECaBAhW09Qb1AUBBBBAAIGCCRCsFqzDaS4CBREgWC1IR9NMBBBAAIHCCxCsFn4IAIAAAggggEByAgSrydlzZAQQaJwAwWrjbCkZAQQQQACBNAkQrKapN6gLAggggAACBRMgWC1Yh9NcBAoiQLBakI6mmQgggAAChRcgWC38EAAAAQQQQACB5AQIVpOz58gIINA4AYLVxtlSMgIIIIAAAmkSIFhNU29QFwQQQAABBAomQLBasA6nuQgURIBgtSAdTTMRQAABBAovQLAqIpcuXZLh4WG5ePFi4QdEkgAdHR0yYcIEaW9vd1Xj0ugFOXN+UNR/x2QsySpy7AYLtEiLtLeOk8nju4z/6j+MgwbjBxRfqU+SqRFHzZsAwWreepT2IICAEiBYZRwggAACCCBQDIHCB6sqVD19+rQR6I0b5w5yijEE0tPKCxcuGAH3lClTnHBVhWmD5w5La2uHtLa0paey1KRhAqNjIzIyekG6J85ywlU1Dk6c+1jaWscxDhomH1yw6pPR0YvSNXFmWeCdQHU4ZM4ECFZz1qE0BwEEDAGCVQYCAggggAACxRAofLB65swZaWtrI1RNyXhX4erIyIhMnjzZqJEKVUdljDAtJf3TrGqoIK9VWowgj3HQLPXKx/H2STpqRS3yIECwmodepA0IIOAVIFhlTCCAAAIIIFAMgcIHqydOnJCpU6cWo7cz0spTp05Jd3e3UdujQx9Ie9uEjNScasYpcGlkWGZ0Xsk4iBM1Yll6n0Qsit0RcAQIVhkMCCCQRwGC1Tz2Km1CAAEEEECgXIBglWA1da8LPVhVA7SjbWLq6kiFGi9wceSc9HReZRyIcdB471qOoPdJLduzDQK1CBCs1qLENgggkDUBgtWs9Rj1RQABBBBAIJwAwSrBariR08C9CFYbiJuhoglW09dZBKvp65M81IhgNQ+9SBsQQMArQLDKmEAAAQQQQKAYAgSrBKupG+kEq6nrkkQqRLCaCHvFgxKspq9P8lAjgtU89CJtQAABglXGAAIIIIAAAsUUIFglWE3dyCdYTV2XJFIhgtVE2AlW08ee+xoRrOa+i2kgAoUUYMZqIbudRiOAAAIIFFCAYJVgNXXDnmA1dV2SSIUIVhNhJ1hNH3vua0SwmvsupoEIFFKAYLWQ3U6jEUAAAQQKKECwSrCaumFPsJq6LkmkQgSribATrKaPPfc1IljNfRfTQAQKKUCwWshup9EIIIAAAgUUIFglWE3dsCdYTV2XJFIhgtVE2AlW08ee+xoRrOa+i2kgAoUUIFgtZLfTaAQQQACBAgoQrBKspm7YE6ymrksSqRDBaiLsBKvpY899jQhWc9/FNBCBQgoQrBay22k0AggggEABBQhWGxGsjl6Ui5es0dTeIR2tBRxZEZrc8GB15KJcHLUq2NohHW0RKsuuDRNoeLB66aJcHDOr39rWIW28Tqv2pd4nVTdmAwRqFCBYrRGKzRBAIFMCBKuZ6i4qiwACCCCAQGgBgtUGBKtHtj8hm96z+uSalXL/kp7QHVTEHRsdrB5/Z728eMSS7Vkh91/fXUTm1Le5scHqeTnw+k/ljbMmw+yrPyu3zRmfepOkK0iwmnQP5PP4YYLVf/7nf84nBq1CAIHcCPzBH/yBXH755dLR0WH8aW9vN/60tbVJa2ur8aelpcX1JzeNpyEIIIAAAggUSIBglWA1dcOdYDV1XZJIhQhWE2GveFCC1fT1SR5qFCZYfeaZZ/LQdNqAAAI5FmDGao47l6YhgAACCCCgCRCsEqym7gVBsJq6LkmkQgSribATrKaPPfc1IljNfRfTQAQKKUCwWshup9EIIIAAAgUUIFhNTbB6Vt57cYNs72LpgPQFqydkx6bNsjfgBBHrbeTHdssTu0/LTTffInMnFvCMpDU5bcHq8MHX5NnfHPbtlFjHQIq7nRmrKe6cDFeNYDXDnUfVEUAgUIBglcGBAAIIIIBAMQQIVglWRa0Ju2vKarnz2kly9t0XZcP7c2T1ndfIpIReA2kNVqVvrfRf5kExgtB35Tq/34XxSyxYVeHxHpliBLrm+qMf9iS77mgqg9Ujl8uapXNkgt631hhINlw1w3/fMRpmHAbsQ7AaIyZFOQIEqwwGBBDIowDBah57lTYhgAACCCBQLkCwGilYHZR3Nr4qBy64YUfPn5XhS9a/tU+QSeM9jxsfN1duvet66XLtlo4Zq/kKVs/Ie6+/IQdG3P0zcvGknB61/q11snR1tLk3aJsjv7V0rkxx/rVSaBVzoJVYsKoT5CxYvXhYtr/5jhz3nP+GL5yU4THzH9vapsmUds8Gk6+XlX0zpcP6Z2PGql+wKuYYOJ3oA7BiHocEq1wvNFGAYLWJ2BwKAQSaJkCw2jRqDoQAAggggECiAgSrkYLVI7L9iU3yXt1deI2svH+J9FQKVs++Jy9uOCULV4hs2mwdYfoSZyapmmW6STvw9BvMGafqx/s7uaa0vIARnJ5eKCtlk2x6z6yHWDNWl8k22fCWHT+p3y2Q02p5Ak8idc2K+2XJTBEx6rhdC6z82lU3jsQ3Y7XyLfzBNbtW7lzZJ9NDBKvH31kv70xaIVcc2SxvyA2ypk/kjV++JYdcB/OWr/3SE6waYd7ZBXKnbJYXj5jblWZGup9sr35Xmjlb/jt9RmVZPZdOkb3GjNUlIrt/Km+cterUs0Luv/q0bKnUBmvGptOKSTeUz+qsfxhIbDNWzx30qX8NFfK0o1qw6pot6jVRh9PKM/v1crlp6C3HulK/uvvWml3cd7l8uPstkauXyZTfbHOWqjDK6XzXmEnt+omhX5ixWsO4YZO6BQhW6yZjBwQQyIAAwWoGOokqIoAAAgggEIMAwWqqg9XtctwJRUszWldP2SUb3uoqhbOHt8sTmwdlyeo7ZfZHL8qGt8T4+zVGzmqGv4NW8GoEq28dFycctYJYv6UAhozw1h2Wmvur8hfKqQ2lckXim3GbqWDVsxSACixfPDLTWiPVCnZVOHl9t/VytQJPFbp6bylXW/gFq785XApMrZBwSt9a6T2yXl4cKpVjrgE6xQiFxaiHFuBq+6nlDNz1VAcOWgrgrLm+bFAbrOBY1cdcJiG+2ZuZCVaNPpNSGG9Zi2sGq3ss2Ou1OkG4No6MftX7TkTM7cU9rlxBqTZjdZIZJFc6ftj3DoLVsHLsV0mAYJXxgQACeRQgWM1jr9ImBBBAAAEEygUIViMFq2flw1175LB927/le/bwe3LotPU/psyWa2Z6VittnykLFl7hWcPUE0was0EPyhwnILVmospKuf+KAXlis/jMehXfNVKrraEa9HsjWFXHW6LNrXXqtUxk2wY5eFVppmxcL7D4gtXzcmjffjnuWQpg6NReeX/Yqu2EXrl+qqd/2qbLNfNnauto1v7wKiOwFDtI9b89O3jmY0Cw6rr9vFTmdUNBt6ZbwalTD9VWM9A9PdcMQN31rB6setfuLLVBzXRtzNqesQWrIyfl/X0fif2SNHv+ogwePyCHrNdu5+S5ctUk+6Z/a2xMulw+cdU0sReKCH54lR2kW/sZwepHcoXnAWS6efkYKPWrEay6+k5EXGX6jStvsFr5+GFfqwSrYeXYj2CVMYAAAkUTIFgtWo/TXgQQQACBogoQrEYKVv2HjetWfO02/MqDrI5g1Qg6PcsQWMeptkaq3+/DBavmjFh7BqzZtunaTNnwL6n4glX/OpizNa3fuWZiBtW59vUr/YLVvX7FBt2W7TdjNSBYNWaIem5zt28nLw9O3ZWIL1g1H+TkMpUKSx3UMSxiC1Z9j+leKqGWB08FBuLedXErLT1gjbfGB6ve5SfqGe/BnUSwWscAZtOaBZixWjMVGyKAQIYECFYz1FlUFQEEEEAAgQgCBKsZDFbV+qj2rftm35uhrJo9aqyT+v4cZy1W9duGzFi9Y44cfOmULNTXijWWJPCfSVvPGM1bsFrXk9prDlY/K1MOlGagmr6VZj02aMbq3DPy7IHJrmUNKs7IrWMgZCZY1dxLYXf5jFG96Y0PVisfv45ucG1KsBpWjv0qCRCsMj4QQCCPAgSreexV2oQAAggggEC5AMFqRoPVTYOlB1np66iaD6CqssZqjcFrxTVWjWB1u3TZD7JS8a6x/qq29mvIV1zeglW/9Uk/7Pms3DZnfLlQncHqG53a+q3e9VerrbHqut085BqrKljdfdpa+9NsjjF7VVv7NeQwiO/hVb4ViHHGqm+w6r/GqR2yu9dMtZeAeNdYS7fWNVbdgX1ta6zWFfL7uBGshh3N7EewyhhAAIGiCRCsFq3HaS8CCCCAQFEFCFYzGKzev0SMB1K9p49abckB11IEahvtd9WWAhBj1qkqWT20aoGcfnGDbD/ufnnYD75yLwOgtmEpgLJb7H1uC69423nNwepa6bceUnRI655KT5bXj1t5KQDt1n516/rVp42HIenHEe12f/cyAKoyBVsKwApW9+rLO1gPo9JfOc6DquyHUR2ZItfJu7L3rLlVpb5Tvy/t77c0RSkoNsrpfFee2P2u64WrHz/sGx7Balg59iNYZQwggEDRBAhWi9bjtBcBBBBAoKgCBKsNCFaP79og2z6whtSVy2T1wulFHV+h2t3wGav7Xi6FxdP7ZdX87lD1ZKfGCjR6KYAPd74m71ihZteVt8hNV/jMIG5QE+NaLqFB1QsslmC12eLFOB5LARSjn2klAkUTIFgtWo/TXgQQQACBogoQrDYgWC3qYIqr3Y0OVuOqJ+U0VqCxwWpj616tdILVakL8vkgCBKtF6m3aikBxBAhWi9PXtBQBBBBAoNgCBKsEq6l7BRCspq5LEqkQwWoi7BUPyozV9PVJHmpEsJqHXqQNCCDgFSBYZUwggAACCCBQDAGCVYLV1I10gtXUdUkiFcpzsJoIaAwHJViNAZEiygQIVhkUCEQT2De4T36w8wey+9huuTR6KVphEfZub22Xvsv65KFFD8n8rvmBJZ3b82v5+H/+g5zd8baMXUquvn4VbGlvl0n9i2XWf/xjmbjgExE0RAhWI/GxMwIIIIAAApkRIFglWE3dYCVYTV2XJFIhgtVE2CselGA1fX2ShxoRrOahF2lDUgIqVP3zl/5cOto7ZFz7OGmRlqSqImMyJhcuXZCLly7K397xt77hqgpV9//Rf5DWCROkdfwEkZbk6usLNTYmo+eHZXR4WOb9j3+KFK4SrCY2FDkwAggggAACTRUgWCVYbeqAq+VgBKu1KOV/G4LV9PUxwWr6+iQPNSJYzUMv0oakBP5y81/K3pN7ZXx78x7AWK2t5y+dl+umXSd/s+JvyjY98Gf/WYb37pHWCROrFZPo70eHz8mE6xbI3O/899D1IFgNTceOCCCAAAIIZEqAYJVgNXUDlmA1dV2SSIUIVhNhr3hQgtX09UkeakSwmodepA1JCdz31H3SOaEz0Zmq3rarmatDw0Py5OefLGPZffcd0j6tK30zVcsaMSaXTg5K389eCt21BKuh6dgRAQQQQACBTAkQrBKspm7AEqymrksSqRDBaiLsBKvpY899jQhWc9/FNLCBAmufXCtdk7oaeIRwRQ+eHZT1960v23nXnbdLx4yecIU2ea+LR4/IwhdfCX1UgtXQdOyIAAIIIIBApgQIVglWUzdgCVZT1yWJVIhgNRF2gtX0see+RgSrue9iGthAAYLVxuESrDbOlpIRQAABBBDIkwDBKsFq6sYzwWrquiSRChGsJsJOsJo+9tzXiGA1911MAxsoQLDaOFyC1cbZUjICCCCAAAJ5EiBYJVhN3XgmWE1dlyRSIYLVRNgJVtPHnvsaEazmvotpYAMFCFYbh0uw2jhbSkYAAQQQQCBPAgSrBKupG88Eq6nrkkQqRLCaCDvBavrYc18jgtXcdzENbKAAwWrjcAlWG2dLyQgggAACCORJgGCVYDV145lgNXVdkkiFCFYTYSdYTR977mtEsJr7LqaBDRQgWG0cLsFq42wpGQEEEEAAgTwJEKwSrKZuPBOspq5LEqkQwWoi7ASr6WPPfY0IVnPfxTSwgQIEq43DJVhtnC0lI4AAAgggkCcBglWC1dSNZ4LV1HVJIhUiWE2EnWA1fey5rxHBau67mAY2UIBgtXG4BKuNs6VkBBBAAAEE8iRQ+GB1aGhIJkyYkKc+zXxbhoeH5cKFC0Y7RtvOS+vI+My3iQbUL6D3PeOgfr9G7EE/NEKVMvVg1Tjvj46K+jf135GREePPpUuXjD8XL16Uo0ePygsvvAAcAgiISLhgdY38xae/LH3tPoRDL8mDm78X2Xbw7KCsv299WTm77rxdOmb01Fx+91/9P9KzqFNGd/5A9v3VU679Zv3dv8k0+Zns+dN/qLm8ejaMGqyuWrVKZsyYIR0dHdLe3m78aWtrM/60trYaf1paWowqqf/af6+njmyLAAIIIIAAAvEIdHd3hy6o8MHqCWashh487IgAAggggEBUgaAZqypYVWGqHayqUFX9+fjjj+XZZ5+Nelj2RyAXAmGC1a+teEzu6PxQXnruEXFFqFf/hfzj9X0ix38sf/iLZ2XNb/2jfHn8L0IFrXEHqyJDcvb/+t/kg6dL3Zb2YHXNmjUya9YsI1j1hqt2sKr+S7Cai5cijUAAAQQQSEhAfV6I+nP27FkhWO28KrQjwWpoOnZEAAEEEEAgsgDBamRCCiiwQOhgVfxmppozWeeeMoPVKD+xBqvz3pWzg4tlUtfbcuTff1NOWBUjWI3SQ+yLAAIIIIBAPgQIVs1+bHnkkUfGwnSp+jA2NHZMeghWw/CxDwIIIIAAAokLEKwm3gVUIMMCYYJVYybq9MHyGaseh9TMWJ33rhz594dl2uN3S7u2JEBZsPqf/kEW3HWluxVD7jC2nq6OuhQAM1br0WZbBBBAAAEEwgkQrBKshhs57IUAAggggEBOBAhWc9KRNCMRgTDBqlnRr8l/u+cOucKutc/aqukKVr8pYqy3Ks6SAK5g9XPfkvn/+2IR11qsfyxzH79bxg2EW4eVYDWRIc1BEUAAAQQQqEuAYJVgta4Bw8YIIIAAAgjkTYBgNW89SnuaKRA+WPXUctF/k8d6Vcx6Vna/84fyX38j6Vlj1ZixqpYA+Lxc+X8/JJPEnIU6Tn94lRGsXivDMa7DSrDazJHMsRBAAAEEEAgnQLBKsBpu5LAXAggggAACOREgWM1JR9KMRARiC1at2hsPtrLWX03bjFVjbVVtZurp7odkmlizUQlWExl/HBQBBBBAAIGkBQhWCVaTHoMcHwEEEEAAgUQFCFYT5efgGReoP1hVSwD8lgxas1K9zU99sCoi3daSAKNDndI6SLCa8SFM9RFAAAEEEIgkQLBKsBppALEzAggggAACWRcgWM16D1L/JAXCBat3SNfxH8sf/uJZT9XXyF98+svSd/4leXDz91K4FIBdXWtJgE4RsddPZY3VJIchx0YAAQQQQCAxgWrB6pNPPin33XdfxfqdPXtWuru7Q7fhyND70tlymbS0tIQuI+qOLY888shYmELUh7GhsWPS03lVmN2NfU6cOCFTp04Nvb+z49Ae+em/bpL31T/0r5WHl810lXluz0/lXzYZv5X+z60VeXq97PDZLnpFKAEBBBBojIB+HvM/Qr+sfXiZuM9+jamLb6kfb5NHn96hzrLJ1qOJTc7DoQhW89CLtCEpgfqDVRG5+i/kH6/vk0l+lb60W3788/8qKnJN5VIAdp2tILVVfzDVf/oHWXDXle5WDZnrsRrLCNT5wxqrdYKxeS4EUn+tlwtlGoEAAnEKVApWVahq/1QKVwlWUxKsHt72qKxXn+eNn6tk5e99Vhaob9KNn3Oy57l/kU3da2WtrHe26//cw7JsVpxDirIQQACBxgk4F9tXrpTfv2eBTHQOZZ3jPhCRst/VXh/7PHrVyt+Xzy4olV5zCQSrNVOlaUOC1TT1BnXJmkCoYLUJjRw8Oyjr71tfdqRdd94uHTN6mlCD6IcgWI1uSAnZE2j0tV72RKgxAgikXSAoWNVDVbsNQeEqwWoqgtXDsu3R9eLkqipaDRsMpH3UUj8EECisQPDFtkil3zUNjGC1adRxHohgNU5NyiqaAMFq43qcYLVxtpScXoHUX+ull46aIYBAQgJ+wapfqFopXCVYTUOwan+Y718rv9+13bzlX5u1Zb5BdUl//w7ZoaWvTvjqhAGekeiUoQW3LB+Q0MuVwyKAQM0X2ytENtlLo7jYSrfoG7NTT/RLv+yQHdZM1892b5Kf7jC/mFoy+C/aXQClQvQvrdx3Coj09/fLDuMk2y9rPyey3lgWgPNq2kcuwWrae4j6pVmAYLVxvUOw2jhbSk6vQM3Xevd0yY5H18tgf7+oD7hqwburlt0isu01c2m8gOs/505Ode2nfvr7pX/HDtlh3fHZtav8+vC+eQfkSWtJPb1Y++7PsmtKo1z3naL6HaVByx2Y5Wl3YWkHc+401T63c/dpescxNSuWQLU1VmvRIFhNQbBqf7g3Tq6T7bVWS8sBuNdX1bcR6f/0Shn8ubk2aykwIEitZfCzDQIINFegttvDbpDrP3hL3rEuas31psuXCjjtLJ9SOlfa59IrFlwhH+750L2siudCtv+kvW61vb9+50CvzJQBOcx5tbkDJOTRCFZDwrEbAiJCsNq4YUCw2jhbSk6vQG3XempJKDNYNb7CNiYDaf/bmQhU6frP/LJdPNeDRrBqFOq+PtzepS0T5TzbpFoZ6tkmD0vpmrG0fVB5K/p3yGZ1fGuCkzjPSWH9/vSOWmpWdAGCVXMEZPvhVfaJ3ZldWnoDsYPS8jeoUgBQClbd67I6M7GYoVr08wTtRyA1ArU90GCuHLAutPVv8r3nQSdY1c5xZcGqa71W7bypXyTr2zjhqx2scl5NzeCpUBGC1Sz0EnVMqwDBauN6hmC1cbaUnF6B2q711INK3ddly2Z5/7fZxqrXf05Ial6zOcFq2Wfg8qX37PDVu0/ZZ29PEGs+ZNW/vFtuEXntNffdp+ntLWqGAAJKgGA1B8FqxTcf7zddPrf2E6xyMkAAgawI1LaOqt+FqtZC6zxIsJqVXm98PQlWG2/MEfIrQLDauL4lWG2cLSWnV6C2az13MGl+kR4yWHUCzqBgVb+utGaNVgljKwerpQkAxtJRDy+TmZ7yFoh9B2qpn3h+SnrHLDVDgGA188Fq+exUo0nOydlz+wHBKq96BBDIsEBtF9v+F9beZvvNymfGaoYHR4SqE6xGwGPXwgsQrDZuCBCsNs6WktMrUNu1XozBarUZq97Qs1P/rO0fxlYMVn+vS7YbzwHQ7mpyjnGFXHf5h7L3I/Mz/LJZfu1Mb99RMwSKKkCwmvVg1e9Eb7RJW0/G94FWfksBsMZqUU8EtBuBrAjUdrHtt0Z0+ZdQNQWr+kVv1TVW9YcNsMZqVsaUqifBapZ6/BNXQgAAIABJREFUi7qmTYBgtXE9QrDaOFtKTq9Abdd6lYNV9eCo6mvsm7NFpzhrmAbMWNUmLJmzRkX2PPcvssl4+FWUYNX+7K2XVwpWnTZ4JkyZYSs/CCCQJgGC1YwHq04w4FoH0GxUaYmAfvnsykH5qXqSod+MVfVtmGyTR3l6dZpem9QFAQR8BGq+2NYuQvVi9NuoKgWrarslg/9iPbzAXRHfMqxNrnKeTNsvaz8nsp7zaibGMcFqJrqJSqZU4L6n7pPOCZ3SIi2pqeGYjMnQ8JA8+fkny+q0++47pH1al0hLeurrCzc2JpdODkrfz14K7bpmzRqZNWuWdHR0GH/a29uNP21tbdLa2ur8UQdoaWkx/vCDQNICNV/rla2x6r5r090O/cFP+hfhrqvE4DVWtS/X1R5XrVwrc/evt8LVfnEeOGUFulXXWK1YXunLed9rWM8X/QStSY9Yjo8Aa6zaYyDbD69iJCOAAAIIIIBAaAGC1dB07IiA/OXmv5S9J/fK+PbxqdE4f+m8XDftOvmbFX9TVqcDf/afZXjvHmmdMDE19fWryOjwOZlw3QKZ+53/HrqeBKuh6dixSAK+D5YqEgBtRQCBqALMWDUFCVajjiT2RwABBBBAIKMCBKsZ7TiqnQqBfYP75M9f+nPpaO+Qce3jEp25qmaqXrh0QS5euih/e8ffyvyu+WVG5/b8Wvb/0X+Q1gkTpHX8hPTNXB0bk9HzwzI6PCzz/sc/ycQFnwjdzwSroenYMc8CzoxPcxarbHvUvEPJ5w7QPDPQNgQQiE+AYJVgNb7RREkIIIAAAghkUIBgNYOdRpVTJaDC1R/s/IHsPrZbLo1eSqxu7a3t0ndZnzy06CHfUNWumApXP/6f/yBnd7wtY5eSq68fVEt7u0zqXyyz/uMfRwpVVdkEq4kNRQ6ccgFnOSinnvpSASmvPNVDAIHUCRCsEqymblBSIQQQQAABBJopQLDaTG2OhQACzRIgWG2WNMdBAAEEECiyAMEqwWqRxz9tRwABBBBAQAhWGQQIIJBHAYLVPPYqbUIAAQQQSJsAwSrBatrGJPVBAAEEEECgqQIEq03l5mAIINAkAYLVJkFzGAQQQACBQgsQrBKsFvoFQOMRQAABBBAgWGUMIIBAHgUIVvPYq7QJAQQQQCBtAgSrBKtpG5PUBwEEEEAAgaYKEKw2lZuDIYBAkwQIVpsEzWEQQAABBAotQLBKsFroFwCNRwABBBBAgGCVMYAAAnkUIFjNY6/SJgQQQACBtAkQrBKspm1MUh8EEEAAAQSaKkCw2lRuDoYAAk0SIFhtEjSHQQABBBAotADBag6CVdWJZ86ckQsXLjhPNi70qKbxmRRoaWmRcePGyeTJk6W9vT2TbaDSzRPgvNc86yIcyQ5WVVvV39Wf0dFR58/IyIioP2rcqT9Hjx6VzZs3F4GGNiKAQIYFVqxYITNmzDCuq9SftrY2409ra6vzR11/qT/qx/5vhptM1SMKpOl6nGu9iJ3J7gggUFUgrnMewWrGg1XVgcePHzfCqI6ODi6Iqr502CCtAirIuHjxovElwfTp0wlX09pRKagX570UdELOqlBpxqoeqqpzlPpz+PBh2bBhQ84UaA4CCORNYPXq1TJr1izjmkp9TtDDVRWwqg+UKmS1Q1WC1byNgPrbk5brca716u879kAAgfoF4jrnEaxmPFgdHBw0ZvlNmDDBuTCqfzixBwLpEFAzxIaHh43Z111dXemoFLVInQDnvdR1SeYrVC1YtWeqqv+qYPXjjz+WZ555JvPtpgEIIJBvgXvvvdcIVu1Q1TtzlWA13/0ftnVpuB7nWi9s77EfAgjUKxDHOc8OVg8dOlTv4WX27NnGPmfPnpXu7u6697d3ODL0vnS2XJboZMuWRx55ZCxMC9SHsaGxY9LTeVWY3Y19Tpw4IVOnTg21v5o1o27xsW/rCVUIOyGQEgF1UlOzw9RttjNnzkxJrahG2gQ476WtR7Jfn1qDVXvGqgpW161bZ3ypyQ8CCCCQRoFz587J7/7u7xof2PyCVXs5AHspAH1JgDS2hzo1TyAN1+Nc6zWvvzkSAkUXiOOcR7BqjqLMBqvqw536JloFq/wgkAcBFaza4zoP7aEN8Qtw3ovftOglVgtW1XlJhar2jFX15c9f/dVfyQ033FB0OtqPAAIpFdi+fbv89V//tTEBQwWrQUsBEKymtAMTrlbS1+Nc6yU8ADg8AgUTiHrOI1jNQbCqvom210cq2PinuTkUiHpSyyEJTfIIqIttznsMizgF9GBVlVvpwVUqYD116pRcf/31RrjKDwIIIJBGAXV+euedd4y74rwzVtXnBtZYTWOvpadOSV+Pc62XnrFATRAogkDUcx7BKsFqEV4ntDFDAirQUGuTqJnY/CDgJ8DFNuOiEQIqXLUDVnUeUn9XF1n27UH2bFV91qq6zfaBBx5oRHUoEwEEEAgt8NhjjxnLlXhnq+oPr9KXAlAHYimA0Ny53DHp63Gu9XI5rGgUAqkViHrOI1glWE3t4KZixRSIelIrplqxWs3FdrH6u1mt1YNV9Xd71qoKV+0/+nIA58+fF/VwjcWLF8vv/M7vyKJFi2TSpEnNqi7HQQABBFwCQ0NDsmvXLvm3f/s3efvtt42HgI4fP75sGQAVrtqhqvqvHqiqv/ODgBJI+nqcaz3GIQIINFMg6jmPYJVgtZnjlWMhUFUg6kmt6gHYIPMCXGxnvgtT2QDvOqtBywHY4ao9c1WFGeohMRcuXDA+iNoBrfq7+rHLrdRo40GYQ0PS2dmZShsqlayAPTYIvZLthzQd3bsuqvrfKiQdN26c8VC9yZMnO7f/68sAqNv/7T96qGqPLcZYmno52bokfT3OtV6y/c/RESiaQNRzHsEqwWrRXjO0N+UCUU9qKW8e1YtBgIvtGBApokyglgdYqYsmvz/2jFY7jLXDVX0WbCVytZ9at1WthcgPAl4Be2ywnj5jwxbwBqv2DFQ7NFWzUv3+6KEqwSrjqdr7UpJLc3Gtx/hEAIFmCkTNIAhWCVabOV45FgJVBaKe1KoegA0yL8DFdua7MLUN8Aai3nVWVYBqB6vev9trsdrLCHgfiFVp5qr63cmTJ2XatGmptaFiyQnYY4PZhMn1QVqO7J1Zas9Utf/rDVbV/7YD1kqzVVlfNS09nJ56JH09zrVeesYCNUGgCAJRz3kEqwSrRXid0MYMCUQ9qWWoqVQ1pAAX2yHh2K2qQKXlAPSHWNkzVNVFlL4Gq74UgB7SVjuw2o9gtZpScX9vjw1mrBZ3DHhbrges9sxT9V89PNUfVGX/XV9b1d5PlU2wytjyCiR9Pc61HmMSAQSaKRD1nEewSrBqCgztkxeefVOO2aN3+o2y5tPzxVztbUj2/fxZefO4PrQvkxvXrJL5nuXgDr+xTnZOWSOrrtN/Ub7/tZ/6ktzEQ9+bea7IzLGintQy01AqGlog7ott//NW6OqxY4YFKi0HYAer9n/1QFX9XV+T1S9UrTZj9cSJE8bDZvhBwCugHpLW3d1thF9hf97bskUOBew8Zd5S6b98vJx8b4vsCthodt9tco1neJ7/aIe8vv90Wan6tpXKlMnzZOniSTKwZVdg3VThZnnn5aO3X5f9Z3waMXuh3HaNNdt78D3ZsntI5i3tl8vHm9vWU8/ydprHPdpjGnl/zPZNcR1Pzn8kO14/KjO0OoTtN30/b//rywHogakKV9X/1oNV+9/8HlrF+qpx9E7+ykj6ejyOa71169b5d8y1d8iXbpppfsrd+4I8u935BFy+vfGZeKr8et1L8q5vadfKHV+6SczSDssbgduZO+ufgQOPbdXP+P3BOdpncrsC1mfr7lI7KrWFz935e33SovgFop7zCFbNPml55JFHxsJ0j/HAibFj0tN5VZjdjX3Uh6mw66rF8aZjvwmIE3ZaJ2sxw9WhN9bJS+/qbxr2m5C4w9WP35B1L78rly3Rg1V3WUbcamw36BvMhkZkx9wIRD2p5QaChgQKxHPes4r3PW+BX1QB7+373odR2QGq/t9KoaoeplYLVo8fP26EZ/wg4BVQ14nTp0+PFKzue/llkf5PyXzvEDuxT17e8aFc0f8pmXHsZXlbFsun5rsT1OGB7bLt3VPGNvb+g/telrc/nCrzly2RKyZoNbbKm3rtMlnSO0GM7XzKLO0xKPteftu/blqx5vGukMWfmi+u2g1/KNu37ROxjifG8c849aqrnh+qA3qPMSwfvrlNDs802+P6sY59ythNczP+/bDM9NpEHNrVglV7OQB95qr9d/2/+vIBxocgK7CPEtxHbBq7p1Ag6evxOK711v18n08oaYWf1iQiCQwv9U4x9yl9VrZ/Z08esj8nB21X3sHqS/2X3vWbqGTV79o7ZM2UnTUHq4HlcZ2bwlcXVUqjQNRzHsGq2avFDlbVCXfnVPcbjzGD9aDMWbNKpv56nbwk7m/EzBmu5u/nd7q/nfMLVg/O0cJW175pfFlRp7gFXn75ZVEXSPrPrFmz5FOf+lTZoaKe1OKuO+WlTyCOi23vrAL3eSt9baZGzRPwm7Vqr5uqz0rVZ7D6PbTqzTfflGPH3LNgVDi2ZMkSozHe0FVtq37PDwJeARW6X3bZZZGC1T0bN4osuUsWlGX3J2TPxu3G73qObJTtskTu8m40PCBvbN0jk639hz94Q7buFVmw/CbxZo1G3U/skY3bB6S3UplOI0vHL69bSeLEnoC6ybAMvL5VPp61XG66coJ17DNG3S47Wm89F8iC03tkzxTdwFO+1jmGw8ezZMmsj2X73smy5K4FYvAaXh/LrCCfOoe4X+Cph6HVZq763f6v72N8EIowG7rO5rB5ggJZuh6P41rPP1hVHVBLeKl3VHBgas467bJmrdYWrJr7eCYoaYczQlKpPVitVp45qeld12zZBIchh0agaQLNPOcRrJrdWuxg1W9oa7NKqwerdgHmt3auEFW9dak3hxOlpQXcb0BNe11xoAQF1FNFN23a5KrBypUrZfbs2WW1IlhNsKMycug4LrZLTfU/b2WEgmo2QMDvoVP6A6m8t/zroao9w1VV68iRI/LGG2+4anjjjTfKjBkzfM97BKsN6MycFGkHq1HWWP3V88+L3PQZ+eRlXpTj8qvnXzd+N+vw8/K6LJXPfNIT8J87KNs2H5LZK5bJnIki5w5uk82/niJLP/NJ8f8qoIYynWqUti2vW6mu1Y9pbXvsV/L8G6flEyuWSc+REPWce0a2bf61THGszsnB1zbLoctXyDLVeOdH//dzjqHRBo9XI4ZhtYdY2WGqPotVn6nqt38j6kmZ6RLI0vV4HNd6wcFq6Vb64Fmhet9VCVad2/XrCVbtMDZ4jNS6FED1z9a11Stdo5XaIBBdoJnnPIJVs78IVl3j1mcpgIozVu2dgwMK8/YEezv3sgLRXzKUkAUB/RujoNmqqh0Eq1nozWTrGMfFdqkFBKvJ9mY6j14tXPUGrfqaqvrff/GLXxizVtW/qUD15ptv9m2w+r0KYv1C13QKUatmChw9elR6enoizSrcvWGDyG+tlj5vsHpst2z4xUGZ81urZfbHG2SbLJPVfe649NxvXpWXPrpC7rh1jqho0fjfv5oqy1b3BQaruzdsM45nlHnQT6tL+u64VeZMPC5qW99N1G5dfc5xRTzbzimvqxjtOWWU3XO4znpabT++W9V5jtW+c3Lw1Zfkw8vvkFuv1oLVcwfl1Zc+lCuMNogY+9h2nt/FOVYqLQfgnbnqDVKDHlbFbNU4eyj9ZWXlejyOa72ag9UKa6ya65NWXgqgNKmoyhqr+vIDzizXKsFqpfVf9bVYK5ZHsJr+VyY1bJRAs855BKsEq+5I1VnAuxR+2rcj2It8Gzv43s5f24xV1lht1Gkj3eXq3xgFzVYlWE13H6aldnFcbBOspqU301sP75IAqqZ6aKqvv+p9WJW97+HDh2Xbtm1GI5ctW2aEY34/qiyC1fSOhaRrZgerUWas7nzmGflNQEO6++6S2+ZNkqM7n5HXfDe6Wm65d5HYc63P7t8iG3dPdf2bu+ijsvOZ10SW3SuzP35GXpNb5N5F5TO1zX1K2y7yf3kE8x/ZKc9sUxXuloV33SZzJ6mp4urfThn/e+bHYetp1uk3V6t6T5IDr2yUD68wjewfw0pvl3FcMU3OHpAtGz+UK+w6NXAABS0JYIesdphq/29VFe/fG1g9ik6hQFaux+O41qs5WPV9QJTeeRUCU+1BWOXPLfEfANVnmJr7MWM1hS8gqpQ5gWad8whWzaHBjFXtKYbetQajBat+35AxQyxzZ6SYKqy+MVI/fmur2odgxmpM2DkuJo6L7RIP56McD5XITQuaueoXpNr/pg6qr5+6detWox633nprYH0IViN3Va4LiCNY3bF+vcita6W/Qnh5dMd62SrLZW2/OwQ9u3+z/HznNFm+tt8IV73/uxz/qOxYv9U43uWH/Mss7VPatlLdKnWwq95Hdsj6V0/Kok+vkFkfu+tdVz2Ncg7I3Fs/LZPf+bkMXPlpWeEEq2adD/hUaq4y7twvm38+IL2fXiFaFhvbGPWbtWp8mGlpcT2ISp/B6hemMlM1ti7JXEFZuB6P41ov7mA18OFV3fazSGqbGVotWLUD1TvnHJQXfUPf0lIGauJTtfJqDXwzN5CpMAI1CjTjnEewSrBaWsBb/G/RjxSsBjyoyrfMGl8YbJZdAfWNkfrxW1uVYDW7/drsmsdxsU2w2uxey+bxvA+YskPToMDVG6qq/20/uG/mzJmBCKo8tV2lbbIpSK3jEFAzn9USOlGCsLefekrkts/L4krB6ttPyStyu3x+sWd26dn9sun5D+TKz6w0gsKz722S53eILLb+d1kbj7wtT23ZL/Nu+7xc8VFAmc5OR+Xtp16pUje1za9kSsDxjur1No590qjbrEPR6mmUu3+6TO8+LnLlZ2TlNdaMVeMYIrd/frEzi1c1x9h+cLF85maR1zWvOMaAXkYtD7Oyg1a/wFX/Xdx1o7xsCGThejyOa72mPbwq1BqrwQ+vChesBpfHw6uy8bqklo0TaMY5j2DV7L9Cz1it9i2XuT6qO3T1f/qgz8wvI1h9U2TJGll1Xaf1aik9idG1vEDjXkuUnCEBZqxmqLMSqmocF9ulqjNjNaFuzNRhvUGqHqBW+l2tjVTnPYLVWrWKt50drEZZCmD7k0+K3H6fLAnO9+XI9idls6yQ+5Z40teh9+Sln74vV332DrnGupQztt0/XW7Q/s3omcPb5clX9sv0xZ+VO67tDC7T6cYjsv3JzVXqZm5z0irTPQKG5L0XfypvdVn1No5/0qlXtHqax90v4rRHHTvQyT72p66S9192ezVy1OpBa6WHUnl/18g6UXb2BZK+Ho/jWs8/WLU+h+rrnda4FED5jFXv7fq1zVg1TpXG5+vL5MY1q2S+/RHZGDalZ53UOmO1YnnGA6nfFe8dqdkfobQAgXgFop7zCFbN/ih0sOp+sJQ+QO2TvXWCP+73O/3fAgIKK1w9pm/qWo8m3hcFpWVbIOpJLdutp/a1CMRxsV06DsFqLeZs4769328mq22k/65WN4LVWqWKuV0cweqbTzwhcvv9cuOsYMPDbz5hBKv33+hJX4felRefe0uOz3P/bmjfi/Lc266LQ6PwedpxAst0qnFY3nzCDC+DfozyJlt18Nuo+wa5565rxcgmPn5TnlDB6j13yrVWWBGpnkZ5Kii+R+5U6YdlMc3X0mzLyes/KfLOr6RcRuH4+MY0rP0CVuNDTkuLc4Qos55jqibFZEQg6evxOK711q1b56+tfQ41Jwu5PqW69zEC2Kny63UvSWCwuv2Y6A+5cp7X7HN0czvzF4HHrhr6upcCsA8TVJ5+zIwMP6qJQNMFop7zCFbNLit0sNr0UcsBEaggEPWkBm7+BeK42M6/Ei1shIBfaBoUpNYTsBKsNqK38lNmHMFqfjRoiVcgKCwlUGWsRBFI+nqca70ovce+CCBQr0DUcx7BKsFqvWOO7RFoqEDUk1pDK0fhqRDgYjsV3VDoSsQRpuqABKuFHk5VG0+wWpWIDTwzU20QZqgyNMIKJH09zrVe2J5jPwQQCCMQ9ZxHsEqwGmbcsQ8CDROIelJrWMUoODUCXGynpiuoiCVQz+xUPzTOewylSgKc8xgf9QoQqNYrxvZegaTflzjvMSYRQKCZAlHPeQSrBKvNHK8cC4GqAlFPalUPwAaZF+BiO/NdmPsG1Bu0ct7L/ZCI1EDOeZH4cr0zAWquuzfRxiX9vsR5L9Hu5+AIFE4g6jmPYJVgtXAvGhqcboGoJ7V0t47axSHAxXYcipSRJgHOe2nqjfTVhXNe+vqEGiGQd4Gk35c47+V9hNE+BNIlEPWcR7BKsJquEU1tCi8Q9aRWeMACAHCxXYBOLlgTOe8VrMPrbC7nvDrB2BwBBCILJP2+xHkvchdSAAII1CEQ9ZxHsEqwWsdwY1MEGi8Q9aTW+BpyhKQFuNhOugc4ftwCnPfiFs1XeZzz8tWftAaBLAgk/b7EeS8Lo4Q6IpAfgajnPIJVgtX8vBpoSS4Eop7UcoFAIyoKcLHNAMmbAOe9vPVovO3hnBevJ6UhgEB1gaTflzjvVe8jtkAAgfgEop7zCFYzHqwePnxYZs6cKW1tbfGNKkpCIEGBkZERscd1gtXg0CkW4LyX4s6haqEEOO+FYivMTpzzCtPVNBSB1Agk/b7EeS81Q4GKIFAIgajnPILVjAerg4ODMn78eJk8eXIhBjyNzL/AmTNn5Pz589LV1ZX/xtLCUAKc90KxsVOKBTjvpbhzUlA1znkp6ASqgEDBBJJ+X+K8V7ABR3MRSFgg6jmPYDXjwarqwOPHj8vUqVNl4sSJ0tramvCQ5PAIhBNQ0+/PnTsnp06dkunTp0t7e3u4gtgr9wKc93LfxYVpIOe9wnR1pIZyzovEx84IIFCHQFrelzjv1dFpbIoAAqEF4jrnEaxmPFhV1VedqBL2CxcuyNjYWOhBxY4IJCnQ0tIi48aNM2ZfE6om2RPZODbnvWz0E7WsLMB5jxFSqwDnvFql2A4BBKIIpOl9ifNelJ5kXwQQqEUgrnMewWoOgtVaBgzbIIAAAggggAACCCCAAAIIIIAAAggggEB8AgSrBKvxjSZKQgABBBBAAAEEEEAAAQQQQAABBBBAoCACBKsEqwUZ6jQTAQQQQAABBBBAAAEEEEAAAQQQQACB+AQIVglW4xtNlIQAAggggAACCCCAAAIIIIAAAggggEBBBAhWCVYLMtRpJgIIIIAAAggggAACCCCAAAIIIIAAAvEJEKwSrMY3migJAQQQQAABBBBAAAEEEEAAAQQQQACBgggQrBKsFmSo00wEEEAAAQQQQAABBBBAAAEEEEAAAQTiEyBYJViNbzRREgIIIIAAAggggAACCCCAAAIIIIAAAgURIFglWC3IUKeZCCCAAAIIIIAAAggggAACCCCAAAIIxCdAsEqwGt9ooiQEEEAAAQQQQAABBBBAAAEEEEAAAQQKIkCwSrBakKFOMxFAAAEEEEAAAQQQQAABBBBAAAEEEIhPgGCVYDW+0URJCCCAAAIIIIAAAggggAACCCCAAAIIFESAYJVgtSBDnWYigAACCCCAAAIIIIAAAggggAACCCAQnwDBKsFqfKOJkhBAAAEEEEAAAQQQQAABBBBAAAEEECiIAMEqwWpBhjrNRAABBBBAAAEEEEAAAQQQQAABBBBAID4BglWC1fhGEyUhgAACCCCAAAIIIIAAAggggAACCCBQEAGCVYLVggx1mokAAggggAACCCCAAAIIIIAAAggggEB8AgSrBKvxjSZKQgABBBBAAAEEEEAAAQQQQAABBBBAoCACBKsEqwUZ6jQTAQQQQAABBBBAAAEEEEAAAQQQQACB+AQIVglW4xtNlIQAAggggAACCCCAAAIIIIAAAggggEBBBAhWCVYLMtRpJgIIIIAAAggggAACCCCAAAIIIIAAAvEJEKwSrMY3migJAQQQQAABBBBAAAEEEEAAAQQQQACBgggQrBKsFmSo00wEEEAAAQQQQAABBBBAAAEEEEAAAQTiEyBYJViNbzRREgIIIIAAAggggAACCCCAAAIIIIAAAgURIFglWC3IUKeZCCCAAAIIIIAAAggggAACCCCAAAIIxCdAsEqwGt9ooiQEEEAAAQQQQAABBBBAAAEEEEAAAQQKIkCwSrBakKFOMxFAAAEEEEAAAQQQQAABBBBAAAEEEIhPgGCVYDW+0URJCCCAAAIIIIAAAggggAACCCCAAAIIFESAYJVgtSBDnWYigAACCCCAAAIIIIAAAggggAACCCAQnwDBKsFqfKOJkhBAAAEEEEAAAQQQQAABBBBAAAEEECiIAMFqDoLVE+dPyPYj2+XouaMyOjZakKHrbmZrS6vMmDhDlvQske7x3YU0oNEIIIAAAggggAACCCCAAAIIIIAAAs0TIFjNeLCqQtWfHfyZtLW2GX+K/DMyOiLqz91z7iZcLfJAoO0IIIAAAggggAACCCCAAAIIIIBAEwQIVjMerG78YKOocLXooar9WlHBqpqxeteVdzXh5cMhEEAAAQQQQAABBBBAAAEEEEAAAQSKKkCwmvFgdd3edTKufVxRx69vuy9cuiBfuu5LmCCAAAIIIIAAAggggAACCCCAAAIIINAwAYLVjAer/2vP/5IJHRMaNkCyWPDwxWH5dwv+XRarTp0RQAABBBBAAAEEEEAAAQQQQAABBDIiQLBKsJqRoVp7NQlWa7diSwQQQAABBBBAAAEEEEAAAQQQQACBcAIEqwSr4UZOivciWE1x51A1BBBAAAEEEEAAAQQQQAABBBBAICcCBKsEqzkZyqVmEKzmrktpEAIIIIAAAggggAACCCCAAAIIIJA6AYJVgtXUDcqoFSJYjSrI/ggggAACCCCAAAIIIIAAAggggAAC1QQIVglWq40rlIMqAAAgAElEQVSRzP2eYDVzXUaFEUAAAQQQQAABBBBAAAEEEEAAgcwJEKwSrGZu0FarMMFqNSF+jwACCCCAAAIIIIAAAggggAACCCAQVYBglWA16hhK3f4Eq6nrEiqEAAIIIIAAAggggAACCCCAAAII5E6AYLVwwepN8pn5c2WK71A+LQf2PS9vZHyYE6xmvAOpPgIIIIAAAggggAACCCCAAAIIIJABAYLVggarcuoJef6wPkKvk5XX9EuPHJEd722SvRkYvEFVJFjNcOdRdQQQQAABBBBAAAEEEEAAAQQQQCAjAgSrBKvOUL2ud630jx8kWM3Ii5dqIoAAAggggAACCCCAAAIIIIAAAggkJ0CwSrBqjT5ziYAJ53bI+gFzvupNc+6XuXJAnjhoLQ7QtVLWzuiSwaPrZZOov/dIhzN2tWUEjO30312UI2qfQbWxNTO2VR/0+hIEqh69MnxqULqm9oho9an1ZcKM1Vql2A4BBBBAAAEEEEAAAQQQQAABBBBAIKwAwWpBg1XfNVZH3csABAerAzJhhh7CWmHpJRXCirmG64VSIGvMhJ04bK3fep1c17VX9hohq/lj/L5twApwrTVgPXWpZ4ATrNajxbYIIIAAAggggAACCCCAAAIIIIAAAmEECFYLGqyWr7FqBZxOAFppxuo7ItP7pet8aXZrafCZwairfGMG6wQZ0B+MNfMzcv9ULd51glSf/esc2QSrdYKxOQIIIIAAAggggAACCCCAAAIIIIBA3QIEqwSr2qBxh5oVlwIYtINYezEA+3b/KsGoHah6Z7Q6a7sSrNb9KmYHBBBAAAEEEEAAAQQQQAABBBBAAIGmCxCsEqzWH6wODUpXp98MVJED+47JZRVmrJ72eUCW+6FZBKtNPwtwQAQQQAABBBBAAAEEEEAAAQQQQACBugUIVglWS4PGmk16+tQT8vxhaymA9tK6q8YM1nEX5YgRrPbIsLWdKqC0jqoZrAatsWoEqxOl9DAr+0FXLAVQ94uXHRBAAAEEEEAAAQQQQAABBBBAAAEEkhMgWC1osOr78CoRuXhOXzfVeihVq4l0+tQBkam9Mnx0vRzqVAGpvQyA+q29FICI2GGpM66134kV2I6zfqkC1eMi18/okQ5jeQDz4Vd+a8DW+jJhjdVapdgOAQQQQAABBBBAAAEEEEAAAQQQQCCsAMFq4YLVsEMlO/sRrGanr6gpAggggAACCCCAAAIIIIAAAgggkFUBglWC1ayO3cB6E6zmrktpEAIIIIAAAggggAACCCCAAAIIIJA6AYJVgtXUDcqoFSJYjSrI/ggggAACCCCAAAIIIIAAAggggAAC1QQIVglWq42RzP2eYDVzXUaFEUAAAQQQQAABBBBAAAEEEEAAgcwJEKwSrGZu0FarMMFqNSF+jwACCCCAAAIIIIAAAggggAACCCAQVYBglWA16hhK3f4Eq6nrEiqEAAIIIIAAAggggAACCCCAAAII5E6AYJVgNXeDmmA1d11KgxBAAAEEEEAAAQQQQAABBBBAAIHUCRCsEqymblBGrRDBalRB9kcAAQQQQAABBBBAAAEEEEAAAQQQqCZAsJrxYHXd3nUyrn1ctX4u1O8vXLogX7ruS4VqM41FAAEEEEAAAQQQQAABBBBAAAEEEGiuAMFqxoPVjR9slBPnT0hba1tzR05KjzYyOiLd47vlrivvSmkNqRYCCCCAAAIIIIAAAggggAACCCCAQB4ECFYzHqyqUPVnB39mBKtFD1dVqKr+3D3nbiNc5QcBBBBAAAEEEEAAAQQQQAABBBBAAIFGCRCsZjxYVdVX4er2I9vl6LmjMjo22qixkupyW1taZcbEGbKkZwmhaqp7isohgAACCCCAAAIIIIAAAggggAAC+RAgWM1BsJqPoUgrEEAAAQQQQAABBBBAAAEEEEAAAQQQyI4AwSrBanZGKzVFAAEEEEAAAQQQQAABBBBAAAEEEEAgJQIEqwSrKRmKVAMBBBBAAAEEEEAAAQQQQAABBBBAAIHsCBCsEqxmZ7RSUwQQQAABBBBAAAEEEEAAAQQQQAABBFIiQLBKsJqSoUg1EEAAAQQQQAABBBBAAAEEEEAAAQQQyI4AwSrBanZGKzVFAAEEEEAAAQQQQAABBBBAAAEEEEAgJQIEqwSrKRmKVAMBBBBAAAEEEEAAAQQQQAABBBBAAIHsCBCsEqxmZ7RSUwQQQAABBBBAAAEEEEAAAQQQQAABBFIiQLBKsJqSoUg1EEAAAQQQQAABBBBAAAEEEEAAAQQQyI4AwSrBanZGKzVFAAEEEEAAAQQQQAABBBBAAAEEEEAgJQIEqzkJVi9evCgXLlyQkZGRlAwtqoEAAggggAACCCCAAAIIIIAAAggggED6BNra2mTcuHHS0dERqXIEqzkIVoeHh2V0dNQZDGNjY5EGBTsjgAACCCCAAAIIIIAAAggggAACCCCQR4GWlhajWWqSYmtrq0yYMCF0MwlWMx6sqkGg/qiEnUA19OuAHRFAAAEEEEAAAQQQQAABBBBAAAEECiSgAlY7Uws7c5VgNePB6tDQkDF1mVC1QK98mooAAggggAACCCCAAAIIIIAAAgggEFlAhatqac3Ozs5QZRGsZjxYPXXqlEycOJFgNdTwZycEEEAAAQQQQAABBBBAAAEEEEAAgaIKqGD13LlzMnXq1FAEBKs5CFajrAURatSwEwIIIIAAAggggAACCCCAAAIIIIAAAjkQUM8uIliN1pEtjzzySKgnPqlb8IfGjklP51Wha3DixInQHahmrBKshqZnRwQQQAABBBBAAAEEEEAAAQQQQACBAgsQrEbvfILV6IaUgAACCCCAAAIIIIAAAggggAACCCCAQKYECFajd1cmg1U1W/b06dPMWI3e/5SAAAIIIIAAAggggAACCCCAAAIIIFBAARWsTpkyRdR6q/X+sMaqKZbJYHVkZESGhoYIVusd9WyPAAIIIIAAAggggAACCCCAAAIIIICAiKhgtbOzU9ra2ur2IFjNcLB68eJF48llrLFa97hnBwQQQAABBBBAAAEEEEAAAQQQQAABBIxgdeLEidLR0VG3BsFqhoPV8+fPi/pDsFr3uGcHBBBAAAEEEGiywLl3X5DHtwyI9C6XL66aLxObfHwOhwACCCCAAAIIIICAn4AKVsePH2/8qfeHYJVgtd4xw/YIIIAAAggg0FCBI/L6Yxtkt4j03fOgLJ1pHswJJheulgdv6qlcg7P75IWfbJUBK8Q888ZjsmGXVZ68Lo89p0oX6V26VOT1153t4gs7z8m+Fx6XrQO9svwLq2T+JKtNhKoNHTkUjgACCCCAAAIIIFC/AMFq/WbePTK5xqrq+AsXLjBjNXr/UwICCCCAAAIpEigFqyJ9svrBpaJi1CjBqh6YHrFC1t7bviirro0vSq0IaAS9J6XfakuKsKkKAggggAACCCCAQMEFVL42bty4UPkaM1bNwUOwWvAXEc1HAAEEEEAgPQJ6sCpiB6Blwao9K1WvuDEjdJrstma8Gr/qXS53dW2VjdaM1TkfaLNXJ2szWxedlMetmaxmkfZsUy3UdY5lBb4+dTBn2WozVtfMkYPPbpWBsnqq5QDMtp7s7ZWBAXuLUpicnj6hJggggAACCCCAAAJ5FSBYjd6zBKvRDSkBAQQQQAABBGIRsIPVXuntHZCBATNonGyvUWosBSDOcgF28GrPRBX1++tP+i4FsGBRr+zZWYo4naUAZl8rsw+9K4fs5Qfs5QJUUHuryFafZQVk4a3St+tVY8kCow6XD5jHNGbZ9slJYymAHrlcjshH9jbXThRXPT3t6D/5uLFkgdGGassdxGJNIQgggAACCCCAAAJFFyBYjT4CCFajG1ICAggggAACCMQiYAerfbL6C9NkhworF66WL07bYT78yRWs+swqrRCsqtmkvjNWnWC1htmih601Wp1gtVSHUvPtGat2sBpQTydYtX5/xi6bYDWWoUQhCCCAAAIIIIAAAlUFCFarElXdgGC1KhEbIIAAAggggEBzBLRg9cGlIsaaqL3St1Bk964Eg1Xvbf+xBqtWoOuEtgSrzRlrHAUBBBBAAAEEEECAYDX6GCBYjW5ICQgggAACCCAQi4A7WO2x1iFVt9wbP02eseqs7aqOrZYGsNdiJViNpbcpBAEEEEAAAQQQQCBZAYLV6P4Eq9ENKQEBBBBAAAEEYhHwBqueh0dFWGO1+lIAIsbDp7Q1Vj939UF5Wi1BYDwYq1cGjLVTVcAb5xqrzFiNZehQCAIIIIAAAggggEDdAgSrdZOV7UCwGt2QEhBAAAEEEEAgFoHyYFXEXrNUe7CT99Z8dWwj/JwvE/VZrr3L5a6urbJxlxma+q6xqs9Eddpgr4uqHVsdYmGfyK7dorLVvjuWy8mX1AOrSj9GMDvT3qdXlq+ZIwefdW9TXk+C1ViGDoUggAACCCCAAAII1C1AsFo3GcFqdDJKQAABBBBAAAEEEEAAAQQQQAABBBBAINsCBKvR+48Zq9ENKQEBBBBAAAEEEEAAAQQQQAABBBBAAIFMCRCsRu8ugtXohpSAAAIIIIAAAggggAACCCCAAAIIIIBApgQIVqN3F8FqdENKQAABBBBAAAEEEEAAAQQQQAABBBBAIFMCBKvRu4tgNbohJSCAAAIIIIAAAggggAACCCCAAAIIIJApAYLV6N1FsBrdkBIQQAABBBBAAAEEEEAAAQQQQAABBBDIlADBavTuIliNbkgJCCCAAAIIIIAAAggggAACCCCAAAIIZEqAYDV6dxGsRjekhIoCR+T1xzbIbhHpu+dBWToTLgQQQCBbAufefUEe3zIg0rtcvrhqvkzMVvWpLQIIIIAAAgg0QODIG4/Jhl0isnC1PHhTTwOOQJFZFGBcZLHXil1ngtXo/Z/jYNU/0HM+ICfyBlgtZLR/3yerH1wqYd6e7RO5EWJO3icv/GSrDBhhQK8MvPC4bB1Qg2aBLOrdIzsHemX5F1bJ/EnRB5JTwuHX5bHndjsXGLZ380LVZva7daxExlKMfUZRCCQmUO2cGKJiZ/XzXogQtGx/q46EqiE6I8wupTHhv3fl90f7Paf3ti/Kqmvri8CdfZcuFXn9deu9M8QYEpEo9QijVox9Ko8NdZ0x5wMz5GjeNYclb1/71PolctTzVDE6vIZWnpN91rWtt89r+0LM3j/K9XD0a/caGsomdQlo5wrXNXppvIjU9lnL9bnKOznEfh1H+Rzg+dxUVzPZOJKAE37WOBYCD+btwzjGRaSWsbMpYJ8H3Of3urKgpr0+q7wXhbxmqOdalGA1+uumEMGq/uZZ14spuq+nhGohQvSLs8ALAPsFGfXNo04TVZ8d0+r/gFvnYbTN9Q9epYumxvQ7wWr4fmJPBPSLngSCkFo7wDh3npT+kF921XoYtrMF/C+Ea/Wp5yLSW2aUfRtZVq1tz/920cZG43z0sKbGmWshPyQ1rg3ZLdn/+q7UJ5W/ZCFYzW7PV6q5/2cBcT4LqX1jCFZV6LJzWrQ7WZoW3OSzp0O3yjUWYr4GjWNchG4YO5YEYghW08IZ8pqhnutagtXonV2QYFXEvrAquwDznFgN0obNTCoPVkvflqnj9krvwIAMSJ/cunC3vKpuLdF+XG34jVjbmhuo3y2XrebtqtZP3x3L5eRL1ozVW0W2ls1eVd/gLBd51Z7Jau3ofPNaPjvEroOr3rqZdoGwWjaYt8doP/aMAqMffNpQ7wyj8peAu86h+t0YEwcVsAwozt7lsvrqg7LBsNW/9fKZPeOMHfN3J3t7ZcAoxJ4l7O8R/aVMCQhkUcB9Tuw7HXxeCDzneF+vs6+V2YfelUPqtWif93Qa+/ymzTCzzqLmDH7RZrz67W+/xr3Hbeh7Rxb7NmydawnPAt6bpuw275iwfnpvu0umbdkou+0P0EGzSuztrfN1r2fG6hn7Vk+nYGtJiKAxsOikPO6qx+dkzm+etu4YKbk0fVZl2C5JzX7Vx4b+5bL3fGL266Ea3ttLM4613gq+k8i6jpSFfSK7dhvXcPZdR/7nrWmy21oiybyA8z9XMT5qHXg+kxJckwn65KRzx5bzIrbu2HIHq70fWcu+OIe2+9J7Tac2UL/zll35+r3WFrFdVAH3e4Trs4fzOUkLVn0+C6p9jHNI2ecq/fPBUlkqr8vr1h2A096xlgXwfa+w7yCcL2ItL2R8RrHft4xrE3GWTyu9jzVzckpU9+zsb+YBIn0LRXbvGtCWcvB8UaaaZF031vLZ98ErD7quQwwRa//GffbNjntza1prsBp0fl8qPc51463St+tV2a1lRE6mtGCR9O7ZKaUExn5/UHcfe8u+TESOaQx2ruD9ks8zDu2MqNr1gudc1mtf19ZwFxfBavTRWYBgtVd6jYDMfAOdbK+V53kDKwsMo9zWEdgvPiGC8YZt1k2cD2+TReRM6dtU50VivvhKF359svoL02SHCkytwM9+U3cvBbBIFgzslD1OvUpLASxaMCA71S88ywWU3VJnLysgvWJ+5iyvt+sC4YoekQ+PhGpDtKUJSifR0P1+/UlzCQUjsF4u07ZsNdaItU9OpeC91J+q7f0nH9fWWSpdHLl+Z5+QnVCntm/Mo7/UKQGBNApUOCdq57aK55zLB5zXa9kSKFow2nfPF2XaTvNLJCc4s2/bFWsJE/2Cpbd03vR9f9DOE66ya7h4SWNPpKdOtYdnRr84/e9+fzT77Iz1IdU6z7qCVfc5ulSONj7UeLBDUuOaYLJz27H72Gq2iza+tC86Of/HObJqHxvuUMTqf+0DR8X3ds/MECdYD7gutD+g619U+x3fvsZzjR3XtZf1AeuMdT6qcUZdnMJZLct7t5Y+icL5kt/3+ssORntl+Zo5cvDZUvjl7veAazrXZ4k+ueu2k7JRu67v8Vy/R7u+zWrvJFFv61xhhRFivS+7gzH7+tsTaHhef/br1nV94Sz5Udq3pusUawwGBav2WHUfK8oyFUnYZ+GYVr+J/qWW57O453PxgkW9smdnlc++WsBmhvnumfOlCVDln985NzRi3NQXrBqf9b2f5+2gfOFqMV+f3iBUxI5K/bMk/b3D/rLfk+f4XAc4X9J4l3PsdX+ZM991vpojB60vbb3XqLUsj0WwGn0MFiBY1U5eC1fLF6ftML99dF0Mld60GnPLuN1RASGCfbHuXIBZwWrZzFHPC9H1Qc/8nX+wqr1xeF68drBa/QXnc/Hg9yHD/uBqB6sh2hDtzUWbuWAHM/X2uxOY6G+yvbL8njly8LnSRfdEz9otTuDtM7bsfnGcE1qaIfopgxIQiFOg0jnRDrG0L3P8zjne15IeijjBqvuCuRSs+nyx4exvB6sB7w+e84T9pV31c2mcfnksy+dOAP27ff3uDJ/x4L7tqZZgtdS/9odu74xVfaVWV/lOqOv+4la/g0S/SOf8H3W8VhgbnhlFrmCz7Bqr2nu7p54Vb9XVPqCvKs1EU9eY7utNz6r5FW/r85mBGZUu7/u7+qj0BYg+ScD/9acFq95nDvh+EeMJv4OC1YBr32jXt3nvxDjbZ72GFvZJ367d1iwzc6b4SZ+Z5e4ju19//sFqeSjrBKuVrlOqBKvuh1/FsUxFnKY5Ksu+y8AI3MW1TrO9Trf3Wq5iPmCfK5xgtfyuBdedpT6f3zk3NGJ81Rus+pzftWDVno3sDi3nylw5IAe0O1rdY8UOVt13CZffkeJ+vZflBvYYK7urWj9f2cGqz3VtDZM+CFajj8FiBKvObNBez5R/fbCbD3FKNFh1gjp7xqq3g/1m5NhvCI0LVt3f8FYJOeoMVs03Lncbor25+F0Q1dnvdmBinbzMWQtaQO+53d++zdR/NrR3NrK3T5mxGv00RgnZFfAPVr3nhXo+sEz0C1Zdr2V9xmoMwarfB6U6H5qU3f5rRM2rz0o0jupdykG/1W7LgLX8T33BasWHV3mOVz7r0H17pz0zxTX7oYyL8399I6j62ChbCsAZCxPFWV+x6nu7VSvv7cEVv9gpf293Zi/WELSY4b33FlTGR+3jw+dLdc/dYDUHq779bn9eqDT7XZ+x6n/9Hu36tnYNtrSDVW2W2W3TZOuWk6VJEmUzwv1ff77BqvM5oMZJJ54vUoKXAjC/gPF+7or9QcMFHyDOZ32vgzMrsbSEoL1JnMFq/J99C96hgc2vN1j1Ob/rwaq9VIe+ROBCa4kAvzp4vngLWiLIPbvZneeUvW+VnXvsA6u6lwerrLHa3NdGYYJVe40LZ/W1NM5Y9QarFW87sz84NipY9a5PZN/mmK1gNVS/1x2s+s0kdl+Eu24BJHRp7lmOo6VYoEnBqvcDtr2Gpt+ttvXOWCVYjXl8VQ/P3Ad0PxXcXhPPbykA/y+/ymck6zNW7+raKhvttcK1WYhhglVmM0cdKtXHRhzBqh16GLUtWw7CPfO0/MN2aTw6t45WC1Zdazmr8dgvJ3+yobQ2cFS2guzvzDi317b3zGKuFqyWbuX26/c6g9WGLCdWkI6MpZmlYNW15qVrfcLyJULM5yi4X3+NCFbtZSaMMemsseoOaErLy7AUQCxDwinEfc2wdKaUvnTTnnHSyBmrBKvx9mhwaXEHqz3Wlx72MpNqGajVIs+p9+ug12mFO1B81wKvEqzaz5EwL1A85yuC1c6Wy6SlpaVZA6zsOAUKVj0PI0jhGqvOhz7xrLHqmf7t+qbTM9sz7FIA5Wus2icK60mJ9hqEMa+xGv+bS/kJzPXNZC39Xnew6rMmi7MAvd+aPe7bBd23/iR2LuDACCQgUGew6jcDyb4d2/VQKc9D+4z10Bq0xirBaszjplp45v1QVGkM2TNW3f3vXgrInplS2tY3WPV77/CMPf292XfGqmes2A+0iBkwx8VVGxulmV76UgBBMz6C7kZxglXv2mZlYVmVD22eteYD11h1glWfdfQfVA+/4KcmAddM0/JbIZ318V1r3JeWAnCCVd9+rzNY9T4wr+z2zZpaxEahBbRgVXsglPsWXm+w6v/6qztYrXSd4gpCrPcen2DVmMGmfe5ixmrogVC+o+8t1aXrirnzRA7sL3/2SJxrrMb/2TdGn1wVVbo+LAXl2sz0siVbqs1Y7fHcLaXPErWvJd1LSyydGXw3hfNgLNeDEN3Bqv2+5az57QSrfucrzxqrznMGymdg+3UzSwFEH/yFClZdt1mVrbmlYXo/oAd+C1FvB7g/AKpvycqeMGgU6fdUUZ9ZNT630etPNO27Y7mcfMkTMJQtkLxc5FXzgS7Oj23juvWxT/oW7pbdauZO73JxzeIxvjSxnpKsrUnlPDBAK9r7ZM7431z8vhnyOYn6PAHUaYPvgysqLQXgM3ac2cfedZj0McNtfvW+gtg+bwK1Bav6+tGOgF+Qumq++C4FoLP5nt+Mk5j5lGjZZz4MyzWzpcL7A8FqzIOywjqa1vtj6aGNld+3XLOB/MaA3/uAGgn2jGajb91PcO9b2Ce7dxmPOCh72I3v7Z3GwxA+J3N+87T7fZYHE4UYN80JVid6bsnvddZktL5oVjOc1E/QmmfaLJRbF+6WV+0Zz/q1knONYF4/fe7qg/K0/fTx3j7pk92yW12XMfOxjnGiXeu5gkyfp3w71/X6unbu62F3v9uTDfyWAiit6Vrt+r2OxrBpJAE9WC3NMnO9x2vnYNcEDM/rz1krWX060z9XqesN51zhCUPsumvj0O/2c/eM1dXifqK8+3PXF43j8RNVwJnZ7llzsnT3wV2yfHCj7+fiss/sPp993X1o1dZ3qaI4l8GLqpLj/QOu80oPolZt92QH+vrarqUA1Nec2jVqpSwpILQtTaIrmfstBTB/kt/7Vg3XC9qDdfVereWOKYLV6K+DHAer0XEoAQEEEEAgwwKuBxTwkSTDPUnVEUAAAQQQQAABBBBAoAECBKvRUQlWoxtSAgIIIIBAGgUIVtPYK9QJAQQQQAABBBBAAAEEUiJAsBq9IwhWoxtSAgIIIIAAAggggAACCCCAAAIIIIAAApkSIFiN3l0Eq9ENKQEBBBBAAAEEEEAAAQQQQAABBBBAAIFMCRCsRu8ugtXohpSAAAIIIIAAAggggAACCCCAAAIIIIBApgQIVqN3F8FqdENKQAABBBBAAAEEEEAAAQQQQAABBBBAIFMCBKvRu4tgNbohJSCAAAIIIIAAAggggAACCCCAAAIIIJApAYLV6N1FsBrdkBIQQAABBBBAAAEEEEAAAQQQQAABBBDIlADBavTuIliNbkgJCCCAAAIIIIAAAggggAACCCCAAAIIZEqAYDV6dxGsRjekBAQQQAABBBBAAAEEEEAAAQQQQAABBDIlQLAavbsIVqMbUgICCCCAAAIIIIAAAggggAACCCCAAAKZEiBYjd5dBKvRDSkBAQQQQAABBBBAAAEEEEAAAQQQQACBTAkQrEbvLoLV6IaUgAACCCCAAAIIIIAAAggggAACCCCAQKYECFajd1emg9XozacEBBBAAAEEEEAAAQQQQAABBBBAAAEEiikwbtw4mTBhQt2Nv3TpkrHPoUOH6t539uzZxj5nz56V7u7uuve3dzgy9L50tlwmLS0tocuIuiPBalRB9kcAAQQQQAABBBBAAAEEEEAAAQQQQCCDAgSr0Tot08Hq1KlTo7WevRFAAAEEEEAAAQQQQAABBBBAAAEEECigwKlTp4RgNVrHE6xG82NvBBBAAAEEEEAAAQQQQAABBBBAAAEEMidAsBq9ywhWoxtSAgIIIIAAAggggAACCCCAAAIIIIAAApkSIFiN3l0Eq9ENKQEBBBBAAAEEEEAAAQQQQAABBBBAAIFMCRCsRu8ugtXohpSAAAIIIIAAAggggAACCCCAAAIIIIBApgQIVqN3F8FqdENKQAABBBBAAAEEEEAAAQQQQAABBBBAIFMCBKvRu4tgNbohJSCAAAIIIIAAAggggAACCCCAAAIIIJApAYLV6N1FsBrdkBIQQAABBBBAAAEEEMJeTTUAACAASURBVEAAAQQQQAABBBDIlADBavTuIliNbkgJCCCAAAIhBU4Mn5D3Tr0npy6eklEZDVmKuduFkQvGn7h+xrWNE/Unrh/qFyypbLAOP9LyNFYZC+HHgdozL2OBccA4sAUYC8UdC63SKlM7pso1U6+R7gnd0SDYG4E6BM4dekfe/mCfnGztlfnzFso13fF9HqijGk3blGA1OjXBanRDSkAAAQQQCCFw/Nxx+cXRX0h7a3uIvf13IbyMRpmU35kLZ3ITCNXaA0lZp71+jIVaeyh4uzyEq4wDxoEtwFhgLKiAdcllSwhXow8FSqgqMCJHdv9/8tyh4zLibDtNFvZ/Tm7uaau6d1Y3IFiN3nMEq9ENKQEBBBBAIITA1o+2yuHhwwRqIez0XfISoqg25aEt9XQn4Wq5lgpRGAv1jCL/bbP+WmIcRB8DeXkdMRYYC0qgq6NLls5cGg8GpSAQJDByUt5542l57XQpVjU2nbBMvnDb9TI5p3IEq9E7tiDB6mF57dH1Ivc+LLfMjo4WvYQK9Rn6tTz3rwdk7u/dI5/o9B7prPz6uR/L4A1aOw69Jo8+s9PZcJFfG9U2b3XJl+/5hEyytjy87VFZv8P6H/1r5eFlM+3fGFZ2iXZ5ru2do10pK1Q9RdV5s3xg/fuVK78s9yywj2T9o9GuQbnx4VvEPlJ0R78STNuSiL7NIln78DzZ7/f7K1doPqqMN6VL7wPL2eXrtMksU42veQeVqzqO1s6qbTf7dbMNqKrsqo/eBmtb0eprlF/yd7a2+zXo955jGH0sa+XhhSf8y7PrtUJkU9196VNvu6KeMWz8s2tM1uDjV4bTvmpjotRX5jj39J/G7/v7Cv0bWJ5fn+j94ZwHVops9owN7fV3w/UfyLEez+ut6nhrzCsvTKlPH3haRsbMC5eshwD1tp9AzS1mf3BmLNQ7ksq3z/pribHAciZqVDMOGAf22Y2xwFhQY0HNWr2r967ob5KUgICvgJqp+pocu+IWuX7qOdn7+lOyxRWu9smaVTdLT071CFajd2zOg1V3IOMbOkY3rKOESvXRwx8rsPQEq2f3PCc/3vSBlNrhCQCNcGnQDDudfa1ytdDGKGfwRitM1cNaT3BbMaA5LK9tE7llmRhB5qATpvqEkmK3OziwqgOxyqZ+x9d3qaV+Zn0PzCsFVioge/PElSLzVjqhseG4f658+Z5u2eEKVj3BYEVH/8DR7Osud0CrmqH6+KDIoh2DpeDXt3yz341+6X3fJ9S2jttdCtXdwWqFEDxMcOdXb7s9z+zUxrT6R91fzNBZD5Lt8WT/mxVSdnm+VHDa43xpICKVvrhQv9s8KF0qlte/vCgLVmvs36DyrPqK5wsIV31961n+hYwxLruyG6w+tf8p1+s564FQvecxwtWSmP7BmXC13pGUr3CVscBa0d5glXMC5wRdgGuFaOMhy36f7v10tMazNwKBoap1+39Lr9xy453l4erUlfLlm+dJXldaJViN/tLIebBqA/nM9IxuF6GESvUJCAaNkEZkbvdm+f/ZO/vnKo4z33+FhF4shI8ECFhhWcIxwQbshSW2YwwY3zLEsYlznbqpuJLftip/VKr2h1uVVFK7FXYdyHptV5YFjG1sX4iNXwi2kcAovEvHSEJCQnCre6Znunt65sw5fSR0zvmqymWQZnq6P/3MiPOZp58u9ocZq4lMVNHuMeC5WKwK8TJUeA7FIWCnzFjNEI+OzFb3IMV1TqN7n8j0S7Znyx4hCY9hAIVjRQwuSMaqlW1qDCJt/KZoTMrnY8CTAxj+RHEE4nFORBnRImP1VOE5FI4NlxCfQaekTBvTs2Xjzrqkmfre1uLvY6GWIjqj851iFTDHGPYlylitrlhN7/e7sIWo4iKEoRinm482XzLDNtlfe3ySbIZYVce/XjilvXgw74BgHPnm192eJrytrG6jvw0qVu/Hh+dt/fvRefMgjhWBR/v2Y0vH0nDSxzH89Ts4Cfv7AO6O4uzFjzEchccm7OjvAybexvHR4Jub1u5Fn2oqOm4Wo2OH8fF4HFe6XJXXbyvi9Llj+MoIvW148XsDwM0DeOdq+q8es/+TGLlwHJ+Lw7u2Y093D1R3ZqfP4vDVYaBnB/a0jAR/TvlaKPlry7T0WAhYq3eH0Vhgfl/e7tp8iL+vW7UHj9t8Czuxf+WqmM3UaRwcMekHaII56NI4TYwfwntjwT+xB3r3YEN7SDgRH/FJxnHi29GxA9i2bgNWLtEucPeaIxaCn4u5Hpg9qMVDMkbUh2d5zdZxM2Z7dmDvsvjtbcQqIyaiWBDMlk/i4IVx7Fy/Bav0PgMYj+J0G15c34nhRDwHY0j7cJ8/FtLvhdSfGOOexbXrwb3vmt94HGEE9L+GAQzjwAXxVIjnIX5mJO/vuB/Z8Wk8L2ZHcOjiKfdGfL0v4rXlKgr1/ot1snosmz+zWW9auwcdE9qzSD4jujBuPZ+C/g9g+7oNaLsVPt9EjDSfx8GRMxVMgPsUVyzMaxyE3YhiOpVr8r6340J/bp9vbsWGtfviZ4E2XPt5ZJBw8reeCTNm7JkkzX7ORs+xR8179O51nL14UvvdZbYSx0VavIpY6MPUxeB3y+L7/VB5SJaMBSNGxHXifyOoq27TnhHG81f9bkDGM8J6JgPa7/CQ9ea+VxLPIHPE1nwDqCwWNmHHug6MyH/nBPd/j3rOz47g7Uti9vVjFi4WKFYrj3GemUbAUVPVlquTfdi5/Xmsr9c6AAAoVv3vEIpVf4YVtFC+WJWCtD9Yai7+7yxpEMrXQKCGEuldYKdYui3+L74fSrjCls/wmVUKIBA7BWw+/VmiFIA+yECUqsxNt1iVS8plpqD4+RAG5RJ88f+FKAVQiVi1RKMumSOuIjNVta3PYZxJGIjV17ETx2I5V2KpeCLjMDWiNNbjWnkHV/u6mJOlGmzx6M7KjUsBVFOsltFva+zOjMzwmFhELgtLKeTIiE4Vq9p8dqWXrVD9KT2/ae2VyqgOB9fAYlUQWLBsCvFBqf1GIErEn5dNRyIr+oB0sxP7VxZQjATMo9i1fgtWzokPF5PGB47MD87iQ8ha4Lj8QGJ+zXQ/i1e6wn+tGTLN/JBkf6A3WtH6Lz7cb133Cvog+ggpIluVTJUCshe3pUARH5gGge9M2Zvo39z8Z9C5JEoyFizBo8mIqWV7w/GGfOWH1NZAZC/VJOLd6zh97mgorgMZ0a4khBRT+lzHJPQPzPK78kN2O67feAsn2/Zg7wO3I3EpJFnvXCivdZgJeRJ+YI1iaRB3x97C0bESyz5FP3uAM1JYZsSILgJ02RuK9hklnuXf23BVivjsmJiZW4enH34UGD2IyeWvYaDFkr8WQyGdNuJMiqx23+v5YqGCf3oZ4zRFe5ctTcP5FeL1cqf2wkWXW9oxQs5u7NuPx9ssgR12U4pTeT8m4/N6xx5saL4a/iyO8cPXrPtOsm3HiP7CJ3pRIGK5D9PqOWU9z4x7SdwbbcVYjkQvKtzSR70MiJ9vQYzkitUypsl+7s9bHNjP385t2Leizck1Ky6OtWqSW3tuJ39/DWD72pW4fkl/Gac6oQtMk796jrx16Sxm5jZnvFwLngHtE+GLN+0etO9R8Rzrm/sCh6/ptafCvmhxkRWv8nkaxc/CCLX7HwuTGLBebsrfCeHzD/pLWe0Z0bp6L17paoteqDpfckn8KS9nm4OXuNBf3GUI9sTL2fBly/TNAxheuh9bmkfCF0Ph7425C3j7UvIFiZj/wu3gRYr5+8zspxjPIIail7MLIdopVst4qPLQHARMqfpg7w+xcerDoL6qJle/u7UMD9axVBWgKFZzhEuJQyhW/RlW0EKZYlUuox6UolIJVkOsavUl4/qmWvaqEGuGWBV/UcuHY8EmZZFIeFWlBFLlji5IrQw8VTsyrJEZ91cJ1oUQq+4aqwEbkV3qFq9mhmMswB4aiUsnROMx5FtSrO7bECxhl/Vwc4i6uCatVQ9Ur7tpZBRrgs6qcRsFZIkaq3Yt3Dw1VmUZiozxOG+GzH5n193NJ1bd9YHNOq1ZwlJlsqq+pN+fcX9KzK8hu20JnyX+s/rpLgUQ1Uo24OeQzBU8uap9il0KQG9//uWq+GCxUQoiIUXEh6QV01pGqJIY16fRF0msoIfyw0vLJe0DiSX8EqDMLB8XR/mBZMVuQ+7Gx1kfnB0N2P1v7d6FfSs6cPVCEYVIpAYnGh+UDMmSPsPz/YEp7YOz6FEUC0KMPQgMadnCaixXmzdEHwTDUWoCWRMHD9zGF+ffw5k5IS/NGAiyFjU5peFIxEd07Bk09WxBh8rmy7pJHP2XH7SlVBMCvIDiheM4VUJkJ/sio9KUK1o/5If7zpk4Y9USjK6MRF2cGEOS8XIDB85/LO+Zvjk7w9dmKP6+AjdCGejCk1eoGbFQwcPIlgBCZjzb34up64EkNu5/RyzI+z4SE2GGqP5skDJTCPZkRqAuKsz4vIq2bvWiIzkoO6PdlNQxayl/9b6l8Glt3ohnhRhPvEzRX7hoJ4cxOz7Xg7ZQtMifhs+N1MzaCubHnt9cz4QKr6OfJuPi3ldaBm7MNU9c2C/l7HEksoOdfbb5i78HzwOVGfrwmn3uOTZetASNq3tzpHmLeY+Gwv2L8ydwsVlf0Gq+UEmPV/cLuUXx+2FeY2EE7Sut55jj5YX7GdGEIfVMEPeN9hIu7rI539E9Zh0b/L64JJ+/rq/kiyz1e+E0ppdp8l2cHL5YPjTymfwdG30Zv6eS/Yp/Z4VZq1qcijbmOxYoVqsQ6GwiJGBL1Zewf/MqNN88g//8+ENcE0c1b8GPn9uKVc31D41i1X+OKVb9GVbQQjli1RSSTrGqeqCJUCEDo6xSPZPVkd3ozMKTbSaz68xs1fDCxkY867B5C1As7MS+5acjIRxnri6EWK1CxmpYx1OIUSNLWEnu/iFtQzCXWH0gqIcqNg3L2OwpSxxG54cZyK4NxKQcTVnqn10zdeEyVsvtt35DlSdWzVuxnFIAqn6x0YKxgVbwE6M/GfOb3p6oSVxdsVpPNVbth+m8ylUr+yvxIFcfmkaBjS6x2jyC+ANJtlhNCh33rw2Zudo55Vj+XVqsuvsvJM9t9DnEapQ9l5Bs6b/S5vMDU5ZEET1yx0LMvdgWZ9gEI3CIIu1D7dlQXhofRB0flBWNdLEqPnD3oWkWWLa0RCmALLE60WGUawCsZd7RtKTJ34wYsYVfiljtmgmzbDNiwsiiEy8ClndpS01dsZMvdvX5rSwWKvinWDjOS0OHcbfvlfLFqiXmlcx66/J5U1SELzNUBpgRn1Pj6Opow8xsJzqjWh1aZmuWqNCeYRCSG+NAa1dY1iIlfuQ54oXLe0GZkOjLLVaVYEvcX1qMlHoRUO7MqFhYsDgIO2iUuggzgwXXUsLdJVajZ9aqPUZ2ZzqLFLGtnbBx7V6svZNWqkRvOb7nbrRbLz9kljVkmZvPmlvjOLXu+WyxamcxBtdefL8fyo28+PhkLNzACvsFUR6xGj4jmsbewsnJViv7077/YpEuf+KQsEpqpr3QSBeryTJC+u80/flritMkQzOD1f1vn/mMBYrVyuOaZ+oEUqTqxFf4y0fv4+I9sVtaf90v/9eJUKz63yEUq/4MK2ihDLHq2u1cXHHLfiRrQaos1bSdxMWmWFtR/IO5JD+SRYYIFRexxWqyhqtr8HrZAlc23fxuIlZqqXW+GqtiXO7asIHoLuwsYtgoh3AQeDmQsLrokmyxGTgNbHWUQciqsRpvjpVSG7eUuC3xc1taZotYbabL2rzKwdvol7vGqpKi+3GwZI3V1JqorprBzixsx/1Yqm5tWB/VPb9Z7YmSGPpmbxpXu/zEH4Yx4NiITsSZylh3iuey5qeCx1cVT8nKWFWXmTe5miHRgmXeXUGtyBl92XXQKz0rJejfBrMGocHIkYmSxlB+kBJiVS1VVwfmk1NRs1r/j9zYjj2D/XEpAFVvVa+TZonXrCmerw9MpSSK6JMZC+EyegRLJTu1pYtB/7PFqqgqG2UJRzUrxTfddQyzxeoAumaGI9GeWEargJYUq2o5fliztfW7ZCykvhAoJVanEWWp2aUAwtp+Zr1aVxal+SFaxYJZ2zcp9NyZrckoyyvUkrFQwUMpZICwRIaQVt1TunxICuxENlqYGTigJXupch3JmqYp4l+K1R6ofqjs4Uhyh0NL3HfhEl+EZSzksuRWreajJtDiirBhltoyLRYidCn3S7jku5Rom4/ngmiz1FfVfz/IsgAroXOtVKyKLPJd6zdiSYlSK6nPK23wQQ3eSVwYOoyPM7mES7wRlOiQpQyich2qbEgcJxE/S+KVmu80+TYfcSD6WP7vh1KRU/rnM0YsdCUz73OJ1SB7WH9GuEsGlZOxGpQNcbEuLVb10jFmjVgVC6mlbKLa8Wbt17Tj5ysWKFZLxy6PKEWAUtVFiGK1VNyU/jnFamlG83BEGWLVurqRsSqlK+Kd4+2/q3Ot2qumjNEzF61l8raEcgobayxpfYhqrS7GjNVwI6SL1vJpJbX15fhqR/qL0HayT8lYFfyjbN60pdnhtY1d78N6r8cuAuG1Ievfbg3r1qqJDaXlTwYw/KfkkvpI2qZkzC6EWHVmjerCXtSK/fNnGksxNn0jsbB+qsHHZCbZDA3gdVVbOMTjlNYuserctM19jyZEpmt+S7UnSyno5TiCDhv9bfAaq/ZDt+ofnlOX3asNQDQ55FhmaQuWYHnt4/HmLtoAXMuP482XzA8oKkMlXqquGkpKM/3DmrFZkNxgydq4RpYFWBllsk3OAq1zqi5a6Uwpez7m4wNTHomihFq0OUwkh4MMKmdGoL4Zj50BFMo1UX8u2BQs3gBKZHqpD8OCr/i7W7AEGauqtqWIVdk/sbxfz0IVNU6/AwatUgbp2UHBvEzdsGqueohVIVpE/V257NPYKGUSk7OdQLTUOy0mktlJyVhICsm8YlXNbzmxYCxhzfWvtXgjFl1wiPh5cPoQ3r6iZF5psRoI5elok7vghUyQDSgyHVX8iOukZlSHGatBfdtQsYU1eocwGG2CJKR3UGvz4WgzIr3mcoJxWpxYtZhjftlL0fPcX9V+LuSazqrV5I7jQmxKp+Ig/YWK2vQsltWJTQcdS631TcpMwZZyz6n7VKuRrISfTHDWartGLziMl0NmDebZmXGgZTqszxwQlr9fRWatVSc663maldVY7TgQ/ZvfZ4Idaa5YcJQ0ySFW7WdEUHO1CSOyRI/ahFH8O0D8PX/GqqrVLDdkDDfcFJtUncFGq6Z1+gu3RN3wMBZEffZEjXBHHCpqWSJ2PmLhpf6X8j4aeBwJOAhQqqaFBcWq/w1DserPsIIWqiRWw6zK3wsBJ79ERuo+fD/e6Df4tr2plRRbWh1SfcmzlSGrZ5e6JZkuDzP6sKBi1V1jFRByM8gY/MyeNUOeqh+6d3APlnkXYqEd8nRlrIqWksfbF1diV//+Zuz/RQGnZG3ch/Ctqte6xjxXir6Op4EPTyC5FUEoc1MyGO1+5amxKkWvFLXvOq4HmHVb89QqDUsm/NmakRSZHY3emi9XuYFgvi2R7xCWaeUGXPHuOtbF0bUhmdGeUT5DjUrrL8Vq4rladblqL7u3MsCiDuQQq0FmkqvOZr7NoaJrOZaqBz/LkbGa1v+wcZ2fKUnKF6uiyWp/YMr7izQQyhMYsZYy5xE/iaWVYQbpV1HN1bg24cGRr4wuZdVYRU9cq1ecJDcxalGbEWnNZNZYtTc1i+flvaK2iZGnWBWjcm6uY2xilkespvTPEavliNW8caCOK++5EG4UpAl51Y6Kn3jDqHxiNa3mqajbLL70LDC3qBI1Vk2hki4qRE3YPixzZFUnMtVyiFUzFqw5T+xQHpIqkel+v54L5cWBHWXJuFDj8BGraUut3TGevOeCTcMQbXykn2dzTmQsp91I+oaN2jF2HeZSz9NSy8XvVxzo91y5z5Lg+LRYEJuHlV9jNZlBug17v9eHGf2FX3Td8sWq/bs4PWN1GFhu1Q9PiYXtD7+Gtdrmi1lxKImlbdYYTkC1Y+HVwVcrm1qeRQKgVM0KAopV/1ukQcSqPyi2QAIkQAIkUF0CeUoB6Ff0+/Bs9V1mK7Zi5Ou3IZbKpsqfxE7xYQbQHX3JePC9jslDeG/M2gQi2m09BzsrozL+QFJarKbLq/jcIzfCzKRlwIjKkCujxqo9gmp/YCpJSJNFRn1AtUQxZdf1j8fDlp0Zq10YHzuMQF4G2YCF28k6honsHnvXeG3jIHlsk2O3Zck6uF7QpzAzam4EZ+d6saE13lHe3j06Zl1pjdVprXav+eE+sVN1jhqrh692QmReYyLYOdqsSbgKcRZw6dgtOe8lDsj7XMiSQXr5hrhERDuuXY8zE+1MdfcO3AUUtXOU6BFZYFFdY/FNKS5bpTSbWrZXyxALYsIuBSCjJdzozFlf0RapaaUAHMI14Lc1udmbxj0h2jJiZMGfC2E/88aBHU5Zy9o3972CAWjPeu2+V/LcXWM1eZ9m98+VMZy+qZkh1DLqhZsxG2fkBxn62pdVezdRzkSLV/HsKiXTjP753uAVnF/9WNiI3YP9QLS6IVziH5VZCDqZ9xnx3Y2g5mr8FQhd9TwV35dz0ByUuhGla/RngMpYVecbZVnaivGzPnzhOn0z2Lwq/t0WPJddv+vMzTlLvXgttXFn0MNqPhMoViu4IXgKQKlaMgooVksiKnkAxWpJRDyABEiABEhgPgiUK1ZFHyr9wJTsf/CBoHVSLPuMl9eaxwU1yMblkl+1s4y5/DL8OBXtyC7lZbjDbqmsnkSfHJtVBB9Igv61TyQ3oNCvv2qJ3WJYQy38cBWMYNbIgCq7j9YlqvmBqWSMhbVj7eOC2qCB6NMXbCRq2aVtBtKuzW1KjVVVJqBLu3i8FNtcbquW50bL7rVzguwfPZbiD876MmHAKhOhfTh1S/TSNVaNpcoGS/NamTGhM1T1eq0JEUtSo4zfUpvElZz0fAfkeS6YfFW76n4IM9Wc8xveZeI5oAl0lUmu33f68ny9563NQa1jd3xa13Zk1Iq20vqv5G+pWrf2s0qXa0H/1uJ2IpMuOMsWq6WeGwv6XNBA54kDO6Ky4uK9YiDU3Pd92JKrXndKDe/0/lkCK+XeghUb8UsAvYdBv4L7EFHpiPh7Zja+Hhfxy8Hk/RA/T0vJtpjw/YoD0YOqx0LLs3ila5n+hIjLgITfTdZhtn43AEHt9quO/iWyxJO/A0qXYEj+WyZ+HqtSR2Fn037Xhc/sS0NHcKbwrLWpYniuisMyXsxWKxYoVvP9TuRROgFmquaJB4rVPJSyj6FY9WfIFkiABEiABCogUIlYrfQDk7N74oNMWxFpO+xWMCR5SiUf6LKuVa0PJOoacf/KLFWQ0slq968c7rXDupxRpR8rWXc9jf09MOokVtp66bIAdsvZMWPHQnJpaqU9LX1eQ8ZCjg2eEuTSloPru8Rn4s733LhfzwXGQel7xXmEoyZs1u9NO2sy7ar3Kw5q63dxhXNmnVYt1qqMhf6i2NXDZA357HFUo38Uq9WJlcZpZQ7XvnwTb10axRyAB3tfwv7Nq9A88RX+8tH7uHgPwJJ+7Nz+PNbr700aB1A0UopV/0mnWPVnyBZIgARIgAQqIFCpWK3mB6ZNa/egY0ItBS+9C3XeYdbEh/tVe7CnZQSHr6qFhnlHlzyuGh+YKr16TbAOs5grHaN+nmD98Jp9GJg9GG665deqwa9nR+mYEFlKy6Zw+JJdFzboh1G2YH0nhs8dgytHzq/X7rMbMRYE73K/tvXvR+dNbQOmsIFc/PLESNje/Xou5BpHGdCqPY7F2j8VFyfG45UXJiYh1fswdTHebC0Pxmrzy3NNdcxiZb24+7cNL4bPbtfKi6Dvm7BjXQdGtFIFeebFNxYoVvNQ5jExgVF8evQQTt0R32lGz5q92NdfxDFK1USQUKz63zcUq/4M2QIJkAAJkEAFBA4NH8LcPfEOubIvfmCqjNvi/kBX2ZgYC5VxYyyU5uYrAuwrMFZLM6/GEeTsR3Gx8ytndIt9LOxfvtlsbmrGKwOv5DuYR5GAIDD5Ff5y4n3nhsvMVDVDhGLV/5ahWPVnyBZIgARIgAQqIPDB5Q9wZepKBWfGp/ADiRe+RV+2oJzRMRbKoZU8drHzK2d0i30s7F85s1n5seRcOTtx5mLnV87oFvtY2L/Ss7m6YzWeWfNM6QN5BAmEBOYuncBvv/xbkgeX/yeYUKz63zYUq/4M2QIJkAAJkEAFBMamx3D88nGvrNVa+PDHD0wVBEeFp5B1heDC0xY7v3JGt9jHwv6VM5uVH0vOlbOrhd+v5YyOsVAOreSx95OfyFbdsWYHutu7/QbBsxuKwOiZAzj49wlzzJSqzhigWPW/NShW/RmyBRIgARIggQoJXJ+8js+vfA7xf6+yAEtasXSJttt6hf1Rp83encXM3fJrF6ZdtpX985yR/KeTdX5WriMXO79yRrfYx8L+lTOblR9LzpWzk3J1kf/+Kmd0i30s7J85m0KoruxciU2rN8n/84sE8hOYwlcn/g0npnvQ27UG/av60FtYgQeXtaK5KX8rjXIkxar/TFOs+jNkCyRAAiRAAiRAAiRAAiRAAiRAAiRAAiRAAouAwNwdoLllEXSkBrpAseo/SRSr/gzZAgmQAAmQAAmQAAmQAAmQAAmQAAmQAAmQAAnUFAGKVf/polj1Z8gWSIAESIAESIAESIAESIAESIAESIAESIAESKCmCFCs+k8Xxao/Q7ZAAiRAAiRAAiRAAiRAAiRAAiRAAiRAAiRAAjVFgGLVf7ooVv0ZsgUSIAESIAESIAESIAESIAESIAESIAESIAESqCkCFKv+00Wx6s+QLZAACZAACZAACZAACZAACZAACZAACZAACZBATRGgWPWfLopVf4ZsgQRIgARIgARIgARIgARIgARIgARI3zfQcQAAIABJREFUgARIgARqigDFqv90Uaz6M2QLJEACJEACJEACJEACJEACJEACJEACJEACJFBTBChW/aeLYtWfIVsgARIgARIgARIgARIgARIgARIgARIgARIggZoiQLHqP10Uq/4M2QIJkAAJkAAJkAAJkAAJkAAJkAAJkAAJkAAJ1BQBilX/6aJY9WfIFkiABEiABEiABEiABEiABEiABEiABEiABEigpghQrPpPF8WqP0O2QAIkQAIkQAIkQAIkQAIkQAIkQAIkQAIkQAI1RYBi1X+6KFb9GbIFEiABEiABEiABEiABEiABEiABEiABEiABEqgpAhSr/tNFserPkC2QAAmQAAmQAAmQAAmQAAmQAAmQAAmQAAmQQE0RoFj1ny6KVX+GbIEESIAESIAESIAESIAESIAESIAESIAESIAEaooAxar/dFGs+jNkCyRAAiRAAiRAAiRAAiRAAiRAAiRAAiRAAiRQUwQoVv2ni2LVnyFbIAESIAESIAESIAESIAESIAESIAESIAESIIGaIkCx6j9dFKv+DNkCCZAACZAACZAACZAACZAACZAACZAACZAACdQUAYpV/+miWPVnyBZIgARIgARIgARIgARIgARIgARIgARIgARIoKYIUKz6TxfFqj9DtkACJEACJEACJEACJEACJEACJEACJEACJEACNUWAYtV/uihW/RmyBRIgARIgARIgARIgARIgARIgARIgARIgARKoKQIUq/7TRbHqz5AtkAAJkAAJkAAJkAAJkAAJkAAJkAAJkAAJkEBNEaBY9Z8uilV/hmyBBEiABEiABEiABEiABEiABEiABEiABEiABGqKAMWq/3RRrPozZAskQAIkQAIkQAIkQAIkQAIkQAIkQAIkQAIkUFMEKFb9p4ti1Z8hWyABEiABEiABEiABEiABEiABEiABEiABEiCBmiJAseo/XRSr/gzZAgmQAAmQAAmQAAmQAAmQAAmQAAmQAAmQAAnUFAGKVf/polj1Z8gWSIAESIAESIAESIAESIAESIAESIAESIAESKCmCFCs+k8Xxao/Q7ZAAiRAAiRAAiRAAiRAAiRAAiRAAiRAAiRAAjVFgGLVf7pqWqz6D58tkAAJkAAJkAAJkAAJkAAJkAAJkAAJkAAJkEBjEmhtbUV7e3vZg79z54485/Lly2Wfu2bNGnnOrVu30N3dXfb56oRrk9+is2kFmpqaKm7D98SaFqs+8H3B8XwSIAESIAESIAESIAESIAESIAESIAESIAESqFUCY2NjoFj1mz2KVT9+PJsESIAESIAESIAESIAESIAESIAESIAESIAEao4Axar/lFGs+jNkCyRAAiRAAiRAAiRAAiRAAiRAAiRAAiRAAiRQUwQoVv2ni2LVnyFbIAESIAESIAESIAESIAESIAESIAESIAESIIGaIkCx6j9dFKv+DNkCCZAACZAACZAACZAACZAACZAACZAACZAACdQUAYpV/+miWPVnyBZIgARIgARIgARIgARIgARIgARIgARIgARIoKYIUKz6TxfFqj9DtkACJEACJEACJEACJEACJEACJEACJEACJEACNUWAYtV/uihW/RmyBRIgARIgARIgARIgARIgARIgARIgARIgARKoKQIUq/7TRbHqz5AtkAAJkAAJVEhgdGoUXxe/xs3Zm7iLuxW2Epw2Mzcj/6vWV2tzK8R/1fpi/9JJCjZkXXmk1VOsMhYqjwNxZr3Ewj99MOoHgmfXDYHOLffqZiwcSJkEmppxr30Vlq7agpbOlWWezMNJoHICU5e+xF8vnEVxyUPY8MhmPNJTvc8Dlfdq/s6kWPVnS7Hqz5AtkAAJkAAJVEDgxq0bOHH1BFqWtFRwtvsUyks/lPeL38TMRN0IobwzcL9YL/b+MRbyzlD6cfUgVylW/eOgXlqgWK2XmfQYR1MzWh56gXLVAyFPzUtgDlc/O4Q3L41iLjrlQWx+8lU81duct5GaO45i1X/KKFb9GbIFEiABEiCBCggcv3gcV6avUKhVwE4/pR4kipBp4qsexlLOdFKuJmkxFsqJoPqVqxSr1YmDemiFYrUeZrEKY3hgLdoffr4KDbEJEsggMFfElx/9Ce+Px1pVHt3xDP7Pc4+hq07hUaz6T2z9i9XLH+A3f/o0JPUQdv3yJWzs9Afn18IVfPCbN4Cf/BrPrFEtBd9TPRXffcL4ufjOLZx587coblXnBX8/+q3Wm4d24VcvbcT4id/gjU/sXgbj77/4Jn57RDspPOeB6PBk/65ktLdxXGccNBL0Pdm/h3b/Ci99P76SH8eMsyfP4M3fHYWOBolxxkyPIuAme+Y6V3xfO1/wOFnIGIujDXPsjrlzznlGf558Fb9+enUSQhjzevwE8/cEXv31M4jOkH0sYlv0vXjeB8+74ieeW/HzzPGHvQqum7zvbv0tiMFkjANI7b87noP7OXn/hL11jHkIg7/chuLvzPtNHu+MEa39xM/VPLrYmvGnz3+u+XDGoXUdg7P+M8HjJArO553r+RM0JPuFMK6MZ6d+X1fvrn3jmzcwdy/4hwuFmh/XWuenZBpjwS8O6oEfY4HlTEQcU6z6PwvqpQWK1XqZSc9xNDWjfePPPRvh6SSQRkBkqr6PG+t+iMeW38LZD/8d7xpydRNeefEp9NYpQIpV/4mtb7FqiSMpc84NxgLNn1+ZLZgyLSG+lNAQrUqpMWaI4KSMEu0dAXblkcVX8MEJ4JnNY3jzd0IsqXPCPvUImdJliFqn9IpGHLYnxJ7o6/nBhORL8A5FUXdCGJeJsdTh4XVgSVxDGqk2ZN+BJz4ZiyVUQjiKg3VOq6WAShWLrutb35N9GdVkrriEPEafm7CTzv6EItEp+o6g2AN8im3RnERiXJexJcRqljgtKZbDrqvrpkll98sDd//t/pj3g1skJjhHjIVYtcVjiiQNlGP44sOSxJH81KRm3vkXLz5S5yO43pgVw85nmLje0SK6xWuZ6KVLlli1BKp+T6sXPghelhjz4xDepW7FUj8/8PUB45Bal4Olxmv/nNmKMRFdptWDHGQsZBPIutcZC6wVLaKHYrXcp0j9Hk+xWr9zW+7I2h97vdxTeDwJ5CCgLf9vWocfbn8hKVeX78avnl6Peq20SrGaI0xKHFLXYlVIiCPYrWVIZssGf5x5W7AzTwPRMfSwncGqiR8pT4DBnqMoRseJ8QxhUM9CdHZBXO9TdL/0DFaH7exW2ZlCGQrhXIwlXDIz1m5Uay883+QcHJ/knxx3XmL5j3MLKdUfc5wBdyHsthV/G4tSp8g0OaWLxfTrq0xYIZbdGZ8p8ZnSHyX7DPmmjv1lASe1bNSgv7vQfWQoQyCbGavVEqsn8QQwWkAUc04RGM5wZv+TGcKBXO3Gq78exJArQ1PIwFMFKxtZZay6MjpNgR7HXTA3eBIYK8TPFBnjxW7gE4SZv+XMf9Z8pMSCPR7t/v1V4aR2H5d41rliSrW9Czjyu6NwvgBxvPDJf28mj7TF6v0Qatv696Pz5kEcKwKP9u3Hlo6lYUfHMfz1OzgJ+/sA7o7i7MWPMRwNaRN29PcBE2/juLbfyqa1e9GnmsMkRi4cx+cWBilXV+zGa8v1xUXxtYPDt+HF7w0ANw/gnavZxFu7d2HfigcxPnYYH4+rY4P+RYs1Zkfw9qXPgZ4d2NMygsNX45HYrS+U/LVlWr5YGMD2dRvQsyTstRoXgIHePdjQHsGXc/bF+fdwRm1uVtiJ/SsLKF4P5l7nHM3EzDAOXBARkPwyY0WPCYu1OFXrl9mS3f8LOHD+Y0D2bRW03genpfVHHL98EgdFX61zZ6fPWvNrx6roQx+mLiZjU++r4PkPs2/h7dtPO/qmxWvvi9i/dBgHR74q+WhIk6uVxULJywUH9OzA3mXqTpjFtWj+g3vMuAut+21b/2sYgBkTZhzMYtS47/Q+JeNiUnteGM+K2REcunjKvRFf74vas0LvP6y5N39ms960dg86JrRnRNd27OnuMp8bBisg6q94bjSfx8GRMzmhlz7MFQuNJ1afQuGnnZj+j8OY/sGPsWJwuQbuJqb/9T8x+YMfo6fzG4z+z99KQ62jIxpOrPa8gPbCBKbPfYiW/p+hpVNTOXNXcOfsf+PO2pfRvvQbTF+o3n1YCyFDsVoLs1RrfXTUVLXl6uQ67H76BTyyrNbGlr+/FKv5WaUdWddiNTHoVEHlD7K8FsoXq0q8CiEXCdjEUmF3qQNDcFZBrNrCNFEmIMzCu39iNW0JtD1LmnwS5QyUgMvIWB1aH8i9bLGadn1t3sOMwFylETLi1u5HLMmD7GNVNkIdtxtHYvm2QBmrJwuvYvDcUCD2xRTILOECdo0e1cpaBHNTqv+JMhLRGNxiNZGlnJmxavdBL7MQxspPBjF0vhsvhSUY5H1Z2IWxI6qkQpbQjOdfifWs+Ugro2BGsRZTXXpph1IvkdzPICnT112wSkToVyzVbnlPQpdYFS0sWOaqkBTtNwJ5Jv68bBqnzx2DUEKRRLnZaQm4R7Fr/RasnBNyctIQe7ooCcTeTCRTpThBKDQNTJvwbH8f7mkSR1675RpOn7uMNeu3YFUoDsczxaouhnTBE8o72V+hdXWxJn42CHynS9jkHC6EXHXJtFKxIJj2zilxqI1r1pZEMYNDF+ewe7A/FGi6fHoUOwXrO0qcZchsTcqeGG9Fa/OGIA4kY2BHfwFFh0S3ybr6f2/8EN6+klwK/mjfi1gz+Y4mgVVrot8bgVEhiIM+t0+dDsRm2M9AspsSV49VKRvbimF8OO5hId0eBIYuTuEf+vvQptoPD5Vysa0Y3jt6f0o/D1z3eiWxUPpKAKQ8bMPVcG7WrdqDx8N+d9nSVArMdileL3dqL1x0ua0dI+T8xr79eLxt3HrpEvQscf9LadkqRez1jj3Y0Hw15B/MU9utt3H4mpW5KuezHSP6C5+Iu5j7PkwrUWw9z4x7yZhvXfhqzw3JqgczSv4a7ILnxt2xt3B0bP7KFjSaWO380S+w9MYfUPzoKRR+vh4YEn8O4kf8rL39Cib/4+9o/ekm4IsDuHk2V9TXxUGNJVY3onXDJuD6HzGDF9C+uht3r/wRM/KlrfjZViy58w2mz92Mj9Ne6NbFhGcMgmK13md4ocdnStXC6h147NYHQX1VTa4Wb3WhUMdSVVCnWPWPvcYRqynLw/0RVtJCmWJVSL9wqb2R2Zqr1IGV1eotVpNZsqbci7Men/jOzhheqIzVnGLVyP7ThBEc9VlF+U1tWba3WA1r66rl7EEUpdQAzi1WTb56JnLcX8TC1RBx4vo5aqxqNXzz1lhVGcHqhUAQw79C4ZReL1hcP0//rfq8hlh11Ey169D6ilVZm1VliYf3gpEdXJ5Yfen7WfMRM4nqKNulH4zY0PmVFqBmprod/3rtXf0ZV7rdcp6IaWLVkADlNJhxbFIOmgJIyMwV01pGqJIY16fR1wOcCYWruIQUSS2X8PYllSkSy5AoY9WSVVK0RvJE76gQGwXcGDqMj1U2ZUKKBNKvfaJ0xmqQ3dqH2zfewsnJIMtFSJ3CbZVNa/W1lFQLuzrfcjVNpqXHQsBNF5gR44mOUATGWcU6/2Asm00RFcr0OAYymIvY0GJCyMENa/cF8+u4tjss0/ufyFbMygLVXw7AlprJWAAcsSq/ly7Y4/gRfe7F1A1LqNnxavSp9A1sy9XyY6H0NcQRIgYGMaRl8IqXGr2Yun4Qk8ut+z+8jyJRqe775pE4i9mKg+DlzG2cvXhSy2YP+mbeg/I7kuXtsato6xb/d7/c0O878dzZiDNaNnAsU6X81fuWgqS1eSOeffhRx8sU1Z+wH5aETsRN+NxIzazNNyWJo/RYaCixumEPeh4HbolsVQixuhKzIkNVERIZrH1TmFTZrCuu48Z/fVgh5do7raHEqshE7bgms1UhMldXIshQDadNZrC2fBv8XD+29qa1oh5TrFaEjSc5CdhS9WW8+kQvmm9+iUMnPoBcINb8JF7ZvQ29zfWPkGLVf44bQKzGdU2za4b6w8zfQjliVRc5rpIB+lWT0iORNeopVpNZqMlRK2EjliabJQIWl1h1bcgl5akzYy/oe9UyVqNNy7LnT/40r1hNZDCLk4Pan9BrwhpLvtM3r6paKQCRBfngp+HLAYTlK57AmLERW9omXY7+68gWOmP1ly+h+7Mwa1xkHYsXHrJucWUZqzIDN3U+HE8UqxSAKebD46VMFpxLvGDQ40pvNzOzf+HEqhjNvGauWtlfCdpKFo0CG11itXkEh0Y+k310yypdnLlklrpifNwpKfxmEtmzkMKsPLEqhFCQTdkaLH9WGYm2MEkIlPTfZPMpV7NkWt5YiDJAp1ZmilXR3szcRuweXBtn+Ilv6kIwKz5soSbyiES2YstVvH27oC01lw9wZwkIF2U9gzVmLeTZCtwIsxTt88QLgb65MEM1lH+RfNOE5/nmMBacYjUQf3H2r34VU7gFS9Zncd2Wq/oppe4tx+D1e70asZDr32Nh7F8aOoy7fa+YL1byiFVLZKu5eOvy+fC5EPciVaxOjaOrow0zs53oVLUfrNIRqfedxhkiDjAOtHaFJSSsMgGqK/KcDly98J5VliSfWO2aCTPEtedG9NzKBb30QSoWGkmstj//GjrbL4aytIRYFRL2HztwWxevpbHW9BGNJFaXrn8dzXdOBUv8S4lV8fPVHZj78s+YrekZzt95itX8rHhkFoEUqTpxFu98cBzf3gOw5OG6X/6vE6JY9b9j6lyshhvOpO2e7s+vwhbKEKsvduPoO58mr+Mcky09HJtbeYnVfJtl3X+xmtz0RwJMy1BV5dZKCC49S9WvxuqrwJ/S63uq5fvRpOessZpVK9eu6Sr7L2qfRrVBxdXmqcaqEKvfHw+E6k+AN2T2tVmqQFy9nP4rNqVqrCbaLJmxml1jtSA2fQszyF/FG0FZjsQS/JT4C8W3q8ZuYj4ctVTlmFMzVEMiJUSz+SBJliaQolfr5zP2C4AFqLFqP+zmTa46lspG1w7rGMql9zNmdqI4RmashtlhQf+CpeBi+W5cY9Wqn4m0+otm5mJUc1UrS1CpWBXLk2X/Cs/KZb1RzU6jRqwlVEr8VpsvuVpKpoluZcVCIPxCiRktXXdnrAZDjLMVoxqrdm3Tu6IcQ1AawvhyiNUoi/n2Cux9QGQtBtdOLwFhNmn0P/yRYP3wmn1WlqJ+nkO4GzU4zbqs6bEa1qR1ZVQ7xbsV2wlO1rL0nP9SUvPrGwu5LhcudUdYg3bj2r3ontIzwpNj0O97dQ1ZtkMrf6jKdSRrmupZ40H8yYxVKVZ7oPqhXtJEAlOLBfnSRX2FsYqwLEPQD7PW7WvLEdWJNp5ty6bxxfkTuChfCqkvl1jVSgGE9Vbjmr3m8fPxXPjhRxO5prIeDhJL/dumT4W1U0uIVZnRug53/9o45QAaR6wGS/2bxn+P25dETegSGat4Cm2PPYR7UamAergbssdAsVr/czz/I6RUdTGmWPWPvLoWq0lR4w+sOi24xeobEJlmYV3HFIGhlwKwdwhP7BjuEnKRWHoJG6VQdImklMxSp+CLZVwgYcxSAL89N2htHJSyKU51wAatpJR90HeIR2LDLtX3kyj870EM/XtyKXQ+sZpyfaNPQjK+AfxE36wsPi+xaVAG90+jpeHuTEJ1DwgJaGSgRtmt2m728ypWg7q0b3yCcKd5O8bK7L8SsUe+DdvLPj+6rzLFqspu15mowNTbD1/YhNnAckM4baMwZ/xZMZkQ8/Z8yPsfMttYr/Qai+RnsNopXxXXNHlv3Wiy3i3wxCcwN8GT1/80ZBue4/qe532bVQpAb3pe5KrYMMqQl+KKqk6plu2VJtG0ZbfB8trHDbEqRVlzvMmVXIreKuovTqEv2khKiMAiCtaS9pnuZ/FK55Qm9ZICTRc6Zu1VWwhtw97vDaAt2sQokGKxuClPrApK8yFRDGmUEVeJWFAb7OiyOKdYNZe1W/VJwyzhwu3TODi5Jt6wSUjEXFnM4SAiMSnmWW0gpmWxuvqvya5n+x/E9a/flpuoJb+suAhl23RUizdZJ9YVq6Ld1FIVJTKa3S8CKhOroh9ifiuOhVzPo1gK25tHPTit17ctLVaDjaumY3kppXYgM0UGqRKu4jrFtiyxGtd9FUNQ2cNDGIw2YBNC861LZzEz93BQC3gJoN/3duZyUF83rscaoXFmMcurhqUJtJIExuZVk5ic7QSikiLJ46v9XNh9snr1W3OFxn08iGI1Gz7FakopAIrV+3jX8tK1SYBSNW3eKFb9I7quxaprqXdqHUt/lmW04BKXStbEzbhKFxg1VoXGDGVVcJYphNLEcmL5sF230ap1qXqUKqqtJehxLdK4DINqI9dmTWWQTD00Y1n86pTxibak8Op4BvjgVrjLe3wFXWqJpfVCEia/wjlwXN8Yu7N/Zh3XqO2UY6FnLZfIcBx48lMMy8zRuEapIenkxXLUWBVR9pNfQ2TAZo4/7LwhEA1ZaN0DOfp/LMFbr0mbskTdfkFhiFVHTdbEvaBmwWzf2BQr9QXGUXyrBUipGr32fDiX+Wt1eNOypoP7dABPfHIMjlx3GHETzvmnrgz4UKTqMV7tcip5xaroQ9Xlqi0vrQywaNw5xKrIKBUbWnVoGauJpb+pgipZa1Mu3X9AiNWjYbZkZaUAgkzMYCn52NARnAkz1EyJVr5YFa1WW6KU89hXsRBsEIbkTuxliFVR2/K9oqq5ai65d2Uoyn6WiAkjVjPEZGr/FYySdSwdYtUqW5EQbo5YFZfLJVZlXMbZuKqbM53bsG9FW7Spkqrzq9cnLWd+yzm2vOdCuFGTtdReXE/dr/GGUfnEalrNU5UFrfqXXWPVrBWcVZZBbHS3TN9AK4SVqL+aQ6yKTOyYX6nngF2H1318NZ8LFKspNVaZsVrOI6LGjmXGaqkJY8ZqKUL8eToBStWs6KBY9b936lqs+uNhCyRAAiRAAvNFoByxWnW5KoVXK0bCbMCkgApHre0AH8gSe/f4+Hsdk4fw3li8YVQfxC7xnwcNyewvOOptarvZhzv7qmzXL86/hzNy+a+vWB0Abh7AkRtBnU1jeXoZNVbtOKimRCk3xlqbt2PP4Fr3pj9yTF0YjzYECrMU57T5sDL0gpqr/ZLTO3LHAkBmBWM43qxIdTIjJoYxIM9R9XfTSwGUEllm3dM01kbcpvRLZt2OqIIGQSzpsarEYskaq0vdMRwI4tsYVpm1FdRYLXf+9ePzytX0DeTMkg1RFu7ydly7fhBKktqiXf69rRhnlif4B70U/du67hUknwet8qXA1DK9vq2dUR6PVPXfuWGUzVzLnjWynR1zE/DbamWsmvEZZ9yH5TUynhvVei40klhN1lhdDwz9AcWPgvkXGa3t7VeCzatYY9XncbHoz03UWF3djbvRUv9AvC658028uRVrrC76OWUHFwMBStVSs0CxWopQ6Z9TrJZmxCNIgARIgATmgUC5YlVJimDDKN+vQGC0Torlv/HyWrPVoGbhuFzyG1UoBRI1JWPxqeRlsLRWLf0WrabVWFXSVRV7FsfGS8UDSRH0r31CrwGZNn7HMmy77qa2bD5LNuUhXC2JkudaxjF2PVT1wzAbMZB9+pzFZRmCQx1LmUUWc9ey+DJpNVZVnV1nTITifUnYjFHPVhtBWONT62HwwyibMudSa6tWcLA8XWs1kd2YFqvpO9PrGZQJrkGnpSAMMn9njBrEZc9rhSfkkatBHVv7Auq+tO9Xc6m9OCuZwWzNNZLnqKsFLwL6YdzlE6oms3VtR0atjNiU/iv5a859yuZVKS9pnC8qrFIAIxeORxtelXpuVOO50EhiFbYs/cGPsWJwuRasNzEdblZlStgKb5gaO61xSgEAWPsy2rumcOdssPy/pf9naOnU/s0zd8X8Wcu3gWRtkC9mrDbIRFd1mJSqeXBSrOahlH0Mxao/Q7ZAAiRAAiRQAYFKxKq4TB6Jkqs7JZda52olcVDV+he2XA1JoXcy7p+9vLey8Va7f+X0onZYlzOq9GOTrIXc2wiMxpmV5VxJ8lu1B3vbinF2td2Ao7RC2jVm5tbh6Ycfrbg/5fTdPpaxkJOekPHtNxKZ2Pn55Xtu+D4XGkqshlmpS2/EWaru2fw+lv90E/BF42xcJTg0lFiFyErdBFz/I2bCVSzuWMh7XM7nQo0cRrFaIxO1aLo5h6ufH8Kbfx/FnKjktPplvPpEL5onzuKdD47j23sAljyM3U+/gEe09+qLpvsL2BGKVX/YFKv+DNkCCZAACZBABQQqFaviUvklQHbHNq3dg46JONuugmE4T6lW/1TjvpLCKaFW7cGelhEcvir2r/f7qnb/yulNTbCuSpZ1QCXBWmTvLp/EwQvuLa6yWYr6wIO4ffG9KBvRdbzIUOy7cxjHMz/oB9nXe5rP4+DImXKmsGrHNnws5CS5rX8/Om8mZXwufmKOcz43fJ4LjSZWIWqn/rQT02K5f9o8/uDH6On8BqP/87ecM10fhzWWWBXP0RfQXpjIzkQVma1Lv8H0hfvzrL1fkUWxer/I1+p1b+CT//kT/t+s6H8zVqz9EV4aKOIIpWpiQilW/WOcYtWfIVsgARIgARKogMAb37yBuXviHXJlX7kkQBlN+0gA12XYvzLgex5K1n4AFzu/cka32MfC/uWbzcYTq/m4NOJRDSdWG3GS84y5qRntG3+e50geQwIBgcmzeOe948ZmwhEaZqoaUUKx6n/TUKz6M2QLJEACJEACFRA4PnIcV6auVHBmfAolhRe+qmX+ql5UW06XMzrGQjm0kscudn7ljG6xj4X9Kz2bFKulGTXKERSrjTLT2eNsemAt2h5+njBIIDeBub+/j//7uSOrm1I1wZBiNXdYpR5IserPkC2QAAmQAAlUQGB0ahTH/n7MK2tVXJaSogL42imLnV85o1vsY2H/yplNv2PJurb5Uaz6zV/M9NVDAAAgAElEQVQ9nU2xWk+zWeFYmpqxtP9/ofmBFRU2wNMakcCNL/4Nb4xMmEOnVHWGAsWq/x1CserPkC2QAAmQAAlUSODaxDV8dukzXJu85iVYW5e0YumSxJbfFfYKmL07i5m7MxWfb5/I/lUNZcmGyLokoswDFju/cka32MfC/qXP5lOfy6J4/CIBdGwQO8zwqxEJNDU1o7WrF8v+4R/Rtry3ERFwzBUTmMLZ9/6A96d70Nu1FgO9D6G3ZwUKy1rR3FRxo3V7IsWq/9RSrPozZAskQAIkQAIkQAIkQAIkQAIkQAIkQAIkQAKLgMDcLNBcvZyLRTCi+esCxao/W4pVf4ZsgQRIgARIgARIgARIgARIgARIgARIgARIgARqigDFqv90Uaz6M2QLJEACJEACJEACJEACJEACJEACJEACJEACJFBTBChW/aeLYtWfIVsgARIgARIgARIgARIgARIgARIgARIgARIggZoiQLHqP10Uq/4M2QIJkAAJkAAJkAAJkAAJkAAJkAAJkAAJkAAJ1BQBilX/6aJY9WfIFkiABEiABEiABEiABEiABEiABEiABEiABEigpghQrPpPF8WqP0O2QAIkQAIkQAIkQAIkQAIkQAIkQAIkQAIkQAI1RYBi1X+6KFb9GbIFEiABEiABEiABEiABEiABEiABEiABEiABEqgpAhSr/tNFserPkC2QAAmQAAmQAAmQAAmQAAmQAAmQAAmQAAmQQE0RoFj1ny6KVX+GbIEESIAESIAESIAESIAESIAESIAESIAESIAEaooAxar/dFGs+jNkCyRAAiRAAiRAAiRAAiRAAiRAAiRAAiRAAiRQUwQoVv2ni2LVnyFbIAESIAESIAESIAESIAESIAESIAESIAESIIGaIkCx6j9dFKv+DNkCCZAACZAACZAACZAACZAACZAACZAACZAACdQUAYpV/+miWPVnyBZIgARIgARIgARIgARIgARIgARIgARIgARIoKYIUKz6TxfFqj9DtkACJEACJEACJEACJEACJEACJEACJEACJEACNUWAYtV/uihW/RmyBRIgARIgARIgARIgARIgARIgARIgARIgARKoKQIUq/7TRbHqz5AtkAAJkAAJkAAJkAAJkAAJkAAJkAAJkAAJkEBNEaBY9Z8uilV/hmyBBEiABEiABEiABEiABEiABEiABEiABEiABGqKAMWq/3RRrPozZAskQAIkQAIkQAIkQAIkQAIkQAIkQAIkQAIkUFMEKFb9p4ti1Z8hWyABEiABEiABEiABEiABEiABEiABEiABEiCBmiJAseo/XRSr/gzZAgmQAAmQAAmQAAmQAAmQAAmQAAmQAAmQAAnUFAGKVf/polj1Z8gWSIAESIAESIAESIAESIAESIAESIAESIAESKCmCFCs+k8Xxao/Q7ZAAiRAAiRAAiRAAiRAAiRAAiRAAiRAAiRAAjVFgGLVf7ooVv0ZsgUSIAESIAESIAESIAESIAESIAESIAESIAESqCkCFKv+00Wx6s+QLZAACZAACZAACZAACZAACZAACZAACZAACZBATRGgWPWfLopVf4ZsgQRIgARIgARIgARIgARIgARIgARIgARIgARqigDFqv90Uaz6M2QLJEACJEACJEACJEACJEACJEACJEACJEACJFBTBChW/aeLYtWfIVsgARIgARIgARIgARIgARIgARIgARIgARIggZoiQLHqP101LVb9h88WSIAESIAESIAESIAESIAESIAESIAESIAESKAxCbS2tqK9vb3swd+5c0eec/ny5bLPXbNmjTzn1q1b6O7uLvt8dcK1yW/R2bQCTU1NFbfhe2JNi9Xly5f7jp/nkwAJkAAJkAAJkAAJkAAJkAAJkAAJkAAJkEDDEbh58yYoVv2mnWLVjx/PJgESIAESIAESIAESIAESIAESIAESIAESIIGaI0Cx6j9lFKv+DNkCCZAACZAACZAACZAACZAACZAACZAACZAACdQUAYpV/+miWPVnyBZIgARIgARIgARIgARIgARIgARIgARIgARIoKYIUKz6TxfFqj9DtkACJEACJEACJEACJEACJEACJEACJEACJEACNUWAYtV/uihW/RmyBRIgARIgARIgARIgARIgARIgARIgARIgARKoKQIUq/7TRbHqz5AtkAAJkAAJkAAJkAAJkAAJkAAJkAAJkAAJkEBNEaBY9Z8uilV/hmyBBEiABEiABEiABEiABEiABEiABEiABEiABGqKAMWq/3RRrPozZAskQAIkQAIVEhibHsO5m+dwc/Ym7uJuha0Ep83Mzcj/qvXV2twK8V+1vti/dJKCDVlXHmn1FKv/9MFo5SB4Zt0Q6Nxyr27GwoGQAAlUSKCpGffaV6F5xSY0P7Ciwkaqc9rU5TP49OLX+G5JH743uAnru6v378Pq9JCtVJNAo803xap/9FCs+jNkCyRAAiRAAhUQGJ0axUfXP0LLkpYKznafQnnph/J+8ZuYmZBilXK18vmrF34Uq5XHQD2dSbFaT7PJsZCAJ4GmZizpe/4+ydU5XPviTbx1eRRz0TAexKYtr2D7qmbPgfH0xUegMeebYtU/EilW/RmyBRIgARIggQoIvH/pfVydvkqhVgE7/ZR6EGpCrIqvehhLOdN5v0R23j7ej/5RrOadnfo+jmK1vueXoyOBcgnc61iD1od2lXua//Fz3+HMyUM4MR5rVdlo+1P42bMbscz/CmxhMRFo0PmmWPUPwvoXq5dP4F/+/FlEavPL/4yn1/iD82vhKk78y0HA1ZfJv+GtPwxj4Bf78P1O+yq38Le3fo/ik2oMwd/fvRgft27n69i34QH5jasf/gsOnlY/24z9//w0esVf5TXehTpNP+fW2bfw+2PRT/Cc1g/zZ/naC66eMV4/kI6zxbVOoeDiJ8ddxFbFITxbcDpVsLhhP/75qV7Aih95yrrn8Pq+7yOgrL6CMcaRFv9ExNzgBX0uzG5n/TyO17D9LWG/wibknBS3Bn01vsLYgNbXcN6hxYiKEzV+M2ZUg+uMOJDftWJIYrHaNdlYcxJyNe5H2ebf0YpzOGfPrJO5inEtFmWsZc1/HPfRJSymQPK+cs95HNufJfqn2tD7Vpqbmz+Q9twKjvccvx7TueO9OjfuoeFDmLsX/EOVQs2Paa3zU2KVseAXB/XAj2LVPwbqoQWK1XqYRY6BBKpIoKkZSx/9WRUbLNWUyFw8gRv/8DQ2Lp/CV//vDbxnyNXH8eMXtmNVqWb48xoh0NjzTbHqH6Z1LlYtySKlQTEpifw55mzBFDamLNHFnENkAVBiU50n/z40EEu+UHYVXv5nbLkpBGkhkqlSwEhZCCkAi0qC6SJ33ORjtC/YfVKIrpXaniG2ssabE1nZh5USa2WI1U1jUkALnrqMj8euy8yM64aSW5e39rBsuSt/bsRrHB963KSKVXHuBWDz6WIsmSMZasaXfm1XP+y4U1LVELQp0jYYZxAHw4OmvD41tg4Y3Bm9CAjibQU2XryBlYYYD+Oo25TKsh/vFlEQOjt62VDu/IdcIzHqENJKtOqSOppANS/WPRuxTr6AyOJWOg60yKnK+K32csd72Tem84Q3ht4wvl/rcrBcKvcjG7CcPi5k/3SxWg9ysBzO4tiFZF1u3xa6fxSrlcxQ/Z1DsVp/c8oRkYAvgaUbfu7bRM7zteXgTX14euvzSbm6fCde3z4IVlrNiXRRH8b5plj1D9D6FquWDAwEzzHgOVc2qD/M/C3Ymaf6mSliSEoUYKD7XRT7A9EnRNQxxGJKCSyZ0Qoh1gajTMZYwC2zGGjXQ3CNnSobU+M38eG/YCi8ruxtlP05iCErQzAph7LGm59aviPLFWtB1qMzY1WK1aSIdcvMeRCrhqQO299ZwLtDseBOE6tqTFuLv4/HFs7ZwM4i3tWyXEuJValGZSazEPVivjUxr0+KJvbtrHCzn+F9+OQAhj+J4y3ox4soHPsykXHsGqf63uuFU1rWbvnzrzKqxcsGwevgmCsjOUXuhnOELUCxYEriY8UCcBphhnQgYKMXGincRGZzUsC7x1S98YedScnoTs+KzndHZh1li9X7IdS29e9H582DOFYEHu3bjy0dS8Muj2P463dwEvb3AdwdxdmLH2M4Gtwm7OjvAybexnFt351Na/eiTzWHSYxcOI7PLSBSqK3YjdeWd2k/ia8dfHMbXvzeAHDzAN65ms29tXsX9q14EONjh/HxeHhs13bs6e6B6srs9FkcvjoM9OzAnpaR4M8pXwsl/Gyxmh4LAWu1oCMaC8zvy19T1nysW7UHj7cVcfrcMXylxlvYif0rV8Vspk7j4Ej0U41KMAf6LE2MH8J7Y8FHqoHePdjQHhJOxIcON63/Qq5uxO7B/uga4xnzLWJ1YPagFg/JGGldvRevdOmLFOMYNPoruqf6nBETUSwIZssncfDCOHau34JVS8zgifu9DS+u78Swzls7NO1FSqOJ1c4fvYbmcwdw8+xTKPx8PfSKfXNDf0Dxo6dQ+Gknpv/jMKb9H7s100LjidWn0LZhGebO/jfurH0Z7YXl2lzdxNyXf8as+P7SbzB94UzNzCM7WgGBnhfQXpjA9LkP0dL/M7R0aupu7gruqBhpwFhYGLHqqLFpy9XJPuzc/jzWsw5ABQG+2E7hfIsZoVj1j8v6Fqs2n1BORuLQn1+FLZQvVoV0EmJTiBclODPF6hohY4YwKJe9m9czzjPksymendlzasTRed047RCrQXasyuisUbH6lJDQotSCtZzbOevzIFZlxirCrGPV/k7g3bgcREnJK7KQVaZxigzPI1azRHqMI2Oe9TiL7kM9dtS5+4E/20v5XaUktGt16SUeKhGrsVw3RLQ1z5msXx7A8IVu7AtjXt6vhedQPKbEfFZ8xGNxilUjDlSnqjv+oNWU8gUVPuXynOYSq+K8Bctc7X0Rr7XfwIELJwHx52XTkXTb1v8aBjCMAzc7sX9lAcXrgXwFHsWu9Vuwcm4Eb1+axPZ1G9ATiiVd5AXiaiaSqVKyQpxjq9VNeLa/D/c0iSav3XINp89dxhpNXGWJNiVfA/E3i9FIrAYir1XJVCkge3Fb/nwA29cNAt9pEtYxcQshV11iNRkLor8b0HYrFNhSGHdJiTy1zOLbswN7l7UGHJaKP4cq9u51nD53NBSrgYxsVzJVSlZ9rmMYUTyIWBFfIl6Wt+P6jbdwsm0P9j5wO5LtYq5750J5bfBM738wFxvQOnkIb1+ZAWRf2jESyn2jGfGzHuCMFJaPGnLTkJrfG0CTJn9lDDaP4ux3wGDILZDvwbV7ophOj4mZuXV4+uFHgdGDmFyu4tQW1TFDIYA34kyKrHbf6w0lVn/wY6xYcR03/utDdP7oF2jHOfln+SV+NtiO2b8ewMw/vIYH8DlG/+dveR6tdXFMo4nVpetfx5Kp3+P2pafQ9tgjQFH8OZhK8bPmFiHU/o4lGzYB1/+IGe0lXl1MOAcREtiIVjXHeAHtq7tx94qab/GzrVhy5xtMn7sZH9dAsTD/YtWUbA/2/hAbpz4M6qtqcvW7W8vwIKVqHdy1nG81iRSr/uHcGGJVqxuYXgfSH2b+FsoUq3JZd5B9qgRryYzVNXadSG2psl1HUasxadd4dNZ2NOpjWpl4agm0UbeyVsWqEsNW/dRETU4x8yk1VsNj02pnqtqdIiM4roerIimldqbILA4zaZe5aqwastzKSFYZuFY2sl5j1VmyICNDOY77fHH90EhcFzaK50iOBhmxiVq1dg1TI7tSv+59Equ/2IriH9SLjPClxi8KOBVlPOcXq9lxENKuePyOGrOwa7jmiff8T7usI9PEalKo+V8vKQeFkNooBZEQpkKcrZjWMkKV2Lo+jb5IYgX9kJmtLZfw9iWVNWQJM3GQEHttxUikStHafNUpVnf0F3Bj6DA+npsJLmBJXiFzRWZg+0TpjNVAsPbhthB+kyLLRRepQfOG+LP6mUZ6vuVqmlg1YkGI1AeBIS1bWI3lavMGFG7rGcPJccs5eeA2vjj/Hs5I1mYMKHbTkUSPaSTiI+Q8ff0Mmnq2oEPJ3qxQzej/4Tt9kZw9K7KYVSw42kv2RUalFSMiDlbgxtfv4LPmVvmyQo1filWLoxGfWTEhf3YDB85/LO+Zvjk7wzeIv5hh3I9QSSdGZL9IaRyx+n0s/+km4AuRrQopVpfeEBmqCpHIYF2Hu39V2awrMfuv/4lJ/8dhTbTQUGJVZCiuRJCJCCFWV+GuyFBVMyUyVbum4kzFjmsym5FfdUhAzLWaXyMugrHKDNaWb4P514+tQxSuIc2vWLUl20vYv3kVmm+ewX9+/CGuiQ41b8GPn9uKVfrSggZhX3/D5Hzrc0qx6h/hjSFWFafMjaH8YeZvIZ+ACjav0jNPg8y6PBmrcrMkbUlzVC/1OeCYUUcxzga067IGNT5VxqTqi5BeafUkxTHrsNlaFm2UKJj3jcPKF2uZm1c5JrVklmhi07FkuQG72fTamnbGalDGQh2/E8cSm1e5JK58odD3rVbawJ0lmZql7C1WzetFZSXUS4P+oTCzNpkBLVjZ9YTNjdRCmlJiixrC5W1eJiM7LAdRccbqL/ah+/Pw3lRlOIxSEvnFakJsOzJWqz3+rGfXQpcC0Psyr5mrWRmBohNKbo4CG11itXkEh0Y+C4RVmPEXZVLKQQixV0BRLv93iNdooPFxp5RQq4JYFWLrxLgQalu1DNXgokb2rMz6bMNVR5kCOy7mU65miVXRD3csxFyLbXtzi1VRxkHJSyOjMsE9JpAuVkfQvrIPTbPAsqV5SgHoVOP+j7QI8T6DyaWdUZkDd4ayLS5Ve+liVQhNyW9VmFlbSqxmxIQS2W9dOhuVsJhNLZ8g+pbvpYA+vw0jVjfsQc8/duB2KEuzxaqQsFuxZEQXr/n/1VmLRzaSWDVkWSmxKmTb6o6gNEAtTiz7nElAZiffORWUeyglVhswFuZPrKZItomv8JeP3sfFewCW9HP5f93cv5xveyopVv2Du67FalII1GCNVdcu3WLet+yHqC2ZVmNVLxkgw0SJMZFFp9dR1aSSkHRme3a2ozgx3oAoLfx0+RscU5sZq2btTm20idq9Us2lC71KN68yshLt9oO/i9qen2GrVnbB0Q/VXynVtZqxYfuFLZ+hWAjmNU2s+tZYlVEgawIPoHCsGJaoUNyGUNhZxLCsFzzh5piaoRnOSx7xm1JDtBo1Vgtisy1RduHCIPbjYPDyI1GioMIaq4l+O+4nr/GHd6kr+1n8yBnv/r98RAtZGavqCvMmVzMkWrDMuwtSbM3oy66DXsmM1eYRWUIg6N8Gc4m6PCpcXh3Vn9SX5+v8dAEbbmIkaq5qZQnyyqmgVVO8tTZvx57B/rgUgKq3OqvKEjgyOzOmd77kaimxKrpkxkLIF0G928615YlVUVXWWd92ZjgoDWF9ZYvVAXTNDEeiPb3sg96o2X/I0hGISziEZQ7iEhThuakvBLLFquQnaq52zgSlALIyVh1ZzsHVzRcEKhbM2sSzuGZl/LozW5NBpua3YcSqWOrfN4XJsHZqtlgNMlrbpk81TDmARhKrhkwrJVblzx/CvWh5eHV+H7OVxUAgWOrfNB6WgSglVhswFuZHrFKyLYboX7g+cL5drClW/SOwrsVqIuPSWavQH2L5LZSTsWq2bmes/n5oAK+rzaa0zYNkxqpe51SNXS5PHsZAtOt6vGO7zH5MtBccK7Lx3LvaW2MpVQ/yvmesvovCy8HmX8FXclMhmfGJQFwbPNQZ4ueJDY4WWqyqDaUuSsmu6tlmZtP+ZADDfzI341LZrapEhkusquzIqCxEGGdZu9s77wn1ksBY1h+XrAjaz9ioSW6e9TR6naIvq0Zr2BunWA2XvUd9CvsDfQMr1/f0+FEZsmoJfVjCwb5eDm5OsW23U9XxxzNlZwVHI3TGe/lPPdcZecSqFEJqKXN1LhsLNUNeisbVBkWaHDLqWQYd0MVq0L+NePbhx+PanyorVNSzDJety6XWreM4e3EKfdHmS2IzoSIKUWZr0P5M97N4pXNK22QpmfUna36G+1mYmY3JjMZgQ6uV4QZNs5icBVrnhsJNq8oTq7J/JZaqlztNYn6zlr7r7YljN6zdF2wUFcnhIAs3bymAaOOxUDJPR/Vt4w2gbrSbfMXfjVIRkcAOMlbV0veof6Lsw0RHvGmYtqFVtHGU1v9kqYhgXqZuvIWjY2GJCAHCQ6wGWdi3cfa7JVURq+5YSMZfXrGq7vUffjRRbgjV5vEUq5nzRrGaUgqgAWVabd7glfSaYrUUteqLVUq2Uszr6+ec77T5rIZY9YmVW7duobu7u+Imrk1+i86mFWhqaqq4Dd8T61usRruZXww5WUvYfelVfH51xGq82UzckbiGrF3zMx57YhlxJObsuqyq9mLy+8EVdYGkaje6GC90xqqjRqforhinWHL+Z6uCp1UzVYlVVdM2V83LHBmryXZCii8Hm5K5d4NXWY6uTM5wXrqVWE3nLIVdx9PAh5PhLvUqZkyx7K4F65hTVUtXuwdK1y9OSmxxepwNKzZaS6lVq5WfyMyqLQ5g8+l3kzVaxYU2Pol1Zz6BehpEXU/UzHXEu13jNTrZFMF67MQbfolxhV8luLnHlpwj10uOQKpXMH7RtXB8pWv9VvzQc56YV6yKk6suV215Ge4OD3tZcw6xqja00utsJkRf6vJqM2NVgpK1QIVYVZss5VtOHUB2LxXX+Zl9K1+siqtUW67mjaxAKE9g5MJ70LcBq1isPgh8FdVcDWrtJuuGOmrwajVW0RPX6pWPmr79eLzFVU83LMOwVAh1USJC+0rUNY3n5b2iVnPVW6xO44uxJjzavcSoVWuK3bSY0DNWU/rnWPpfjlgVRHaf1ERy3sCoxeMoVjNnjWKVYrUWb2u/PlOsluJXXbFKyVaKd339nPOdNZ8Uq/7RXvdi1R8RWyABEiABEpgPAuWI1arLVSk6WzHy9dsQC79T5U9ip/hwF/Y7+pLx4Hsdk4fw3liQRppYDi53qUdSqMll133ARLzxktq93dxkqbzNq+LNg2Ipe+RGWGdT70cZNVbtGFhwuapJxWhDprBTbt6t8dL6SFjfjrKIES63Hx87jEBePiznsXDb3pApiI8BaHMuy0W0y2Xvlzvj0hBSbYtjmy5om5uFncxkbclMrW8fj+siu5waqwNAlI0b9qvlGk6LusErCxDjFm1HZSvmwvIQOWqsHr7aacRtFAvhC4o4C7iclwIBp4YRq44aq+04hxv/FW5KJMTrYDtm5eZVrLE6H7+DFkubyRqrjwDFcDk4AFkqoOVKsHlVA9bVXCzztBD9SNRYXd2Nu1HZh0C8LrnzTbB5VQPGQvXEKiXbQsTz4rkG57vUXFCsliJU+ucUq6UZ8QgSIAESIIF5IFCuWK2uXA2y71onD+HtK4FQWxXVQ1WDHcfw1+9gXNRU7Qg3JhI/untNW6YvvmHJS7mhVSBM473s0mqshhmqy/Rd7+KMxkBYBf1rnziAd66WmgiHeAtlVzACsx/JJeil2jd/vqByNax9a/dwdvoslOgzKGqyWp4jM4E1sSqUoqxtqs1tSo3VuExEfPW4BEMo21X8hPFx3i5hIeV6cnfDoP/DQf+0n09a/Ves3S8BHAIzwSuIZ/EiwayLKmLaKlshShlcMnJqg4HrDFW9XmtCjM2sSm0S5wi3hhGrsGXpUyj8fD30zabnhsLNqiwJW95dWptHN1LGakKQid3eC8u1ibsZbVZlStjanFv2OoOAmPuuqUCiA5Dz3RnW/RGnzYWCXf2s5dtAsjbIV3XEKiVbg4RLOEzOd575pljNQyn7GIpVf4ZsgQRIgARIoAIClYhVcZmqlQUIl18fungqd43PPMOsWv/Ci1VbXsb9E3J5EPhOZS7mGV3ymGr3r5xe1A7rckaVfqxk3fU09vcAZ84dw1eezSb5lYqJ7J/bsSAE7kacwcGR/D1tHLEKQGSlrrgeZ6mmzGf786/hAXzeMBtXCQwNJVbDrNQlU3GWqjsURMbiJuD6HzEz6nnz8/RFSiDvHOc9bpEOs8Ju+YvVOVz78k28dWkUcwAe7H0J+zevQvPEV/jLR+/j4j0AS/qxc/vzWL+swk7ytEVEgPOddzIoVvOSSj+OYtWfIVsgARIgARKogEClYrWacnXT2j3omFBLwatX27EmhN+qPdjTMhJuYlXBBGqnUK6m85uPWHh4zT4MzB7MkcFcel6N/vXsKB0TIlN12RQOuzJajfq72/Di+k4MlymAG0qsCoH4o9fQfE4s90+bq6dQ+Gknpv/jMKZLT2fdHNFoYhViU6oNyzAXZio6J1JkMy79BtMXztTNPHMgDgJiiX9hIjsTtUFjwV+sjuLTo4dwSqQDoxk9a/ZiX38RxyhV6/RW5HznnViK1bykKFb9SbEFEiABEiCBqhI4NHwIc/dEzkBlX/MhrPLuTp+nx+xfHkrVOYas/TguJn6NJlb9Zq5+z248sVq/c8mRkUBVCDQ1Y+mjP/NravIr/OXE+8mNbEWrzFT1Y7sYz+Z8554VitXcqFIPZMaqP0O2QAIkQAIkUAGBDy5/gCtTVyo4Mz5lMQkh10DYP6/pLetksi4LV+LgxcKPYtVvHuvlbIrVeplJjoMEqkTggbVYum6nV2Nzl07gt1/+LdkGpaoX18V6Muc7/8xQrOZnlXYkxao/Q7ZAAiRAAiRQAYGx6TEcv3zcK2tVXHaxCKE0BOxfBcFR4SlkXSG48LTFwI9i1W8O6+VsitV6mUmOgwSqQKCpGc3r9mBJR49XY6NnDuDg3yfMNihVvZgu5pM53/lnh2I1PyuKVX9WbIEESIAESKDKBK5PXsfnVz6H+L9XWYAlrVi6RNvd3bOfs3dnMXO3ijVX2T/PGcl/eitZ54flOPJ+83vq81mv/vPk+iDQsUHsIsMvEiCBRibQJJb/d/Wicytj4fYAACAASURBVM0TaO1a5YliCl+d+DecmO5Bb9ca9K/qQ29hBR5c1ormJs+mefoiJMD5LmdSKFbLoeU+lhmr/gzZAgmQAAmQAAmQAAmQAAmQAAmQAAmQwCIlMHcHaG5ZpJ1jt6pOgPOdHynFan5WaUdSrPozZAskQAIkQAIkQAIkQAIkQAIkQAIkQAIkQAIkUFMEKFb9p4ti1Z8hWyABEiABEiABEiABEiABEiABEiABEiABEiCBmiJAseo/XRSr/gzZAgmQAAmQAAmQAAmQAAmQAAmQAAmQAAmQAAnUFAGKVf/polj1Z8gWSIAESIAESIAESIAESIAESIAESIAESIAESKCmCFCs+k8Xxao/Q7ZAAiRAAiRAAiRAAiRAAiRAAiRAAiRAAiRAAjVFgGLVf7ooVv0ZsgUSIAESIAESIAESIAESIAESIAESIAESIAESqCkCFKv+00Wx6s+QLZAACZAACZAACZAACZAACZAACZAACZAACZBATRGgWPWfLopVf4ZsgQRIgARIgARIgARIgARIgARIgARIgARIgARqigDFqv90Uaz6M2QLJEACJEACJEACJEACJEACJEACJEACJEACJFBTBChW/aeLYtWfIVsgARIgARIgARIgARIgARIgARIgARIgARIggZoiQLHqP10Uq/4M2QIJkAAJkAAJkAAJkAAJkAAJkAAJkAAJkAAJ1BQBilX/6aJY9WfIFkiABEiABEiABEiABEiABEiABEiABEiABEigpghQrPpPF8WqP0O2QAIkQAIkQAIkQAIkQAIkQAIkQAIkQAIkQAI1RYBi1X+6KFb9GbIFEiABEiABEiABEiABEiABEiABEiABEiABEqgpAhSr/tNFserPkC2QAAmQAAmQAAmQAAmQAAmQAAmQAAmQAAmQQE0RoFj1ny6KVX+GbIEESIAESIAESIAESIAESIAESIAESIAESIAEaooAxar/dFGs+jNkCyRAAiRAAiRAAiRAAiRAAiRAAiRAAiRAAiRQUwQoVv2ni2LVnyFbIAESIAESIAESIAESIAESIAESIAESIAESIIGaIkCx6j9dFKv+DNkCCZAACZAACZAACZAACZAACZAACZAACZAACdQUAYpV/+miWPVnyBZIgARIgARIgARIgARIgARIgARIgARIgARIoKYIUKz6TxfFqj9DtkACJEACJEACJEACJEACJEACJEACJEACJEACNUWAYtV/uihW/RmyBRIgARIgARIgARIgARIgARIgARIgARIgARKoKQIUq/7TRbHqz5AtkAAJkAAJkAAJkAAJkAAJkAAJkAAJkAAJkEBNEaBY9Z8uilV/hmyBBEiABEiABEiABEiABEiABEiABEiABEiABGqKAMWq/3RRrPozZAskQAIkQAIkQAIkQAIkQAIkQAIkQAIkQAIkUFMEKFb9p4ti1Z8hWyABEiABEiABEiABEiABEiABEiABEiABEiCBmiJAseo/XRSr/gzZAgmQAAmQAAmQAAmQAAmQAAmQAAmQAAmQAAnUFAGKVf/pqmmx6j98tkACJEACJEACJEACJEACJEACJEACJEACJEACjUmgtbUV7e3tZQ/+zp07ZZ9jn3Dr1i10d3dX3M61yW/R2bQCTU1NFbfhe2JNi1Uf+L7geD4JkAAJkAAJkAAJkAAJkAAJkAAJkAAJkAAJ1CqBsbExUKz6zR7Fqh8/nk0CJEACJEACJEACJEACJEACJEACJEACJEACNUeAYtV/yihW/RmyBRIgARIgARIgARIgARIgARIgARIgARIgARKoKQIUq/7TRbHqz5AtkAAJkAAJkAAJkAAJkAAJkAAJkAAJkAAJkEBNEaBY9Z8uilV/hmyBBEiABEiABEiABEiABEiABEiABEiABEiABGqKAMWq/3RRrPozZAskQAIkQAIkQAIkQAIkQAIkQAIkQAIkQAIkUFMEKFb9p4ti1Z8hWyABEiABEiABEiABEiABEiABEiABEiABEiCBmiJAseo/XRSr/gzZAgmQAAmQAAmQAAmQAAmQAAmQAAmQAAmQAAnUFAGKVf/polj1Z8gWSIAESIAEKiQwOjWKr4tf4+bsTdzF3QpbCU6bmZuR/1Xrq7W5FeK/an2xf+kk/+mD0WphZjs1TqBzy70aHwG7TwIkQAIkUBUCTc24174KS1dtQUvnyqo0WWkjU5e+xF8vnEVxyUPY8MhmPNJTvX8fVtonnjd/BBptvilW/WOJYtWfIVsgARIgARKogMCNWzdw4uoJtCxpqeBs9ymUl34o7xc/ilW/eaunsylW62k2ORYSIAESqAKBpma0PPTCfZKrc7j62SG8eWkUc9FQHsTmJ1/FU73NVRgcm1hcBBpzvilW/aOQYtWfIVsgARIgARKogMDxi8dxZfqKzAplZmgFAMNT6oEfxWrl819vZ1Ks1tuMcjwkQAIkUAUCD6xF+8PPV6GhMpuYK+LLj/6E98djrSpb6HgG/+e5x9BVZnM8fJETaND5plj1j8vGEauTZ/Dm74rY9utnsNqfW0Ut3Prbm/jtkW8T5z7xk1/jmTW3cObN3+Ko+vFDu/CrlzbiAXH05Q/wmz99Gp0XHC/+ap0jvqWfp84Q558qxO3hCj74zRuIWnzyVfz6aUEl2d5Du3+Fl74vemGdI9qOzqsIxzyd5OinvNITeNU59+GYofGWsXIU3ybGF7atM5bHDmHwl9tQ/J3GNJ6t5HWt+ZS9i+Y0A0t4nn7slRO/wcmCmiP93DQOaSzE8SdR+OVL2NgZtyPaf+MTnV3YrsVGxnZxWxBHip89FO2coN3kWBMcHG3FMWmdX868Oe4rcx7cPKIr2vOexcPopiPe5ulOqIVm3/jmDczdC/6hWg9ysBzm9yszNG8fF7p/FKt5Z6b+j6NYrf855ghJgARIoGwCTc1o3/jzsk+r/ASRufg+bqz7IR5bfgtnP/x3vGvI1U145cWn0Fv5BXjmoiLQ2PNNseofjA0iVpUwTJNr/iAra+EWzpy4gP6nN2JciKbRWO5FwmzdBSn5upV4MwSxGNcRYJcpw8y+JGWgKeOCn4/t/hV24wh+e24wFrChqAquLY4bwuB9FNP5GGcIQo1v1JaQleeBJz4Zi6ViJPOseFFCNFWspohJ/boOOarEebZcDea62AN8ilBgCt2dKVaT/Uln6OAmOBwtolso+K1K5sfCVu9vUqzaLzHMOBTxnhDCks0Ydim5G84DIrmPSNoa31ODKmfeSs5DmWLVkuMGDx26K97yBXZdHnXg6wPGuChX/aa5lvlRrPrNfT2dTbFaT7PJsZAACZBA9Qi0P/Z69RrLbElbDt60Dj/c/kJSri7fjV89vR6stLpAUzKvl+F8U6z6B1hDiFUhOY5gEN1HiotKDF458SbGNgdSNCHIVJbpLuCIkWkbSOKiFF2lZadod6iwC2PngN0yAzYpjAI+u6VYFf8PMlTFl3atLiHZVBv+gTd/LaQIsUTWbtADxX1b8bex6AvldfeTnwIPK6EYHDuEJ/DpqJb9a2QuOkSmfl1DVFsEbKloA1JC/ZcFnNTiYT7FqpKDvyqcjLNRVfzs7sbRczGH0mJV0o4kvsE7Gqs+d/GxcTyGB6ZxzDtvueZBZCBniGl73rN4aHPpjLf5uxkWfcu2WBUdXmg5uK1/PzpvHsSxIvBo335s6VgachvH8Nfv4CTs7wO4O4qzFz/GcER4E3b09wETb+O4tgfTprV70aeawyRGLhzH59asyMzQFbvx2nJ9MVl87eDwbXjxewPAzQN452r6tJr9167XtR17unugujI7fRaHrw4DPTuwp2Uk+HPK10Jlrta/WH0KhZ92Yvo/DmN6wx70/ONqNIXM7109hdH/+Zs1A9/H8p9uxZKRP6D4EYAf/Bg9nd84jlv0t3nZHWw0sbp0/c/QVPwjZkafQttjj0RxIcDdK/4ety89hbYNyzB39r9xp2yaPCEXgbUvo72wPDx0BneviPkQf02bk7jVlv6foaV9DHe0+ZHf61S6RW/P7k1l7SfHZLUzeQrTF84A2IjWDVuxRJWBnLti9NNup3QsivYewb2zf8ZsLrA1eFBaLBjfF+O6ibkvTQ5L17+OZnyD6XMfRgPPHQsVtp8gbLUTPEMA5Gg/biv5zEnG+f15Li2MWHXU2LTl6uQ67H76BTyyrAZjnF22CHC+BRCKVf8bowHEqpKPgxhaTBmXMnNtMFyCnyJW/wS8aok0JTuH1v8KL4XZrHFxgYfibD8RGzLjENgt5GyqFI2zXvsvBoLVKVZhliNIX1rvH5R+LWRkrEKVPFBX0I4d18olKIn5E+Dkd0+EPEJO602hGCx7V6UAUjJW1XUzy1FkZ0jG4rJLE+vzmbFqSfVI5qp+7gaOKsEP5BOrKSJbTYeUywhLJ2Tx0F8uaNGSd95yzUOZYvWXGTyiLqbEm1/A1/TZLrEqBrRgcrX3RbzWfgMHLpwExJ+XTeP0uWP4SqjM/tcwgGEcuNmJ/SsLKF4P5CvwKHat34KVcyN4+9Iktq/bgJ4lwTRMamJ1oHcPNrTPRDJVSlaIc2y1ugnP9vfhniZN5bVbruH0uctYs34LVoXtj2eJVa3/55tbsXXdK+H1IKVvq5KpEBK4F7fHDuPj8QFsXzcIfCf+nB5KCyFX612sdv7oF1h6Q0jSp1D4+XosiWSq+Ps63P3rAdw8G89B+/OvobO3FXNDoViFEK2bgC/M42r6AZDS+YYSq0J2dFyTIiYhZaQIaZeS7+6yn6EFn4eyrB5n/T6OqecFtK/uiCSZLpCabFGmzclMmyZjdWGpHzMKuMSrGm3WnKe2n0AVyNOm8VCgyfF0y7i5V3gdzS2xTJXXu6Okq9VQzliU/Qpj9j7O2vxcOjUWJtD82COAkpRAcL+GbKGL9NuaWM0dC4EYL7v9BAXRzkO4p14MRNf/Fk2r09u3X9iIsS2ZcghZS8zL2F7g59L8i1VTshVW78Bjtz4I6qtqcrV4qwsFStX5uQ8XtFXOt8JNseofeHUvVmWWocw6LJ3d6Y8zbwvJJfyy5mS0ZFwrXSDFqlYKIFzCLOtMSrEaL7mWcitayq9dA65sU60GZ7i0HWHmaqpY1eq0yv4mRGXe8c/ncSm1RV31YI0sVk16CV6Cq2CvhLSS1FuL+K1er7ZUjVX9urmEnqusgykSdYlZSY1Vd41SS2QmSk7oWdKhQFacfv0MuhI1Vt31jPWMzWSNVbuWa1rGaAmxWmrecs1DuWL1JWxM46GL4yh2SpQamM9bZBG1nSZWF0auPoqd6zcCo4EwFTJzxbSWEVrYif0r2zFyfRp9PcCZULhKtSoyW1su4e1LIiNIfAlBuQFtt7SM1Z4d2NtWjESqFK3NV51idUd/ATeGDuPjuZmgOUvyCpm7c/0WtE+kZ6za/W/t3oV9Kzpw9UIRhUikBs0Lyds7F2et6v1MC4/5lqt1LVZFhurjwC2RrYqkSBXStW1ay1oNj78zvRpLpIwNZ+UHP8aKFddx47/ibKhFdDtXrSuNI1aFENsEXA+yIw2ZIWnqkkT8eRXuWhlyVYPewA0l5VDMXYjJSDAl5iSEJuRV11ScCSrk3ErEf7d/rrHOnvOU9u25sq+npN+dU5hr2WqK1NS+lBOL5rH1FDrpsSDEpHX/OVjK81u+jTNWc8eC4/7O074NP3GOmqt8/ZfNOeJJft8ZOwv/XJpfsWpLtpfx6hO9aL75JQ6d+ABywVDzk3hl9zb0qizweroBGm4snG99yilW/W+A+harRlboIhKrVrZqMI3mxlEPPfkEMFoIlu8bmx09gSesJepxGMSyxsg+VVJQbYZlxE1wXZEBm1kKQG6WpX1lyin/wKy8hfwZq64NlExh/QTGwhq2Ec8HPzU3AluIjFXnZlCBhMQ81Vh1brQmJTGMTa6UKJX1eY3Nq0qLVXeN1SpkrP66xLzNl1jVSnoYPMJgTo23qPRG5VFfq2dmiVUxpnnNXFXiNFzun2Co5OYosNElVptHcGjkM9lHp1iVmaEFFOXyf4d4jS4YH3dKlAUQcrUCseru/22cvXgbfQ6xGmXPyjIBbbjqKFNgtzmfcrWexarMPm2/GApRt1htx7lImKrs1tkVKss1nAlZQqADt//1PzFZqzd9jn43jFi1suOyJZuVlZiDIw+pkIA2L9Az92RzVkag+FaqzIqFeVqWaFXEamKYcazc7bAyVGUGIxJL2KVM07J2S/UrM/O1QuyL8rSIyzUssV9s5BKfSWHtjoUqiVUbYiRJRcZtaTEsTk/IYdWmU6wu/HNp/sRqimSbOIt3PjiOb+8BWPIwl/8vyhu1kk5xvm1qFKuVxJF5Tl2L1dw7j/tzLKuFOIs24zSnfBXHZ21YZS7TPhrXCAgv9BB2/e9BDP27Kb1y1VitcbGa3EzIIWAddW1FJuYRbMPguZPBJmF6yQBBtYRYTS6R17KP9enPqLGa7HucsTl43rEJlGy3VEaknfWpH+/ICI1kpCipoWeSBufhSW1TrVRxWaLGqnFe5TVWt4UZtKnzNh81VtWGWyF3g0fafKTU/S3rYVLjB5cSq2J48yZXE/JSgyl+trwLcun9zE7sTxGrooRA0L8NyYzVUKaqMgHALEbl8nt70nQBCylWZc1VrSxBnoxVo1Wt/0dubMeewf64FICqtzqryhLopQFKB9R8ydV6FqtmRqpVCkDVW735/9u73986qvyO45+bECfXTlg7jgNJSC4BiXh/NBRL3aUbiZRWqpptC5tW2ifL4/wL/C95VolVK1VdGkqFBFKXBIVlW9UtFFgTLQQTEkKME4N/XGOTuDozc2bOzJ25d+6dsTPX922JB4lnzpx5nbkO+vg73xMEq05VatQ+wK5LetuAzqvWX0cMTLCaCCoIsyrwnHpB2kNS0KO005p4M04JnLzgcXd0P2Gfy8Qt9jp+tlTQU1X+6/9eK4OwFYDtt9raGzR5D53mlRm+VWAJS5tC7Fl4sLViPFewGrQM6PgslBysuv1UvWc53/yNXWZonlHtvNUh++YEq4RspX1u+mIg1jttmQhWiz+82zpYjfNUpWI1PfCKh2d+qKTnbAuDKMhyX/c3r+5Hr/4HfS7DVgDO3ccqVt2xbQDnX+vk1/Hx/NDQDwJNgOe++l/tVgCtr5Anw8n0XduDtXHDZ1stGrRL8KqHM1sBdL6uOu5Gn/xQt39enteFaNOt2KmdgtVEf1a3v2lq4GfD1uelV+L3GVa32rYHqcFq0KIhcFxMq7RNnhfYy7S9sFWdaX9n79s9v9O6dVyHDn5tAvUWD/PrELdVQrhOndeo+I/4ao+QJ1jdtHC1Jbw0V/I3idqndc3ZnqqmsrVNsOrPb1I/bfwg1grA66m6M9rkymsFMLSoK583deTYEY14S2M2mDKv6tvKVn+91sZ+qr8ZaYb9XtOCVa8Pa7A3StR7NWX+Zn5eW4ADweZV61pel4buXg02reouWPXmZytrS3q8TDj9p/+1VNJo1Rsm9VX/cPOqNd39Rtqx+oFuv/k9jf7igNaDilSC1eqtZakzIlgtlbPYYNEmT24I2ilg9K6ZWEd/s6LVqCrUqRI1FbA2cDXXMRWlPbUaMOGv+XJ6XoabJLk9PpObV337jfSA07bAonX5LG7vYDXtWegt+Mx+FkwFrN2ozgTdvVXExjbGCjcscz4JYb/d/K0ABi9YJWQr9rOz385mvbNWjGC1+LNMsFrcsLsRMqvUEq0A3DAp0QrAvAIe/C+Vt1N91KvS7VHpTCvZCiDxannUczM+BzNC5vds0Njd3W/B0RlhVawiNKNHp6nzNIFf/WnpnRWZyseHghYN3mZhJtzrMlj1g9Q78U3FYuvpk5z0QvQUnqznJQgRH33yPb31bhrr43pcH+vjVHH7nMT70do5ZPVt9cPBR3Xy3U81GlZomgsEz83+YHOw1NYFkpx+s+nXSKlSTRkrvUesrR621dhRi4vUdTPTbrsOGb16zXnmPn50p82mZQmPwGfhqdY1zu6RuwUflQpcIm+waqZaeuVqMrz0WgNMSM3/079dN9tXBV85glW7oVXd6bFqgtXRb52eq5mv3McrVr2rmv6swyZYveRtpJWrYjVr/sFtuH7xuXUfrJohyw5XT08H/WUr8FyWPYWWYDVxgTBA1c80ftzuTO4cZKtZU/qzlj3XKoxHxapdhfhr51tdGVaFZ2Fr5uBvHFSLBZL+lXsOVmMb+qS0DwhurJfx00z8CtmUStTkwc4GVbFvEawGHFnPQoFgNdez0Nv4yeVtDby777E6WMEqIdvW/IytylVY73YrQbBa/DkdoGC1OBYjIIAAAgiUJ9BNsGquWmq46gWdQ7r+h9c1bWpVj/2djtxNhKrmol5gOaoFW8EabCQ18d2nMq0A/C9/c6n68qt6+45fRupVrMq+bh+EpXul6y29TE2weURaikJYW+364ezbmvE2tMq3eVXq/J1zL84PaWjiWf2lO48ueqwmV77McHU7B6vxHqsn9ODPn9KO68GmVObV/+PSakrf1JaKVXqslvfDpwojpfS13KmsHcW3vpdhFYi2Yg7tqi+9kClzTYLZpVWs7rkT38zqoTHdszu1OzfVy/gtJonnyP1+/N5ad54Pj+3qWWzzuvhWLNgmXiP7WWi189YubLPgTyp5vvfnXM9Cb+O3UCR76IZ/9itktfCP+vYL/6y0+afdQ3iNbddjlZBtEz9KFRya9e60KASrnYQ6f59gtbMRRyCAAAIIbIJAt8GqmUJ54aq/odTQ8qt6/cuGF4xO7Eje5KI+/cMbWjzyt/qj+q7om/fmnNf0zV9HwacXXnobWvmBqf/Kv/nK6rFqQ9foSL9FgNn0ylaG+vPbs/RrveFtS5v88q+fNf/poJrVv4P4PLwWBTtv6fUvzNW6/yorXN3OwaqSgajtq+pxr2n9f3+tb6602ieD1XhA2/1a9csZA1OxGrymXVu0YUdQLecsVPhaepvwrF/WtarzTPZD9ee5FgShbdbE3lDq5lVPaYeza3hWj1V/Myz7Srg/YMuxGb0tQ0+3n6aL7L0aLg094cwl7XVx75xkcN9uXtkVuFVd47zzavss7DYbf7lvFLRWCKdXjOZ8FlrWMc/4rXcWaw8QPsdBy4oO8/dGy/pZk/Yc3oefS+X0WCVky/uZ2B7Hsd551pFgNY9S+2MIVosbMgICCCCAQA8CvQSr5jKlhavmlfvdC3r18//xXm0v66u0+QUTKiu8tPcXzc+Ey8elr9M21cqvUcb8tnWwKqm1X2p+X/9IU+n6Q+nD9BC229GqfPzgBKtB2FGf0+on/9l2SbywJPZKcZVXkLn1pUBWm4DkzeQ9ri8RmLQRaG1Rke5yP34uFQ9W7+rWB6/qtRu3dde8lPTQX+v5kwe1c+mK3njnsq5tSNrR0Omf/Lke38vz0P8CrHfeNSRYzSuVfRzBanFDRkAAAQQQ6EGg12DVXKqs8PKHh55Vfek3enthbfDC1Yln9ewD14NNrHpYQOeUouHqdg9WTWXa6M9HtPqvv9FqL9R/8jPtH/lYt9/8qJez++qcgQpWvRDj71Vb+Bet3c5aph9r9xN7dffKf+i7vlpJJttvAp2fRVPZ+rg2rvy71vvt5phvFwJ5fubkOaaLS+Y8tHiwOq9333xF/+09wDs1fuivdObRBV0kVM25Av12GOudd8UIVvNKEawWl2IEBBBAAIFSBS58fEF3N0zNQG9fZYWr9upFw8HkXTC//Ou6/YPV/BaDfuSgBauDvt7cPwIIIJBLoLZTeyZ/kevQzIOWr+iNty/rWtoBVKoWs63i2ax37lUhWM1NlXkgFavFDRkBAQQQQKAHgcvXL+vL5pc9nBmdQnhZiK+0yt+i4TTBarF13E5nE6xup9XkXhBAAIFyBGrDh7S78WeFBrt747f6hw9mWscgVC3kWtWTWe/8K0Owmt8q60iC1eKGjIAAAggg0IPA7eZtvXXjrUJVq+ayhKs94DunVMGPYLXYGm6nswlWt9Nqci8IIIBACQK1ndp17C+0c3i80GDzH/6zLlxfio9BqFrItMons975V4dgNb8VwWpxK0ZAAAEEEChZYG5pTu9/8b7mlucKBaxDO4a0a4e/730ZX+v31rV2r8QNrZhf22X58Qd07Cvjud0OY9SfMLuH8IUAAgggMOgCtdpODe07qL2H/1i7HzxYkKOpK2//k367ul8H9x3SoweP6uD+cY3uHdLOWsGhOb2CAqx3N4tCsNqNVvqxVKwWN2SESgl8qXfOX9B7R5/RC2cmNRzObUUzr72kS9dO6vlzT+shBcelzt0cc1xXzThPPq9zP3koGuWj1/TSwpT/d8szeu1Xl1r79DjnfPm787rwbjrQyefO6el9GWOYUxLXrhQzk0EAAQQQQAABBBBAAAEE+kTg7rq0s7zfwffJXQ/uNFnv/GtPsJrfKutIgtXihoxQKQEbmB7VM788o8mRYHJhCOoGq9MadY+J3UcUvHoB6MP+N1dagtUFTXlBrf2KB7uLvzuv6dEXdOZEFPF25PLmelXHM+fWcQQOQAABBBBAAAEEEEAAAQQQQAABBNoKlB2svvzyy5nXO3v2bMv3VlZWNDY21vMqzS1f00htXLXa/Ss/J1jtefk4sZoCJticlp6U7oyeDgNNE4heXBiT3lUQhPrHtQ9WpzV6ekyXPhkNq187B6tGxQ9X75x+QVMLL3UZrPrnyglzq+nMrBBAAAEEEEAAAQQQQAABBBBAoJ8Fyg5WjUVauJoWqppjCVY35jUxcrTnZ8gs4IMPPtj1+aurq1pbWyuUand9UU7oE4EgMH3uuK7OjulM8Bq/eSX/6ugzunPRVpjmDFZ/eVq69JIWnvKrVvMFq5K5nqlU7S5Y9dsVXH2sywrXPlkZpokAAggggAACCCCAAAIIIIAAAtUR2IxgNRmuZoWqBKsbG1omWK3Op4GZBAI2MJ3SgnmdPuynal6tH9X0r9xg9YLeS3E7etoEm4tRRavM0xZiIgAAEshJREFUq/n+efs6tgLwB3SD1dQeqy09YP1zLije05VlRQABBBBAAAEEEEAAAQQQQAABBDZDYLOCVRuutgtVCVYJVjfjmWbMwgJRJerY++d1tXFOT+sdnZ89rnM/uhMGpP7mVTlaAQR9Tm1QeloXE5tXJXustgareXqsepWwF8eCjbUKIzAAAggggAACCCCAAAIIIIAAAggg0FZgM4PVPPS0AqBiNc9zwjFbKuAEpot+oPq8LvgB676o8rTbYNXvm+r3bn1PUzpnWgx4m0ylBatd9li9+Y7Ov3InvtnWlppxMQQQQAABBBBAAAEEEEAAAQQQGDQBgtXiK87mVcUNGaFSAm4lqh9wvqeTfiVoLAjtrmLV3KJfVXpNejJ4XT81WA2uGbzqvxj0Wj1zYjhdyRvjksbYrKpSTxGTQQABBBBAAAEEEEAAAQQQQGC7CxCsFl9hgtXihoxQKYF4YBrrW9oSrKb3WJUXxB7X1ZZWAf7mUpf2u8HqJV1L3r8NXoNeq6k9ViWdfO6cjs+eV9b3wwC3Ur5MBgEEEEAAAQQQQAABBBBAAAEEtoMAwWrxVSRYLW7ICAgggAACCCCAAAIIIIAAAggggAACCPSVAMFq8eUiWC1uyAgIIIAAAggggAACCCCAAAIIIIAAAgj0lQDBavHlIlgtbsgICCCAAAIIIIAAAggggAACCCCAAAII9JUAwWrx5brvwerwcMamPsXvjREQQAABBBBAAAEEEEAAAQQQQAABBBBAoGSB3bt3Fx7RBLtjY2M9jzO3fE0jtXHVarWexyh6IsFqUUHORwABBBBAAAEEEEAAAQQQQAABBBBAYIAECFb9xd4WwerNmzcH6NHlVhFAAAEEEEAAAQQQQAABBBBAAAEEEOhe4OGHH+7+pJQzCFYJVkt5kBgEAQQQQAABBBBAAAEEEEAAAQQQQACBfhAgWC13lahYLdeT0RBAAAEEEEAAAQQQQAABBBBAAAEEEKikAMFqucvSF8HqRx99pBMnTmTeOa0Ayn0oGA0BBBBAAAEEEEAAAQQQQAABBBBAYPsJdApWX375ZZ09e7bjjdMKwCeqfLBqQlXzRbDa8ZnmAAQQQAABBBBAAAEEEEAAAQQQQAABBDIF8gSr5uRO4SrBah8EqzZUJVjlJwICCCCAAAIIIIAAAggggAACCCCAAALFBPIGq53CVYLVigerbqhKsFrsQ8PZCCCAAAIIIIAAAggggAACCCCAAAIIdBOstgtXCVYrHqya6VGxygceAQQQQAABBBBAAAEEEEAAAQQQQACBcgS6CVbbtQMgWO2DYNUNV+mxWs4HiFEQQAABBBBAAAEEEEAAAQQQQAABBAZTIG+wSo/VfM9H5TevsuEqwWq+BeUoBBBAAAEEEEAAAQQQQAABBBBAAAEE0gTyBKudQlUzLhWrvm5fBKudPgo3b97sdAjfRwABBBBAAAEEEEAAAQQQQAABBBBAYKAFOgWreXEIVglW8z4rHIcAAggggAACCCCAAAIIIIAAAggggEDfCxCslruEVKyW68loCCCAAAIIIIAAAggggAACCCCAAAIIVFKAYLXcZdkWwWq5JIyGAAIIIIAAAggggAACCCCAAAIIIIAAAlkCtALwZQhW+YwggAACCCCAAAIIIIAAAggggAACCCCAQG4BgtWKBKu5V4wDEUAAAQQQQAABBBBAAAEEEEAAAQQQQGDbCIyNjfV8L3PL1zRSG1etVut5jKIn3teK1aKT53wEEEAAAQQQQAABBBBAAAEEEEAAAQQQGDwBgtXBW3PuGAEEEEAAAQQQQAABBBBAAAEEEEAAAQQKChCsFgTkdAQQQAABBBBAAAEEEEAAAQQQQAABBBAYPAGC1cFbc+4YAQQQQAABBBBAAAEEEEAAAQQQQAABBAoKEKwWBOR0BBBAAAEEEEAAAQQQQAABBBBAAAEEEBg8AYLVwVtz7hgBBBBAAAEEEEAAAQQQQAABBBBAAAEECgoQrBYE5HQEEEAAAQQQQAABBBBAAAEEEEAAAQQQGDwBgtXBW3PuGAEEEEAAAQQQQAABBBBAAAEEEEAAAQQKChCsFgTkdAQQQAABBBBAAAEEEEAAAQQQQAABBBAYPAGC1cFbc+4YAQQQQAABBBBAAAEEEEAAAQQQQAABBAoKEKwWBOR0BBBAAAEEEEAAAQQQQAABBBBAAAEEEBg8AYLVwVtz7hgBBBBAAAEEEEAAAQQQQAABBBBAAAEECgoQrBYE5HQEEEAAAQQQQAABBBBAAAEEEEAAAQQQGDwBgtXBW3PuGAEEEEAAAQQQQAABBBBAAAEEEEAAAQQKChCsFgTkdAQQQAABBBBAAAEEEEAAAQQQQAABBBAYPIGBD1Zv3LgxeKvOHSOAAAIIIIAAAggggAACCCCAAAIIIICADh8+3LMCwSrBas8PDycigAACCCCAAAIIIIAAAggggAACCCDQzwIEqyNH+3n9mDsCCCCAAAIIIIAAAggggAACCCCAAAII9JnAwFes9tl6MV0EEEAAAQQQQAABBBBAAAEEEEAAAQQQqIAAwWoFFoEpIIAAAggggAACCCCAAAIIIIAAAggggEB/CRCs9td6MVsEEEAAAQQQQAABBBBAAAEEEEAAAQQQqIAAwWoFFoEpIIAAAggggAACCCCAAAIIIIAAAggggEB/CRCs9td6MVsEEEAAAQQQQAABBBBAAAEEEEAAAQQQqIAAwWoFFoEpIIAAAggggAACCCCAAAIIIIAAAggggEB/CRCs9td6MVsEEEAAAQQQQAABBBBAAAEEEEAAAQQQqIAAwWoFFoEpIIAAAggggAACCCCAAAIIIIAAAggggEB/CRCs9td6MVsEEEAAAQQQQAABBBBAAAEEEEAAAQQQqIAAwWoFFoEpIIAAAggggAACCCCAAAIIIIAAAggggEB/CRCs9td6MVsEEEAAAQQQQAABBBBAAAEEEEAAAQQQqIBA3werKxu3NT5yWDXtqAAnU0AAAQQQQAABBBBAAAEEEEAAAQQQQACB7S6woXuaX76h4dp+1Wq1+3a7tRdffHGjl6tvbGxodWNR9aER1Xft7WUIzkEAAQQQQAABBBBAAAEEEEAAAQQQQAABBLoSaK4vqbm2rD21ff0brH53b01rtSWNDI1qz65hKle7egQ4GAEEEEAAAQQQQAABBBBAAAEEEEAAAQTyCphK1dX1FS2vLWhoY68e2DHUn8GqueF79+7p7sa6vqut6p6+04Z6Kn7Na8dxCCCAAAIIIIAAAggggAACCCCAAAIIIDCgAjWvrPMBPbCxRztru7Rjx/1tT9pzKwC7fiZcNW0BzH98IYAAAggggAACCCCAAAIIIIAAAggggAACmyVgeqqa/+53qGrur3CwagYhVN2sR4VxEUAAAQQQQAABBBBAAAEEEEAAAQQQQMAVuJ8bVsXm0evmVSwnAggggAACCCCAAAIIIIAAAggggAACCCAwqAKlVKwOKh73jQACCCCAAAIIIIAAAggggAACCCCAAAKDKUCwOpjrzl0jgAACCCCAAAIIIIAAAggggAACCCCAQAEBgtUCeJyKAAIIIIAAAggggAACCCCAAAIIIIAAAoMpQLA6mOvOXSOAAAIIIIAAAggggAACCCCAAAIIIIBAAQGC1QJ4nIoAAggggAACCCCAAAIIIIAAAggggAACgylAsDqY685dI4AAAggggAACCCCAAAIIIIAAAggggEABAYLVAnicigACCCCAAAIIIIAAAggggEClBeZndHlmPnWK9WNTmjpabzv95rVpTX/WVJ5j0wea18zlGc3XG5qaekTtr9ZJMhhL45o8NanxTod38f35jy5r5qvyx+1iCltwaFOfT09rtllXY2pKj/S4GL5Vcrpxu5bnxj6HbZ8DO7/y18HOZ3zylCbDB6e75yn9s2DHcD0C3xX/s9f7Z6fzI5FnLVpGCdbCzKuxMu2v5YFJnTpR5icqeVW7ttHfe2sx/Lmmp2fVdA6P1sjaOs9r4ufZZtp21vePIFjNK8VxCCCAAAIIIIAAAggggAACCPStQHchkr1NgtW+XfCUiRcPVu3zEIsR63U1m03JCU17C1a32rq7z0TaZ8EGm2HAlytALu8+7fVtGBkGre2C0jBY/YEOzn2opYYbNpc3N3ekmN2B+SBMHdVEfUFz5tExv+QZng1+CTSux46t6JPPbNxqg9UoxB6fnJRmZmR+ZRQPyzdn/u1GJVjdenOuiAACCCCAAAIIIIAAAggggMAWC6SESMlq1iAYU1ClGgvPjvkhzKxTWuYHGsmKvWS1oa1YPazDuqEbvZ4f0xqXn6s4lbhm7t+Xfu9Uv7nhi396a0Dj/fWBSU1qJlGFGa86DC+fYRSrnGvGq/Ay5xFUNIZje2GY/Arf6IJqTDW0NB39XX1iVM25hTBQCsO1I+Oav+5WJ5u1aKjpVanGVrNlzNAmdU5BJWNwX8MHxjX/1bxf5XisqenpJR08tqJZp7K5bbDqrdMtqd6UyWPtGpw6MRxU1AaBm4IqZ+tZn9Boc04L7WxanlN/Hce/8iuvW9fCDDauyam9mo1VTsbPi38Wokrvtr94CD5fe763R6tfrwZD1NWYPKhbM7ZKs81zlukUVZYmg9X4fFZSnqUpPeJU0n5fv/dcRg/UtfCVgkrmKICfGG1qLgJv/az0VIlux7fBavJzaX+GJH8R4P7ZwylcfV3GD2GC1TIUGQMBBBBAAAEEEEAAAQQQQACBSgskg9X4a7b1z/zXu+uHDktf3FDTe90+CuXCcCgM00wwNK4jB+Z13ZzntRUwQc6s9sZeMw+us2uXtL7uhHH5zo9VBIYVbfu0T4taDILS9LlPSsEr67FquHpDj43M6hNvzpM6ODfjhY779kmLi8Er0Qfm/Mq5MMjzg5+s6wybIHqlEb1KHQarfkCUPg8bEjrB2uxeZ25OBV9iHo/Ug4BpxAli3YDLCcz9wKyZcK/LBmZxm/Q5hS0cvPtaUiMItWOVgs7r5aa9ROdg1ay/uXcbkJnKwyntnTVhmQ3OV2KhqF2jdnO2Aar/arsf1JqKTPPKuwkQU8dwW0s4oXjWZyH5+nlrFW88LA0/O/WGGiOzmjWv3tcbmpy4pRlTldnxOUs6RRWm6a0AEs+rWw1qnpPGkqaDFgU2WLWB84o51laUOlWv0XWSn/lu+0lELQHqYQieN1iVWu63p2C33B/UBKvlejIaAggggAACCCCAAAIIIIAAAhUUyApWg+owG4zZYDVRmWnDIT9UUlBZ6J/rBYv2td2WoCMerHZ7frwiz96DDVbjzGEQFsxhJa0XqBOsusFg6nXCwCthFIbIURVpLGQMKyz9isuseUxNjWveqSaN9bx0by05DykILofDyt0opDInjqsRVJDaYDXuHgWrsapjz611TmEf3kSwGlWs3tLBY8Oa/SzqJ5orWE08Y7Fg9dSE5i7PaCUMv6NAL7bqKTaKVWLHn1EbrMarrd2x62rYe8n4LLTv6+l8zoIAOvbZsb8ccH9BkfWcZVw/+7k1D4atlo7uqWWNU4PVU5r46rJmlqPAd/yxhlY+CSprDzTUWJ71Qm/7y5S0V/BjwWeiHUEUQNsgNVmRmvwZlfi+raZOfL7vd59VgtUK/nPHlBBAAAEEEEAAAQQQQAABBBAoV6CXitWo2jK9YtV9ldetPEzZICi1YrXz+bGK1bA3YxSs5go0EwFPNGZrxWo8hIpXcIYVq8Gr+F6wGFa3OptzZQWr7jzcY8IWBk7AF5tzShuHWLuBeEWjW4kbq1gN2wxkVKzuGdWe1QWtxtoqOK0dbCuAsLI0eEIPTHr9Md1NzsIQLdk6wR27bbAaPXveVdx2DW1sbHWwWUcvKAyqqW1lZqxiNXye4u62LUS8YjVReext+payuZJbrdx1sJpRGd3i1FqxGn4OwlA5UVlqA93MitVTXjuMaKM7tz2C276gfbCa9TMrvWWCW70a77Hqb06XEawmqukJVsv9l4LREEAAAQQQQAABBBBAAAEEEECgRWCTeqzGwpi03cU79FjNe37sflJ6rJo6TVthF1bNpuzYntbH1Antsqr7wsunVHVGvVuDoxLBaj0M4JybSOnrmt6z1pge0fhX1zXvvrJuYj1bkWuDxkRvV/9q0QZB0dVNgBfv22rvwYbH9thkVWJUdRgFrskQ1X85vHUXeK+XqQnMEj62p2+8YtU5Lqs3rhe4JmySBi2hZLTpUeRh5uVXyLodao3J4UPSjS9iDWqDthfBK/DJPsXBoJ5b8Gx3rliNXs+PPWc2cM8RrCY/7unPUrxFgQkko1YAJqxNBJ1OS4fY+EOS1rrbNCq9ZUFab1t33NbN1mgFwD9tCCCAAAIIIIAAAggggAACCCCAAAJ9K5AZknlVhnwhMFgCtAIYrPXmbhFAAAEEEEAAAQQQQAABBBBAAAEEEECgBIH/Bz+kbohwommC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17" name="16 Conector recto de flecha"/>
          <p:cNvCxnSpPr/>
          <p:nvPr/>
        </p:nvCxnSpPr>
        <p:spPr>
          <a:xfrm>
            <a:off x="5042037" y="1489401"/>
            <a:ext cx="0" cy="135626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54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12" y="1786603"/>
            <a:ext cx="8450173" cy="41632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3" name="12 Rectángulo redondeado"/>
          <p:cNvSpPr/>
          <p:nvPr/>
        </p:nvSpPr>
        <p:spPr>
          <a:xfrm>
            <a:off x="7831198" y="4691270"/>
            <a:ext cx="266700" cy="131196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4" name="13 Grupo"/>
          <p:cNvGrpSpPr/>
          <p:nvPr/>
        </p:nvGrpSpPr>
        <p:grpSpPr>
          <a:xfrm flipH="1">
            <a:off x="4500562" y="1720234"/>
            <a:ext cx="3289024" cy="3610254"/>
            <a:chOff x="5729176" y="1775902"/>
            <a:chExt cx="1191284" cy="1140874"/>
          </a:xfrm>
        </p:grpSpPr>
        <p:cxnSp>
          <p:nvCxnSpPr>
            <p:cNvPr id="16" name="15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Edición de Universidad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209550" y="1166236"/>
            <a:ext cx="85820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500" dirty="0" smtClean="0"/>
              <a:t>Para realizar la edición de la universidad correspondiente al estudiante presione el icono «      », perteneciente a la columna «Universidad»</a:t>
            </a:r>
            <a:endParaRPr lang="es-CO" sz="15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27" t="76517" r="17643" b="20117"/>
          <a:stretch/>
        </p:blipFill>
        <p:spPr bwMode="auto">
          <a:xfrm>
            <a:off x="7789586" y="1220718"/>
            <a:ext cx="238125" cy="216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763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79" y="1759364"/>
            <a:ext cx="8498602" cy="41870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Edición de </a:t>
            </a:r>
            <a:r>
              <a:rPr lang="es-CO" sz="2200" b="1" dirty="0" smtClean="0"/>
              <a:t>Universidad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209550" y="1166236"/>
            <a:ext cx="85820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500" dirty="0" smtClean="0"/>
              <a:t>Seleccione la universidad perteneciente al estudiante y finalice presionando el botón «Guardar»</a:t>
            </a:r>
            <a:endParaRPr lang="es-CO" sz="15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478443" y="2371066"/>
            <a:ext cx="6035540" cy="992501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7" name="16 Conector recto de flecha"/>
          <p:cNvCxnSpPr/>
          <p:nvPr/>
        </p:nvCxnSpPr>
        <p:spPr>
          <a:xfrm>
            <a:off x="4572000" y="1479462"/>
            <a:ext cx="0" cy="85184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61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59026" y="3104835"/>
            <a:ext cx="8905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 smtClean="0"/>
              <a:t>Pre Inscritos</a:t>
            </a:r>
            <a:endParaRPr lang="es-CO" sz="3600" b="1" dirty="0"/>
          </a:p>
        </p:txBody>
      </p:sp>
    </p:spTree>
    <p:extLst>
      <p:ext uri="{BB962C8B-B14F-4D97-AF65-F5344CB8AC3E}">
        <p14:creationId xmlns:p14="http://schemas.microsoft.com/office/powerpoint/2010/main" val="226762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69" y="1868510"/>
            <a:ext cx="8425140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59634" y="769137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Pre Inscritos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22769" y="1136419"/>
            <a:ext cx="86522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 smtClean="0"/>
              <a:t>Para consular los pre inscritos de transferencia externa, deberá seleccionar la sede y luego ubicarse en la pestaña «Pre Inscritos» y completar los filtros de búsqueda: año, periodo, nivel, programa y opcionalmente la identificación del estudiante, posteriormente presionar el botón «Buscar».</a:t>
            </a:r>
            <a:endParaRPr lang="es-CO" sz="14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28750" y="1704082"/>
            <a:ext cx="0" cy="107887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14 Rectángulo redondeado"/>
          <p:cNvSpPr/>
          <p:nvPr/>
        </p:nvSpPr>
        <p:spPr>
          <a:xfrm>
            <a:off x="440124" y="2842591"/>
            <a:ext cx="7401850" cy="1709530"/>
          </a:xfrm>
          <a:prstGeom prst="roundRect">
            <a:avLst>
              <a:gd name="adj" fmla="val 699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405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66" y="1868509"/>
            <a:ext cx="8425142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59634" y="769137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Pre Inscritos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22769" y="1136419"/>
            <a:ext cx="8652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/>
              <a:t>Para realizar la edición de la universidad correspondiente al estudiante presione el icono «      », perteneciente a la columna «Universidad»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27" t="76517" r="17643" b="20117"/>
          <a:stretch/>
        </p:blipFill>
        <p:spPr bwMode="auto">
          <a:xfrm>
            <a:off x="7047047" y="1196600"/>
            <a:ext cx="238125" cy="216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5" descr="data:image/png;base64,iVBORw0KGgoAAAANSUhEUgAABVYAAAKhCAYAAAC7CfU9AAAgAElEQVR4Xuy9C9zVU9r/f1UOSaUGKR4dMCEjIYxSmRjJOAwJ01SeEn+PMy+Pw1AzI8bh6e84PB5SDzUeg5gwk8xoFGUQkiEaptNQIookh7p/r8/a+/rutdde39O+933vw/35vl69qr3Xd61rvdd3392972tdq1ldXV2d8CIBEiABEiABEiABEiABEiABEiABEiABEiABEiABEkhMoBnFamJWbEgCJEACJEACJEACJEACJEACJEACJEACJEACJEAChgDFKh8EEiABEiABEiABEiABEiABEiABEiABEiABEiABEkhJgGI1JTA2JwESIAESIAESIAESIAESIAESIAESIAESIAESIAGKVT4DJEACJEACJEACJEACJEACJEACJEACJEACJEACJJCSAMVqSmBsTgIkQAIkQAIkQAIkQAIkQAIkQAIkUHsEHnvsMTnppJNqb2KcEQmQQIMRoFhtMLTsmARIgARIgARIgARIgARIgARIgARIoFoIUKxWy0oxThKoHAIUq5WzFoyEBEiABEiABJosgRdffFF23XVX+bd/+7cmy4ATJwESIAESIAESKC8BitXy8ufoJFCNBChWq3HVGDMJkAAJNACBe++9V84888wG6JldkkA0gUceeUTuvvtuefzxx6Vt27bERQIkQAIkQAIkQAJlIUCxWhbsHJQEqpoAxWpVLx+DJwESIIHSEaBYLR1L9pSOwMyZM+XQQw+lVE2Hja1JgARIgARIgARKTIBitcRA2R0JNAECFKtNYJE5RRIgARJIQiCtWMXW7auvvloWLFhguj/hhBPk1ltvDeTYkCFDZNq0aea9zz//XG6++WaZMmWKrF27Vrp16yaXX365DB06VJCt+NBDD3lDPO2002SfffaRsWPHet9H/2+//bZ5f/DgwTJmzJi8dpdccoksW7YsiEPfRCzod9CgQd5+tU/7zb59+5r+NaMyLO59991XfvWrXxX0i9dOOeUU6dGjh5kz+CEO+7Lb4M9vvvlmQT/KFG/g/gcffFCWLFlimA4bNkwwZ718fSA+tNF5YJ26dOlSEMvEiRNlxowZMn78eBNzEnbK7bnnnpN27drJiBEj8ljY80N/aD9hwgSZPn168AxdeumlwXja3+TJk/OkK/jhwvPDiwRIgARIgARIgARKRYBitVQk2Q8JNB0CFKtNZ605UxIgARKIJJBGrEKUDhw4UO644w6TaajiFCJQxd/2228va9asMWNCAP7rX/8ykg1CD1Lx/PPPN/ejruaKFStMO1eY6XsQuNdee21B/BgbfQ0fPlzat28v8+fPD9pgvAEDBhiRq3HgTcR64oknmnbPPvusl4lKY3tM8IGk1e3qOidX7m233XZ5IlIHgMCENETMuPe6666TG2+8MU8G223wZ8hiCGD7wv24wPL555+X+++/39QlxXxPP/106devXyAzfX1gHuvWrctbJ0jQ2bNn59U37d27t3z22WcydepUE3McO0jQkSNHmnlBWGs8P/nJTwLZa89P1+fKK68MGEDmXn/99UEsWIdjjz3WSPtJkyYFGFRI2xKZH28SIAESIAESIAESqC8BitX6EuT9JND0CFCsNr0154xJgARIwEsgjViF8EKmoZ09iU4hvFR22WLVFmo6OPrApdJO78fvtjALG8vuB7FAej7wwAOB1ISkg+yDeLTFKl6H/ES/yEC1szHdPt35jR492shOyNS0cs8VqxCLc+bMkT/84Q+B0HTFqopYd8Fw709/+lOZNWtWXiYnpPH+++8fiEkfd/Rlrw3+DCELDprxq5IUmax2DFHsbDYaL+IcN25cIEXteLDG9ph6jwpr/K5rDzl+2WWXBRnGadnzI08CJEACJEACJEACSQhQrCahxDYkQAI2AYpVPg8kQAIkQAKGQBqxqgIPmYTITvTVx3QzVrFl/eyzz5Y+ffp4ZWZ9xSq2uCNzU+UgRN+pp55qtsfbYhWZmBCSkHao7elux0ccYTIX7X//+98bUZhW7rliFeMge3fevHle8RgmRXGfSmNf7Law9PWBe3FQlGb3Yp2wNjov7R9SFBnItliNYrf77rvL66+/Hlkn1Y4H7d0sWYytmazvv/9+sA4oR4BsWBXJadnzI04CJEACJEACJEACSQhQrCahxDYkQAIUq3wGqorAhD/fJW+tWpw45l8cdZ58f6c9Qtv/46P35DfP/DZxf/t07C6X/vicxO3ZkASqlUAasYo5an1MyDFkFEKy2vUxbbGq0vSPf/yjqcnqqwcaJVaxHdy9Dj/8cJMxqxIU8g3lBbC9X8Uv5JwdB9qi3ICKORWF7kn0YWLVfl2387txXXXVVXkZt/q+T6xCguL1s846ywhqN2MVtUrt66mnngpKCeB131Z4WzqiP7cPcLPrpiofW4weccQRpkwDateqWI1j566373Ngzy+qvb7n8sa6ogQCxWq1fpVh3CRAAiRAAiRQ2QQoVit7fRgdCVQiAWasVuKqMKY8AqOmXCSQm0nkartt2siIg0+WAzrvF0rxteVvyJSXH5W1X30RS1rHnTzi1ti2bEAC1U4grVi15wvJ+vDDD5vDqTRrMUycQY4h8xNZk3b9zSix6is7oOPb8g2iFFvr8ZoeDmXHARGJ7ffY4o4LkveGG24oOAQpKmP1nnvuMUI3rdwLE6v2tv5Ro0YFIjMqYzVqbK1jq9JWxahu77fLJYCB8kF7ZB7jF8oMIKPV3bofxa5UYhXPB8Q7sozddYDwRd1bLSPBGqvV/lWH8ZMACZAACZBAZRGgWK2s9WA0JFANBChWq2GVmniMEKu4frcsdyhNGJKfd+kt5w8YFStW75g9OXF/GItitYk/hE1k+mnEKsSeZg/aeMIyEiHdcHK9nRnqk5c+YZi0xipkJ6QiygFgez3KACALVIWfZrHiMCa9IDUheN1DrMLGtLfZl0qsqlD++9//bg6VUhEaJVZVktqHdemcIJdVnrp9QGjfdNNNwQFctljVMgco1aAHjen9OEALtVuj2GnpBTC3L8hQPWDLjsdXkxX3IaN4xowZpjyCuw566BkymPEsUaw2kS9OnCYJkAAJkAAJNBIBitVGAs1hSKCGCFCs1tBi1upUIFY7t+8kC1f9Q/646h3vNPu020W6bdfJvJdErF7yxG9k3toPZPeWbeX9jZ8X9In+8L72m1SsoszAF19/mdefZs/a77XZetvQcgV2u05td5JO7ToG/a3fuF4Wr34/+Hv3DrtL65atC+JfuXaVrPz8o7zXi2mbdDzfvHXwqLn64ly86j0z55232ymypIM9OfQze/Fc+XzjevPynh33kAHd+4Z+JNx5oWEYH1/bLzaul3dXvSe9u/YyY0RlSIcFAWZ/fXeunNX/9MQfXWRbu9f8pQtkZ/Bq1zF0DkkHSCNWtQ7mk08+GdRLhew77rjjvBmrKsDsmqB4DXIMMlSv+opVxIByAEuXLhWUAcClYhW1RVUY2kx027t9iJVPrOqJ9ZqRW0qxingQB+KGvETWaJRYRXu8j8xblykO8dJDt3x9QGj+4Ac/8B4yhnIAXbt2NWUAwEPvf+utt2LZqbRViYoYEdvcuXO98YDx8OHDxfcMKQPfOuB5QWb0ueeeS7Ga9MPNdiRAAiRAAiRAAokINIZY/fbbb+Wbb76R7777zvzatGmTbN68Werq6kyMzZo1k+bNm0uLFi3Mry233FK22mor8zsvEiCByiNAsVp5a8KIHAIq7cY/c4e8s/ZDrwiFIP2voy5MJJdUlE1f+LQs/2ylN3P1Jx33knZbt5Z/P2RoKsH31MKZMmHOpEDaXnzwqYE4w3v3vfyImQNiPbZnflaXThvt/vOZ28w8IXafGnNfIE8hEG/6y51y5zt/ld8cMkx+ftBJeeJV+9ByB2iHK64t2Kq0vrLXcXL2YaebfjHe3S/cL9cveFLO3etHctmR53rH07mhD6zFD3fqbsZdsm6lEd5hYhpx2tnDyDhe+/X6IJbf9j8zVjxi7JOeGC9Ys8Hd+8mLy143a/rAURfLaQcP8X6ebI5oEDU3mwHa6rOBP//to8VmnTDnu4+/KlLmuoFc/OhYs45/G3lnYjF7z5z75ZaXfx88G/rDBHDGDwJ0rYutCZxGrGIsZBZeccUVRsS1a9euYFu9vTUc2aLY5o6t97169RLIP0jByZMn52WxholVX41VxICao7jsUgHI2Ozfv38gHDUOO5PTXg/fQVAQeu6Ybg3ZsBqr6Ns+LEvHCisFoO9DCvfr18/MKYlYVabK0sfUJ1Y1c1cPjvKVStBMWL0fstotIYC4XXbKBHVcEc92220XSFq0d+PRZwjPBC63NINPrCL+gQMHmkPJmLHKbxlIgARIgASaJIEFt0rvMVNl+MT5clHmn9D8K+79Jgkt2aQbSqxCpG7cuNH8gkgt5oJkbdmypfkF0cqLBEigMghQrFbGOjCKBAQglc6bc29oy2+ufiFBL7kmrtSzb05SUiBsMI0TfbhCEe9B/MVlwCJLV0sfQPrdcvL4YDiIvi6/PVni5ov5/fCBc819cW21T7R1haSK3lfOe9ibHauB+eaNGCCwf33s5aFr44tTpaOPod0RJPn3JhxtBPRz5/0+eAv3J6m1q3ySyM2trj3M9G+3xfhjn7rRCFLI1VljJnnFszt5m7e7vnEPsT4brnR+6OVpMvKZW8ztjx0/NlTcR/WfVqxqX1rvEtvF3UOg3PGQMbpixQoj3OwM0bh58/1wAsp01113NWUQyn1BfCLDNc0a6zMEocyLBEiABEiABOpDYM0TF8qga+Ym6KKvjP3TbXJChwRNG6nJwtt7y+j3xsrM20+Q7aPGdMVp3N8j+ko8ZkIGpe4v4bAla1ZqsfrVV1/Jhg0bTIaqeyEzNcmlmax2W4jVVq1ayTbbbJOkC7YhARJoQAIUqw0Il12XlkBTE6uaDQmKrkSD5IuTpWnEKsZQmelKSj08LC4LMkooRz0Jvji1rzjpqPcii/TxMRODYfC6W0bBF4NPlobFGtZW5a5vncL6sjNP0WbZeY8mErJoGyZW7fdcHkk/icWK1aT9sx0JkAAJkAAJkAAJND6BhXJr79EydeQkmX9Bz8YfPsWIRUvJemSoFj1myLxK3V8KfCVpWiqx+vXXX8v69etjhSqkKX7Z5QAgXJGdinIA+KVXmGBt3bq1bL311iWZf2N1gh+AXCPj5Lbjcz9C8L1W6ngaY4zSxbxGpl9wjcjVyX4AVF1zKx2lSuiJYrUSVoExJCLQ1MTqoV32l0Wr3zPZkLjsLMSGEKuoUfrjhzOZpZqVqZmVScSfT6wWEydE5bETzzBb2+MySVEmYp97/93EjOxWMEPd07B6qe6DVgqxij5VdsZl2Or4h//2VPn1URfI2U9cZ7b1o1RDnLjWe6PEqv0ZiRPvvg8dxWqiL0VsRAIkQAIkQAIkUFUEKFajlqvUIrTU/TX2o1YKsYrdO19+mX/uhi87FfVVV65cKR999JHJakXtVVyQqchI3WGHHUzJLZ80dSUrslexW6harnKJ1Wrhk4mTYrVa1otitVpWinFKUxSrww4eIiOmXmRqjmKr+RMjbjcHOhUjLJM8QhB+EJqos4rt+2AOuWuXIgjrJ2x94gSfnbEKwXjfG5mamUm31Z84cYz3ULMk2+HLIVYhsCFUF136J5nw57vkFy89aNY2rtQCxWqSJ5htSIAESIAESIAESMAlEC1WAxF4tcg1x4yXuTJcJs2/SDK5rdl77S77WFv1V0+XC809vsstNRDTF0YLSgF0kynIss12W1BLNW7rf0gGa36ZhEx83R5yyw9A5gyS8fPsOdlMcq8n66+6nsj6iFWI0XXr1gWCFDNXoaq/IzMVtfghVPEL9/gyUfVeHFiFclso96R9aHv3vi222MKce1ANh1zFi1X785J9/vB5u1ZkXFAqA21myUDzeXU+XyZDXeTWC5ZItz3Gy/hsiQ0JMmU/yGSy6+Npfa7xObyv68y8bNqM5Mx9LoaPHC5TZaDMv2AX5/NixfqQyMD3xsv4PTLZ8ubz/YAOmGm3yxMXyhQZKEuuGS/dUDNZMvWTzdVnuAyXJdLNZKw687O/DmW7zDAdKN2uGZ+dl35u3c+0P8ZJcp8s6dpNxl+zJFMm5UMrFhHpOw5MPihgur3zdTDTLrKYSXV9UUgQLcVqAkhs0ngEUM/z2cUvyNK1K80hT7ZcK1asIgPyv/5ypzkx3haElV5jFdmXODEeWZnHT7kgOCQJTEpdY1VX2K7T+emlT5vMUWRWDujeN/YhcDNWdYt8GrH61pn/G2SgRh0+5QYDWfnuqveCg6vwPmQl5GXUVWqxmiTzFCUXcKEG7IdrV5mDt3AlEcFolyRj1S3nELt42QZNLWMVh0Xhm1/W9Uz6hLAdCZAACZAACVQjgQRi1cgOVx767lNB4ReNho5KhjzxkayvjFjtK33ndZMzVO5mJWmerChCrGYkqFh1ZTPZcLNkrswVlcXZ+QV/z6x3Rgjli+Jk/VXf81KsWMWhVGvXrg0kqStUQQIS9dVXX5VPPvnEtAsTqi41ZLBCmHbo0EF22203gUDF5ROsGBdtccBVJV9xYtWWm+b5k0ky/7Ql4WJ19RpZ02H7bG1izfQ8Q5YcM1rEOuRNxz1j6SBLnmae+1lHhgtB87wvPSMoJ6Ixzex6nwz6y8CgLnJerMfMkoFBHec1smb19rJ9tqazxjFOrrHux9eJ+6Sb3mM+5xnJiR+A5GSvP97MZ7Jb8IOhtDEGsZuSKZmvWQE783UN8ylkKnnsbdldyU9gaWOjWC0tT/ZWDwLYdv67Vx6TD9at9B4GVIxYtaUkQkOtUmwVP6DzflItYhVx21mdqJ+JDNY0wjKurS6bXS8U29px2rx9KFTU8oYdXgXWUZdbY1X7SXIYFOJ9bvHcvIOa7PIAcfMuhVi1mcWVLtDSCmCrFxgjSzipDE1SY1UzjtN+HJuSWMWBT/vtt5/ceOONMmbMmLSo2J4ESIAESIAESKBqCCQRq56DrCypkXfAVWQ90xDxmrAvzWhzM1Qzr1syN61YzcpecTPJXAmc/bvJnOtlLbB7f9L+quYZyQVajFjFAVWQqnrZUlX/jJqr8+fPN9mqSYWqiw+CtVOnTnLAAQcUZK/aohV/hlyt5IOt4sSq9wcUkRmrWVpB9iQ+05CAmtGaed8Wq7P6557zuPqkBe/jMzhnoBix6h6Wh2zZAgmsq5nLHsUPSyBWc7VmXSmZKwUAsRoXb31jxNeZ3BieDHvxMw2e0+zXpcIfUlXhF4KUIVOspgTG5qUlANH05MKZ8uDCPwVyaUDXA+Sgzr3k8O59806hTytW0fc5j14tn238wvStl9bBbGix6tveDSmmmahRJH3tkM2r2Y24N04apj28SuP55VM3yvULnjR/dQ/Nioo57PAqzOUXR51nShj4LjdOu8ZqXM1SXcPJI24NulZ5GScqbQEbJ0TReZiEVV5xB22hDzCasfj5vIO27HVNEkeYWNV+0pQVcNejKYnVm2++WSBX8TsvEiABEiABEiCBWiaQRKxGZKC6aCLEapgYDaXr9FUgULM3FmSHphWroTH7M1QL4nVFan37q+DHLa1YRabqZ599FszIJ1Xx2j/+8Q9ZtGiRbN68uV6zR73Vfv36ybbbbmv6sTNfXWHbvn37is1cjRWrSklFqVdW5kSk6DZ7kyl+mLxgDn1qJLFqZbIGi+tK4EA6Zn6Ic9jfMod3NZpYTRBjoVi1smeDifnkb7ZEgpZfCMoz1OtRr6qbKVararlqJ1jIr7tfuN8IPAipI7ofJgd23i/yZPRixGqblq2Dg5AwDg6Cgng6uuuBZiv2HbMny++WzS8AC6F3/oBRJrM17aViD/dB7g3reYzpAkLNLW/g61uFcM+O35f/PPLcPLlsS88osQo5+eDL0+S8OfeaIf58yo2JtvOjrS0ckxxapXPQeqHIqB171Pnyxcb1Znv+LS//PnRLvhunikX7IK0ouatSFm2O6znIhHLTX+406xw1Z4wLETnymVvMPSg7cGzPQXms7bWx1xRtu3fcw2zjn/bGDPP84Nkaf+zlofcr1zMfuUrwgwPUr9XL7hvP3R1Dr43sR2vKIiv1hJ5HG86zFr9gPkt43u4del2oxI57lusjVl988UVTML9Hjx6Rw2D7/dNPP23a7LrrrjJo0CBp27Zt6D1R/UKMrlixouBe1KHy9Ym+oi69T/uNmo/2pffgkIK33nrL1MByx8Z7M2fODGI9+uijIzm5jFCqAHW1ir00NvD29aMlEdz+fSUSimGDfsHLHj+qDIPLMootuII7LrBHzMo/7Pmw56kxhTGIe6Z1DHfd4541xIBY3bm5nNw1CWNR6mem2GeN95EACZBAZRJIIFaz9Rd9VQHz6yLmZhhW91SMXMhUaHWvuL7CxKrUU6QWbtvPReY7bCq/dmqurZYjSNtfZT4X/qjSiFVs7bczUF2pqn/HIVX4nkUPp6oPD2StImMV38OoVLVLAthyFeNvv/32FVlz1TxD1hZ6rWGa2Y4vZmv+ktHZjFI8/5O6yUxTB3lJUCbD3vpuxCrKBeCzl7dtPTxjNW5rvb1OaUoBmKzPnZ16sOYzLNlt+rmt/IVi1ZKZwTySlwLIZb+KmK8bmlXrlCvwxejLWM0rBWDq26L+s83UKUuQN8/6POnVdS/FanWtV01Eq9vzITcvO/LcSJlqTzitWMW9KgkhrAbt2c+INIhVnMQOidcQYhXjQvhNeflReXrpq2YsXJBv5/Q7PVZ6QVC+tWqxuWfIfoPztrnjNbz/1LuzI7foQxpC+tlXVNao+2BB4LbZuk3ik+rB+TfP/Db0+bQzSu1GUXEihuWfrTTNw2JXQf/wO7MDzhC7F/UfFSmSffFG8bHXxI5/n47dZeCefRMJeGSa6mWvq/063kefl/74HC9LHy807Ny+k8nyhhyuz1WsWMU3isOGDTNDL1myxCs1IYRGjRolzz33nPTq1ctsT1qwYIG554YbbpChQ4cWhB7XL7JNr7vuOu+UDz/8cJk8eXJeLPjGMup66qmnjOyy+/XNx45L74EQO/bYY0X/ruM88sgjcsUVV5i/Yt7YJoZ5++LzMVq2bJlhev7558uvfvWropYX991xxx1m/GeffbagjyFDhph18V3uuMWwQb9gf9VVV8kll1xihtExH3zwQSPX7ctl6WMLkThy5EjDBixx6fP05JNPGnEd9XzoeBpTFAM8q1OnTvXW4j3iiCPMuC6nuGcN4+M/Yu7c0B8u3zrhdV1LfS4b6pkp6kHjTSRAAiRQsQSKFKtBhhkmZpUK8G6X122zIZmvCfvySc7MP3KZQ2QCmZvy74lFqHMITU4eZ+a3JFtKIHF/FftMhAeWRqyiVqrKUp9U1dc+/vhjmTdvXr2zVRE1+kSdVZS0ChOrtlxFPdYdd9yxAlfCc0ia/UOJvGcx9/nLk/4jh8vwB6Tw8Ko+Y2WsObBqlAyZ9638JDiMLlcKwBzC1BCHV+kcCsoWaK3i7NeTcZlDoi6+WOTlNuNyhz3ZXysSHl6l9WjzJW1OrBYcsBUSY75YzX3dyTw8ugaeGqr2Wo0cK2OtA7sq8MFrkJAoVhsEKzuNIqAnz+OwHvMfyMUvyOurFpvt+nZ2om4J1xqfkGgrP/8otGtfdinkHKTb3cdfZU5i/6+jLpT7Xn5E2m3dWn5z3BXy6vI3TOYhrkWr35O2LVvLLm07ys7tOsZm0HKVSaDWCBQrViHLIAxnz57tlaSQPyeeeKLBdf/99wdZk3gdogivPf/88wVZnHH9qjiDoLIviE8IM2QbPv7444FcdeVe2PppvxBqPumLuKZPn27mHCVWIVXPPvvsgjqukGnDhw+XAQMGyKRJk4IwINWWLl1aIPEmTpwol19+edFytXfv3tK/f3/D+Y033ijIWoVUxDVt2rQgFqzNww8/LNdff72ccMIJQcmEYtig0zCxCsavv/56ngBPIlYRM6TzrFmzgntVMkJ0vv/++wXL65unNgp7Dxmpp59+ulkXt0+t04v358yZY+qm+a4w6Y627nv6zPjWCe11LbWERUM9M7X2tY3zIQESaOoEihGrEVvkC8SqCiJPnVaDPnlf5S4F8IFbyzV4dPLFaoHoDdolLC1QwY9kUrGK7zu+/PJLM5MwqaqvL126RBYseKNkYrVz587mewJcKC0Ql7naqlUr830xr3oQcESpfbhWPXrlrTVCgGK1Rhaymqax94RjguxCxI0Mw1N7DpbPN643p7prdiNOqMeFbdfTFz4dCE9k5SHjENddz98vt5w83mSIdmq7U172q71NHDVcsQUbW6d/+MC5JlvVFrG6xT6upmc1cU4aKzKBwf1vHy2WJ0bcHptRm7TfWmqnGatg9Mp5D0du1a/meRcjVvFNZbdu3eTuu+82kghCyM22UzHok0W4f//995cRI0bkZWQm6TdMrGINkNGI+lN2lmRasQphBnlqy0/0vfvuuxvZCFEZJVa1na+Oq8aumYcq1HyCGWNq+zDhFvbcaXYt7vvpT39qsmrdzNco4ahr52bzpmGD2HxiFWIUNclcwZxErIatJe6dMGGCjB8/vkDUFyNWEbsydLORwRGv/eEPfzBZI77sW9yfRqyGfR58cTTUM1PNX8MYOwmQAAn4CRQjVsPv0Yw5zebUv+s2+cIYkveVEauFgrYgkzVlxqqe8D21oExBNragLuUgGS+oUXlC9nT17Gyy4+XmGDYnuz+njyp5PJOIVRxE9emnn5oZRUnV5s2bGem5ePE/TOmi+tZX1fG6dOkiBx3UOytUC+WqXRpAsX/ve98T1GflVTyBvFIe5jNTnc948QR4ZxgBilU+G41OAMJz/tIFBVmhus0ZW7Ive/IGc/K91kW1g4T8RF1LbOnfq93Opp1u79e6o8h2Pei3p5j3u7brJGu/+sIIW2TLdtuuk9la3nrr1kbEqlSF4B3cvZ+JK+mWaq3VCSk87OAhVVi0s5cAACAASURBVCfc9MCj+tbmbPSHqBEH1BIUeD7uOvnaxKUrGjHEkg1VjFiFeENWI7L5VGa6chBZdchMtDMi44JO0m+UWEX/o0ePNlmNKnrTilWIMpQ4sMsB6Bz1vTCxGibjwuYdJf1wj4pmWxTHMVQG+B1y2GZq3xs3NgSxim9lnoYNxvKJVbw+ePBgk41rS8kkYlWzNCA1k9afLVashglMcLnyyitlzJgx5llTzu66pBGruBcZ0b4MWPf1uHUr9plJ8lyxDQmQAAlUF4FixKpu282XnPY2ZCMZf/iCXHjMeJkbI1l8wrSgr+O3l0Dc2P35DopKLVYzW6Bxenlue3+2NqL0lbky0EgiKWjjbAe2xGyS/qKLMFXmU5RErGK31DfffGMmALHq+wWpitfr6sQcXPXmm2+WRKyixuqee+4p++67r9TVabaqX67aJQG23HJL2WGHHSoTOqMigSonQLFa5QtYK+EjAxUy9bONX5iSALh+c8gwue+Np+SHO3UPRKr+GQf34LAetEG90fYt20jfLgcEtSn15PS3zvxf+eu7c4301MOKXDGLA6V+2f8MObDLfvLqsjfM2KcdnNkai/IDTy6caf58Vv/Tze8Qw1o+4D+fuc0chIVaquhD76uGddFat6fsNaDgkKxqiL8xYtRDtKIO0GqMOBprjGLEKqQpsvU0KxPCy82KTCo07Xkm6TdOrLrvIw7U4+zbt28BUhwAoHVe7fsgz+66666gDiiyFJcvXy5nnnlmXk1VV57FxeYGkIRRnEhz+7SzfjE33bruZlbG9Wu/XwwbxBUmViHb0T+276OUBCRpErEKwX3ccceZjGLUjkV2MurjuvVabSZxYhV9XXvttXkYkV2CHxx07do1LxPbzgRGzCpffTV504pVW97rfHQtb7zxRiNyfUx9Xyfi1raxvrZwHBIgARIoL4HixGqwhX9eLvpMxmbmYJ3x80QGHS0yM3Mmp/dyJSbu0cvtC20Hzukto98bK5OOnCWjr5kbtA07KCtxzVXtKa/WqxjJOmJ5/iFCBQdsZWWqvp6XmZugv/KuffrR48TqV199Zb7/wGULVfwd0lNfg1gVychVJCCg9FEpMlb18Cp8j5opAZCRq5s348+ZXzqO/l0pINFhm222SQ+Fd5AACUQSoFjlA1JWAsj4/K+/3GkkKbJOUQv1xw9fbjJVUXcV2aW42m3Txpz0DpGKg50O7bK/OW1+p5ZtzBZ/1FHVLdp6Oj3a6iFAkKE/f/hK0xcOk1IxizGx/R3X8VMuMBJ3ybqV8tSY++TBl6eZMVScYixcKn4VHDIZe3b8ftXJSYjVD9d9FHnIU1kfjgoYHIy++PrLRIdTVUC49Q4hrVhVAWRvkYZ4u/POO/PqUSaRhnbwSfuNk5c+sYqyBdg+5V74qb9ukbfv08OWbHGMDEvINPuwqkoUq5qhatcwhWhDjS27vEGcfAsTq0nZgHWUWIXwRTkACFKI1iRiFX1qHdgZM2YEh2+F1cVF+zix6jvAC/2h7AOejbZt2waPDTJU161bF2Rh6xZ+zWC1n6+0YhX3urVUfbVXk3yu4ta23l802AEJkAAJkAAJ1BiBOLGq2aphJQAgPlWq4s+4Vq5cKS+88EJJxGqLFi3ksMMOk5133tmqr5qTq3bNVYxty9WtttrKfE/GiwRIoLQEKFZLy5O9pSCAGqq/nnOfIGMSYhVZgb279jI1UDWrFNISW/lxqBTaPHDUxeYeXNjmjyzVD9atNBIWh1xphiG2tkOOtm7ZWlS04h70iwunqGvG69n9RsqIqReZcdDPpf1HmwOuUGIA4/1+4QxTIgCSFeJ10J79ZOQzt+QdtOVOG9vHZyx+3vShl5Ya0MzXsBPe9cR430n0dwy9NrLcwMWPjjVlD/TynTAPyYyatbOXvpYniREfeP78oJMKtru7J9f/+yFDvULWbadzcflAWP7mmd9GPi2I3RcLbtISDDPffd5kM+sFUQ4RPuLgkwtkqI8n7kNZiO/vtEdBLO5ctAFKSsStHdr65ugbC2uGHxosO+/R0DIDYePZQeOZPvuw0+tVqiCtWIVYQ51RPZUd8eip96i5qhmg9lbyJF8ikvYbJ1Yhw6ZMmRJI3iQiCvHZ/SIz8ZxzzskrdYCsRGQyRolVrU3qy2D0MUjCCFm8kMJuzdcwppBzqGEKYakXSiMgJrtWa5x8s8cthg3GjhKreF8zQJGRuc8++0SyDZsv+rjppptM9quvVm2cWEW/Wq5CD62CWJ08eXKeVNXMX1fSY9z27dsXHGJVjFh1nx/f2jfEM5Pk88k2JEACJEACJFDLBKLEKrb/66Gp/u3/yFhFJivkai579YsvvhD8IHjTpk31RgexOnDgQOnQoYMRqzmRij/nMlbtA63skgD4ngyClRcJkEDpCFCslo4le0pIAFJs7FM3mu3zvzvlelNvFdISGacr162Sfe79d5Oxek6/zNZ7W3rh3sWr3zcHVa3/er15D9v1caFeKiSV9ovDqbR+Kt6HVIUUVTGLzFUIWFyahQoxh8zUe4deZ8SfW8tVyxP811EXhtZhPXHiGCNUISrPOHioqdk66925pqwBrkWX/sn8jrgxF2To6gWRO6B7XzMXiDmUMThvzr1574eVG9B6qdoYovpHe/bN42dLZmTtDux+mLRp2TqID0zAwJ0fZOyUlx81AhCXZvq6QhLt7pg92XD78yk3SvcOu3tFn67jJU/8JmCPeHZp29EcpKWyFOsDYW5fWsJA1+/sg08xB5yhPMO0N2YE96K/Xx+bY+vyRN83H/8LEyMEvHu5c8YzqcIWaweJD8HuWzu8pnMc/8wdgaRH7V57LPTT5bcnmy7sDGs3Fnc88L/44FNNMxzMps+vj1fCj6VpllasQuxA2rlb67HVvGfPnoEAdGudujHp9noVhkn7jROrrowqRqzqFmzMCYIMZQAQZ1xWpW87tz1vFXeXXXaZ2b4ex8i3FTxqbXV8HDLl1iC97rrrxN5SHiUc3XFt5knZIM44sYo2YIByADfccIOcffbZoQeDIXvzoYce8tbsjaormkasIh7NQtVMWuWt0hP1bt01xQ8aXKlbjFi1yzigxIHvcKxSPzNpvlawLQmQAAmQAAnUKoEosYp/n7/88kvvgVWaqZoRrhmxqnIV8vPhhx8uiVhFnyiBhDJWEKaQtbr9H2UB3JIA7kFWrVq1MruXeJEACZSOAMVq6ViypwQEtJYqmk4Zfqs8t3iunPTE+MjszwTdeptAIto1Wv828k4j0TDmgZ33k5Wff2RkHMQn5O5xPQeZ13yiDXFPfWWa4JCqvTvsEdRbdQdWuQnx5Z4er1mHyHi0LxyopWJMD9/S9yH3kMGrV5Q407qy2vbTS5/Ok3h6CBPeh8B1Ba0tLNEG9WltcarZwNo/xDHW0JWSGAdy1J2nb5HsmLE+kOG4bCb26xCMAyeONuUcwsbXDFD048pKmydEe1yMNjNfnVWV6GFM8freE44xWbS3nDy+AIHdv++ZcW/Y6trDzEt27HpQG5jgisp8jfsspRGrvq3J2r/7nv7dPVUd7VVeYbs1pF2afqPEqmZA2pmzxYhVxAiBhcxFHCgE4Ycal3FiFfchYxQZpr5DuzR2zRzV/ux47fVCFu/06dNNfS57S3rYmoYdgIT2aQ5BgvS+4447ggxXl3kSNhgziVjVZwHtkfkcdzCYj1WUgE4rVhGHnUmrtU3dbfr2GvjeK0as6jrh+cB/nsBi/vxcdj7eL/UzE/f1ge+TAAmQAAmQQFMgECVWV69ebUSmm62qAjVzYFUmU9UWq5988ok888wzJSkFgL6RrYoEgszhWJmaqpnM1fisVWS84n5eJEACpSNAsVo6luwpAQEVaZBli1e9ZzL+7G37UV1AQiGzVQWS3RaS7abjrggyWDUTFLLKbY+27bZubeq2Ytu8vZVc+4S4On/AqLxwIFyPnXhGcFDWwD37Fmw3V6nnk3YQl9MXPhPUfdXObbkYJlbBSOXrY8ePLciWVWFoz9fuy86MxPwfHzPRi9oWfe4cfGMgi9MVhqUQqzYTW/Da0tQWrvZkIBq/N+Ho4CVbNKYVqyhXoVmpPrFqZwn7uOr7YbHaAhkB+9bWnptPrOJ9m5cr1BN8LIMmacQqJBXk17PPPlswhC9rUA8oQjYiMjQhByGGrr76alm6dGlwcFGaflXyQTrZF2QYSgCorNX3IPeQwaklCtzA8ZN/ZHe68hCyFxme9hb6JGJV2yCOSy+9VHr06GFEMjIekTV6/vnnB3VdEYuWQEAmJCQeGCGzddy4cUaquiIRcSKbEb/sSwXliBEj8vrXNioLVVwqc/vgJvSBdsjAtMcthg3GTSJW0U5jw5/DxCrew38m8NzYzxOydMEUr/sEdDFiFWNpJi2yaVesWGHKFLgHgClbLT9hj1+sWFUWKDkwbNgw83y4V9pnJs3XA7YlARIgARIggaZIIEysfvvttwJB6tZW9UlVyEt9HQzxfcGiRYtKIlbRH/rG99P4/soWq3FyVddzhx12kC233LIpLi/nTAINQoBitUGwstMwAiqGbFHoZkaG3eurW6pt0d/+HbubGqnu4VJRq2HHYbeDJLPro+p7EJd6Qdi6wiwsAzMqhiRiFcINmb24fFmrdj1QFcW2WI0ThBqfKyVtSadSElv87fIFrnCsr1iFgEY5CFxuZqYKU6yDllTwsbUFrB1fWrFqt/eJVYyNjFSV9+6zjDi0/q8bp2YAI3tY5W3cVv4wsaoxxN0f95UpqVjVGpP2dnK3b8iohQsXBll2EHWQcsh+tC/UZx0/fryRjmn7Vcnnjo2t2z/72c+C09P1/bhi/RCaEFWuPFRRjH5VJCcRqxgX7SD7IGX1Qvbrueee6xVleuCUnjaLeyDWIGLdE+/DMnA169dXZzT4Wrb77oF4hnD0HdwEIXzqqafmjVsMG4yZVKyiLZ4diOQosYo1gcSE+A17ntznolixapcEQAYyYsPpvr5LSzDYMrpYsYr+kQHr1sR1x03zzMR9DeD7JEACJEACJNDUCYSJ1Q0bNpiDK31i1S4D0Lx5RqraYhV12FGfH+KzFBf6xgFWnTt3Nt1pxmqcWNWyAPjh/bbbbluKUNgHCZCAiFCs8jFoVAIqhjCor5ZnVDDI/pswZ5JXnKoghRC9qP8oeXfVe0FtUkjJPXfaXS578oZAlmr7MLGK17tt10lw+BJKBeBCuQD7QCpIP/cwKTvjE/doP4d22V/27LhH6IFPPhmK+1XsQZLa2Y12ZqNmo0J4/u9LjwQZuLZYtUUj2qGOa9gVtg3fjsWdpx1PsWIVNVHbbN0mqEWLGqLDDh4SlBpII0Xt+Oxaq2n6sPnjz2Fi1a1bq3VddV3CslCxJkvXrjTZw2HM3TXyiVWtIxxW9zbNBzypWE3Tp68tRBMuzRCtb3/VcD+kMbIdcbkZpr74IejwzXsUI3DEL18mYzUwKUWMkJ74j0pTe56KfWZKwZx9kAAJkAAJkEAtEwgTq/i+DHLVVwYgUwIA2/9zmarIWlUJi+/rXnvttZKK1f79+xux6masRslVrBvas85qLT/BnFs5CFCsloN6Ex5TT2Yv5gRzSDH7sCMbo2aS/nCn7oIT6yFWUecT2/1x6aFL+DPa/rL/GeYQK19ZAbTxbXFPsmxuvUv3Hl9d0CQZq5CkdtapnckJsTZ76WvmkKewvtJk0oa1tcUq5mUfDGZLvWLFqpZoUMmsBzSd1T9ziFkaKRpW0iBNH+6YYWLVLrNg10nV0hVurV3060pXO96oZ88Wq5D1WhrDJ/mTPK9um8YSq8XExnsKCUCo4pd7OBVZkQAJkAAJkAAJkAAJFEcgTKyuWbNGvvnmmzyxamem2nVV9XX8jgtlirCTqFQZq5C2Rx99dFAKIKwcgGayIgYdG2232morc281XGueuFAG/WWgzLz9BKmOiKuBKmMsNQGK1VITZX8NSgBbnnH5hKgtV//20eKCNipU7W3XvrIBEHzvrP1QIGkhr1TsJZ0Y5Cqya19avsBbmsA9UCmpWHWlLcoQdGq7kzlVXrMik4jVuDqeScUq4hkx9aIgC1il4oMvT6vX4VWQjj+bemGQmawZtmmkqC0qbd5p+kgqVtHOZqYHgyELdUDXA0QzWO3nx5WutpxFu7ADqGyx+oujzpPjp1wQWoYg6fNqt6NYLYZa+e5BtmaSg6zKFyFHJgESIAESIAESIIHqIhAmVnFwFeSkZqHmaqti23/m0CpbqOqfMfvPPvvMlDjCwVeluCBGTz75ZFMnFaJUxSr614zVzGuZg630fYyNP1fSAVYLb+8tox+wqIycJPMv6Jl9YaHc2nuWDJx/kegrBfwW3Cq95wyU+RfsItMvuEbk6tvkhJKdzYXxR8tUZ9DhE+fLRb3y38u8hob5r/cdN1NuO95Swoh3Urc8UZzHoM/Y7HtrZPoFg2T8vOzgAZew10Vk9XS58JjxMjd7Sy6mUjx17COKAMUqn4+qIqA1K31CFGJvp5Zt5KONXwSyCZL0jIOHyodrV8mDC/+UqP6qWyYgbut8HEAIyLuff0B+8dKDpql7KFRSsYp73UxMZP5qtireD+vLzi4Ny7zUedg1Q+1yAm7GKtpDCA6cODqPd98uB8hbqxbL5BG3xqHJi9euV+vbym9L0bgaq/b9KjoRTEOJVa2XijHw/Pz6qAtMHdqw+sHuoVUuqLA1cksBhGUxx4IPaUCxWiw53kcCJEACJEACJEACJFALBMLE6qpVq8z0/KUAmpvXdfu/fXgVBCtk5hNPPGEEa32zVtF39+7d5Yc//GGeVLXrrNrlAFSsqoDF74i1Y8dMubvyXVlBKCoSEUlGSi5xZWRUkIFYDVWvJZziQrn1giUy4vbD5IULBsmS0VmZaoTmEjlj/kUit/eW+7qqTMUcVfZawjWQpyLiiFZk6F4j42ScXGNl6mZYYbwRy+0M3tzrF/Wy/6wsY6R0Cck09a4oVpv6E1BF84fE+90rj8lT786OFKSacXp01wNlxMEnBzOc9e5cmbvsNfls4xeh92vWKwQtDsNCCQGIsmP3HCAHddkvsjYpBkKmKq5jew4qIKsyrT5i1VdqwM5ADROrcafXa7BhB0fhfZ9Yxev2PdqPO8ewxywsOzasRmrUQVH2GCdOHBNk0trZn3FiFc8Yrk7Zurq2MI0T0rYsxTPTvmUbUz/VvbRPrJvW70WbxaveCw6xChPHvhqr9lxtiVzMR5titRhqvIcESIAESIAESIAESKBWCISJ1ZUrVxaUAchs/w/PVtXyAPgdB5OiLjwOwPz222+LwgWp+oMf/ED22WcfadmyZZCJ6pYCyGTG5jJWXblq/r/TqVNRMZTqprAt/sjezIjJD/KzRUMyOYePHC5TxclY/fBW6T0mm2faZ7gMlyXSzWSyOhmoluDMjRtecGDh7RfKktO0H1taqkAdJ3KtnTVri9UsOUjYa0XGZUsbqEjVrFZbrEKw2q8PWnqGzOx6nxGv7uvzLxAnuzdBtm+pFpP98PAqPgOVTwDi7jfP/DY4lAkRQzyF1UfVGenBUfr3JetWxmasuodZaRasnSGLGpg/7Xm0V7JCCOLylQ9QKebKryQZq7YctKWjXdMT44b15SsjcEDn/QoW385stTNI0TBMrOI9W9zi7/UVq3Yc7sFY582518QdVovUFr1umzixinF3adsxWD+bdZxYjTrQywatWdeoieteYQeUaTufWHUzeWeNmRSI4bSfborVtMTYngRIgARIgARIoFYJGPFzjcjYP5Vya3Gt0qqdeaUVqy1aIFvVXwbAzm4FIQjVp59+WlBWoJirR48ecsghh5iSA3YGqput6stY1UxZ/b0SxKotCF0e+aIzk40568iZmUzOpWdkywVks173QPkALQVwhiw55j7ppp9bk006Swb+6Tbp9pCbTZrpM2+rftjCRGXGOrLULgdQsB2/oG1mwKAcQHbLf754zs0TYjVXc9aefzZjNygH0Jdfu4r5kBV5DzNWiwTH2xqHgJ0xCFk3ZL/BZls/Du3BFSdX00QJqYqr23aZn97h4KvLjjzXSCpkMi5e/b68suyNIGMW7S/tPzovOxXS7Omlr8rvTrlebHFpn9zuHmaksgxjfnrp09K6ZesgbJ2/LTntepyu7LOzF91t6DZLCFk3RntbuVsHFgGpOHRj1GDDDoyKWgNfxqodB7KP7axPt66rO3+wOefRq022qu+gsDCxivtWfv6RORzt5uN/EaxdWK1W35wQ2/cmHG3ecoW3tte18/FFGxzupiUjfHO3+1906Z+CMGwR7d6X5jNAsZqGFtuSAAmQAAmQQMMRyEg9rZQXNU5l/uc5F/9wmRRVH7HhENa751KK1aTrma4mYjb7Lq8mZb2n3eQ7SFoKIFNDFRmrycQqJOt3330ns2bNkuXLlxfFuV+/fqYMAC6IVVx2DVVkquL1zO+bQ2us4r5ylwJwMzVdIBCNs/pr3VKRsExOs5U+r8YqxKovmzQjVn19xotVT+apCdhXzsCeiSdrNESs6l25eefXUs3PzM3VXs297pRCiBmnqAeQN4USoFjlw1HRBFS8XdnruLxDgCCSUFvUV2u12AnZJ9vH9YGsyOkLn5H73nhK9mq3s9x03BXy/Z32EFtwacasZsri7/cOvc60w4Usz/tefiTYso7XbFkLyYb+IY+1HMGlPz7H3ItxHn5ntqikRTyXPXlDQV8oYaD34D6IRchD5QYJ127r1qIx6gFfpx08JA8B1kEPBPMJZW2s80cbX0am3akten28IR/P7jcyTzSjHQTm2KduNGUacCFmHDSG63fL5pvf8bz855HnFtxri+ewNVaJbc9Z28Zl4ur83edV1/s/n7nNrCdiPmO/Y/PWBuvtlrnA+uDZevej92XCnEl5z7vWD0bZCTcjOQl/3/zTiNWJEzNlDsaMGeNFGfX+v/71L3n44YdDP2annHKKOen+xRdfNL9w8j0uve/QQw8V/HKvRx55xLw0dOjQvLdwyBPiwUFPvniL7RexYcxly5aZ8QYPHiyI3T5QSvvWOcXNHf3ofHX+PlBhDNAWMc2YMUPWrVsn2223nfTp06cgrlD4Cd8AU6whxsHVpUsXsyYu+5tvvtm87q5X3JrYYbz99tsmuwPb3gYNKiyzgvmuWLHCG/muu+5aEFPCKbIZCZAACVQYgWqSaNUUa+Mss4rVdOI0LjZyjiNUzPtJDq8KO7hKa6zqwVVaCgBx4M+QoHPnzpV33323mNBk4MCBsttuu5l77UOrfKUAMu9vlk2bModX2b8QX4cOJTvhqai5hJUCUIF6xtJBlSNWfZISQnfMkvysUE+7XPmALKa8Nh5hu+BWuXD5iIIs2jARHbzeeUpWMKtgRd9TpNvtEQd/FbVyvMlHgGKVz0VFE1CxClE0rOcx0rtrL/li43qTOYrMPrxuH1ZVzGS0jydG3B5Iz6T9QGg9+PI0wfZ03bIOyfnqsjfk843rg2727LhHQekAzZJ0x+rUdieTJYt+vvj6y+DtNltvG8SHe19d/kaQLYs4kFHrXvY99nuQmu+uei+vuS9GbQAha18ao4+T9u0rh2C3D5s/2vjKFLhj4X6MZXNu27K14aw1Ut173Hn44u/eYXcjZMPaRsWmc9I+oubrro273nov+sIzj4zasGcFr7v3J2Ho9pdGrM6cOVOGDRsmN954Y4GshMS8/PLL5cEHH/SKMAjDY489Vnr16iXt2rUrmNf48eMFW50g5a677jpZs2aNaaP34Z7XX389T2Di/SFDMj8QmDZtWl6fEG9XXHGFqW31xhtvGGlrX8X0C/l5//33ywknnGBqXUEUTpkyxXT75JNPmvjtmHESLORi3Nzt+HX+hx9+eF68mMeCBQvM2JMmTQreQwwnnniiee/000838wyLy/fsJ30NcnjAgAHSvn17s44QyXgNPDAu4tZr++23l6uuuiqQxfp63JrYsYD19OnTzXjz52d+eGJfWHfMGc+Te+27777yq1/9KunU2I4ESIAEKphAFUm07FZUSXMATQWTL0VoFKuloNg4fYSJVXw/iq38KktzchVZqy28h1chYrTDhfsgN1977TXzfWzaC9L26KOPDmqjRolVLQ3gZq3qPVtuuaXge7TyXr5sz9yWf4jV/EOgfKUAslvopWFLARRKTXw9tsoNBCCdA6SsQ62CfFJPjVW3tIE5FEtuld6TuslMU4vVGg/1Y32vm/qxVkzOoVjlXevaH51itfbXuKpnCFl05iNXRWam6hb+tNmr9tb/3xx3RdF1KQEYQu2mv9wpR3Q/zHtwVVUvAoNvMgTSiFVAGT16tMyePdv8Ulmp0g3izZZ+NkSViyobwwCHiVW0d6UiXgsTq3gdGZVz5swxMlgzQnVcjSdpvxB1kKi2QMW9kJjIJECW6LPPPmu6d+eadO64152/zcknr1Uw+uKCcF26dKlXSKd9wFV0unIbsvTss8/OE+phYjVuTTQmMN1///3l3HPPNZLd98yErXvaebE9CZAACVQ2gWixaurzvTdWZl4tcs0x42Wu2FvwnQNbMFH7VGqt74f7b+8mU3qPluyxLyJ5/YhIUL8vR6uvK1AjxKq7Jd69N3oeme3AdomE0Pvj5oFNvG65BYeJvxRAPEvfc5RKrAaM7TXUbcHZ0g/24TxmQKckhMmmy62iOOUCMvF0k0nzB8oss96Z+w/7m74+QpZckNtuXNC/GTN/q3Jm3tVb+kHXLUysYifQV199FSpWNUvV/l1rrKJv/BkXvlf+85//bLbrp7l23313OeywwwRSFFd9xOo222xjvl+thCuoLarBBJ/DsIOmorbIZw+OKvHhVW5ZAt/XweAzIqjpiq/B2U/ExFw5A/NKQVar8zmyPqs2GzvbPex1UxYh+NxXZpmYSnjmGiIGitWGoMo+S04A2YPzly4w/X7w+SqTpbh3h8yWemRazlr8gikNgJPY9UKdTfvC1ul3ucAZ+wAAIABJREFU1n4oO2XboO0ZBw8tqQhFnL5sxZIDYYck0AAE0opVlV7IFNQsUZV7voxSDTmpXAwTq5CqyGB0M2J9gg3fvO63335GyGFc3ONmPWo8SfrFnLt16+bNwsT8kMl7zz33yOTJk00mZ0OJVYxlS8s4psrBlz2a9lECZ2TNqjy273e3/vvEapI10T41sxXP06hRo4wgtzNi0Y5iNe0Ksj0JkEB1EkggVh/AzFyx5btP/yOfa5sRmn2l77xuckZQE9Vpl/1Pe952dkeiFtYSdcZ4wIrPI2BzwqBQ0GXeS3B/3DyCg2Js8ZDlZMnVQrGajKXv+UolVtGBChKVLNm/54tk/zORJO7cOuXLF723bx+RgeYU9cxsMuzttv7akoXtqu/TFiZWN2zYYH6IHpaxmkSsajmAN998U15++eXEcNq0aSMnnXRSIFVxYxqxqqUC9B58j9qqVavE41dbwzwR6ssarbYJMd6KJ0CxWvFLxACTEsB2+OcWz5V3Pnpf3lq12Bw+pfJ10er3ZO1XX0jn9p3Ma1HbxZOOx3YkUGsE0opVzN/OUsTfkRF69913R9a1jJOAyjVMrEKSTpgwwWz/tgWuT7AhuxTtIVNV6LlC1o4nrl+d7/PPPx9s9496DhpKrGq/ylqzaN9/v7AkiMaHDGPUg/UJ0TTPsq4LJK3Wjg273ydWk6yJ9nfEEUcYMY4xlf2SJUvyykBQrKZZPbYlARKoXgJJxKonQ8lXB9ASdypJVWgW1AC1ZOrAOdmsWLM1NXclEZ6a4dXNyd5y7w0Vc1kJm+x+kah5XLRzJqOsoFSBI44LBGVClr5nLLVYtbJBh0+cJDJmtEx1MmqDk8fzslEzz8kSJ4vYnUtYPPp6bBZyyHroOldzGYgwsYoyACgHUB+ximdj/fr15nvYd97JTwKK+toECbr33nubg6vwZy0rYAtT3f5v/66lAFyxiu/PNPO1er8mRkTuZNaXtrZxTRLjpOpJgGK1ngB5OwmQAAnUCoFixCrmrlmq+LOdvRrGRaWg1gG129miLkqs4lAilBtws2XRl11jtXfv3qYOqNbZtEWdjmvLz7h+o7bn++YbJlbD6suedtppgZS2BabdNwQxMna7du0qjz/+uJGMSeRi2tijnmvwvOOOO0wTZPD279/f1NN1D5fyidUka4J+XRGu2cKuuMfcIYwh9e2LB1fVylcmzoMESCBDIIlYTbEN25GIBXJUsVsCzYjVBzzS0l0iTyaqf1t9LjMzX/AWzqO+99tid8RybHeX/ENnPI9Z6JhuW18mr9OmMJPXM6ArTmPlkOeZCIvFm1lcyCB8zn5hWzCLGqivGyZWMdePP/7YHECVfzhV8hqruBc/7P/73/9u+klzYUzU9T/wwAMF9VbTZKxiLG2Pfnbcccc0Q7MtCZBADAGKVT4iJFBCAp988on5Bxf/WG27zTby5Vdfmd+XLl8u27ZqJa223TZ4f4cddpDly5bJjjvsELRDKHZb7UNDxD0YA69vs+22wf14X8fC72i3aNEiMyauRW+/LXv36BGM37Vz56D9x598Il9u2GDaadzo277Ql76H+PQfY4zz1Zdfmpjx2oYvvwzmgz+jX22LmDFW5y5d8vpGrcoRI0YEr+n8zDcv2fY6F/DTMez56xwwL2VhswIT34W1AiOdv3JBW3vdEDPWSn9Hex0LseEbJMxBx8HY1XgVK1a1rirmbNdbDWMQdYCTHlyFe6PEKg6C0gxGPUDLlYt6wJZ9YJUv69GVn1H9ppWTYWLVJ5UxZ8wLv+z56+FVemgVRCZqmUJCQ6riamyxijGx7k8//bTMmzfPrDvigzBW2Ys2rlhNuia4185s1WcJ9V2xnnbWbdjhVTy4qhq/CjFmEiCBcAIJxKqpkZqfTar9FdQxzL6RJzR999uZidlMT60dmOnCI3Mjt/j7ZxgXR1j82lvc/bZYzQjieAkdJhnjWPpmmD5jNdNLMJZTIzX7rslOnWq9FydwNRM1V2M1/8TwsNdV7PszYfOfCMRWkPFaRR/tKLGKH/Kizmru4Krm0rx5M2nWDL83N8KzMKM1c3gVLtRpxU6qjRs3FkWkZcuWJmFA66OGZayifmtGpG6WTZtyUhWvob6qfv9YVBC8iQRIoIAAxSofChIoIQH8Q/zJ6tWy+uOPpf+AATINh7mcc44sX7pUXpk/XzrsuKP0GzBA7r7rLnN6tp6ifed//7ec+x//Ic/NmWOy0HDIDK7BgwcbQaoXautgDGwFwa8Lzz9fhgwdKgcdeKD8/zffbPo/Gve8/baRfF9++aUsW7pUrh471tz39ltvyTGDBxu5i/fRB/48Y8YMGTlypDzwwANyODLPBg8Oxpw5Y4b58+pPPjESFdlmf5oxQ3rss4+p9XPP3XcHr6Ed5o3+ICwRD1igLWQjeNyWzXLTAa4dP97EpxcE5vxXXzWxYzzUVNTx8TvmM+Tkk/Pmj2y1ffbe2whOCFfcd9bZZ5s5Q5C+tWiR4YrrlVdekYMOOsj8GfNHnE/PmCE7dOhguGs7/TPWE2uGLeK/HDdOHp02zYylEhXv417E+/bbb5u+waUar2LFKuaaROwpk1KUAlD5aB+gdeGFF5ohNGMV7yGz03epjMV7vnjC+lXpastat398063fsJa6FICO72ZtQjjicC63fqwdW1Qb+wAvvQfb3dJceqDW+eefH2QIu2I16ZpgXBzSAFnru+xSDGmevTTzYVsSIAESqCwCRYrVsMNMnK3cwaFRrpgN2fIdefBTqFiNl5lhcYRm1DqLlGQeRYvVhCx9z01xYtU61KagDABGKXwmkmbZ1lushmbTJsxsrawPV140UWIV5QA+/fTTPHlqi1W3zqoeWIXfv/vuO/nrX/9qfjANwVnMhX5wYOyPfvQjI3Fx2ZmrWgZAxar+XQUs2n/ve9+r7TIAxYDlPSRQTwIUq/UEyNtJwCagYnX9hg1GWG5Yv156H3ywEX1Lli0z0k2FIdq89dZbcshBBwn+vGzJEtmxQwcjOCEWIUEhECEpVfbZYhXjQtC2at1arr/+enlt/nwjEJE5qfIV40LeQmYiMxTib9zVV8srr75qMl+RdQkROe3RR824v77mGmndqpVpD+GJ1yAd0SfugcDEn/GeilUVo+h//ssvmzksWbpUunXtasQqLohHzOfj1auNUD6gd+8AmytW8YYeTqPzRpyYB/rGBS72/FVmoi+MjQviDKIJ4yLDVGUq+D/33HPyk5/8xLSDXIW87n3ggUYsY164cN/Z//EfRopDVr30yiuyzz77mAxcCG/0DakK0YwLsrlL166m7/vuu68qPxjVKFbtA7QUOsSqbhuH5HO3p0OS24cv+cRqWL+6PT2sjiw+Y/369QvqzJZarGKOug3flotJhC+eVWzZdw9/Qp+YL74e2ZfKa/s1nY9bp1bbuJLTFqtp1kQzW8EZ/4Gwr+HDh5uvQ1regWK1Kr/cMGgSIIHUBIoRq/4DhszQ9RSrdvgF0jBNKQCHQ5gYTSoMk4jV0FIAkTVWk7P0LW1RYlXjGTlcpj4w1ZMFmqIUgBNUfcVquOiubbEKjBCrkKSatdqiRfMgY9UVqxCbn332mfl/4YcffmikatoSAO7zhDHwvVGnTp3M/0vat29vRK9bY1Xrq2oZAPyOuqoQq7xIgARKS4BitbQ82VsTJwDZ9s7bbxtZ2WGHHYzE+O//+R85ecgQWbpsmXkPmZSQkNtuu63JbIQMRJYnJGjnrl2NSMV2d7wGoYd/MDVrEzIUl8rZk04+WV595RU58KCDzD0YA2OiL4yBCzIFmbAqANEnxODzs2eb9yEoHn3sMTNGjx49gv50OzsySCEcIQ3RBnPYq0cPI2ZxQXqiT83axLzsGDV2ZHgOHjRIZsycmZfR6ROr4AjBC+HctUsXI3fxZ2SKInMWF+aI2NEWwlffB68ddtzRsNB2dmkD9Dd7zhwzF8wB88SccD/WCWPhAlvM25RAyK4VhLWyB0/0qxyR1YrsV/Rtlzaopo9ENYpV8FUJhz9j2zzEqmZPugcd2e1VTIZl0Pr6xf1a03PWrFkFW6k001UP1WoIsQpBOXDgQLMNzN4Sj2cSr9lb8fX5Q7YqfjgRlWmb9FlFJqmvlq7GZctbW6ymWZOog7bcg7ooVpOuHNuRAAlUN4FixGr4Pa7oixeS2QOUfFvS3axWX51N76n2Iq7gC42jvvd7ShrEHYSVL3OTs/Q9Z+nFanY8k6l6mLxwwSAZP8/N+PXEpJmk7jo5B2/VT6yKTEc84ik9EbJO1fTZi8pYxTywjR/f8+TKAaDGakauaikAZLbi/xkLFy40IhaXZpaWggVEqmbDQqyi/BH+z7LFFluYcTZvzpQC2LwZvzKlAPA7vk9EOQFeJEACpSVAsVpanuyNBEggJQG3xmrK29m8hASqVawCgW4xV7EKydizZ0+ZNGmSlxDk4AknnGCyN6NKE7j9ojOtKYtvZFHrFJnM+Ab7nnvuMRnLdjZr2hqr6F8P8Iqq56r9XnXVVQJpigvZsscdd5zJXLj88stNNkNYXPV5bDQ7Fqxx2BbGARPMGyU07Dq7tlhNuiaYz3777WeyzseMGVMQqpsVTLFan9XkvSRAAtVDoBixqjU6++Yd1GRv49damPFidb5kMj3nSv4J255MTu8BRrqt3ZKDYSUDvLVi63m/L0PXrrPqEYJulmwmSzOeZSnEqtZWDVhrGYI8YZplssckmX9Bz2DYwjjDSgZ0k0nzi6ux6hXFdqkEb03Y6vi0xYlVzAJZqHbWKsoBYHc/pOs///lPWblypXzxxReiW/IbcuYQrBC6bdq0kY4dO8puu+0WyFO7BiukK7NVG3Il2HdTJkCx2pRXn3MnARIgAYtAfcSqbsvW36PAQoyNHTtW7IOqfO0h8B566KGgZmrUfRCIo0aNMj+xh4xDvdWzzjqroAyAjgNpiRNZIV6T9mvPDePh78iYRlYsLojaM888Mzh8SmWnPVcdK4qPcnHn796DOcydO1cmT54cZM66cbVr104GDBhQEFd9H3yIXTwvWsMW42D+kKL21n1IT8hXlBVIuiannnqqkdS33XZbQRkAjRvCGyfjYrw0z1595837SYAESKB8BIoTqyJWnc5s8BmZms06nCdGlJq6o3GHV/USkbw6o9kOXYkWcTK8e/CTe8hRqODNDlX0/Z5asW6d2HxhrNm0YknpZCwvAifnijtUSpsbHp2nSO8xU0V8EjW7XjpGrt9w4Wv6dtaofhmr25suCw7xyo6hr1frAVZJxOo333xjykrpFvzPP18n//rXB7JixQrBe8XWUK3v1xfEg+3+nTt3ll122Vnatt3OZNMiHvzgfauttqrvELyfBEjAQ4BilY8FCZAACZCAIVAfsUqEJEACJEACJEACJEACJFDtBJKIVcxx3bp18v7778u7774rX331lclOraQLWazbbLONdO/eXfbYYw9TBoAXCZBAwxCgWG0YruyVBEiABKqOAMVq1S0ZAyYBEiABEiABEiABEighgaRiFUOirr2eO1HCEEraFc6TOPHEE0vaJzsrIYG/XSfNDr1arn2xTq76YQn7ZVeNSoBitVFxczASIAESqFwCFKuVuzaMjARIgARIgARIgARIoOEJpBGra9askSeeeMLUW63EC3VVjz/+eEHN+0q9Vv3fEOk07DEnvGtlXt1VcmilBl1sXP96UIbsukQuDea2Sh485VyRm6fJsH8rtlPeVwkEKFYrYRUYAwmQAAlUAAGK1QpYBIZAAiRAAiRAAiRAAiRQNgJpxCqCXL58ucycObNs8UYNPGjQIFNvtVKvF8c3kz7jTpLfrcgXi+b1N38nKx8eJh0rNfiSxLVKVv2ro3SkVC0JzXJ2QrFaTvocmwRIgAQqiADFagUtBkMhARIgARIgARIgARJodAJpxSoC/Oc//ynPPvtso8caNeARRxwhu+22W0XFZAeTyVSVAqlq2mB7/M3dMmI1u1Xevje3bf5Fua7ZLBn4okif7Hb6gX9uJrN+PE/k0D5y9TXzpG6syHXN+sjVVgdR99vb8d1s2tx9yDTtJD9/xOp0qIpg9z0r+9bOWDV//rnYubonPbhSpv0so5Ihl4N54IWg/4pd0iYdGMVqk15+Tp4ESIAESIAESIAESIAESIAESIAESAAEihGruA+Zq5Cr5S4LgO3/kKqVnKkKXkZaPj4kOis1Kx8PsOuPGtH6WlbIQqyqQM0UDshkwdoyc5Ws+reOuczXvO34hfcHnwLTbpoM0Wxaa9xuk92M2qxM3XeerNxjQt688rJvg7EHyqxmfeQ1S6SKM9f8eeT6rxtbcwUSauILD8VqTSwjJ0ECJEACJEACJEACJEACJEACJEACJFAfAsWKVYyJmqtz5swp24FWOKiqf//+FV1TVdcmuVi15CZuzhOeEKMTpJtVSgBCcsIeuczP4FnIy3zV8gOF9+eenfD3jPQUZMPmJGfw2o9n5bJt3QcxT6zmxy2SkbySlcjuPAyv9y7NG7M+zznvLS0BitXS8mRvJEACJEACJEACJEACJEACJEACJEACVUigPmJVp/viiy/K3//+90ad/Q9+8AM59NDqyWaMFKtGgorMW9FNJjjb5TNQw8WoV0jicCxTFgB8bGEaJVYxjrOtP9tHJpvUs7w6hrPNPyghQLHaqJ+JxhyMYrUxaXMsEiABEiABEiABEiABEiABEiABEiCBiiRQCrGKiX344Yfy6quvyqpVqxp0nh07dpQDDzxQdt555wYdp9Sdx9ZYDcSqk7GaF0h8xmpBBmtMxmv4PDOSdckldYI6rm7Gauh9BXVVl8ildSgFwIzVUj9T5eyPYrWc9Dk2CZAACZAACZAACZAACZAACZAACZBARRAolVjVyeBgq7feeqvkghVCdZ999qnoA6riFjST+anZp7nWQX3RbMaqWLVI8zNdk4nVPm/qwVJagzW+FEBG/B4g8+quEpMHbNVANWLVruMabONfKd1u7iQ/3zdXJiCvn5Q1Vu2SBiwFEPc0lfd9itXy8ufoJEACJEACJEACJEACJEACJEACJEACFUCg1GJVp7R69Wp5//33ZenSpbJ+/fqiZtq6dWvp2rWr7L777tKhQ4ei+qi0mzLi8TEnLEu25tVGFZGhOUmav60/00VhjdX87fzXvpiVn4J+usl9BZmjruDN/f2kQPA6JQJEJNjun5WsVwe3WXMpyF79udgzz/VfOA+K1Up7cvPjoVit7PVhdCRAAiRAAiRAAiRAAiRAAiRAAiRAAo1AoKHEqh06Drn66KOPzGFXa9euNaJ148aN8t1335lmW2yxhbRs2VIgUtu1a2cOo9ppp52q4lCqRlgiDkECFUeAYrXiloQBkQAJkAAJkAAJkAAJkAAJkAAJkAAJNDaBxhCrjT0njkcCJNCwBChWG5YveycBEiABEiABEiABEiABEiABEiABEqgCAhSrVbBIDJEEKowAxWqFLQjDIQESIAESIAESIAESIAESIAESIAESaHwCFKuNz5wjkkC1E6BYrfYVZPwkQAIkQAIkQAIkQAIkQAIkQAIkQAL1JkCxWm+E7IAEmhwBitUmt+ScMAmQAAmQAAmQAAmQAAmQAAmQAAmQgEuAYpXPBAmQQFoCFKtpibE9CZAACZAACZAACZAACZAACZAACZBAzRGgWK25JeWESKDBCVCsNjhiDkACJEACJEACJEACJEACJEACJEACJFDpBChWK32FGB8JVB4BitXKWxNGRAIkQAIkQAIkQAIkQAIkQAIkQAIk0MgEKFYbGTiHI4EaIECxWgOLyCmQAAmQAAmQAAmQAAmQAAmQAAmQAAnUjwDFav348W4SaIoEKFab4qpzziRAAiRAAiRAAiRAAiRAAiRAAiRAAnkEKFb5QJAACaQlQLGalhjbkwAJkAAJkAAJkAAJkAAJkAAJkAAJ1BwBitWaW1JOiAQanADFaoMj5gAkQAIkQAIkQAIkQAIkQAIkQAIkQAKVToBitdJXiPGRQOURaLbhqZ/VVV5YjIgESIAESIAESIAESKCqCDQTkeC7Svwl4op5O//O+MbN4puISKJGuaFDm2OSzdOGmGmfx6hEqxvEGT0/MEr+Tb8zv7BQkyJN2i7pQ4OJJO3T285/c7LnyA0yaSAx6226SdBXgiamnxSMUs276GcYN4YEn2hOyfCk/lSlmnzcGiadSLafSJZWX0m7TfGsJ+WU32WJvq4nfdZjg9SHvFmij05sd84X6HRfMxN+XUi6lkF3qW/wTNPzb1Y8jMIWJfuslGJOCb9eFjPPou7Bv5nJ/4X1D1FJXGotlhT/IBa1/iLN1l1f7yegyKF5GwmQAAmQAAmQAAmQQM0QSPN9eJq2CQCl+v9e0rGTtkvz/7s0fSaYt2mSsM9mSf/fl7Qdxk7UtlmBh046tfx21kSTeoLQdh5xXCdiGMVdBX0mXIC4fs1DnKCvBE2CfhK1FYn+/DidJOzTY2XCH5ikfQbtYh68pP2BeOIPRtwCorMWCRpZTULjdB6ypPMpaId+QmJK2GfZxWpsnNnPTWy7JEvjzDbR17ewxzokoKR9BuGWZGKFPwxMgsNt07yCYknzj1/kXEs1J3zOakmslmI+ib9JiHkak/zDHPdAJ/2mIa6f8PebfT6h3k9A8aPzThIgARIgARIgARIggeonkEY2Jf7+VhtG/8enrk6keez33dm+ko4d2c6RFfXqM+nNIY9IcHt0P8kYZf9f2DxCxthhJAq9TqSueQnEqjNYorF1Pi47//zSMdI+kwYS8xEPBo/5T36i4dI969HzLpJ7wXRDPsuJ5pPtLOGzbv5nG/v1INNnXV2dNI//4pHs67MBmUKsxn6NyU4i6Xy87UI+ywn7zG8Wc1PCPjPrk6BxgiYZkdVcpK4UP7xxZpvo35WorzH+H94kfTazT2jyhznyKU34NT2qj8RfIOM+LiWIJUjHr68UTfSQxU0o+xCk+Ox7eyxlLAm/AIbOrBRrZL7CluD5LUUfpYol+lFoVncLxWqCTwubkAAJkAAJkAAJkAAJRBFI83+cNG2TUE/TX9KMocj/m1hvpvm+3xtnmuA9MILbY/pJOoxplzBbJVGfzUWaAVJ9ryLLLxSsd8R/Got6NhJBUJMnsjmEhUkbTfAf4tjhrAcytm12TSLbOW8m7bNgubOZhe7rafpL+qwnXUfEUqosPIM94ecm9v/5zgSSMvK2i8hYrdskIptTfDBL9DUmlViN+9qRfa6SMoqcbZHPunfskIcwdZwJvibErmCJRFmqrSFRQZViTmk+5HGxxD1jsYDDM8OT3Bq0Sf1whPRein7qs0abRTZvSPKPS0I6pZiP+WJfgqzi8JCb9Tp/91I8SQmhsBkJkAAJkAAJkAAJkAAJJCVQqm+ok45ntWu0oRtnoMSjJG2I/0EkbVsE/sJbSjWYP/BU0ykmFJQa2KqFbNWhldSFydXGBZpDXMx8SrKmxXZSuoBL5opSPUDFzruY+8JYbZJvtt5VNm/RPqVcTR6Djvz55ubmyf6urpls2IQ/J9cPm6W5fC1bNtInI3lcySkU27J0z3gmgkqaW7FMeF+lE6ir2yxbNG8lLXY4z5KrlR51/eLbdovmsjV+fixj9uWnrH4seTcJkAAJkAAJkAAJkAAJkEDVECjDf38w5NZbyJa7tpG6TWUYv2rWpooDrchl9QfVrG6TfNvq+yJbdhARZK5W6lWRUCsVFuMigTIT2CwtmrWSVh2vkLrN68scS+MMjyoZ5udqW5z1A361ahzmHIUESIAESIAESIAESIAESKAJEjD1PLfeQrbepU14OYAmyIVTLhOBuu/k6232kE1b7ijNUpUDKFO8HJYESKDiCdTVbZItm28rrXa6rMmIVV0UitWKfzwZIAmQAAmQAAmQAAmQAAmQQDUToFit5tWrwdgpVmtwUTklEigvAYrV8vLn6CRAAiRAAiRAAiRAAiRAAiRQswQoVmt2aatzYhSr1blujJoEKpgAxWoFLw5DIwESIAESIAESIAESIAESIIFqJkCxWs2rV4OxU6zW4KJySiRQXgIUq+Xlz9FJgARIgARIgARIgARIgARIoGYJUKzW7NJW58QoVqtz3Rg1CVQwAYrVCl4chkYCJEACJEACJEACJEACJEAC1UyAYrWaV68GY6dYrcFF5ZRIoLwEKFbLy5+jkwAJkAAJkAAJkAAJkAAJkEDNEqBYrdmlrc6JUaxW57oxahKoYAIUqxW8OAyNBEiABEiABEiABEiABEiABKqZAMVqNa9eDcZOsVqDi8opkUB5CVCslpc/RycBEiABEiABEiABEiABEiCBmiVAsVqzS1udE6NYrc51Y9QkUMEEKFYreHEYGgmQAAmQAAmQAAmQAAmQAAlUMwGK1WpevRqMnWK1BheVUyKB8hKgWC0vf45OAiRAAiRAAiRAAiRAAiRAAjVLgGK1Zpe2OidGsVqd68aoSaCCCVCsVvDiMDQSIAESIAESIAESIAESIAESqGYCFKvVvHo1GDvFag0uKqdEAuUlQLFaXv4cnQRIgARIgARIgARIgARIgARqlgDFas0ubXVOjGK1OteNUZNABROgWK3gxWFoJEACJEACJEACJEACJEACJFDNBChWq3n1ajB2itUaXFROiQTKS6BJi9VPP/20rrz4OToJkAAJkAAJkAAJkAAJkAAJkAAJkAAJkAAJkAAJVBeBZhSr1bVgjJYESIAESIAESIAESIAESIAESIAESIAESIAESKD8BChWy78GjIAESIAESIAESIAESIAESIAESIAESIAESIAESKDKCFCsVtmCMVwSIAESIAESIAESIAESIAESIAESIAESIAESIIHyE6BYLf8aMAISIAESIAESIAESIAESIAESIAESIAESIAESIIEqI0CxWmULxnBJgARIgARIgARIgARIgARIgARIgARIgARIgATKT4BitfxrwAhIgARIgARIgARIgARIgARIgAQEhjnNAAAgAElEQVRIgARIgARIgASqjADFapUtGMMlARIgARIgARIgARIgARIgARIgARIgARIgARIoPwGK1fKvASMgARIgARIgARIgARIgARIgARIgARIgARIgARKoMgIUq1W2YAyXBEiABEiABEiABEiABEiABEiABEiABEiABEig/ATqLVa/2fyVbKj7VL7e/KXUyebyz4gRkAAJkAAJkAAJkAAJkAAJkAAJkAAJkAAJkAAJkICHQDNpLls331ZaNfuebNV8m3oxqpdYhVT9bNMKeWrBArnuj5Nk/cYN9QqGN5MACZAACZAACZAACZAACZAACZAACZAACZAACZBAQxHYbpvWcsUx/y7H9uol7VvsWi+5WrRYraurk7WbP5DHXpsnV077bUPNlf2SAAmQAAmQAAmQAAmQAAmQAAmQAAmQAAmQAAmQQEkJXD/kPDnpgD7Srvku0qxZs6L6Llqsbt68WT7e9J4cet0FzFQtCj1vIgESIAESIAESIAESIAESIAESIAESIAESIAESKAcBZK6+8ItbZccWe0jz5s2LCqFosbpp0yb5ePM/pOfYs4oamDeRAAmQAAmQAAmQAAmQAAmQAAmQAAmQAAmQAAmQQLkILBx/j+zY/PvSokWLokKgWC0KG28iARIgARIgARIgARIgARIgARIgARIgARIgARKoZgIUq9W8eoydBEiABEiABEiABEiABEiABEiABEiABEiABEigLAQoVsuCnYOSAAmQAAmQAAmQAAmQAAmQAAmQAAmQAAmQAAlUMwGK1WpePcZOAiRAAiRAAiRAAiRAAiRAAiRAAiRAAiRAAiRQFgI1KlZ3kYtPP0s23v9L+e+yYOWgJEACJEACJEACJEACJEACJEACJEACJEACJEACtUygBsXqLnLxJY/ITbu+LZddPEZuqeXV49xIgARIgARIgARIgARIgARIgARIgARIgARIgATKQqDGxGpWqu7ZRmTDSxSrZXmkOCgJkAAJkAAJkAAJkAAJkAAJkAAJkAAJkAAJ1D6BGhKrllTFulGs1v7TyxmSAAmQAAmQAAmQAAmQAAmQAAmQAAmQAAmQQJkI1IhYdaRqRYjV0+WZWy6VH7WKWtl/yuT/7wQ5qwyLf8+v35RR8phs+ctf+kc/cqJ8PLSHvP5IHznqL7+WN//nJJF5+8q+94vE3isiF18yr57lGPLHzAVZ2VxFMnHvJSLvZHmVYXljhgxjmzBS82wcIu3CmvOHGglBshkJkAAJkAAJkAAJkAAJkAAJkAAJkEA1E6gBseqRqtaKbPz6a5FvP5Glq/4pf33jfrn5mZdkaTlWLCujVlWIbIuVoxUrVp3FqzCucvp0+baPlE2YJ3u0SyNW6/0sVwWrZETZigRIgARIgARIgARIgARIgARIgARIoOkRqHKxGi1Vfcu5cc1L8t8PjZHLFjbyYleYAIwVq3l40ou4hstYpVht5Ce3cLhSPcsUq2VfSgZAAiRAAiRAAiRAAiRAAiRAAiRAAiRQPIEqFqvppWqA6dsP5PFHzpBTZn9QPLm0d0bIKJWck+UkGdXxC/mr2X7v2fIebLHObTfPC8Pegu3Zrr323Qmy4833m1syY74kf217SK5cQcH9CUsBuGOtekwuW/fjXCmAmFiCeDrqbMDgz9JpaK78QCjuUK4qgx8T6XOS7KVzi4lFhfDkFT1kFA5BM5dVssHIwN2scHS9suUPgntypQBMn9bref1pZvC8t2X/PodIu1XZ8gyeOHOlBZy5ZaOx17dwzFycWq5ASzuIRD1rHvKJxKr2mWNnnrmOmb8vymMSzjCW1fO7ZEpWKL9suHllGBI8f2k/zmxPAiRAAiRAAiRAAiRAAiRAAiRAAiRAAlUsVkWk56/lzbNOkr22LGIhv35Drr92uIxbXcS9xdwSJ1Y75tfkLMwozci0jpYcDcLI9i3Be54MUyMEd8xK26xYzRszK2vzxF4CsVowtkhmO/xu2QPEPpDRVn1WE7M3FrvebE70xdYpjRGre9lSNFv/NCcUC2NRIVkgodu+JJf9UeQXQw8Rewt8pv3Hua3/ThZm5n0JuAcSU16Syy4eI7eo9PNI8dx6qrTVflSsW8wsDpO2d8fU+zXOuJq5Ec8a1i+RWM21M7LYCNB8dm7ZhPqwamfzy3u+4j8LxXyceQ8JkAAJkAAJkAAJkAAJkAAJkAAJkAAJVLdYxfrVQ66u+vsvZdc7HmucpyBOrELcQbRFROPfvu8I0dD7PTLNGTOv/6Q1VvPa6eBZMarysCCmOLGXk7P1FateEZ0XT34sBaLUPojLiFWVzdlOzPx3lMf1EDKvWLXEq3uwl++5CH0tX3Tnzy03DyNWd307/3nKiyu+tENkqYjIw6vszFgni1elffCY5NejjWRvSei82q6xrHwfiPj5N84XBY5CAiRAAiRAAiRAAiRAAiRAAiRAAiRQzQSqX6yGydUNb8gtv/+jbNyjl3Rttb3sv1sP2au9bu3OLlljnl4eJ1YluwXcI/1wwnxwOXLK3l59lvskFmxbz2XF+sRZ6cRqNiPWFrcpY0mbFVl4kFKEPIuIxVcbNu+1PKmoGaOny8VH3i+3/EWFcO7wqsIt+c6z5xPToeJSpaVvbjFiNUImZ97ylJdwRaj2kTRj1bTX7ON84Zp5yydWnc8o2uWVcfCJ7QSvRax5NX8BZ+wkQAIkQAIkQAIkQAIkQAIkQAIkQALlI1AbYhX83MxVjzTtetClcs+Q0+RH7bfOEv9A/m/s0TKyMcoBpBKrOclVWBc1J2ALt05npxVIpPC6mg0tVgMZuWBHucnUJE0XS2Ed0JAPSWyN1X1l30xZ2VyJgohYYsVqXhieLfkJMlbzuogQq4WyWO8spVhN9qwVxuxs6w/9Gqb9JxWr+dm9yVhFiNVdtCZuVI3Z8n0B5sgkQAIkQAIkQAIkQAIkQAIkQAIkQALVS6B2xKorV8OyUTv8TJ645BcyuD1u8MiehlrLNGI1pG1hRqlfbvm2VLui0vTVYKUAchmrT63oIcfaNUgN3wSlAJJmRaYQq0m4RIlVMxd3i71btzWBWA3PDM4+fL45xW7lL7IUwAcoZVD4HCUpBRAufnMfIn3O/vr5IfIjt9xFyViFi9UZPZ0auJ7nr6E+8uyXBEiABEiABEiABEiABEiABEiABEigtgnUlli15eq3ETVL+9wlK07vJx3lA3n81qPllEWNsMhFiNXCw4vaiJjt2WIOstorZKt26CFArZxSAI1weFVGrHoObyqIpWEOr7IPqkrCJVas5s3FUws2ZHt7UCvWfQ6iSgEE65vdTv+5ZisnyFh14syXytb9WbEa/qz9svDDkVR6ZzOnzdw944SVAkjPKk6sRj9/jfDp5xAkQAIkQAIkQAIkQAIkQAIkQAIkQAI1SKD2xKrK1WG7yKQrwg6Dyoqqlovklv84RS5rjIVNI1YRj1Nn05QEWHOSfItt9d98K7LVlp6oc3Iyv7ZnJjN3ab83ZVRWpr6425ty4rqXZNWeh0hQw7XgZPr8w5JUUhZkM7o1QTe8JJNX9JBR2exOuQRZg1o7szAWbNXP1IrNTemdeY+J9DlJbDHqXaYUGau4P46L7+AnW7bu7cSJPu1yDa4sLBwzJ7fNfLyHfxWuf0aoq+SMFqvgWVjbNWIrfNSz5pP3kYdXaU3UD2S0I/8LxXZhmQA37rzDy0IldHSN1bg1D0pFNMbXAY5BAiRAAiRAAiRAAiRAAiRAAiRAAiRQMwRqU6xieTrsIl1XfyBLvUuVywD8/i9/GdKmZtaYEyEBEiABEiABEiABEiABEiABEiABEiABEiABEigxgdoVq5GgMmK1/UtHy0EPfVBipOyOBEiABEiABEiABEiABEiABEiABEiABEiABEig1gk0TbHa4Ub5x5Xby10Xh5UKqPVl5/xIgARIgARIgARIgARIgARIgARIgARIgARIgATqQ6BJitWupz8sj2y4WA56hNmq9Xl4eC8JkAAJkAAJkAAJkAAJkAAJkAAJkAAJkAAJNFUCTVCsHiJXHr+X/N8T97O2alN96jlvEiABEiABEiABEiABEiABEiABEiABEiABEqgngaYnViMPtaonTd5OAiRAAiRAAiRAAiRAAiRAAiRAAiRAAiRAAiTQJAg0PbHaJJaVkyQBEiABEiABEiABEiABEiABEiABEiABEiABEmhIAhSrDUmXfZMACZAACZAACZAACZAACZAACZAACZAACZAACdQkAYrVmlxWTooESIAESIAESIAESIAESIAESIAESIAESIAESKAhCVCsNiRd9k0CJEACJEACJEACJEACJEACJEACJEACJEACJFCTBChWa3JZOSkSIAESIAESIAESIAESIAESIAESIAESIAESIIGGJECx2pB02TcJkAAJkAAJkAAJkAAJkAAJkAAJkAAJkAAJkEBNEqBYrcll5aRIgARIgARIgARIgARIgARIgARIgARIgARIgAQakkDZxWpDTo59kwAJkAAJkAAJkAAJkAAJkAAJkAAJkAAJkAAJkEBDEdix+felRYsWRXXf7NNPP60r5s5NmzbJx5v/IXt3OLSY23kPCZAACZAACZAACZAACZAACZAACZAACZAACZAACZSNwKLVLwrFatnwc2ASIAESIAESIAESIAESIAESIAESIAESIAESIIFqJECxWo2rxphJgARIgARIgARIgARIgARIgARIgARIgARIgATKSoBitaz4OTgJkAAJkAAJkAAJkAAJkAAJkAAJkAAJkAAJkEA1EqBYrcZVY8wkQAIkQAIkQAIkQAIkQAIkQAIkQAIkQAIkQAJlJUCxWlb8HJwESIAESIAESIAESIAESIAESIAESIAESIAESKAaCVCsVuOqMWYSIAESIAESIAESIAESIAESIAESIAESIAESIIGyEqBYLSt+Dk4CJEACJEACJEACJEACJEACJEACJEACJEACJFCNBChWq3HVGDMJkAAJkAAJkAAJkAAJkAAJkAAJkAAJkAAJkEBZCVCslhU/BycBEiABEiABEiABEiABEiABEiABEiABEiABEqhGAhSr1bhqjJkESIAESIAESIAESIAESIAESIAESIAESIAESKCsBChWy4qfg5MACZAACZAACZAACZAACZAACZAACZAACZAACVQjAYrValw1xkwCJEACJEACJEACJEACJEACJEACJEACJEACJFBWAhSrZcXPwUmABEiABEiABEiABEiABEiABEiABEiABEiABKqRAMVqNa4aYyYBEiABEiABEiABEiABEiABEiABEiABEiABEigrAYrVsuLn4CRAAiRAAiRAAiRAAiRAAiRAAiRAAiRAAiRAAtVIgGK1GleNMZMACZAACZAACZAACZAACZAACZAACZAACZAACZSVAMVqWfFzcBIgARIgARIgARIgARIgARIgARIgARIgARIggWokQLFajavGmEmABEiABEiABEiABEiABEiABEiABEiABEiABMpKgGK1rPg5OAmQAAmQAAmQAAmQAAmQAAmQAAmQAAmQAAmQQDUSoFitxlVjzCRAAiRAAiRAAiRAAiRAAiRAAiRAAiRAAiRAAmUlQLFaVvwcnARIgARIgARIgARIgARIgARIgARIgARIgARIoBoJUKxW46oxZhIgARIgARIgARIgARIgARIgARIgARIgARIggbISqG6xunq6XHjMeJkbgnD4xPlyUa9i+S6UW3uPlqkiUr9+ih2f95EACZAACZAACZAACZAACZAACZAACZAACZAACVQqgSoWqznxKSMnyfwLegaM1zxxoQy6Brq1r4z9021yQodi8FOsFkON95AACZAACZAACZAACZAACZAACZAACZAACZBAUyBQE2K1IKM0yGSlWG0KDzHnSAIkQAIkQAIkQAIkQAIkQAIkQAIkQAIkQAKNTaCKxeoamX7BIBk/T8TNWHUhLry9t4x+oBBt33Ez5bbjt8+8seBW6T0GG/+z18jhMvyBqZlSAJcPl6k3Wu9pmz5jZebtJ8j2Ep4929gLyvFIgARIgARIgARIgARIgARIgARIgARIgARIgAQankAVi9UsHFeIOjVRvWUBrHtMtuvOuVqtKlttGbuLiHyAwgKBiKVIbfhHkyOQAAmQAAmQAAmQAAmQAAmQAAmQAAmQAAmQQOUSqH6x6rDNy07tM1YeOnKWnIZ6q0F2KW5w6qcGYtUuHZBrkxGr+WUFgnGc+q6Vu9SMjARIgARIgARIgARIgARIgARIgARIgARIgARIoFQEak6sZsDkpOiQUX1l2mQcZOW/8jNWo8RqSAcUq6V6FtkPCfw/9u4FfKuqwPf4j3sCXtCAFLW/klmKos1IBzLT6ZinklEbpYDKGPMyJy+lPk8JjZUp1vNopdiZtByyAiazzNFq1KaLGZQ1GYqmKfrXRAIEvADG9X+efV97v3u/1/2++/blec5zJv/7stZnrb3e/f7etddGAAEEEEAAAQQQQAABBBBAAAEEECiMQHGDVe9x/tBMVM89JliN3c7dPvZlV/VnrBamhSkoAggggAACCCCAAAIIIIAAAggggAACCKQuUPxgNfKIvi3kB6VSMGPVmI3qr7H6Qf377z+uI43tvXVUg7VZpXprrNozXo9KvV04IAIIIIAAAggggAACCCCAAAIIIIAAAgjkWKC4waokM/yMM457EVWwnRuqev8h+hKsaR/UB/UdfWep9MFPflDf+eJ3ak4RhKq8zCrHfZyiIYAAAggggAACCCCAAAIIIIAAAgggkLpAoYPV1DU4IAIIIIAAAggggAACCCCAAAIIIIAAAggg0IQAwWoTSGyCAAIIIIAAAggggAACCCCAAAIIIIAAAgiYAgSr9AcEEEAAAQQQQAABBBBAAAEEEEAAAQQQQKBFAYLVFsHYHAEEEEAAAQQQQAABBBBAAAEEEEAAAQQQIFilDyCAAAIIIIAAAggggAACCCCAAAIIIIAAAi0KEKy2CMbmCCCAAAIIIIAAAggggAACCCCAAAIIIIAAwSp9AAEEEEAAAQQQQAABBBBAAAEEEEAAAQQQaFGAYLVFMDZHAAEEEEAAAQQQQAABBBBAAAEEEEAAAQQIVukDCCCAAAIIIIAAAggggAACCCCAAAIIIIBAiwIEqy2CsTkCCCCAAAIIIIAAAggggAACCCCAAAIIIFD4YHXLli1avXq1Xn75Ze3atYsWLYnA4MGDtccee2jffffVyJEjS1IrqoEAAggggAACCCCAAAIIIIAAAgggUBaBQgerVqj6+OOPa/z48Xb4ZoVx/CuHgBWSW+27Zs0aHXrooYSr5WhWaoEAAggggAACCCCAAAIIIIAAAgiURqDQwerKlSu12267acyYMRoyZIgGDRpUmoapekUGBga0c+dObdy4Ua+++qomTpxYdRLqjwACCCCAAAIIIIAAAggggAACCCCQI4FCB6sPPvigPZtxxIgR/mxVwtUc9a42i2KFqtY/a9bq1q1b7VnJRx99dJtHYzcEEEAAAQQQQAABBBBAAAEEEEAAAQTSFyh0sPo///M/OuKIIzRs2DBmq6bfNzI/ohWwbt++XQ8//LD+7u/+LvPyUAAEEEAAAQQQQAABBBBAAAEEEEAAAQQ8gcIHq5MnT9bQoUNp0ZIKWMHqQw89RLBa0valWggggAACCCCAAAIIIIAAAggggEBRBQhWi9pyFSn3jh07tHz5coLVirQ31UQAAQQQQAABBBBAAAEEEEAAAQSKIkCwWpSWqmg5CVYr2vBUGwEEEEAAAQQQQAABBBBAAAEEEMi5AMFqzhuo6sUjWK16D6D+CCCAAAIIIIAAAggggAACCCCAQD4FCFbz2S6UyhUgWKUrIIAAAggggAACCCCAAAIIIIAAAgjkUYBgNY+tQpl8AYJVOgMCCCCAAAIIIIAAAggggAACCCCAQB4FCFbz2CqUiWCVPoAAAggggAACCCCAAAIIIIAAAgggkGuBygerN8+Yobtjm+gkXX7rWZqU6+Zrs3Dr7tanP/acPmDVz/y/2zxcN3djxmo3dTk2AggggAACCCCAAAIIIIAAAggggEC7AgSrM2ZIn75VZx1pEq7V3fPO1806SzdcdZLGtaubo/3W/uTTOn/VB3TrRydJBKs5ahmKggACCCCAAAIIIIAAAggggAACCCBQRAGC1dhgVbKDyPvfXppgNdQ5Mw5Wr7rqKi1fvjxUpMmTJ2vevHk11xAzVos4rFBmBBBAAAEEEEAAAQQQQAABBBBAoPwCBKuxweoK3TzjCj095wZd+W5nvqodtC78c6hHnOTPdLW2/w/t/+m361dX3ixZ+/39g87j9p+Wrrjybtnb6mbNuDK88MAbjXOs+MYM/ceEy/X2+6/QzU84pwrOIXem6c1ySnGSLreO/d39nfDXDkt/pbd/9UqdNNbZ1zreFbrcnqXa3IxVd6aue263BKkviWCFqla4av6zQlUrXI3+I1gt/yBEDRFAAAEEEEAAAQQQQAABBBBAAIEiChCsJq2xekh4GYC169Zq3FhjUYDQ2qROEHu3uY/995v153c5wab1r+YYcgNZNwy1g9B73qizvHD0ISuIfdr93+45/ONFzplSsLp23TiNc4NZu8zmEgIp9nBz1mrSbFXrdASrKaJzKAQQQAABBBBAAAEEEEAAAQQQQACB1AQIVustBbDwoMhsTTfM9Pm9ENT576G1WmOCTme32lmh3qxUc4apvWnoGLXnCC1XkEqw6lbMDnSNmbWRkDmN3mfOWk2arUqwmoY0x0AAAQQQQAABBBBAAAEEEEAAAQQQ6IYAwWpCsCp7NqkXlnqB6klB0Nog9AyHomagasxIDZ0j/Oh+JsGqF6ias2y7uNastxxA3NqqXmdnxmo3LnuOiQACCCCAAAIIIIAAAggggAACCCDQqQDBajPB6r6165c2mk1aG6zGzGrNWbA6LiZE7eZLvLwXWMWtrUqw2umlzf4IIIAAAggggAACCCCAAAIIIIAAAt0UIFhNClbd2Zv2Y/p2sOq+lMp+mZX3OH8rSwFE10h1Z6jeE7ygqpmlAO6uu8bqzTrIe6FWZI3XZl5eZQerCxWs8eodowtLATTbqZmx2qwU2yGAAAIIIIAAAggggAACCCCAAAII9FKAYDXp5VWS3jjnBl1pB6mSQuuOWoHqhdJXztfNT1jLA7xVv21mjVUvqHRb2Apt3/pA8MKqCXfM0BUKXnZVM+s1tP8bddK7pLuffrtuuOok2aU0y3jIWbr82F/pilUfsF+e1Uywar1iy3mBlltAK1D9uHR95CVcveygBKu91OZcCCCAAAIIIIAAAggggAACCCCAAALNClQ+WG0WKo/bdfMx/bzUl2A1Ly1BORBAAAEEEEAAAQQQQAABBBBAAAEETAGC1QL3B4LVAjceRUcAAQQQQAABBBBAAAEEEEAAAQQQKLQAwWqBm49gtcCNR9ERQAABBBBAAAEEEEAAAQQQQAABBAotQLBa6OYrf+FZCqD8bUwNEUAAAQQQQAABBBBAAAEEEEAAgSIKEKwWsdUqVGaC1Qo1NlVFAAEEEEAAAQQQQAABBBBAAAEECiRAsFqgxqpiUQlWq9jq1BkBBBBAAAEEEEAAAQQQQAABBBDIvwDBav7bqNIlJFitdPNTeQQQQAABBBBAAAEEEEAAAQQQQCC3AgSruW0aCmYJEKzSDxBAAAEEEEAAAQQQQAABBBBAAAEE8ihQ6GD1wQcf1OGHH67hw4fn0ZYypSCwbds2PfLIIzr66KNTOBqHQAABBBBAAAEEEEAAAQQQQAABBBBAIB2BQgerK1eu1OjRozVu3DgNGjQoHRGOkhuBgYEBrV27Vps2bdLEiRNzUy4KggACCCCAAAIIIIAAAggggAACCCCAQKGD1S1btujxxx/XhAkTtM8++2jw4MEErCXo01agumvXLq1fv16rVq3SoYceqpEjR5agZlQBAQQQQAABBBBAAAEEEEAAAQQQQKAsAoUOVq1GsMLV1atX6+WXX7bDOP6VQ8AKyffYYw/tu+++hKrlaFJqgQACCCCAAAIIIIAAAggggAACCJRKoPDBaqlag8oggAACCCCAAAIIIIAAAggggAACCCCAQCEECFYL0UwUEgEEEEAAAQQQQAABBBBAAAEEEEAAAQTyJECwmqfWoCwIIIAAAggggAACCCCAAAIIIIAAAgggUAgBgtVCNBOFRAABBBBAAAEEEEAAAQQQQAABBBBAAIE8CRCs5qk1KAsCCCCAAAIIIIAAAggggAACCCCAAAIIFEKAYLUQzUQhEUAAAQQQQAABBBBAAAEEEEAAAQQQQCBPAgSreWoNyoIAAggggAACCCCAAAIIIIAAAggggAAChRAgWC1EM1FIBBBAAAEEEEAAAQQQQAABBBBAAAEEEMiTAMFqnlqDsiCAAAIIIIAAAggggAACCCCAAAIIIIBAIQQIVgvRTBQSAQQQQAABBBBAAAEEEEAAAQQQQAABBPIkQLCap9agLAgggAACCCCAAAIIIIAAAggggAACCCBQCAGC1UI0E4VEAAEEEEAAAQQQQAABBBBAAAEEEEAAgTwJEKzmqTUoCwIIIIAAAggggAACCCCAAAIIIIAAAggUQoBgtRDNRCERQAABBBBAAAEEEEAAAQQQQAABBBBAIE8CBKt5ag3KggACCCCAAAIIIIAAAggggAACCCCAAAKFECh8sPq3HZu15pV+vbrjFQ0MDBQCvWyFHDRokHYburvG796n1wwdFare1q1btXHjRr366qu0T9kaPlIfux/stpvGjBmjESNGhP7KdZpN49e7NrMpEWdFAAEEEEAAAQQQQAABBBBAoDwChQ5WrbDm6Q0PadjQURo6ZLikQeVpmULVZEA7dm7T9h2bddDeR/rhqhWqPv/889prr700atQoWSEP/8orYP2wsXnzZr344ovab7/9/HDVuk77NzysoUNHcp32vPmda3PHji3q2/uImh8+el4cTogAApbIO0cAACAASURBVAgggAACCCCAAAIIIIBAiQQKHaw+s/ERbR/YqaFDwrPjStQ+harKjp1bNWzQEL1+zOF2uf/617/a4dro0aMLVQ8K25nApk2bZIXqr3vd6+wDcZ125pnG3tFrM41jcgwEEEAAAQQQQAABBBBAAAEEqi5Q6GD1sXW/0WuG78VM1dz04gH9bduLetPY/2WX6Omnn9aECROYqZqb9ulNQayZq6tWrdJBBx1kn5DrtDfu9c8SvjbzUCLKgAACCCCAAAIIIIAAAggggEDRBQodrFqF323E3kVvg1KV/9WtG/TmcVPtOj311FM64IADSlU/KtOcwF/+8hcdfPDB9sZcp82ZdXsr89rs9rk4PgIIIIAAAggggAACCCCAAAJVECBYrUIr97COBKs9xM7xqQhW89c4BKv5axNKhAACCCCAAAIIIIAAAgggUGwBgtVit1/uSk+wmrsmyaRABKuZsNc9KcFq/tqEEiGAAAIIIIAAAggggAACCBRbgGC12O2Xu9ITrOauSTIpEMFqJuwEq/ljp0QIIIAAAggggAACCCCAAAIlFiBYLXHjZlE1gtUs1PN3ToLV/LUJM1bz1yaUCAEEEEAAAQQQQAABBBBAoNgCBKvFbr/clZ5gNXdNkkmBCFYzYa97UoLV/LUJJUIAAQQQQAABBBBAAAEEECi2AMFqsdsvd6UnWM1dk2RSIILVTNgJVvPHTokQQAABBBBAAAEEEEAAAQRKLECwWuLGzaJqBKtZqOfvnASr+WsTZqzmr00oEQIIIIAAAggggAACCCCAQLEFCFaj7bdti7Zsd//jsJEaObzYDdzr0nc9WN2+RVv+5tbqNSM1cliva8j5mhHoerD6ty3astMpybARIzVsaDOlqvY2BKvVbn9qjwACCCCAAAIIIIAAAgggkL4AwWrE9Mnbz9bn/uT+xzd/St8+bWL66iU+YreD1UcWztb8n7qA/3uuFs05vMSaxa1ad4PVl/TLGy/VN9Y7PpOPu0aXHrtncbF6VHKC1R5BcxoEEEAAAQQQQAABBBBAAIHKCBCsEqym2tkJVlPlLOzBCFbz13QEq/lrE0qEAAIIIIAAAggggAACCCBQbAGCVYLVVHswwWqqnIU9GMFq/pqOYDV/bUKJEEAAAQQQQAABBBBAAAEEii1AsJpKsOo+mjyOpQPyF6w+om/Onq97E67TQz78FX32pLHpXMUPf1Ozv9Cvj3zlszoxpUOmU7DeHyVvwepL91+v8+97OBaiKksJEKz2/jrgjAgggAACCCCAAAIIIIAAAuUWIFgteLBqrQn7w7HOGpN2ePTIW3TDuccqqxUn8xqs6lOL9JEjIo1tB6H36sS4v7Vz3WcWrFrh8fc0wQ501+nez3xcv56WYmDchkUug9W4a+Px7+lD378n43VaV2rJ/C9I//R1zTy0DewmdyFYbRKKzRBAAAEEEEAAAQQQQAABBBBoUqDCwepq/fTGb+gX28JS2199Vs/vcP/b0H31+t0ir50ffqz+77knaL/QbvmYsVquYLVfP/zXr+gXmyPt89I6vfg397+9Zi+N3TPSPqOO18c/f6r6/N2cGauxwarq/a3JK8jcLLNg1SxEyYLVzQ/rln//oZ6INMeLm5/VS7uc/zhs+IHab0Rkg9edqrlnHKGR7n9OvjacUHNVpi/AIlht42pjFwQQQAABBBBAAAEEEEAAAQQyF6hwsOqEGT9uuQnepc/MPUNvqBesrr9f19y4Wqf+k/S579/jbLnPmf5MUmuW6ef+FBzAfBQ5+je9OVhewA6H1r1Xn9EX9Lk/OeWQO2P1bN1iPOps/e1dWmW8Od0723u8WXF2GW/Rcr8YcfVqGUfpzVit/wh/cslO1NxFH9Hh/gbNB6uPLJyt7+03V29bOl/f1Ef0lfOlr378m5FQL3p8oySRYHXd3Z/Vx58/Q3M1X/N/6mwXLD3gBKDffDLYP5g5W/s3c8mCmnJ+bj/9yJ6x+jHpBuOY/3uuFp38vD5brw7urF2/FG/4iL7yuRPV6UoGqc1YremnTfZJ43qz9mgUrIZmi7qzWENnMo7nXIdv0UfX3qJvrHe2Cq5h90cW97/XXHeyxp0fab9/eot+9/1bpOMu0IT7FvjjkH2csffYs2iTzt+kQM1mzFhtV479EEAAAQQQQAABBBBAAAEEEIgXIFhtuWc0G6zeouV+KBrMaL1h7I90/n37BuGsHeKs1kfPvVBH/claB1L2//2OfayChWfTeetE+uGopKSlANbZ4W24rM7+1vHfq+dvNGfppTfjtlDBamQpACuwnP/TQ9w1Ut1g1won53gxrRt4WqFrXPgYF6x+64lgqYF199ohZ9+nFumY38/W/P7gOHYI+60+OxSWXQ4jwDX2s5YzCJfT6idJSwGsddaXTaqDGxxb5XGWSXDq3J/CurOFCVbt60/B9egGuQrNYHV/hHGv55rr0A1irevymEfrXXfWde0eKxT8GjNWX+v84FHv/C0PWe4OBKvtyrEfAggggAACCCCAAAIIIIAAAgSrEYGXtPy/fq4nIksBrPvLj7T0JXfTPd+qUw54bXi/4RN14v85IrKGaSSYtMOZP+gYPyB1AtDP6VP69mF/CAc5xtHjZtU1WkO1brBqne+0icEZ/HKdKd12qX53uLM2a5r/0gtW1+l33/2RHtkaLt26h+/VH593/9t+R+nEIyJzK0ccrve+/xhjxmXzL6+yA0t5QWr8TFc7AF36tuaD1dC2wTHf+3zyccLlsOrqBLqrTncC0Nq/1w9Wo8sgBHWwZromLZPQWa9ILVjd9qyW/tcf5DW5U6ot6n/y51ruLgkxdvwJmjbWe+jfLfdr36JTph0ob6GI5JdXHWH8kCEp5tq1juhfv6dNjJn9GgSjdrCaeN0FwWp4PdVosBoeO6Lnb7dlCFbblWM/BBBAAAEEEEAAAQQQQAABBOIFKjxjNR4k9Ci+8Rh+/Q7UQrBqB52RZQjMmXB1Xj7VSvBqz1itG/C4j0f7b0qPBExtXjHpBavxBXBma7p/C83ETCpw8+uoxgWr98YdNulx+bgZqwnBqj1D1J2J6q0f6j3uXxuchguRXrDqPPIfMlWdpQ5a6BOpBaux5ww/bm8upZFUxMSlAIwZ4/Ys8XpLDyRep2kHq+YSHUaNmh6P4hUIVlvowGyKAAIIIIAAAggggAACCCCAQBMCBKsRpG4Hq9b6qD8ca84UdUIia/aovU5qJFjtyozV979Fv/vuap1qrhUbfSS6ic4Tt0nZgtX4l14l4DQdrH5FE24LZqA6RwsCYHuZAH/mrPW3Ls1YPX2VPn7bhNDs27ozclvoE4UJVt0fOfwZpAkzVs2q14a0aQertTNWW6BP3JRgNQ1FjoEAAggggAACCCCAAAIIIIBAIECwmkGw+rm1wYuszHVUnRdQNVhjtcngte4aq3aweosmeC+y8l7uY6792uZVUrZgNW590l9P+4o+e1LM651aDFa/2Wes3xpdf7XRGquh4LXNNVatYPUL/e6asm68a80INtZ+bbMbqNjBavwap174GqxV7K6F3MYaq/WXAqh//nbbhGC1XTn2QwABBBBAAAEEEEAAAQQQQCBegGC1x8Hqt0+Tlsz/gv8WcPv0xiO+oRmzkb81WgpA/tvMrZdWvUurbrzUf2u5V03vxVe1a06yFEDNI/aRR/UtQ+9x/djLqelgdZE+8jrnRVbeMgDhY7svyXoyOIt53vpLARiP9ltLJZz8fM15ZDzuH14GwDpfxZYC8JblMF8m5V9Hgb/5wjjnOtxX79E9+vF6Z5tgOYLwMgXR6877ISUcrAb72McZe48+9P17Ql3MPH+7H2YEq+3KsR8CCCCAAAIIIIAAAggggAAC8QIEqxGXJ//r8/qmv+jlLF35f4yXP9GLGgp0e8bqE9/9uL76W7cYb/2YvvL+QxqWiQ16L9DtGau/X3K9fviCU6++qRfqo3+f7kvY6oklrtfae+aWzkiw2hIXGyOAAAIIIIAAAggggAACCCDQUIBgtSERG7Qi0O1gtZWysG12At0NVrOrl3VmgtVs/Tk7AggggAACCCCAAAIIIIAAAnkRIFjNS0uUpBwEqyVpyA6rQbDaIWAXdmfGahdQOSQCCCCAAAIIIIAAAggggEClBQhWK9386VeeYDV90yIesczBahHbwyozwWpRW45yI4AAAggggAACCCCAAAII5FWAYDWvLVPQchGsFrThUi42wWrKoCkcjmA1BUQOgQACCCCAAAIIIIAAAggggIAhQLBKd0hVgGA1Vc7CHoxgNX9NR7CavzahRAgggAACCCCAAAIIIIAAAsUWIFgtdvvlrvQEq7lrkkwKRLCaCXvdkxKs5q9NKBECCCCAAAIIIIAAAggggECxBQhWi91+uSs9wWrumiSTAhGsZsJOsJo/dkqEAAIIIIAAAggggAACCCBQYgGC1RI3bhZVI1jNQj1/5yRYzV+bMGM1f21CiRBAAAEEEEAAAQQQQAABBIotQLBa7PbLXekJVnPXJJkUiGA1E/a6JyVYzV+bUCIEEEAAAQQQQAABBBBAAIFiCxCsFrv9cld6gtXcNUkmBSJYzYSdYDV/7JQIAQQQQAABBBBAAAEEEECgxAIEqyVu3CyqRrCahXr+zkmwmr82YcZq/tqEEiGAAAIIIIAAAggggAACCBRbgGC12O2Xu9ITrOauSTIpEMFqJux1T0qwmr82oUQIIIAAAggggAACCCCAAALFFiBYLXb75a70BKu5a5JMCkSwmgk7wWr+2CkRAggggAACCCCAAAIIIIBAiQUIVkvcuFlUjWA1C/X8nZNgNX9twozV/LUJJUIAAQQQQAABBBBAAAEEECi2QKGD1T+vWq6hW3cvdguUrPQ7Rrzit8no0aM1ZsyYktWQ6jQjsHHjRm3atMne1OwTzezLNt0RoB2648pREUAAAQQQQAABBBBAAAEEii1w8MEHt12BQgerTz31lA444IC2K8+OCCCAAAIIIIAAAggggAACCCCAAAIIIFA8gVdffbXjQr/wwgsiWO2YkQMggAACCCCAAAIIIIAAAggggAACCCCAQFEECFZ3PaE3j5vadnsxY7VtOnZEAAEEEEAAAQQQQAABBBBAAAEEEECgsAIEqwSrhe28FBwBBBBAAAEEEEAAAQQQQAABBBBAAIGsBAhWCVaz6nucFwEEEEAAAQQQQAABBBBAAAEEEEAAgcIKEKwSrBa281JwBBBAAAEEEEAAAQQQQAABBBBAAAEEshIgWCVYzarvcV4EEEAAAQQQQAABBBBAAAEEEEAAAQQKK0CwSrBa2M5LwRFAAAEEEEAAAQQQQAABBBBAAAEEEMhKoFGw+p//+Z/6x3/8x7rFe+GFF3TwwQe3XYU/rV2msYMP0ZAhQ9o6xqANGzYMtLPnzp07tY5gtR069kEAAQQQQAABBBBAAAEEEEAAAQQQQKDSAvWCVStU9f7VC1cJVg84oNKdiMojgAACCCCAAAIIIIAAAggggAACCCBQNYGkYNUMVRuFqwSrBKtVu26oLwIIIIAAAggggAACCCCAAAIIIIBAxQXigtW4ULVeuEqwSrBa8cuI6iOAAAIIIIAAAggggAACCCCAAAIIVE2g0RqrzXgQrBKsNtNP2AYBBBBAAAEEEEAAAQQQQAABBBBAAIHSCBCs8vKq0nRmKoIAAggggAACCCCAAAIIIIAAAggggECvBAhWCVZ71dc4DwIIIIAAAggggAACCCCAAAIIIIAAAqURIFglWC1NZ6YiCCCAAAIIIIAAAggggAACCCCAAAII9EqAYJVgtVd9jfMggAACCCCAAAIIIIAAAggggAACCCBQGgGCVYLV0nRmKoIAAggggAACCCCAAAIIIIAAAggggECvBLxg9Y9//GPLpzzqqKPsfV544QUdfPDBLe/v7fCntcs0dvAhGjJkSFvHGLRhw4aBdvbcuXOn1hGstkPHPggggAACCCCAAAIIIIAAAggggAACCFRagGCVYLXSFwCVRwABBBBAAAEEEEAAAQQQQAABBBBAoB0BglWC1Xb6DfsggAACCCCAAAIIIIAAAggggAACCCBQaQGCVYLVSl8AVB4BBBBAAAEEEEAAAQQQQAABBBBAAIF2BAhWCVbb6TfsgwACCCCAAAIIIIAAAggggAACCCCAQKUFCFYJVit9AVB5BBBAAAEEEEAAAQQQQAABBBBAAAEE2hEgWCVYbaffsA8CCCCAAAIIIIAAAggggAACCCCAAAKVFiBYJVit9AVA5RFAAAEEEEAAAQQQQAABBBBAAAEEEGhHgGCVYLWdfsM+CCCAAAIIIIAAAggggAACCCCAAAIIVFqAYDUvweraO3XJKfO11OqOs7+uZedPCnXM9XddopOvsv+qWV/7unTe2Vocs12lezOVRwCBYgmY415CyWd9bZkumJxVtVZowdSztdged7MsR1b157wIINBtgfD9XXicWXHDVJ29KP6+sONy+ePvLH192QUK33V2fHQOgAACCDQt4I91SXtMnau7vjRd+zR9RDZEAAEEeitAsJqTYDX8gTJNc++4VtPHeZ1hve68+GTNP/jr+rrOdm6y+aLf2yuFsyGAQPoC/hf76JgnBWFD7d+aLYh/jLZ/hCJYbdaa7RBAoD0BM1iVwiFnbbDqjUntj4t+KQlW22sw9kIAgdQFkn9ECu7D4iYepV4QDogAAgi0KUCwmotg1fjQcBty2ry7dO3J/C7XZr9mNwQQKIJAnWBV9f7Ws7oRrPaMmhMhUFGBcLAanp3KjNWKdgqqjUDFBOqNdV0dByvmTHURQKB7AgSreQhWly/Q1PMW20sA3NW30Hnk33jkwbnp7tOs2Yu12J2tanUJP3z19o/2E/8Y/NrXvUuIIyOAQNsCTQerc6UvnKz5y2rP5D2iXztOztI18/p1qTWeWjNW3/5zZ5xNHCclRcfS2bM0a9FiZymAq+eq/zJ3uZbQMbwZZu6TBVYZeWSt7S7BjghUTSCYWW+MN+7SI/VmrF50oXTd9e745i0fZYypZ562VLfcXqvp3zuaM1bv6NNCbzmquPEtdtmWYHZtGk8YVK3dqS8CCAQCTQerM562l87rmz1Lixc593SzLp2lxdc0uL+LjGGzvP3t+7WDtHjq2eqfPUtatNhelm/avG/r+J99KOa+0xv3nO/W5j52Wbzl+ryq+feDxj0iYyxdH4FSChCs5iBY9T5M7IBgX2+t1eAxr5r1t/xtwl/2g1muBKmlvFqpFAJlE2hyKYAgIEj+Ij/tAXMdamedQn/sPO1MTbv9Fvdm2XsaIDJOujfrzg21s425RMubJf3J8veXFSBILVt3pD4IZCFgLlni/7juLgmgmjVWzaUA5qj/FGsN6GBc9Mes/3WE9JuHrdEsWFrK+OEofL/5Lr1L9+iexPHtTJ227BZZGa0zNspZnsr6EantZVaykOacCCCQV4GmlwIw7tXs8Sfm3k2Kfg+Wv16+M2YZ/9sIVu1oNjQpaaH6jKX5wstL1TmGPSbP0tOhcdLaPul4n9KsRV+wf8RnjM1rD6VcCDQWIFjNOlj1goWYX7S8L/f+QB4zAzWYRRVeb4vHJhp3frZAAIGMBZp8edUJv4p5gUsklPWD1ZrZ/kslP1itM076N+fmNsHNuResmi+xqh2bM/bk9AggUDiB8Jf1fUOhpb+uvh9ghtdYPehWZ2x0xqVgvHrfh6fpB98KP/1khg1JwWr8+HaRLtR1un6Z8aRU4ZQpMAII5Fmg6ZdXRX+QV+2EJKue4e/BQQgafsrJGyOdGauxLyqNeyo0EsY6xwx+bK/5/m7+ABV7PMbYPPdNyoZAswIEqxkHqzVra5kt5wYEspcCMG+QjXX//MdTCVab7fRshwACORFoch3V+jfczthHsJqTNqUYCCDQkkDNS/bifnBKCFanrw6WkgqWOzGWQUkoSeKM1bjto/ei/jYpvECrJSk2RgCBsgo0PSEopWDVX/opNiSNLA3ljr/hH9OjYWyDYNVcjir2eNPlf99njC1rN6deJRcgWM00WK0dhO3+ZtxUWze/s/5CsFry65DqIVBNgVaD1TqPncbNHq1dCoAZq9XsaNQagfwK1ASrMpYx8YqdFKyO8+4jZ/nr8FuzpeZqfs16/TUC/vgbLAVgzlj1tzfXYl12gSZZf/BnXQXLEORXmJIhgEDeBXodrNYPSY0xOO4pqDZmrCa/Q2Wp9Hfv1d//z4/0e2NZF8bYvPdYyodArQDBapbBamKoYKzdF/tCq7gZq+YjWqyxysWOAAIFEGg1WDVuOqNBau3M/s7XWDWfKGCN1QL0J4qIQAEF4oJVKfKik8RgNRrCRmbwx66x6oahMcFq3BrS0y64UFpwvb1Gdc1jtGYQUEB7iowAAvkQ6DxYrfc9OLrGqrHkSsKM1ZoX8vlLDnjrsLY2YzVYP9v9gd88nh+sMsbmozdSCgTaEyBYzTBY9T9EYt4gHQzoxiNdcWusWuu6yH0ULNoHYrbnRQPtXSjshQACXRBoMlitCRm8oiTOJJiufcxZX1YoYT6GZVbFHH+ja19NnaVZWqzFy8IvCgxLeDO2eJlVF3oIh0Sg9ALxwWr46aXg3i28xur0cRZP/I/p8UuoGDNMzZmod/Rp4Snz7fDU/FezVmD4r/6LsWpCCLtc/EMAAQSaE2g7WLXGmrh1S63Tmvd3SWv6Jy0FYK7TaldhmuZ+7Xj94jx3nJwdvHCq2TVWw2Ny5Hj+CwdDIzBjbHPdh60QyIUAwWqGwWouegCFQAABBBBAAAEEEEAAAQQQQKACAok/aFWg7lQRAQS6I0CwSrDanZ7FURFAAAEEEEAAAQQQQAABBBDIUCA8IzZYGsCblZ9h0Tg1AgiURIBglWC1JF2ZaiCAAAIIIIAAAggggAACCCBgChhLpnj/uc4LUbFDAAEEWhUgWCVYbbXPsD0CCCCAAAIIIIAAAggggAACCCCAAAKVFyBYJVit/EUAAAIIIIAAAggggAACCCCAAAIIIIAAAq0KEKwSrLbaZ9geAQQQQAABBBBAAAEEEEAAAQQQQACBygsQrBKsVv4iAAABBBBAAAEEEEAAAQQQQAABBBBAAIFWBQhWCVZb7TNsjwACCCCAAAIIIIAAAggggAACCCCAQOUFCFYJVit/EQCAAAIIIIAAAggggAACCCCAAAIIIIBAqwIEqwSrrfYZtkcAAQQQQAABBBBAAAEEEEAAAQQQQKDyAgSrGQerVgOsWbNGmzZt0q5duyrfIQEopsDgwYM1evRojR8/XrvttlsxK0GpMxNgHMyMnhOnKMA4mCJmBQ/FOFjBRqfKCGQskKfPLcbAjDsDp0egogJpjYMEqxkGqxb+ypUr7TBq5MiRshqVfwgUUcD6UWDLli32jwQTJ04kXC1iI2ZUZsbBjOA5beoCjIOpk1bmgIyDlWlqKopArgTy8rnFGJirbkFhEKiUQFrjIMFqhsFqf3+/Ro0apTFjxmjIkCEaNGhQpToxlS2PwMDAgHbu3KmNGzdq8+bN6uvrK0/lqElXBRgHu8rLwXsowDjYQ+ySnYpxsGQNSnUQKIhAXj63GAML0mEoJgIlFEhrHCRYzTBYXbFihQ499FCNGDHCn61KuFrCq7XkVbIGI+uf9WvP1q1b9fjjj2vSpEklrzXVS0uAcTAtSY6TpQDjYJb6xT8342Dx25AaIFA0gTx9bjEGFq33UF4EyiGQ5jhIsJphsPrQQw/piCOO0LBhw5itWo5rs9K1sAam7du36+GHH9aRRx5ZaQsq37wA42DzVmyZfwHGwfy3UR5LyDiYx1ahTAhUQyAPn1uMgdXoa9QSgbwKpDEOEqxmHKxOnjxZQ4cOzWsfo1wItCRgBavWzRHBaktsld7Y6i+Mg5XuAqWrPONg6Zq06xViHOw6MSdAAIE6All/bjEG0j0RQCBrgU7HQYJVgtWs+zDnL5HAjh07tHz5coLVErVpt6vCzXS3hTl+rwUYB3stXvzzMQ4Wvw2pAQJFFsj6c4sxsMi9h7IjUA6BTsdBglWC1XJcCdQiFwKdDki5qASF6KkAN9M95eZkPRBgHOwBcslOwThYsgalOggUTCDrzy3GwIJ1GIqLQAkFOh0HCVYJVkt4WVClrAQ6HZCyKjfnzU6Am+ns7DlzdwQYB7vjWuajMg6WuXWpGwL5F8j6c4sxMP99hBIiUHaBTsdBglWC1bJfI9SvhwKdDkg9LCqnyokAN9M5aQiKkZoA42BqlJU5EONgZZqaiiKQS4GsP7cYA3PZLSgUApUS6HQcJFglWK3UBUNluyvQ6YDU3dJx9DwKcDOdx1ahTJ0IMA52olfNfRkHq9nu1BqBvAhk/bnFGJiXnkA5EKiuQKfjIMEqwWp1rx5qnrpApwNS6gXigLkX4GY6901EAVsUYBxsEYzNxThIJ0AAgSwFsv7cYgzMsvU5NwIIWAKdjoMEq2UIVtfdrU9/7Gb92bsmDjlLN1x1ksbZ/3ut7p53vm5+wrxg3qizvnqlThobvohWfGOG/mPCDbry3c6ezr/a/U/69K0660guQARqBTodkDCtnkDqN9MP3awZ393fGAOrZ0qNsxVgHMzWv4hnT2McnDFjRkLVT9Llt56lSdF7RXPr0H2j94cVunnGFbo7elRz23rHlGTdL05f9Wmdv9C/Q60to3c8a+y+suZsksx7Vvee9KDLdetHJ7nHaqGccfW0zyvHKFo6r37vMs8nWffLVyj834rY7ygzAp5A1p9baYyB9nV5T3ybvnFO8P223nb23tb1fsqq8HfrpPGywRgYHr/csSOmjF75kscWZ5x72qiHVaT4usR/z6e3I4BAfYFOx0GC1cIHq85AKz/sdG865YSra+0PGfem2u1La39i3eQqHK66N7TmB48fqrrHsuNWe7unY4NZLlYEOh2QEKyeQBo304Ga+wU7NiSoni01zkaAcTAb9yKfNY1xcMa8u2N+UDLuCT8uXf+xX+ntNT+sx4ybp5InqAAAIABJREFUCYFi8GO7GdbGHTNoDfue8/631/+xyz2fIqFBEBx497GRYLWlcjoTEML3ud59bXywGoQW4aCCYLXIVxtljxPI+nMrjTEw8bqMjBNNXb/2Pk2Ml4nbRZW9iUrh7+T2Vsb494FV5yf8aBMNVpOP53zP/7P9wxYTobjeEWheoNNxkGC16MFq3OwsY5CfcEfMr+qhD4HwL/1xweqvjjVmsTb9AdJ8J2bLfAtcddVVWr58eaiQkydP1rx582oK3umAlG8JStcNgTRupoMv324JCVa70VSVPibjYKWbv+uVT2McjA9WJT/YTAxW3VlPT3tPO7n3hZFZmkZU6jwJZf3oXueY3vbNB6sJAW1oRqkZrMqZUdtKOeccpJsXRiYHJM5Y9SYuXC5dGZ4p1lQw0/VewwkQqC9QpM+tNMbAutdlU+Gl4Vnn+659Hm+8bPJ7sfMjTUyoap/SGdes79vNBqv1j+eO+9FJVFwwCFRQoJfjIMFq0YPVuAvEmFXaOFj1b339Qd1cCiD04WEN/favYAfFPzJVwYu1ClW2QlVrUDL/WaGqFa5G/xGsVqFHpFvHNG6mzRI19SU+3SpwtAoIMA5WoJEzrGIa42DHwar/aHv8I6ex42xawaoan9M5f22wGn00tlE57ftiP0SuM2PVCFzHRWbdEqxmeLFw6qYFivS5lcYYWP+6DMaY5PCyhWDVGy9bCVbNcSehFZtdCiD6/bzmcE2Wq+nOxIYIFFSgl+MgwWrpgtWYpQCi60DFDrbBr2XhNVaj67ck/dpW0KuNYjclYP7akzRb1ToQwWpTnGxkCKRxM02wSpfqhQDjYC+Uq3mONMbBTpcCCJaUahxyhmfBGmv8m83nziT1HktNalnzcdXwtnHrBHYerJ4k570E/rIDCTNWQwFH5L6ZYLWa12kRa12Uz600xsCWgtWEtVj9NVHtcSJ5KQB/vGy0xqo7DjYMQt3O1Wj919BarPWCWoLVIl6ulLlLAr0aBwlWSxSsBjekQfgZ+yHTQrBa80HAGqtduuTzfVjz156k2aoEq/luw7yWLo2baYLVvLZuucrFOFiu9sxTbdIYBzt5eVV4GahWg9UU1liNbQzj5an+4/4pBKtjI4/Jro55eVXNfXJ48gHBap6uHspST6Aon1tpjIEtBauNXj5XJzANjZdNBpgtBauxZQuPyw2P12S5uHoQqIJAr8ZBgtVSBKvBOqnRRfk7C1ajL8ayLr3kma1VuDCrXEdvOYC4tVU9F2asVrmHtFf3NG6mCVbbs2ev1gUYB1s3Y4/GAmmMg0lLAfhnb/AyluCR+rwEq27JQ+VOJ1gNvZz1/c/p/CvDL69KnGXrrt9tvxi2UTDTuNnZAoGeCBThcyuNMTD9YDV5xqo/XjYZYDYKQr2yX64rmnp5VaPjOS/Eqv+jV086HydBICcCvRgHCVYLH6x6oWr8I/odBasJgzK/1OdkhOhxMbwXWMWtrUqw2uPGKNHp0riZJlgtUYfIeVUYB3PeQAUtXhrjYPvBqrvkU2SN1ZZeCvXVK3XS2Hj8Zta9trdZ9QHd+tFJtQdpEKy2XU7vZTaHvFF/fsJ8d0DCBAJ3+4M+fave+gDBakEvtUoWuwifW2mMgT19eVU7a6wmvrwqGINbClbrHM/5cUg6q87YXMmLgUpXVqAX4yDBasGD1UYvk4p7a2D8YBtzI2m8QTFYd7XR22Ire71ScdZYpQ+0IZDGzTTBahvw7NI1AWbud422tAdOYxxML1iVnNlON+vP/iP4Hr33eL77Y34Ts6KaDlaTXowaWoLKnLE6qeNyxi2hlTzTKzh3cvhR2i5KxUoukPXnVhpjYGKwGhnPmpogVGdsq7f+cnI3iYydoQ2D79bNBqv+rPsnaidWeeOauX51ybsv1UMgFYFOx0GC1YIHq8mLXHuL/htrVPldLvmFAL869gaFXl4Vt8ZMzY12Kn2Zg5RAoNMBqQQEVKFFgTRupglWW0Rn864KMA52lbeUB09jHOw4WL0nem8YLDMVQncfhx9n/cdmg9WFf05uN/Px+oQXygQBQSRYtY/aSTlrw456j9h6kxk+9K679e3YssbdX5eyy1Kpkglk/bmVxhhY78VP5lJ5jV4QJet77imrEh+ld/Z3r3X3ZXjJI1x4TEg8t/mSqybWWPW6X/zxGIdKdnlSnR4JdDoOEqwWPFjtUT/jNAg0JdDpgNTUSdioVAJp3EyXCoTKFF6AcbDwTdjzCjAO9pycEyKAgCGQ9ecWYyDdEQEEshbodBwkWCVYzboPc/4SCXQ6IJWIgqo0KcDNdJNQbFYYAcbBwjRVbgrKOJibpqAgCFRSIOvPLcbASnY7Ko1ArgQ6HQcJVglWc9WhKUyxBTodkIpde0rfjgA30+2osU+eBRgH89w6+Swb42A+24VSIVAVgaw/txgDq9LTqCcC+RXodBwkWCVYzW/vpmSFE+h0QCpchSlwxwLcTHdMyAFyJsA4mLMGKUBxGAcL0EgUEYESC2T9ucUYWOLORdUQKIhAp+MgwSrBakG6OsUsgkCnA1IR6kgZ0xXgZjpdT46WvQDjYPZtULQSMA4WrcUoLwLlEsj6c4sxsFz9idogUESBTsdBglWC1SL2e8qcU4FOB6ScVotidVGAm+ku4nLoTAQYBzNhL/RJGQcL3XwUHoHCC2T9ucUYWPguRAUQKLxAp+MgwSrBauEvAiqQH4FOB6T81ISS9EqAm+leSXOeXgkwDvZKujznYRwsT1tSEwSKKJD15xZjYBF7DWVGoFwCnY6DBKsEq+W6IqhNpgKdDkiZFp6TZyLAzXQm7Jy0iwKMg13ELemhGQdL2rBUC4GCCGT9ucUYWJCOQjERKLFAp+MgwWqGweqKFSt0+OGHa/jw4SXuolStSgLbtm3TI488okmTJlWp2tS1AwHGwQ7w2DWXAoyDuWyWXBeKcTDXzUPhECi9QNafW4yBpe9iVBCB3At0Og4SrGYYrPb392uPPfbQuHHjNGjQoNx3NgqIQD2BgYEBrV27Vi+//LL6+vrAQqApAcbBppjYqCACjIMFaaicFZNxMGcNQnEQqJBAHj63GAMr1OGoKgI5FEhjHCRYzTBYtfBXrlypCRMmaJ999tHgwYMJWHN4oVGk+gLWQLRr1y6tX79eq1at0sSJE7XbbrvBhkBTAoyDTTGxUc4FGAdz3kA5Lx7jYM4biOIhUEKBPH1uMQaWsINRJQQKIJDmOEiwmmGwavU1qwHWrFmjTZs22eEU/xAoooD1o8Do0aM1fvx4QtUiNmDGZWYczLgBOH0qAoyDqTBW9iCMg5VteiqOQGYCefrcYgzMrBtwYgQqLZDWOEiwmnGwWuleTOURQAABBBBAAAEEEEAAAQQQQAABBBAoqADBKsFqQbsuxUYAAQQQQAABBBBAAAEEEEAAAQQQQCA7AYJVgtXseh9nRgABBBBAAAEEEEAAAQQQQAABBBBAoKACBKsEqwXtuhQbAQQQQAABBBBAAAEEEEAAAQQQQACB7AQIVglWs+t9nBkBBBBAAAEEEEAAAQQQQAABBBBAAIGCChCsZhqsrtedF5+s+cskzf66lp0/KbYbrb/rEp181VJp6lzd9aXp2qebnW35Ak09b7Fzhjpl6mYRvGP79dY0zb3jWk0f18lZ12joh9+gQdOf1PYzxndyIPZFAAEEEEAAAQQQQAABBBBAAAEEEEBABKsVC1ajIa280NYOUff1g95p8+7StSev1oKpZ2txKsFmvattRe151t6pS06Zr6Wapa8vu0DxkXNzV/Dg783WkH/+z/DGn/5vbf/klOYOwFYIIIAAAggggAACCCCAAAIIIIAAAghEBAhWKx6shme/BjNonWC1q3Nj61+M1szZW/rSm6G76lYNe9NZ9jkHfvaKdhzDWIAAAggggAACCCCAAAIIIIAAAggggED7AgSruQtWjeUB7HadplmzpcWLrKUALtKFuk7XW0sHRP7N+toyXTBZWnHDVJ391CzN0mItNraz/j7rL+6SAv6+s3TNvH5dai0zMPsazX3qUmdZAu/f7E9p1qIv+DNWD7p1qs5eFDmxv1yAN+s08ndv+QJziQHj/M5s1PCM1djzWBJu2OvMuu3TrNmLtdgoTxAGG2Wxy7dFQ3d/pwb9+39r4M53atDt/6iBxxZpx4T2Lxz2RAABBBBAAAEEEEAAAQQQQAABBBCotgDBas6CVTsYtcNC9xF4/5F4SftJet74m6ToOqRBKOmuS7raWzPV+d/THgiv19rsUgAXXShdd/1SO+h11jsNwks70JyyVJec0q85xmP7Xl2mXXChtOB62Xu74ahfTzt4PUiL3SUHas8jyQhlowGxHSjv6y0bIHkBc7Uva2qPAAIIIIAAAggggAACCCCAAAIIINBtAYLVvAarxouj/PDUC1bNl0r5wasTePrBqrdN5O8dB6vGC7T84NRYNiAIeo2ue9qZmnb7LVpqrtXqhaVJwWroRV1BiBsKVv1twn+3Zu7yDwEEEEAAAQQQQAABBBBAAAEEEEAAgW4KEKwWMViN7RG9D1bNYpiBas2s1LhgNVSHYCkAf8YqwWo3r3uOjQACCCCAAAIIIIAAAggggAACCCDQoQDBahGDVXPGaqQD+I/Y93jG6pz+k50lDIyy+WVhxmqHlym7I4AAAggggAACCCCAAAIIIIAAAgjkTYBgNa/BqrfGqv9ipwZrrLozPFd7a7R2K1hNWGPVD1a9cpsvq/KD1ZTXWGUpgLyNJ5QHAQQQQAABBBBAAAEEEEAAAQQQqIwAwWrOglVpve68+GTNXxb0wVmzZ2nxosXS1It0oa7T9cbf7K1i1j31Z45G1lid7r/Mytpxlq6Z169Lr1rqzjTd1z+38zj/ai1wXyoVWr/VvDz8GarRcs/S178mnX3eYnvraR8+TUu/dXvkwnJf0OWHx5HlDCJbe0sM+MsOJAarwZqr5gzaylzVVBQBBBBAAAEEEEAAAQQQQAABBBBAoOsCBKuZBqtdb19OgAACCCCAAAIIIIAAAggggAACCCCAAAJdECBYJVjtQrfikAgggAACCCCAAAIIIIAAAggggAACCJRbgGCVYLXcPZzaIYAAAggggAACCCCAAAIIIIAAAggg0AUBglWC1S50Kw6JAAIIIIAAAggggAACCCCAAAIIIIBAuQUIVglWy93DqR0CCCCAAAIIIIAAAggggAACCCCAAAJdECBYJVjtQrfikAgggAACCCCAAAIIIIAAAggggAACCJRbgGCVYLXcPZzaIYAAAggggAACCCCAAAIIIIAAAggg0AUBglWC1S50Kw6JAAIIIIAAAggggAACCCCAAAIIIIBAuQUIVglWy93DqR0CCCCAAAIIIIAAAggggAACCCCAAAJdECBYJVjtQrfikAgggAACCCCAAAIIIIAAAggggAACCJRbgGA142DVaoA1a9Zo06ZN2rVrV7l7G7VDAIHcCAwePFijR4/W+PHjtdtuu+WmXBQEAQQQQAABBBBAAAEEEEAAgaIIEKxmGKxa+CtXrrSDjZEjR8oKOviHAAII9ELA+iFny5Yt9g87EydOJFztBTrnQAABBBBAAAEEEEAAAQQQKJUAwWqGwWp/f79GjRqlMWPGaMiQIRo0aFCpOheVQQCB/AoMDAxo586d2rhxozZv3qy+vr78FpaSIYAAAggggAACCCCAAAIIIJBDAYLVDIPVFStW6NBDD9WIESP82aqEqzm8SigSAiUTsEJV6581a3Xr1q16/PHHNWnSpJLVkuoggAACCCCAAAIIIIAAAggg0F0BgtUMg9WHHnpIRxxxhIYNG8Zs1e72c46OAAIxAlbAun37dj388MM68sgjMUIAAQQQQAABBBBAAAEEEEAAgRYECFYzDlYnT56soUOHttBkbIoAAgikJ2AFq9aPPFkGqytfWqlbHr1Fj218TDt27UivcgU50tDBQ/WmMW/SmYedqYl7TixIqSkmAggggAACCCCAAAIIIIAAwSrBKlcBAghUWGDHjh1avnx5ZsGqFape9uvLNGzoMA0fOlyDVL21pgc0oG07tmn7ju26+m1XE65W+Hqk6ggggAACCCCAAAIIIFAsAYJVgtVi9VhKiwACqQpkHaxevuxyrXxlpUYMHZFqvYp4sK07tmri7hN1xdQrilh8yowAAggggAACCCCAAAIIVE6AYJVgtXKdngojgEAgkHWwOuPHMzTqNaMqOVM12g+tmaub/7ZZt77nVrooAggggAACCCCAAAIIIIBAAQQIVglWC9BNKSICCHRLIOtg9X13vU97jdyrW9Ur3HFf3PKifnDyDwpXbgqMAAIIIIAAAggggAACCFRRgGCVYLWK/Z46I4CAK0Cwmq+uQLCar/agNAgggAACCCCAAAIIIIBAPQGCVYJVrhAEEKiwAMFqvhqfYDVf7UFpEEAAAQQQQAABBBBAAAGC1QSBnTt3al3hgtUX9OslP9Ajex6nc97zpoSaOds8+/r3aea013bxCnhMd910n57XfjrunJOVVJouFsA+9GM/vkn3PZdtGbpdR46PQLcECFa7JdvecQlW23NjLwQQQAABBBBAAAEEEEAgCwFmrBKs1u13Lyxdoh88c6DeN/NtsiJaK8R8cC8nsK33t+50ZivIfVBjTpupt411z/DYXbrpwTF++bpzXo6KQHkFCFbz1bYEq/lqD0qDAAIIIIAAAggggAACCNQTIFglWG0pWDU3jgarWVxqL6x7Qa8d281ZuVnUinMi0DsBgtXeWTdzJoLVZpTYBgEEEEAAAQQQQAABBBDIhwDBahmC1XW/1pLbH9Erbp/afdJxOvCZ+5ylAPb+jW667/lwb9v9cH+Gpx2Ovni0jtN9uu85Z7PdJxkzUld4R3UetZc7Y/VE3asfJPxt5jQ5yxV4uxrHtI5vn9Pf1znnfsedo5OttQQidZF21+H+DFVzxqq7JIJxjtBx5G573IF69j7PhuUC8jHsUIo8CRCs5qk1JILVfLUHpUEAAQQQQAABBBBAAAEE6gkQrBY+WHXXOd0/WHPVCy53n3iwtPIpyQ1KnY4Q3t7bNhps7u4Gne0sBXD0iz8Ir3nqhqX+MaOzTO2/b9TR57xBT1prttbUZXd3DdcgWN3nd7Xrqjp1kRvEuvU0QmR7LdaXglCZoQEBBCSC1Xz1AoLVfLUHpUEAAQQQQAABBBBAAAEECFYTBMrx8ionQJQ349Ouq/vyqnFWsLpOB5prknove5ITxNY+zh8+XtvBqnt8h94pz8aj3VmpZsDrt401M/Vobbw9Uhc/dLVejhUJVkPn8Ga7PuvWt9YlD0sXMBwhkDeBwgWrr79MN77pMI2Mg9zxqJb899X6cd6QWygPwWoLWGyKAAIIIIAAAggggAACCGQswIzVksxYTQ5Wn/KXCAj1NXdWaG+CVfPM7kxSGY/l2+GpFYjGBKuhQhOsZjxecPoSChQzWO1T/2Pn6upnzAb5qL540ju03+Zf6kP3f6OwLUWwWtimo+AIIIAAAggggAACCCBQQQGC1dIHq7UzVs1+3ptg1Zixuo8Xos7U28a6JakXrDJjtYLDElXupUB5glXpo8d+W+8QwWov+w/nQgABBBBAAAEEEEAAAQSqLECwWpJg1VyXVI/dZb+wqt4aq94M164Fq89FZ6Q+InuNVTtYfcRY99V7CVWwFECaa6yaM3lZCqDKQx11TxIoTbDqLhHw4qoP6ZMrrNo6M1jl/2/pPcfcqJl79DvLBUz6or49Yb+AxVxGIPo3Pa9f3v1JOfNg3ZmxJqi5r12OvfS7VdI7Juyn543zN9MLmbHajBLbIIAAAggggAACCCCAAAL5ECBYLXyw6q0t6r35XtL+x+k43acH93qfZu79GztkNf/5L6qyVj+1Xvj0zIF638y36bX2RpG1Sd2QVu6j+/rxTc5xp722Zl/r5VDO32SvqfrIK8FZdzdfoOUf0/q7FaieKP3U2n4/HXfaGD14u1EX++/e7NZgKYC3jfUC2fCFFNSNNVbzMcRQirwLFDNYTVhjNbQMQJ1g9UnplDcdpmgIu9eGJTp37WR7DVdZ//fvnNVa7ZmwI9z1W1//Hr3nmR+H1nG1/n7MVnd7bw3YNpckIFjN+xVD+RBAAAEEEEAAAQQQQACBQIBgtXDBKt0XAQQQSE+gmMFq3BqrkQC07ozVdXpHZDarL2oHo5HjWzNYx78YejGWPft1b+MVWl6QGrd/C81FsNoCFpsigAACCCCAAAIIIIAAAhkLEKwSrGbcBTk9AghkKVCmYFWhULPBUgDeTNRRnr77uH+DYNQLVLdEZ7R6a7sSrGbZnTk3AggggAACCCCAAAIIINBTAYJVgtWedjhOhgAC+RKoZLC6Zi/NjJuBaq2/ai8TkDxjdb+YF2SFXppFsJqvDk5pEEAAAQQQQAABBBBAAIEuChCsEqx2sXtxaAQQyLtAmYJVZzap9Ohj5+rqZ5wZq/a6qfZaqe5Lp6wXTVnB6oS93O2cFvLXUXXXX01aY9UOVkcZL7PyXnTFUgB57+qUDwEEEEAAAQQQQAABBBBIXYBglWA19U7FARFAoDgCxQxWE15eJen5VR/SJ1e4/t6LpOz/+bx+uUp6hztT1QlIzXaKCUv9Pxt/03t02Ttn6rCh7h+tQPXFQ/TtCfvJXh7AfvlV/BqwzfQK1lhtRoltEEAAAQQQQAABBBBAAIF8CBCsEqzmoydSCgQQyESgcMFqJkq9OynBau+sORMCCCCAAAIIIIAAAggg0KkAwSrBaqd9iP0RQKDAAgSr+Wo8gtV8tQelQQABBBBAAAEEEEAAAQTqCRCsEqxyhSCAQIUFCFbz1fgEq/lqD0qDAAIIIIAAAggggAACCBCsJgjs3LlT6zIMVlesWKHDDz9cw4cPp5cigAACmQhs27ZNjzzyiCZNmpTJ+d931/u018i9Mjl3Hk9KsJrHVqFMCCCAAAIIIIAAAggggEC8ADNWMwxW+/v7tccee2jcuHEaNGgQfRQBBBDoqcDAwIDWrl2rl19+WX19fT09t3cygtUwO8FqJt2QkyKAAAIIIIAAAggggAACbQkQrGYYrFr4K1eu1IQJE7TPPvto8ODBBKxtdWN2QgCBVgSsQHXXrl1av369Vq1apYkTJ2q33XZr5RCpbUuwSrCaWmfiQAgggAACCCCAAAIIIIBAjwUIVjMMVq22thpgzZo12rRpkx108A8BBBDohYD1Q87o0aM1fvz4zEJVq54EqwSrvejvnAMBBBBAAAEEEEAAAQQQ6IYAwWrGwWo3GpVjIoAAAkURIFglWC1KX6WcCCCAAAIIIIAAAggggEBUgGCVYJWrAgEEEMhMYMaPZ2jUa0ZpkFhnekAD2vy3zbr1Pbdm1h6cGAEEEEAAAQQQQAABBBBAoHkBglWC1eZ7C1sigAACKQtcvuxyrXxlpUYMHZHykYt3uK07tmri7hN1xdQrild4SowAAggggAACCCCAAAIIVFCAYJVgtYLdniojgEBeBFa+tFKX/foyDRs6TMOHDq/kzFVrpuq2Hdu0fcd2Xf22qzVxz4l5aR7KgQACCCCAAAIIIIAAAgggUEeAYJVglQsEAQQQyFTACldvefQWPbbxMe3YtSPTsmRx8qGDh+pNY96kMw87k1A1iwbgnAgggAACCCCAAAIIIIBAmwIEqwSrbXYddkMAAQQQQAABBBBAAAEEEEAAAQQQQKC6AgSrBKvV7f3UHAEEEEAAAQQQQAABBBBAAAEEEEAAgTYFCFYJVtvsOuyGAAIIIIAAAggggAACCCCAAAIIIIBAdQUIVglWq9v7qTkCCCCAAAIIIIAAAggggAACCCCAAAJtChCsEqy22XXYDQEEEEAAAQQQQAABBBBAAAEEEEAAgeoKEKwSrFa391NzBBBAAAEEEEAAAQQQQAABBBBAAAEE2hQgWCVYbbPrsBsCCCCAAAIIIIAAAggggAACCCCAAALVFSBYJVitbu+n5ggggAACCCCAAAIIIIAAAggggAACCLQpQLBKsNpm12E3BBBAAAEEEEAAAQQQQAABBBBAAAEEqitAsEqwWt3eT80RQAABBBBAAAEEEEAAAQQQQAABBBBoU4BgNQfB6pYtW7Rp0yZt27ZNAwMDbTYluyGAAAIIIIAAAggggAACCCCAAAIIIIBAPYFBgwZp+PDhGj16tEaOHNkRFsFqxsHqiy++qO3bt2vUqFF2qEqw2lF/ZmcEEEAAAQQQQAABBBBAAAEEEEAAAQQSBaxg1fp/mzdv1rBhw7TXXnu1rUWwmmGwas1UtRrRSscJVNvuw+yIAAIIIIAAAggggAACCCCAAAIIIIBASwJWuGplc9Zkx3ZnrhKsZhisrl271p52vGvXrpYano0RQAABBBBAAAEEEEAAAQQQQAABBBBAoDOBwYMH28tzjhs3rq0DEaxmGKw+99xzGjNmDLNV2+q67IQAAggggAACCCCAAAIIIIAAAggggED7Atas1Y0bN2r//fdv6yAEqxkGq3/5y1/sYJV/CCCAAAIIIIAAAggggAACCCCAAAIIINB7AStYPeCAA9o6McEqwWpbHYedEEAAAQQQQAABBBBAAAEEEEAAAQQQKLoAweqGDQPtNOLOnTu1jmC1HTr2QQABBBBAAAEEEEAAAQQQQAABBBBAoPACBKsFDFatF1atWrWKpQAKf/lRAQQQQAABBBBAAAEEEEAAAQQQQACBogpYweqECRNkvciq1X8sBZDRjNVt27ZpzZo1BKut9li2RwABBBBAAAEEEEAAAQQQQAABBBBAICUBK1gdP368hg8f3vIRCVYzCFYHBga0ZcsWbdiwgWC15S7LDggggAACCCCAAAIIIIAAAggggAACCKQjYAWre++9t0aOHKlBgwa1dFCC1YyC1VdeeUUvvfQSwWpL3bVoGz+qG0+8SLdJOv3L9+rcSUUrP+VFAAEEEEAAAQQQQAABBBBAID8Cj379RF10q6QZ1+nesw/LT8G5Oqx+AAAgAElEQVQoSaEFrGB1zz331O67706w2kpLZvXyKmvG6ssvv2z/vzFjxtQpcnwwt+HueXr/NQ8UbCBpFDJ6fz9d1917rtoZHr0B1g4xx/9E82Z9SQ9MuVjfveqt+u289+tLD1jUJ2vmlLu05IEpunjxVXr32FZ6TINtV9yoEz9xm98uXjtVN1TtZf91z8WHa4odmkMhgEBxBYLxt7YOXfj8Ky4UJUcAAQRSFvDG3/BY29L3t8h3ipQLaBxug35if0dK+FxYZ36ferf2brIgXl2nXPpdXXVSs3s1eXA2K4yAH36q/e/3dmWj14PXL/neV5i+UJSCWsHqHnvsYf8/Zqy20GpZBqvWbFVr1mqzwaqMAamlD+YWPLq7aY+DVXN2qDf4djqotwhkfZgsOrDKNxTmF/vgA7U7/ZdgtcXuyeYIIFBqgQZf7Hv8eVhqaiqHAAIIhARSCFbzIkqwmpeWKF45/O/fTtFTnWhkBa1LDtR3r2o+7C8eICXOQsAKVq3ZqtasVYLVFlqgWMGq5P3qVxNMRQYum8CeqZmnwaY2WA1+xbLKO0VTHnhAD+h0fWLGbfqyNbXf+Beq+31yt3U2sP52ia51ZvG6/07/zMV69nPujNWPS9fWzF61fpm9RPqKN5PV3dH/5at2to9XhlC5TWvj17TrdJHzeILxz/tAsdsvpg7l+0U3bNhW/7X79v1Wg+sBq3mnXKzrjrtfF9ltbf66HjM7y78GnL89O2WKHrAP4s1ajm+fFoYQNkUAAQRyKhD/xV6RHxplPUrX733+Sif8g/TznyWPjTWff+44/Pofho9z+pevkz7hLIXj/Uv6HJ9y6XU69r6LnKdKIvcuiZ+3OVWnWAgggIDUbLAavT+17NyJCP53ik/o9Fu/rNuMsdH/Hjh9pqbcuUTBtx9jf7cMwb3vGyX92RyR3Sf3ojNWvf/tbup9P7PO732fivluE3y2OH+c4t5zM2O1uteD00+l02dIt91qPmkb6WMWkfv9u5nv2PdO/ZXzhKj5z92/Ot+xq9uvul1zgtUNGwbaQS5OsDpFU+xgyfmwfV1oKQD563jWBH+5mh4fDlbPWOUuZ+DeQNhf7uwg8nWS/hrcWPhfAp0Q7a1/MPZbfKAWWYGp+cXuVvcXMX8pgJk6+YElusvvIMFSADNPfkBLrD9ElguwAtC3L3PKE1pWQFN07rnSjTdatzBOW3jltu0nfM8Z6I85TPrdo23VIdWlCdq5KFLdJ7ixbLv/nvqMs6SDHaBfrAOv+ZL9Rd27YQu+hAf9y2qL2c++31h3J3yN+H/zblK9m1dmcKXa+hwMAQSyFGhuxqr/2TvlYt143P061/7Ryv1iX+/z98vSRfYXG+ez2Q5Wrc9wd1z9q/uZHv0MDX+OT9HFlx6oL13jHMf5nAh+RA4/+vc693FV4+9Z8nJuBBBAIFGgtWDVHgGj965eeDTjOjmTNbzJBEEo5UWl8d//zHvfz+vAa/5Vt7njtf9dKvT9J24sN5ZSm3KuztWNutFbMmCNu/yZ/Xnxdv3KfaeEXZa3/Na4d6/yk3tVvkTcfiozkA9/d45+/z555hTdtaTBd2zjxwRnwlJwPYQnWp2u6yI5Qbm+Y1e5b3W37gSrpQ9WjcFhxnX67oGLjDVWvQ/OYPZedx617rQTJwSrXvjrf4Fzg9WamaORYNX+u/dFK3wzULPGasKMVS9YbfxravBrrh+sxoXWXkDnBatt1KFcg76xbq734dZq//WDVfPDeIou/vKxuv8T3hq61szs8E2sf9Not0H4GvECAL/dM1oqotMriv0RQACBZIHm1lj1ZoeEvpA09dnVYFwNFSw8Iyp2fDaeRkj6TGbNPvo7AggUQ6DVYNX9DueFldYYbASr3v8dDi1P0An6uX5uPL0V/v5njtHBE3q1j2OHx+eae2Tvu03Nk5DmuzG8YDX4Lmp+tpTvibxi9MJMS+l+t5K9xq78H0bNyUvRz/q6+YXXD/1gNVhiLvk+JpwTlOs7dqatW+qTE6xWIVj1Z0dOiUypL0mw6gdj3ozV6DUbDladwdgbqLsXrIYfSTBmrKYQrMbVoVyDfviFZM7MqBb7rxeshmZBGT80RB73v82daRU/qzvyS2nNx0KHC6uX+mOGyiGAQLEEEpYCiFTCfOmj/yRJU8FqnR82jTXOo5+h5oxV5zPwr85TN8aPbjXBqv9UgVP4xj+GFqulKC0CCJRNoNVgNfr4fyRY9SYImMthzXCXCIijC00qqA2gvF3CM/7C36VqJh/499vRx7jNGau1k3wYr8vWt5urjx+SRjf3Z2DXfpanGayW/zt2c+3AVq0LEKxWJFg9zA8f3U4SMxvPCuYKOWM1GqwmLGMQnrHSrWA1PNPn9C9/Vwcucd6YmeaM1fIP+uFgta3+23KwGjez2fvxIWb5Bt5U2vonDnsggEABBLIMVpM/Q1sJVkOhbL3gtQCtQRERQKBKAmkHq4fJGQ+DJVOCdazN9w2YxtF7cONvoSe1ztAz85zvOOayLjXB6lHv0tF/vEcPOj9v6eLFs/XsLGsdbYLVKvXs5uoahO/+DGmjz3nvUunmjNXyf8duriXYqnUBgtXKBKtGaGr1k1CwGvzy438ZKdAaq/4Mw+gaq5FHUOSuL5vmjNXaNVaDl27YHwjy1hFKd43V8g/6tTd1oV8wm+m/LQerMetU+UsBxK3t8255fcpbOL31IZg9EEAAgbwJdBCsNrPGar01zidFXlZpfIa2FawmfFbkTZzyIIAAAo5AeN1/51F4Y6ZnzVMBjWasHiZ/zWn7+DHrmkYetz7XH4fNtSYj57GPEx+sRtfLlh+sxrzzIrrGqvckAk8YVPOCiF0+Iuj//ksyI+84SXON1fJ/x65m1+pFrQlWKxSsxn4w+78CGd3Ne2Qj8vKJ7B41j3zRmiT319foJXK6vF+ygr8kPVoSnrEavNhKOv0zF+vZz7lrcCassXrx4mDNIf9c3s1O6NHD03X6jNt0m/tijs/3fUn/ar9oy/0XfQmS8ZiDWTvvV7t6s26za59uDFVxv5bH3Fg203+bXgogpl38G1zvcaiYt1Hy4qpudACOiQACmQm0Hqyem/C5bK7JV/PG3riXR1pLAdT5DPVektV4KYDIzNcZp+u2W4MXZpXr8zKzjsKJEUCgGwJx97bWeUJrlUbuk71xM7rG6tmHhcJafyJA3DkSQttgAktQ2bilAN49Nu4e2Sl38IJD63+frtN1m26z3jVkndN42azJyVIA3ehc+T5m0vq6wRO1n9fF/f+qL1l9x/vn9tuae4yY79j++sMmg7t/db5j57sPFLl0BKulDVaL3C0pOwIIIIAAAgiURsD7Em990fF+sORHqdI0LxVBAAEEEEAAAQSqLECwSrBa5f5P3RFAAAEEEECgBwLR2SS1b5juQSE4BQIIIIAAAggggAACKQsQrBKsptylOBwCCCCAAAIIIIAAAggggAACCCCAAALlFyBYJVgtfy+nhggggAACCCCAAAIIIIAAAggggAACCKQsQLBKsJpyl+JwCCCAAAIIIIAAAggggAACCCCAAAIIlF+AYJVgtfy9nBoigAACCCCAAAIIIIAAAggggAACCCCQsgDBKsFqyl2KwyGAAAIIIIAAAggggAACCCCAAAIIIFB+AYJVgtXy93JqiAACCCCAAAIIIIAAAggggAACCCCAQMoCBKsEqyl3KQ6HAAIIIIAAAggggAACCCCAAAIIIIBA+QUIVglWy9/LqSECCCCAAAIIIIAAAggggAACCCCAAAIpCxCsEqym3KU4HAIIIIAAAggggAACCCCAAAIIIIAAAuUXIFglWC1/L6eGCCCAAAIIIIAAAggggAACCCCAAAIIpCxAsEqwmnKX4nAIIIAAAggggAACCCCAAAIIIIAAAgiUX4BgtcDBavm7JzVEAAEEEEAAAQQQQAABBBBAAAEEEEAgvwK777679txzTw0aNKilQr766qv29n/84x9b2s/a+KijjrL3eeGFF3TwwQe3vL+3w5/WLtPYwYdoyJAhbR1j0AaC1bbg2AkBBBBAAAEEEEAAAQQQQAABBBBAAIGqCxCsttEDdu7cqXW7ntCbx01tY29nl6eeekoHHHBAS/sPDAzopZde0iuvvKL999+/pX3ZGAEEEEAAAQQQQAABBBBAAAEEEEAAAQTSEXjuuedEsNqGJcFqG2jsggACCCCAAAIIIIAAAggggAACCCCAQEkECFYLvBQAM1ZLchVSDQQQQAABBBBAAAEEEEAAAQQQQACBwgkQrBKsFq7TUmAEEEAAAQQQQAABBBBAAAEEEEAAAQSyFiBYJVjNug9yfgQQQAABBBBAAAEEEEAAAQQQQAABBAonQLBKsFq4TkuBEUAAAQQQQAABBBBAAAEEEEAAAQQQyFqAYJVgNes+yPkRQAABBBBAAAEEEEAAAQQQQAABBBAonADBKsFq4TotBUYAAQQQQAABBBBAAAEEEEAAAQQQQCBrAYJVgtWs+yDnRwABBBBAAAEEEEAAAQQQQAABBBBAoHACBKsEq4XrtBQYAQQQQAABBBBAAAEEEEAAAQQQQACBrAUIVglWs+6DnB8BBBBAAAEEEEAAAQQQQAABBBBAAIHCCRCsViJYXaEF086R/m2pLphcuD5qFDiuHs5/W2JsNdOt5/ofXaLpVy0L/jL1Mt157XQp+t/dLbz97P+59k5dcuovdPwPr9X0cd4hIueafZOWfmyS88flCzTtX7xSTNVl/n7rdecl03W1Vwy3DPvYOyUfL1x283hFbr9Wyu64/eIf7tS173W0vH+2zc+Ot9vS+8uKr07TOYtm6qalF8hpEct2ofpC7ecewW7bq2X0jHAf+aQ0/9SrpXnhc1vnWNjn/LeavmWUb6q13zFL3f4zR/2nnqMlZl+RnP375wT9J6id01/k9NVwzY2TxNUh1Ld8rdrjufvWq5+zd6TvWv8p9hz1XM02Ccof317h69jZ2tjfq3PE0r+OzLL516/rH9v1rGOfoJ9b40fd9qkdY4LDueWLaQ+7H0T6bitXANsikJ1AQp+vucYaj6M146xxDGcciK9l8HkcMw7J+0yMH+djx9fQZ7Q7uhT+nii7HsKZEUCgWwJNjGtN3sfZY6ys7ypK/B5ob7Plw5p6+7ca3hfXG89j7xmtuzhjnPXLc8bT8ffhNfd3rrE7ftccq+bzI/n7Uvznjbl9E/d6RpM3Pp6xcUz5o73H/I7h/62J/brVCzkuAgi0LkCwWupgNfyFJBQctt5XMtwjuR7BTYMZcPbrspuP1y/OMoNR9xgHG2GoX6P1uvOrSzXtY1aQZX6whj+gwx96znb9fojWrzluqGcGf6utG5angpAsOIacwMsvjxEaywpp+/1wNi5IzLAxenbq+HrHBK7WDeYX+9Vnxesf9n48aBSsBu1VUyE/JKvX/sFeNX3Q+lNMsGdef4nBqnUTdb80c1F/fCjsHzs++HVuoN1rwdo27nhN1c+9XkIBb9x/8xyM68EIE2PbsIX2sm2968cvdySs9QKTxGA1IWC3ix5c7021T9wPLnFfcBK+9PTs4uFECHQkEDd+ep/D5o8JjcbR6N/Dn8OxXyRD5U4Yc+xrXu4PI7XXd834GvfllC+sHfUQdkYAgW4JNB+sLvN/ZHLKEh1TzfvT2HtV9x5I8y9T/9zOx3Pz+45doMg9UzhYjZ7PvR+r+QHf+hyYr/6DpSUKJiTEfX54kx7ivu823r7O94aYpk4+Xp8xycPaMb780UPWHq+5/brVCzkuAgi0LkCwWupg1esQzpeTfj90ar2j5GOP2npYH0Q/P9aciet+MFrB6jekucasv6Qwa8VXL9HTZ5gzU73AxfzCVvuBax1vvuZqrubb/38wOy3Y9qDvBbMcbUPry9y3+uzZiFboGpTdqNu+VlBolN3YJ3EGYz4aKOVSxNzk2Ddp4Zsxr13v7FtozALtNFjt1/Hz+nW1Mas0KQRoHKwuVN+8Pl39M6fdrTZM7otOf5nTP92fHRtGjQ8w7Vu3mFmwXplDx3MN69UvFGjGBR01P1AkeMf03Zbay9zfLXff7CWScc3bY4BmaslTgW842G4UrDbfPrUz2ZPbw9n2avUxKy7lcYHDdV8gafw0glF7xlGrX8TD41SjYDVxHPI/B6wZ5w2C1XrXoR2uBj9idt+VMyCAAAKNBJoNVhvfp4buT2Pun/3vJPaTWt0Yz8N1qR+set+93Ekr3o/0Xrl/2KeFRhmTPj+ccDUabtaGzv43ZH/7+M+TpNaKPX+ccUL5GwarTe7XqDfxdwQQ6J0AwSrBau96W8dn6kKwas/oOyHmkexGv1w6vyTqk9FA1vuF1rlBkfH4uB+s2jNtLtAk89yhD+PwsRt9+eyYNccHiNa9NjyMBNL+TVfnweoc+zHx4Et7R8HqD+dKXwx+3IgPVo0yrw4C+HCY3qhfmo2ZcLyEUMKsX70+Vy8UPmdRo2UrWmuv2C8F/yYtfG6W+0OGe638Qzi4bjlYbap94pYIqdceZflBK8cDBEXrkkByv/av/7aC1fATB40+2xr9PWnJl9AYFfdF11drZTztEjWHRQABBEICzQerje5Twz/8x3+Hspe4spevajVYjTxB5j4FUG8ZpMbBam0AGozn+4YmCSV+PiSM+Y237zxYjZtokVT+RsFqs/tx8SCAQH4ECFYJVvPTGxuWJO1gtU44mrhGp7FUQNx6k5FHgMMzbuIepTTWqKuz9lxxl3Fo2Kj1NwjNeIwJqmoCaS+8bBSsxq8NaDtbM4a9G8zIDGNvjdVQfOmvYWU8gh9aCsANZxUcd9+4NVZDdU0qfwtBQNLxjHLY4b4xg9qrXzvBqmMSWQ8xeo3Uba+YNVbN9bbMX++9Gd32sgLS3A/3a7pbDzuIjlmKIdrRnJv/1cFavI3aJ3Rc7wcVgtUOr3B2z6VAs8Fqo3G09u/ml2778zFujVV33LCe6ogbcwMy4/M46uiNHQSruexhFAoBBJIEWglW3UkaMfdx1tGjQV/4h3HjPPb9T2fjuVebeu+IaD1YDd/3m+VvHJR671xwStZ4e3fN/ZhmiQuL4z+/opMLkstfP1htfj+uIwQQyI8AwSrBan56Y8OSpBysJs5WtT+Ck19+ZARIwcuVgkApHIKGg6aps2dKT/Vp7rUHabG3Rqv9uEvwy6+1tEDoMRZ/PbnwTUJDrlJsEL3xi1kGwHxBmVVn+wu1tVB/vZdXNfvLfNDnTrg//kt+U0sBuC/R8m7s7DaOvLwq7iat9mauUb80IoeY0CJ4sZZX//j6tR+sRjpdZCmA2Jd+1Wmv+MfYZulpd7b4tN85y3Fcu/9iPyCuDVabWAqgifaxa1azxirBaimGGSoREWg2WG12HPW/codeSthoRmqjvzNjlY6LAALlE2gxWHW/P1jLvUXvU2vuT80fmmKWWvLeFVFjGvsDVWTGamxDtLoUQCQA9dfWNw/urPNd80Sgt0mGM1Zr7hHrlN+YilEb/LawX/n6PzVCoLgCBKsEqwXqvekGq9YNR3h9VpMicmOTsLans7aqNeut9s3isbB+mGsFfz/XCf5b7IO156y1QpPWbJ0+rkDNlVJRk8PIejNY6zzSU3cGU3gpB/vGx1jbs996ZCrypvdWglUvCNDs8CL8sQFB7Nq6ddb0bDTj1ft7dC2tmPqFZ1qbDWmssRh9SZY5YzT2Brf19kp6pNea8Ttfc3T8zxY6y3FEl06ImzEce+1Ev8A4/7u2fdwKxQarkfXAQnVnjdWUhgEO01OB7q2x2uySI1Z1k8chr3xz1H8qa6z2tGtwMgQQ6LJAq8Fq8n1q7f1pwmSBVu+LXYFgPDee/gnda4Xv+xrPWA3f49Zb/itpskOma6waIfcFk+PefRB4zHruktAEC/Ozse6yZ5O73P04PAIItC1AsEqw2nbn6f2O8cFq6E3o3ssorJdXnfULHe/ORPMfUfZfutNo5l9c4HKO5L+Ixvnwt/539MMxFEOFHvkO9rlgsvl/O3t4Nxz2S5h+drz/oqPaWXK9l8/0jPbj3v3qU7/6zDVtY4NHr4/cJP1LGjNWjbZZJCU+DiRrlmyDpQDcm01/1qbxmHvDNVfNG9XIchNe25ghhOKWGvBmYdvXRnimmTdbNqifG6DqsqAfeo/5h/6be/aEWdWhG9w22itxrUTv13xvqYHosdsOVt0bYWsWtLkMQSgsNccV7wvN1ZK9tIC7Im5CG2V6HXFyBJoWiPt8jFvKptUZq+HZSI1npMaNQ+5LIO2XTjURrFp1dtf+Cz1NEvffmvZhQwQQQKBbAnE/oEd+1I4JQmvv42qXArBLbE/wkGYuUjC5I5Vg1fyO5Nq490LeSzzrB6vu0i7+ElL1A+abdE7NUjHe/XXc8mlxnzfh7Rt9Lwy3d+znV6i+DQLyY39uPGkV/X7Y4AfDbnU9josAAh0JEKwSrHbUgXq7c9zLYGrXWPM+UGseOzbXe4wNeczaxHwgRh7N8EKo+uvsRJYCMMMX94udf1a/fJF1KiVVdo1VGyf+y3XSl3InjHuHZi76gpbEddDTPqypt39Ly+L+ZrVB7NtRk2eKtjZj1aiPH/LH9WuncPXXhIquh+U8HjUp8ot5qFdbaxbufaG0YJ39crUgCq5zI29Cxa0r7J4g9jF/BetNNW6vX6rP/yHEPaj51m5zbVhj6Qw7zKwbrMas3Wof3vKKm9mcMCvX2qVmxmr4y0OIyrzWeztQcjYEOhSo/Vy1D2he/7GPKrqnTRxHvR8unDc2W49yxq6xGvrMq/08tK9e+0fOJmZ2eRLRz9vKf6522EXYHQEEuicQN77WjL/RH7Zq7+Ni70/tH9kjT9mlMJ5PSjhGzbra1kQE++WHMWu6mj9oJ31Pc0Pgd8xeoi/UrNGd/ALV+t/V7DtuxyW2Vb376+CP8cczJmA0KL/3gmP/M9CrexP7RZcR6F5H5MgIINCKAMFqJYLVVroE2yKAAAIIIIAAAggggAACCCCAAAL5F9jwxzv0nd/8RM8Ofave/c4z9M6DRue/0JSwVAIEqwSrperQVAYBBBBAAAEEEEAAAQQQQAABBMousE2Pfv9CXfLHJ7XNr+qBOmPm13TeYcPLXnnqlyMBglWC1Rx1R4qCAAIIIIAAAggggAACCCCAAAIINBDY9qzu+MZ5un51EKvae+x1gRZdcopeByACPRIgWCVY7VFX4zQIIIAAAggggAACCCCAAAIIIIBAJwLWTNUFeuLvL9ApEzboJzf9s64JhatnaMHnz9VhnZyCfRFoQYBglWC1he7CpggggAACCCCAAAIIIIAAAggggEAWAsbj/4Pfqgv/+TO14eqEubrjvH8QK61m0T7VPCfBKsFqNXs+tUYAAQQQQAABBBBAAAEEEEAAgYIIxKypGg1X103R3PM+q3eOL0iVKGYpBAhWCVZL0ZGpBAIIIIAAAggggAACCCCAAAIIlFEgHKoeOOkSnbp+gbO+qhGuPrv+dTqQULWMHSDXdSJYJVjNdQelcAgggAACCCCAAAIIIIAAAgggUFWBaKh6vW58/2EavuoOXfC1BXrUYhk+Wws+OUeHDa+qEfXOUoBglWA1y/7HuRFAAAEEEEAAAQQQQAABBDyBtXfqklOv1jJTZOpluvPa6donpLRed14yXVfL+Ju9b7/mLL1Ak2JEV3x1ms7RTVp6xtO157C3n6rLfnitpo+TFFOOqfPu1LXvdUphH2tR7Ulm/ttSXTDZ3kILpp2jJbNv0tKPBaVZ/6NLNL1/TvDf7PP8Qsd753UP6Rx/pm5KqAsdpioCCaHqmp9o7v+7Vr/dJWnosTz+X5XukNN6EqwSrOa0a1IsBBBAAAEEEEAAAQQQQKBCAm6YKSPA9ENMKxA1AkotX6Bp90szF/WrLxSGNhusJm/nhaqhckTKZgWfC/uCoNVuJatM/9LvhrNusCopCFulpoJV61xf7Feflkgf9oLaCvUDquoKEKrSFYohQLBKsFqMnkopEUAAAQQQQAABBBBAAIHSCjhBZH8kVLWqWxNGujNGrWBzTv/0IOBsacZqUrCaXA4vcO37t6U64f6YYNWepbrQDXrd/3ten67+WZ8/47aZYNXb5s6+heHZraVteypWK0CoSq8ojgDBKsFqcXorJUUAAQQQQAABBBBAAAEESilghpKNKmhsu3qBpn3LDS5TC1a9cDRaDmf5gf4PJwSr9oxVuY/ve2WcK33R2cdaIqBxsBqc44J96y9t0EiJvxdVgFC1qC1X1XITrBKsVrXvU28EEEAAAQQQQAABBBBAICcCLQSrVoDphanmLFF1tsaqs4bqamPWaf1gtXaNVXNNVKM+Rrn2bbTGaigcNkJWe91W/pVfgFC1/G1cvhoSrBKslq9XUyMEEEAAAQQQQAABBBBAoFACzQercS+OskPRY5a28PKqeksBpDlj1XkZlrcm61zNr/vyKntG61WhV3dJkRdgFapZKWwLAoSqLWCxaY4ECFYJVnPUHSkKAggggAACCCCAAAIIIFBFgTprmybNUB3nOnl//6Q0/9ROX17VwRqrodmm0aDY+d+aLS3RnOBFXPY+v9Dx9gu4YmaoNljeoIo9pZx13qZHb79Ql/zhSW2TdOCk63Xj+w/T8DU/0dz/d61+u0vS0GM197zP6p3jyylArYorQLBKsFrc3kvJEUAAAQQQQAABBBBAAIGyCNgh4tVS5AVW9gzVpy6zXwCl6KP0dt3dEPPm4/WLszoNViXvJVWhckTK5s1Avfa9+wT6dYNVd31VazaqOQPVDFbN9WL9o7IcQFm6d/16PKlFV52nf/+btdVwveGoa3Ttsc9oPqFqNZq/4LUkWCVYLXgXpvgIIIAAAggggAACCCCAQEkE3AAz/DC8t3ZpcshoB517XygtuF6RB+ltGGupgDn903WObtLSM56uu2SAvUNMOZw1WJ0gNTZYtQPec9SfuFarU/6rD74pdsbqQd+bpoV9wTm8Fq154etVfkoAABM2SURBVFVJmppqGALrfqK511+r38ahMFOVrpJzAYJVgtWcd1GKhwACCCCAAAIIIIAAAggggAACZRXY9ocFevftd9RWj1C1rE1eqnoRrBKslqpDUxkEEEAAAQQQQAABBBBAAAEEECiOwJN3fFDn/v6v4QITqhanASteUoJVgtWKXwJUHwEEEEAAAQQQ+P/t2DFunFUYheE7HimiwHJlIYogMcINaUxDxzZovafswKtgCW7TufMCrJEly4URjZEDDZAUc2Ju4J6nxnf+fA+negkQIECAAAECn0fgbvzy9ufx9v678ebrH8ZP3/843nx7Nr756svx6ujz/It8lcAhAsKqsHrIXvwtAQIECBAgQIAAAQIECBAgQODFBH77dYxXX7zYz/khAlMFhFVhdergfIwAAQIECBAgQIAAAQIECBAgQIDACgLCqrC6wo7dQIAAAQIECBAgQIAAAQIECBAgQGCqgLAqrE4dnI8RIECAAAECBAgQIECAAAECBAgQWEFAWBVWV9ixGwgQIECAAAECBAgQIECAAAECBAhMFRBWhdWpg/MxAgQIECBAgAABAgQIECBAgAABAisICKvC6go7dgMBAgQIECBAgAABAgQIECBAgACBqQLCqrA6dXA+RoAAAQIECBAgQIAAAQIECBAgQGAFAWFVWF1hx24gQIAAAQIECBAgQIAAAQIECBAgMFVAWBVWpw7OxwgQIECAAAECBAgQIECAAAECBAisICCsCqsr7NgNBAgQIECAAAECBAgQIECAAAECBKYKCKvC6tTB+RgBAgQIECBAgAABAgQIECBAgACBFQSEVWF1hR27gQABAgQIECBAgAABAgQIECBAgMBUAWFVWJ06OB8jQIAAAQIECBAgQIAAAQIECBAgsIKAsCqsrrBjNxAgQIAAAQIECBAgQIAAAQIECBCYKiCsCqtTB+djBAgQIECAAAECBAgQIECAAAECBFYQEFaF1RV27AYCBAgQIECAAAECBAgQIECAAAECUwWEVWF16uB8jAABAgQIECBAgAABAgQIECBAgMAKAsKqsLrCjt1AgAABAgQIECBAgAABAgQIECBAYKqAsCqsTh2cjxEgQIAAAQIECBAgQIAAAQIECBBYQUBYFVZX2LEbCBAgQIAAAQIECBAgQIAAAQIECEwVEFaF1amD8zECBAgQIECAAAECBAgQIECAAAECKwgIq8LqCjt2AwECBAgQIECAAAECBAgQIECAAIGpAsKqsDp1cD5GgAABAgQIECBAgAABAgQIECBAYAUBYVVYXWHHbiBAgAABAgQIECBAgAABAgQIECAwVUBY/R+H1d1uN3UsPkaAAAECBAgQIECAAAECBAgQIECAwB8CNzc34/j4eJycnIzNZnMQy+Pj4/u/f/fu3UHvnv/4/Pz8/Zv9fj8+pQ9e316N06Ozsd1uD/43PD/Y3AmrEZxHBAgQIECAAAECBAgQIECAAAECBJoFhFVhtXn/bidAgAABAgQIECBAgAABAgQIECAQCQirwmo0HI8IECBAgAABAgQIECBAgAABAgQINAsIq8Jq8/7dToAAAQIECBAgQIAAAQIECBAgQCASEFaF1Wg4HhEgQIAAAQIECBAgQIAAAQIECBBoFhBWhdXm/budAAECBAgQIECAAAECBAgQIECAQCQgrAqr0XA8IkCAAAECBAgQIECAAAECBAgQINAsIKwKq837dzsBAgQIECBAgAABAgQIECBAgACBSEBYFVaj4XhEgAABAgQIECBAgAABAgQIECBAoFlAWBVWm/fvdgIECBAgQIAAAQIECBAgQIAAAQKRgLAqrEbD8YgAAQIECBAgQIAAAQIECBAgQIBAs4CwKqw279/tBAgQIECAAAECBAgQIECAAAECBCIBYVVYjYbjEQECBAgQIECAAAECBAgQIECAAIFmAWFVWG3ev9sJECBAgAABAgQIECBAgAABAgQIRALCqrAaDccjAgQIECBAgAABAgQIECBAgAABAs0Cwqqw2rx/txMgQIAAAQIECBAgQIAAAQIECBCIBIRVYTUajkcECBAgQIAAAQIECBAgQIAAAQIEmgWEVWG1ef9uJ0CAAAECBAgQIECAAAECBAgQIBAJCKvCajQcjwgQIECAAAECBAgQIECAAAECBAg0Cwirwmrz/t1OgAABAgQIECBAgAABAgQIECBAIBIQVoXVaDgeESBAgAABAgQIECBAgAABAgQIEGgWEFaF1eb9u50AAQIECBAgQIAAAQIECBAgQIBAJCCsCqvRcDwiQIAAAQIECBAgQIAAAQIECBAg0CwgrAqrzft3OwECBAgQIECAAAECBAgQIECAAIFIQFgVVqPheESAAAECBAgQIECAAAECBAgQIECgWUBYFVab9+92AgQIECBAgAABAgQIECBAgAABApGAsCqsRsPxiAABAgQIECBAgAABAgQIECBAgECzgLAqrDbv3+0ECBAgQIAAAQIECBAgQIAAAQIEIgFhVViNhuMRAQIECBAgQIAAAQIECBAgQIAAgWYBYVVYbd6/2wkQIECAAAECBAgQIECAAAECBAhEAsKqsBoNxyMCBAgQIECAAAECBAgQIECAAAECzQLCqrDavH+3EyBAgAABAgQIECBAgAABAgQIEIgEhFVhNRqORwQIECBAgAABAgQIECBAgAABAgSaBYRVYbV5/24nQIAAAQIECBAgQIAAAQIECBAgEAkIq8JqNByPCBAgQIAAAQIECBAgQIAAAQIECDQLCKvCavP+3U6AAAECBAgQIECAAAECBAgQIEAgEhBWhdVoOB4RIECAAAECBAgQIECAAAECBAgQaBYQVoXV5v27nQABAgQIECBAgAABAgQIECBAgEAkIKwKq9FwPCJAgAABAgQIECBAgAABAgQIECDQLCCsCqvN+3c7AQIECBAgQIAAAQIECBAgQIAAgUhAWBVWo+F4RIAAAQIECBAgQIAAAQIECBAgQKBZQFgVVpv373YCBAgQIECAAAECBAgQIECAAAECkYCwKqxGw/GIAAECBAgQIECAAAECBAgQIECAQLOAsCqsNu/f7QQIECBAgAABAgQIECBAgAABAgQiAWFVWI2G4xEBAgQIECBAgAABAgQIECBAgACBZgFhVVht3r/bCRAgQIAAAQIECBAgQIAAAQIECEQCwqqwGg3HIwIECBAgQIAAAQIECBAgQIAAAQLNAsKqsNq8f7cTIECAAAECBAgQIECAAAECBAgQiASEVWE1Go5HBAgQIECAAAECBAgQIECAAAECBJoFhFVhtXn/bidAgAABAgQIECBAgAABAgQIECAQCbxEWI0+/Oej/X4/drtd/BPXt1fj9OhsbLfb6Dc2d8JqBOcRAQIECBAgQIAAAQIECBAgQIAAgWYBYVVYbd6/2wkQIECAAAECBAgQIECAAAECBAhEAsKqsBoNxyMCBAgQIECAAAECBAgQIECAAAECzQLCqrDavH+3EyBAgAABAgQIECBAgAABAgQIEIgEhFVhNRqORwQIECBAgAABAgQIECBAgAABAgSaBYRVYbV5/24nQIAAAQIECBAgQIAAAQIECBAgEAkIq8JqNByPCBAgQIAAAQIECBAgQIAAAQIECDQLCKvCavP+3U6AAAECBAgQIECAAAECBAgQIEAgEhBWhdVoOB4RIECAAAECBAgQIECAAAECBAgQaBYQVoXV5v27nQABAgQIECBAgAABAgQIECBAgEAkIKwKq9FwPCJAgAABAgQIECBAgAABAgQIECDQLCCsCqvN+3c7AQIECBAgQIAAAQIECBAgQIAAgUhAWBVWo+F4RIAAAQIECBAgQIAAAQIECBAgQKBZQFgVVpv373YCBAgQIECAAAECBAgQIECAAAECkYCwKqxGw/GIAAECBAgQIECAAAECBAgQIECAQLOAsCqsNu/f7QQIECBAgAABAgQIECBAgAABAgQiAWFVWI2G4xEBAgQIECBAgAABAgQIECBAgACBZgFhVVht3r/bCRAgQIAAAQIECBAgQIAAAQIECEQCwqqwGg3HIwIECBAgQIAAAQIECBAgQIAAAQLNAsKqsNq8f7cTIECAAAECBAgQIECAAAECBAgQiASEVWE1Go5HBAgQIECAAAECBAgQIECAAAECBJoFhFVhtXn/bidAgAABAgQIECBAgAABAgQIECAQCQirwmo0HI8IECBAgAABAgQIECBAgAABAgQINAsIq8Jq8/7dToAAAQIECBAgQIAAAQIECBAgQCASEFaF1Wg4HhEgQIAAAQIECBAgQIAAAQIECBBoFhBWhdXm/budAAECBAgQIECAAAECBAgQIECAQCQgrAqr0XA8IkCAAAECBAgQIECAAAECBAgQINAsIKwKq837dzsBAgQIECBAgAABAgQIECBAgACBSEBYFVaj4XhEgAABAgQIECBAgAABAgQIECBAoFlAWBVWm/fvdgIECBAgQIAAAQIECBAgQIAAAQKRgLAqrEbD8YgAAQIECBAgQIAAAQIECBAgQIBAs4CwKqw279/tBAgQIECAAAECBAgQIECAAAECBCIBYVVYjYbjEQECBAgQIECAAAECBAgQIECAAIFmAWFVWG3ev9sJECBAgAABAgQIECBAgAABAgQIRALCqrAaDccjAgQIECBAgAABAgQIECBAgAABAs0Cwqqw2rx/txMgQIAAAQIECBAgQIAAAQIECBCIBIRVYTUajkcECBAgQIAAAQIECBAgQIAAAQIEmgWEVWG1ef9uJ0CAAAECBAgQIECAAAECBAgQIBAJCKvCajQcjwgQIECAAAECBAgQIECAAAECBAg0Cwirwmrz/t1OgAABAgQIECBAgAABAgQIECBAIBIQVoXVaDgeESBAgAABAgQIECBAgAABAgQIEGgWEFaF1eb9u50AAQIECBAgQIAAAQIECBAgQIBAJCCsCqvRcDwiQIAAAQIECBAgQIAAAQIECBAg0CwgrAqrzft3OwECBAgQIECAAAECBAgQIECAAIFIQFgVVqPheESAAAECBAgQIECAAAECBAgQIECgWUBYFVab9+92AgQIECBAgAABAgQIECBAgAABApGAsCqsRsPxiAABAgQIECBAgAABAgQIECBAgECzgLAqrDbv3+0ECBAgQIAAAQIECBAgQIAAAQIEIgFhVViNhuMRAQIECBAgQIAAAQIECBAgQIAAgWYBYVVYbd6/2wkQIECAAAECBAgQIECAAAECBAhEAsKqsBoNxyMCBAgQIECAAAECBAgQIECAAAECzQLCqrDavH+3EyBAgAABAgQIECBAgAABAgQIEIgEhFVhNRqORwQIECBAgAABAgQIECBAgAABAgSaBYRVYbV5/24nQIAAAQIECBAgQIAAAQIECBAgEAkIq8JqNByPCBAgQIAAAQIECBAgQIAAAQIECDQLCKvCavP+3U6AAAECBAgQIECAAAECBAgQIEAgEhBWhdVoOB4RIECAAAECBAgQIECAAAECBAgQaBYQVoXV5v27nQABAgQIECBAgAABAgQIECBAgEAkIKwKq9FwPCJAgAABAgQIECBAgAABAgQIECDQLCCsCqvN+3c7AQIECBAgQIAAAQIECBAgQIAAgUhAWBVWo+F4RIAAAQIECBAgQIAAAQIECBAgQKBZQFgVVpv373YCBAgQIECAAAECBAgQIECAAAECkYCwKqxGw/GIAAECBAgQIECAAAECBAgQIECAQLOAsCqsNu/f7QQIECBAgAABAgQIECBAgAABAgQiAWFVWI2G4xEBAgQIECBAgAABAgQIECBAgACBZgFhVVht3r/bCRAgQIAAAQIECBAgQIAAAQIECEQCwqqwGg3HIwIECBAgQIAAAQIECBAgQIAAAQLNAsKqsNq8f7cTIECAAAECBAgQIECAAAECBAgQiASEVWE1Go5HBAgQIECAAAECBAgQIECAAAECBJoFhFVhtXn/bidAgAABAgQIECBAgAABAgQIECAQCQirwmo0HI8IECBAgAABAgQIECBAgAABAgQINAsIq8Jq8/7dToAAAQIECBAgQIAAAQIECBAgQCASEFaF1Wg4HhEgQIAAAQIECBAgQIAAAQIECBBoFhBWhdXm/budAAECBAgQIECAAAECBAgQIECAQCQgrAqr0XA8IkCAAAECBAgQIECAAAECBAgQINAsIKwKq837dzsBAgQIECBAgAABAgQIECBAgACBSEBYFVaj4XhEgAABAgQIECBAgAABAgQIECBAoFlAWBVWm/fvdgIECBAgQIAAAQIECBAgQIAAAQKRgLAqrEbD8YgAAQIECBAgQIAAAQIECBAgQIBAs4CwKqw279/tBAgQIECAAAECBAgQIECAAAECBCIBYVVYjYbjEQECBAgQIECAAAECBAgQIECAAIFmgZcOqxcXFx/lvLy8/Md/2+/3Y7fbxf8Lrm+vxunR2dhut9FvbO6E1QjOIwIECBAgQIAAAQIECBAgQIAAAQLNAi8dVp8tPxRXPxRVn/9WWH39+qD9PT09jfv7+/Hw8PBJRfqgj/pjAgQIECBAgAABAgQIECBAgAABAgT+IvBvhNW/x9WPRdX/Qlj9HW5yiJaaVF5Q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20" name="19 Rectángulo redondeado"/>
          <p:cNvSpPr/>
          <p:nvPr/>
        </p:nvSpPr>
        <p:spPr>
          <a:xfrm>
            <a:off x="7187038" y="4820479"/>
            <a:ext cx="287187" cy="2981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21" name="20 Grupo"/>
          <p:cNvGrpSpPr/>
          <p:nvPr/>
        </p:nvGrpSpPr>
        <p:grpSpPr>
          <a:xfrm flipH="1">
            <a:off x="4500561" y="1720234"/>
            <a:ext cx="2665547" cy="3239392"/>
            <a:chOff x="5729176" y="1775902"/>
            <a:chExt cx="1191284" cy="1140874"/>
          </a:xfrm>
        </p:grpSpPr>
        <p:cxnSp>
          <p:nvCxnSpPr>
            <p:cNvPr id="22" name="2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2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479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69" y="1868509"/>
            <a:ext cx="8425140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59634" y="769137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Pre Inscritos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22769" y="1136419"/>
            <a:ext cx="8652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/>
              <a:t>Para realizar la edición de la universidad correspondiente al estudiante presione el icono «      », perteneciente a la columna «Universidad»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27" t="76517" r="17643" b="20117"/>
          <a:stretch/>
        </p:blipFill>
        <p:spPr bwMode="auto">
          <a:xfrm>
            <a:off x="7047047" y="1196600"/>
            <a:ext cx="238125" cy="216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 redondeado"/>
          <p:cNvSpPr/>
          <p:nvPr/>
        </p:nvSpPr>
        <p:spPr>
          <a:xfrm>
            <a:off x="1478443" y="2480395"/>
            <a:ext cx="6035540" cy="992501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7" name="6 Conector recto de flecha"/>
          <p:cNvCxnSpPr/>
          <p:nvPr/>
        </p:nvCxnSpPr>
        <p:spPr>
          <a:xfrm>
            <a:off x="4572000" y="1588791"/>
            <a:ext cx="0" cy="85184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17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59026" y="3104835"/>
            <a:ext cx="8905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 smtClean="0"/>
              <a:t>REPORTE</a:t>
            </a:r>
            <a:endParaRPr lang="es-CO" sz="3600" b="1" dirty="0"/>
          </a:p>
        </p:txBody>
      </p:sp>
    </p:spTree>
    <p:extLst>
      <p:ext uri="{BB962C8B-B14F-4D97-AF65-F5344CB8AC3E}">
        <p14:creationId xmlns:p14="http://schemas.microsoft.com/office/powerpoint/2010/main" val="290553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69" y="1868510"/>
            <a:ext cx="8425140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59634" y="769137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REPORTE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22769" y="1136419"/>
            <a:ext cx="8652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 smtClean="0"/>
              <a:t>Para generar el reporte de transferencia externa, deberá seleccionar la sede y luego ubicarse en la pestaña «Reporte» y completar los filtros de búsqueda: año, periodo</a:t>
            </a:r>
            <a:r>
              <a:rPr lang="es-CO" sz="1400" dirty="0"/>
              <a:t> </a:t>
            </a:r>
            <a:r>
              <a:rPr lang="es-CO" sz="1400" dirty="0" smtClean="0"/>
              <a:t>y fecha, posteriormente presionar el botón «Generar».</a:t>
            </a:r>
            <a:endParaRPr lang="es-CO" sz="14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28750" y="1704082"/>
            <a:ext cx="0" cy="107887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14 Rectángulo redondeado"/>
          <p:cNvSpPr/>
          <p:nvPr/>
        </p:nvSpPr>
        <p:spPr>
          <a:xfrm>
            <a:off x="440124" y="2842591"/>
            <a:ext cx="7401850" cy="1341783"/>
          </a:xfrm>
          <a:prstGeom prst="roundRect">
            <a:avLst>
              <a:gd name="adj" fmla="val 699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9554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6" t="10550" r="22205" b="8445"/>
          <a:stretch/>
        </p:blipFill>
        <p:spPr bwMode="auto">
          <a:xfrm>
            <a:off x="1441174" y="1665284"/>
            <a:ext cx="6567114" cy="46487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59634" y="769137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REPORTE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22769" y="1215931"/>
            <a:ext cx="86522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 smtClean="0"/>
              <a:t>El reporte es generado en un documento PDF. Ejemplo: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95682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CBC7BE97-36A5-45E9-8969-658B3A09C1E9}"/>
</file>

<file path=customXml/itemProps2.xml><?xml version="1.0" encoding="utf-8"?>
<ds:datastoreItem xmlns:ds="http://schemas.openxmlformats.org/officeDocument/2006/customXml" ds:itemID="{ABFA4744-EA86-4727-ABC9-E280C30CD5E9}"/>
</file>

<file path=customXml/itemProps3.xml><?xml version="1.0" encoding="utf-8"?>
<ds:datastoreItem xmlns:ds="http://schemas.openxmlformats.org/officeDocument/2006/customXml" ds:itemID="{8ECD3325-09D3-4911-B384-A9A0F8330677}"/>
</file>

<file path=docProps/app.xml><?xml version="1.0" encoding="utf-8"?>
<Properties xmlns="http://schemas.openxmlformats.org/officeDocument/2006/extended-properties" xmlns:vt="http://schemas.openxmlformats.org/officeDocument/2006/docPropsVTypes">
  <TotalTime>1993</TotalTime>
  <Words>458</Words>
  <Application>Microsoft Office PowerPoint</Application>
  <PresentationFormat>Presentación en pantalla (4:3)</PresentationFormat>
  <Paragraphs>36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67</cp:revision>
  <dcterms:created xsi:type="dcterms:W3CDTF">2017-01-26T20:10:20Z</dcterms:created>
  <dcterms:modified xsi:type="dcterms:W3CDTF">2018-07-05T21:36:27Z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