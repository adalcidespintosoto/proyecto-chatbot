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9" r:id="rId2"/>
    <p:sldId id="265" r:id="rId3"/>
    <p:sldId id="266" r:id="rId4"/>
    <p:sldId id="267" r:id="rId5"/>
    <p:sldId id="262" r:id="rId6"/>
    <p:sldId id="264" r:id="rId7"/>
    <p:sldId id="263" r:id="rId8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8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07/10/2017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REPORTE DE GRUPOS SIN ESTUDIANTES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71" y="1773127"/>
            <a:ext cx="8289458" cy="46455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“Portales”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869310" y="2290119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08500" y="1721434"/>
            <a:ext cx="2322710" cy="738000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40421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73127"/>
            <a:ext cx="8331200" cy="46689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«Profesores y </a:t>
            </a:r>
            <a:r>
              <a:rPr lang="es-CO" sz="1600" smtClean="0"/>
              <a:t>Administrativos», </a:t>
            </a:r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“Ingresar”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332110" y="4572000"/>
            <a:ext cx="3468490" cy="12573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824279" y="1811227"/>
            <a:ext cx="773691" cy="340847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51671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65232"/>
            <a:ext cx="8322624" cy="466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deberá seleccionar el módulo “Asignación Académica</a:t>
            </a:r>
            <a:r>
              <a:rPr lang="es-CO" sz="1600" dirty="0" smtClean="0"/>
              <a:t>”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078351" y="2886813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2171700" y="1504791"/>
            <a:ext cx="2375141" cy="180551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3824" y="18149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  <p:sp>
        <p:nvSpPr>
          <p:cNvPr id="10" name="7 Rectángulo"/>
          <p:cNvSpPr/>
          <p:nvPr/>
        </p:nvSpPr>
        <p:spPr>
          <a:xfrm>
            <a:off x="5888580" y="1977266"/>
            <a:ext cx="1108568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23190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90632"/>
            <a:ext cx="8322624" cy="466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Se debe seleccionar el </a:t>
            </a:r>
            <a:r>
              <a:rPr lang="es-CO" sz="1600" dirty="0" smtClean="0"/>
              <a:t>año </a:t>
            </a:r>
            <a:r>
              <a:rPr lang="es-CO" sz="1600" dirty="0"/>
              <a:t>y </a:t>
            </a:r>
            <a:r>
              <a:rPr lang="es-CO" sz="1600" dirty="0" smtClean="0"/>
              <a:t>período </a:t>
            </a:r>
            <a:r>
              <a:rPr lang="es-CO" sz="1600" dirty="0"/>
              <a:t>en el cual se trabajará, por defecto se mostrará el período actual. Este periodo es el que le indicará al sistema la información que mostrará en todo el módulo.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865751" y="2785213"/>
            <a:ext cx="2972949" cy="3135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876801" y="1751010"/>
            <a:ext cx="914400" cy="118264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8" name="7 Rectángulo"/>
          <p:cNvSpPr/>
          <p:nvPr/>
        </p:nvSpPr>
        <p:spPr>
          <a:xfrm>
            <a:off x="7674312" y="1834805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63" y="1790632"/>
            <a:ext cx="8346889" cy="46777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165100" y="1166236"/>
            <a:ext cx="4203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definir el período, se deberá seleccionar en el menú la opción: </a:t>
            </a:r>
            <a:r>
              <a:rPr lang="es-CO" sz="1600" dirty="0" smtClean="0"/>
              <a:t>«Reporte»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79277" y="4410813"/>
            <a:ext cx="1373324" cy="3135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1076070" y="1752532"/>
            <a:ext cx="0" cy="258208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8 Rectángulo redondeado"/>
          <p:cNvSpPr/>
          <p:nvPr/>
        </p:nvSpPr>
        <p:spPr>
          <a:xfrm>
            <a:off x="6297170" y="3540348"/>
            <a:ext cx="2186430" cy="8128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0" name="CuadroTexto 2"/>
          <p:cNvSpPr txBox="1"/>
          <p:nvPr/>
        </p:nvSpPr>
        <p:spPr>
          <a:xfrm>
            <a:off x="4648200" y="1142357"/>
            <a:ext cx="431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Posteriormente seleccionar dentro de las opciones, el reporte «Grupos sin Estudiantes»</a:t>
            </a:r>
          </a:p>
        </p:txBody>
      </p:sp>
      <p:grpSp>
        <p:nvGrpSpPr>
          <p:cNvPr id="11" name="10 Grupo"/>
          <p:cNvGrpSpPr/>
          <p:nvPr/>
        </p:nvGrpSpPr>
        <p:grpSpPr>
          <a:xfrm flipH="1">
            <a:off x="5404252" y="1727132"/>
            <a:ext cx="854817" cy="2219616"/>
            <a:chOff x="5729176" y="1775902"/>
            <a:chExt cx="1191284" cy="1140874"/>
          </a:xfrm>
        </p:grpSpPr>
        <p:cxnSp>
          <p:nvCxnSpPr>
            <p:cNvPr id="12" name="11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" name="12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4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Grupos sin Estudiantes</a:t>
            </a:r>
          </a:p>
        </p:txBody>
      </p:sp>
      <p:sp>
        <p:nvSpPr>
          <p:cNvPr id="16" name="7 Rectángulo"/>
          <p:cNvSpPr/>
          <p:nvPr/>
        </p:nvSpPr>
        <p:spPr>
          <a:xfrm>
            <a:off x="7674310" y="1846141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079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62" y="1790631"/>
            <a:ext cx="8346890" cy="46777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9" name="8 Rectángulo redondeado"/>
          <p:cNvSpPr/>
          <p:nvPr/>
        </p:nvSpPr>
        <p:spPr>
          <a:xfrm>
            <a:off x="1826770" y="2794001"/>
            <a:ext cx="1272030" cy="304800"/>
          </a:xfrm>
          <a:prstGeom prst="roundRect">
            <a:avLst>
              <a:gd name="adj" fmla="val 8926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El reporte se puede imprimir y generar en Excel con los botones correspondientes</a:t>
            </a:r>
            <a:endParaRPr lang="es-CO" sz="1600" dirty="0"/>
          </a:p>
        </p:txBody>
      </p:sp>
      <p:grpSp>
        <p:nvGrpSpPr>
          <p:cNvPr id="10" name="9 Grupo"/>
          <p:cNvGrpSpPr/>
          <p:nvPr/>
        </p:nvGrpSpPr>
        <p:grpSpPr>
          <a:xfrm>
            <a:off x="3154501" y="1555800"/>
            <a:ext cx="1417499" cy="1390601"/>
            <a:chOff x="5729176" y="1775902"/>
            <a:chExt cx="1191284" cy="1140874"/>
          </a:xfrm>
        </p:grpSpPr>
        <p:cxnSp>
          <p:nvCxnSpPr>
            <p:cNvPr id="11" name="10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3" name="7 Rectángulo"/>
          <p:cNvSpPr/>
          <p:nvPr/>
        </p:nvSpPr>
        <p:spPr>
          <a:xfrm>
            <a:off x="7664373" y="1834805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4867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C3045F52-94CC-43B6-9C78-0498E8E561C5}"/>
</file>

<file path=customXml/itemProps2.xml><?xml version="1.0" encoding="utf-8"?>
<ds:datastoreItem xmlns:ds="http://schemas.openxmlformats.org/officeDocument/2006/customXml" ds:itemID="{53600190-76F5-4863-861E-DF25E6E76D1C}"/>
</file>

<file path=customXml/itemProps3.xml><?xml version="1.0" encoding="utf-8"?>
<ds:datastoreItem xmlns:ds="http://schemas.openxmlformats.org/officeDocument/2006/customXml" ds:itemID="{82BEF1F9-0523-4DAF-8BB5-F8972E340CB1}"/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162</Words>
  <Application>Microsoft Office PowerPoint</Application>
  <PresentationFormat>Presentación en pantalla (4:3)</PresentationFormat>
  <Paragraphs>13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30</cp:revision>
  <dcterms:created xsi:type="dcterms:W3CDTF">2017-01-26T20:10:20Z</dcterms:created>
  <dcterms:modified xsi:type="dcterms:W3CDTF">2017-10-07T15:49:11Z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ediaServiceImageTags">
    <vt:lpwstr/>
  </property>
</Properties>
</file>