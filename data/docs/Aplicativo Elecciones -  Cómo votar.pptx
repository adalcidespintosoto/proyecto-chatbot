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20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1057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255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APLICATIVO ELECCIONES 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CO" sz="2800" b="0" i="0" u="none" strike="noStrike" cap="none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60 en negrita alineado a la izquierda)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¿Cómo votar?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F013258-CCC3-4D44-BAA1-CEF2A96AF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30" y="2853189"/>
            <a:ext cx="11504939" cy="3772806"/>
          </a:xfrm>
          <a:prstGeom prst="rect">
            <a:avLst/>
          </a:prstGeom>
        </p:spPr>
      </p:pic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43530" y="1681500"/>
            <a:ext cx="11178570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ingresar podrá visualizar un listado con todas las elecciones en las que podrá participar según su rol dentro de la institución. Para iniciar, seleccione el botón “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Votar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de la elección en la que desea participar.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50;p21">
            <a:extLst>
              <a:ext uri="{FF2B5EF4-FFF2-40B4-BE49-F238E27FC236}">
                <a16:creationId xmlns:a16="http://schemas.microsoft.com/office/drawing/2014/main" id="{547C0CD7-BCCC-4A24-A8CD-20C1EAE36040}"/>
              </a:ext>
            </a:extLst>
          </p:cNvPr>
          <p:cNvSpPr/>
          <p:nvPr/>
        </p:nvSpPr>
        <p:spPr>
          <a:xfrm>
            <a:off x="1957452" y="5251567"/>
            <a:ext cx="9564648" cy="905393"/>
          </a:xfrm>
          <a:prstGeom prst="roundRect">
            <a:avLst>
              <a:gd name="adj" fmla="val 16667"/>
            </a:avLst>
          </a:prstGeom>
          <a:noFill/>
          <a:ln w="571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835C96B-43EF-46BD-863B-FD45E15C6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00" y="2937510"/>
            <a:ext cx="10972800" cy="3371850"/>
          </a:xfrm>
          <a:prstGeom prst="rect">
            <a:avLst/>
          </a:prstGeom>
        </p:spPr>
      </p:pic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43530" y="1681500"/>
            <a:ext cx="1117857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Haga clic sobre la foto del candidato por el que desea votar, el sistema le solicitará confirmación de la acción. 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25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43530" y="1681500"/>
            <a:ext cx="1117857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finalizar, el sistema automáticamente volverá a la pantalla de inicio, indicándole que su voto ha sido enviado con éxito.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61BF375-D4F2-478A-A509-06710FB53F66}"/>
              </a:ext>
            </a:extLst>
          </p:cNvPr>
          <p:cNvGrpSpPr/>
          <p:nvPr/>
        </p:nvGrpSpPr>
        <p:grpSpPr>
          <a:xfrm>
            <a:off x="990600" y="2532810"/>
            <a:ext cx="10531500" cy="3777996"/>
            <a:chOff x="990600" y="2532810"/>
            <a:chExt cx="10531500" cy="3777996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82F92E20-10CF-4D97-9E6F-9EFC0A2F4F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7545" b="6646"/>
            <a:stretch/>
          </p:blipFill>
          <p:spPr>
            <a:xfrm>
              <a:off x="990600" y="2532810"/>
              <a:ext cx="10210800" cy="3777996"/>
            </a:xfrm>
            <a:prstGeom prst="rect">
              <a:avLst/>
            </a:prstGeom>
          </p:spPr>
        </p:pic>
        <p:sp>
          <p:nvSpPr>
            <p:cNvPr id="7" name="Google Shape;150;p21">
              <a:extLst>
                <a:ext uri="{FF2B5EF4-FFF2-40B4-BE49-F238E27FC236}">
                  <a16:creationId xmlns:a16="http://schemas.microsoft.com/office/drawing/2014/main" id="{4C10ABE8-83D0-4069-ABFE-20F0321D0A22}"/>
                </a:ext>
              </a:extLst>
            </p:cNvPr>
            <p:cNvSpPr/>
            <p:nvPr/>
          </p:nvSpPr>
          <p:spPr>
            <a:xfrm>
              <a:off x="8412480" y="5821680"/>
              <a:ext cx="3109620" cy="487680"/>
            </a:xfrm>
            <a:prstGeom prst="roundRect">
              <a:avLst>
                <a:gd name="adj" fmla="val 16667"/>
              </a:avLst>
            </a:prstGeom>
            <a:noFill/>
            <a:ln w="5715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80125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5B20DA-236A-4205-B1B2-D1FA11BBEB3D}"/>
</file>

<file path=customXml/itemProps2.xml><?xml version="1.0" encoding="utf-8"?>
<ds:datastoreItem xmlns:ds="http://schemas.openxmlformats.org/officeDocument/2006/customXml" ds:itemID="{F04635A4-15C1-491B-BE87-9A6F894697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EB36D466-397F-406A-8001-3D76513733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Panorámica</PresentationFormat>
  <Paragraphs>13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HECTOR JUNIOR MARTINEZ CERVANTES</cp:lastModifiedBy>
  <cp:revision>1</cp:revision>
  <dcterms:created xsi:type="dcterms:W3CDTF">2021-08-30T16:06:06Z</dcterms:created>
  <dcterms:modified xsi:type="dcterms:W3CDTF">2022-11-01T21:18:21Z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