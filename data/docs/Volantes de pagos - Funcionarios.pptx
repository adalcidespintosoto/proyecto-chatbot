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3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70" r:id="rId7"/>
    <p:sldId id="264" r:id="rId8"/>
    <p:sldId id="324" r:id="rId9"/>
    <p:sldId id="321" r:id="rId10"/>
    <p:sldId id="325" r:id="rId11"/>
    <p:sldId id="326" r:id="rId12"/>
    <p:sldId id="327" r:id="rId13"/>
    <p:sldId id="328" r:id="rId14"/>
    <p:sldId id="329" r:id="rId15"/>
    <p:sldId id="330" r:id="rId16"/>
    <p:sldId id="331" r:id="rId17"/>
    <p:sldId id="335" r:id="rId18"/>
    <p:sldId id="332" r:id="rId19"/>
    <p:sldId id="333" r:id="rId20"/>
    <p:sldId id="334" r:id="rId21"/>
    <p:sldId id="336" r:id="rId22"/>
    <p:sldId id="337" r:id="rId23"/>
    <p:sldId id="338" r:id="rId24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14" autoAdjust="0"/>
    <p:restoredTop sz="94660"/>
  </p:normalViewPr>
  <p:slideViewPr>
    <p:cSldViewPr snapToGrid="0" snapToObjects="1" showGuides="1">
      <p:cViewPr>
        <p:scale>
          <a:sx n="75" d="100"/>
          <a:sy n="75" d="100"/>
        </p:scale>
        <p:origin x="-1458" y="-5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11/11/2018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11/11/2018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11/11/2018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11/11/2018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11/11/2018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11/11/2018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11/11/2018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11/11/2018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11/11/2018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11/11/2018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11/11/2018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297DF9-FAD7-1E47-AA47-37C096A7FDB9}" type="datetimeFigureOut">
              <a:rPr lang="es-ES_tradnl" smtClean="0"/>
              <a:t>11/11/2018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0" y="3042866"/>
            <a:ext cx="9144000" cy="111569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SIAAF WEB</a:t>
            </a:r>
          </a:p>
          <a:p>
            <a:pPr algn="ctr"/>
            <a:endParaRPr lang="es-CO" sz="1050" b="1" dirty="0" smtClean="0">
              <a:solidFill>
                <a:schemeClr val="bg1">
                  <a:lumMod val="9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VOLANTES DE PAGOS</a:t>
            </a:r>
            <a:endParaRPr lang="es-CO" sz="2800" b="1" dirty="0" smtClean="0">
              <a:solidFill>
                <a:schemeClr val="bg1">
                  <a:lumMod val="9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0" y="906361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desde su navegador al sitio web de la Universidad: </a:t>
            </a:r>
            <a:r>
              <a:rPr lang="es-CO" sz="1600" dirty="0" smtClean="0">
                <a:hlinkClick r:id="rId3"/>
              </a:rPr>
              <a:t>http://www.unisimon.edu.co/</a:t>
            </a:r>
            <a:r>
              <a:rPr lang="es-CO" sz="1600" dirty="0"/>
              <a:t> y </a:t>
            </a:r>
            <a:r>
              <a:rPr lang="es-CO" sz="1600" dirty="0" smtClean="0"/>
              <a:t>seleccione en menú </a:t>
            </a:r>
            <a:r>
              <a:rPr lang="es-CO" sz="1600" dirty="0"/>
              <a:t>principal la opción </a:t>
            </a:r>
            <a:r>
              <a:rPr lang="es-CO" sz="1600" dirty="0" smtClean="0"/>
              <a:t>«Portales»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377761" y="2634125"/>
            <a:ext cx="55242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562375" y="1472666"/>
            <a:ext cx="1795192" cy="1333398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13251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15" y="1838426"/>
            <a:ext cx="8423869" cy="432183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15" name="14 Rectángulo redondeado"/>
          <p:cNvSpPr/>
          <p:nvPr/>
        </p:nvSpPr>
        <p:spPr>
          <a:xfrm>
            <a:off x="3329661" y="3834049"/>
            <a:ext cx="2432042" cy="164252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72000" y="1205587"/>
            <a:ext cx="0" cy="2611468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Acceda a </a:t>
            </a:r>
            <a:r>
              <a:rPr lang="es-CO" sz="1600" dirty="0"/>
              <a:t>la sección «Portal </a:t>
            </a:r>
            <a:r>
              <a:rPr lang="es-CO" sz="1600" dirty="0" smtClean="0"/>
              <a:t>Profesores y </a:t>
            </a:r>
            <a:r>
              <a:rPr lang="es-CO" sz="1600" dirty="0"/>
              <a:t>Administrativos</a:t>
            </a:r>
            <a:r>
              <a:rPr lang="es-CO" sz="1600" dirty="0" smtClean="0"/>
              <a:t>»</a:t>
            </a:r>
            <a:endParaRPr lang="es-CO" sz="1600" dirty="0"/>
          </a:p>
        </p:txBody>
      </p:sp>
    </p:spTree>
    <p:extLst>
      <p:ext uri="{BB962C8B-B14F-4D97-AF65-F5344CB8AC3E}">
        <p14:creationId xmlns:p14="http://schemas.microsoft.com/office/powerpoint/2010/main" val="460286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15" y="1834492"/>
            <a:ext cx="8423869" cy="417493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15" name="14 Rectángulo redondeado"/>
          <p:cNvSpPr/>
          <p:nvPr/>
        </p:nvSpPr>
        <p:spPr>
          <a:xfrm>
            <a:off x="1639957" y="4083204"/>
            <a:ext cx="3130826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4822150" y="1244915"/>
            <a:ext cx="400913" cy="3365063"/>
            <a:chOff x="5729176" y="177590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860612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13844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Digite su usuario y contraseña para acceder al sistema y luego presione sobre el botón «Acceder»</a:t>
            </a:r>
          </a:p>
        </p:txBody>
      </p:sp>
    </p:spTree>
    <p:extLst>
      <p:ext uri="{BB962C8B-B14F-4D97-AF65-F5344CB8AC3E}">
        <p14:creationId xmlns:p14="http://schemas.microsoft.com/office/powerpoint/2010/main" val="3652286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data:image/png;base64,iVBORw0KGgoAAAANSUhEUgAABVYAAAKaCAYAAADVtAJTAAAgAElEQVR4Xuy9CZRU1bm3/zaDzApRESUKqEFFRY1o4khCjGjiEAfUGNCron9vnF1eNVFMIhqjl88xJl6j8DnEzzhe1IiYSBSjRsUJZ6IBJAriBAqIIvR//Xb1rt516pyqU9XVXV3Vz1mL1U3VPnu/+9mnm+bpd7+7obGxsdG4IAABCEAAAhCAAAQgAAEIQAACEIAABCAAAQhAIDWBBsRqalY0hAAEIAABCEAAAhCAAAQgAAEIQAACEIAABCDgCCBWeRAgAAEIQAACEIAABCAAAQhAAAIQgAAEIAABCJRIALFaIjCaQwACEIAABCAAAQhAAAIQgAAEIAABCEAAAhBArPIMQAACEIAABCAAAQhAAAIQgAAEIAABCEAAAhAokQBitURgNIcABCAAAQhAAAIQgAAEIAABCECg/gjcc889dvDBB9ffxJgRBCDQagQQq62Glo4hAAEIQAACEIAABCAAAQhAAAIQqBUCiNVaWSnihED7IYBYbT9rQSQQgAAEIACBDkvgqaeeso033ti+/vWvd1gGTBwCEIAABCAAgeoSQKxWlz+jQ6AWCSBWa3HViBkCEIBAKxD4wx/+YMcff3wr9EyXEChM4M4777TrrrvO7r33Xlt77bXBBQEIQAACEIAABKpCALFaFewMCoGaJoBYrenlI3gIQAAClSOAWK0cS3oqjcD06dNtl112QaqWho3WEIAABCAAAQhUmEC1xeqqVavM//nqq69s9erVtmbNGmtsbHQzbWhosE6dOlnnzp2tS5cu7s9aa61lXbt2rTAJuoMABNISQKymJUU7CEAAAnVOoFSxqq3b559/vr344ouOzIEHHmhXXnllVo4dcsghdvfdd7v3Pv30U7v88svtlltusSVLltiQIUPsnHPOsTFjxpiyFW+//fZYukcccYRtvfXWNmHChNj31f9rr73m3t93331t/PjxOe3OPPNMmz9/fjYO/6ZiUb+jR4+O7df3Gb652267uf59RmVS3Ntuu6398pe/zOtXrx122GE2bNgwN2fxUxzhFbbR5y+//HJeP56p3tD9t912m82dO9cxPfLII01z9ldcH4pPbfw8tE6DBg3Ki+WGG26wadOm2cSJE13Madh5bo8++qj17dvXxo0bl8MinJ/6U/tJkybZ1KlTs8/QWWedlR3P9zdlypQc6Sp+uvT8cEEAAhCAAAQgAIFKEaiGWP3yyy9t5cqV7o9EajmXRGv37t3dH4lWLghAoO0IIFbbjjUjQQACEGjXBEoRqxKlo0aNsmuuucZlGnpxKhHoxd+6665rH330kZuzBOC///1vJ9kk9CQVTznlFHe/6mouWLDAtYsKM/+eBO5FF12Ux09jq6+xY8dav379bNasWdk2Gm/kyJFO5Po49KZiPeigg1y7Rx55JHZNvDQOxxQfSVq/Xd3PKSr31llnnRwR6QeQwJQ0VMy69+KLL7ZLL700RwaHbfS5ZLEEcHjpfl1i+fjjj9tNN93k6pJqvkcffbTtscceWZkZ14fmsXTp0px1kgR97LHHcuqbjhgxwj755BO79dZbXczF2EmCHnXUUW5eEtY+nh/+8IdZ2RvOz6/Pz372sywDydxLLrkkG4vWYb/99nPSfvLkyVkMXkiHErldf3ERHAQgAAEIQAACNUGgLcXq559/bitWrDCJVX8pI7WUy2eyhvdIrPbs2dN69OhRSle0hQAEyiSAWC0THLdBAAIQqDcCpYhVCS9lGobZk+Ih4eVlVyhWQ6HmuakPXV7a+fv1MRRmSWOF/SgWSc+bb745KzUl6ST7JB5DsarXJT/VrzJQw2zMaJ/R+R177LFOdkqmlir3omJVYnHmzJn2v//7v1mhGRWrXsRGnzXd+6Mf/chmzJiRk8kpabzDDjtkxWQcd/UVro0+l5AVB5/x6yWpMlnDGAqxC9n4eBXnBRdckJWiYTxa43BMf48X1vro115y/Oyzz85mGJfKvt6+VpkPBCAAAQhAAAKtQ6AtxOoXX3xhy5YtKyhUJVglTVUGICwHoNe1/V/lAKISNipZJVh79+5t3bp1qxisj+47zS60C+yqA9bN9hn3WsUGbOqoLcaoSMwvXmkjZo6yWacOr0h3dFIbBBCrtbFORAkBCECg1QmUIla9wFMmobIT4+pjRjNWtWX9xBNPtF133TVWZrZUrGqLuzI3vRyU6Dv88MPd9vhQrCoTU0JS0k61PaPb8RVHksxV+z/96U9OFJYq96JiVeMoe/fJJ5+MFY9JUlT3eWkcF3soLOP60L06KMpn92qdtDZ+Xr5/SVFlIIditRC7zTbbzF544YWCdVLDeNQ+miWrsX0m69tvv51dB5UjUDasF8mlsm/1Lx4GgAAEIAABCECgLgi0tljVz9DLly/PsgrlqJepelMydeHChfb++++7rFbVXZU4lVCVMF1//fVt8ODB7nPfhxerUcHaq1evitWxr5ZYrYuHi0nULQHEat0ubf1MbNJffmevLpqTekI/3/tk+8YGmye2/+f7b9mvH/5t6v62HjDUzvr+T1O3pyEEapVAKWJVc/T1MSXHlFEoyRrWxwzFqpemf/7zn11N1rh6oIXEqraDR6/vfOc7LmPWS1DJN5UX0PZ+L34l58I41FblBryY86IwehJ9klgNX/fb+aNxnXfeeTkZt/79OLEqCarXTzjhBCeooxmrqlUaXg888EC2lIBej9sKH0pH9RftQ9zCuqmeTyhGv/e977kyDapd68VqMXbR9Y77OgjnV6i9fy/KW+uqEgiI1Vr9LkPcEIAABCAAgfZNoLXEqsSoSjHpo66oUNVrkqkff/yxE6rvvfdeVqbGEdP9kqoqGaXEgvCKE6w63Eo7tlp6yFVxsTrbrhxxrN3qAhprk2edbsMXT7XTLjK74OoDLZPnqjYzbJTec5/79mZ21GSbdarZlafOtSGbT7SJb02w6VcfaJbNlH03t/2umffV7+yrR9iNg6cXzqbNZpQOtKmnjraJTyqe3WzCg1fZgf3DuPT6Rzb11AvNztd7mf6PvdmTzszNrj7N5g4eYhMvnJvp4z2fsRr2H7Bo348/0ZVJALFaJjhuazsCx9xyukluppGrfXv0sXE7H2rf3GS7xACff+clu+WZu2zJ558VnYQfd8q4K4u2pQEEap1AqWI1nK8k6x133OEOp/JZi0niTHJMmZ/Kmgzrb6q/OGGWthSAJKtEqbbW6x5/OFQYh0Sktt9ri7suSd7f/OY3eYcgFcpYvf76653QLVXuJYnVcFv/MccckxWZhTJWC43t69h6aevFqN/eH5ZLEAPPR+2Veaw/KjOgjNbo1v1C7ColVvV8SLwryzi6DhK+qnvry0hQY7XWv+sQPwQgAAEIQKB9EWgNsaqt/6pb74Wnl6r66D+XcNXPXvr5R9v/42qnxpHSoVUSphtssIFtuummpr/rCu8Px1VdfR1wVe5VTKyGctOJSJtss46YmyxWF39kH/Vft0m4epF5nM39wbFmN8yy07fPROrHPW7e6ECeqv1om7FXrkwN55YXb5NYnT74Rhs97zi3ZV9tRv91lE2/eojdkhW+btRArH5kHy1e19btnx+Pm6Pf+h/Tv+7IsqBEQLmPXru+D7HarpeH4ERAYlXXH+c3H0qTROYng0bYKSOPKSpWr3lsSur+NBZilWexIxAoRaxK7PnswZBNUkaipJtOrg8zQ+PkZUvFqqSifmuv7fUqA6AsUC/8fBarDmPyl6SmBG/0EKsksRpus6+UWFUs6uuVV15xmQxehBYSq16Shod1+TlJLnt5Gu1DQvuyyy7LHsClezwfX+ZApRr8QWP+fmVDqHZrIXa+9IKYh5dkqD9gK4wnriar7lNG8bRp01x5hOg6+EPPlMGsZwmx2hG+MzFHCEAAAhCAQNsRqLRYXblypZOquqJZqv7vOrwqlKqlztYL2o022sj9vKZyAdGs1VC0Sq6We7BVMbFqyk79wUR7Isgkda8lZqw2zdbf57JHJVZ9Rmvm/VCsztgzX7iGNV9Dfkli1WXFukzZpqxad1PhjNWmSLKZrrtdMN0kesN4LBCrObVoqb1a6mNdU+0RqzW1XB0zWInVTfptaLMX/dP+vOiNWAi79h1oQ9bZ0L2XRqyeed+v7ckl79pm3de2t1d+mten+tP7vt+0YlVlBj77orlmjjr22bPhe3269UosVxC223DtDWzDvgOy8S1buczmLH47+/eh/Tez3t1758W/cMkiW/jp+zmvl9M27Xhx8/aDF5prXJxzFr3l5rzROhsULOkQTk79PDbnCft05TL38hYDNreRQ3dL/IKJzksNk/jEtf1s5TJ7c9FbNmJw5leohTKkk4IQs7+9+YSdsOfRqb+wlW0dvWbNe9E2Eq++AxLnkHaAUsSqr4N5//33Z+ulSvbtv//+sRmrXoCFNUH1muSYZKi/WipWFYPKAcybN89UBkCXF4eqLeqFYcjEb3sPD7GKE6v+xHqfkVtJsap4FIfilrxU1mghsar2el+Zt1GmOsTLH7oV14eE5jbbbBN7yJjKAahel8oAiIe//9VXXy3KzktbL1EVo2J74oknYuMR47Fjx1rcM+QZxK2DnhdlRp900kmI1bRf3LSDAAQgAAEIQCAVgUqKVWWqamu/v8IM1fDzf/7zn/b666+7TNWWXMpE3WOPPUw1VSVSC8nVfv36lZW5WlSs+gl4Uaqt/QUyVs1vr3cidnf7u9t63xZi1R8u1VSKwI1fIGNVW/zHKzkjUzZg939kDvFCrLbkia2fexGr9bOWdTsTL+0mPnyNvbHkvVgRKkH633uflkoueVE2dfZD9s4nC2MzV384YEvr2623/ce3xpQk+B6YPd0mzZyclbZn7Hx4VpzpvRufudPNQbHuNzw3q8svoNr918NXuXlK7D4w/sasPJVAvOyv19q1b/zNfv2tI+0nOx2cI159H77cgdrpKtZWbL20/tn2+9uJux/t+tV41/39JrvkxfvtpC2/a2fvdVLseH5u6kNr8e0Nhrpx5y5d6IR3kphWnGH2sDKOl3yxLBvLb/c8vqh41NgH3zfRtGb7Dt3Dnpr/glvTm/c+w47Y+ZDYr4uQoxoUmlvIQG39s6HP//H+HLdOmvN1B5xXUOZGAznjrgluHf9x1LWpxez1M2+yK575U/bZ8L9MEGf9IsCvdbk1gUsRqxpLmYXnnnuuE3H6zXd0W324NVzZotrmrjbbb7+9Sf5JCk6ZMiUnizVJrMbVWFUMqjmqa9KkSVl5p4zNPffcMyscfRxhJme4HnEHQUnoRceM1pBNqrGqvsPDsvxYSaUA/PuSwvph2NdRLSZWPVPPMo5pXB8+c9cfHBVXKsFnwvr7JaujJQQUd5SdZ6I6ropHW9O8pFX7aDz+GdIzoSv6DMWJVcU/atQodygZGat1+08/E4MABCAAAQhUhUClxKq29uvnwXAbfrQEgP7+1Vdf2UMPPZStvdqSSStTdccdd8zWXPVyNU6yamz9DFhqzdXmbfO+Xmq4Hd9cNufcY5sySpWlOXmITT/f7MIfzLXjXE3VTPbp6AuHNNUobSoXoC3yTsbOsFFFMlab66imKwXgt/xntvaPtombT7bJdmxzSQE3ruIbZTNG3GhDXL1V/WAqmRrUTh1vmZqxTf2oBEEhsdo8LqUAWvJc18K9iNVaWCVidAQklU6e+YdEGl+e//eSSEWlXnhzmpICSYP5ONVHVCjqPYm/YhmwytL1pQ8k/a44dGJ2OIm+Qb891IrNV/P79s0nufuKtfV9qm1USHrR++zJd8Rmx/rA4uatGCSwf7XfOYlrExenl45xDMOOJMm/NmkfJ6AfPflP2bd0f5pau55PGrm51kW7u/7Dthp/wgOXOkEquTpj/ORY8RydfMg7ur7FHmL/bESl8+3P3G1HPXyFu/2eAyYkivtC/ZcqVn1fvt6ltotHD4GKjqeM0QULFjjhFmaIFps37ycT8Ew33njjvMMLqsFN4lMZrqWssX+GlKnLBQEIQAACEIAABKpFoFJi9cMPP3SyNJSpmpPkZ/jxgw8+cLt7Wpqtqj41luqs6hfWvr9CclVSdb311isRdZOcdIc+NV3uwKmmDNDsln695w+F8jL1icwNR421sTdb/uFVu06wCe7AqmPskCdX2Q+bRKxuac6ULe3wqqxMbYp37FFj7VYblTkgKzg0a6yv5+pkalPZsF3H2liba0PyDq/azSZckDmw6phDn7BV+zSXJvClAGadyuFVJT5YNd0csVrTy9exgu9oYtVnQ2qVoxJNkq+YLC1FrGoMLzOjktIfHlYsC7KQUC70pMbF6fsqJh39vcoivXf8Ddlh9Hq0jEJcDHGyNCnWpLZe7satU1JfYeap2sw/+a5UQlZtk8Rq+F6UR9rvFOWK1bT90w4CEIAABCAAAQhAAALtmUAlxKp+ybx8eaY8XLjlP5SqGeHa6MpAvfDCixUTq5tssonttNMIa2zMHGAV90dx+Uzanj17ul+Gc0EAAuUTQKyWz44725hARxOruwzawV5f/JbLhtQVZiG2hlhVjdLv35HJLPVZmT6zMo34ixOr5cQpUbnfDce5re3FMklVJmLrP/yHi1nZrWKmuqdJ9VKjj2wlxGooNItl2Prxv/Pbw+1Xe59qJ953sdvWr1INxcS1v7eQWA2/RoqJ97gvX8RqG39TYzgIQAACEIAABCAAgXZFoKViNayrGrf1X3I1I1slN81UX1UHmFYqY1UlulT+StJ2zZpmsRqXwerBf+1rX7Nu3bq1q3UgGAjUEgHEai2tVgePtSOK1SN3PsTG3Xq6qzmqreb3jbvaHehUjrBM8/hI+Eloqs6qtu+LueRuWIogqZ+k9Skm+MKMVQnGG1/K1MxMu63+oBvGxx5qlmY7fDXEqgS2hOrrZz1ok/7yO/v507e5tS1WagGxmuYJpg0EIAABCEAAAhCAAATKJ9BSsaq6ql9++WVOCQCftRpK1YaGTEmAOXPm2Msvv1wRsar+t9xyS9t2222b+svIVS9V9TE80Mp/vtZaa7l6q1wQgEB5BBCr5XHjrlYioHqej8z5u81bstAd8hTKtXLFqjIg//uv17oT40NB2N5rrCr7UifGKyvzgFtOzR6SJCaVrrHqlzOs0/nxWQ+5zFFlVo4culvRFY9mrPot8qWI1VeP/7/ZDNRCh09Fg5GsfHPRW9mDq/S+ZKXkZaGr0mI1TeapSi7oUg3Y95Yscgdv6UojgtUuTcZqtJxD0cVratDRMlZ1WNTSpUuNup5pnxDaQQACEIAABCDQoQg01ZvM1p/sAJNviVhduXKlffLJJ46Sl6nRj506KVs1k7Wq61//+pc9//zzFROrOrxqs802cwI1I1Sb5WpSWQDFoYNoe/To0QFWmClCoPIEEKuVZ0qPZRLQtvM/PnuPvbt0YexhQOWI1VBKKizVKtVW8W9usp3VilhV3GFWp+pnKoO1FGFZrK1fsrBeqLa167T58FCoQkubdHiVWBe6ojVWfT9pDoNSvI/OeSLnoKawPECxeVdCrIbMipUu8KUVxNZfYqws4bQyNE2NVZ9xXOqXYkcSqzrwabvttrNLL73Uxo8fXyoq2kMAAhCAAAQgAIGyCGRORG86xCeuh10n2PSr/YnrZQ1RuZsQqyWxjGarNmeoSqY2WChVfb3VhQsX2uOPP14Rsdq5c2fbfffdbeDAga4/L1cbG/W5ZV+LO9CKrNWSlprGEMghgFjlgagqAYmm+2dPt9tmP5iVSyMHf9N22mR7+87Q3XJOoS9VrKrvn951vn2y8jPXt798HczWFqtx27slxXwmaiHwce2UzeuzG3VvMWlY6uFVPp5fPHCpXfLi/e6v0UOzCsWcdHiV5vLzvU92JQzirmicYY3VYjVL/RpOGXdltmsvL4uJylDAFhOi6jxJwnpexQ7aUh9iNG3O4zkHbYXrmiaOJLHq+ymlrEB0PTqSWL388stNclUfuSAAAQhAAAIQgEBbEfBiNT4LdHbTSeVjbXJwInpbxcY4ZuVmrGr7v8SqrjBLNZSrXqyGr3322Wf24IMP2urVq1uMX2J11KhR1r9//6xUzQhWL1kzWayhWNWgviSAygFIsHJBAAKlEUCslsaL1hUiIPl13d9vcgJPQup7Q3e3HTfZruDJ6OWI1T7de2cPQtI4OghK4mmfwTu6rdjXPDbF/jh/Vt6sJPROGXmMy2wt9fJiT/dJ7h05/AeuCwm1aHmDuL69EB4+4Bv2X3udlCOXQ+lZSKxKTt72zN128sw/uCH+ctilqbbzq20oHNMcWuXn4OuFKqN2wt6n2Gcrl7nt+Vc886fELfnROL1YDA/SKiR3vZRVm/2Hj3ahXPbXa906F5qzxpWIPOrhK9w9Kjuw3/DROazDtQnXVG2HDtjcbeO/+6Vp7vnRszVxv3MS7/dcj7/zPNMvDlS/1l9h33rurhlzUcF+fE1ZZaUeOHwfx3nGnL+7ryU9b38Yc3GixC72LLdErD711FPuRNFhw4YVHEbb7x966CHXZuONN7bRo0fb2muvnXhPoX4lRhcsWJB379Zbbx3bp/oqdPn7fL+F5uP78vfo9NdXX33V4sbWe9OnT8/Gus8++xTkFGWkUgVf//rXiy1f4vs+NvGO68eXRIh2EFcioRw26le8wvELlWGIsizEVlzFXZfYK2b/PCU9H+E8fUxJDIo9036M6LoXe9YUg2KNzi3KKbomSSwq/cyU/bBxIwQgAAEIFCVQWKyaWQfMEi0KrQ0blCtW9W/08uXLs1JVIXuBmitXO+W8LqF6xx13VESsapw99tjD/czls1WbM1dXF81a7dWrV8Gfy9twGRgKAjVFALFaU8tVH8H67fmSm2fvdVJBmRrOuFSxqnu9JJSwGr3FHk6kSazqJHZJvNYQqxpXwu+WZ+6yh+Y958bSJfn20z2OLiq9JChfXTTH3XPIdvvmbHPXa3r/gTcfK7hFX9JQ0i+8CmWNRp8sCdw+3fqkPqlenH/98G8TH9AwozRsVChOxfDOJwtd86TYvaC/443Hspwldk/f85iCIjku3kJ8wjUJ4996wFAbtcVuqQS8Mk39Fa5r+LreV59nff+nsSzjeKnhJv02dFneksMtucoVq5JbRx55pBt67ty5sT+Q6YfNY445xh599FHbfvvtXR2nF1980d3zm9/8xsaMGZMXerF+lW168cUXx075O9/5jk2ZMiUnlmJF+R944AEnu8J+4+YTxuXvkRDbb7/9zP/dB3XnnXfaueee6/6qeS9ZssTNOy6+OEbz5893TE855RT75S9/Wdby6r5rrrnGjf/II4/k9XHIIYe4dYm7ouOWw0b9iv15551nZ555ZuZ7W9OYt912m5Pr4RVlGcdWIvGoo45ybMRSl3+e7r//fieuCz0ffjwfUyEGelZvvfXW2Fq83/ve99y4UU7FnjWNr6yW6NzUn664ddLrfi39c9laz0xZDxo3QQACEIBAKgJpxepuF0y3qw4IDhRqEq7ZQY6abLNOHZ79a6bfITZ51iibMeJYu9V2swkPXmW7/yP6etMtTfdHSxPkZNLmSV6fURtMNRJH9p1IvPkZuiX0lYpsZRqVK1YXL17s5Gh+TVWJ1EwpANVWlfz0f/zPA/rZ0h8w1ZJZaAxlq+61115uvFCu+sxVHWbVXCIg87nPWFXGq+7nggAESiOAWC2NF60rQMCfPK/Detx/IOf83V5YNMdt1w+zE/2WcF/jUxJt4afvJ0YQl10qOSfpdt0B57mT2P9779PsxmfutL7detuv9z/XnnvnJZd5qOv1xW/Z2t1728C1B9hGfQcUzaCtAAq6gEC7IlCuWJUskzB87LHHYiWp5M9BBx3k5nrTTTdlsyb1ukSRXlNtqWi2a7F+vTjz2648TP1wKmGmbMN77703K1ejci8Jvu9XQi1O+iquqVOnujkXEquSqieeeGJeHVfJtLFjx9rIkSNt8uTJ2TAk1ebNm5cn8W644QY755xzyparI0aMsD333NNxfumll/KyViUVdd19993ZWLQ2yp645JJL7MADD8yWTCiHjTpNEqti/MILL+QI8DRiVTFLOs+YMSN7r5eMEp1vv/123vLGzdM3SnpPGalHH320W5don75Or96fOXOmzZqVv/tB/SdJ97j3/DMTt05q79fSl7BorWemXX1jIhgIQAACdUagmFiNez/zmjlReqDzXk1SMpCazYI0I1Qz7cxiX1881U77wURzlV6DPmZfPcKOvTm4PxSrG2XusRzhmx9HOGZWpjb1k5XFTeOn6autl78csbpq1Sr78MMPswdS+fqpXqDqnKpOnTo31VnNFav6OUi/MK6EWBUrydG9997b/ezlpan6zpQayBxkFQpX3RPK1fXWW8+6du3a1tgZDwI1TQCxWtPLV5vBbzXpB9nsQs1AGYaHD9/XPl25zJ3q7rMbdUK9Lm27njr7oazwVFaeMg51/e7xm+yKQye6DNEN194gJ/s13CauGq7agq2t09+++SSXrRqKWL/FvlhNz9okXjhqZQKL+z/en2P3jbu6aEZtPTIoNiefsSpGz558R8Gt+sX6as/vlyNWJbOGDBli1113nRNIEkLRbDsvBuNkke7fYYcdbNy4cTkZmWn6TRKrYqwfULUVKsySLFWsSphJnobyU33rpFXJRonKQmLVt4ur4+pj95mHXqjFCWaN6dsnCbek58pn1+q+H/3oRy6rNpr5Wkg4+rWLZvOWwkaxxYlViVGdnBsVzGnEatJa6t5JkybZxIkT80R9OWJVsXuG0WxkcdRr//u//+sOQovLvtX9pYjVpK+HuDha65lpz9+jiA0CEIBAPRAoKFa98Mw5wCojL+dGMlijsjWpX/96bgbsRzb11NE28clILdeo8AzE6rh3fObr6dacJ+vFbWHpq3XLSNvMeAOz2bXF+mr7FS9HrK5YscKWLl2aKltV4jNzkFUnNzn9QviVV16pmFj15QA22WSTHLEquZomazQ/YoIAACAASURBVFUllVQSgAsCEEhPALGanhUtK0RAwnPWvBfzskL9NmdtyT77/t+4k+99XdRwaMlP1bXUlv4t+27k2vnt/b7uqLJdd/rtYe79wX03tCWff+aErbJlh6yzodta3rtbbydivVSV4N136B4urrRbqn2tTknhI3c+pOaEmz/wqKW1OSv0aLTLbnwJCj0fvzv0otSlK9rlZIoEVY5YlXhTVqOy+bzMjMpBZdUpMzHMiCzGJ02/hcSq+j/22GNdVqMXvaWKVYkylTgIywH4Ofr3ksRqkoxLmnch6ad7vGgORXExhp6BPkoOh0zDe4uNLUHsxbdnXgobjRUnVvX6vvvu67JxQymZRqwqc1OXpGba+rPlitUkgSkuP/vZz2z8+PHuWfOco+tSiljVvcqIjsuAjb5ebN3KfWbSPFe0gQAEIACB8glEt97n9RTdWp9UczUiQfOzWjM9x7/eJFZtgk2/+kBrLjgQkbh5YvUJyytREJ1AUrzl9FU+5rLvLEesSqpKrvoyANGaql6khmUA9LkyRV9//XV77rnnKipW9UtrX2c1Wg6gueaqP9Aq81GXPvbs2dPt+uKCAATSE0CspmdFy1YkoAxUydRPVn7mSgLo+vW3jrQbX3rAvr3B0KxI9Z/r4B4d1qM2qjfar3sf223QN7O1Kf3J6a8e/3/tb28+4aSnP6woKmZ1oNQv9jzOdhy0nT03/yU39hE7Z7bGqvzA/bOnu89P2PNo91Fi2JcP+K+Hr3IHYamWqvrw97Uiqop17WvdHrblyLxDsio2SI135A/RKnSAVo1PMSf8csSqpKmy9XxWpoRXNCsyrdAMg0nTbzGxGn1fcage52677Za3bPrh09d5De+TPPvd736XrQOqLMV33nnHjj/++JyaqlF5Viy2aABpGBUTadE+w6xfzc1vXY9mVhbrN3y/HDaKK0msSrarf2VrqJSEJGkasSrBvf/++7uMYtWOVXay6uNG67WGTIqJVfV10UUX5WDUwVj6xcHgwYNzMrHDTGDF7OVrXE3eUsVqKO/9fPxaXnrppU7kxjGN+15UbG3r6fsXc4EABCBQKwSKlQKIzqOYiPWis7nGalwWqGqvhq+XLlZP3z6mJmpTHVdfdkCxJwleyxHB77os3FtzJptbwqBa61mOWFVZKpUD0OUlarNMza+tGopXlRvSL1QrWQpAv7j2pQC8SFUpAJ+xmpGt+pORquGftdZay93b0ss9B38dFRH3Le2V+yHQPgkgVtvnunSYqJTx+d9/vdZJUmWdqhbq9+84x2Wqqu6qskt19e3Rx530LpGqg512GbSDO21+g+593BZ/1VH1W7T96fRq6w8Bkgz9yR0/c33pMCkvZjWmtr/rOuCWU53Enbt0oT0w/ka77Zm73RhenGosXV78+kVSJuPwAd+oOTkpsfre0vcLHvLUYR7EhImK0WdfLE91OFU9sCpVrHoBFG6Rlni79tprc+pRppGGIb+0/RaTl3FiVWULBg0alLdc2267bXaLfHifP2wpFMfKsJRMCw+rao9i1WeohjVMJdqUhRCWNygm35LEalo2gl1IrEr4KrNCglSiNY1YVZ++Duy0adOyh28l1cVV+2JiNe4AL/Wnsg8S6toa5y9lqCo7xWdh+y38PoM1fMBKFau6N1pLNa72apqvq2JrWw/ft5gDBCAAgVojUJ5YDbfax8+49cVqMG70IC1rLimQTqwWOJQr6Ksaa1uOWNXBVZKU4cFVXp5Gs1TD7FV9rrJIOngzUwO15ZfEqH6hrjqpcdmqYTmAOLGa9gCrTGmHIN6cTGtJ+Bk2KkfmR+amZ2jmKJt16kCbeuqFZuc31wVuOYXmHhTnjYPDg+Byf0HQfKha7utxmdm5fUV/0ZBfm9hFkVPWo5Izo6/2RACx2p5Wo4PFohqqv5p5oyljUmJVWYEjBm/vaqD6rFJJS23l16FSanPz3me4e3Rpm7+yVN9dutBJWB1y5TMMtbVdcrR3997mRavuUb+6dIq6z3g9cY+jbNytp7tx1M9Zex7rDrhSiQGN96fZ01yJAElWidfRW+xhRz18Rc5BW9Gl0/bxaXMed334y5ca8JmvSSe8+xPj406iv2bMRQXLDZxx1wRX9sBfcSfMSzKrZu1j857PkcSKTzx/stPBedvdoyfX/8e3xsQK2Wg7P5coHwnLXz/824JPvGKPi0U3+RIM09983GUz+0uiXCJ83M6H5snQOJ66T2UhvrHB5nmxROfiG6ikRLG1U9u4OcaNpTXTLw3mn3xXYpmBpPHCoPVMn7j70S0qVVCqWJVYU51Rfyq74vGn3qvmqs8ADbeSp/k2l7bfYmJVMuyWW27JSt40Ikrxhf0qM/GnP/1pTqkDZSUqk7GQWPW1SeMyGOMYpGGkLF5J4WjN1ySmknP6YV3C0l8qjaCYwlqtxeRbOG45bDR2IbGq930GqDIyt95664Jsk+arPi677DKX/RpXq7aYWFW/XpT6Q6skVqdMmZIjVX3mb1TSa9x+/frlHWJVjliNPj9xa98az0yar0/aQAACEIBAywiUKlYtaWt9JIw2Favh2NGDqVKUAji9+UeT3FlE+2oZ6rLuLkesLlqUOQw5WgqgU6dMLdWGhk7uUKmoVPV1Vu+77z77+OOPW5y1qjG22GIL+/a3v52VqvlydXXTe80Zq6FgVYwDBgwowC4u2zm+DnDBBciK1bBib1lLFn9TIP+bJWkm9rnHzjL3DLos6rl23KzTzXIErNpFZG/esznbrjx1ro3LKaWhUMTiRhvSdIBcvtit4Bzpqt0QQKy2m6XoOIFIik144FK3ff6Ph13i6q1KWirjdOHSRbb1H/7DZaz+dI/M1vtQeuneOYvfdgdVLftimXtP2/V1qV6qJJXvV4dT+fqpel9SVVLUi1llrkrA6vJZqBJzykz9w5iLnfiL1nL15Qn+e+/TEuuwHnTDeCdUJSqP23mMq9k6480nXFkDXa+f9aD7qLg1F2Xo+ksid+TQ3dxcJOZUxuDkmX/IeT+p3ICvl+obS1R/d4vdcviFkllZu6OG7m59uvfOxicmYhCdn2TsLc/c5QSgLp/pGxWSanfNY1Mct78cdqkN7b9ZrOjz63jmfb/Oslc8A9ce4A7S8rJU6yNhHl6+hIFfvxN3PswdcKbyDHe/NC17r/r71X7NbKM81fflB/zcxSgBH72ic9Yz6YWt1k4SX4I9bu30mp/jxIevyUp61e4Nx1I/g357qOsizLCOxhIdT/zP2Plw10wHs/nnN45XKd9ZShWrEjuSdtGt9dpqPnz48KwAjNY6jcbkt9d7YZi232JiNSqjyhGrfgu25iRBpjIAirNYVmXcdu5w3l7cnX322W77ejFGcVvBC62tH1+HTEVrkF588cUWbikvJByj44bM07JRnMXEqtqIgcoB/OY3v7ETTzwx8WAwZW/efvvtsTV7C9UVLUWsKh6fheozaT1vLz1V7za6pvpFQ1TqliNWwzIOKnEQdzhWpZ+ZUr5X0BYCEIAABMonULJY9QdaxdZenWsTmgRO64rV6TZk8mibmFeTVRyiUq0pky8Sb/PhVeNsrg7OStVX+ZzLvbMcsbpw4cLYbNXOnTNSNZq1GpYCkMjULhj90v6tt97KlhQoNf4uXbrYNtts435B3a1bt5yDqyRXfSmAuIxVL1Y1ptpuuGFm12jclbTFv1kgRso8ZDM2/YFpmV7HHjXWbrVIxup7V9qI8U0FInYda2Ntrg1xmayR7NAgC7SYuFS8F9oFdtUBypKOZtJ6gXqB2UWhSI2K1cx9Qy6YazN8X/q6vH2IXXVqRAy3tjAu9cGgfZsQQKy2CWYG8QR8LVX9/ZaxV9qjc56wg++bWDD7s1x6kohhjdZ/HHWtk2gac8dNtrOFn77vZJzEp+Tu/sNHu9fiRJvivvXZu02HVG3Vf/NsvdVobF5uSnxFT4/3WYfKeAwvHajlxZg/fMu/L7mnDF5/FRJnvq6sb/vxWQ/lSDx/CJPel8CNCtpQWKqN6tOG4tRnA/v+JY61hlEpqXEkR6PzjFvHMGatj2S4rpBJ+LoE46gbjnXlHJLG9xmg6icqK0OeEu3FYgyZxdVZ9RI9iale32rSD1wW7RWHTsxDEPYf98xEb1jrot3dS2Hs/qA2MdFVKPO12NdSKWI1bmuy7z/6nv979FR1tffyStutJe1K6beQWPUZkGHmbDliVTFKYClzUfWvJPxU47KYWNV9yhhVhmncoV0+dp856vsL4w3XS1m8U6dOtXBbf6H1TDoASfeUcgiSpPc111yTzXCNMk/DRmOmEav+WVB7ZT4XOxgsjlUhAV2qWFUcYSatr20a3aYfrkPce+WIVb9Oej5UP1YsZs1qzs7X+5V+Zop9f+B9CEAAAhCoDIGSxap0kNt2HdYgzZeXrStWZ9nplpFe0S3SzcK0uYZr3hwTslrT9FUZ6ul7qZRYzcjU5vqqcRmrPsNV0X311Vem8kYqK1DOJaG68847O4nrD6MKD6rS53F/fEarxvS1VouJ1WZRmR9prujMyNQZe023C+xCGz3vOJvlRGSTZN18clAK4Dib+4PmTM9MNukMG/XgVTbk9nA7f3OfGVla+MoVq5G2GuMiswuyWafNAre5RIC+/k6zuUdcZbv/I5C00XIYTb9IcOPNG2J28632hBuuuUxGsVh5v3YJIFZrd+1qMnIv0iTL5ix6y2X8hdv2C01KEkqZrV4ghW0l2S7b/9xsBqvPBJWsirZX277deru6rdo2H24l931KXJ0y8piccCRc97vhuOxBWaO22C1vu7mXenHSTuJy6uyHs3VffeehXEwSq2Lk5es9B0zIy5b1wjCcb9hXmBmp+d87/oZY1KHoi84hbgxlcUaFYSXEasgkFLyhNA2FazgZicavTdon+1IoGksVqypX4bNS48RqmCUcx9W/nxRrKJAVcNzahnOLE6t6P+QVFeqlfKMoRaxKUkl+PfLII3lDxGUN+gOKlI2oDE3Vq5QYOv/8801F+/3BRaX06yWfpFN4SYapBICXtf49yT1lcPoSBdHAdYCVsjuj8lCyVxme4Rb6NGLVt1EcZ511lg0bNsyJZGU8Kmv0lFNOydZ1VSy+BIIyISXxxEiZrRdccIGTqlGRqDiVzag/4eUF5bhx43L69228LPTi0jMPD25SH2qnDMxw3HLYaNw0YlXtfGz6PEms6j1lI+u5CZ8nZemKqV6PE9DliFWN5TNp9YwuWLDAlSmIHgDm2fryE+H45YpVz0IlB4488kj3fESvUp+ZUr4f0BYCEIAABFqHQDliVZHkHWIVyQhtdbGa3To9sUkYNfFJqiEZEU+hqHJ3+kzcEHM7qEdZjlgNSwH47NTMtn/9yZQA8GLVf/RlATR9fa6M0hkzZpjKNpVz6RexKgOgywvSQmK1sVGiNf8AK91fqBRAQVHZ9EuAGXs2bbVvem4lYiVWc4RsXo1VidWwLmtz1qjEalyf5YvVpMPbPPnmzNaBQcZrOHf39RYRxSoxMO6d02z0hc2HxXGIVzlPc+3dg1itvTWr6Yi9GApFYTQzMmmCcXVLfVv1t8OAoa5GavRwqULAwjjCdpJkYX1U/57Epb8kbKPCLCkDs1AMacSqhJsye3XFZa2G9UC9KA7FajFB6OOLSslQ0nkpqS3+YfmCqHBsqViVgFY5CF3RzEwvTLUOvqRCHNtQwIbxlSpWw/ZxYlVjKyPVy/vos6w4fP3faJw+A1jZw17eFtvKnyRWfQzF7i/2zSOtWPU1JsPt5NG+JaNmz56dzbKTqJOUU/ZjeKk+68SJE510LLVfL/miY2vr9o9//OPs6en+/WInnEpoSlRF5aEXxerXi+Q0YlXjqp1kn6Ssv5T9etJJJ8WKMn/glKS1vyTWJGKjJ94nZeD6rN+4OqPZ72WbbZYVzxKOcQc3SQgffvjhOeOWw0ZjphWraqtnRyK5kFjVmkhiSvwmPU/R56JcsRqWBFAGsmJ7++23Y7+cfAmGUEaXK1Y1gDJgozVxowOX8swU+x7A+xCAAAQgAIGOTqAcsRoeXtW87b85W7VQKQDxlliVBH3yySftjTeaz+hIuxa6/7vf/a5tuumm7paoWI0vBRAvVhVr//79E4dOEoVeOh43b3SsBG03YtUJ/+YSGm6ieZmrPktVJQJG28QnIziiZTmKCeTJQ2x6Xi3WtKtLu1oggFithVWqoxi9GNKU4mp5Fpqqsv8mzZwcK069IJUQPX3PY+zNRW9la5NKSm6xwWZ29v2/ycpS3z5JrOr1IetsaDp8SaUCdKlcQHgglaRf9DCpMONT9/h+dhm0g20xYPPEA5/iZKju92JPkjTMbgwzG302qoTn/336zmwGbihWQ9GodqrjmnQlbcMPY4nOM4ynXLGqmqh9uvXJ1qJVDdEjdz4kW2qgFCkaxhfWWi2lj5C/Pk8Sq9G6tb6uq1+XpCxUrcm8JQtd9nAS8+gaxYlVX0c4qe5tKd8+0orVUvqMayvRpMtniLa0v1q4X9JY2Y66ohmmcfFL0KneViFG4qg/cZmMtcCkEjFKeqomWUd7nsp9ZirBnD4gAAEIQAAC9UygHLH60Ucfua384eFVYRmANGJV8vP55593h3D6rfxpOau+6j777JPNNPVi1X9UNqzf8t/8+WqXsepf9227du3qfiGefMVlezZvz5dYvXHw9KaapkmlAJrKW1hblwLIPViqeY7Jh1qFFVTDjFWVPGjOog3u36j5QCxX9ECZrX8dhVhN+zDXaDvEao0uXK2G7U9mL+cEc0mx8LCjkIHPJP32BkNNJ9ZLrKrOp7b76/KHLulztf3Fnse5Q6ziygqoTdwW9zTMo/Uuo/fE1QVNk7EqSRpmnYaZnBJrj8173h3ylNRXKZm0SW1Dsap5hQeDhVKvXLHqSzR4yewPaDphz8whZqVI0aSSBqX0ER0zSayGZRbCOqm+dEW01q76jUrXMN5Cz14oViXrfWmMOMmf5nmNtmkrsVpObNyTT0BCVX+ih1PBCgIQgAAEIAABCECgPALliFX9MnzlypUtEquK9t1337WHH37YlQUo5dp8881t9913NwlWXVGxGtZWzYjVNa7N6tWZj75kgD7v0aOHrbPOOkWHz9TWDZplyzgkHTTVDg6viis/YU21i01CtLnMRV7piiArtfkgrGOt6aitnNrDuWU7qLFa9GGqgwaI1TpYxI40BW151hUnREO5+o/35+S18UI13HYdVzZAgu+NJe+ZJK3klRd7aTlLriq79ul3XowtTRA9UCmtWI1KW5Uh2HDtDdyp8j4rMo1YLVbHM61YVTzjbj09mwXspeJtz9zdosOrJB1/fOtp2cxkn2FbihQNRWXIu5Q+0opVtQuZ+YPBlIU6cvA3zWewhs9PVLqGclbtkg6gCsXqz/c+2Q645dTEMgRpn9ewHWK1HGrVu0fZmqrDygUBCEAAAhCAAAQgUBkC5YjVFStW2GeffdYiserLAbzyyiv29NNPp56MfhY8+OCDTZmmPtO1JWJV/fXs2TP1+JVsmJMF6iToXDtuVvOhaJUci74gUEkCiNVK0qSvVifga1bGCVGJvQ2697H3V36WlU2SpMftPMbeW7LIbpv9YKr6q9EyAcW2zhebtATkdY/fbD9/+jbXNHooVFqxqnujmZjK/PXZqlHBF5YCCLNLkzIv/TzCmqFhH9GMVbWXEBx1w7E5vHcb9E17ddEcmzLuymJocoRkWK82bit/KEWL1VgN7/eiU8G0llj19VI1hp6fX+19qqtDm1Q/OHpoVRRU0hpFSwEkZTEXBZ/QALFaLjnugwAEIAABCEAAAhCoBwLliFWVAVA5gJaUAtC9y5Ytc6UAVGc1bTmAXr162VZbbWVDhw7NCtGWiFWVAZCkrcoVySiNyxqtSlwMCoEiBBCrPCI1Q0AS74/P3mMPvPlYQUHqM073Gbyjjdv50Oz8Zrz5hD0x/3n7ZOVniff7rFcJWh2GpRICEmX7bTHSdhq0XcHapBpImaq69hs+Oo+rl2ktEatxpQbCDNQkSVvs9HofbNLBUaGUDGWrXg/v8f1E55j0kCVlxybVSC10UFQ4xkE3jM9m0obZn8XEqp4xXRs21dUNhWkxIR3KUj0z/br3cfVTo5fvU+vm6/eqzZxFb2UPsUoSx3E1VsO5hhK5nC9sxGo51LgHAhCAAAQgAAEIQKBeCJQjVjX3Dz/80G2plyDN1FQt/fCq5557zl5++WXXT9rLy9xtt93WdtxxRzd2cbGq7f/5NVZ17/rrr592aNpBAAJNBBCrPArtnoDE3a8f/m32UCYFLPGUVB/VT8gfHOX/PnfpwqIZq9HDrHwWbJghqxqYPxq+T6xklRDUFVc+wEuxqPxKk7EaysFQOoY1PTVuUl9xZQS+ucl2eWsfZraGGaRqGJex6jsIxa1ea6lYDeOIHox18sw/uGGTapGGojfapphY1bgD1x6QXb+QdTGxWuhArxC0z7pWTdzolXRAmW8XJ1ajmbwzxk/OiuFSv7gRq6USoz0EIAABCEAAAhCAQD0RKFesqhSASgI0H1RVmlhVndYHHnjAPv/887JwqjbqD3/4Q+vbt29WrHpBq4/+0CpfYzVTdzX38Cr1QZmpsvBzUwcngFjt4A9Ae59+mDEoWXfIdvu6bf06tEdXMblayvwkVXUNWWdD91EHX52910lOUimTcc7it+3Z+S9lM2bV/qw9j83JTpU0e2jec/bHwy6xUFyGJ7dHDzPyskxjfnzWQ9a7e+9s2H7+oeQM63FGZV+YvRjdhh6ylJCNxhhuK4/WgVVAXhxGY/TBJh0YVWgN4jJWwziUfRxmfUbrukbnLzY/vet8l60ad1BYkljVfQs/fd8djnb5AT/Prl1Srda4OSm2r03ax70VFd6+vV+7OL5qo8PdfMmIuLmH/b9+1oPZMEIRHb2vlK8BxGoptGgLAQhAAAIQgAAEIFBvBMoVq6tWrbKPP/44K1Yzmav609llsXbu3DnnPZ9pKn6SnTNmzLB///vfqUsARLmrPx1oOmrUKDeOLp+5Gh5e5T/XAVYSq+HBVV/72teqVwag3h4k5tOhCCBWO9Ry195kvXj72fb75xwCJJGk2qJxtVbLnWV4sn2xPpQVOXX2w3bjSw/Yln03ssv2P9e+scHmFgounzHrM2X19z+Mudi106UszxufuTO7ZV2vhbJWkk39Sx77cgRnff+n7l6Nc8cbj5mXtIrn7Pt/k9eXShj4e3SfxKLkoecmCde3W2/zMfoDvo7Y+ZAcBFoHfyBYnFD2jf381SYuIzPsNBS9cbwlH0/c46gc0ax2EpgTHrjUlWnQpZh10JiuP86f5T7qefmvvU7KuzcUz0lr7CV2OGfftlgmrp9/9Hn16/1fD1/l1lMxH7fdfjlro/WOlrnQ+ujZevP9t23SzMk5z7uvH6yyE9GM5DT84+Zfili94YZMmYPx48fHoiz0vn5ovOOOOxK/zA477DD3g+FTTz3l/ujke13+vl122cX0J3rdeeed7qUxY8bkvKVDnhSPfgMfF2+5/So2jTl//nw33r777muKPfxNv+/bz6nY3NWPn6+ffxyoJAZqq5imTZtmynzQqa677rprXlyJ8FO+IaZaQ42ja9CgQW5Nouwvv/xy93p0vYqtSRjGa6+9Zg899JBtvfXWNnp0fpkVzXfBggWxkW+88cZ5MaWcIs0gAAEIQAACEOiABMoVq0L1ySefmOqtxpUDkFhtfl3b9dfYxx9/Yh988IEtXLjQ/ZwrwdqSS2PoZ+gNN9zQbenv16+vNTR0cvI06Y/kq95TXVWJVS4IQKB0AojV0plxRxsS8GJVoujI4T+wEYO3t89WLnOZo8rs0+vhYVXlhOb7uG/c1VnpmbYfCa3bnrnbtD3db1mX5Hxu/kv26cpl2W62GLB5XukAnyUZHWvDtTdwWbLq57Mvlmff7tOtVzY+3fvcOy9ls2UVhzJqo1d4T/iepOabi97KaR4Xo28gIRtePsY4Tr7vuHIIYfuk+atNXJmC6Fi6X2OFnNfu3ttx9jVSo/dE5xEX/9D+mzkhm9S2UGx+Tr6PQvONrk10vf296kvPvDJqk54VvR69Pw3DaH+liNXp06fbkUceaZdeemmerJTEPOecc+y2226LFWEShvvtt59tv/32brtS9Jo4caINGzbMJOUuvvhidxiALn+f7nnhhRfytiodckjmFwJ33313TpcSb+eee64tWbLEXnrpJfcDZ3iV06/k50033WQHHnigbbPNNiZReMstt7hu77//fhd/GLO2dkkuFpt7GL+f/3e+852ceDUPHWygsSdPnpx9TzEcdNBB7r2jjz7azTMprrhnP+1r+sF/5MiR1q9fP7eOEsl6TTw0ruL2lw5AOO+887Ky2L9ebE3CWMR66tSpbrxZszK/PAkvrbvmrOcpeqne2C9/+cu0U6MdBCAAAQhAAAIdnEBLxOrKlSvdz17KGM1kqeqj6q1m/ug1iVfJ1NmzZzsRG9ZDrQR6nwmrj/rZafjw4bbeeutZly5d3FjNpQCas1UlVvXL+O7du1ciBPqAQIcjgFjtcEteWxOWLDr+zvMKZqb6LfylZq+GW/9/vf+5ZdelFFEJtcv+eq19b+jusQdX1RZ1ou2oBEoRq2J07LHH2mOPPeb+eFnppZvEWyj9QqZeLnrZmMQ7SayqfVQq6rUksarXlVE5c+ZMJ4N9Rqgf18eTtl+JOknUUKDqXv0gre1X+sH0kUcecd1H55p27ro3Ov+QU5y89oIxLi4J13nz5sUK6VKfdy86o3JbsvTEE0/MEepJYrXYmviYxHSHHXawk046yUn2uGcmad1LnRftIQABCEAAAhCAQEvEquhJlkpe+lIAEqu6JF3ffvttW7RokfuZ0dc8bU3ivgRBnz59XBbrpptuat26dbOGBpUJsGwZAElXSVguCECgPAKI1fK4cVcbE1D24Kx5L7pR3/10kctS3Kp/69NOWAAAIABJREFUZku9Mi1nzPm7Kw2gk9j9pTqb4aWt028sec82aGqjtsftPKaiIlRxxmUrtjEuhoNAWQRKFateeilT0GeJerkXl1Hqg0orF5PEqqSqMhijGbFxgk2id7vttnNCTuPqnmjWo48nTb+a85AhQ2KzMDU/ZfJef/31NmXKFJfJ2VpiVWOF0rIYU88hLnu01IdFnJU16+VxeH9063+cWE2zJr5Pn9mq5+mYY45xgjzMiFU7xGqpK0h7CEAAAhCAAASSCLRUrH755ZeuHJOk5po1q23p0k/t3XfftXfeecf0nrJGq3EpnrXWWstUJmngwIEuEUCv6dJuML3HBQEIlEcAsVoeN+5qhwS0Hf7ROU/YG++/ba8umuMOn/Ly9fXFb9mSzz+zTfpt6F4rtF28HU6NkCDQJgRKFasKKsxS1N+VEXrdddcVrGtZTAL6ySaJVUnSSZMmue3focCNE2zKLlV7yVQv9KJCNoynWL9+vo8//nh2u3+hxWktser79ax9Fq0yIZIuZRirHmycEC3lAfPrIknra8cm3R8nVtOsie/ve9/7nhPjGtOznzt3bk4ZCMRqKatHWwhAAAIQgAAEChFoqVhV3/pFvH4me/PNN+3zzz932//b06UM1R49etjQoUNts802c5KVCwIQKJ8AYrV8dtwJAQhAoK4IlCNWBcBnqerzMHs1CY6Xgr4OaNguFHWFxKp+265yA9FsWfUV1lgdMWKEqwPq62yGos6PG8rPYv0W2p4fN98ksZpUX/aII47ISulQYIZ9SxArY3fw4MF27733OsmYRi6WGnuhh1s8r7nmGtdEGbx77rmnq6cbPVwqTqymWRP1GxXhPls4Ku41dwljSf3w4uCquvr2xGQgAAEIQAACbUKgEmJVgepntA8//LBNYi53ENVeVbkorjII/ONia9jlfLvoqUY779tl3M8tdUUAsVpXy8lkqk1A/3iqGLlOYezVo4ct//xz93HeO+9Yr549rWevXtn39Q/ZO/Pn2/rrrZdtp/jDtr4PPy/dozH0eo9evbL3630/lj6q3euvv+7G1PX6a6/ZVsOGZccfvMkm2fYffPihLV+xwrXzcavv8FJf/j3Fp891aZzPly93Meu1FcuXZ+ejz9Wvb6uYNdYmgwbl9K1alePGjcu+5uenF3x7Pxfx82OE8/dz0Lw8i5CVmMRdWisx8vP3XNQ2XDfFrLXyH9Xej6XYlA2pOfhxNHYtXuWKVV9XVXMO660mMSh0gJM/uEr3FhKrOgjKZzD6A7SictEfsBUeWBWX9RiVn4X6LVVOJonVOKmsOWte+hPO3x9e5Q+tkshULVNJaElVXW0tVjWm1v2hhx6yJ5980q274pMw9rJXbaJiNe2a6N4ws9U/S6rvqvUMs26TDq/i4Kpa/C5EzBCAAAQgAIHqEqiUWNXhq/fdd1+7y1b1dJW1esABB7if1cq5Fv2/Q2zDI++J3HqRPdl4nmV+kq2j69+32SEbz7WzsnNbZLcddpLZ5Xfbkbln4tbRpJlKKQQQq6XQoi0EihDQP8QfLl5siz/4wPYcOdLu1mEuP/2pvTNvnj07a5b1X39922PkSLvud79zp2f7U7Sv/f3v7aT//E97dOZMl4WmQ2Z07bvvvk6Q+uvggw82jbHVVlu5P6edcoodMmaM7bTjjvZ/Lr/c9b+P7nntNSf5li9fbvPnzbPzJ0xw97326qv2g333dXJX76sPfT5t2jQ76qij7Oabb7bvKPNs332zY06fNs19vvjDD51EVbbZg9Om2bCttzbFc/1112VfUzvNW/1JWCoesVBbyUbxuKopy80PcNHEiS4+f0lgznruORe7xlNNRT++Pmo+hxx6aM78la229VZbOcEp4ar7TjjxRDdnCdJXX3/dcdX17LPP2k477eQ+1/wV50PTptl6/fs77r6d/1zrqTXTFvFfXHCB3XX33W4sL1H1vu5VvK+99prrW1xq8SpXrGquacSeZ1KJUgBePoYHaJ122mluCJ+xqveU2Rl3eRmr9+LiSerXS9dQ1kb7V2alF56VLgXgx49mbUo46nCuaP3YMLZCbcIDvPw9+g9BKZc/UOuUU07JZghHxWraNdG42pomWRt3haUYSnn2SpkPbSEAAQhAAAIQ6HgEKiVWRU51VfVL5fZ4aZfRJk1JKaXG99TEBtv1goPtjwtyxaJ7/eU/2sI7jrQBpXZaU+0X2aJ/D7ABSNWaWrXWDBax2pp06bvDEfBiddmKFU5Yrli2zEbsvLMTfXPnz3fSzQtDtXn11VftWzvtZPp8/ty5tn7//k5wSixKgkogSlJ62ReKVcGVoO3Zu7ddcskl9vysWU4gKnPSy1eNK3krmanMUIm/C84/35597jmX+aqsS4nIu++6y437qwsvtN49e7r2Ep56TdJRfeoeCUx9rve8WPViVP3PeuYZN4e58+bZkMGDnVjVJfGo+XyweLETyt8cMSL7bETFqt7wh9P4eStOzUN96xKXcP5eZqovja1L4kyiSeMqw9TLVPF/9NFH7Yc//KFrJ7kqeT1ixx2dWNa8dOm+E//zP50Ul6x6+tlnbeutt3YZuBLe6ltSVaJZl2TzoMGDXd833nhjTT77tShWwwO0PHSJVb9tXJIvuj1dkjw8fClOrCb167enJ9WR1dfYHnvska0zW2mxqjn6bfihXEwjfPWsast+9PAn9an56vtReHl5Hb7m5xOtU+vbRCVnKFZLWROf2SrOX/967k+tY8eOdd+HfHkHxGpNfrshaAhAAAIQgEC7JFBJsaoJ/utf/2pxfftKg1JprE033bSsbjOZqpYnVV1n2h5/+ZCMWG3aKh8O0rxt/im7uGGGjXrKbNem7fSj/tJgM77/pNkuu9r5Fz5pjRPMLm7Y1c4POih0f7gdP5pN23yfMk03tJ/cGXQ6xovg6HtB9m2Yseo+/4mFuboH37bQ7v5xRiVLLmfnoRey/ZeFm5tqhABitUYWijBrg4Bk2xuvveZkZf/11nMS4/f/8z926CGH2Lz58917yqSUhOzVq5fLbJQMVJanJOgmgwc7kart7npNQk8iz2dt+jo9Xs4efOih9tyzz9qOO+3k7tEYGlN9aQxdkinKhPUCUH1KDD7+2GPufQmKu+65x40xbNiwbH9+O7sySCUcJQ3VRnPYctiwbM0gSU/16bM2NS9d0YxTZXjuO3q0TZs+PSejM06siqMEr4Tz4EGDnNzV58oUVeasLs1RsauthK9/X7zWW399x8K3C0sbqL/HZs50cxFPzVNz0v1aJ42lS2w1b1cCoWmt9IOWn5d4ql/PUVmtyn5V32Fpg9p4cjNR1qJYVdxewulzbZuXWPXZk9GDjsL2XkwmZdDG9av7fU3PGTNm5ByipPd8pqs/VKs1xKoE5ahRo9xBA+GWeD2Tei3ciu+fP2Wr6pcThTJt0z6ryiSNq6Xr4wrlbShWS1mTQgdtRQ/qQqymXTnaQQACEIAABCBQjEClxarGU+aqfmar9iFW2v4vqVpupqrm4qTlvYcUzkptko/fDOuPOtH6fJOQlVj1AjVTOCCTBRvKzEW26OsDmjNfc7bj59+fXVfX7m47xGfTBuMOmRLNqG2Sqds+aQs3n5Qzr5zs2+zYo2xGw672fCBSLTLX3Hk09984oe4KJBT7UupQ7yNWO9RyM1kItD8C0Rqr7S/CjhNRrYpVLzS17d+LVUnG4cOH2+TJk2MXUHLwwAMPdNmbhUoT+K3rvl915mvK9uvXz9U6VSazpOL111/vMpbDbNZSa6yqf3+AV6F6rr7f8847zyRNdSlbdv/99zfFdc4557hMz6S4WvJU++xYMdFhWxpHTDRvldAI6+yGYjXtmmg+2223ncs6Hz9+fF6o0axgxGpLVpN7IQABCEAAAhAICbSGWFX/KrHkdrxV6UArJZPol9/l1lT1jNKL1UBuuh+gQ+EpMTrJhgSlBCQkJ23enPmZXZOczFdffiD//uY1TH7PSU9TNmyz5My+9v0Zzdm20S+JHLGaG7dZRvJak0SOzsPxeuusnDH5iqs/AojV+ltTZgQBCECgLAItEat+W7b/WCgAibEJEyZYeFBVXHsJvNtvvz1bM7XQfRKIxxxzjOnAIsk41Vs94YQT8soA+HEkLV955RUnXtP2G85N4+nv+gFZWbG6JGqPP/747OFTXnaGc/VjFeLjuUTnH71Hc3jiiSdsypQp2czZaFx9+/a1kSNH5sVV1gMS3CSxq+fF17DVOJq/pGi4dV/SU/JVZQXSrsnhhx/uJPVVV12VVwbAhyDhvc0227jxSnn2Wjpv7ocABCAAAQhAoL4JtJZY9dT0M5R+Bm3LSz8zxZV4KieGgmLVSVCzJxcMsUmR7fKZsZLFaKyQ1OFYriyARGgoTAuJVY0T2dbf1EcmmzRm1n6MyDb/bAkBxGo5j0qHugex2qGWm8lCAAIQSCbQErEKVwhAAAIQgAAEIAABCNQ6gdYWq+Lz3nvv2XPPPWeLFi1qVVwDBgywHXfc0TbaaKOKjVO0xmpWrEYyVnMiKJ6xmpfBWiTjNXmCGck698xGUx3XaMZq4n15dVXn2lmNKgVAxmrFHqY66gixWkeLyVQgAAEItIQAYrUl9LgXAhCAAAQgAAEIQKDWCbSFWPWMdLCVDg+ttGCVUFWpqnIPqCq2hpnMT5992tw6W1+0KWPVglqkuZmu6cTqri/7g6V8DdbipQAy4veb9mTjeeY2/Ac1UJ1YDeu4ZrfxL7Qhl29oP9m2uUxATj8l1lgNSxpQCqDY01Qf7yNW62MdmQUEIACBFhNArLYYIR1AAAIQgAAEIAABCNQwgbYUqx7T4sWL7e2333a16pctW1YWvd69e9vgwYNN5wj079+/rD5KuSkjHu+J3BLI1pzaqGY2plmS5m7rz3SRX2M1dzv/RU81yU9TP0PsxrzM0ajgbf77wVnBGykRYGbZ7f5NkvX87G3BXPKyV39i4cyb+8+fB2K1lKeqdtsiVmt37YgcAhCAQEUJIFYripPOIAABCEAAAhCAAARqjEA1xGqISIdcvf/+++6wqyVLljjRunLlSvvqq69csy5dulj37t1NIlU17nUY1QYbbNDiQ6lqbJkIFwLtigBitV0tB8FAAAIQqB4BxGr12DMyBCAAAQhAAAIQgED1CVRbrFafABFAAAKlEkCslkqM9hCAAAQgAAEIQAACEIAABCAAAQjUHQHEat0tKROCQKsTQKy2OmIGgAAEIAABCEAAAhCAAAQgAAEIQKC9E0CstvcVIj4ItD8CiNX2tyZEBAEIQAACEIAABCAAAQhAAAIQgEAbE0CstjFwhoNAHRBArNbBIjIFCEAAAhCAAAQgAAEIQAACEIAABCAAAQhAoG0JIFbbljejQQACEIAABCAAAQhAAAIQgAAEIAABCEAAAnVAALFaB4vIFCAAAQhAAAIQgAAEIAABCEAAAhCAAAQgAIG2JYBYbVvejAYBCEAAAhCAAAQgAAEIQAACEIAABCAAAQjUAQHEah0sIlOAAAQgAAEIQAACEIAABCAAAQhAAAIQgAAE2pZAw4oHftzYtkMyGgQgAAEIQAACEIBA3RFoMLPsT5X6S4GryNu5dxZv3FC8iZmlatQ8dGJzTbJTqSFm2ucwqtATkI2z8PzEKP0P/ZH5JYWaFmnadmkfGk0kbZ+x7eJvTvccRYNMG0iR9XbdpOgrRRPXTwmMSpp32c+wbkwIPtWc0uEp+auqpMkXW8O0E2nqpyDLoK+03ZbwrKfllNtlhb6vp33WiwbpH/KGVF86RbuLfIMu7Xtmyu8Ladcy213JN8RMM+bfrOIw8ltU7GulEnNK+f2ynHmWdY/+zUz/L2z8EO2JS73FUsI/iGWtv1nD0kta/ASUOTS3QQACEIAABCAAAQjUDYFSfg4vpW0KQCX9fy/t2GnblfL/u1L6TDFv1yRlnw1p/9+Xtp3GTtW2Ic9Dp51abrtgomk9QWK7GHHcaOYYFbvy+ky5AMX6dQ9xir5SNMn2k6qtWeGvn0gnKfuMsTLJD0zaPrPtijx4afsT8dRfGMUWUJ11TtEoaJIYZ+QhSzufvHbqJyGmlH1WXawWjbPp66ZouzRLE5ltqu9vSY91QkBp+8yGW5GJ5f8yMA2OaJtO7SiWUv7xKzjXSs1JX2f1JFYrMZ/UPyQUeRrT/MNc7IFO+0NDsX6S32/4dFKLn4DyR+dOCEAAAhCAAAQgAIHaJ1CKbEr9861vWPg/Po2NZp2K/tzd1FfasQu2i8iKFvWZ9uaERyR7e+F+0jFq+n9hpwIyJgwjVeiNZo2dKiBWI4OlGtvPJ8oufn6lMfJ9pg2kyJd4dvAi/8lPNVxpz3rheZfJPW+6CV/LqebT1FnKZ939z7bo94NMn42Njdap+DePdN+fHcgSxGrR7zFNk0g7n9h2CV/LKfvMbVbkppR9ZtYnReMUTTIiq5NZYyV+eROZbap/Vwp9j4n/5U3aZ7PpCU3/MBd8SlN+Ty/UR+pvkMW+XCoQSzYdv6VSNNVDVmxCTQ9BCV/7sT1WMpaU3wATZ1aJNXLfYSvw/Faij0rFUvhRaGi8ArGa4quFJhCAAAQgAAEIQAAChQiU8n+cUtqmoV5Kf2kzhgr+3yR4s5Sf+2PjLCX4GBjZ24v0k3YY1y5ltkqqPjuZNQhSS68yyy/krXeB/zSW9WykguBNntmaBBYubTTFf4iLDhc8kEXbNq1JwXaRN9P2mbfcTZmF0ddL6S/ts552HRVLpbLwHPaUXzdF/58fmUBaRrHtCmSsNq42szUlfGFW6HtMSWK12PeOpucqLaOCsy3zWY8dO+EhLDnOFN8Tiq5ghURZSVtDCgVViTmV8kVeLJZiz1hRwMmZ4WluzbYp+eFI6L0S/bRkjdaYrVmR5h+XlHQqMR/3zb4CWcXJITdsf8pmlXiSUkKhGQQgAAEIQAACEIAABNISqNQP1GnHC9q12dBtM1DqUdI21P8g0rYtA3/+LZUaLD7wkqZTTigqNbBWZ1urf09rTJKrbQu0GXE586nImpbbSeUCrpgrKukBKnfe5dyXxGq1fdltY1vTpV+JcjV9DH7kT9d0ck/2V40NtmK1Pk+vH9ZYJ/vCurbRV0b6uNJTKLdl5Z7xTATtaW7lMuG+9k6gsXGNdenU0zqvd3IgV9t71C2Lr1eXTtZNvz+28dvyVdYyltwNAQhAAAIQgAAEIAABCNQMgSr890dDdutiXTfuY42rqzB+zaxNDQfaLpc1PqiGxtW2quc3zLr2NzNlrrbXq11Cba+wiAsCVSawxjo39LSeA861xjXLqhxL2wyvKhnu92pdTtiG71Ztw5xRIAABCEAAAhCAAAQgAIEOSMDV8+zWxboN7JNcDqADcmHKVSLQ+JV90WNzW911fWsoqRxAleJlWAhAoN0TaGxcbV079bKeG5zdYcSqXxTEart/PAkQAhCAAAQgAAEIQAACEKhlAojVWl69OowdsVqHi8qUIFBdAojV6vJndAhAAAIQgAAEIAABCEAAAnVLALFat0tbmxNDrNbmuhE1BNoxAcRqO14cQoMABCAAAQhAAAIQgAAEIFDLBBCrtbx6dRg7YrUOF5UpQaC6BBCr1eXP6BCAAAQgAAEIQAACEIAABOqWAGK1bpe2NieGWK3NdSNqCLRjAojVdrw4hAYBCEAAAhCAAAQgAAEIQKCWCSBWa3n16jB2xGodLipTgkB1CSBWq8uf0SEAAQhAAAIQgAAEIAABCNQtAcRq3S5tbU4MsVqb60bUEGjHBBCr7XhxCA0CEIAABCAAAQhAAAIQgEAtE0Cs1vLq1WHsiNU6XFSmBIHqEkCsVpc/o0MAAhCAAAQgAAEIQAACEKhbAojVul3a2pwYYrU2142oIdCOCSBW2/HiEBoEIAABCEAAAhCAAAQgAIFaJoBYreXVq8PYEat1uKhMCQLVJYBYrS5/RocABCAAAQhAAAIQgAAEIFC3BBCrdbu0tTkxxGptrhtRQ6AdE0CstuPFITQIQAACEIAABCAAAQhAAAK1TACxWsurV4exI1brcFGZEgSqSwCxWl3+jA4BCEAAAhCAAAQgAAEIQKBuCSBW63Zpa3NiiNXaXDeihkA7JoBYbceLQ2gQgAAEIAABCEAAAhCAAARqmQBitZZXrw5jR6zW4aIyJQhUl0CHFqsff/xxY3XxMzoEIAABCEAAAhCAAAQgAAEIQAACEIAABCAAgdoi0IBYra0FI1oIQAACEIAABCAAAQhAAAIQgAAEIAABCECg+gQQq9VfAyKAAAQgAAEIQAACEIAABCAAAQhAAAIQgAAEaowAYrXGFoxwIQABCEAAAhCAAAQgAAEIQAACEIAABCAAgeoTQKxWfw2IAAIQgAAEIAABCEAAAhCAAAQgAAEIQAACEKgxAojVGlswwoUABCAAAQhAAAIQgAAEIAABCEAAAhCAAASqTwCxWv01IAIIQAACEIAABCAAAQhAAAIQgAAEIAABCECgxgggVmtswQgXAhCAAAQgAAEIQAACEIAABCAAAQhAAAIQqD4BxGr114AIIAABCEAAAhCAAAQgAAEIQAACEIAABCAAgRojgFitsQUjXAhAAAIQgAAEIAABCEAAAhCAAAQgAAEIQKD6BCoiVleu+dQ+b1xqX65ZYY3WWP1ZEQEEIAABCEAAAhCAAAQgAAEIQAACEIAABCAAgYBAgzXYWp16Wo+Gdax7p7VbzKbFYvWzNYvt7Y/m2RUP32uPvjHLPl/1RYuDogMIQAACEIAABCAAAQhAAAIQgAAEIAABCEAAApUk0KNrNxu11c522vcPtM3WHWx9OvVvUfctEqvKVH3jozfswKvPQ6i2aBm4GQIQgAAEIAABCEAAAhCAAAQgAAEIQAACEGgLAhKsU0+92LZcd8sWZa62SKx+snqBnX7772zay0+0xZwZAwIQgAAEIAABCEAAAhCAAAQgAAEIQAACEIBAiwn8cPgedvnhJ1q/zhuX3VeLxOr7q960nS88mWzVsvFzIwQgAAEIQAACEIAABCAAAQhAAAIQgAAEINDWBJS1+swFv7UNum5R9tAtEquLVr1hwyecUPbg3AgBCEAAAhCAAAQgAAEIQAACEIAABCAAAQhAoBoEZk+83gZ03bLsoRGrZaPjRghAAAIQgAAEIAABCEAAAhCAAAQgAAEIQKBWCSBWa3XliBsCEIAABCAAAQhAAAIQgAAEIAABCEAAAhCoGoGqidU1a9bY4tVzKAVQtaVnYAhAAAIQgAAEIAABCEAAAhCAAAQgAAEIQKBcAhKr/TsPtU6dOpXVRdmlAFatWmUf2dutJFYH2hlHn2Arb/qF/b6saXETBCAAAQhAAAIQgAAEIAABCEAAAhCAAAQgAIFkAhKr69pm1rVr17IwlSVWGxsbbeXKlba0y/xWEKsD7Ywz77TLNn7Nzj5jvF1R1rS4CQIQgAAEIAABCEAAAhCAAAQgAAEIQAACEIBAYbG6zleDrHv37tbQ0FAyqrLF6vLly21Zt39XWKw2SdUt+piteBqxWvJycgMEIAABCEAAAhCAAAQgAAEIQAACEIAABCCQhoAyVnt/8XXr1atXrYvVQKpq5ojVNOtPGwhAAAIQgAAEIAABCEAAAhCAAAQgAAEIQKAMAlUTq8uWLbPl3d+tUMZqRKq2G7H6K3v5fw62LWMX5l825f870E4oY9HKvmWvG+yDMcPshTt3tb3/WnYv3FgygcxzYE9ua9veVPLN3AABCEAAAhCAAAQgAAEIQAACEIAABCDQDglIrPZaOdB69+7dthmrlROrMVI1AL3yiy/MVn1o8xb9y/720k12+cNP27w2W4iMUBvw5iRb//LQqB1tD19xln23ZxvLVcRqm6187kCI1SqBZ1gIQAACEIAABCAAAQhAAAIQgAAEINBqBGpcrBaWqnHUVn70tP3+9vF29uxWYxp0nCRWzc4480m7bIsP2j5rtS2mzRgQgAAEIAABCEAAAhCAAAQgAAEIQAACEKhzAjUsVkuXqtm1XPWu3XvncXbYY++28vKWIlbzywYsCTJdr//Vy3aM3WNT7GA7ZsBn9rc7d7V5e4SvaSqZ1/ceONVW7bqpmUUyYnMyVn3WbIBg0T3W9Re/aH7Btf+W9Q2avOG3sxd6L46qH/vND+y7Wyi2zJXtz/2tdAbRkgZOWG/8Ws7BZTmvHe3Z+AiamDWVRvCcQw55r+X1Ec7DZ6feY7brwbalq/X7rh0bKQWQEet9AlJtnL3cyk8+3UMAAhCAAAQgAAEIQAACEIAABCAAgXonUMNi1cyG/8pePuFg27JrGcv0xUt2yUVj7YLFZdyb+pa0pQCahGIoNpvknRePTu4NyBWR/rWsgPXCz/Xzr0y5AZPYG29XKOZArDopu3bwXpPUzJYtaBKnFsjdjAw0+9udf7ENx0RKHLix18+I3bj6rV7EBoeKNfene8pjEF2KgmL1z2Y/H/MtWxTUOo1mDhcVqzHlFHL78HI4FKW5pQBy560ZNEnucK1SP2M0hAAEIAABCEAAAhCAAAQgAAEIQAACEKgGgdoWqyLWArm66JVf2MbX3NOK3NMeXhUnYHNlnBN+OSLULP+1GIEXZm9GxarlZqiqv4OWNtWDjavHmn0tI1ZzD2PS2N+3hUXEaig1Q9HrxWp+n83jxDEoXaxGDu9yc1rf7m06SKyoWI17WnJYFV/Lolm1rfhE0jUEIAABCEAAAhCAAAQgAAEIQAACEIBAZQjUvlhNkqsrXrIr/vRnW7n59ja457q2w6bDbMt+4dZrMwuyJyuDM9pLcimA3JbJAjYnYzVGhKo8QPO29fRiVVmlPuNVsfis1zP2Otqu+OtNOdmt2QzUGIG4pZuI305/tJ2x1012RWLGapzU9K/FHfAUI5cjDEoSq8rczSlh4LNKm+NOK1bzt/J7BsXngVhtna82eoUABCAAAQhAAAIQgAAEIAABCEAAAm1JoD7EapxcjZGmg3c6y65e4rsQAAAgAElEQVQ/5Aj7br9uTYzftf83YR87qtXKAZQmVrPb8GOegHTCrzSxGg7jRWG2rEDBjNXodn9frzW3XmnONIr2V1xIxjEoWazm3JC/bb8Y52ahGmz1jxHOhTJvEatt+S2OsSAAAQhAAAIQgAAEIAABCEAAAhCAQOsQqB+xGpWrSdmo/X9s9535c9u3n24oIAIrwrsFYjUiIosJv0y4acVq3FZ+sxzhV0iEzvvAvjvYbErT9vnM2Bm5usOCplICUX5NmaItLgVQRsaqLyHwwIJhtl/kYKsos3zOTdL400xmcGw5AsRqRb5a6AQCEIAABCAAAQhAAAIQgAAEIAABCNQSgfoSq6FcXRUezBRZkl1/ZwuO3sMG2Lt275X72GGvt9aSlSZWMyfIZw6aigq81hCrW4aHZUUPUCp0eJUTq5uaL1Pg6MW0z6FaqcOr0ohVd8BWU1ZtMK4Tq+F7zgfr0K3muWTKIwTZqDkHgjWJ1fD9Jpm9ZVbSF8+85fCq1vp6o18IQAACEIAABCAAAQhAAAIQgAAEINB2BOpPrHq5euRAm3xuRlLmX01ZiN1ftyv+8zA7u9V4pxWrCiBSZzWScVtZsbqr7W06tOlb1jdn7uFJ9s2yNGzjZWp+jVEzyxG1Eag+q/PND+y7W2yafTNHzkYZBLVfdUOaUgDZdgOahhDHF9e3y7b/wEnrrZw4zY0tW/7AvezLGjS1WXSPnb30+3bZOn/J1rINa9Oaidk9NviKs+y7PZUBnXSwV+5hX/n8Iuxb7ZmkYwhAAAIQgAAEIAABCEAAAhCAAAQgAIFKEKhPsSoy/Qfa4MXv2rxYSs3bu7/xi18ktKkEXvrIEogrLQAeCEAAAhCAAAQgAAEIQAACEIAABCAAAQjUKIH6FasFFyQjVvs9vY/tdPu7Nbp0NRY2YrXGFoxwIQABCEAAAhCAAAQgAAEIQAACEIAABAoR6Jhitf+l9s+frWu/a6pnyiPSBgQQq20AmSEgAAEIQAACEIAABCAAAQhAAAIQgAAE2opAhxSrg4++w+5ccYbtdCfZqm31oDEOBCAAAQhAAAIQgAAEIAABCEAAAhCAAATqiUAHFKvfsp8dsKX9v/tuorZqPT3JzAUCEIAABCAAAQhAAAIQgAAEIAABCEAAAm1IoOOJ1YKHWrUheYaCAAQgAAEIQAACEIAABCAAAQhAAAIQgAAEapZAxxOrNbtUBA4BCEAAAhCAAAQgAAEIQAACEIAABCAAAQi0FwKI1fayEsQBAQhAAAIQgAAEIAABCEAAAhCAAAQgAAEI1AwBxGrNLBWBQgACEIAABCAAAQhAAAIQgAAEIAABCEAAAu2FAGK1vawEcUAAAhCAAAQgAAEIQAACEIAABCAAAQhAAAI1QwCxWjNLRaAQgAAEIAABCEAAAhCAAAQgAAEIQAACEIBAeyGAWG0vK0EcEIAABCAAAQhAAAIQgAAEIAABCEAAAhCAQM0QQKzWzFIRKAQgAAEIQAACEIAABCAAAQhAAAIQgAAEINBeCFRdrLYXEMQBAQhAAAIQgAAEIAABCEAAAhCAAAQgAAEIQKAUAr1WDrTevXtbQ0NDKbe5tg0ff/xxY6l3NTY22rJly2x593dtq/67lHo77SEAAQhAAAIQgAAEIAABCEAAAhCAAAQgAAEIVJXA64ufMsRqVZeAwSE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oAABCAAAQhAAAIQgAAEIAABCEAAAhCAAARqjQBitdZWjHghAAEIQAACEIAABCAAAQhAAAIQgAAEIACBqhNArFZ9CQgAAhCAAAQgAAEIQAACEIAABCAAAQhAAAIQqDUCiNVaWzHihQAEIAABCEAAAhCAAAQgAAEIQAACEIAABKpOALFa9SUgAAhAAAIQgAAEIAABCEAAAhCAAAQgAAEIQKDWCCBWa23FiBcCEIAABCAAAQhAAAIQgAAEIAABCEAAAhCoOgHEatWXgAAgAAEIQAACEIAABCAAAQhAAAIQgAAEIACBWiOAWK21FSNeCEAAAhCAAAQgAAEIQAACEIAABCAAAQhAoOoEEKtVXwICgAAEIAABCEAAAhCAAAQgAAEIQAACEIAABGqNAGK11laMeCEAAQhAAAIQgAAEIAABCEAAAhCAAAQgAIGqE0CsVn0JCAACEIAABCAAAQhAAAIQgAAEIAABCEAAAhCoNQKI1VpbMeKFAAQgAAEIQAACEIAABCAAAQhAAAIQgAAEqk4AsVr1JSAACEAAAhCAAAQgAAEIQAACEIAABCAAAQhAoNYIIFZrbcWIFwIQgAAEIAABCEAAAhCAAAQgAAEIQAACEKg6AcRq1ZeAACA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qgXAr94922775PFVZ/OmsZG+3z5Ctu973p27dDh1qNTp6rHRAAQgAAEIAABCEAAAhCAAAQgAAEIQKDeCCBW621FmU/VCJz5zpt2bzsQq42Njbby089szVerbZ3u3W3q9rvYsJ59qsaFgSEAAQhAAAIQgAAEIAABCEAAAhCAQD0SQKzW46oyp6oQaI9iVSA27NXbnv/WKOtcFSoMCgEIQAACEIAABCAAAQhAAAIQgAAE6pMAYrU+15VZVYFAexWrDQ0N9qsthtuJGw2qAhWGhAAEIAABCEAAAhCAAAQgAAEIQAAC9UkAsVqf68qsqkCgvYpVoThg4CZ2wxbbV4EKQ0IAAhCAAAQgAAEIQAACEIAABCAAgfokgFitz3Vt17NavabRPly+wlY3rrGeXbta3x7d23W8scEtW2C2YpHZquVma74yW/OFvd7Y3X6wdK2qzyWsseqDQaxWfVkIAAIQgAAEIAABCEAAAhCAAAQgAIE6I4BYrbMFrYXp/P6JZ+3nf37EdHp99Fq3Vw/r3qWre7lLp0627Yb9rU/3bu7v63TvZtsPHOBe17VJv3Vs437rZLvo16OH9ejapXURfPGJ2Sevm6380CwS/5vW0/b5tPqSGLHauo8AvUMAAhCAAAQgAAEIQAACEIAABCAAARFArPIctCmBp+f/2464+S77eMXnrTpu504N1r93L+vUkJGwkrLbbNjfOjdJ2U3X7WdDvtY3K3CHDehvkrrr9uxpDQ0JoS37t9knr5l9FR/7V9ZgXwSuuFtDo4Wad7WZLW9ssEWNnWzums42e3Vne3F1F3vyq4xIrtSFWK0USfqBAAQgAAEIQAACEIAABCAAAQhAAALJBBCrPB1tRuCj5Z/bQZNvt5feW9RmY5Yy0NU/2ttGfWOIdbIG69dlpfXs9JVZ1z5m3fqafTbP7OPXzNasKqXL4m3XHW7WcwN77uN37NCFHxRvn6IFYjUFJJpAAAIQgAAEIAABCEAAAhCAAAQgAIEWEkCsthAgt6cjoF3zF0ybYVc//nS6G6rQ6vcH72O7bzbEOjWutn6f/9N6rXq/IlF8aWafNzaYcmf9n+4NjeYTY1dag/3+i+529Rc9KjJenFj9/oCB9sdhO1akfzqBAAQgAAEIQAACEIAABCAAAQhAAAIQoBQAz0AbEZj59nw7/OY7bcWXFc74rGD8lRarnzQ22JLGTjnlAdaY2YLG1isDIBxxYnXEuuvbg9vtUkFadAUBCEAAAhCAAAQgAAEIQAACEIAABDo2ATJWO/b6t8nsl65caYdOucOeeefdNhmv3EEqLVbTxPGVmX3ZZ4it6TnAnly62P6/xZ+kua1gmzixusPX1rPp2+/a4r7pAAIQgAAEIAABCEAAAhCAAAQgAAEIQCBDALHKk9DqBP7P3560i/4y09aoHkA7vqohVh0O1XDt2seeWbnSDv9YR1y17EKstowfd0MAAhCAAAQgAAEIQAACEIAABCAAgTQEEKtpKNGmbAL//OAj2/+G22zhp8vK7qOtbvw/+42yvbcaap0a11Skxqq2/b+1prMtWNPJffysscH+taazrWVmAzutts07rbGNO6223tboygOozuoLq7u0eLqI1RYjpAMIQAACEIAABCAAAQhAAAIQgAAEIFCUAGK1KCIalEtACapnTn3IJj/9QrldtOl9l+w70vbbZquKidWk4JWTqsOsPmjsZIu7rG0fNXS3//l0uc2ugFTVmIjVNn1sGAwCEIAABCAAAQhAAAIQgAAEIACBDkoAsdpBF74tpj1rwXt20OTb7dOVX7TFcC0eo63Eak6gfYea9drIPlq2yEYsWNziOSBWK4KQTiAAAQhAAAIQgAAEIAABCEAAAhCAQFECiNWiiGhQDoFVq9fYSXf/2f70wivl3N4m91y490j7/9m7FyDL7vo+8L97b99+z7M1M5JGsjQSGvQyLwmwsJnNKrzsNWDZMatgDBiUbKXsCmSXXcVxcG1MNl5V8BpTm2QrHnDAZJOysWVcZR4xYFa2eQqEDRIgHjNGmtFIMz2ann73fW2d23277+33v6enbz8+twokdf/OOf/z+f+uVPWd//mfH73qQBz/0tfjz779vbgcwerUzOrUZ2r5GKrl4olqIfbkqnF1rhqFXMTBXLZhQMTHS53xLyb61uW+rVhdF0YnIUCAAAECBAgQIECAAAECBAgsKyBY1SCXRWCzr1Z98bVXx++87pVxaFd//NevPxq/9snPrXuwmoWqpVquvrfqhVouTtfy8XClGJ8uFeO71cJlcc9OKli9bLROTIAAAQIECBAgQIAAAQIECBCYFRCsaoZ1F8j2Vn3Hgx+PD33lb9b93Ot5wrfe+bx47oGB+Nijj8cXf3gqfvM1PxE/ffttkYtq7B36RvSMP9lyuXxnd+Q7sldPXdqnFhFDxT0x1HM4/nx0OP6PZ0cv7YTzjhasriunkxEgQIAAAQIECBAgQIAAAQIEFhUQrGqMdRf4xlNPx+uO/5c4Pza+7ue+nCf853f/RLz5xc+Pjnw+dvd0RU+xOHu52uRQTD72x5GrlaJr78GIXC5pKJWp8ahVKtHR3Td9bHFXxO4jcaE0FS98cn32Vm0MSLCaNDWKCRAgQIAAAQIECBAgQIAAAQJrEhCsronNQcsJjJfK8ez46kPVQi4fV/T1RiGfFla2YxYqZx6JqdOPRJTGI5fPRa5jJnytRQxXKjES+Riu1mIi3xHfzvfGs/lifKvWFZ8s7K0P98bqeNydG4ury2PRWS3HZ7oOxGejf11vRbC6rpxORoAAAQIECBAgQIAAAQIECBBYVECwqjEIrJPAP/7Bo/Hnw+fX6WxrP41gde12jiRAgAABAgQIECBAgAABAgQIrFZAsLpaKXXrKjA6Ohpf+sIX4uLFi+t63nae7E9/9DnxF2ND7RxC/dqLBatH8h3xq+cnVhzb7t2746V33RV9fX0r1iogQIAAAQIECBAgQIAAAQIECOxkAcHqTp79Nt37yMhIfOj3fi/OnT3bphFcnsue+IV74v+bGLk8J08462LB6pWTpfi5L6zuZWJXHDgQb/mlX4r+/vXdoiDhFpQSIECAAAECBAgQIECAAAECBDa9gGB100/R9hvgqSefjN//8IdjcmLlFZRb6e63S7CaLxTiH77xjfGcm27aSvzGSoAAAQIECBAgQIAAAQIECBDYUAHB6oZyu1gmIFi9vH1wqStWs9G94d5745Zbb728A3V2AgQIECBAgAABAgQIECBAgMAWFhCsbuHJ26pDF6xe3pkTrF5eX2cnQIAAAQIECBAgQIAAAQIECGQCglV9sOECiwWrP/tzPxd79+7d8LGs5wX/VXk4PjPy7Hqeck3nWixYva1/d3z40JFFz3f69On45Cc+0fI7K1bXRO8gAgQIECBAgAABAgQIECBAYAcJCFZ30GRvlltd72B1qlaL4Uotak032JfPRU8+t6G3LFjdUG4XI0CAAAECBAgQIECAAAECBAi0VUCw2lb+nXnxSw1WswD1qalKPDlViYuVapSbE9Um0ixX7c/n4+rOfFzb2RGFy5yzClZ3Zj+7awIECBAgQIAAAQIECBAgQGBnCghWd+a8t/WuLyVYzcLU702UY6Jai3xE9Bey/48YrlRnV6xm+Wl3Plf/X/bzLHjtzOXiR7oKcWN3R1yufLWdwepNMRmvzQ3FXTEWN8Zk7I5KlGq5+EGlEH9e6o4v5A/Gvz14dNF5txVAW78OLk6AAAECBAgQIECAAAECBAhsUQHB6haduK087LUEq+PVWnxjrBTPlqvRkcvF4c5CXN9ViO+Ml+NMqRK9+VxUI+rhavb3WV1/IRfP6+2MC+VqnJgsR3aOvkIubu8pxt6O6UB2PT8bHay+orcn3nvVNbGrOhW5k617pM6/r8ylXNgV53t+NEqF3S2/FqyuZxc4FwECBAgQIECAAAECBAgQILBTBASrO2WmN9F9pgar2eP+Xx8t1YPRA8V83NJTrK9G/eZYKU5PVWJfRz5e0FeMh0dKUarV4kV9nfHEVDmemKzE7kI+7ugvRjGXq690PTlZjkLk4paejriqs7CuKhsdrBaiFv937sl4ZQzXV+82fyYjF8WYXtXb/Jkq7I1zfXdENVec/bFgdV3bwMkIECBAgAABAgQIECBAgACBHSIgWN0hE72ZbjMlWM1C1UdGS5G9oOr6ro64qbujfitZQPr4eDl2zQSn2aP+nx+eqgerd/R11lerfmu8FD+crNTD2Bf2dda3AMj2Zv3WeLm+svX23o44VFy/cHWjg9XGnP5ojMfeqEQ5C4xjMvZFOf7baC4qlWr8Ss9ovLw4GX256Y1oK/meONd7R5QK/YLVzfSlMBYCBAgQIECAAAECBAgQIEBgywkIVrfclG39Aa82WM3C1K+OlGKkWq3vjXpD13SoerZUrW8LkL2M6oV9xfqq1OwzP1jNosRHRqfiXGn6+Ox/2efpUiW+OVaOjnnHX6psO4LVO2MsXpu7GP9djMThKEW2irXxmazl4ulqPr5W7oyXdZbjYK4kWL3USXY8AQIECBAgQIAAAQIECBAgQGBGQLCqFTZcYLXB6mPjpfrj/Nkn2xv1YLEQVxUL8e3xUlyoVOtbAlzT9Dj//GA1Oy5b8fq10VL9kfjn9Rbrxz1dqsZQuVrfkzXbRuAl/dOrWS/1s5HB6n/a3xUvP3g08lPDUTvx8VUP3YrVVVMpJECAAAECBAgQIECAAAECBAgsKyBY1SAbLrCaYPWZmVWpXfmInpmXUZXnFmPW90zNXlKVz0X053ORy0Vkx1RqEYeK+fo/j1Zq9X+eqNVisjp3cBayZi+vyv56vlKN53YX47quS98SYCOD1f+wrydetWt35C58L2L4icj2VH0yOuN70RVHYjJuiMmYXp87/5OL4a7rYqj75tlf2GN1w78CLkiAAAECBAgQIECAAAECBAhsAwHB6jaYxK12C6sJVr82OhWD5dZVqc+Wq5GtYh2r1qIvn4+Jai2qMR2eNmWusxzZKtRsu4AshM1C2SyEzV5ale2rmv3uQrkaj4yVojuXiztnXnB1KZYbGaxmj/z/ZAxHR9Ti0eiO70bX7NBrtVr0Dw/FP+wYjp/tHo/nFMotIWupsDue7n+ZYPVSJtuxBAgQIECAAAECBAgQIECAwI4XEKzu+BbYeICVgtUsQM1eWNVbyMVLmx7TH5p5rD9bqZr9fP5nsa0AGjWPjpXidKkSt/YU43DT9gF/M1qKs+VK3N5bjCsv8UVWGxmszr/3bH/V18TFeEluLLKXWXXVqnGyUohHysX4Yqkrfq1/NK7LTdUPGyteFed7ny9Y3fjWd0UCBAgQIECAAAECBAgQIEBgGwkIVrfRZG6VW1kpWP3uRDl+MFGOI90dcXTmhVPZvf1wshLfmSjFtZ0dcXPPwgfdlwtWT01V6qtdsz1Zs71ZG58z9RdZlep7t97WO/fztVi2I1j93YFdcfeBI5EbORVx6i9XHHY11xmDvc+PyY4BweqKWgoIECBAgAABAgQIECBAgAABAksLCFZ1x4YLrBSsfnV0KrJVq8/v7YwDxWwn1OnPt8fL8cRUecGq08bvlwtWG6tds/1YX9y02nW8WouvjEzVtwu4a9fCVbApOO0IVn9rT2f8zBXXRu7iiYhz36wPN9sWIfvfnNzcXdQiHxe7b4rhriOC1ZTJVUuAAAECBAgQIECAAAECBAgQmCcgWNUSGy6wXLCaBYKfH56s74l6R19n9GebpM58sn1XL5Rr8cK+YuzrWBgbLheslmq1+NLIVH1v1Zft6qr/tfHJgtVs39b510uFWUuw+rL+vXGouPpAtxoRj42PxHcnxmaHlz36vzcqUYlcfCe64lytEIXhi3FXbixe0zkZL+goxdGOchRndqIdK14d53ufJ1hNnWD1BAgQIECAAAECBAgQIECAAIEmAcGqdthwgeWC1ZFKLbIVq9kK0pfNW0H6heGpmKotHYAuF6xmN5kFq9kLr+YHqNn+q2dK1XhBXzEGFglsVwu0lmD131xzU7ywb9dqLxFZQPwHg2fiI4NPLXnMTbWJ2Dd2MWqVLIad/jywezSuz03W/z5brTrU/dzZ350+fTo++YlPtJzvDffeG7fceuuqx6WQAAECBAgQIECAAAECBAgQILDTBASrO23GN8H9riZYzR7R38hPRy7iBX2dccUGB6uNe/zlg9fG2w8cjs78Yg/wR3x/Yixe/92vL0oyEOX4lb6OuL10Np5bGoz+mAtU5x9QzRXjfO8LYsIeqxvZXq5FgAABAgQIECBAgAABAgQIbEMBweo2nNTNfkurCVazWPVg0/6q2T09U6pGpRZxqJiPfPOz/DM3vNLvz5WqUVrk+Gw/1yzIbWeweilz9qlDe+LowVsiBr8Vtae+sMKpcnGx64b6PquNjxWrl6LvWAIECBAgQIAAAQIECBAgQGCnCghWd+rMt/G+lwtWGy+TyoaXvWSqpylBzfZYHarU4kV9xdhTSNtjNTtftlVAuVZbcN5s64HhyvQWAbua9nRNJVrLVgCp11is/meL5fgnffkYGzsXj5YqMVbLxeRUKY7kSnE4X4lrCpXYlatFx8weq+PFQzHY+0LB6nrgOwcBAgQIECBAgAABAgQIECCwYwUEqzt26tt348sFq9mosr1QRysLX1KV7YX6VKkSt/cW48piYcENLLfHahacZgFqFtS+tH/uZVGNl1plJ8t+nu3tutZPu4LV+eOt1WoxcXE4quXK7K/+av/5uCk/vcfqePFgDPa+SLC61ol2HAECBAgQIECAAAECBAgQIEAgIgSr2mDDBVYKVrMA9dRUJZ7bU4zruuYC1JOT5fjuRDmu7+qIm7o7koLVM6VKfHOsFAeLhXheb3H22MFyNf5mtBR7O3Lxor65wHUtKFslWPXyqrXMrmMIECBAgAABAgQIECBAgAABAq0CglUdseECKwWrjRB0byEfdzatLs32Qn1ktBQ3TX4p7nj2P0auOjXzcPv0LVRq0y+8yudy0Vh32vhrtjdrNWpRyOWieROB7DVP2XHzf74cSi3fFZO7XhrDh94c1cLu2dKtEKxWcx3xbM/tMV68cnbc9ljd8K+ACxIgQIAAAQIECBAgQIAAAQLbQECwug0mcavdwkrBahaPZtsBjFVq8fy+Ygx05Osvl8pWsT45VYmX7S5HT0d/W247F9UoVgaj95kHI0a+H+ev+1eRBa3Z573V0XhodKgt42q+aLVWi/NDQ1Ga2QqgFrX4633n48bcREx27IuzfS+JmI2eIwSrbZ8yAyBAgAABAgQIECBAgAABAgS2oIBgdQtO2lYf8krBanZ/fzdZie+Ml6KvkItstWkWrGaBa7YC9bq+jnj+7p6o1uYe6d8ok2z/0lK5HLVaNfYMfjRKhStjYvdd9ctP9fREX23te7RejnsYjVrc9egX40tXjMd1ueG40H1zjHZe23IpwerlkHdOAgQIECBAgAABAgQIECBAYLsLCFa3+wxvwvtbTbCahahfHpmK7PH/jlzEoWIhruksRH8hV//5Kw7kI995RVvuLttxYGx8LDor56Lz6T+LkYNvrI+j1N0d3dneApvlk4s4WS3Hz3z7q/HVK0bjUKFWX61azbUG0oLVzTJhxkGAAAECBAgQIECAAAECBAhsJQHB6laarW0y1tUEq9mtni9X4+ujpfpK1dt7O+rhavb54WQlrusvR3/voYhce1aIjo1PRJRHY9ff/V9x4Zp31ce12VasTuUi/vWZE4lMwNYAACAASURBVPHYhdPxZ/uGI7oOx8WuGxd0kWB1m3yx3AYBAgQIECBAgAABAgQIECCwoQKC1Q3ldrFMYLXBalZ7crIc350oR0cuF7f3FONAMV8PWoudlch3zL04aqNly+VyRHkidv/wtzZlsDqWj/i109+Pzww+E/9291Tc2z0Z5/vuiHK+R7C60c3iegQIECBAgAABAgQIECBAgMC2FBCsbstp3dw3lRKsNoer2drU53R3xPVdHbG7txKVjv1tu9HJqVLE5LnoOfNfY/jQ2+rjeKQjYrIwvaq2XZ9KrRZfu/hsfPTMkzFSKccv9JTigf6hmCpeGc/23LbosKxYbddsuS4BAgQIECBAgAABAgQIECCwlQUEq1t59rbo2FOD1ew2ny5V4rHxckxVa3Ftb1f82EBnVPN9bROYGB+Jnmc/E+WpqRjf98r6ON577lT8l6FzbRtT84WvL1TjN3aX4hUdw1GolWK46/oY6r5ZsLopZscgCBAgQIAAAQIECBAgQIAAge0gIFjdDrO4xe5hLcFqdovj1Vp8a7wUN3SdjyO790Xk2rM6tFqeiMK5z0b+6U/F+SO/GdXC9JYEF6uVuFiptGU2nnPus9F58VTk8vno2bMvOrq6W8YxXjwYg70vEqy2ZXZclAABAgQIECBAgAABAgQIENiOAoLV7Tirm/ye1hqszt7Ws38RB0+/Lwq1qTbdaS5KPc+JocPvjFL3DW0aQ+tl9/7wj6I6fiGK3T3Rs3fhFgmC1U0xTQZBgAABAgQIECBAgAABAgQIbCMBweo2msytcisrBaudTzwZez7zueg6+cPIlUqb/raq3V1x9q2/GFPXHm7bWPf+4D9HrTJVD1U7OrsWjKNU2B1P979s0fHZY7Vt0+bCBAgQIECAAAECBAgQIECAwBYWEKxu4cnbqkNfLljt/dtvxv4/+pOYOnpTjL7qlVHt6938t1mrRa2jEBNdnW0Za9f4qeg+9ZnoKBajZ+++RccgWG3L1LgoAQIECBAgQIAAAQIECBAgsI0FBKvbeHI3660tFaxeUYs48MEPx9Ab/kGMXPcjkc/no7urK/L53Ga9lfq48pOTMV6tRqXcntW1vRcfi86zD0fPnr1RKC4e7lbyPXGu944oFfoXWFqxuqnby+AIECBAgAABAgQIECBAgACBTSogWN2kE7Odh7VUsHr1k6ej+9TpGHzNqyPqoWpnPVzd7J+O8fEYrpTbMsxid3d05kqRq5Uil1/mZV65fJRz3VEqlaM8OdkyVsFqW6bORQkQIECAAAECBAgQIECAAIEtLiBY3eITuBWHv1Sw+iNf+5so335bjFx5KLo6u6KrTY/Wp5jmKpWojE/EWKU9q1U7e3sX3VN18XuoRWliMkoT44LVlElWS4AAAQIECBAgQIAAAQIECBBYRECwqi02XGCpYPXGP/+LuPiTr47J3bujWOyIfG7zr1Yt5CJylXKMT01tuGPX8Jdj3xP/Z+SqrUHpcgMpdx2O80ceiErHwGyZFasbPnUuSIAAAQIECBAgQIAAAQIECGwDAcHqNpjErXYLSwWr1z38SIy/5MUxtW9f9G2Fl1Zl+6tme6tOTsZYaeOD1Z6hz8WeU78duerK15666uejdMXdUXzmkzG0+3+Icte1gtWt9sUxXgIECBAgQIAAAQIECBAgQGBTCQhWN9V07IzBLBWsXvut70QMDMTwLTdHX19f5HKb+6VV2WzlarWIsbEYbsOLq/rP/kHsevr3VtU0E0feEVMHXxOdp/4gRrrviFL3jYLVVckpIkCAAAECBAgQIECAAAECBAgsLiBY1RkbLrBUsHrowsU48KGPxDP3vyti397o7Fz8DfcbPuAVLtgxPhEXpiY2fFi7n/oP0Tf4p6u6bnnfXTF5+Bei49kvxEjn82Kq73mC1VXJKSJAgAABAgQIECBAgAABAgQICFb1wCYRWCpY3bdrV+z/6J9E98kfxuA/+cdRG9gf+Y5l3nS/Se4n2w6gVi7HWKW8oSPa++R7o+fCZ1Z1zcnDb4zJH3l7FJ/5RExOFWJ8z98TrK5KThEBAgQIECBAgAABAgQIECBAQLCqBzaJwFLB6t69eyM/MRH7/+hj0ZNtC5A9Zr8FPtXurjj71l+MqWsPb+hoB37wv0Tn2GNJ16zlOmPo8DtjfO9/L1hNklNMgAABAgQIECBAgAABAgQIEGgVsBWAjthwgeWC1Www7x9/Nr4/NRH5ycmIanXDx5d8wVwuqj3dEfnFV9d2RMSLOrrjNZ19MbBETeo1c9XJGDjxv0Zx/Luph8bwoV+KkQNvEKwmyzmAAAECBAgQIECAAAECBAgQIDAnIFjVDRsusFKw+ssjT8c3ypMbPq7LfcHeXD7+p+49cU/Xrku+VKE8GPtP3B8dk6eSzzV88Bdj5OAbBavJcg4gQIAAAQIECBAgQIAAAQIECAhW9UAbBVYKVr9fLMTuXL6NI1zfS1ci4qtTY/HAhaeiO5eLd/Xsj1d19l3SRYoT34/9J/5F5CsXk88zvvfvx4Vr3iVYTZZzAAECBAgQIECAAAECBAgQIEBAsKoH2iiwUrA60t0V+zuKUYhcG0e5Ppeu1moxOTEZlWo1Rgq5+JVnn4hi5OJ9/QcvKTzuHP3b2P/D34hcZTR5oILVZDIHECBAgAABAgQIECBAgAABAgQWCNgKQFNsuMBKwWq+oxiVjo7oqG6Nl1etBFiLWpTLlajVanE+V4t7z/9dvKt3f/zkJaxa7Rn6XOw59duRq06tdPkFv5/qvTUGb/it2Z+fPn06PvmJT7TUveHee+OWW29NPrcDCBAgQIAAAQIECBAgQIAAAQI7RUCwulNmehPd50rBajbU8e7u6ClvgRdXrdI1C1WrMy/i+n+mLsSF0lT8Wu/AKo9eWNZ37o9i95kPRER6+CxYXTO7AwkQIECAAAECBAgQIECAAAECswKCVc2w4QKrCVZHentioNAR+fTccMPvZ7UXnJicinK5HI/lyvHvLz4T/67/UKx1J9ldT38w+s/+4Wov3VJX7ro2Bo88ENWOffWfW7G6JkYHESBAgAABAgQIECBAgAABAjtcQLC6wxugHbe/qmC1uysO9fVH5zZ6idX4xESMjY3Hk/lq/Or5J+N3+g/FFfnCmqZg75PvjZ4Ln1nTseWuw3H+yANR6ZheMStYXROjgwgQIECAAAECBAgQIECAAIEdLiBY3eEN0I7b36nBaqlUiuGR0TiVq8T9lxisDpz436Jz9Btrmr5qx544f/1vRqn7iGB1TYIOIkCAAAECBAgQIECAAAECBAhECFZ1wYYLrCpY3YZbAVQq1ZiYnIxTUY13D52K9/cfit1rWpFbiyt+8D9Hcezba5q7amF3nD/yb6LUfaNgdU2CDiJAgAABAgQIECBAgAABAgQICFb1QBsEVhOsjvX2xp5sf9VttMdq9vKqqXI5PlcZj4+PPhu/1X9wTfqF8mDsP3F/dEyeWtPxtXxPPHvtP4/JXS8RrK5J0EEECBAgQIAAAQIECBAgQIAAAcGqHmiDwErBai6fj3J3d3RX2zC4y3jJcqUSI9VK/Pz5k/GW7j3xP3btWtPVihMnYv/JX418eWhNx9fynTF0+J/F+J6/J1hdk6CDCBAgQIAAAQIECBAgQIAAAQKCVT3QBoGVgtXJ7u7Y1VGMtb3WqQ03tIpLVmu1GC6X4n3DZ+OLE8Px3r6DcUOhuIojF5YUx78T+0/+y8hXRtZ0fC3XERev/uUY2/caweqaBB1EgAABAgQIECBAgAABAgQIEBCs6oE2CKwUrA7u3xM39a1tNWcbbmfFS45XK/HIhfPxm2efiJNTE/EzXbvin/XsW/G4pQp6hj4Xe079duSqU2s+x/ChX4qRA28QrK5Z0IEECBAgQIAAAQIECBAgQIDAThfw8qqd3gFtuP+VgtVfHnk6vlGebMPILu8lcxHxY8We+N97r4ieXPZPa/v0DX4sdp/5jxG1te+VMHLg52P40NsEq2ubAkcRIECAAAECBAgQIECAAAECBEKwqgk2XGCnBatduVxcne+In+vaFT/d2R/5SxTvf+b/jV3P/P4lnWV879+PC9e8S7B6SYoOJkCAAAECBAgQIECAAAECBHaygGB1J89+m+59sWC1TUNx2SUE3nDvvXHLrbfyIUCAAAECBAgQIECAAAECBAgQWEJAsKo1NlzgqdOn48Mf+lBMjI9v+LVdcGWBru7u+MU3vzkOX3PNysUqCBAgQIAAAQIECBAgQIAAAQI7VECwukMnvp23XalU4r998pPxlS9/OWq1WjuH4trzBHL5fLzkpS+NV77qVVEoFPgQIECAAAECBAgQIECAAAECBAgsISBY1RptE8hWrJZKpVVdf3h4OP7Thz4UQ0NDC+r37NkTb33LW2LXrl2rOtd2K1pPm86urujq6tpuRO6HAAECBAgQIECAAAECBAgQILDuAoLVdSfduSfMQtIffP/7MTU1te4Ik5OT8eWvfCUmJyYWnDt7dP0lL37xmgLBcrkcTzzxxKoD3nW/sZkTFovFuPbaa6OjoyP5EpfLZqWBdHZ2xg033hjZ2H0IECBAgAABAgQIECBAgAABAjtNQLC602b8Mt7v8MWL8YHf/d1FV5Vexste0qkr1WqcO38+su0J2vnJHru/Yv/+KOTz7RxG0rWzlcJv/0f/KHbt3p10nGICBAgQIECAAAECBAgQIECAwHYQEKxuh1ncJPewFYPVbI/X8xcuxORlWGWbMi3dXV2xb8+eyOVyKYe1tVaw2lZ+FydAgAABAgQIECBAgAABAgTaLCBYbfMEbKfLb8VgdTv5b/S9CFY3Wtz1CBAgQIAAAQIECBAgQIAAgc0kIFjdTLOxxcciWN3iE5g4fMFqIphyAgQIECBAgAABAgQIECBAYFsJCFa31XS292ZGhofjA8ePx4Vnn23vQFx9QwSuvOqqePNb3xo9PT0bcj0XIUCAAAECBAgQIECAAAECBAhsJgHB6maajS0+lmqlEh/9wz+Mbz322Ba/E8NfjcCL7rgjXvu610VsoX1hV3NfaggQIECAAAECBAgQIECAAAECqxEQrK5GSc2qBZ46fTr+8+//foyOjq76GIVbT2D//v3xpre8Jfbt27f1Bm/EBAgQIECAAAECBAgQIECAAIF1EBCsrgOiU7QKnD17Nv7kj/84spC1Vqvh2UYCuVwujtxwQ/z0a18b+/bv30Z35lYIECBAgAABAgQIECBAgAABAmkCgtU0L9UJAuVSKcbHxxOOULqZBbJQtae3NwqFwmYeprERIECAAAECBAgQIECAAAECBDZEQLC6IcwuQoAAAQIECBAgQIAAAQIECBAgQIDAdhIQrG6n2XQvBAgQIECAAAECBAgQIECAAAECBAhsiIBgdUOYXYQAAQIECBAgQIAAAQIECBAgQIAAge0kIFjdTrPpXggQIECAAAECBAgQIECAAAECBAgQ2BABweqGMO+8iwz+6Tvi1b/x10vc+Jvigw+/M56301i+/r64876PxI//+qfid143sH53/8zH4h0/dSLePmP6t++/M9724R1qvH6qzkSAAAECBAgQIECAAAECBAgQWFZAsKpBLotAPVj99N3xqfe/PlojxMH42D99dbwn3r3I7y7LUDbJSWfu+/PZcNY59GwOVrPw9oNHmmz/Nt5359sijj8c73xBRMwLYTcJjmEQIECAAAECBAgQIECAAAECBLacgGB1y03Z1hjw0sFqxHK/2xp3t4ZR1gPNz8bdx++Oz973njjSCDrXcKoFhzSFpYefGYyBg81R9rxgdT2u5xwECBAgQIAAAQIECBAgQIAAAQIhWNUEl0Vg1cFqIxQ8HvG2+z4Sbzr+cNz9UPYoe+uwWh+fb179GfGm4x+MuO8DceTjvxOvP5gFiR+IIzMBZtQfuz9VX7X5keZTvmxuxWx9rCffHh+Mt81cd3pF6eGm7QyycdVXfMZMMDxvm4Pm3y8G2uxxKntUPz4YD//Tuc0Qssf3P3D9B+PuT78t3lNf1ZrdV+Oarfc789u57RRaVqFO1554W3bsdKjauO+64Y/91dy2ATNbE8yNt2kl7YLfRUST2WVpGiclQIAAAQIECBAgQIAAAQIECGwhAcHqFpqsrTTUVW8FUA8F3xN//ebpoHF6b9aId9dD0pk7ngn5GkHj/D1Ep//5x2eOmQkTm0PAZwZj8OBAy5YE00Hm9F6njf1gG+dv/PNsmFu//onZMQ3OXxW64uP102HnZ18xs7dq/XzRss9s6z1ERMs1B2PwmYEYaHg0wt2Tb58OZ5cMVjO/JbYC+PiR+MBPvSemg+fpFa71MXzv3fGpfxnxG/N+1zjPR2bmaSv1orESIECAAAECBAgQIECAAAECBC6HgGD1cqg652xYuThF08rIxiPyM0Hq4oFsazhYDwCbV3y2nGPpR98XvFCrOcxt3g92QfA5swq2OeydCSznVsE2gt1F7njR8zXte9oINZe8p9aAefYKjfB4zcHqZ+Pu+QF2tj9rPVid97vFxqjPCRAgQIAAAQIECBAgQIAAAQI7WECwuoMn/3Le+qr3UV2PYLUecjZvBdAaWi5YgTovJFww1mWD1cbj9UuHw/Ndp1ejLqLdtPpz2bD4dLbC9SMRTfUtY16vYLUxxHlz0vjxgjFezgZybgIECBAgQIAAAQIECBAgQIDAJhcQrG7yCdqqw9vQYHWFFauLBYLNP0sKVmPmJVTNKz2XCCKn526JFbTzthdYLlj9iS++I17dvKK2sRVA42frFaxmY7Jidat+5YybAAECBAgQIECAAAECBAgQ2GABweoGg++Uy11SsJq4x2rrvqwLg8z5e7JO7186twI0PVht3pu08WKpJbYCWGQ/1ebA9cTMHqcrBqvNJo19aS95KwB7rO6U76P7JECAAAECBAgQIECAAAECBNZfQLC6/qbOOH9F5XIii6z2XOzR+dkXSdXP1Qgzp0/8429+U8SHT8zsF7rYCtHW+voj9cc+Ww9Xs/P+evxG64rQlfZYbQSz01ePd3/81yP+9avjPZ9v2h6geZzPmX4x1/zP7Mui3v/6OLXsvrEzL5ZqbCeQBaozL5iqv/Tr3hPxjp86EW9/+J3xvBmbE297ON75glaruuGP/dVcbct9ZLVN41/wu4hofiGYLidAgAABAgQIECBAgAABAgQI7HABweoOb4Btcfstj8JviztyEwQIECBAgAABAgQIECBAgAABAptcQLC6ySfI8BYRmLeitHnl5wAwAgQIECBAgAABAgQIECBAgAABAhsgIFjdAGSXWH+B1u0C5j+Cv/7Xc0YCBAgQIECAAAECBAgQIECAAAECzQKCVf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BN3POQAAIABJREFU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aHOwejpuPvCSyOXyicNWToAAAQIECBAgQIAAAQIECBAgQIAAgfYI1GrV+PbZL0ffxNXR398fuVwueSC58+fP11KPqtVqMTIyEqOFp+OaK26MXV37U0+hngABAgQIECBAgAABAgQIECBAgAABAm0RGJ48H0+e+370VQ61J1g9N3w6dh3ojOcceIFVq21pARclQIAAAQIECBAgQIAAAQIECBAgQCBFIFut+r2zX4/hs1Nxxa42rVh96qmnomN3KXYP9MaVe66P/s69AtaUWVRLgAABAgQIECBAgAABAgQIECBAgMCGCGSB6sjUhTgzdDIuDo5F+WIxrrrqqvasWM2C1WxLgJ49hdhzqDvyXZlB8s4CGwLnIgQIECBAgAABAgQIECBAgAABAgQI7GSBXFQnI4aenojxoUo9UG17sJrtuepDgAABAgQIECBAgAABAgQIECBAgACBrSCQvayqbcHq6OhonD59ur5iVbC6FdrFGAkQIECAAAECBAgQIECAAAECBAgQyAQawerVV18dfX199X9O/eTOnz+fvNw0C1KzYPXMmTMxPDwc1Wo19brqCRAgQIAAAQIECBAgQIAAAQIECBAg0BaBfD4fu3btiiuvvHLjg9WJiYl45plnYmhoKEqlUlsAXJQAAQIECBAgQIAAAQIECBAgQIAAAQKpAsViMfbs2RMHDx6M7u7ujVuxmg00C1MvXLgQ58+fj7GxMatWU2dPPQECBAgQIECAAAECBAgQIECAAAECGy6QrVbt7e2N/fv3x969eyMLWdfyWdNWANmFssf/Jycn6+HqxYsX639fqVTst7qWWXAMAQIECBAgQIAAAQIECBAgQIAAAQKXVSDbR7VQKERXV1fs3r27Hqpmf58FrWv5rDlYbQ5XsxdYZatWs1Ws9ltdyzQ4hgABAgQIECBAgAABAgQIECBAgACByymQBajZ6tRstWp/f/8lharZOC8pWG2Eq9lK1XK5XF+xmn2yl1v5ECBAgAABAgQIECBAgAABAgQIECBAYDMIZKtVs0+2YrWjo6P+17WuVG3czyUHq40TCVM3Q4sYAwECBAgQIECAAAECBAgQIECAAAECywk0QtZLVVq3YPVSB+J4AgQIECBAgAABAgQIECBAYBMKPP5gPPDg44sObODl98V9LxtYdtCDnz8ex/9yMFZTu/iJHo8HH3gwHh84Fvfdd1csf7WV/GbOFUfjnvvviaMrlSf8/vGPPRAPfnv9z5swhA0oHYwvHD8eDw0OxLH77ou71jgZ01bzh9tqt6BvGn24bB80xrf+89AYz9F77o97ZhsnrZ8W/y40ztHsMeM7OP3dW/t3Z+WWWM1cLDjLzFxk4zp29vj0XN58T9z/+vX8Rs2/amNu535en4uBL8Tx4w/FYFP53Bw1bJv6dd6/zy7VVrC6co+pIECAAAECBAgQIECAAAECBCItRGqACVa3U+tcerDa6IeWGHFgIAYHByOaQtO1BasbbZ32nVjsu9AINmcDvlUFyOt3n43rN8LI2aB1uaB0Nlj9B3HbYx+NM8eaw+b1G1vzmVrsnvv4TJh6fdw6cDIey1on+0OeKx6a+UOgo/GKlw/Gp/+yEbc2gtW5EPvoPfdEPPhgZH9k1BqWp41fsJrmpZoAAQIECBAgQIAAAQIECOxQgUVCpPmrWWeCsZhZpdoSnr18OoR5qGlp2XSgMX/F3vzVho0Vq3fGnfFwPLzW41tm7WhM5ypNK3GzsWc/a1r91hy+TB++MKCp//jme+KeeHDeKszWVYezl1/CqGXl3GDrKrwlxzGzonH23PUwLKZX+M5dMI7ddyzOHJ/72cCt18fgYydnA6XZcO2lR+PxLzWvTs7m4lgM1leptszmgnPO2iw6ppmVjDP3NXDz0Xj8249Pr3L8icE4fvxM3PbywXioaWXzssFqfZ4ejRgYjCyPbczB/a8fmFlROxO4xcwq54bnwK1x/eBjcXI5mwV9Oj2PR78zvfJ64VxkJzsa99x3ZTzUsnKy9bjW78LcSu9l/+Bh5vu197q9ceHvLsycYiCO3XNbPPpgY5XmMn22pNPcytL5wWrreAYX6aX74q6mlbRZ32cu198yECe/FTMrmecC+FuPDMZjJ5rufv53ZU0r0RvnbwSr87+XjX+HzP+DgOZ/ruNc8uprweoO/c+h2yZAgAABAgQIECBAgAABAmkC84PV1sdsB/5q+vHugTvujPjqwzFYf9x+LpSbDYdmw7QsGDoaL7358fhSdlx9W4EsyHkormx5zHzmOr29EWNjTWHc6o5vWRE4u6Lt6rg6TsfpmaB08bHfEzHzyHrLariBY/GKAw/Fp+tjvidue+zBeuh49eGI06dmHom+5dHplXOzQd508LPUdQayIPrssblHqWeD1emAaPFxNELCpmDtoSubxta0gm/eOO4amAmYDjQFsc0BV1NgPh2YDc5zH4h1vHJIAAAGKklEQVRGYNZqs/iYZrdwqN/XmTg2E2q3rBRserw8215i5WA1m//s3hsBWbby8L648qEsLGsE54MtoWhjjpYbcyNAnX60fTqozVZkHjs3Hawueo7mrSWaQvGlvgvzHz9fuIq3NSyd/e4MHItjBx6Kh7JH7weOxT23PhoPZqsyV+yz+U5zK0wX3wpgXr82rwbN+uTYmTg+s0VBI1htBM6DWW1jRWnTqte568z/zqfuJzG3JcDAbAi+2mA1YsH9rinYnfs3p2A17b8iqgkQIECAAAECBAgQIECAwA4VWCpYnVkd1gjGGsHqvJWZjXBoOlSKmZWF08fWg8XGY7sLgo7WYDX1+NYVeY17aASrrVM5G4TNjGFwsb1Am4LV5mBw0evMBl7zjGZD5LlVpC0h4+wKy+kVl0uN4777jsbjTatJW/a8bL61+eOImAkuB2ZX7s6FVNmBR+PYzArSRrDa6j4XrLasOq67LRzT7D6884LVuRWrj8ZtLx+Ih/5ybj/RVQWr83qsJVi9/7Z49IEHY3A2/J4L9FpmfRGbaFmJ3dqjjWC1dbV187kH4ljjXpb4Liy/r2fT92wmgG757jT+cKD5DyiW6rMlrr9032aN0VgtPXdPC+Z40WD1/rjtWw/Eg2fnAt+jrzgWg5+eWVl787E4dvaheujd+MOUxR7Bbwk+521HMBdAN4LU+StS5/87at7vG6up532/L2WfVcHqDv3PodsmQIAAAQIECBAgQIAAAQJpAmtZsTq32nLxFavNj/I2rzxc5AVBi65YXfn4lhWrs3szzgWrqwo05wU8c+dcuGK1NYRqXcE5u2J15lH8erA4u7q16eVcSwWrzeNorpndwqAp4GsZ8yLbOLRsN9C6orF5JW7LitXZbQaWWLG69/rYe+FkXGjZVqFpa4fGVgCzK0tnOvDme+K+Aw+1vORsNkSbv3VC87mXDVbneq9+leZH0JexaawOzuaxHhTOrKZurMxsWbE620+t7o1tIVpXrM5beVx/6dsiL1dqXq2cHKwusTJ6gdPCFauz34PZUHneytJGoLvkitX769thzL3ornl7hObtC5YPVpf6d9LiWyY0r15t3WN1+uV0SwSr81bTC1bT/kugmgABAgQIECBAgAABAgQIEEgWuEx7rLaEMYu9XXyFPVZXe3zL/S6yx2q2TrOxwm521ez/394d5DQMA1EA9QVYcQcuABL3X1aCPeIaXAA5iWvHdQXdzUiv6zSZvImy+HLGix3bV3NMh9Du3uq+6+UXqzr77NbjqClYfb4GcMNNLOa6rmfWVtP38vJ1Kd/jJ+s11msrclvQOM123a/WNwjqV68B3nlua7uHFh63Y+dViX3VYQ9c5xB1/zj8dhf4bZZpDcwmnzbT97xidTju3mzcLXCdbGaDm1Cyb3rUPWpd+wrZcUJtNXl7LeXj8zSg9hh7cXwCP88pPk66uR3P9t8rVvvn+afnrAXu/whW59fB+lk6jyiogWQfBVDD2inoHEY6nM7/VEr5eWzTqPXIgtVs2/G8t5utGQXw8IvfHwgQIECAAAECBAgQIECAAAECBKII3A3JtlWGfgTyCBgFkKdXKiVAgAABAgQIECBAgAABAgQIECBAIIiAYDVII5RBgAABAgQIECBAgAABAgQIECBAgEAeAcFqnl6plAABAgQIECBAgAABAgQIECBAgACBIAKC1SCNUAYBAgQIECBAgAABAgQIECBAgAABAnkEBKt5eqVSAgQIECBAgAABAgQIECBAgAABAgSCCAhWgzRCGQQIECBAgAABAgQIECBAgAABAgQI5BEQrObplUoJECBAgAABAgQIECBAgAABAgQIEAgiIFgN0ghlECBAgAABAgQIECBAgAABAgQIECCQR0CwmqdXKiVAgAABAgQIECBAgAABAgQIECBAIIiAYDVII5RBgAABAgQIECBAgAABAgQIECBAgEAeAcFqnl6plAABAgQIECBAgAABAgQIECBAgACBIAKC1SCNUAYBAgQIECBAgAABAgQIECBAgAABAnkEBKt5eqVSAgQIECBAgAABAgQIECBAgAABAgSCCAhWgzRCGQQIECBAgAABAgQIECBAgAABAgQI5BH4Bepa002KLb1g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10" name="CuadroTexto 1"/>
          <p:cNvSpPr txBox="1"/>
          <p:nvPr/>
        </p:nvSpPr>
        <p:spPr>
          <a:xfrm>
            <a:off x="0" y="3221116"/>
            <a:ext cx="9144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 smtClean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ACCESO AL MÓDULO</a:t>
            </a:r>
          </a:p>
        </p:txBody>
      </p:sp>
    </p:spTree>
    <p:extLst>
      <p:ext uri="{BB962C8B-B14F-4D97-AF65-F5344CB8AC3E}">
        <p14:creationId xmlns:p14="http://schemas.microsoft.com/office/powerpoint/2010/main" val="2874235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026" y="1867167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876300" y="3128827"/>
            <a:ext cx="1304925" cy="818249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2381249" y="1264580"/>
            <a:ext cx="2097699" cy="2293036"/>
            <a:chOff x="5729176" y="1775902"/>
            <a:chExt cx="1131436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856167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13844"/>
              <a:ext cx="1131436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al módulo </a:t>
            </a:r>
            <a:r>
              <a:rPr lang="es-CO" sz="1600" dirty="0" smtClean="0"/>
              <a:t>«Volantes de Pagos»</a:t>
            </a:r>
            <a:endParaRPr lang="es-CO" sz="1600" dirty="0"/>
          </a:p>
        </p:txBody>
      </p:sp>
      <p:sp>
        <p:nvSpPr>
          <p:cNvPr id="3" name="2 Rectángulo"/>
          <p:cNvSpPr/>
          <p:nvPr/>
        </p:nvSpPr>
        <p:spPr>
          <a:xfrm>
            <a:off x="5762625" y="2085975"/>
            <a:ext cx="1104900" cy="1619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89132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data:image/png;base64,iVBORw0KGgoAAAANSUhEUgAABVYAAAKaCAYAAADVtAJTAAAgAElEQVR4Xuy9CZRU1bm3/zaDzApRESUKqEFFRY1o4khCjGjiEAfUGNCron9vnF1eNVFMIhqjl88xJl6j8DnEzzhe1IiYSBSjRsUJZ6IBJAriBAqIIvR//Xb1rt516pyqU9XVXV3Vz1mL1U3VPnu/+9mnm+bpd7+7obGxsdG4IAABCEAAAhCAAAQgAAEIQAACEIAABCAAAQhAIDWBBsRqalY0hAAEIAABCEAAAhCAAAQgAAEIQAACEIAABCDgCCBWeRAgAAEIQAACEIAABCAAAQhAAAIQgAAEIAABCJRIALFaIjCaQwACEIAABCAAAQhAAAIQgAAEIAABCEAAAhBArPIMQAACEIAABCAAAQhAAAIQgAAEIAABCEAAAhAokQBitURgNIcABCAAAQhAAAIQgAAEIAABCECg/gjcc889dvDBB9ffxJgRBCDQagQQq62Glo4hAAEIQAACEIAABCAAAQhAAAIQqBUCiNVaWSnihED7IYBYbT9rQSQQgAAEIACBDkvgqaeeso033ti+/vWvd1gGTBwCEIAABCAAgeoSQKxWlz+jQ6AWCSBWa3HViBkCEIBAKxD4wx/+YMcff3wr9EyXEChM4M4777TrrrvO7r33Xlt77bXBBQEIQAACEIAABKpCALFaFewMCoGaJoBYrenlI3gIQAAClSOAWK0cS3oqjcD06dNtl112QaqWho3WEIAABCAAAQhUmEC1xeqqVavM//nqq69s9erVtmbNGmtsbHQzbWhosE6dOlnnzp2tS5cu7s9aa61lXbt2rTAJuoMABNISQKymJUU7CEAAAnVOoFSxqq3b559/vr344ouOzIEHHmhXXnllVo4dcsghdvfdd7v3Pv30U7v88svtlltusSVLltiQIUPsnHPOsTFjxpiyFW+//fZYukcccYRtvfXWNmHChNj31f9rr73m3t93331t/PjxOe3OPPNMmz9/fjYO/6ZiUb+jR4+O7df3Gb652267uf59RmVS3Ntuu6398pe/zOtXrx122GE2bNgwN2fxUxzhFbbR5y+//HJeP56p3tD9t912m82dO9cxPfLII01z9ldcH4pPbfw8tE6DBg3Ki+WGG26wadOm2cSJE13Madh5bo8++qj17dvXxo0bl8MinJ/6U/tJkybZ1KlTs8/QWWedlR3P9zdlypQc6Sp+uvT8cEEAAhCAAAQgAIFKEaiGWP3yyy9t5cqV7o9EajmXRGv37t3dH4lWLghAoO0IIFbbjjUjQQACEGjXBEoRqxKlo0aNsmuuucZlGnpxKhHoxd+6665rH330kZuzBOC///1vJ9kk9CQVTznlFHe/6mouWLDAtYsKM/+eBO5FF12Ux09jq6+xY8dav379bNasWdk2Gm/kyJFO5Po49KZiPeigg1y7Rx55JHZNvDQOxxQfSVq/Xd3PKSr31llnnRwR6QeQwJQ0VMy69+KLL7ZLL700RwaHbfS5ZLEEcHjpfl1i+fjjj9tNN93k6pJqvkcffbTtscceWZkZ14fmsXTp0px1kgR97LHHcuqbjhgxwj755BO79dZbXczF2EmCHnXUUW5eEtY+nh/+8IdZ2RvOz6/Pz372sywDydxLLrkkG4vWYb/99nPSfvLkyVkMXkiHErldf3ERHAQgAAEIQAACNUGgLcXq559/bitWrDCJVX8pI7WUy2eyhvdIrPbs2dN69OhRSle0hQAEyiSAWC0THLdBAAIQqDcCpYhVCS9lGobZk+Ih4eVlVyhWQ6HmuakPXV7a+fv1MRRmSWOF/SgWSc+bb745KzUl6ST7JB5DsarXJT/VrzJQw2zMaJ/R+R177LFOdkqmlir3omJVYnHmzJn2v//7v1mhGRWrXsRGnzXd+6Mf/chmzJiRk8kpabzDDjtkxWQcd/UVro0+l5AVB5/x6yWpMlnDGAqxC9n4eBXnBRdckJWiYTxa43BMf48X1vro115y/Oyzz85mGJfKvt6+VpkPBCAAAQhAAAKtQ6AtxOoXX3xhy5YtKyhUJVglTVUGICwHoNe1/V/lAKISNipZJVh79+5t3bp1qxisj+47zS60C+yqA9bN9hn3WsUGbOqoLcaoSMwvXmkjZo6yWacOr0h3dFIbBBCrtbFORAkBCECg1QmUIla9wFMmobIT4+pjRjNWtWX9xBNPtF133TVWZrZUrGqLuzI3vRyU6Dv88MPd9vhQrCoTU0JS0k61PaPb8RVHksxV+z/96U9OFJYq96JiVeMoe/fJJ5+MFY9JUlT3eWkcF3soLOP60L06KMpn92qdtDZ+Xr5/SVFlIIditRC7zTbbzF544YWCdVLDeNQ+miWrsX0m69tvv51dB5UjUDasF8mlsm/1Lx4GgAAEIAABCECgLgi0tljVz9DLly/PsgrlqJepelMydeHChfb++++7rFbVXZU4lVCVMF1//fVt8ODB7nPfhxerUcHaq1evitWxr5ZYrYuHi0nULQHEat0ubf1MbNJffmevLpqTekI/3/tk+8YGmye2/+f7b9mvH/5t6v62HjDUzvr+T1O3pyEEapVAKWJVc/T1MSXHlFEoyRrWxwzFqpemf/7zn11N1rh6oIXEqraDR6/vfOc7LmPWS1DJN5UX0PZ+L34l58I41FblBryY86IwehJ9klgNX/fb+aNxnXfeeTkZt/79OLEqCarXTzjhBCeooxmrqlUaXg888EC2lIBej9sKH0pH9RftQ9zCuqmeTyhGv/e977kyDapd68VqMXbR9Y77OgjnV6i9fy/KW+uqEgiI1Vr9LkPcEIAABCAAgfZNoLXEqsSoSjHpo66oUNVrkqkff/yxE6rvvfdeVqbGEdP9kqoqGaXEgvCKE6w63Eo7tlp6yFVxsTrbrhxxrN3qAhprk2edbsMXT7XTLjK74OoDLZPnqjYzbJTec5/79mZ21GSbdarZlafOtSGbT7SJb02w6VcfaJbNlH03t/2umffV7+yrR9iNg6cXzqbNZpQOtKmnjraJTyqe3WzCg1fZgf3DuPT6Rzb11AvNztd7mf6PvdmTzszNrj7N5g4eYhMvnJvp4z2fsRr2H7Bo348/0ZVJALFaJjhuazsCx9xyukluppGrfXv0sXE7H2rf3GS7xACff+clu+WZu2zJ558VnYQfd8q4K4u2pQEEap1AqWI1nK8k6x133OEOp/JZi0niTHJMmZ/Kmgzrb6q/OGGWthSAJKtEqbbW6x5/OFQYh0Sktt9ri7suSd7f/OY3eYcgFcpYvf76653QLVXuJYnVcFv/MccckxWZhTJWC43t69h6aevFqN/eH5ZLEAPPR+2Veaw/KjOgjNbo1v1C7ColVvV8SLwryzi6DhK+qnvry0hQY7XWv+sQPwQgAAEIQKB9EWgNsaqt/6pb74Wnl6r66D+XcNXPXvr5R9v/42qnxpHSoVUSphtssIFtuummpr/rCu8Px1VdfR1wVe5VTKyGctOJSJtss46YmyxWF39kH/Vft0m4epF5nM39wbFmN8yy07fPROrHPW7e6ECeqv1om7FXrkwN55YXb5NYnT74Rhs97zi3ZV9tRv91lE2/eojdkhW+btRArH5kHy1e19btnx+Pm6Pf+h/Tv+7IsqBEQLmPXru+D7HarpeH4ERAYlXXH+c3H0qTROYng0bYKSOPKSpWr3lsSur+NBZilWexIxAoRaxK7PnswZBNUkaipJtOrg8zQ+PkZUvFqqSifmuv7fUqA6AsUC/8fBarDmPyl6SmBG/0EKsksRpus6+UWFUs6uuVV15xmQxehBYSq16Shod1+TlJLnt5Gu1DQvuyyy7LHsClezwfX+ZApRr8QWP+fmVDqHZrIXa+9IKYh5dkqD9gK4wnriar7lNG8bRp01x5hOg6+EPPlMGsZwmx2hG+MzFHCEAAAhCAQNsRqLRYXblypZOquqJZqv7vOrwqlKqlztYL2o022sj9vKZyAdGs1VC0Sq6We7BVMbFqyk79wUR7Isgkda8lZqw2zdbf57JHJVZ9Rmvm/VCsztgzX7iGNV9Dfkli1WXFukzZpqxad1PhjNWmSLKZrrtdMN0kesN4LBCrObVoqb1a6mNdU+0RqzW1XB0zWInVTfptaLMX/dP+vOiNWAi79h1oQ9bZ0L2XRqyeed+v7ckl79pm3de2t1d+mten+tP7vt+0YlVlBj77orlmjjr22bPhe3269UosVxC223DtDWzDvgOy8S1buczmLH47+/eh/Tez3t1758W/cMkiW/jp+zmvl9M27Xhx8/aDF5prXJxzFr3l5rzROhsULOkQTk79PDbnCft05TL38hYDNreRQ3dL/IKJzksNk/jEtf1s5TJ7c9FbNmJw5leohTKkk4IQs7+9+YSdsOfRqb+wlW0dvWbNe9E2Eq++AxLnkHaAUsSqr4N5//33Z+ulSvbtv//+sRmrXoCFNUH1muSYZKi/WipWFYPKAcybN89UBkCXF4eqLeqFYcjEb3sPD7GKE6v+xHqfkVtJsap4FIfilrxU1mghsar2el+Zt1GmOsTLH7oV14eE5jbbbBN7yJjKAahel8oAiIe//9VXXy3KzktbL1EVo2J74oknYuMR47Fjx1rcM+QZxK2DnhdlRp900kmI1bRf3LSDAAQgAAEIQCAVgUqKVWWqamu/v8IM1fDzf/7zn/b666+7TNWWXMpE3WOPPUw1VSVSC8nVfv36lZW5WlSs+gl4Uaqt/QUyVs1vr3cidnf7u9t63xZi1R8u1VSKwI1fIGNVW/zHKzkjUzZg939kDvFCrLbkia2fexGr9bOWdTsTL+0mPnyNvbHkvVgRKkH633uflkoueVE2dfZD9s4nC2MzV384YEvr2623/ce3xpQk+B6YPd0mzZyclbZn7Hx4VpzpvRufudPNQbHuNzw3q8svoNr918NXuXlK7D4w/sasPJVAvOyv19q1b/zNfv2tI+0nOx2cI159H77cgdrpKtZWbL20/tn2+9uJux/t+tV41/39JrvkxfvtpC2/a2fvdVLseH5u6kNr8e0Nhrpx5y5d6IR3kphWnGH2sDKOl3yxLBvLb/c8vqh41NgH3zfRtGb7Dt3Dnpr/glvTm/c+w47Y+ZDYr4uQoxoUmlvIQG39s6HP//H+HLdOmvN1B5xXUOZGAznjrgluHf9x1LWpxez1M2+yK575U/bZ8L9MEGf9IsCvdbk1gUsRqxpLmYXnnnuuE3H6zXd0W324NVzZotrmrjbbb7+9Sf5JCk6ZMiUnizVJrMbVWFUMqjmqa9KkSVl5p4zNPffcMyscfRxhJme4HnEHQUnoRceM1pBNqrGqvsPDsvxYSaUA/PuSwvph2NdRLSZWPVPPMo5pXB8+c9cfHBVXKsFnwvr7JaujJQQUd5SdZ6I6ropHW9O8pFX7aDz+GdIzoSv6DMWJVcU/atQodygZGat1+08/E4MABCAAAQhUhUClxKq29uvnwXAbfrQEgP7+1Vdf2UMPPZStvdqSSStTdccdd8zWXPVyNU6yamz9DFhqzdXmbfO+Xmq4Hd9cNufcY5sySpWlOXmITT/f7MIfzLXjXE3VTPbp6AuHNNUobSoXoC3yTsbOsFFFMlab66imKwXgt/xntvaPtombT7bJdmxzSQE3ruIbZTNG3GhDXL1V/WAqmRrUTh1vmZqxTf2oBEEhsdo8LqUAWvJc18K9iNVaWCVidAQklU6e+YdEGl+e//eSSEWlXnhzmpICSYP5ONVHVCjqPYm/YhmwytL1pQ8k/a44dGJ2OIm+Qb891IrNV/P79s0nufuKtfV9qm1USHrR++zJd8Rmx/rA4uatGCSwf7XfOYlrExenl45xDMOOJMm/NmkfJ6AfPflP2bd0f5pau55PGrm51kW7u/7Dthp/wgOXOkEquTpj/ORY8RydfMg7ur7FHmL/bESl8+3P3G1HPXyFu/2eAyYkivtC/ZcqVn1fvt6ltotHD4GKjqeM0QULFjjhFmaIFps37ycT8Ew33njjvMMLqsFN4lMZrqWssX+GlKnLBQEIQAACEIAABKpFoFJi9cMPP3SyNJSpmpPkZ/jxgw8+cLt7Wpqtqj41luqs6hfWvr9CclVSdb311isRdZOcdIc+NV3uwKmmDNDsln695w+F8jL1icwNR421sTdb/uFVu06wCe7AqmPskCdX2Q+bRKxuac6ULe3wqqxMbYp37FFj7VYblTkgKzg0a6yv5+pkalPZsF3H2liba0PyDq/azSZckDmw6phDn7BV+zSXJvClAGadyuFVJT5YNd0csVrTy9exgu9oYtVnQ2qVoxJNkq+YLC1FrGoMLzOjktIfHlYsC7KQUC70pMbF6fsqJh39vcoivXf8Ddlh9Hq0jEJcDHGyNCnWpLZe7satU1JfYeap2sw/+a5UQlZtk8Rq+F6UR9rvFOWK1bT90w4CEIAABCAAAQhAAALtmUAlxKp+ybx8eaY8XLjlP5SqGeHa6MpAvfDCixUTq5tssonttNMIa2zMHGAV90dx+Uzanj17ul+Gc0EAAuUTQKyWz44725hARxOruwzawV5f/JbLhtQVZiG2hlhVjdLv35HJLPVZmT6zMo34ixOr5cQpUbnfDce5re3FMklVJmLrP/yHi1nZrWKmuqdJ9VKjj2wlxGooNItl2Prxv/Pbw+1Xe59qJ953sdvWr1INxcS1v7eQWA2/RoqJ97gvX8RqG39TYzgIQAACEIAABCAAgXZFoKViNayrGrf1X3I1I1slN81UX1UHmFYqY1UlulT+StJ2zZpmsRqXwerBf+1rX7Nu3bq1q3UgGAjUEgHEai2tVgePtSOK1SN3PsTG3Xq6qzmqreb3jbvaHehUjrBM8/hI+Eloqs6qtu+LueRuWIogqZ+k9Skm+MKMVQnGG1/K1MxMu63+oBvGxx5qlmY7fDXEqgS2hOrrZz1ok/7yO/v507e5tS1WagGxmuYJpg0EIAABCEAAAhCAAATKJ9BSsaq6ql9++WVOCQCftRpK1YaGTEmAOXPm2Msvv1wRsar+t9xyS9t2222b+svIVS9V9TE80Mp/vtZaa7l6q1wQgEB5BBCr5XHjrlYioHqej8z5u81bstAd8hTKtXLFqjIg//uv17oT40NB2N5rrCr7UifGKyvzgFtOzR6SJCaVrrHqlzOs0/nxWQ+5zFFlVo4culvRFY9mrPot8qWI1VeP/7/ZDNRCh09Fg5GsfHPRW9mDq/S+ZKXkZaGr0mI1TeapSi7oUg3Y95Yscgdv6UojgtUuTcZqtJxD0cVratDRMlZ1WNTSpUuNup5pnxDaQQACEIAABCDQoQg01ZvM1p/sAJNviVhduXKlffLJJ46Sl6nRj506KVs1k7Wq61//+pc9//zzFROrOrxqs802cwI1I1Sb5WpSWQDFoYNoe/To0QFWmClCoPIEEKuVZ0qPZRLQtvM/PnuPvbt0YexhQOWI1VBKKizVKtVW8W9usp3VilhV3GFWp+pnKoO1FGFZrK1fsrBeqLa167T58FCoQkubdHiVWBe6ojVWfT9pDoNSvI/OeSLnoKawPECxeVdCrIbMipUu8KUVxNZfYqws4bQyNE2NVZ9xXOqXYkcSqzrwabvttrNLL73Uxo8fXyoq2kMAAhCAAAQgAIGyCGRORG86xCeuh10n2PSr/YnrZQ1RuZsQqyWxjGarNmeoSqY2WChVfb3VhQsX2uOPP14Rsdq5c2fbfffdbeDAga4/L1cbG/W5ZV+LO9CKrNWSlprGEMghgFjlgagqAYmm+2dPt9tmP5iVSyMHf9N22mR7+87Q3XJOoS9VrKrvn951vn2y8jPXt798HczWFqtx27slxXwmaiHwce2UzeuzG3VvMWlY6uFVPp5fPHCpXfLi/e6v0UOzCsWcdHiV5vLzvU92JQzirmicYY3VYjVL/RpOGXdltmsvL4uJylDAFhOi6jxJwnpexQ7aUh9iNG3O4zkHbYXrmiaOJLHq+ymlrEB0PTqSWL388stNclUfuSAAAQhAAAIQgEBbEfBiNT4LdHbTSeVjbXJwInpbxcY4ZuVmrGr7v8SqrjBLNZSrXqyGr3322Wf24IMP2urVq1uMX2J11KhR1r9//6xUzQhWL1kzWayhWNWgviSAygFIsHJBAAKlEUCslsaL1hUiIPl13d9vcgJPQup7Q3e3HTfZruDJ6OWI1T7de2cPQtI4OghK4mmfwTu6rdjXPDbF/jh/Vt6sJPROGXmMy2wt9fJiT/dJ7h05/AeuCwm1aHmDuL69EB4+4Bv2X3udlCOXQ+lZSKxKTt72zN128sw/uCH+ctilqbbzq20oHNMcWuXn4OuFKqN2wt6n2Gcrl7nt+Vc886fELfnROL1YDA/SKiR3vZRVm/2Hj3ahXPbXa906F5qzxpWIPOrhK9w9Kjuw3/DROazDtQnXVG2HDtjcbeO/+6Vp7vnRszVxv3MS7/dcj7/zPNMvDlS/1l9h33rurhlzUcF+fE1ZZaUeOHwfx3nGnL+7ryU9b38Yc3GixC72LLdErD711FPuRNFhw4YVHEbb7x966CHXZuONN7bRo0fb2muvnXhPoX4lRhcsWJB379Zbbx3bp/oqdPn7fL+F5uP78vfo9NdXX33V4sbWe9OnT8/Gus8++xTkFGWkUgVf//rXiy1f4vs+NvGO68eXRIh2EFcioRw26le8wvELlWGIsizEVlzFXZfYK2b/PCU9H+E8fUxJDIo9036M6LoXe9YUg2KNzi3KKbomSSwq/cyU/bBxIwQgAAEIFCVQWKyaWQfMEi0KrQ0blCtW9W/08uXLs1JVIXuBmitXO+W8LqF6xx13VESsapw99tjD/czls1WbM1dXF81a7dWrV8Gfy9twGRgKAjVFALFaU8tVH8H67fmSm2fvdVJBmRrOuFSxqnu9JJSwGr3FHk6kSazqJHZJvNYQqxpXwu+WZ+6yh+Y958bSJfn20z2OLiq9JChfXTTH3XPIdvvmbHPXa3r/gTcfK7hFX9JQ0i+8CmWNRp8sCdw+3fqkPqlenH/98G8TH9AwozRsVChOxfDOJwtd86TYvaC/443Hspwldk/f85iCIjku3kJ8wjUJ4996wFAbtcVuqQS8Mk39Fa5r+LreV59nff+nsSzjeKnhJv02dFneksMtucoVq5JbRx55pBt67ty5sT+Q6YfNY445xh599FHbfvvtXR2nF1980d3zm9/8xsaMGZMXerF+lW168cUXx075O9/5jk2ZMiUnlmJF+R944AEnu8J+4+YTxuXvkRDbb7/9zP/dB3XnnXfaueee6/6qeS9ZssTNOy6+OEbz5893TE855RT75S9/Wdby6r5rrrnGjf/II4/k9XHIIYe4dYm7ouOWw0b9iv15551nZ555ZuZ7W9OYt912m5Pr4RVlGcdWIvGoo45ybMRSl3+e7r//fieuCz0ffjwfUyEGelZvvfXW2Fq83/ve99y4UU7FnjWNr6yW6NzUn664ddLrfi39c9laz0xZDxo3QQACEIBAKgJpxepuF0y3qw4IDhRqEq7ZQY6abLNOHZ79a6bfITZ51iibMeJYu9V2swkPXmW7/yP6etMtTfdHSxPkZNLmSV6fURtMNRJH9p1IvPkZuiX0lYpsZRqVK1YXL17s5Gh+TVWJ1EwpANVWlfz0f/zPA/rZ0h8w1ZJZaAxlq+61115uvFCu+sxVHWbVXCIg87nPWFXGq+7nggAESiOAWC2NF60rQMCfPK/Detx/IOf83V5YNMdt1w+zE/2WcF/jUxJt4afvJ0YQl10qOSfpdt0B57mT2P9779PsxmfutL7detuv9z/XnnvnJZd5qOv1xW/Z2t1728C1B9hGfQcUzaCtAAq6gEC7IlCuWJUskzB87LHHYiWp5M9BBx3k5nrTTTdlsyb1ukSRXlNtqWi2a7F+vTjz2648TP1wKmGmbMN77703K1ejci8Jvu9XQi1O+iquqVOnujkXEquSqieeeGJeHVfJtLFjx9rIkSNt8uTJ2TAk1ebNm5cn8W644QY755xzyparI0aMsD333NNxfumll/KyViUVdd19993ZWLQ2yp645JJL7MADD8yWTCiHjTpNEqti/MILL+QI8DRiVTFLOs+YMSN7r5eMEp1vv/123vLGzdM3SnpPGalHH320W5don75Or96fOXOmzZqVv/tB/SdJ97j3/DMTt05q79fSl7BorWemXX1jIhgIQAACdUagmFiNez/zmjlReqDzXk1SMpCazYI0I1Qz7cxiX1881U77wURzlV6DPmZfPcKOvTm4PxSrG2XusRzhmx9HOGZWpjb1k5XFTeOn6autl78csbpq1Sr78MMPswdS+fqpXqDqnKpOnTo31VnNFav6OUi/MK6EWBUrydG9997b/ezlpan6zpQayBxkFQpX3RPK1fXWW8+6du3a1tgZDwI1TQCxWtPLV5vBbzXpB9nsQs1AGYaHD9/XPl25zJ3q7rMbdUK9Lm27njr7oazwVFaeMg51/e7xm+yKQye6DNEN194gJ/s13CauGq7agq2t09+++SSXrRqKWL/FvlhNz9okXjhqZQKL+z/en2P3jbu6aEZtPTIoNiefsSpGz558R8Gt+sX6as/vlyNWJbOGDBli1113nRNIEkLRbDsvBuNkke7fYYcdbNy4cTkZmWn6TRKrYqwfULUVKsySLFWsSphJnobyU33rpFXJRonKQmLVt4ur4+pj95mHXqjFCWaN6dsnCbek58pn1+q+H/3oRy6rNpr5Wkg4+rWLZvOWwkaxxYlViVGdnBsVzGnEatJa6t5JkybZxIkT80R9OWJVsXuG0WxkcdRr//u//+sOQovLvtX9pYjVpK+HuDha65lpz9+jiA0CEIBAPRAoKFa98Mw5wCojL+dGMlijsjWpX/96bgbsRzb11NE28clILdeo8AzE6rh3fObr6dacJ+vFbWHpq3XLSNvMeAOz2bXF+mr7FS9HrK5YscKWLl2aKltV4jNzkFUnNzn9QviVV16pmFj15QA22WSTHLEquZomazQ/YoIAACAASURBVFUllVQSgAsCEEhPALGanhUtK0RAwnPWvBfzskL9NmdtyT77/t+4k+99XdRwaMlP1bXUlv4t+27k2vnt/b7uqLJdd/rtYe79wX03tCWff+aErbJlh6yzodta3rtbbydivVSV4N136B4urrRbqn2tTknhI3c+pOaEmz/wqKW1OSv0aLTLbnwJCj0fvzv0otSlK9rlZIoEVY5YlXhTVqOy+bzMjMpBZdUpMzHMiCzGJ02/hcSq+j/22GNdVqMXvaWKVYkylTgIywH4Ofr3ksRqkoxLmnch6ad7vGgORXExhp6BPkoOh0zDe4uNLUHsxbdnXgobjRUnVvX6vvvu67JxQymZRqwqc1OXpGba+rPlitUkgSkuP/vZz2z8+PHuWfOco+tSiljVvcqIjsuAjb5ebN3KfWbSPFe0gQAEIACB8glEt97n9RTdWp9UczUiQfOzWjM9x7/eJFZtgk2/+kBrLjgQkbh5YvUJyytREJ1AUrzl9FU+5rLvLEesSqpKrvoyANGaql6khmUA9LkyRV9//XV77rnnKipW9UtrX2c1Wg6gueaqP9Aq81GXPvbs2dPt+uKCAATSE0CspmdFy1YkoAxUydRPVn7mSgLo+vW3jrQbX3rAvr3B0KxI9Z/r4B4d1qM2qjfar3sf223QN7O1Kf3J6a8e/3/tb28+4aSnP6woKmZ1oNQv9jzOdhy0nT03/yU39hE7Z7bGqvzA/bOnu89P2PNo91Fi2JcP+K+Hr3IHYamWqvrw97Uiqop17WvdHrblyLxDsio2SI135A/RKnSAVo1PMSf8csSqpKmy9XxWpoRXNCsyrdAMg0nTbzGxGn1fcage52677Za3bPrh09d5De+TPPvd736XrQOqLMV33nnHjj/++JyaqlF5Viy2aABpGBUTadE+w6xfzc1vXY9mVhbrN3y/HDaKK0msSrarf2VrqJSEJGkasSrBvf/++7uMYtWOVXay6uNG67WGTIqJVfV10UUX5WDUwVj6xcHgwYNzMrHDTGDF7OVrXE3eUsVqKO/9fPxaXnrppU7kxjGN+15UbG3r6fsXc4EABCBQKwSKlQKIzqOYiPWis7nGalwWqGqvhq+XLlZP3z6mJmpTHVdfdkCxJwleyxHB77os3FtzJptbwqBa61mOWFVZKpUD0OUlarNMza+tGopXlRvSL1QrWQpAv7j2pQC8SFUpAJ+xmpGt+pORquGftdZay93b0ss9B38dFRH3Le2V+yHQPgkgVtvnunSYqJTx+d9/vdZJUmWdqhbq9+84x2Wqqu6qskt19e3Rx530LpGqg512GbSDO21+g+593BZ/1VH1W7T96fRq6w8Bkgz9yR0/c33pMCkvZjWmtr/rOuCWU53Enbt0oT0w/ka77Zm73RhenGosXV78+kVSJuPwAd+oOTkpsfre0vcLHvLUYR7EhImK0WdfLE91OFU9sCpVrHoBFG6Rlni79tprc+pRppGGIb+0/RaTl3FiVWULBg0alLdc2267bXaLfHifP2wpFMfKsJRMCw+rao9i1WeohjVMJdqUhRCWNygm35LEalo2gl1IrEr4KrNCglSiNY1YVZ++Duy0adOyh28l1cVV+2JiNe4AL/Wnsg8S6toa5y9lqCo7xWdh+y38PoM1fMBKFau6N1pLNa72apqvq2JrWw/ft5gDBCAAgVojUJ5YDbfax8+49cVqMG70IC1rLimQTqwWOJQr6Ksaa1uOWNXBVZKU4cFVXp5Gs1TD7FV9rrJIOngzUwO15ZfEqH6hrjqpcdmqYTmAOLGa9gCrTGmHIN6cTGtJ+Bk2KkfmR+amZ2jmKJt16kCbeuqFZuc31wVuOYXmHhTnjYPDg+Byf0HQfKha7utxmdm5fUV/0ZBfm9hFkVPWo5Izo6/2RACx2p5Wo4PFohqqv5p5oyljUmJVWYEjBm/vaqD6rFJJS23l16FSanPz3me4e3Rpm7+yVN9dutBJWB1y5TMMtbVdcrR3997mRavuUb+6dIq6z3g9cY+jbNytp7tx1M9Zex7rDrhSiQGN96fZ01yJAElWidfRW+xhRz18Rc5BW9Gl0/bxaXMed334y5ca8JmvSSe8+xPj406iv2bMRQXLDZxx1wRX9sBfcSfMSzKrZu1j857PkcSKTzx/stPBedvdoyfX/8e3xsQK2Wg7P5coHwnLXz/824JPvGKPi0U3+RIM09983GUz+0uiXCJ83M6H5snQOJ66T2UhvrHB5nmxROfiG6ikRLG1U9u4OcaNpTXTLw3mn3xXYpmBpPHCoPVMn7j70S0qVVCqWJVYU51Rfyq74vGn3qvmqs8ADbeSp/k2l7bfYmJVMuyWW27JSt40Ikrxhf0qM/GnP/1pTqkDZSUqk7GQWPW1SeMyGOMYpGGkLF5J4WjN1ySmknP6YV3C0l8qjaCYwlqtxeRbOG45bDR2IbGq930GqDIyt95664Jsk+arPi677DKX/RpXq7aYWFW/XpT6Q6skVqdMmZIjVX3mb1TSa9x+/frlHWJVjliNPj9xa98az0yar0/aQAACEIBAywiUKlYtaWt9JIw2Favh2NGDqVKUAji9+UeT3FlE+2oZ6rLuLkesLlqUOQw5WgqgU6dMLdWGhk7uUKmoVPV1Vu+77z77+OOPW5y1qjG22GIL+/a3v52VqvlydXXTe80Zq6FgVYwDBgwowC4u2zm+DnDBBciK1bBib1lLFn9TIP+bJWkm9rnHzjL3DLos6rl23KzTzXIErNpFZG/esznbrjx1ro3LKaWhUMTiRhvSdIBcvtit4Bzpqt0QQKy2m6XoOIFIik144FK3ff6Ph13i6q1KWirjdOHSRbb1H/7DZaz+dI/M1vtQeuneOYvfdgdVLftimXtP2/V1qV6qJJXvV4dT+fqpel9SVVLUi1llrkrA6vJZqBJzykz9w5iLnfiL1nL15Qn+e+/TEuuwHnTDeCdUJSqP23mMq9k6480nXFkDXa+f9aD7qLg1F2Xo+ksid+TQ3dxcJOZUxuDkmX/IeT+p3ICvl+obS1R/d4vdcviFkllZu6OG7m59uvfOxicmYhCdn2TsLc/c5QSgLp/pGxWSanfNY1Mct78cdqkN7b9ZrOjz63jmfb/Oslc8A9ce4A7S8rJU6yNhHl6+hIFfvxN3PswdcKbyDHe/NC17r/r71X7NbKM81fflB/zcxSgBH72ic9Yz6YWt1k4SX4I9bu30mp/jxIevyUp61e4Nx1I/g357qOsizLCOxhIdT/zP2Plw10wHs/nnN45XKd9ZShWrEjuSdtGt9dpqPnz48KwAjNY6jcbkt9d7YZi232JiNSqjyhGrfgu25iRBpjIAirNYVmXcdu5w3l7cnX322W77ejFGcVvBC62tH1+HTEVrkF588cUWbikvJByj44bM07JRnMXEqtqIgcoB/OY3v7ETTzwx8WAwZW/efvvtsTV7C9UVLUWsKh6fheozaT1vLz1V7za6pvpFQ1TqliNWwzIOKnEQdzhWpZ+ZUr5X0BYCEIAABMonULJY9QdaxdZenWsTmgRO64rV6TZk8mibmFeTVRyiUq0pky8Sb/PhVeNsrg7OStVX+ZzLvbMcsbpw4cLYbNXOnTNSNZq1GpYCkMjULhj90v6tt97KlhQoNf4uXbrYNtts435B3a1bt5yDqyRXfSmAuIxVL1Y1ptpuuGFm12jclbTFv1kgRso8ZDM2/YFpmV7HHjXWbrVIxup7V9qI8U0FInYda2Ntrg1xmayR7NAgC7SYuFS8F9oFdtUBypKOZtJ6gXqB2UWhSI2K1cx9Qy6YazN8X/q6vH2IXXVqRAy3tjAu9cGgfZsQQKy2CWYG8QR8LVX9/ZaxV9qjc56wg++bWDD7s1x6kohhjdZ/HHWtk2gac8dNtrOFn77vZJzEp+Tu/sNHu9fiRJvivvXZu02HVG3Vf/NsvdVobF5uSnxFT4/3WYfKeAwvHajlxZg/fMu/L7mnDF5/FRJnvq6sb/vxWQ/lSDx/CJPel8CNCtpQWKqN6tOG4tRnA/v+JY61hlEpqXEkR6PzjFvHMGatj2S4rpBJ+LoE46gbjnXlHJLG9xmg6icqK0OeEu3FYgyZxdVZ9RI9iale32rSD1wW7RWHTsxDEPYf98xEb1jrot3dS2Hs/qA2MdFVKPO12NdSKWI1bmuy7z/6nv979FR1tffyStutJe1K6beQWPUZkGHmbDliVTFKYClzUfWvJPxU47KYWNV9yhhVhmncoV0+dp856vsL4w3XS1m8U6dOtXBbf6H1TDoASfeUcgiSpPc111yTzXCNMk/DRmOmEav+WVB7ZT4XOxgsjlUhAV2qWFUcYSatr20a3aYfrkPce+WIVb9Oej5UP1YsZs1qzs7X+5V+Zop9f+B9CEAAAhCoDIGSxap0kNt2HdYgzZeXrStWZ9nplpFe0S3SzcK0uYZr3hwTslrT9FUZ6ul7qZRYzcjU5vqqcRmrPsNV0X311Vem8kYqK1DOJaG68847O4nrD6MKD6rS53F/fEarxvS1VouJ1WZRmR9prujMyNQZe023C+xCGz3vOJvlRGSTZN18clAK4Dib+4PmTM9MNukMG/XgVTbk9nA7f3OfGVla+MoVq5G2GuMiswuyWafNAre5RIC+/k6zuUdcZbv/I5C00XIYTb9IcOPNG2J28632hBuuuUxGsVh5v3YJIFZrd+1qMnIv0iTL5ix6y2X8hdv2C01KEkqZrV4ghW0l2S7b/9xsBqvPBJWsirZX277deru6rdo2H24l931KXJ0y8piccCRc97vhuOxBWaO22C1vu7mXenHSTuJy6uyHs3VffeehXEwSq2Lk5es9B0zIy5b1wjCcb9hXmBmp+d87/oZY1KHoi84hbgxlcUaFYSXEasgkFLyhNA2FazgZicavTdon+1IoGksVqypX4bNS48RqmCUcx9W/nxRrKJAVcNzahnOLE6t6P+QVFeqlfKMoRaxKUkl+PfLII3lDxGUN+gOKlI2oDE3Vq5QYOv/8801F+/3BRaX06yWfpFN4SYapBICXtf49yT1lcPoSBdHAdYCVsjuj8lCyVxme4Rb6NGLVt1EcZ511lg0bNsyJZGU8Kmv0lFNOydZ1VSy+BIIyISXxxEiZrRdccIGTqlGRqDiVzag/4eUF5bhx43L69228LPTi0jMPD25SH2qnDMxw3HLYaNw0YlXtfGz6PEms6j1lI+u5CZ8nZemKqV6PE9DliFWN5TNp9YwuWLDAlSmIHgDm2fryE+H45YpVz0IlB4488kj3fESvUp+ZUr4f0BYCEIAABFqHQDliVZHkHWIVyQhtdbGa3To9sUkYNfFJqiEZEU+hqHJ3+kzcEHM7qEdZjlgNSwH47NTMtn/9yZQA8GLVf/RlATR9fa6M0hkzZpjKNpVz6RexKgOgywvSQmK1sVGiNf8AK91fqBRAQVHZ9EuAGXs2bbVvem4lYiVWc4RsXo1VidWwLmtz1qjEalyf5YvVpMPbPPnmzNaBQcZrOHf39RYRxSoxMO6d02z0hc2HxXGIVzlPc+3dg1itvTWr6Yi9GApFYTQzMmmCcXVLfVv1t8OAoa5GavRwqULAwjjCdpJkYX1U/57Epb8kbKPCLCkDs1AMacSqhJsye3XFZa2G9UC9KA7FajFB6OOLSslQ0nkpqS3+YfmCqHBsqViVgFY5CF3RzEwvTLUOvqRCHNtQwIbxlSpWw/ZxYlVjKyPVy/vos6w4fP3faJw+A1jZw17eFtvKnyRWfQzF7i/2zSOtWPU1JsPt5NG+JaNmz56dzbKTqJOUU/ZjeKk+68SJE510LLVfL/miY2vr9o9//OPs6en+/WInnEpoSlRF5aEXxerXi+Q0YlXjqp1kn6Ssv5T9etJJJ8WKMn/glKS1vyTWJGKjJ94nZeD6rN+4OqPZ72WbbZYVzxKOcQc3SQgffvjhOeOWw0ZjphWraqtnRyK5kFjVmkhiSvwmPU/R56JcsRqWBFAGsmJ7++23Y7+cfAmGUEaXK1Y1gDJgozVxowOX8swU+x7A+xCAAAQgAIGOTqAcsRoeXtW87b85W7VQKQDxlliVBH3yySftjTeaz+hIuxa6/7vf/a5tuumm7paoWI0vBRAvVhVr//79E4dOEoVeOh43b3SsBG03YtUJ/+YSGm6ieZmrPktVJQJG28QnIziiZTmKCeTJQ2x6Xi3WtKtLu1oggFithVWqoxi9GNKU4mp5Fpqqsv8mzZwcK069IJUQPX3PY+zNRW9la5NKSm6xwWZ29v2/ycpS3z5JrOr1IetsaDp8SaUCdKlcQHgglaRf9DCpMONT9/h+dhm0g20xYPPEA5/iZKju92JPkjTMbgwzG302qoTn/336zmwGbihWQ9GodqrjmnQlbcMPY4nOM4ynXLGqmqh9uvXJ1qJVDdEjdz4kW2qgFCkaxhfWWi2lj5C/Pk8Sq9G6tb6uq1+XpCxUrcm8JQtd9nAS8+gaxYlVX0c4qe5tKd8+0orVUvqMayvRpMtniLa0v1q4X9JY2Y66ohmmcfFL0KneViFG4qg/cZmMtcCkEjFKeqomWUd7nsp9ZirBnD4gAAEIQAAC9UygHLH60Ucfua384eFVYRmANGJV8vP55593h3D6rfxpOau+6j777JPNNPVi1X9UNqzf8t/8+WqXsepf9227du3qfiGefMVlezZvz5dYvXHw9KaapkmlAJrKW1hblwLIPViqeY7Jh1qFFVTDjFWVPGjOog3u36j5QCxX9ECZrX8dhVhN+zDXaDvEao0uXK2G7U9mL+cEc0mx8LCjkIHPJP32BkNNJ9ZLrKrOp7b76/KHLulztf3Fnse5Q6ziygqoTdwW9zTMo/Uuo/fE1QVNk7EqSRpmnYaZnBJrj8173h3ylNRXKZm0SW1Dsap5hQeDhVKvXLHqSzR4yewPaDphz8whZqVI0aSSBqX0ER0zSayGZRbCOqm+dEW01q76jUrXMN5Cz14oViXrfWmMOMmf5nmNtmkrsVpObNyTT0BCVX+ih1PBCgIQgAAEIAABCECgPALliFX9MnzlypUtEquK9t1337WHH37YlQUo5dp8881t9913NwlWXVGxGtZWzYjVNa7N6tWZj75kgD7v0aOHrbPOOkWHz9TWDZplyzgkHTTVDg6viis/YU21i01CtLnMRV7piiArtfkgrGOt6aitnNrDuWU7qLFa9GGqgwaI1TpYxI40BW151hUnREO5+o/35+S18UI13HYdVzZAgu+NJe+ZJK3klRd7aTlLriq79ul3XowtTRA9UCmtWI1KW5Uh2HDtDdyp8j4rMo1YLVbHM61YVTzjbj09mwXspeJtz9zdosOrJB1/fOtp2cxkn2FbihQNRWXIu5Q+0opVtQuZ+YPBlIU6cvA3zWewhs9PVLqGclbtkg6gCsXqz/c+2Q645dTEMgRpn9ewHWK1HGrVu0fZmqrDygUBCEAAAhCAAAQgUBkC5YjVFStW2GeffdYiserLAbzyyiv29NNPp56MfhY8+OCDTZmmPtO1JWJV/fXs2TP1+JVsmJMF6iToXDtuVvOhaJUci74gUEkCiNVK0qSvVifga1bGCVGJvQ2697H3V36WlU2SpMftPMbeW7LIbpv9YKr6q9EyAcW2zhebtATkdY/fbD9/+jbXNHooVFqxqnujmZjK/PXZqlHBF5YCCLNLkzIv/TzCmqFhH9GMVbWXEBx1w7E5vHcb9E17ddEcmzLuymJocoRkWK82bit/KEWL1VgN7/eiU8G0llj19VI1hp6fX+19qqtDm1Q/OHpoVRRU0hpFSwEkZTEXBZ/QALFaLjnugwAEIAABCEAAAhCoBwLliFWVAVA5gJaUAtC9y5Ytc6UAVGc1bTmAXr162VZbbWVDhw7NCtGWiFWVAZCkrcoVySiNyxqtSlwMCoEiBBCrPCI1Q0AS74/P3mMPvPlYQUHqM073Gbyjjdv50Oz8Zrz5hD0x/3n7ZOVniff7rFcJWh2GpRICEmX7bTHSdhq0XcHapBpImaq69hs+Oo+rl2ktEatxpQbCDNQkSVvs9HofbNLBUaGUDGWrXg/v8f1E55j0kCVlxybVSC10UFQ4xkE3jM9m0obZn8XEqp4xXRs21dUNhWkxIR3KUj0z/br3cfVTo5fvU+vm6/eqzZxFb2UPsUoSx3E1VsO5hhK5nC9sxGo51LgHAhCAAAQgAAEIQKBeCJQjVjX3Dz/80G2plyDN1FQt/fCq5557zl5++WXXT9rLy9xtt93WdtxxRzd2cbGq7f/5NVZ17/rrr592aNpBAAJNBBCrPArtnoDE3a8f/m32UCYFLPGUVB/VT8gfHOX/PnfpwqIZq9HDrHwWbJghqxqYPxq+T6xklRDUFVc+wEuxqPxKk7EaysFQOoY1PTVuUl9xZQS+ucl2eWsfZraGGaRqGJex6jsIxa1ea6lYDeOIHox18sw/uGGTapGGojfapphY1bgD1x6QXb+QdTGxWuhArxC0z7pWTdzolXRAmW8XJ1ajmbwzxk/OiuFSv7gRq6USoz0EIAABCEAAAhCAQD0RKFesqhSASgI0H1RVmlhVndYHHnjAPv/887JwqjbqD3/4Q+vbt29WrHpBq4/+0CpfYzVTdzX38Cr1QZmpsvBzUwcngFjt4A9Ae59+mDEoWXfIdvu6bf06tEdXMblayvwkVXUNWWdD91EHX52910lOUimTcc7it+3Z+S9lM2bV/qw9j83JTpU0e2jec/bHwy6xUFyGJ7dHDzPyskxjfnzWQ9a7e+9s2H7+oeQM63FGZV+YvRjdhh6ylJCNxhhuK4/WgVVAXhxGY/TBJh0YVWgN4jJWwziUfRxmfUbrukbnLzY/vet8l60ad1BYkljVfQs/fd8djnb5AT/Prl1Srda4OSm2r03ax70VFd6+vV+7OL5qo8PdfMmIuLmH/b9+1oPZMEIRHb2vlK8BxGoptGgLAQhAAAIQgAAEIFBvBMoVq6tWrbKPP/44K1Yzmav609llsXbu3DnnPZ9pKn6SnTNmzLB///vfqUsARLmrPx1oOmrUKDeOLp+5Gh5e5T/XAVYSq+HBVV/72teqVwag3h4k5tOhCCBWO9Ry195kvXj72fb75xwCJJGk2qJxtVbLnWV4sn2xPpQVOXX2w3bjSw/Yln03ssv2P9e+scHmFgounzHrM2X19z+Mudi106UszxufuTO7ZV2vhbJWkk39Sx77cgRnff+n7l6Nc8cbj5mXtIrn7Pt/k9eXShj4e3SfxKLkoecmCde3W2/zMfoDvo7Y+ZAcBFoHfyBYnFD2jf381SYuIzPsNBS9cbwlH0/c46gc0ax2EpgTHrjUlWnQpZh10JiuP86f5T7qefmvvU7KuzcUz0lr7CV2OGfftlgmrp9/9Hn16/1fD1/l1lMxH7fdfjlro/WOlrnQ+ujZevP9t23SzMk5z7uvH6yyE9GM5DT84+Zfili94YZMmYPx48fHoiz0vn5ovOOOOxK/zA477DD3g+FTTz3l/ujke13+vl122cX0J3rdeeed7qUxY8bkvKVDnhSPfgMfF2+5/So2jTl//nw33r777muKPfxNv+/bz6nY3NWPn6+ffxyoJAZqq5imTZtmynzQqa677rprXlyJ8FO+IaZaQ42ja9CgQW5Nouwvv/xy93p0vYqtSRjGa6+9Zg899JBtvfXWNnp0fpkVzXfBggWxkW+88cZ5MaWcIs0gAAEIQAACEOiABMoVq0L1ySefmOqtxpUDkFhtfl3b9dfYxx9/Yh988IEtXLjQ/ZwrwdqSS2PoZ+gNN9zQbenv16+vNTR0cvI06Y/kq95TXVWJVS4IQKB0AojV0plxRxsS8GJVoujI4T+wEYO3t89WLnOZo8rs0+vhYVXlhOb7uG/c1VnpmbYfCa3bnrnbtD3db1mX5Hxu/kv26cpl2W62GLB5XukAnyUZHWvDtTdwWbLq57Mvlmff7tOtVzY+3fvcOy9ls2UVhzJqo1d4T/iepOabi97KaR4Xo28gIRtePsY4Tr7vuHIIYfuk+atNXJmC6Fi6X2OFnNfu3ttx9jVSo/dE5xEX/9D+mzkhm9S2UGx+Tr6PQvONrk10vf296kvPvDJqk54VvR69Pw3DaH+liNXp06fbkUceaZdeemmerJTEPOecc+y2226LFWEShvvtt59tv/32brtS9Jo4caINGzbMJOUuvvhidxiALn+f7nnhhRfytiodckjmFwJ33313TpcSb+eee64tWbLEXnrpJfcDZ3iV06/k50033WQHHnigbbPNNiZReMstt7hu77//fhd/GLO2dkkuFpt7GL+f/3e+852ceDUPHWygsSdPnpx9TzEcdNBB7r2jjz7azTMprrhnP+1r+sF/5MiR1q9fP7eOEsl6TTw0ruL2lw5AOO+887Ky2L9ebE3CWMR66tSpbrxZszK/PAkvrbvmrOcpeqne2C9/+cu0U6MdBCAAAQhAAAIdnEBLxOrKlSvdz17KGM1kqeqj6q1m/ug1iVfJ1NmzZzsRG9ZDrQR6nwmrj/rZafjw4bbeeutZly5d3FjNpQCas1UlVvXL+O7du1ciBPqAQIcjgFjtcEteWxOWLDr+zvMKZqb6LfylZq+GW/9/vf+5ZdelFFEJtcv+eq19b+jusQdX1RZ1ou2oBEoRq2J07LHH2mOPPeb+eFnppZvEWyj9QqZeLnrZmMQ7SayqfVQq6rUksarXlVE5c+ZMJ4N9Rqgf18eTtl+JOknUUKDqXv0gre1X+sH0kUcecd1H55p27ro3Ov+QU5y89oIxLi4J13nz5sUK6VKfdy86o3JbsvTEE0/MEepJYrXYmviYxHSHHXawk046yUn2uGcmad1LnRftIQABCEAAAhCAQEvEquhJlkpe+lIAEqu6JF3ffvttW7RokfuZ0dc8bU3ivgRBnz59XBbrpptuat26dbOGBpUJsGwZAElXSVguCECgPAKI1fK4cVcbE1D24Kx5L7pR3/10kctS3Kp/69NOWAAAIABJREFUZku9Mi1nzPm7Kw2gk9j9pTqb4aWt028sec82aGqjtsftPKaiIlRxxmUrtjEuhoNAWQRKFateeilT0GeJerkXl1Hqg0orF5PEqqSqMhijGbFxgk2id7vttnNCTuPqnmjWo48nTb+a85AhQ2KzMDU/ZfJef/31NmXKFJfJ2VpiVWOF0rIYU88hLnu01IdFnJU16+VxeH9063+cWE2zJr5Pn9mq5+mYY45xgjzMiFU7xGqpK0h7CEAAAhCAAASSCLRUrH755ZeuHJOk5po1q23p0k/t3XfftXfeecf0nrJGq3EpnrXWWstUJmngwIEuEUCv6dJuML3HBQEIlEcAsVoeN+5qhwS0Hf7ROU/YG++/ba8umuMOn/Ly9fXFb9mSzz+zTfpt6F4rtF28HU6NkCDQJgRKFasKKsxS1N+VEXrdddcVrGtZTAL6ySaJVUnSSZMmue3focCNE2zKLlV7yVQv9KJCNoynWL9+vo8//nh2u3+hxWktser79ax9Fq0yIZIuZRirHmycEC3lAfPrIknra8cm3R8nVtOsie/ve9/7nhPjGtOznzt3bk4ZCMRqKatHWwhAAAIQgAAEChFoqVhV3/pFvH4me/PNN+3zzz932//b06UM1R49etjQoUNts802c5KVCwIQKJ8AYrV8dtwJAQhAoK4IlCNWBcBnqerzMHs1CY6Xgr4OaNguFHWFxKp+265yA9FsWfUV1lgdMWKEqwPq62yGos6PG8rPYv0W2p4fN98ksZpUX/aII47ISulQYIZ9SxArY3fw4MF27733OsmYRi6WGnuhh1s8r7nmGtdEGbx77rmnq6cbPVwqTqymWRP1GxXhPls4Ku41dwljSf3w4uCquvr2xGQgAAEIQAACbUKgEmJVgepntA8//LBNYi53ENVeVbkorjII/ONia9jlfLvoqUY779tl3M8tdUUAsVpXy8lkqk1A/3iqGLlOYezVo4ct//xz93HeO+9Yr549rWevXtn39Q/ZO/Pn2/rrrZdtp/jDtr4PPy/dozH0eo9evbL3630/lj6q3euvv+7G1PX6a6/ZVsOGZccfvMkm2fYffPihLV+xwrXzcavv8FJf/j3Fp891aZzPly93Meu1FcuXZ+ejz9Wvb6uYNdYmgwbl9K1alePGjcu+5uenF3x7Pxfx82OE8/dz0Lw8i5CVmMRdWisx8vP3XNQ2XDfFrLXyH9Xej6XYlA2pOfhxNHYtXuWKVV9XVXMO660mMSh0gJM/uEr3FhKrOgjKZzD6A7SictEfsBUeWBWX9RiVn4X6LVVOJonVOKmsOWte+hPO3x9e5Q+tkshULVNJaElVXW0tVjWm1v2hhx6yJ5980q274pMw9rJXbaJiNe2a6N4ws9U/S6rvqvUMs26TDq/i4Kpa/C5EzBCAAAQgAIHqEqiUWNXhq/fdd1+7y1b1dJW1esABB7if1cq5Fv2/Q2zDI++J3HqRPdl4nmV+kq2j69+32SEbz7WzsnNbZLcddpLZ5Xfbkbln4tbRpJlKKQQQq6XQoi0EihDQP8QfLl5siz/4wPYcOdLu1mEuP/2pvTNvnj07a5b1X39922PkSLvud79zp2f7U7Sv/f3v7aT//E97dOZMl4WmQ2Z07bvvvk6Q+uvggw82jbHVVlu5P6edcoodMmaM7bTjjvZ/Lr/c9b+P7nntNSf5li9fbvPnzbPzJ0xw97326qv2g333dXJX76sPfT5t2jQ76qij7Oabb7bvKPNs332zY06fNs19vvjDD51EVbbZg9Om2bCttzbFc/1112VfUzvNW/1JWCoesVBbyUbxuKopy80PcNHEiS4+f0lgznruORe7xlNNRT++Pmo+hxx6aM78la229VZbOcEp4ar7TjjxRDdnCdJXX3/dcdX17LPP2k477eQ+1/wV50PTptl6/fs77r6d/1zrqTXTFvFfXHCB3XX33W4sL1H1vu5VvK+99prrW1xq8SpXrGquacSeZ1KJUgBePoYHaJ122mluCJ+xqveU2Rl3eRmr9+LiSerXS9dQ1kb7V2alF56VLgXgx49mbUo46nCuaP3YMLZCbcIDvPw9+g9BKZc/UOuUU07JZghHxWraNdG42pomWRt3haUYSnn2SpkPbSEAAQhAAAIQ6HgEKiVWRU51VfVL5fZ4aZfRJk1JKaXG99TEBtv1goPtjwtyxaJ7/eU/2sI7jrQBpXZaU+0X2aJ/D7ABSNWaWrXWDBax2pp06bvDEfBiddmKFU5Yrli2zEbsvLMTfXPnz3fSzQtDtXn11VftWzvtZPp8/ty5tn7//k5wSixKgkogSlJ62ReKVcGVoO3Zu7ddcskl9vysWU4gKnPSy1eNK3krmanMUIm/C84/35597jmX+aqsS4nIu++6y437qwsvtN49e7r2Ep56TdJRfeoeCUx9rve8WPViVP3PeuYZN4e58+bZkMGDnVjVJfGo+XyweLETyt8cMSL7bETFqt7wh9P4eStOzUN96xKXcP5eZqovja1L4kyiSeMqw9TLVPF/9NFH7Yc//KFrJ7kqeT1ixx2dWNa8dOm+E//zP50Ul6x6+tlnbeutt3YZuBLe6ltSVaJZl2TzoMGDXd833nhjTT77tShWwwO0PHSJVb9tXJIvuj1dkjw8fClOrCb167enJ9WR1dfYHnvska0zW2mxqjn6bfihXEwjfPWsast+9PAn9an56vtReHl5Hb7m5xOtU+vbRCVnKFZLWROf2SrOX/967k+tY8eOdd+HfHkHxGpNfrshaAhAAAIQgEC7JFBJsaoJ/utf/2pxfftKg1JprE033bSsbjOZqpYnVV1n2h5/+ZCMWG3aKh8O0rxt/im7uGGGjXrKbNem7fSj/tJgM77/pNkuu9r5Fz5pjRPMLm7Y1c4POih0f7gdP5pN23yfMk03tJ/cGXQ6xovg6HtB9m2Yseo+/4mFuboH37bQ7v5xRiVLLmfnoRey/ZeFm5tqhABitUYWijBrg4Bk2xuvveZkZf/11nMS4/f/8z926CGH2Lz58917yqSUhOzVq5fLbJQMVJanJOgmgwc7kart7npNQk8iz2dt+jo9Xs4efOih9tyzz9qOO+3k7tEYGlN9aQxdkinKhPUCUH1KDD7+2GPufQmKu+65x40xbNiwbH9+O7sySCUcJQ3VRnPYctiwbM0gSU/16bM2NS9d0YxTZXjuO3q0TZs+PSejM06siqMEr4Tz4EGDnNzV58oUVeasLs1RsauthK9/X7zWW399x8K3C0sbqL/HZs50cxFPzVNz0v1aJ42lS2w1b1cCoWmt9IOWn5d4ql/PUVmtyn5V32Fpg9p4cjNR1qJYVdxewulzbZuXWPXZk9GDjsL2XkwmZdDG9av7fU3PGTNm5ByipPd8pqs/VKs1xKoE5ahRo9xBA+GWeD2Tei3ciu+fP2Wr6pcThTJt0z6ryiSNq6Xr4wrlbShWS1mTQgdtRQ/qQqymXTnaQQACEIAABCBQjEClxarGU+aqfmar9iFW2v4vqVpupqrm4qTlvYcUzkptko/fDOuPOtH6fJOQlVj1AjVTOCCTBRvKzEW26OsDmjNfc7bj59+fXVfX7m47xGfTBuMOmRLNqG2Sqds+aQs3n5Qzr5zs2+zYo2xGw672fCBSLTLX3Hk09984oe4KJBT7UupQ7yNWO9RyM1kItD8C0Rqr7S/CjhNRrYpVLzS17d+LVUnG4cOH2+TJk2MXUHLwwAMPdNmbhUoT+K3rvl915mvK9uvXz9U6VSazpOL111/vMpbDbNZSa6yqf3+AV6F6rr7f8847zyRNdSlbdv/99zfFdc4557hMz6S4WvJU++xYMdFhWxpHTDRvldAI6+yGYjXtmmg+2223ncs6Hz9+fF6o0axgxGpLVpN7IQABCEAAAhAICbSGWFX/KrHkdrxV6UArJZPol9/l1lT1jNKL1UBuuh+gQ+EpMTrJhgSlBCQkJ23enPmZXZOczFdffiD//uY1TH7PSU9TNmyz5My+9v0Zzdm20S+JHLGaG7dZRvJak0SOzsPxeuusnDH5iqs/AojV+ltTZgQBCECgLAItEat+W7b/WCgAibEJEyZYeFBVXHsJvNtvvz1bM7XQfRKIxxxzjOnAIsk41Vs94YQT8soA+HEkLV955RUnXtP2G85N4+nv+gFZWbG6JGqPP/747OFTXnaGc/VjFeLjuUTnH71Hc3jiiSdsypQp2czZaFx9+/a1kSNH5sVV1gMS3CSxq+fF17DVOJq/pGi4dV/SU/JVZQXSrsnhhx/uJPVVV12VVwbAhyDhvc0227jxSnn2Wjpv7ocABCAAAQhAoL4JtJZY9dT0M5R+Bm3LSz8zxZV4KieGgmLVSVCzJxcMsUmR7fKZsZLFaKyQ1OFYriyARGgoTAuJVY0T2dbf1EcmmzRm1n6MyDb/bAkBxGo5j0qHugex2qGWm8lCAAIQSCbQErEKVwhAAAIQgAAEIAABCNQ6gdYWq+Lz3nvv2XPPPWeLFi1qVVwDBgywHXfc0TbaaKOKjVO0xmpWrEYyVnMiKJ6xmpfBWiTjNXmCGck698xGUx3XaMZq4n15dVXn2lmNKgVAxmrFHqY66gixWkeLyVQgAAEItIQAYrUl9LgXAhCAAAQgAAEIQKDWCbSFWPWMdLCVDg+ttGCVUFWpqnIPqCq2hpnMT5992tw6W1+0KWPVglqkuZmu6cTqri/7g6V8DdbipQAy4veb9mTjeeY2/Ac1UJ1YDeu4ZrfxL7Qhl29oP9m2uUxATj8l1lgNSxpQCqDY01Qf7yNW62MdmQUEIACBFhNArLYYIR1AAAIQgAAEIAABCNQwgbYUqx7T4sWL7e2333a16pctW1YWvd69e9vgwYNN5wj079+/rD5KuSkjHu+J3BLI1pzaqGY2plmS5m7rz3SRX2M1dzv/RU81yU9TP0PsxrzM0ajgbf77wVnBGykRYGbZ7f5NkvX87G3BXPKyV39i4cyb+8+fB2K1lKeqdtsiVmt37YgcAhCAQEUJIFYripPOIAABCEAAAhCAAARqjEA1xGqISIdcvf/+++6wqyVLljjRunLlSvvqq69csy5dulj37t1NIlU17nUY1QYbbNDiQ6lqbJkIFwLtigBitV0tB8FAAAIQqB4BxGr12DMyBCAAAQhAAAIQgED1CVRbrFafABFAAAKlEkCslkqM9hCAAAQgAAEIQAACEIAABCAAAQjUHQHEat0tKROCQKsTQKy2OmIGgAAEIAABCEAAAhCAAAQgAAEIQKC9E0CstvcVIj4ItD8CiNX2tyZEBAEIQAACEIAABCAAAQhAAAIQgEAbE0CstjFwhoNAHRBArNbBIjIFCEAAAhCAAAQgAAEIQAACEIAABCAAAQhAoG0JIFbbljejQQACEIAABCAAAQhAAAIQgAAEIAABCEAAAnVAALFaB4vIFCAAAQhAAAIQgAAEIAABCEAAAhCAAAQgAIG2JYBYbVvejAYBCEAAAhCAAAQgAAEIQAACEIAABCAAAQjUAQHEah0sIlOAAAQgAAEIQAACEIAABCAAAQhAAAIQgAAE2pZAw4oHftzYtkMyGgQgAAEIQAACEIBA3RFoMLPsT5X6S4GryNu5dxZv3FC8iZmlatQ8dGJzTbJTqSFm2ucwqtATkI2z8PzEKP0P/ZH5JYWaFmnadmkfGk0kbZ+x7eJvTvccRYNMG0iR9XbdpOgrRRPXTwmMSpp32c+wbkwIPtWc0uEp+auqpMkXW8O0E2nqpyDLoK+03ZbwrKfllNtlhb6vp33WiwbpH/KGVF86RbuLfIMu7Xtmyu8Ladcy213JN8RMM+bfrOIw8ltU7GulEnNK+f2ynHmWdY/+zUz/L2z8EO2JS73FUsI/iGWtv1nD0kta/ASUOTS3QQACEIAABCAAAQjUDYFSfg4vpW0KQCX9fy/t2GnblfL/u1L6TDFv1yRlnw1p/9+Xtp3GTtW2Ic9Dp51abrtgomk9QWK7GHHcaOYYFbvy+ky5AMX6dQ9xir5SNMn2k6qtWeGvn0gnKfuMsTLJD0zaPrPtijx4afsT8dRfGMUWUJ11TtEoaJIYZ+QhSzufvHbqJyGmlH1WXawWjbPp66ZouzRLE5ltqu9vSY91QkBp+8yGW5GJ5f8yMA2OaJtO7SiWUv7xKzjXSs1JX2f1JFYrMZ/UPyQUeRrT/MNc7IFO+0NDsX6S32/4dFKLn4DyR+dOCEAAAhCAAAQgAIHaJ1CKbEr9861vWPg/Po2NZp2K/tzd1FfasQu2i8iKFvWZ9uaERyR7e+F+0jFq+n9hpwIyJgwjVeiNZo2dKiBWI4OlGtvPJ8oufn6lMfJ9pg2kyJd4dvAi/8lPNVxpz3rheZfJPW+6CV/LqebT1FnKZ939z7bo94NMn42Njdap+DePdN+fHcgSxGrR7zFNk0g7n9h2CV/LKfvMbVbkppR9ZtYnReMUTTIiq5NZYyV+eROZbap/Vwp9j4n/5U3aZ7PpCU3/MBd8SlN+Ty/UR+pvkMW+XCoQSzYdv6VSNNVDVmxCTQ9BCV/7sT1WMpaU3wATZ1aJNXLfYSvw/Faij0rFUvhRaGi8ArGa4quFJhCAAAQgAAEIQAAChQiU8n+cUtqmoV5Kf2kzhgr+3yR4s5Sf+2PjLCX4GBjZ24v0k3YY1y5ltkqqPjuZNQhSS68yyy/krXeB/zSW9WykguBNntmaBBYubTTFf4iLDhc8kEXbNq1JwXaRN9P2mbfcTZmF0ddL6S/ts552HRVLpbLwHPaUXzdF/58fmUBaRrHtCmSsNq42szUlfGFW6HtMSWK12PeOpucqLaOCsy3zWY8dO+EhLDnOFN8Tiq5ghURZSVtDCgVViTmV8kVeLJZiz1hRwMmZ4WluzbYp+eFI6L0S/bRkjdaYrVmR5h+XlHQqMR/3zb4CWcXJITdsf8pmlXiSUkKhGQQgAAEIQAACEIAABNISqNQP1GnHC9q12dBtM1DqUdI21P8g0rYtA3/+LZUaLD7wkqZTTigqNbBWZ1urf09rTJKrbQu0GXE586nImpbbSeUCrpgrKukBKnfe5dyXxGq1fdltY1vTpV+JcjV9DH7kT9d0ck/2V40NtmK1Pk+vH9ZYJ/vCurbRV0b6uNJTKLdl5Z7xTATtaW7lMuG+9k6gsXGNdenU0zqvd3IgV9t71C2Lr1eXTtZNvz+28dvyVdYyltwNAQhAAAIQgAAEIAABCNQMgSr890dDdutiXTfuY42rqzB+zaxNDQfaLpc1PqiGxtW2quc3zLr2NzNlrrbXq11Cba+wiAsCVSawxjo39LSeA861xjXLqhxL2wyvKhnu92pdTtiG71Ztw5xRIAABCEAAAhCAAAQgAIEOSMDV8+zWxboN7JNcDqADcmHKVSLQ+JV90WNzW911fWsoqRxAleJlWAhAoN0TaGxcbV079bKeG5zdYcSqXxTEart/PAkQAhCAAAQgAAEIQAACEKhlAojVWl69OowdsVqHi8qUIFBdAojV6vJndAhAAAIQgAAEIAABCEAAAnVLALFat0tbmxNDrNbmuhE1BNoxAcRqO14cQoMABCAAAQhAAAIQgAAEIFDLBBCrtbx6dRg7YrUOF5UpQaC6BBCr1eXP6BCAAAQgAAEIQAACEIAABOqWAGK1bpe2NieGWK3NdSNqCLRjAojVdrw4hAYBCEAAAhCAAAQgAAEIQKCWCSBWa3n16jB2xGodLipTgkB1CSBWq8uf0SEAAQhAAAIQgAAEIAABCNQtAcRq3S5tbU4MsVqb60bUEGjHBBCr7XhxCA0CEIAABCAAAQhAAAIQgEAtE0Cs1vLq1WHsiNU6XFSmBIHqEkCsVpc/o0MAAhCAAAQgAAEIQAACEKhbAojVul3a2pwYYrU2142oIdCOCSBW2/HiEBoEIAABCEAAAhCAAAQgAIFaJoBYreXVq8PYEat1uKhMCQLVJYBYrS5/RocABCAAAQhAAAIQgAAEIFC3BBCrdbu0tTkxxGptrhtRQ6AdE0CstuPFITQIQAACEIAABCAAAQhAAAK1TACxWsurV4exI1brcFGZEgSqSwCxWl3+jA4BCEAAAhCAAAQgAAEIQKBuCSBW63Zpa3NiiNXaXDeihkA7JoBYbceLQ2gQgAAEIAABCEAAAhCAAARqmQBitZZXrw5jR6zW4aIyJQhUl0CHFqsff/xxY3XxMzoEIAABCEAAAhCAAAQgAAEIQAACEIAABCAAgdoi0IBYra0FI1oIQAACEIAABCAAAQhAAAIQgAAEIAABCECg+gQQq9VfAyKAAAQgAAEIQAACEIAABCAAAQhAAAIQgAAEaowAYrXGFoxwIQABCEAAAhCAAAQgAAEIQAACEIAABCAAgeoTQKxWfw2IAAIQgAAEIAABCEAAAhCAAAQgAAEIQAACEKgxAojVGlswwoUABCAAAQhAAAIQgAAEIAABCEAAAhCAAASqTwCxWv01IAIIQAACEIAABCAAAQhAAAIQgAAEIAABCECgxgggVmtswQgXAhCAAAQgAAEIQAACEIAABCAAAQhAAAIQqD4BxGr114AIIAABCEAAAhCAAAQgAAEIQAACEIAABCAAgRojgFitsQUjXAhAAAIQgAAEIAABCEAAAhCAAAQgAAEIQKD6BCoiVleu+dQ+b1xqX65ZYY3WWP1ZEQEEIAABCEAAAhCAAAQgAAEIQAACEIAABCAAgYBAgzXYWp16Wo+Gdax7p7VbzKbFYvWzNYvt7Y/m2RUP32uPvjHLPl/1RYuDogMIQAACEIAABCAAAQhAAAIQgAAEIAABCEAAApUk0KNrNxu11c522vcPtM3WHWx9OvVvUfctEqvKVH3jozfswKvPQ6i2aBm4GQIQgAAEIAABCEAAAhCAAAQgAAEIQAACEGgLAhKsU0+92LZcd8sWZa62SKx+snqBnX7772zay0+0xZwZAwIQgAAEIAABCEAAAhCAAAQgAAEIQAACEIBAiwn8cPgedvnhJ1q/zhuX3VeLxOr7q960nS88mWzVsvFzIwQgAAEIQAACEIAABCAAAQhAAAIQgAAEINDWBJS1+swFv7UNum5R9tAtEquLVr1hwyecUPbg3AgBCEAAAhCAAAQgAAEIQAACEIAABCAAAQhAoBoEZk+83gZ03bLsoRGrZaPjRghAAAIQgAAEIAABCEAAAhCAAAQgAAEIQKBWCSBWa3XliBsCEIAABCAAAQhAAAIQgAAEIAABCEAAAhCoGoGqidU1a9bY4tVzKAVQtaVnYAhAAAIQgAAEIAABCEAAAhCAAAQgAAEIQKBcAhKr/TsPtU6dOpXVRdmlAFatWmUf2dutJFYH2hlHn2Arb/qF/b6saXETBCAAAQhAAAIQgAAEIAABCEAAAhCAAAQgAIFkAhKr69pm1rVr17IwlSVWGxsbbeXKlba0y/xWEKsD7Ywz77TLNn7Nzj5jvF1R1rS4CQIQgAAEIAABCEAAAhCAAAQgAAEIQAACEIBAYbG6zleDrHv37tbQ0FAyqrLF6vLly21Zt39XWKw2SdUt+piteBqxWvJycgMEIAABCEAAAhCAAAQgAAEIQAACEIAABCCQhoAyVnt/8XXr1atXrYvVQKpq5ojVNOtPGwhAAAIQgAAEIAABCEAAAhCAAAQgAAEIQKAMAlUTq8uWLbPl3d+tUMZqRKq2G7H6K3v5fw62LWMX5l825f870E4oY9HKvmWvG+yDMcPshTt3tb3/WnYv3FgygcxzYE9ua9veVPLN3AABCEAAAhCAAAQgAAEIQAACEIAABCDQDglIrPZaOdB69+7dthmrlROrMVI1AL3yiy/MVn1o8xb9y/720k12+cNP27w2W4iMUBvw5iRb//LQqB1tD19xln23ZxvLVcRqm6187kCI1SqBZ1gIQAACEIAABCAAAQhAAAIQgAAEINBqBGpcrBaWqnHUVn70tP3+9vF29uxWYxp0nCRWzc4480m7bIsP2j5rtS2mzRgQgAAEIAABCEAAAhCAAAQgAAEIQAACEKhzAjUsVkuXqtm1XPWu3XvncXbYY++28vKWIlbzywYsCTJdr//Vy3aM3WNT7GA7ZsBn9rc7d7V5e4SvaSqZ1/ceONVW7bqpmUUyYnMyVn3WbIBg0T3W9Re/aH7Btf+W9Q2avOG3sxd6L46qH/vND+y7Wyi2zJXtz/2tdAbRkgZOWG/8Ws7BZTmvHe3Z+AiamDWVRvCcQw55r+X1Ec7DZ6feY7brwbalq/X7rh0bKQWQEet9AlJtnL3cyk8+3UMAAhCAAAQgAAEIQAACEIAABCAAgXonUMNi1cyG/8pePuFg27JrGcv0xUt2yUVj7YLFZdyb+pa0pQCahGIoNpvknRePTu4NyBWR/rWsgPXCz/Xzr0y5AZPYG29XKOZArDopu3bwXpPUzJYtaBKnFsjdjAw0+9udf7ENx0RKHLix18+I3bj6rV7EBoeKNfene8pjEF2KgmL1z2Y/H/MtWxTUOo1mDhcVqzHlFHL78HI4FKW5pQBy560ZNEnucK1SP2M0hAAEIAABCEAAAhCAAAQgAAEIQAACEKgGgdoWqyLWArm66JVf2MbX3NOK3NMeXhUnYHNlnBN+OSLULP+1GIEXZm9GxarlZqiqv4OWNtWDjavHmn0tI1ZzD2PS2N+3hUXEaig1Q9HrxWp+n83jxDEoXaxGDu9yc1rf7m06SKyoWI17WnJYFV/Lolm1rfhE0jUEIAABCEAAAhCAAAQgAAEIQAACEIBAZQjUvlhNkqsrXrIr/vRnW7n59ja457q2w6bDbMt+4dZrMwuyJyuDM9pLcimA3JbJAjYnYzVGhKo8QPO29fRiVVmlPuNVsfis1zP2Otqu+OtNOdmt2QzUGIG4pZuI305/tJ2x1012RWLGapzU9K/FHfAUI5cjDEoSq8rczSlh4LNKm+NOK1bzt/J7BsXngVhtna82eoUABCAAAQhAAAIQgAAEIAABCEAAAm1JoD7EapxcjZGmg3c6y65e4rsQAAAgAElEQVQ/5Aj7br9uTYzftf83YR87qtXKAZQmVrPb8GOegHTCrzSxGg7jRWG2rEDBjNXodn9frzW3XmnONIr2V1xIxjEoWazm3JC/bb8Y52ahGmz1jxHOhTJvEatt+S2OsSAAAQhAAAIQgAAEIAABCEAAAhCAQOsQqB+xGpWrSdmo/X9s9535c9u3n24oIAIrwrsFYjUiIosJv0y4acVq3FZ+sxzhV0iEzvvAvjvYbErT9vnM2Bm5usOCplICUX5NmaItLgVQRsaqLyHwwIJhtl/kYKsos3zOTdL400xmcGw5AsRqRb5a6AQCEIAABCAAAQhAAAIQgAAEIAABCNQSgfoSq6FcXRUezBRZkl1/ZwuO3sMG2Lt275X72GGvt9aSlSZWMyfIZw6aigq81hCrW4aHZUUPUCp0eJUTq5uaL1Pg6MW0z6FaqcOr0ohVd8BWU1ZtMK4Tq+F7zgfr0K3muWTKIwTZqDkHgjWJ1fD9Jpm9ZVbSF8+85fCq1vp6o18IQAACEIAABCAAAQhAAAIQgAAEINB2BOpPrHq5euRAm3xuRlLmX01ZiN1ftyv+8zA7u9V4pxWrCiBSZzWScVtZsbqr7W06tOlb1jdn7uFJ9s2yNGzjZWp+jVEzyxG1Eag+q/PND+y7W2yafTNHzkYZBLVfdUOaUgDZdgOahhDHF9e3y7b/wEnrrZw4zY0tW/7AvezLGjS1WXSPnb30+3bZOn/J1rINa9Oaidk9NviKs+y7PZUBnXSwV+5hX/n8Iuxb7ZmkYwhAAAIQgAAEIAABCEAAAhCAAAQgAIFKEKhPsSoy/Qfa4MXv2rxYSs3bu7/xi18ktKkEXvrIEogrLQAeCEAAAhCAAAQgAAEIQAACEIAABCAAAQjUKIH6FasFFyQjVvs9vY/tdPu7Nbp0NRY2YrXGFoxwIQABCEAAAhCAAAQgAAEIQAACEIAABAoR6Jhitf+l9s+frWu/a6pnyiPSBgQQq20AmSEgAAEIQAACEIAABCAAAQhAAAIQgAAE2opAhxSrg4++w+5ccYbtdCfZqm31oDEOBCAAAQhAAAIQgAAEIAABCEAAAhCAAATqiUAHFKvfsp8dsKX9v/tuorZqPT3JzAUCEIAABCAAAQhAAAIQgAAEIAABCEAAAm1IoOOJ1YKHWrUheYaCAAQgAAEIQAACEIAABCAAAQhAAAIQgAAEapZAxxOrNbtUBA4BCEAAAhCAAAQgAAEIQAACEIAABCAAAQi0FwKI1fayEsQBAQhAAAIQgAAEIAABCEAAAhCAAAQgAAEI1AwBxGrNLBWBQgACEIAABCAAAQhAAAIQgAAEIAABCEAAAu2FAGK1vawEcUAAAhCAAAQgAAEIQAACEIAABCAAAQhAAAI1QwCxWjNLRaAQgAAEIAABCEAAAhCAAAQgAAEIQAACEIBAeyGAWG0vK0EcEIAABCAAAQhAAAIQgAAEIAABCEAAAhCAQM0QQKzWzFIRKAQgAAEIQAACEIAABCAAAQhAAAIQgAAEINBeCFRdrLYXEMQBAQhAAAIQgAAEIAABCEAAAhCAAAQgAAEIQKAUAr1WDrTevXtbQ0NDKbe5tg0ff/xxY6l3NTY22rJly2x593dtq/67lHo77SEAAQhAAAIQgAAEIAABCEAAAhCAAAQgAAEIVJXA64ufMsRqVZeAwSE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oAABCAAAQhAAAIQgAAEIAABCEAAAhCAAARqjQBitdZWjHghAAEIQAACEIAABCAAAQhAAAIQgAAEIACBqhNArFZ9CQgAAhCAAAQgAAEIQAACEIAABCAAAQhAAAIQqDUCiNVaWzHihQAEIAABCEAAAhCAAAQgAAEIQAACEIAABKpOALFa9SUgAAhAAAIQgAAEIAABCEAAAhCAAAQgAAEIQKDWCCBWa23FiBcCEIAABCAAAQhAAAIQgAAEIAABCEAAAhCoOgHEatWXgAAgAAEIQAACEIAABCAAAQhAAAIQgAAEIACBWiOAWK21FSNeCEAAAhCAAAQgAAEIQAACEIAABCAAAQhAoOoEEKtVXwICgAAEIAABCEAAAhCAAAQgAAEIQAACEIAABGqNAGK11laMeCEAAQhAAAIQgAAEIAABCEAAAhCAAAQgAIGqE0CsVn0JCAACEIAABCAAAQhAAAIQgAAEIAABCEAAAhCoNQKI1VpbMeKFAAQgAAEIQAACEIAABCAAAQhAAAIQgAAEqk4AsVr1JSAACEAAAhCAAAQgAAEIQAACEIAABCAAAQhAoNYIIFZrbcWIFwIQgAAEIAABCEAAAhCAAAQgAAEIQAACEKg6AcRq1ZeAACA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qgXAr94922775PFVZ/OmsZG+3z5Ctu973p27dDh1qNTp6rHRAAQgAAEIAABCEAAAhCAAAQgAAEIQKDeCCBW621FmU/VCJz5zpt2bzsQq42Njbby089szVerbZ3u3W3q9rvYsJ59qsaFgSEAAQhAAAIQgAAEIAABCEAAAhCAQD0SQKzW46oyp6oQaI9iVSA27NXbnv/WKOtcFSoMCgEIQAACEIAABCAAAQhAAAIQgAAE6pMAYrU+15VZVYFAexWrDQ0N9qsthtuJGw2qAhWGhAAEIAABCEAAAhCAAAQgAAEIQAAC9UkAsVqf68qsqkCgvYpVoThg4CZ2wxbbV4EKQ0IAAhCAAAQgAAEIQAACEIAABCAAgfokgFitz3Vt17NavabRPly+wlY3rrGeXbta3x7d23W8scEtW2C2YpHZquVma74yW/OFvd7Y3X6wdK2qzyWsseqDQaxWfVkIAAIQgAAEIAABCEAAAhCAAAQgAIE6I4BYrbMFrYXp/P6JZ+3nf37EdHp99Fq3Vw/r3qWre7lLp0627Yb9rU/3bu7v63TvZtsPHOBe17VJv3Vs437rZLvo16OH9ejapXURfPGJ2Sevm6380CwS/5vW0/b5tPqSGLHauo8AvUMAAhCAAAQgAAEIQAACEIAABCAAARFArPIctCmBp+f/2464+S77eMXnrTpu504N1r93L+vUkJGwkrLbbNjfOjdJ2U3X7WdDvtY3K3CHDehvkrrr9uxpDQ0JoS37t9knr5l9FR/7V9ZgXwSuuFtDo4Wad7WZLW9ssEWNnWzums42e3Vne3F1F3vyq4xIrtSFWK0USfqBAAQgAAEIQAACEIAABCAAAQhAAALJBBCrPB1tRuCj5Z/bQZNvt5feW9RmY5Yy0NU/2ttGfWOIdbIG69dlpfXs9JVZ1z5m3fqafTbP7OPXzNasKqXL4m3XHW7WcwN77uN37NCFHxRvn6IFYjUFJJpAAAIQgAAEIAABCEAAAhCAAAQgAIEWEkCsthAgt6cjoF3zF0ybYVc//nS6G6rQ6vcH72O7bzbEOjWutn6f/9N6rXq/IlF8aWafNzaYcmf9n+4NjeYTY1dag/3+i+529Rc9KjJenFj9/oCB9sdhO1akfzqBAAQgAAEIQAACEIAABCAAAQhAAAIQoBQAz0AbEZj59nw7/OY7bcWXFc74rGD8lRarnzQ22JLGTjnlAdaY2YLG1isDIBxxYnXEuuvbg9vtUkFadAUBCEAAAhCAAAQgAAEIQAACEIAABDo2ATJWO/b6t8nsl65caYdOucOeeefdNhmv3EEqLVbTxPGVmX3ZZ4it6TnAnly62P6/xZ+kua1gmzixusPX1rPp2+/a4r7pAAIQgAAEIAABCEAAAhCAAAQgAAEIQCBDALHKk9DqBP7P3560i/4y09aoHkA7vqohVh0O1XDt2seeWbnSDv9YR1y17EKstowfd0MAAhCAAAQgAAEIQAACEIAABCAAgTQEEKtpKNGmbAL//OAj2/+G22zhp8vK7qOtbvw/+42yvbcaap0a11Skxqq2/b+1prMtWNPJffysscH+taazrWVmAzutts07rbGNO6223tboygOozuoLq7u0eLqI1RYjpAMIQAACEIAABCAAAQhAAAIQgAAEIFCUAGK1KCIalEtACapnTn3IJj/9QrldtOl9l+w70vbbZquKidWk4JWTqsOsPmjsZIu7rG0fNXS3//l0uc2ugFTVmIjVNn1sGAwCEIAABCAAAQhAAAIQgAAEIACBDkoAsdpBF74tpj1rwXt20OTb7dOVX7TFcC0eo63Eak6gfYea9drIPlq2yEYsWNziOSBWK4KQTiAAAQhAAAIQgAAEIAABCEAAAhCAQFECiNWiiGhQDoFVq9fYSXf/2f70wivl3N4m91y490j7/9m7FyDL7vo+8L97b99+z7M1M5JGsjQSGvQyLwmwsJnNKrzsNWDZMatgDBiUbKXsCmSXXcVxcG1MNl5V8BpTm2QrHnDAZJOysWVcZR4xYFa2eQqEDRIgHjNGmtFIMz2ann73fW2d23277+33v6enbz8+twokdf/OOf/z+f+uVPWd//mfH73qQBz/0tfjz779vbgcwerUzOrUZ2r5GKrl4olqIfbkqnF1rhqFXMTBXLZhQMTHS53xLyb61uW+rVhdF0YnIUCAAAECBAgQIECAAAECBAgsKyBY1SCXRWCzr1Z98bVXx++87pVxaFd//NevPxq/9snPrXuwmoWqpVquvrfqhVouTtfy8XClGJ8uFeO71cJlcc9OKli9bLROTIAAAQIECBAgQIAAAQIECBCYFRCsaoZ1F8j2Vn3Hgx+PD33lb9b93Ot5wrfe+bx47oGB+Nijj8cXf3gqfvM1PxE/ffttkYtq7B36RvSMP9lyuXxnd+Q7sldPXdqnFhFDxT0x1HM4/nx0OP6PZ0cv7YTzjhasriunkxEgQIAAAQIECBAgQIAAAQIEFhUQrGqMdRf4xlNPx+uO/5c4Pza+7ue+nCf853f/RLz5xc+Pjnw+dvd0RU+xOHu52uRQTD72x5GrlaJr78GIXC5pKJWp8ahVKtHR3Td9bHFXxO4jcaE0FS98cn32Vm0MSLCaNDWKCRAgQIAAAQIECBAgQIAAAQJrEhCsronNQcsJjJfK8ez46kPVQi4fV/T1RiGfFla2YxYqZx6JqdOPRJTGI5fPRa5jJnytRQxXKjES+Riu1mIi3xHfzvfGs/lifKvWFZ8s7K0P98bqeNydG4ury2PRWS3HZ7oOxGejf11vRbC6rpxORoAAAQIECBAgQIAAAQIECBBYVECwqjEIrJPAP/7Bo/Hnw+fX6WxrP41gde12jiRAgAABAgQIECBAgAABAgQIrFZAsLpaKXXrKjA6Ohpf+sIX4uLFi+t63nae7E9/9DnxF2ND7RxC/dqLBatH8h3xq+cnVhzb7t2746V33RV9fX0r1iogQIAAAQIECBAgQIAAAQIECOxkAcHqTp79Nt37yMhIfOj3fi/OnT3bphFcnsue+IV74v+bGLk8J08462LB6pWTpfi5L6zuZWJXHDgQb/mlX4r+/vXdoiDhFpQSIECAAAECBAgQIECAAAECBDa9gGB100/R9hvgqSefjN//8IdjcmLlFZRb6e63S7CaLxTiH77xjfGcm27aSvzGSoAAAQIECBAgQIAAAQIECBDYUAHB6oZyu1gmIFi9vH1wqStWs9G94d5745Zbb728A3V2AgQIECBAgAABAgQIECBAgMAWFhCsbuHJ26pDF6xe3pkTrF5eX2cnQIAAAQIECBAgQIAAAQIECGQCglV9sOECiwWrP/tzPxd79+7d8LGs5wX/VXk4PjPy7Hqeck3nWixYva1/d3z40JFFz3f69On45Cc+0fI7K1bXRO8gAgQIECBAgAABAgQIECBAYAcJCFZ30GRvlltd72B1qlaL4Uotak032JfPRU8+t6G3LFjdUG4XI0CAAAECBAgQIECAAAECBAi0VUCw2lb+nXnxSw1WswD1qalKPDlViYuVapSbE9Um0ixX7c/n4+rOfFzb2RGFy5yzClZ3Zj+7awIECBAgQIAAAQIECBAgQGBnCghWd+a8t/WuLyVYzcLU702UY6Jai3xE9Bey/48YrlRnV6xm+Wl3Plf/X/bzLHjtzOXiR7oKcWN3R1yufLWdwepNMRmvzQ3FXTEWN8Zk7I5KlGq5+EGlEH9e6o4v5A/Gvz14dNF5txVAW78OLk6AAAECBAgQIECAAAECBAhsUQHB6haduK087LUEq+PVWnxjrBTPlqvRkcvF4c5CXN9ViO+Ml+NMqRK9+VxUI+rhavb3WV1/IRfP6+2MC+VqnJgsR3aOvkIubu8pxt6O6UB2PT8bHay+orcn3nvVNbGrOhW5k617pM6/r8ylXNgV53t+NEqF3S2/FqyuZxc4FwECBAgQIECAAAECBAgQILBTBASrO2WmN9F9pgar2eP+Xx8t1YPRA8V83NJTrK9G/eZYKU5PVWJfRz5e0FeMh0dKUarV4kV9nfHEVDmemKzE7kI+7ugvRjGXq690PTlZjkLk4paejriqs7CuKhsdrBaiFv937sl4ZQzXV+82fyYjF8WYXtXb/Jkq7I1zfXdENVec/bFgdV3bwMkIECBAgAABAgQIECBAgACBHSIgWN0hE72ZbjMlWM1C1UdGS5G9oOr6ro64qbujfitZQPr4eDl2zQSn2aP+nx+eqgerd/R11lerfmu8FD+crNTD2Bf2dda3AMj2Zv3WeLm+svX23o44VFy/cHWjg9XGnP5ojMfeqEQ5C4xjMvZFOf7baC4qlWr8Ss9ovLw4GX256Y1oK/meONd7R5QK/YLVzfSlMBYCBAgQIECAAAECBAgQIEBgywkIVrfclG39Aa82WM3C1K+OlGKkWq3vjXpD13SoerZUrW8LkL2M6oV9xfqq1OwzP1jNosRHRqfiXGn6+Ox/2efpUiW+OVaOjnnHX6psO4LVO2MsXpu7GP9djMThKEW2irXxmazl4ulqPr5W7oyXdZbjYK4kWL3USXY8AQIECBAgQIAAAQIECBAgQGBGQLCqFTZcYLXB6mPjpfrj/Nkn2xv1YLEQVxUL8e3xUlyoVOtbAlzT9Dj//GA1Oy5b8fq10VL9kfjn9Rbrxz1dqsZQuVrfkzXbRuAl/dOrWS/1s5HB6n/a3xUvP3g08lPDUTvx8VUP3YrVVVMpJECAAAECBAgQIECAAAECBAgsKyBY1SAbLrCaYPWZmVWpXfmInpmXUZXnFmPW90zNXlKVz0X053ORy0Vkx1RqEYeK+fo/j1Zq9X+eqNVisjp3cBayZi+vyv56vlKN53YX47quS98SYCOD1f+wrydetWt35C58L2L4icj2VH0yOuN70RVHYjJuiMmYXp87/5OL4a7rYqj75tlf2GN1w78CLkiAAAECBAgQIECAAAECBAhsAwHB6jaYxK12C6sJVr82OhWD5dZVqc+Wq5GtYh2r1qIvn4+Jai2qMR2eNmWusxzZKtRsu4AshM1C2SyEzV5ale2rmv3uQrkaj4yVojuXiztnXnB1KZYbGaxmj/z/ZAxHR9Ti0eiO70bX7NBrtVr0Dw/FP+wYjp/tHo/nFMotIWupsDue7n+ZYPVSJtuxBAgQIECAAAECBAgQIECAwI4XEKzu+BbYeICVgtUsQM1eWNVbyMVLmx7TH5p5rD9bqZr9fP5nsa0AGjWPjpXidKkSt/YU43DT9gF/M1qKs+VK3N5bjCsv8UVWGxmszr/3bH/V18TFeEluLLKXWXXVqnGyUohHysX4Yqkrfq1/NK7LTdUPGyteFed7ny9Y3fjWd0UCBAgQIECAAAECBAgQIEBgGwkIVrfRZG6VW1kpWP3uRDl+MFGOI90dcXTmhVPZvf1wshLfmSjFtZ0dcXPPwgfdlwtWT01V6qtdsz1Zs71ZG58z9RdZlep7t97WO/fztVi2I1j93YFdcfeBI5EbORVx6i9XHHY11xmDvc+PyY4BweqKWgoIECBAgAABAgQIECBAgAABAksLCFZ1x4YLrBSsfnV0KrJVq8/v7YwDxWwn1OnPt8fL8cRUecGq08bvlwtWG6tds/1YX9y02nW8WouvjEzVtwu4a9fCVbApOO0IVn9rT2f8zBXXRu7iiYhz36wPN9sWIfvfnNzcXdQiHxe7b4rhriOC1ZTJVUuAAAECBAgQIECAAAECBAgQmCcgWNUSGy6wXLCaBYKfH56s74l6R19n9GebpM58sn1XL5Rr8cK+YuzrWBgbLheslmq1+NLIVH1v1Zft6qr/tfHJgtVs39b510uFWUuw+rL+vXGouPpAtxoRj42PxHcnxmaHlz36vzcqUYlcfCe64lytEIXhi3FXbixe0zkZL+goxdGOchRndqIdK14d53ufJ1hNnWD1BAgQIECAAAECBAgQIECAAIEmAcGqdthwgeWC1ZFKLbIVq9kK0pfNW0H6heGpmKotHYAuF6xmN5kFq9kLr+YHqNn+q2dK1XhBXzEGFglsVwu0lmD131xzU7ywb9dqLxFZQPwHg2fiI4NPLXnMTbWJ2Dd2MWqVLIad/jywezSuz03W/z5brTrU/dzZ350+fTo++YlPtJzvDffeG7fceuuqx6WQAAECBAgQIECAAAECBAgQILDTBASrO23GN8H9riZYzR7R38hPRy7iBX2dccUGB6uNe/zlg9fG2w8cjs78Yg/wR3x/Yixe/92vL0oyEOX4lb6OuL10Np5bGoz+mAtU5x9QzRXjfO8LYsIeqxvZXq5FgAABAgQIECBAgAABAgQIbEMBweo2nNTNfkurCVazWPVg0/6q2T09U6pGpRZxqJiPfPOz/DM3vNLvz5WqUVrk+Gw/1yzIbWeweilz9qlDe+LowVsiBr8Vtae+sMKpcnGx64b6PquNjxWrl6LvWAIECBAgQIAAAQIECBAgQGCnCghWd+rMt/G+lwtWGy+TyoaXvWSqpylBzfZYHarU4kV9xdhTSNtjNTtftlVAuVZbcN5s64HhyvQWAbua9nRNJVrLVgCp11is/meL5fgnffkYGzsXj5YqMVbLxeRUKY7kSnE4X4lrCpXYlatFx8weq+PFQzHY+0LB6nrgOwcBAgQIECBAgAABAgQIECCwYwUEqzt26tt348sFq9mosr1QRysLX1KV7YX6VKkSt/cW48piYcENLLfHahacZgFqFtS+tH/uZVGNl1plJ8t+nu3tutZPu4LV+eOt1WoxcXE4quXK7K/+av/5uCk/vcfqePFgDPa+SLC61ol2HAECBAgQIECAAAECBAgQIEAgIgSr2mDDBVYKVrMA9dRUJZ7bU4zruuYC1JOT5fjuRDmu7+qIm7o7koLVM6VKfHOsFAeLhXheb3H22MFyNf5mtBR7O3Lxor65wHUtKFslWPXyqrXMrmMIECBAgAABAgQIECBAgAABAq0CglUdseECKwWrjRB0byEfdzatLs32Qn1ktBQ3TX4p7nj2P0auOjXzcPv0LVRq0y+8yudy0Vh32vhrtjdrNWpRyOWieROB7DVP2XHzf74cSi3fFZO7XhrDh94c1cLu2dKtEKxWcx3xbM/tMV68cnbc9ljd8K+ACxIgQIAAAQIECBAgQIAAAQLbQECwug0mcavdwkrBahaPZtsBjFVq8fy+Ygx05Osvl8pWsT45VYmX7S5HT0d/W247F9UoVgaj95kHI0a+H+ev+1eRBa3Z573V0XhodKgt42q+aLVWi/NDQ1Ga2QqgFrX4633n48bcREx27IuzfS+JmI2eIwSrbZ8yAyBAgAABAgQIECBAgAABAgS2oIBgdQtO2lYf8krBanZ/fzdZie+Ml6KvkItstWkWrGaBa7YC9bq+jnj+7p6o1uYe6d8ok2z/0lK5HLVaNfYMfjRKhStjYvdd9ctP9fREX23te7RejnsYjVrc9egX40tXjMd1ueG40H1zjHZe23IpwerlkHdOAgQIECBAgAABAgQIECBAYLsLCFa3+wxvwvtbTbCahahfHpmK7PH/jlzEoWIhruksRH8hV//5Kw7kI995RVvuLttxYGx8LDor56Lz6T+LkYNvrI+j1N0d3dneApvlk4s4WS3Hz3z7q/HVK0bjUKFWX61azbUG0oLVzTJhxkGAAAECBAgQIECAAAECBAhsJQHB6laarW0y1tUEq9mtni9X4+ujpfpK1dt7O+rhavb54WQlrusvR3/voYhce1aIjo1PRJRHY9ff/V9x4Zp31ce12VasTuUi/vWZE4lMwNYAACAASURBVPHYhdPxZ/uGI7oOx8WuGxd0kWB1m3yx3AYBAgQIECBAgAABAgQIECCwoQKC1Q3ldrFMYLXBalZ7crIc350oR0cuF7f3FONAMV8PWoudlch3zL04aqNly+VyRHkidv/wtzZlsDqWj/i109+Pzww+E/9291Tc2z0Z5/vuiHK+R7C60c3iegQIECBAgAABAgQIECBAgMC2FBCsbstp3dw3lRKsNoer2drU53R3xPVdHbG7txKVjv1tu9HJqVLE5LnoOfNfY/jQ2+rjeKQjYrIwvaq2XZ9KrRZfu/hsfPTMkzFSKccv9JTigf6hmCpeGc/23LbosKxYbddsuS4BAgQIECBAgAABAgQIECCwlQUEq1t59rbo2FOD1ew2ny5V4rHxckxVa3Ftb1f82EBnVPN9bROYGB+Jnmc/E+WpqRjf98r6ON577lT8l6FzbRtT84WvL1TjN3aX4hUdw1GolWK46/oY6r5ZsLopZscgCBAgQIAAAQIECBAgQIAAge0gIFjdDrO4xe5hLcFqdovj1Vp8a7wUN3SdjyO790Xk2rM6tFqeiMK5z0b+6U/F+SO/GdXC9JYEF6uVuFiptGU2nnPus9F58VTk8vno2bMvOrq6W8YxXjwYg70vEqy2ZXZclAABAgQIECBAgAABAgQIENiOAoLV7Tirm/ye1hqszt7Ws38RB0+/Lwq1qTbdaS5KPc+JocPvjFL3DW0aQ+tl9/7wj6I6fiGK3T3Rs3fhFgmC1U0xTQZBgAABAgQIECBAgAABAgQIbCMBweo2msytcisrBaudTzwZez7zueg6+cPIlUqb/raq3V1x9q2/GFPXHm7bWPf+4D9HrTJVD1U7OrsWjKNU2B1P979s0fHZY7Vt0+bCBAgQIECAAAECBAgQIECAwBYWEKxu4cnbqkNfLljt/dtvxv4/+pOYOnpTjL7qlVHt6938t1mrRa2jEBNdnW0Za9f4qeg+9ZnoKBajZ+++RccgWG3L1LgoAQIECBAgQIAAAQIECBAgsI0FBKvbeHI3660tFaxeUYs48MEPx9Ab/kGMXPcjkc/no7urK/L53Ga9lfq48pOTMV6tRqXcntW1vRcfi86zD0fPnr1RKC4e7lbyPXGu944oFfoXWFqxuqnby+AIECBAgAABAgQIECBAgACBTSogWN2kE7Odh7VUsHr1k6ej+9TpGHzNqyPqoWpnPVzd7J+O8fEYrpTbMsxid3d05kqRq5Uil1/mZV65fJRz3VEqlaM8OdkyVsFqW6bORQkQIECAAAECBAgQIECAAIEtLiBY3eITuBWHv1Sw+iNf+5so335bjFx5KLo6u6KrTY/Wp5jmKpWojE/EWKU9q1U7e3sX3VN18XuoRWliMkoT44LVlElWS4AAAQIECBAgQIAAAQIECBBYRECwqi02XGCpYPXGP/+LuPiTr47J3bujWOyIfG7zr1Yt5CJylXKMT01tuGPX8Jdj3xP/Z+SqrUHpcgMpdx2O80ceiErHwGyZFasbPnUuSIAAAQIECBAgQIAAAQIECGwDAcHqNpjErXYLSwWr1z38SIy/5MUxtW9f9G2Fl1Zl+6tme6tOTsZYaeOD1Z6hz8WeU78duerK15666uejdMXdUXzmkzG0+3+Icte1gtWt9sUxXgIECBAgQIAAAQIECBAgQGBTCQhWN9V07IzBLBWsXvut70QMDMTwLTdHX19f5HKb+6VV2WzlarWIsbEYbsOLq/rP/kHsevr3VtU0E0feEVMHXxOdp/4gRrrviFL3jYLVVckpIkCAAAECBAgQIECAAAECBAgsLiBY1RkbLrBUsHrowsU48KGPxDP3vyti397o7Fz8DfcbPuAVLtgxPhEXpiY2fFi7n/oP0Tf4p6u6bnnfXTF5+Bei49kvxEjn82Kq73mC1VXJKSJAgAABAgQIECBAgAABAgQICFb1wCYRWCpY3bdrV+z/6J9E98kfxuA/+cdRG9gf+Y5l3nS/Se4n2w6gVi7HWKW8oSPa++R7o+fCZ1Z1zcnDb4zJH3l7FJ/5RExOFWJ8z98TrK5KThEBAgQIECBAgAABAgQIECBAQLCqBzaJwFLB6t69eyM/MRH7/+hj0ZNtC5A9Zr8FPtXurjj71l+MqWsPb+hoB37wv0Tn2GNJ16zlOmPo8DtjfO9/L1hNklNMgAABAgQIECBAgAABAgQIEGgVsBWAjthwgeWC1Www7x9/Nr4/NRH5ycmIanXDx5d8wVwuqj3dEfnFV9d2RMSLOrrjNZ19MbBETeo1c9XJGDjxv0Zx/Luph8bwoV+KkQNvEKwmyzmAAAECBAgQIECAAAECBAgQIDAnIFjVDRsusFKw+ssjT8c3ypMbPq7LfcHeXD7+p+49cU/Xrku+VKE8GPtP3B8dk6eSzzV88Bdj5OAbBavJcg4gQIAAAQIECBAgQIAAAQIECAhW9UAbBVYKVr9fLMTuXL6NI1zfS1ci4qtTY/HAhaeiO5eLd/Xsj1d19l3SRYoT34/9J/5F5CsXk88zvvfvx4Vr3iVYTZZzAAECBAgQIECAAAECBAgQIEBAsKoH2iiwUrA60t0V+zuKUYhcG0e5Ppeu1moxOTEZlWo1Rgq5+JVnn4hi5OJ9/QcvKTzuHP3b2P/D34hcZTR5oILVZDIHECBAgAABAgQIECBAgAABAgQWCNgKQFNsuMBKwWq+oxiVjo7oqG6Nl1etBFiLWpTLlajVanE+V4t7z/9dvKt3f/zkJaxa7Rn6XOw59duRq06tdPkFv5/qvTUGb/it2Z+fPn06PvmJT7TUveHee+OWW29NPrcDCBAgQIAAAQIECBAgQIAAAQI7RUCwulNmehPd50rBajbU8e7u6ClvgRdXrdI1C1WrMy/i+n+mLsSF0lT8Wu/AKo9eWNZ37o9i95kPRER6+CxYXTO7AwkQIECAAAECBAgQIECAAAECswKCVc2w4QKrCVZHentioNAR+fTccMPvZ7UXnJicinK5HI/lyvHvLz4T/67/UKx1J9ldT38w+s/+4Wov3VJX7ro2Bo88ENWOffWfW7G6JkYHESBAgAABAgQIECBAgAABAjtcQLC6wxugHbe/qmC1uysO9fVH5zZ6idX4xESMjY3Hk/lq/Or5J+N3+g/FFfnCmqZg75PvjZ4Ln1nTseWuw3H+yANR6ZheMStYXROjgwgQIECAAAECBAgQIECAAIEdLiBY3eEN0I7b36nBaqlUiuGR0TiVq8T9lxisDpz436Jz9Btrmr5qx544f/1vRqn7iGB1TYIOIkCAAAECBAgQIECAAAECBAhECFZ1wYYLrCpY3YZbAVQq1ZiYnIxTUY13D52K9/cfit1rWpFbiyt+8D9Hcezba5q7amF3nD/yb6LUfaNgdU2CDiJAgAABAgQIECBAgAABAgQICFb1QBsEVhOsjvX2xp5sf9VttMdq9vKqqXI5PlcZj4+PPhu/1X9wTfqF8mDsP3F/dEyeWtPxtXxPPHvtP4/JXS8RrK5J0EEECBAgQIAAAQIECBAgQIAAAcGqHmiDwErBai6fj3J3d3RX2zC4y3jJcqUSI9VK/Pz5k/GW7j3xP3btWtPVihMnYv/JX418eWhNx9fynTF0+J/F+J6/J1hdk6CDCBAgQIAAAQIECBAgQIAAAQKCVT3QBoGVgtXJ7u7Y1VGMtb3WqQ03tIpLVmu1GC6X4n3DZ+OLE8Px3r6DcUOhuIojF5YUx78T+0/+y8hXRtZ0fC3XERev/uUY2/caweqaBB1EgAABAgQIECBAgAABAgQIEBCs6oE2CKwUrA7u3xM39a1tNWcbbmfFS45XK/HIhfPxm2efiJNTE/EzXbvin/XsW/G4pQp6hj4Xe079duSqU2s+x/ChX4qRA28QrK5Z0IEECBAgQIAAAQIECBAgQIDAThfw8qqd3gFtuP+VgtVfHnk6vlGebMPILu8lcxHxY8We+N97r4ieXPZPa/v0DX4sdp/5jxG1te+VMHLg52P40NsEq2ubAkcRIECAAAECBAgQIECAAAECBEKwqgk2XGCnBatduVxcne+In+vaFT/d2R/5SxTvf+b/jV3P/P4lnWV879+PC9e8S7B6SYoOJkCAAAECBAgQIECAAAECBHaygGB1J89+m+59sWC1TUNx2SUE3nDvvXHLrbfyIUCAAAECBAgQIECAAAECBAgQWEJAsKo1NlzgqdOn48Mf+lBMjI9v+LVdcGWBru7u+MU3vzkOX3PNysUqCBAgQIAAAQIECBAgQIAAAQI7VECwukMnvp23XalU4r998pPxlS9/OWq1WjuH4trzBHL5fLzkpS+NV77qVVEoFPgQIECAAAECBAgQIECAAAECBAgsISBY1RptE8hWrJZKpVVdf3h4OP7Thz4UQ0NDC+r37NkTb33LW2LXrl2rOtd2K1pPm86urujq6tpuRO6HAAECBAgQIECAAAECBAgQILDuAoLVdSfduSfMQtIffP/7MTU1te4Ik5OT8eWvfCUmJyYWnDt7dP0lL37xmgLBcrkcTzzxxKoD3nW/sZkTFovFuPbaa6OjoyP5EpfLZqWBdHZ2xg033hjZ2H0IECBAgAABAgQIECBAgAABAjtNQLC602b8Mt7v8MWL8YHf/d1FV5Vexste0qkr1WqcO38+su0J2vnJHru/Yv/+KOTz7RxG0rWzlcJv/0f/KHbt3p10nGICBAgQIECAAAECBAgQIECAwHYQEKxuh1ncJPewFYPVbI/X8xcuxORlWGWbMi3dXV2xb8+eyOVyKYe1tVaw2lZ+FydAgAABAgQIECBAgAABAgTaLCBYbfMEbKfLb8VgdTv5b/S9CFY3Wtz1CBAgQIAAAQIECBAgQIAAgc0kIFjdTLOxxcciWN3iE5g4fMFqIphyAgQIECBAgAABAgQIECBAYFsJCFa31XS292ZGhofjA8ePx4Vnn23vQFx9QwSuvOqqePNb3xo9PT0bcj0XIUCAAAECBAgQIECAAAECBAhsJgHB6maajS0+lmqlEh/9wz+Mbz322Ba/E8NfjcCL7rgjXvu610VsoX1hV3NfaggQIECAAAECBAgQIECAAAECqxEQrK5GSc2qBZ46fTr+8+//foyOjq76GIVbT2D//v3xpre8Jfbt27f1Bm/EBAgQIECAAAECBAgQIECAAIF1EBCsrgOiU7QKnD17Nv7kj/84spC1Vqvh2UYCuVwujtxwQ/z0a18b+/bv30Z35lYIECBAgAABAgQIECBAgAABAmkCgtU0L9UJAuVSKcbHxxOOULqZBbJQtae3NwqFwmYeprERIECAAAECBAgQIECAAAECBDZEQLC6IcwuQoAAAQIECBAgQIAAAQIECBAgQIDAdhIQrG6n2XQvBAgQIECAAAECBAgQIECAAAECBAhsiIBgdUOYXYQAAQIECBAgQIAAAQIECBAgQIAAge0kIFjdTrPpXggQIECAAAECBAgQIECAAAECBAgQ2BABweqGMO+8iwz+6Tvi1b/x10vc+Jvigw+/M56301i+/r64876PxI//+qfid143sH53/8zH4h0/dSLePmP6t++/M9724R1qvH6qzkSAAAECBAgQIECAAAECBAgQWFZAsKpBLotAPVj99N3xqfe/PlojxMH42D99dbwn3r3I7y7LUDbJSWfu+/PZcNY59GwOVrPw9oNHmmz/Nt5359sijj8c73xBRMwLYTcJjmEQIECAAAECBAgQIECAAAECBLacgGB1y03Z1hjw0sFqxHK/2xp3t4ZR1gPNz8bdx++Oz973njjSCDrXcKoFhzSFpYefGYyBg81R9rxgdT2u5xwECBAgQIAAAQIECBAgQIAAAQIhWNUEl0Vg1cFqIxQ8HvG2+z4Sbzr+cNz9UPYoe+uwWh+fb179GfGm4x+MuO8DceTjvxOvP5gFiR+IIzMBZtQfuz9VX7X5keZTvmxuxWx9rCffHh+Mt81cd3pF6eGm7QyycdVXfMZMMDxvm4Pm3y8G2uxxKntUPz4YD//Tuc0Qssf3P3D9B+PuT78t3lNf1ZrdV+Oarfc789u57RRaVqFO1554W3bsdKjauO+64Y/91dy2ATNbE8yNt2kl7YLfRUST2WVpGiclQIAAAQIECBAgQIAAAQIECGwhAcHqFpqsrTTUVW8FUA8F3xN//ebpoHF6b9aId9dD0pk7ngn5GkHj/D1Ep//5x2eOmQkTm0PAZwZj8OBAy5YE00Hm9F6njf1gG+dv/PNsmFu//onZMQ3OXxW64uP102HnZ18xs7dq/XzRss9s6z1ERMs1B2PwmYEYaHg0wt2Tb58OZ5cMVjO/JbYC+PiR+MBPvSemg+fpFa71MXzv3fGpfxnxG/N+1zjPR2bmaSv1orESIECAAAECBAgQIECAAAECBC6HgGD1cqg652xYuThF08rIxiPyM0Hq4oFsazhYDwCbV3y2nGPpR98XvFCrOcxt3g92QfA5swq2OeydCSznVsE2gt1F7njR8zXte9oINZe8p9aAefYKjfB4zcHqZ+Pu+QF2tj9rPVid97vFxqjPCRAgQIAAAQIECBAgQIAAAQI7WECwuoMn/3Le+qr3UV2PYLUecjZvBdAaWi5YgTovJFww1mWD1cbj9UuHw/Ndp1ejLqLdtPpz2bD4dLbC9SMRTfUtY16vYLUxxHlz0vjxgjFezgZybgIECBAgQIAAAQIECBAgQIDAJhcQrG7yCdqqw9vQYHWFFauLBYLNP0sKVmPmJVTNKz2XCCKn526JFbTzthdYLlj9iS++I17dvKK2sRVA42frFaxmY7Jidat+5YybAAECBAgQIECAAAECBAgQ2GABweoGg++Uy11SsJq4x2rrvqwLg8z5e7JO7186twI0PVht3pu08WKpJbYCWGQ/1ebA9cTMHqcrBqvNJo19aS95KwB7rO6U76P7JECAAAECBAgQIECAAAECBNZfQLC6/qbOOH9F5XIii6z2XOzR+dkXSdXP1Qgzp0/8429+U8SHT8zsF7rYCtHW+voj9cc+Ww9Xs/P+evxG64rQlfZYbQSz01ePd3/81yP+9avjPZ9v2h6geZzPmX4x1/zP7Mui3v/6OLXsvrEzL5ZqbCeQBaozL5iqv/Tr3hPxjp86EW9/+J3xvBmbE297ON75glaruuGP/dVcbct9ZLVN41/wu4hofiGYLidAgAABAgQIECBAgAABAgQI7HABweoOb4Btcfstj8JviztyEwQIECBAgAABAgQIECBAgAABAptcQLC6ySfI8BYRmLeitHnl5wAwAgQIECBAgAABAgQIECBAgAABAhsgIFjdAGSXWH+B1u0C5j+Cv/7Xc0YCBAgQIECAAAECBAgQIECAAAECzQKCVf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BN3POQAAIABJREFU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aHOwejpuPvCSyOXyicNWToAAAQIECBAgQIAAAQIECBAgQIAAgfYI1GrV+PbZL0ffxNXR398fuVwueSC58+fP11KPqtVqMTIyEqOFp+OaK26MXV37U0+hngABAgQIECBAgAABAgQIECBAgAABAm0RGJ48H0+e+370VQ61J1g9N3w6dh3ojOcceIFVq21pARclQIAAAQIECBAgQIAAAQIECBAgQCBFIFut+r2zX4/hs1Nxxa42rVh96qmnomN3KXYP9MaVe66P/s69AtaUWVRLgAABAgQIECBAgAABAgQIECBAgMCGCGSB6sjUhTgzdDIuDo5F+WIxrrrqqvasWM2C1WxLgJ49hdhzqDvyXZlB8s4CGwLnIgQIECBAgAABAgQIECBAgAABAgQI7GSBXFQnI4aenojxoUo9UG17sJrtuepDgAABAgQIECBAgAABAgQIECBAgACBrSCQvayqbcHq6OhonD59ur5iVbC6FdrFGAkQIECAAAECBAgQIECAAAECBAgQyAQawerVV18dfX199X9O/eTOnz+fvNw0C1KzYPXMmTMxPDwc1Wo19brqCRAgQIAAAQIECBAgQIAAAQIECBAg0BaBfD4fu3btiiuvvHLjg9WJiYl45plnYmhoKEqlUlsAXJQAAQIECBAgQIAAAQIECBAgQIAAAQKpAsViMfbs2RMHDx6M7u7ujVuxmg00C1MvXLgQ58+fj7GxMatWU2dPPQECBAgQIECAAAECBAgQIECAAAECGy6QrVbt7e2N/fv3x969eyMLWdfyWdNWANmFssf/Jycn6+HqxYsX639fqVTst7qWWXAMAQIECBAgQIAAAQIECBAgQIAAAQKXVSDbR7VQKERXV1fs3r27Hqpmf58FrWv5rDlYbQ5XsxdYZatWs1Ws9ltdyzQ4hgABAgQIECBAgAABAgQIECBAgACByymQBajZ6tRstWp/f/8lharZOC8pWG2Eq9lK1XK5XF+xmn2yl1v5ECBAgAABAgQIECBAgAABAgQIECBAYDMIZKtVs0+2YrWjo6P+17WuVG3czyUHq40TCVM3Q4sYAwECBAgQIECAAAECBAgQIECAAAECywk0QtZLVVq3YPVSB+J4AgQIECBAgAABAgQIECBAYBMKPP5gPPDg44sObODl98V9LxtYdtCDnz8ex/9yMFZTu/iJHo8HH3gwHh84Fvfdd1csf7WV/GbOFUfjnvvviaMrlSf8/vGPPRAPfnv9z5swhA0oHYwvHD8eDw0OxLH77ou71jgZ01bzh9tqt6BvGn24bB80xrf+89AYz9F77o97ZhsnrZ8W/y40ztHsMeM7OP3dW/t3Z+WWWM1cLDjLzFxk4zp29vj0XN58T9z/+vX8Rs2/amNu535en4uBL8Tx4w/FYFP53Bw1bJv6dd6/zy7VVrC6co+pIECAAAECBAgQIECAAAECBCItRGqACVa3U+tcerDa6IeWGHFgIAYHByOaQtO1BasbbZ32nVjsu9AINmcDvlUFyOt3n43rN8LI2aB1uaB0Nlj9B3HbYx+NM8eaw+b1G1vzmVrsnvv4TJh6fdw6cDIey1on+0OeKx6a+UOgo/GKlw/Gp/+yEbc2gtW5EPvoPfdEPPhgZH9k1BqWp41fsJrmpZoAAQIECBAgQIAAAQIECOxQgUVCpPmrWWeCsZhZpdoSnr18OoR5qGlp2XSgMX/F3vzVho0Vq3fGnfFwPLzW41tm7WhM5ypNK3GzsWc/a1r91hy+TB++MKCp//jme+KeeHDeKszWVYezl1/CqGXl3GDrKrwlxzGzonH23PUwLKZX+M5dMI7ddyzOHJ/72cCt18fgYydnA6XZcO2lR+PxLzWvTs7m4lgM1leptszmgnPO2iw6ppmVjDP3NXDz0Xj8249Pr3L8icE4fvxM3PbywXioaWXzssFqfZ4ejRgYjCyPbczB/a8fmFlROxO4xcwq54bnwK1x/eBjcXI5mwV9Oj2PR78zvfJ64VxkJzsa99x3ZTzUsnKy9bjW78LcSu9l/+Bh5vu197q9ceHvLsycYiCO3XNbPPpgY5XmMn22pNPcytL5wWrreAYX6aX74q6mlbRZ32cu198yECe/FTMrmecC+FuPDMZjJ5rufv53ZU0r0RvnbwSr87+XjX+HzP+DgOZ/ruNc8uprweoO/c+h2yZAgAABAgQIECBAgAABAmkC84PV1sdsB/5q+vHugTvujPjqwzFYf9x+LpSbDYdmw7QsGDoaL7358fhSdlx9W4EsyHkormx5zHzmOr29EWNjTWHc6o5vWRE4u6Lt6rg6TsfpmaB08bHfEzHzyHrLariBY/GKAw/Fp+tjvidue+zBeuh49eGI06dmHom+5dHplXOzQd508LPUdQayIPrssblHqWeD1emAaPFxNELCpmDtoSubxta0gm/eOO4amAmYDjQFsc0BV1NgPh2YDc5zH4h1vHJIAAAGKklEQVRGYNZqs/iYZrdwqN/XmTg2E2q3rBRserw8215i5WA1m//s3hsBWbby8L648qEsLGsE54MtoWhjjpYbcyNAnX60fTqozVZkHjs3Hawueo7mrSWaQvGlvgvzHz9fuIq3NSyd/e4MHItjBx6Kh7JH7weOxT23PhoPZqsyV+yz+U5zK0wX3wpgXr82rwbN+uTYmTg+s0VBI1htBM6DWW1jRWnTqte568z/zqfuJzG3JcDAbAi+2mA1YsH9rinYnfs3p2A17b8iqgkQIECAAAECBAgQIECAwA4VWCpYnVkd1gjGGsHqvJWZjXBoOlSKmZWF08fWg8XGY7sLgo7WYDX1+NYVeY17aASrrVM5G4TNjGFwsb1Am4LV5mBw0evMBl7zjGZD5LlVpC0h4+wKy+kVl0uN4777jsbjTatJW/a8bL61+eOImAkuB2ZX7s6FVNmBR+PYzArSRrDa6j4XrLasOq67LRzT7D6884LVuRWrj8ZtLx+Ih/5ybj/RVQWr83qsJVi9/7Z49IEHY3A2/J4L9FpmfRGbaFmJ3dqjjWC1dbV187kH4ljjXpb4Liy/r2fT92wmgG757jT+cKD5DyiW6rMlrr9032aN0VgtPXdPC+Z40WD1/rjtWw/Eg2fnAt+jrzgWg5+eWVl787E4dvaheujd+MOUxR7Bbwk+521HMBdAN4LU+StS5/87at7vG6up532/L2WfVcHqDv3PodsmQIAAAQIECBAgQIAAAQJpAmtZsTq32nLxFavNj/I2rzxc5AVBi65YXfn4lhWrs3szzgWrqwo05wU8c+dcuGK1NYRqXcE5u2J15lH8erA4u7q16eVcSwWrzeNorpndwqAp4GsZ8yLbOLRsN9C6orF5JW7LitXZbQaWWLG69/rYe+FkXGjZVqFpa4fGVgCzK0tnOvDme+K+Aw+1vORsNkSbv3VC87mXDVbneq9+leZH0JexaawOzuaxHhTOrKZurMxsWbE620+t7o1tIVpXrM5beVx/6dsiL1dqXq2cHKwusTJ6gdPCFauz34PZUHneytJGoLvkitX769thzL3ornl7hObtC5YPVpf6d9LiWyY0r15t3WN1+uV0SwSr81bTC1bT/kugmgABAgQIECBAgAABAgQIEEgWuEx7rLaEMYu9XXyFPVZXe3zL/S6yx2q2TrOxwm521ez/394d5DQMA1EA9QVYcQcuABL3X1aCPeIaXAA5iWvHdQXdzUiv6zSZvImy+HLGix3bV3NMh9Du3uq+6+UXqzr77NbjqClYfb4GcMNNLOa6rmfWVtP38vJ1Kd/jJ+s11msrclvQOM123a/WNwjqV68B3nlua7uHFh63Y+dViX3VYQ9c5xB1/zj8dhf4bZZpDcwmnzbT97xidTju3mzcLXCdbGaDm1Cyb3rUPWpd+wrZcUJtNXl7LeXj8zSg9hh7cXwCP88pPk66uR3P9t8rVvvn+afnrAXu/whW59fB+lk6jyiogWQfBVDD2inoHEY6nM7/VEr5eWzTqPXIgtVs2/G8t5utGQXw8IvfHwgQIECAAAECBAgQIECAAAECBKII3A3JtlWGfgTyCBgFkKdXKiVAgAABAgQIECBAgAABAgQIECBAIIiAYDVII5RBgAABAgQIECBAgAABAgQIECBAgEAeAcFqnl6plAABAgQIECBAgAABAgQIECBAgACBIAKC1SCNUAYBAgQIECBAgAABAgQIECBAgAABAnkEBKt5eqVSAgQIECBAgAABAgQIECBAgAABAgSCCAhWgzRCGQQIECBAgAABAgQIECBAgAABAgQI5BEQrObplUoJECBAgAABAgQIECBAgAABAgQIEAgiIFgN0ghlECBAgAABAgQIECBAgAABAgQIECCQR0CwmqdXKiVAgAABAgQIECBAgAABAgQIECBAIIiAYDVII5RBgAABAgQIECBAgAABAgQIECBAgEAeAcFqnl6plAABAgQIECBAgAABAgQIECBAgACBIAKC1SCNUAYBAgQIECBAgAABAgQIECBAgAABAnkEBKt5eqVSAgQIECBAgAABAgQIECBAgAABAgSCCAhWgzRCGQQIECBAgAABAgQIECBAgAABAgQI5BH4Bepa002KLb1g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10" name="CuadroTexto 1"/>
          <p:cNvSpPr txBox="1"/>
          <p:nvPr/>
        </p:nvSpPr>
        <p:spPr>
          <a:xfrm>
            <a:off x="0" y="3221116"/>
            <a:ext cx="9144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 smtClean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CONSULTA DE </a:t>
            </a:r>
            <a:r>
              <a:rPr lang="es-CO" sz="2800" b="1" dirty="0" smtClean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ESTUDIANTE</a:t>
            </a:r>
            <a:endParaRPr lang="es-CO" sz="2800" b="1" dirty="0" smtClean="0"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03692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219" y="1867167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657224" y="2752725"/>
            <a:ext cx="7343775" cy="333375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Realice la búsqueda del estudiante con los filtros de documento, código, nombres o apellidos, luego presione el botón «Buscar»</a:t>
            </a:r>
            <a:endParaRPr lang="es-CO" sz="1600" dirty="0"/>
          </a:p>
        </p:txBody>
      </p:sp>
      <p:cxnSp>
        <p:nvCxnSpPr>
          <p:cNvPr id="10" name="9 Conector recto de flecha"/>
          <p:cNvCxnSpPr/>
          <p:nvPr/>
        </p:nvCxnSpPr>
        <p:spPr>
          <a:xfrm>
            <a:off x="4562246" y="1481304"/>
            <a:ext cx="0" cy="119522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8682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data:image/png;base64,iVBORw0KGgoAAAANSUhEUgAABVYAAAKaCAYAAADVtAJTAAAgAElEQVR4Xuy9CZRU1bm3/zaDzApRESUKqEFFRY1o4khCjGjiEAfUGNCron9vnF1eNVFMIhqjl88xJl6j8DnEzzhe1IiYSBSjRsUJZ6IBJAriBAqIIvR//Xb1rt516pyqU9XVXV3Vz1mL1U3VPnu/+9mnm+bpd7+7obGxsdG4IAABCEAAAhCAAAQgAAEIQAACEIAABCAAAQhAIDWBBsRqalY0hAAEIAABCEAAAhCAAAQgAAEIQAACEIAABCDgCCBWeRAgAAEIQAACEIAABCAAAQhAAAIQgAAEIAABCJRIALFaIjCaQwACEIAABCAAAQhAAAIQgAAEIAABCEAAAhBArPIMQAACEIAABCAAAQhAAAIQgAAEIAABCEAAAhAokQBitURgNIcABCAAAQhAAAIQgAAEIAABCECg/gjcc889dvDBB9ffxJgRBCDQagQQq62Glo4hAAEIQAACEIAABCAAAQhAAAIQqBUCiNVaWSnihED7IYBYbT9rQSQQgAAEIACBDkvgqaeeso033ti+/vWvd1gGTBwCEIAABCAAgeoSQKxWlz+jQ6AWCSBWa3HViBkCEIBAKxD4wx/+YMcff3wr9EyXEChM4M4777TrrrvO7r33Xlt77bXBBQEIQAACEIAABKpCALFaFewMCoGaJoBYrenlI3gIQAAClSOAWK0cS3oqjcD06dNtl112QaqWho3WEIAABCAAAQhUmEC1xeqqVavM//nqq69s9erVtmbNGmtsbHQzbWhosE6dOlnnzp2tS5cu7s9aa61lXbt2rTAJuoMABNISQKymJUU7CEAAAnVOoFSxqq3b559/vr344ouOzIEHHmhXXnllVo4dcsghdvfdd7v3Pv30U7v88svtlltusSVLltiQIUPsnHPOsTFjxpiyFW+//fZYukcccYRtvfXWNmHChNj31f9rr73m3t93331t/PjxOe3OPPNMmz9/fjYO/6ZiUb+jR4+O7df3Gb652267uf59RmVS3Ntuu6398pe/zOtXrx122GE2bNgwN2fxUxzhFbbR5y+//HJeP56p3tD9t912m82dO9cxPfLII01z9ldcH4pPbfw8tE6DBg3Ki+WGG26wadOm2cSJE13Madh5bo8++qj17dvXxo0bl8MinJ/6U/tJkybZ1KlTs8/QWWedlR3P9zdlypQc6Sp+uvT8cEEAAhCAAAQgAIFKEaiGWP3yyy9t5cqV7o9EajmXRGv37t3dH4lWLghAoO0IIFbbjjUjQQACEGjXBEoRqxKlo0aNsmuuucZlGnpxKhHoxd+6665rH330kZuzBOC///1vJ9kk9CQVTznlFHe/6mouWLDAtYsKM/+eBO5FF12Ux09jq6+xY8dav379bNasWdk2Gm/kyJFO5Po49KZiPeigg1y7Rx55JHZNvDQOxxQfSVq/Xd3PKSr31llnnRwR6QeQwJQ0VMy69+KLL7ZLL700RwaHbfS5ZLEEcHjpfl1i+fjjj9tNN93k6pJqvkcffbTtscceWZkZ14fmsXTp0px1kgR97LHHcuqbjhgxwj755BO79dZbXczF2EmCHnXUUW5eEtY+nh/+8IdZ2RvOz6/Pz372sywDydxLLrkkG4vWYb/99nPSfvLkyVkMXkiHErldf3ERHAQgAAEIQAACNUGgLcXq559/bitWrDCJVX8pI7WUy2eyhvdIrPbs2dN69OhRSle0hQAEyiSAWC0THLdBAAIQqDcCpYhVCS9lGobZk+Ih4eVlVyhWQ6HmuakPXV7a+fv1MRRmSWOF/SgWSc+bb745KzUl6ST7JB5DsarXJT/VrzJQw2zMaJ/R+R177LFOdkqmlir3omJVYnHmzJn2v//7v1mhGRWrXsRGnzXd+6Mf/chmzJiRk8kpabzDDjtkxWQcd/UVro0+l5AVB5/x6yWpMlnDGAqxC9n4eBXnBRdckJWiYTxa43BMf48X1vro115y/Oyzz85mGJfKvt6+VpkPBCAAAQhAAAKtQ6AtxOoXX3xhy5YtKyhUJVglTVUGICwHoNe1/V/lAKISNipZJVh79+5t3bp1qxisj+47zS60C+yqA9bN9hn3WsUGbOqoLcaoSMwvXmkjZo6yWacOr0h3dFIbBBCrtbFORAkBCECg1QmUIla9wFMmobIT4+pjRjNWtWX9xBNPtF133TVWZrZUrGqLuzI3vRyU6Dv88MPd9vhQrCoTU0JS0k61PaPb8RVHksxV+z/96U9OFJYq96JiVeMoe/fJJ5+MFY9JUlT3eWkcF3soLOP60L06KMpn92qdtDZ+Xr5/SVFlIIditRC7zTbbzF544YWCdVLDeNQ+miWrsX0m69tvv51dB5UjUDasF8mlsm/1Lx4GgAAEIAABCECgLgi0tljVz9DLly/PsgrlqJepelMydeHChfb++++7rFbVXZU4lVCVMF1//fVt8ODB7nPfhxerUcHaq1evitWxr5ZYrYuHi0nULQHEat0ubf1MbNJffmevLpqTekI/3/tk+8YGmye2/+f7b9mvH/5t6v62HjDUzvr+T1O3pyEEapVAKWJVc/T1MSXHlFEoyRrWxwzFqpemf/7zn11N1rh6oIXEqraDR6/vfOc7LmPWS1DJN5UX0PZ+L34l58I41FblBryY86IwehJ9klgNX/fb+aNxnXfeeTkZt/79OLEqCarXTzjhBCeooxmrqlUaXg888EC2lIBej9sKH0pH9RftQ9zCuqmeTyhGv/e977kyDapd68VqMXbR9Y77OgjnV6i9fy/KW+uqEgiI1Vr9LkPcEIAABCAAgfZNoLXEqsSoSjHpo66oUNVrkqkff/yxE6rvvfdeVqbGEdP9kqoqGaXEgvCKE6w63Eo7tlp6yFVxsTrbrhxxrN3qAhprk2edbsMXT7XTLjK74OoDLZPnqjYzbJTec5/79mZ21GSbdarZlafOtSGbT7SJb02w6VcfaJbNlH03t/2umffV7+yrR9iNg6cXzqbNZpQOtKmnjraJTyqe3WzCg1fZgf3DuPT6Rzb11AvNztd7mf6PvdmTzszNrj7N5g4eYhMvnJvp4z2fsRr2H7Bo348/0ZVJALFaJjhuazsCx9xyukluppGrfXv0sXE7H2rf3GS7xACff+clu+WZu2zJ558VnYQfd8q4K4u2pQEEap1AqWI1nK8k6x133OEOp/JZi0niTHJMmZ/Kmgzrb6q/OGGWthSAJKtEqbbW6x5/OFQYh0Sktt9ri7suSd7f/OY3eYcgFcpYvf76653QLVXuJYnVcFv/MccckxWZhTJWC43t69h6aevFqN/eH5ZLEAPPR+2Veaw/KjOgjNbo1v1C7ColVvV8SLwryzi6DhK+qnvry0hQY7XWv+sQPwQgAAEIQKB9EWgNsaqt/6pb74Wnl6r66D+XcNXPXvr5R9v/42qnxpHSoVUSphtssIFtuummpr/rCu8Px1VdfR1wVe5VTKyGctOJSJtss46YmyxWF39kH/Vft0m4epF5nM39wbFmN8yy07fPROrHPW7e6ECeqv1om7FXrkwN55YXb5NYnT74Rhs97zi3ZV9tRv91lE2/eojdkhW+btRArH5kHy1e19btnx+Pm6Pf+h/Tv+7IsqBEQLmPXru+D7HarpeH4ERAYlXXH+c3H0qTROYng0bYKSOPKSpWr3lsSur+NBZilWexIxAoRaxK7PnswZBNUkaipJtOrg8zQ+PkZUvFqqSifmuv7fUqA6AsUC/8fBarDmPyl6SmBG/0EKsksRpus6+UWFUs6uuVV15xmQxehBYSq16Shod1+TlJLnt5Gu1DQvuyyy7LHsClezwfX+ZApRr8QWP+fmVDqHZrIXa+9IKYh5dkqD9gK4wnriar7lNG8bRp01x5hOg6+EPPlMGsZwmx2hG+MzFHCEAAAhCAQNsRqLRYXblypZOquqJZqv7vOrwqlKqlztYL2o022sj9vKZyAdGs1VC0Sq6We7BVMbFqyk79wUR7Isgkda8lZqw2zdbf57JHJVZ9Rmvm/VCsztgzX7iGNV9Dfkli1WXFukzZpqxad1PhjNWmSLKZrrtdMN0kesN4LBCrObVoqb1a6mNdU+0RqzW1XB0zWInVTfptaLMX/dP+vOiNWAi79h1oQ9bZ0L2XRqyeed+v7ckl79pm3de2t1d+mten+tP7vt+0YlVlBj77orlmjjr22bPhe3269UosVxC223DtDWzDvgOy8S1buczmLH47+/eh/Tez3t1758W/cMkiW/jp+zmvl9M27Xhx8/aDF5prXJxzFr3l5rzROhsULOkQTk79PDbnCft05TL38hYDNreRQ3dL/IKJzksNk/jEtf1s5TJ7c9FbNmJw5leohTKkk4IQs7+9+YSdsOfRqb+wlW0dvWbNe9E2Eq++AxLnkHaAUsSqr4N5//33Z+ulSvbtv//+sRmrXoCFNUH1muSYZKi/WipWFYPKAcybN89UBkCXF4eqLeqFYcjEb3sPD7GKE6v+xHqfkVtJsap4FIfilrxU1mghsar2el+Zt1GmOsTLH7oV14eE5jbbbBN7yJjKAahel8oAiIe//9VXXy3KzktbL1EVo2J74oknYuMR47Fjx1rcM+QZxK2DnhdlRp900kmI1bRf3LSDAAQgAAEIQCAVgUqKVWWqamu/v8IM1fDzf/7zn/b666+7TNWWXMpE3WOPPUw1VSVSC8nVfv36lZW5WlSs+gl4Uaqt/QUyVs1vr3cidnf7u9t63xZi1R8u1VSKwI1fIGNVW/zHKzkjUzZg939kDvFCrLbkia2fexGr9bOWdTsTL+0mPnyNvbHkvVgRKkH633uflkoueVE2dfZD9s4nC2MzV384YEvr2623/ce3xpQk+B6YPd0mzZyclbZn7Hx4VpzpvRufudPNQbHuNzw3q8svoNr918NXuXlK7D4w/sasPJVAvOyv19q1b/zNfv2tI+0nOx2cI159H77cgdrpKtZWbL20/tn2+9uJux/t+tV41/39JrvkxfvtpC2/a2fvdVLseH5u6kNr8e0Nhrpx5y5d6IR3kphWnGH2sDKOl3yxLBvLb/c8vqh41NgH3zfRtGb7Dt3Dnpr/glvTm/c+w47Y+ZDYr4uQoxoUmlvIQG39s6HP//H+HLdOmvN1B5xXUOZGAznjrgluHf9x1LWpxez1M2+yK575U/bZ8L9MEGf9IsCvdbk1gUsRqxpLmYXnnnuuE3H6zXd0W324NVzZotrmrjbbb7+9Sf5JCk6ZMiUnizVJrMbVWFUMqjmqa9KkSVl5p4zNPffcMyscfRxhJme4HnEHQUnoRceM1pBNqrGqvsPDsvxYSaUA/PuSwvph2NdRLSZWPVPPMo5pXB8+c9cfHBVXKsFnwvr7JaujJQQUd5SdZ6I6ropHW9O8pFX7aDz+GdIzoSv6DMWJVcU/atQodygZGat1+08/E4MABCAAAQhUhUClxKq29uvnwXAbfrQEgP7+1Vdf2UMPPZStvdqSSStTdccdd8zWXPVyNU6yamz9DFhqzdXmbfO+Xmq4Hd9cNufcY5sySpWlOXmITT/f7MIfzLXjXE3VTPbp6AuHNNUobSoXoC3yTsbOsFFFMlab66imKwXgt/xntvaPtombT7bJdmxzSQE3ruIbZTNG3GhDXL1V/WAqmRrUTh1vmZqxTf2oBEEhsdo8LqUAWvJc18K9iNVaWCVidAQklU6e+YdEGl+e//eSSEWlXnhzmpICSYP5ONVHVCjqPYm/YhmwytL1pQ8k/a44dGJ2OIm+Qb891IrNV/P79s0nufuKtfV9qm1USHrR++zJd8Rmx/rA4uatGCSwf7XfOYlrExenl45xDMOOJMm/NmkfJ6AfPflP2bd0f5pau55PGrm51kW7u/7Dthp/wgOXOkEquTpj/ORY8RydfMg7ur7FHmL/bESl8+3P3G1HPXyFu/2eAyYkivtC/ZcqVn1fvt6ltotHD4GKjqeM0QULFjjhFmaIFps37ycT8Ew33njjvMMLqsFN4lMZrqWssX+GlKnLBQEIQAACEIAABKpFoFJi9cMPP3SyNJSpmpPkZ/jxgw8+cLt7Wpqtqj41luqs6hfWvr9CclVSdb311isRdZOcdIc+NV3uwKmmDNDsln695w+F8jL1icwNR421sTdb/uFVu06wCe7AqmPskCdX2Q+bRKxuac6ULe3wqqxMbYp37FFj7VYblTkgKzg0a6yv5+pkalPZsF3H2liba0PyDq/azSZckDmw6phDn7BV+zSXJvClAGadyuFVJT5YNd0csVrTy9exgu9oYtVnQ2qVoxJNkq+YLC1FrGoMLzOjktIfHlYsC7KQUC70pMbF6fsqJh39vcoivXf8Ddlh9Hq0jEJcDHGyNCnWpLZe7satU1JfYeap2sw/+a5UQlZtk8Rq+F6UR9rvFOWK1bT90w4CEIAABCAAAQhAAALtmUAlxKp+ybx8eaY8XLjlP5SqGeHa6MpAvfDCixUTq5tssonttNMIa2zMHGAV90dx+Uzanj17ul+Gc0EAAuUTQKyWz44725hARxOruwzawV5f/JbLhtQVZiG2hlhVjdLv35HJLPVZmT6zMo34ixOr5cQpUbnfDce5re3FMklVJmLrP/yHi1nZrWKmuqdJ9VKjj2wlxGooNItl2Prxv/Pbw+1Xe59qJ953sdvWr1INxcS1v7eQWA2/RoqJ97gvX8RqG39TYzgIQAACEIAABCAAgXZFoKViNayrGrf1X3I1I1slN81UX1UHmFYqY1UlulT+StJ2zZpmsRqXwerBf+1rX7Nu3bq1q3UgGAjUEgHEai2tVgePtSOK1SN3PsTG3Xq6qzmqreb3jbvaHehUjrBM8/hI+Eloqs6qtu+LueRuWIogqZ+k9Skm+MKMVQnGG1/K1MxMu63+oBvGxx5qlmY7fDXEqgS2hOrrZz1ok/7yO/v507e5tS1WagGxmuYJpg0EIAABCEAAAhCAAATKJ9BSsaq6ql9++WVOCQCftRpK1YaGTEmAOXPm2Msvv1wRsar+t9xyS9t2222b+svIVS9V9TE80Mp/vtZaa7l6q1wQgEB5BBCr5XHjrlYioHqej8z5u81bstAd8hTKtXLFqjIg//uv17oT40NB2N5rrCr7UifGKyvzgFtOzR6SJCaVrrHqlzOs0/nxWQ+5zFFlVo4culvRFY9mrPot8qWI1VeP/7/ZDNRCh09Fg5GsfHPRW9mDq/S+ZKXkZaGr0mI1TeapSi7oUg3Y95Yscgdv6UojgtUuTcZqtJxD0cVratDRMlZ1WNTSpUuNup5pnxDaQQACEIAABCDQoQg01ZvM1p/sAJNviVhduXKlffLJJ46Sl6nRj506KVs1k7Wq61//+pc9//zzFROrOrxqs802cwI1I1Sb5WpSWQDFoYNoe/To0QFWmClCoPIEEKuVZ0qPZRLQtvM/PnuPvbt0YexhQOWI1VBKKizVKtVW8W9usp3VilhV3GFWp+pnKoO1FGFZrK1fsrBeqLa167T58FCoQkubdHiVWBe6ojVWfT9pDoNSvI/OeSLnoKawPECxeVdCrIbMipUu8KUVxNZfYqws4bQyNE2NVZ9xXOqXYkcSqzrwabvttrNLL73Uxo8fXyoq2kMAAhCAAAQgAIGyCGRORG86xCeuh10n2PSr/YnrZQ1RuZsQqyWxjGarNmeoSqY2WChVfb3VhQsX2uOPP14Rsdq5c2fbfffdbeDAga4/L1cbG/W5ZV+LO9CKrNWSlprGEMghgFjlgagqAYmm+2dPt9tmP5iVSyMHf9N22mR7+87Q3XJOoS9VrKrvn951vn2y8jPXt798HczWFqtx27slxXwmaiHwce2UzeuzG3VvMWlY6uFVPp5fPHCpXfLi/e6v0UOzCsWcdHiV5vLzvU92JQzirmicYY3VYjVL/RpOGXdltmsvL4uJylDAFhOi6jxJwnpexQ7aUh9iNG3O4zkHbYXrmiaOJLHq+ymlrEB0PTqSWL388stNclUfuSAAAQhAAAIQgEBbEfBiNT4LdHbTSeVjbXJwInpbxcY4ZuVmrGr7v8SqrjBLNZSrXqyGr3322Wf24IMP2urVq1uMX2J11KhR1r9//6xUzQhWL1kzWayhWNWgviSAygFIsHJBAAKlEUCslsaL1hUiIPl13d9vcgJPQup7Q3e3HTfZruDJ6OWI1T7de2cPQtI4OghK4mmfwTu6rdjXPDbF/jh/Vt6sJPROGXmMy2wt9fJiT/dJ7h05/AeuCwm1aHmDuL69EB4+4Bv2X3udlCOXQ+lZSKxKTt72zN128sw/uCH+ctilqbbzq20oHNMcWuXn4OuFKqN2wt6n2Gcrl7nt+Vc886fELfnROL1YDA/SKiR3vZRVm/2Hj3ahXPbXa906F5qzxpWIPOrhK9w9Kjuw3/DROazDtQnXVG2HDtjcbeO/+6Vp7vnRszVxv3MS7/dcj7/zPNMvDlS/1l9h33rurhlzUcF+fE1ZZaUeOHwfx3nGnL+7ryU9b38Yc3GixC72LLdErD711FPuRNFhw4YVHEbb7x966CHXZuONN7bRo0fb2muvnXhPoX4lRhcsWJB379Zbbx3bp/oqdPn7fL+F5uP78vfo9NdXX33V4sbWe9OnT8/Gus8++xTkFGWkUgVf//rXiy1f4vs+NvGO68eXRIh2EFcioRw26le8wvELlWGIsizEVlzFXZfYK2b/PCU9H+E8fUxJDIo9036M6LoXe9YUg2KNzi3KKbomSSwq/cyU/bBxIwQgAAEIFCVQWKyaWQfMEi0KrQ0blCtW9W/08uXLs1JVIXuBmitXO+W8LqF6xx13VESsapw99tjD/czls1WbM1dXF81a7dWrV8Gfy9twGRgKAjVFALFaU8tVH8H67fmSm2fvdVJBmRrOuFSxqnu9JJSwGr3FHk6kSazqJHZJvNYQqxpXwu+WZ+6yh+Y958bSJfn20z2OLiq9JChfXTTH3XPIdvvmbHPXa3r/gTcfK7hFX9JQ0i+8CmWNRp8sCdw+3fqkPqlenH/98G8TH9AwozRsVChOxfDOJwtd86TYvaC/443Hspwldk/f85iCIjku3kJ8wjUJ4996wFAbtcVuqQS8Mk39Fa5r+LreV59nff+nsSzjeKnhJv02dFneksMtucoVq5JbRx55pBt67ty5sT+Q6YfNY445xh599FHbfvvtXR2nF1980d3zm9/8xsaMGZMXerF+lW168cUXx075O9/5jk2ZMiUnlmJF+R944AEnu8J+4+YTxuXvkRDbb7/9zP/dB3XnnXfaueee6/6qeS9ZssTNOy6+OEbz5893TE855RT75S9/Wdby6r5rrrnGjf/II4/k9XHIIYe4dYm7ouOWw0b9iv15551nZ555ZuZ7W9OYt912m5Pr4RVlGcdWIvGoo45ybMRSl3+e7r//fieuCz0ffjwfUyEGelZvvfXW2Fq83/ve99y4UU7FnjWNr6yW6NzUn664ddLrfi39c9laz0xZDxo3QQACEIBAKgJpxepuF0y3qw4IDhRqEq7ZQY6abLNOHZ79a6bfITZ51iibMeJYu9V2swkPXmW7/yP6etMtTfdHSxPkZNLmSV6fURtMNRJH9p1IvPkZuiX0lYpsZRqVK1YXL17s5Gh+TVWJ1EwpANVWlfz0f/zPA/rZ0h8w1ZJZaAxlq+61115uvFCu+sxVHWbVXCIg87nPWFXGq+7nggAESiOAWC2NF60rQMCfPK/Detx/IOf83V5YNMdt1w+zE/2WcF/jUxJt4afvJ0YQl10qOSfpdt0B57mT2P9779PsxmfutL7detuv9z/XnnvnJZd5qOv1xW/Z2t1728C1B9hGfQcUzaCtAAq6gEC7IlCuWJUskzB87LHHYiWp5M9BBx3k5nrTTTdlsyb1ukSRXlNtqWi2a7F+vTjz2648TP1wKmGmbMN77703K1ejci8Jvu9XQi1O+iquqVOnujkXEquSqieeeGJeHVfJtLFjx9rIkSNt8uTJ2TAk1ebNm5cn8W644QY755xzyparI0aMsD333NNxfumll/KyViUVdd19993ZWLQ2yp645JJL7MADD8yWTCiHjTpNEqti/MILL+QI8DRiVTFLOs+YMSN7r5eMEp1vv/123vLGzdM3SnpPGalHH320W5don75Or96fOXOmzZqVv/tB/SdJ97j3/DMTt05q79fSl7BorWemXX1jIhgIQAACdUagmFiNez/zmjlReqDzXk1SMpCazYI0I1Qz7cxiX1881U77wURzlV6DPmZfPcKOvTm4PxSrG2XusRzhmx9HOGZWpjb1k5XFTeOn6autl78csbpq1Sr78MMPswdS+fqpXqDqnKpOnTo31VnNFav6OUi/MK6EWBUrydG9997b/ezlpan6zpQayBxkFQpX3RPK1fXWW8+6du3a1tgZDwI1TQCxWtPLV5vBbzXpB9nsQs1AGYaHD9/XPl25zJ3q7rMbdUK9Lm27njr7oazwVFaeMg51/e7xm+yKQye6DNEN194gJ/s13CauGq7agq2t09+++SSXrRqKWL/FvlhNz9okXjhqZQKL+z/en2P3jbu6aEZtPTIoNiefsSpGz558R8Gt+sX6as/vlyNWJbOGDBli1113nRNIEkLRbDsvBuNkke7fYYcdbNy4cTkZmWn6TRKrYqwfULUVKsySLFWsSphJnobyU33rpFXJRonKQmLVt4ur4+pj95mHXqjFCWaN6dsnCbek58pn1+q+H/3oRy6rNpr5Wkg4+rWLZvOWwkaxxYlViVGdnBsVzGnEatJa6t5JkybZxIkT80R9OWJVsXuG0WxkcdRr//u//+sOQovLvtX9pYjVpK+HuDha65lpz9+jiA0CEIBAPRAoKFa98Mw5wCojL+dGMlijsjWpX/96bgbsRzb11NE28clILdeo8AzE6rh3fObr6dacJ+vFbWHpq3XLSNvMeAOz2bXF+mr7FS9HrK5YscKWLl2aKltV4jNzkFUnNzn9QviVV16pmFj15QA22WSTHLEquZomazQ/YoIAACAASURBVFUllVQSgAsCEEhPALGanhUtK0RAwnPWvBfzskL9NmdtyT77/t+4k+99XdRwaMlP1bXUlv4t+27k2vnt/b7uqLJdd/rtYe79wX03tCWff+aErbJlh6yzodta3rtbbydivVSV4N136B4urrRbqn2tTknhI3c+pOaEmz/wqKW1OSv0aLTLbnwJCj0fvzv0otSlK9rlZIoEVY5YlXhTVqOy+bzMjMpBZdUpMzHMiCzGJ02/hcSq+j/22GNdVqMXvaWKVYkylTgIywH4Ofr3ksRqkoxLmnch6ad7vGgORXExhp6BPkoOh0zDe4uNLUHsxbdnXgobjRUnVvX6vvvu67JxQymZRqwqc1OXpGba+rPlitUkgSkuP/vZz2z8+PHuWfOco+tSiljVvcqIjsuAjb5ebN3KfWbSPFe0gQAEIACB8glEt97n9RTdWp9UczUiQfOzWjM9x7/eJFZtgk2/+kBrLjgQkbh5YvUJyytREJ1AUrzl9FU+5rLvLEesSqpKrvoyANGaql6khmUA9LkyRV9//XV77rnnKipW9UtrX2c1Wg6gueaqP9Aq81GXPvbs2dPt+uKCAATSE0CspmdFy1YkoAxUydRPVn7mSgLo+vW3jrQbX3rAvr3B0KxI9Z/r4B4d1qM2qjfar3sf223QN7O1Kf3J6a8e/3/tb28+4aSnP6woKmZ1oNQv9jzOdhy0nT03/yU39hE7Z7bGqvzA/bOnu89P2PNo91Fi2JcP+K+Hr3IHYamWqvrw97Uiqop17WvdHrblyLxDsio2SI135A/RKnSAVo1PMSf8csSqpKmy9XxWpoRXNCsyrdAMg0nTbzGxGn1fcage52677Za3bPrh09d5De+TPPvd736XrQOqLMV33nnHjj/++JyaqlF5Viy2aABpGBUTadE+w6xfzc1vXY9mVhbrN3y/HDaKK0msSrarf2VrqJSEJGkasSrBvf/++7uMYtWOVXay6uNG67WGTIqJVfV10UUX5WDUwVj6xcHgwYNzMrHDTGDF7OVrXE3eUsVqKO/9fPxaXnrppU7kxjGN+15UbG3r6fsXc4EABCBQKwSKlQKIzqOYiPWis7nGalwWqGqvhq+XLlZP3z6mJmpTHVdfdkCxJwleyxHB77os3FtzJptbwqBa61mOWFVZKpUD0OUlarNMza+tGopXlRvSL1QrWQpAv7j2pQC8SFUpAJ+xmpGt+pORquGftdZay93b0ss9B38dFRH3Le2V+yHQPgkgVtvnunSYqJTx+d9/vdZJUmWdqhbq9+84x2Wqqu6qskt19e3Rx530LpGqg512GbSDO21+g+593BZ/1VH1W7T96fRq6w8Bkgz9yR0/c33pMCkvZjWmtr/rOuCWU53Enbt0oT0w/ka77Zm73RhenGosXV78+kVSJuPwAd+oOTkpsfre0vcLHvLUYR7EhImK0WdfLE91OFU9sCpVrHoBFG6Rlni79tprc+pRppGGIb+0/RaTl3FiVWULBg0alLdc2267bXaLfHifP2wpFMfKsJRMCw+rao9i1WeohjVMJdqUhRCWNygm35LEalo2gl1IrEr4KrNCglSiNY1YVZ++Duy0adOyh28l1cVV+2JiNe4AL/Wnsg8S6toa5y9lqCo7xWdh+y38PoM1fMBKFau6N1pLNa72apqvq2JrWw/ft5gDBCAAgVojUJ5YDbfax8+49cVqMG70IC1rLimQTqwWOJQr6Ksaa1uOWNXBVZKU4cFVXp5Gs1TD7FV9rrJIOngzUwO15ZfEqH6hrjqpcdmqYTmAOLGa9gCrTGmHIN6cTGtJ+Bk2KkfmR+amZ2jmKJt16kCbeuqFZuc31wVuOYXmHhTnjYPDg+Byf0HQfKha7utxmdm5fUV/0ZBfm9hFkVPWo5Izo6/2RACx2p5Wo4PFohqqv5p5oyljUmJVWYEjBm/vaqD6rFJJS23l16FSanPz3me4e3Rpm7+yVN9dutBJWB1y5TMMtbVdcrR3997mRavuUb+6dIq6z3g9cY+jbNytp7tx1M9Zex7rDrhSiQGN96fZ01yJAElWidfRW+xhRz18Rc5BW9Gl0/bxaXMed334y5ca8JmvSSe8+xPj406iv2bMRQXLDZxx1wRX9sBfcSfMSzKrZu1j857PkcSKTzx/stPBedvdoyfX/8e3xsQK2Wg7P5coHwnLXz/824JPvGKPi0U3+RIM09983GUz+0uiXCJ83M6H5snQOJ66T2UhvrHB5nmxROfiG6ikRLG1U9u4OcaNpTXTLw3mn3xXYpmBpPHCoPVMn7j70S0qVVCqWJVYU51Rfyq74vGn3qvmqs8ADbeSp/k2l7bfYmJVMuyWW27JSt40Ikrxhf0qM/GnP/1pTqkDZSUqk7GQWPW1SeMyGOMYpGGkLF5J4WjN1ySmknP6YV3C0l8qjaCYwlqtxeRbOG45bDR2IbGq930GqDIyt95664Jsk+arPi677DKX/RpXq7aYWFW/XpT6Q6skVqdMmZIjVX3mb1TSa9x+/frlHWJVjliNPj9xa98az0yar0/aQAACEIBAywiUKlYtaWt9JIw2Favh2NGDqVKUAji9+UeT3FlE+2oZ6rLuLkesLlqUOQw5WgqgU6dMLdWGhk7uUKmoVPV1Vu+77z77+OOPW5y1qjG22GIL+/a3v52VqvlydXXTe80Zq6FgVYwDBgwowC4u2zm+DnDBBciK1bBib1lLFn9TIP+bJWkm9rnHzjL3DLos6rl23KzTzXIErNpFZG/esznbrjx1ro3LKaWhUMTiRhvSdIBcvtit4Bzpqt0QQKy2m6XoOIFIik144FK3ff6Ph13i6q1KWirjdOHSRbb1H/7DZaz+dI/M1vtQeuneOYvfdgdVLftimXtP2/V1qV6qJJXvV4dT+fqpel9SVVLUi1llrkrA6vJZqBJzykz9w5iLnfiL1nL15Qn+e+/TEuuwHnTDeCdUJSqP23mMq9k6480nXFkDXa+f9aD7qLg1F2Xo+ksid+TQ3dxcJOZUxuDkmX/IeT+p3ICvl+obS1R/d4vdcviFkllZu6OG7m59uvfOxicmYhCdn2TsLc/c5QSgLp/pGxWSanfNY1Mct78cdqkN7b9ZrOjz63jmfb/Oslc8A9ce4A7S8rJU6yNhHl6+hIFfvxN3PswdcKbyDHe/NC17r/r71X7NbKM81fflB/zcxSgBH72ic9Yz6YWt1k4SX4I9bu30mp/jxIevyUp61e4Nx1I/g357qOsizLCOxhIdT/zP2Plw10wHs/nnN45XKd9ZShWrEjuSdtGt9dpqPnz48KwAjNY6jcbkt9d7YZi232JiNSqjyhGrfgu25iRBpjIAirNYVmXcdu5w3l7cnX322W77ejFGcVvBC62tH1+HTEVrkF588cUWbikvJByj44bM07JRnMXEqtqIgcoB/OY3v7ETTzwx8WAwZW/efvvtsTV7C9UVLUWsKh6fheozaT1vLz1V7za6pvpFQ1TqliNWwzIOKnEQdzhWpZ+ZUr5X0BYCEIAABMonULJY9QdaxdZenWsTmgRO64rV6TZk8mibmFeTVRyiUq0pky8Sb/PhVeNsrg7OStVX+ZzLvbMcsbpw4cLYbNXOnTNSNZq1GpYCkMjULhj90v6tt97KlhQoNf4uXbrYNtts435B3a1bt5yDqyRXfSmAuIxVL1Y1ptpuuGFm12jclbTFv1kgRso8ZDM2/YFpmV7HHjXWbrVIxup7V9qI8U0FInYda2Ntrg1xmayR7NAgC7SYuFS8F9oFdtUBypKOZtJ6gXqB2UWhSI2K1cx9Qy6YazN8X/q6vH2IXXVqRAy3tjAu9cGgfZsQQKy2CWYG8QR8LVX9/ZaxV9qjc56wg++bWDD7s1x6kohhjdZ/HHWtk2gac8dNtrOFn77vZJzEp+Tu/sNHu9fiRJvivvXZu02HVG3Vf/NsvdVobF5uSnxFT4/3WYfKeAwvHajlxZg/fMu/L7mnDF5/FRJnvq6sb/vxWQ/lSDx/CJPel8CNCtpQWKqN6tOG4tRnA/v+JY61hlEpqXEkR6PzjFvHMGatj2S4rpBJ+LoE46gbjnXlHJLG9xmg6icqK0OeEu3FYgyZxdVZ9RI9iale32rSD1wW7RWHTsxDEPYf98xEb1jrot3dS2Hs/qA2MdFVKPO12NdSKWI1bmuy7z/6nv979FR1tffyStutJe1K6beQWPUZkGHmbDliVTFKYClzUfWvJPxU47KYWNV9yhhVhmncoV0+dp856vsL4w3XS1m8U6dOtXBbf6H1TDoASfeUcgiSpPc111yTzXCNMk/DRmOmEav+WVB7ZT4XOxgsjlUhAV2qWFUcYSatr20a3aYfrkPce+WIVb9Oej5UP1YsZs1qzs7X+5V+Zop9f+B9CEAAAhCoDIGSxap0kNt2HdYgzZeXrStWZ9nplpFe0S3SzcK0uYZr3hwTslrT9FUZ6ul7qZRYzcjU5vqqcRmrPsNV0X311Vem8kYqK1DOJaG68847O4nrD6MKD6rS53F/fEarxvS1VouJ1WZRmR9prujMyNQZe023C+xCGz3vOJvlRGSTZN18clAK4Dib+4PmTM9MNukMG/XgVTbk9nA7f3OfGVla+MoVq5G2GuMiswuyWafNAre5RIC+/k6zuUdcZbv/I5C00XIYTb9IcOPNG2J28632hBuuuUxGsVh5v3YJIFZrd+1qMnIv0iTL5ix6y2X8hdv2C01KEkqZrV4ghW0l2S7b/9xsBqvPBJWsirZX277deru6rdo2H24l931KXJ0y8piccCRc97vhuOxBWaO22C1vu7mXenHSTuJy6uyHs3VffeehXEwSq2Lk5es9B0zIy5b1wjCcb9hXmBmp+d87/oZY1KHoi84hbgxlcUaFYSXEasgkFLyhNA2FazgZicavTdon+1IoGksVqypX4bNS48RqmCUcx9W/nxRrKJAVcNzahnOLE6t6P+QVFeqlfKMoRaxKUkl+PfLII3lDxGUN+gOKlI2oDE3Vq5QYOv/8801F+/3BRaX06yWfpFN4SYapBICXtf49yT1lcPoSBdHAdYCVsjuj8lCyVxme4Rb6NGLVt1EcZ511lg0bNsyJZGU8Kmv0lFNOydZ1VSy+BIIyISXxxEiZrRdccIGTqlGRqDiVzag/4eUF5bhx43L69228LPTi0jMPD25SH2qnDMxw3HLYaNw0YlXtfGz6PEms6j1lI+u5CZ8nZemKqV6PE9DliFWN5TNp9YwuWLDAlSmIHgDm2fryE+H45YpVz0IlB4488kj3fESvUp+ZUr4f0BYCEIAABFqHQDliVZHkHWIVyQhtdbGa3To9sUkYNfFJqiEZEU+hqHJ3+kzcEHM7qEdZjlgNSwH47NTMtn/9yZQA8GLVf/RlATR9fa6M0hkzZpjKNpVz6RexKgOgywvSQmK1sVGiNf8AK91fqBRAQVHZ9EuAGXs2bbVvem4lYiVWc4RsXo1VidWwLmtz1qjEalyf5YvVpMPbPPnmzNaBQcZrOHf39RYRxSoxMO6d02z0hc2HxXGIVzlPc+3dg1itvTWr6Yi9GApFYTQzMmmCcXVLfVv1t8OAoa5GavRwqULAwjjCdpJkYX1U/57Epb8kbKPCLCkDs1AMacSqhJsye3XFZa2G9UC9KA7FajFB6OOLSslQ0nkpqS3+YfmCqHBsqViVgFY5CF3RzEwvTLUOvqRCHNtQwIbxlSpWw/ZxYlVjKyPVy/vos6w4fP3faJw+A1jZw17eFtvKnyRWfQzF7i/2zSOtWPU1JsPt5NG+JaNmz56dzbKTqJOUU/ZjeKk+68SJE510LLVfL/miY2vr9o9//OPs6en+/WInnEpoSlRF5aEXxerXi+Q0YlXjqp1kn6Ssv5T9etJJJ8WKMn/glKS1vyTWJGKjJ94nZeD6rN+4OqPZ72WbbZYVzxKOcQc3SQgffvjhOeOWw0ZjphWraqtnRyK5kFjVmkhiSvwmPU/R56JcsRqWBFAGsmJ7++23Y7+cfAmGUEaXK1Y1gDJgozVxowOX8swU+x7A+xCAAAQgAIGOTqAcsRoeXtW87b85W7VQKQDxlliVBH3yySftjTeaz+hIuxa6/7vf/a5tuumm7paoWI0vBRAvVhVr//79E4dOEoVeOh43b3SsBG03YtUJ/+YSGm6ieZmrPktVJQJG28QnIziiZTmKCeTJQ2x6Xi3WtKtLu1oggFithVWqoxi9GNKU4mp5Fpqqsv8mzZwcK069IJUQPX3PY+zNRW9la5NKSm6xwWZ29v2/ycpS3z5JrOr1IetsaDp8SaUCdKlcQHgglaRf9DCpMONT9/h+dhm0g20xYPPEA5/iZKju92JPkjTMbgwzG302qoTn/336zmwGbihWQ9GodqrjmnQlbcMPY4nOM4ynXLGqmqh9uvXJ1qJVDdEjdz4kW2qgFCkaxhfWWi2lj5C/Pk8Sq9G6tb6uq1+XpCxUrcm8JQtd9nAS8+gaxYlVX0c4qe5tKd8+0orVUvqMayvRpMtniLa0v1q4X9JY2Y66ohmmcfFL0KneViFG4qg/cZmMtcCkEjFKeqomWUd7nsp9ZirBnD4gAAEIQAAC9UygHLH60Ucfua384eFVYRmANGJV8vP55593h3D6rfxpOau+6j777JPNNPVi1X9UNqzf8t/8+WqXsepf9227du3qfiGefMVlezZvz5dYvXHw9KaapkmlAJrKW1hblwLIPViqeY7Jh1qFFVTDjFWVPGjOog3u36j5QCxX9ECZrX8dhVhN+zDXaDvEao0uXK2G7U9mL+cEc0mx8LCjkIHPJP32BkNNJ9ZLrKrOp7b76/KHLulztf3Fnse5Q6ziygqoTdwW9zTMo/Uuo/fE1QVNk7EqSRpmnYaZnBJrj8173h3ylNRXKZm0SW1Dsap5hQeDhVKvXLHqSzR4yewPaDphz8whZqVI0aSSBqX0ER0zSayGZRbCOqm+dEW01q76jUrXMN5Cz14oViXrfWmMOMmf5nmNtmkrsVpObNyTT0BCVX+ih1PBCgIQgAAEIAABCECgPALliFX9MnzlypUtEquK9t1337WHH37YlQUo5dp8881t9913NwlWXVGxGtZWzYjVNa7N6tWZj75kgD7v0aOHrbPOOkWHz9TWDZplyzgkHTTVDg6viis/YU21i01CtLnMRV7piiArtfkgrGOt6aitnNrDuWU7qLFa9GGqgwaI1TpYxI40BW151hUnREO5+o/35+S18UI13HYdVzZAgu+NJe+ZJK3klRd7aTlLriq79ul3XowtTRA9UCmtWI1KW5Uh2HDtDdyp8j4rMo1YLVbHM61YVTzjbj09mwXspeJtz9zdosOrJB1/fOtp2cxkn2FbihQNRWXIu5Q+0opVtQuZ+YPBlIU6cvA3zWewhs9PVLqGclbtkg6gCsXqz/c+2Q645dTEMgRpn9ewHWK1HGrVu0fZmqrDygUBCEAAAhCAAAQgUBkC5YjVFStW2GeffdYiserLAbzyyiv29NNPp56MfhY8+OCDTZmmPtO1JWJV/fXs2TP1+JVsmJMF6iToXDtuVvOhaJUci74gUEkCiNVK0qSvVifga1bGCVGJvQ2697H3V36WlU2SpMftPMbeW7LIbpv9YKr6q9EyAcW2zhebtATkdY/fbD9/+jbXNHooVFqxqnujmZjK/PXZqlHBF5YCCLNLkzIv/TzCmqFhH9GMVbWXEBx1w7E5vHcb9E17ddEcmzLuymJocoRkWK82bit/KEWL1VgN7/eiU8G0llj19VI1hp6fX+19qqtDm1Q/OHpoVRRU0hpFSwEkZTEXBZ/QALFaLjnugwAEIAABCEAAAhCoBwLliFWVAVA5gJaUAtC9y5Ytc6UAVGc1bTmAXr162VZbbWVDhw7NCtGWiFWVAZCkrcoVySiNyxqtSlwMCoEiBBCrPCI1Q0AS74/P3mMPvPlYQUHqM073Gbyjjdv50Oz8Zrz5hD0x/3n7ZOVniff7rFcJWh2GpRICEmX7bTHSdhq0XcHapBpImaq69hs+Oo+rl2ktEatxpQbCDNQkSVvs9HofbNLBUaGUDGWrXg/v8f1E55j0kCVlxybVSC10UFQ4xkE3jM9m0obZn8XEqp4xXRs21dUNhWkxIR3KUj0z/br3cfVTo5fvU+vm6/eqzZxFb2UPsUoSx3E1VsO5hhK5nC9sxGo51LgHAhCAAAQgAAEIQKBeCJQjVjX3Dz/80G2plyDN1FQt/fCq5557zl5++WXXT9rLy9xtt93WdtxxRzd2cbGq7f/5NVZ17/rrr592aNpBAAJNBBCrPArtnoDE3a8f/m32UCYFLPGUVB/VT8gfHOX/PnfpwqIZq9HDrHwWbJghqxqYPxq+T6xklRDUFVc+wEuxqPxKk7EaysFQOoY1PTVuUl9xZQS+ucl2eWsfZraGGaRqGJex6jsIxa1ea6lYDeOIHox18sw/uGGTapGGojfapphY1bgD1x6QXb+QdTGxWuhArxC0z7pWTdzolXRAmW8XJ1ajmbwzxk/OiuFSv7gRq6USoz0EIAABCEAAAhCAQD0RKFesqhSASgI0H1RVmlhVndYHHnjAPv/887JwqjbqD3/4Q+vbt29WrHpBq4/+0CpfYzVTdzX38Cr1QZmpsvBzUwcngFjt4A9Ae59+mDEoWXfIdvu6bf06tEdXMblayvwkVXUNWWdD91EHX52910lOUimTcc7it+3Z+S9lM2bV/qw9j83JTpU0e2jec/bHwy6xUFyGJ7dHDzPyskxjfnzWQ9a7e+9s2H7+oeQM63FGZV+YvRjdhh6ylJCNxhhuK4/WgVVAXhxGY/TBJh0YVWgN4jJWwziUfRxmfUbrukbnLzY/vet8l60ad1BYkljVfQs/fd8djnb5AT/Prl1Srda4OSm2r03ax70VFd6+vV+7OL5qo8PdfMmIuLmH/b9+1oPZMEIRHb2vlK8BxGoptGgLAQhAAAIQgAAEIFBvBMoVq6tWrbKPP/44K1Yzmav609llsXbu3DnnPZ9pKn6SnTNmzLB///vfqUsARLmrPx1oOmrUKDeOLp+5Gh5e5T/XAVYSq+HBVV/72teqVwag3h4k5tOhCCBWO9Ry195kvXj72fb75xwCJJGk2qJxtVbLnWV4sn2xPpQVOXX2w3bjSw/Yln03ssv2P9e+scHmFgounzHrM2X19z+Mudi106UszxufuTO7ZV2vhbJWkk39Sx77cgRnff+n7l6Nc8cbj5mXtIrn7Pt/k9eXShj4e3SfxKLkoecmCde3W2/zMfoDvo7Y+ZAcBFoHfyBYnFD2jf381SYuIzPsNBS9cbwlH0/c46gc0ax2EpgTHrjUlWnQpZh10JiuP86f5T7qefmvvU7KuzcUz0lr7CV2OGfftlgmrp9/9Hn16/1fD1/l1lMxH7fdfjlro/WOlrnQ+ujZevP9t23SzMk5z7uvH6yyE9GM5DT84+Zfili94YZMmYPx48fHoiz0vn5ovOOOOxK/zA477DD3g+FTTz3l/ujke13+vl122cX0J3rdeeed7qUxY8bkvKVDnhSPfgMfF2+5/So2jTl//nw33r777muKPfxNv+/bz6nY3NWPn6+ffxyoJAZqq5imTZtmynzQqa677rprXlyJ8FO+IaZaQ42ja9CgQW5Nouwvv/xy93p0vYqtSRjGa6+9Zg899JBtvfXWNnp0fpkVzXfBggWxkW+88cZ5MaWcIs0gAAEIQAACEOiABMoVq0L1ySefmOqtxpUDkFhtfl3b9dfYxx9/Yh988IEtXLjQ/ZwrwdqSS2PoZ+gNN9zQbenv16+vNTR0cvI06Y/kq95TXVWJVS4IQKB0AojV0plxRxsS8GJVoujI4T+wEYO3t89WLnOZo8rs0+vhYVXlhOb7uG/c1VnpmbYfCa3bnrnbtD3db1mX5Hxu/kv26cpl2W62GLB5XukAnyUZHWvDtTdwWbLq57Mvlmff7tOtVzY+3fvcOy9ls2UVhzJqo1d4T/iepOabi97KaR4Xo28gIRtePsY4Tr7vuHIIYfuk+atNXJmC6Fi6X2OFnNfu3ttx9jVSo/dE5xEX/9D+mzkhm9S2UGx+Tr6PQvONrk10vf296kvPvDJqk54VvR69Pw3DaH+liNXp06fbkUceaZdeemmerJTEPOecc+y2226LFWEShvvtt59tv/32brtS9Jo4caINGzbMJOUuvvhidxiALn+f7nnhhRfytiodckjmFwJ33313TpcSb+eee64tWbLEXnrpJfcDZ3iV06/k50033WQHHnigbbPNNiZReMstt7hu77//fhd/GLO2dkkuFpt7GL+f/3e+852ceDUPHWygsSdPnpx9TzEcdNBB7r2jjz7azTMprrhnP+1r+sF/5MiR1q9fP7eOEsl6TTw0ruL2lw5AOO+887Ky2L9ebE3CWMR66tSpbrxZszK/PAkvrbvmrOcpeqne2C9/+cu0U6MdBCAAAQhAAAIdnEBLxOrKlSvdz17KGM1kqeqj6q1m/ug1iVfJ1NmzZzsRG9ZDrQR6nwmrj/rZafjw4bbeeutZly5d3FjNpQCas1UlVvXL+O7du1ciBPqAQIcjgFjtcEteWxOWLDr+zvMKZqb6LfylZq+GW/9/vf+5ZdelFFEJtcv+eq19b+jusQdX1RZ1ou2oBEoRq2J07LHH2mOPPeb+eFnppZvEWyj9QqZeLnrZmMQ7SayqfVQq6rUksarXlVE5c+ZMJ4N9Rqgf18eTtl+JOknUUKDqXv0gre1X+sH0kUcecd1H55p27ro3Ov+QU5y89oIxLi4J13nz5sUK6VKfdy86o3JbsvTEE0/MEepJYrXYmviYxHSHHXawk046yUn2uGcmad1LnRftIQABCEAAAhCAQEvEquhJlkpe+lIAEqu6JF3ffvttW7RokfuZ0dc8bU3ivgRBnz59XBbrpptuat26dbOGBpUJsGwZAElXSVguCECgPAKI1fK4cVcbE1D24Kx5L7pR3/10kctS3Kp/69NOWAAAIABJREFUZku9Mi1nzPm7Kw2gk9j9pTqb4aWt028sec82aGqjtsftPKaiIlRxxmUrtjEuhoNAWQRKFateeilT0GeJerkXl1Hqg0orF5PEqqSqMhijGbFxgk2id7vttnNCTuPqnmjWo48nTb+a85AhQ2KzMDU/ZfJef/31NmXKFJfJ2VpiVWOF0rIYU88hLnu01IdFnJU16+VxeH9063+cWE2zJr5Pn9mq5+mYY45xgjzMiFU7xGqpK0h7CEAAAhCAAASSCLRUrH755ZeuHJOk5po1q23p0k/t3XfftXfeecf0nrJGq3EpnrXWWstUJmngwIEuEUCv6dJuML3HBQEIlEcAsVoeN+5qhwS0Hf7ROU/YG++/ba8umuMOn/Ly9fXFb9mSzz+zTfpt6F4rtF28HU6NkCDQJgRKFasKKsxS1N+VEXrdddcVrGtZTAL6ySaJVUnSSZMmue3focCNE2zKLlV7yVQv9KJCNoynWL9+vo8//nh2u3+hxWktser79ax9Fq0yIZIuZRirHmycEC3lAfPrIknra8cm3R8nVtOsie/ve9/7nhPjGtOznzt3bk4ZCMRqKatHWwhAAAIQgAAEChFoqVhV3/pFvH4me/PNN+3zzz932//b06UM1R49etjQoUNts802c5KVCwIQKJ8AYrV8dtwJAQhAoK4IlCNWBcBnqerzMHs1CY6Xgr4OaNguFHWFxKp+265yA9FsWfUV1lgdMWKEqwPq62yGos6PG8rPYv0W2p4fN98ksZpUX/aII47ISulQYIZ9SxArY3fw4MF27733OsmYRi6WGnuhh1s8r7nmGtdEGbx77rmnq6cbPVwqTqymWRP1GxXhPls4Ku41dwljSf3w4uCquvr2xGQgAAEIQAACbUKgEmJVgepntA8//LBNYi53ENVeVbkorjII/ONia9jlfLvoqUY779tl3M8tdUUAsVpXy8lkqk1A/3iqGLlOYezVo4ct//xz93HeO+9Yr549rWevXtn39Q/ZO/Pn2/rrrZdtp/jDtr4PPy/dozH0eo9evbL3630/lj6q3euvv+7G1PX6a6/ZVsOGZccfvMkm2fYffPihLV+xwrXzcavv8FJf/j3Fp891aZzPly93Meu1FcuXZ+ejz9Wvb6uYNdYmgwbl9K1alePGjcu+5uenF3x7Pxfx82OE8/dz0Lw8i5CVmMRdWisx8vP3XNQ2XDfFrLXyH9Xej6XYlA2pOfhxNHYtXuWKVV9XVXMO660mMSh0gJM/uEr3FhKrOgjKZzD6A7SictEfsBUeWBWX9RiVn4X6LVVOJonVOKmsOWte+hPO3x9e5Q+tkshULVNJaElVXW0tVjWm1v2hhx6yJ5980q274pMw9rJXbaJiNe2a6N4ws9U/S6rvqvUMs26TDq/i4Kpa/C5EzBCAAAQgAIHqEqiUWNXhq/fdd1+7y1b1dJW1esABB7if1cq5Fv2/Q2zDI++J3HqRPdl4nmV+kq2j69+32SEbz7WzsnNbZLcddpLZ5Xfbkbln4tbRpJlKKQQQq6XQoi0EihDQP8QfLl5siz/4wPYcOdLu1mEuP/2pvTNvnj07a5b1X39922PkSLvud79zp2f7U7Sv/f3v7aT//E97dOZMl4WmQ2Z07bvvvk6Q+uvggw82jbHVVlu5P6edcoodMmaM7bTjjvZ/Lr/c9b+P7nntNSf5li9fbvPnzbPzJ0xw97326qv2g333dXJX76sPfT5t2jQ76qij7Oabb7bvKPNs332zY06fNs19vvjDD51EVbbZg9Om2bCttzbFc/1112VfUzvNW/1JWCoesVBbyUbxuKopy80PcNHEiS4+f0lgznruORe7xlNNRT++Pmo+hxx6aM78la229VZbOcEp4ar7TjjxRDdnCdJXX3/dcdX17LPP2k477eQ+1/wV50PTptl6/fs77r6d/1zrqTXTFvFfXHCB3XX33W4sL1H1vu5VvK+99prrW1xq8SpXrGquacSeZ1KJUgBePoYHaJ122mluCJ+xqveU2Rl3eRmr9+LiSerXS9dQ1kb7V2alF56VLgXgx49mbUo46nCuaP3YMLZCbcIDvPw9+g9BKZc/UOuUU07JZghHxWraNdG42pomWRt3haUYSnn2SpkPbSEAAQhAAAIQ6HgEKiVWRU51VfVL5fZ4aZfRJk1JKaXG99TEBtv1goPtjwtyxaJ7/eU/2sI7jrQBpXZaU+0X2aJ/D7ABSNWaWrXWDBax2pp06bvDEfBiddmKFU5Yrli2zEbsvLMTfXPnz3fSzQtDtXn11VftWzvtZPp8/ty5tn7//k5wSixKgkogSlJ62ReKVcGVoO3Zu7ddcskl9vysWU4gKnPSy1eNK3krmanMUIm/C84/35597jmX+aqsS4nIu++6y437qwsvtN49e7r2Ep56TdJRfeoeCUx9rve8WPViVP3PeuYZN4e58+bZkMGDnVjVJfGo+XyweLETyt8cMSL7bETFqt7wh9P4eStOzUN96xKXcP5eZqovja1L4kyiSeMqw9TLVPF/9NFH7Yc//KFrJ7kqeT1ixx2dWNa8dOm+E//zP50Ul6x6+tlnbeutt3YZuBLe6ltSVaJZl2TzoMGDXd833nhjTT77tShWwwO0PHSJVb9tXJIvuj1dkjw8fClOrCb167enJ9WR1dfYHnvska0zW2mxqjn6bfihXEwjfPWsast+9PAn9an56vtReHl5Hb7m5xOtU+vbRCVnKFZLWROf2SrOX/967k+tY8eOdd+HfHkHxGpNfrshaAhAAAIQgEC7JFBJsaoJ/utf/2pxfftKg1JprE033bSsbjOZqpYnVV1n2h5/+ZCMWG3aKh8O0rxt/im7uGGGjXrKbNem7fSj/tJgM77/pNkuu9r5Fz5pjRPMLm7Y1c4POih0f7gdP5pN23yfMk03tJ/cGXQ6xovg6HtB9m2Yseo+/4mFuboH37bQ7v5xRiVLLmfnoRey/ZeFm5tqhABitUYWijBrg4Bk2xuvveZkZf/11nMS4/f/8z926CGH2Lz58917yqSUhOzVq5fLbJQMVJanJOgmgwc7kart7npNQk8iz2dt+jo9Xs4efOih9tyzz9qOO+3k7tEYGlN9aQxdkinKhPUCUH1KDD7+2GPufQmKu+65x40xbNiwbH9+O7sySCUcJQ3VRnPYctiwbM0gSU/16bM2NS9d0YxTZXjuO3q0TZs+PSejM06siqMEr4Tz4EGDnNzV58oUVeasLs1RsauthK9/X7zWW399x8K3C0sbqL/HZs50cxFPzVNz0v1aJ42lS2w1b1cCoWmt9IOWn5d4ql/PUVmtyn5V32Fpg9p4cjNR1qJYVdxewulzbZuXWPXZk9GDjsL2XkwmZdDG9av7fU3PGTNm5ByipPd8pqs/VKs1xKoE5ahRo9xBA+GWeD2Tei3ciu+fP2Wr6pcThTJt0z6ryiSNq6Xr4wrlbShWS1mTQgdtRQ/qQqymXTnaQQACEIAABCBQjEClxarGU+aqfmar9iFW2v4vqVpupqrm4qTlvYcUzkptko/fDOuPOtH6fJOQlVj1AjVTOCCTBRvKzEW26OsDmjNfc7bj59+fXVfX7m47xGfTBuMOmRLNqG2Sqds+aQs3n5Qzr5zs2+zYo2xGw672fCBSLTLX3Hk09984oe4KJBT7UupQ7yNWO9RyM1kItD8C0Rqr7S/CjhNRrYpVLzS17d+LVUnG4cOH2+TJk2MXUHLwwAMPdNmbhUoT+K3rvl915mvK9uvXz9U6VSazpOL111/vMpbDbNZSa6yqf3+AV6F6rr7f8847zyRNdSlbdv/99zfFdc4557hMz6S4WvJU++xYMdFhWxpHTDRvldAI6+yGYjXtmmg+2223ncs6Hz9+fF6o0axgxGpLVpN7IQABCEAAAhAICbSGWFX/KrHkdrxV6UArJZPol9/l1lT1jNKL1UBuuh+gQ+EpMTrJhgSlBCQkJ23enPmZXZOczFdffiD//uY1TH7PSU9TNmyz5My+9v0Zzdm20S+JHLGaG7dZRvJak0SOzsPxeuusnDH5iqs/AojV+ltTZgQBCECgLAItEat+W7b/WCgAibEJEyZYeFBVXHsJvNtvvz1bM7XQfRKIxxxzjOnAIsk41Vs94YQT8soA+HEkLV955RUnXtP2G85N4+nv+gFZWbG6JGqPP/747OFTXnaGc/VjFeLjuUTnH71Hc3jiiSdsypQp2czZaFx9+/a1kSNH5sVV1gMS3CSxq+fF17DVOJq/pGi4dV/SU/JVZQXSrsnhhx/uJPVVV12VVwbAhyDhvc0227jxSnn2Wjpv7ocABCAAAQhAoL4JtJZY9dT0M5R+Bm3LSz8zxZV4KieGgmLVSVCzJxcMsUmR7fKZsZLFaKyQ1OFYriyARGgoTAuJVY0T2dbf1EcmmzRm1n6MyDb/bAkBxGo5j0qHugex2qGWm8lCAAIQSCbQErEKVwhAAAIQgAAEIAABCNQ6gdYWq+Lz3nvv2XPPPWeLFi1qVVwDBgywHXfc0TbaaKOKjVO0xmpWrEYyVnMiKJ6xmpfBWiTjNXmCGck698xGUx3XaMZq4n15dVXn2lmNKgVAxmrFHqY66gixWkeLyVQgAAEItIQAYrUl9LgXAhCAAAQgAAEIQKDWCbSFWPWMdLCVDg+ttGCVUFWpqnIPqCq2hpnMT5992tw6W1+0KWPVglqkuZmu6cTqri/7g6V8DdbipQAy4veb9mTjeeY2/Ac1UJ1YDeu4ZrfxL7Qhl29oP9m2uUxATj8l1lgNSxpQCqDY01Qf7yNW62MdmQUEIACBFhNArLYYIR1AAAIQgAAEIAABCNQwgbYUqx7T4sWL7e2333a16pctW1YWvd69e9vgwYNN5wj079+/rD5KuSkjHu+J3BLI1pzaqGY2plmS5m7rz3SRX2M1dzv/RU81yU9TP0PsxrzM0ajgbf77wVnBGykRYGbZ7f5NkvX87G3BXPKyV39i4cyb+8+fB2K1lKeqdtsiVmt37YgcAhCAQEUJIFYripPOIAABCEAAAhCAAARqjEA1xGqISIdcvf/+++6wqyVLljjRunLlSvvqq69csy5dulj37t1NIlU17nUY1QYbbNDiQ6lqbJkIFwLtigBitV0tB8FAAAIQqB4BxGr12DMyBCAAAQhAAAIQgED1CVRbrFafABFAAAKlEkCslkqM9hCAAAQgAAEIQAACEIAABCAAAQjUHQHEat0tKROCQKsTQKy2OmIGgAAEIAABCEAAAhCAAAQgAAEIQKC9E0CstvcVIj4ItD8CiNX2tyZEBAEIQAACEIAABCAAAQhAAAIQgEAbE0CstjFwhoNAHRBArNbBIjIFCEAAAhCAAAQgAAEIQAACEIAABCAAAQhAoG0JIFbbljejQQACEIAABCAAAQhAAAIQgAAEIAABCEAAAnVAALFaB4vIFCAAAQhAAAIQgAAEIAABCEAAAhCAAAQgAIG2JYBYbVvejAYBCEAAAhCAAAQgAAEIQAACEIAABCAAAQjUAQHEah0sIlOAAAQgAAEIQAACEIAABCAAAQhAAAIQgAAE2pZAw4oHftzYtkMyGgQgAAEIQAACEIBA3RFoMLPsT5X6S4GryNu5dxZv3FC8iZmlatQ8dGJzTbJTqSFm2ucwqtATkI2z8PzEKP0P/ZH5JYWaFmnadmkfGk0kbZ+x7eJvTvccRYNMG0iR9XbdpOgrRRPXTwmMSpp32c+wbkwIPtWc0uEp+auqpMkXW8O0E2nqpyDLoK+03ZbwrKfllNtlhb6vp33WiwbpH/KGVF86RbuLfIMu7Xtmyu8Ladcy213JN8RMM+bfrOIw8ltU7GulEnNK+f2ynHmWdY/+zUz/L2z8EO2JS73FUsI/iGWtv1nD0kta/ASUOTS3QQACEIAABCAAAQjUDYFSfg4vpW0KQCX9fy/t2GnblfL/u1L6TDFv1yRlnw1p/9+Xtp3GTtW2Ic9Dp51abrtgomk9QWK7GHHcaOYYFbvy+ky5AMX6dQ9xir5SNMn2k6qtWeGvn0gnKfuMsTLJD0zaPrPtijx4afsT8dRfGMUWUJ11TtEoaJIYZ+QhSzufvHbqJyGmlH1WXawWjbPp66ZouzRLE5ltqu9vSY91QkBp+8yGW5GJ5f8yMA2OaJtO7SiWUv7xKzjXSs1JX2f1JFYrMZ/UPyQUeRrT/MNc7IFO+0NDsX6S32/4dFKLn4DyR+dOCEAAAhCAAAQgAIHaJ1CKbEr9861vWPg/Po2NZp2K/tzd1FfasQu2i8iKFvWZ9uaERyR7e+F+0jFq+n9hpwIyJgwjVeiNZo2dKiBWI4OlGtvPJ8oufn6lMfJ9pg2kyJd4dvAi/8lPNVxpz3rheZfJPW+6CV/LqebT1FnKZ939z7bo94NMn42Njdap+DePdN+fHcgSxGrR7zFNk0g7n9h2CV/LKfvMbVbkppR9ZtYnReMUTTIiq5NZYyV+eROZbap/Vwp9j4n/5U3aZ7PpCU3/MBd8SlN+Ty/UR+pvkMW+XCoQSzYdv6VSNNVDVmxCTQ9BCV/7sT1WMpaU3wATZ1aJNXLfYSvw/Faij0rFUvhRaGi8ArGa4quFJhCAAAQgAAEIQAAChQiU8n+cUtqmoV5Kf2kzhgr+3yR4s5Sf+2PjLCX4GBjZ24v0k3YY1y5ltkqqPjuZNQhSS68yyy/krXeB/zSW9WykguBNntmaBBYubTTFf4iLDhc8kEXbNq1JwXaRN9P2mbfcTZmF0ddL6S/ts552HRVLpbLwHPaUXzdF/58fmUBaRrHtCmSsNq42szUlfGFW6HtMSWK12PeOpucqLaOCsy3zWY8dO+EhLDnOFN8Tiq5ghURZSVtDCgVViTmV8kVeLJZiz1hRwMmZ4WluzbYp+eFI6L0S/bRkjdaYrVmR5h+XlHQqMR/3zb4CWcXJITdsf8pmlXiSUkKhGQQgAAEIQAACEIAABNISqNQP1GnHC9q12dBtM1DqUdI21P8g0rYtA3/+LZUaLD7wkqZTTigqNbBWZ1urf09rTJKrbQu0GXE586nImpbbSeUCrpgrKukBKnfe5dyXxGq1fdltY1vTpV+JcjV9DH7kT9d0ck/2V40NtmK1Pk+vH9ZYJ/vCurbRV0b6uNJTKLdl5Z7xTATtaW7lMuG+9k6gsXGNdenU0zqvd3IgV9t71C2Lr1eXTtZNvz+28dvyVdYyltwNAQhAAAIQgAAEIAABCNQMgSr890dDdutiXTfuY42rqzB+zaxNDQfaLpc1PqiGxtW2quc3zLr2NzNlrrbXq11Cba+wiAsCVSawxjo39LSeA861xjXLqhxL2wyvKhnu92pdTtiG71Ztw5xRIAABCEAAAhCAAAQgAIEOSMDV8+zWxboN7JNcDqADcmHKVSLQ+JV90WNzW911fWsoqRxAleJlWAhAoN0TaGxcbV079bKeG5zdYcSqXxTEart/PAkQAhCAAAQgAAEIQAACEKhlAojVWl69OowdsVqHi8qUIFBdAojV6vJndAhAAAIQgAAEIAABCEAAAnVLALFat0tbmxNDrNbmuhE1BNoxAcRqO14cQoMABCAAAQhAAAIQgAAEIFDLBBCrtbx6dRg7YrUOF5UpQaC6BBCr1eXP6BCAAAQgAAEIQAACEIAABOqWAGK1bpe2NieGWK3NdSNqCLRjAojVdrw4hAYBCEAAAhCAAAQgAAEIQKCWCSBWa3n16jB2xGodLipTgkB1CSBWq8uf0SEAAQhAAAIQgAAEIAABCNQtAcRq3S5tbU4MsVqb60bUEGjHBBCr7XhxCA0CEIAABCAAAQhAAAIQgEAtE0Cs1vLq1WHsiNU6XFSmBIHqEkCsVpc/o0MAAhCAAAQgAAEIQAACEKhbAojVul3a2pwYYrU2142oIdCOCSBW2/HiEBoEIAABCEAAAhCAAAQgAIFaJoBYreXVq8PYEat1uKhMCQLVJYBYrS5/RocABCAAAQhAAAIQgAAEIFC3BBCrdbu0tTkxxGptrhtRQ6AdE0CstuPFITQIQAACEIAABCAAAQhAAAK1TACxWsurV4exI1brcFGZEgSqSwCxWl3+jA4BCEAAAhCAAAQgAAEIQKBuCSBW63Zpa3NiiNXaXDeihkA7JoBYbceLQ2gQgAAEIAABCEAAAhCAAARqmQBitZZXrw5jR6zW4aIyJQhUl0CHFqsff/xxY3XxMzoEIAABCEAAAhCAAAQgAAEIQAACEIAABCAAgdoi0IBYra0FI1oIQAACEIAABCAAAQhAAAIQgAAEIAABCECg+gQQq9VfAyKAAAQgAAEIQAACEIAABCAAAQhAAAIQgAAEaowAYrXGFoxwIQABCEAAAhCAAAQgAAEIQAACEIAABCAAgeoTQKxWfw2IAAIQgAAEIAABCEAAAhCAAAQgAAEIQAACEKgxAojVGlswwoUABCAAAQhAAAIQgAAEIAABCEAAAhCAAASqTwCxWv01IAIIQAACEIAABCAAAQhAAAIQgAAEIAABCECgxgggVmtswQgXAhCAAAQgAAEIQAACEIAABCAAAQhAAAIQqD4BxGr114AIIAABCEAAAhCAAAQgAAEIQAACEIAABCAAgRojgFitsQUjXAhAAAIQgAAEIAABCEAAAhCAAAQgAAEIQKD6BCoiVleu+dQ+b1xqX65ZYY3WWP1ZEQEEIAABCEAAAhCAAAQgAAEIQAACEIAABCAAgYBAgzXYWp16Wo+Gdax7p7VbzKbFYvWzNYvt7Y/m2RUP32uPvjHLPl/1RYuDogMIQAACEIAABCAAAQhAAAIQgAAEIAABCEAAApUk0KNrNxu11c522vcPtM3WHWx9OvVvUfctEqvKVH3jozfswKvPQ6i2aBm4GQIQgAAEIAABCEAAAhCAAAQgAAEIQAACEGgLAhKsU0+92LZcd8sWZa62SKx+snqBnX7772zay0+0xZwZAwIQgAAEIAABCEAAAhCAAAQgAAEIQAACEIBAiwn8cPgedvnhJ1q/zhuX3VeLxOr7q960nS88mWzVsvFzIwQgAAEIQAACEIAABCAAAQhAAAIQgAAEINDWBJS1+swFv7UNum5R9tAtEquLVr1hwyecUPbg3AgBCEAAAhCAAAQgAAEIQAACEIAABCAAAQhAoBoEZk+83gZ03bLsoRGrZaPjRghAAAIQgAAEIAABCEAAAhCAAAQgAAEIQKBWCSBWa3XliBsCEIAABCAAAQhAAAIQgAAEIAABCEAAAhCoGoGqidU1a9bY4tVzKAVQtaVnYAhAAAIQgAAEIAABCEAAAhCAAAQgAAEIQKBcAhKr/TsPtU6dOpXVRdmlAFatWmUf2dutJFYH2hlHn2Arb/qF/b6saXETBCAAAQhAAAIQgAAEIAABCEAAAhCAAAQgAIFkAhKr69pm1rVr17IwlSVWGxsbbeXKlba0y/xWEKsD7Ywz77TLNn7Nzj5jvF1R1rS4CQIQgAAEIAABCEAAAhCAAAQgAAEIQAACEIBAYbG6zleDrHv37tbQ0FAyqrLF6vLly21Zt39XWKw2SdUt+piteBqxWvJycgMEIAABCEAAAhCAAAQgAAEIQAACEIAABCCQhoAyVnt/8XXr1atXrYvVQKpq5ojVNOtPGwhAAAIQgAAEIAABCEAAAhCAAAQgAAEIQKAMAlUTq8uWLbPl3d+tUMZqRKq2G7H6K3v5fw62LWMX5l825f870E4oY9HKvmWvG+yDMcPshTt3tb3/WnYv3FgygcxzYE9ua9veVPLN3AABCEAAAhCAAAQgAAEIQAACEIAABCDQDglIrPZaOdB69+7dthmrlROrMVI1AL3yiy/MVn1o8xb9y/720k12+cNP27w2W4iMUBvw5iRb//LQqB1tD19xln23ZxvLVcRqm6187kCI1SqBZ1gIQAACEIAABCAAAQhAAAIQgAAEINBqBGpcrBaWqnHUVn70tP3+9vF29uxWYxp0nCRWzc4480m7bIsP2j5rtS2mzRgQgAAEIAABCEAAAhCAAAQgAAEIQAACEKhzAjUsVkuXqtm1XPWu3XvncXbYY++28vKWIlbzywYsCTJdr//Vy3aM3WNT7GA7ZsBn9rc7d7V5e4SvaSqZ1/ceONVW7bqpmUUyYnMyVn3WbIBg0T3W9Re/aH7Btf+W9Q2avOG3sxd6L46qH/vND+y7Wyi2zJXtz/2tdAbRkgZOWG/8Ws7BZTmvHe3Z+AiamDWVRvCcQw55r+X1Ec7DZ6feY7brwbalq/X7rh0bKQWQEet9AlJtnL3cyk8+3UMAAhCAAAQgAAEIQAACEIAABCAAgXonUMNi1cyG/8pePuFg27JrGcv0xUt2yUVj7YLFZdyb+pa0pQCahGIoNpvknRePTu4NyBWR/rWsgPXCz/Xzr0y5AZPYG29XKOZArDopu3bwXpPUzJYtaBKnFsjdjAw0+9udf7ENx0RKHLix18+I3bj6rV7EBoeKNfene8pjEF2KgmL1z2Y/H/MtWxTUOo1mDhcVqzHlFHL78HI4FKW5pQBy560ZNEnucK1SP2M0hAAEIAABCEAAAhCAAAQgAAEIQAACEKgGgdoWqyLWArm66JVf2MbX3NOK3NMeXhUnYHNlnBN+OSLULP+1GIEXZm9GxarlZqiqv4OWNtWDjavHmn0tI1ZzD2PS2N+3hUXEaig1Q9HrxWp+n83jxDEoXaxGDu9yc1rf7m06SKyoWI17WnJYFV/Lolm1rfhE0jUEIAABCEAAAhCAAAQgAAEIQAACEIBAZQjUvlhNkqsrXrIr/vRnW7n59ja457q2w6bDbMt+4dZrMwuyJyuDM9pLcimA3JbJAjYnYzVGhKo8QPO29fRiVVmlPuNVsfis1zP2Otqu+OtNOdmt2QzUGIG4pZuI305/tJ2x1012RWLGapzU9K/FHfAUI5cjDEoSq8rczSlh4LNKm+NOK1bzt/J7BsXngVhtna82eoUABCAAAQhAAAIQgAAEIAABCEAAAm1JoD7EapxcjZGmg3c6y65e4rsQAAAgAElEQVQ/5Aj7br9uTYzftf83YR87qtXKAZQmVrPb8GOegHTCrzSxGg7jRWG2rEDBjNXodn9frzW3XmnONIr2V1xIxjEoWazm3JC/bb8Y52ahGmz1jxHOhTJvEatt+S2OsSAAAQhAAAIQgAAEIAABCEAAAhCAQOsQqB+xGpWrSdmo/X9s9535c9u3n24oIAIrwrsFYjUiIosJv0y4acVq3FZ+sxzhV0iEzvvAvjvYbErT9vnM2Bm5usOCplICUX5NmaItLgVQRsaqLyHwwIJhtl/kYKsos3zOTdL400xmcGw5AsRqRb5a6AQCEIAABCAAAQhAAAIQgAAEIAABCNQSgfoSq6FcXRUezBRZkl1/ZwuO3sMG2Lt275X72GGvt9aSlSZWMyfIZw6aigq81hCrW4aHZUUPUCp0eJUTq5uaL1Pg6MW0z6FaqcOr0ohVd8BWU1ZtMK4Tq+F7zgfr0K3muWTKIwTZqDkHgjWJ1fD9Jpm9ZVbSF8+85fCq1vp6o18IQAACEIAABCAAAQhAAAIQgAAEINB2BOpPrHq5euRAm3xuRlLmX01ZiN1ftyv+8zA7u9V4pxWrCiBSZzWScVtZsbqr7W06tOlb1jdn7uFJ9s2yNGzjZWp+jVEzyxG1Eag+q/PND+y7W2yafTNHzkYZBLVfdUOaUgDZdgOahhDHF9e3y7b/wEnrrZw4zY0tW/7AvezLGjS1WXSPnb30+3bZOn/J1rINa9Oaidk9NviKs+y7PZUBnXSwV+5hX/n8Iuxb7ZmkYwhAAAIQgAAEIAABCEAAAhCAAAQgAIFKEKhPsSoy/Qfa4MXv2rxYSs3bu7/xi18ktKkEXvrIEogrLQAeCEAAAhCAAAQgAAEIQAACEIAABCAAAQjUKIH6FasFFyQjVvs9vY/tdPu7Nbp0NRY2YrXGFoxwIQABCEAAAhCAAAQgAAEIQAACEIAABAoR6Jhitf+l9s+frWu/a6pnyiPSBgQQq20AmSEgAAEIQAACEIAABCAAAQhAAAIQgAAE2opAhxSrg4++w+5ccYbtdCfZqm31oDEOBCAAAQhAAAIQgAAEIAABCEAAAhCAAATqiUAHFKvfsp8dsKX9v/tuorZqPT3JzAUCEIAABCAAAQhAAAIQgAAEIAABCEAAAm1IoOOJ1YKHWrUheYaCAAQgAAEIQAACEIAABCAAAQhAAAIQgAAEapZAxxOrNbtUBA4BCEAAAhCAAAQgAAEIQAACEIAABCAAAQi0FwKI1fayEsQBAQhAAAIQgAAEIAABCEAAAhCAAAQgAAEI1AwBxGrNLBWBQgACEIAABCAAAQhAAAIQgAAEIAABCEAAAu2FAGK1vawEcUAAAhCAAAQgAAEIQAACEIAABCAAAQhAAAI1QwCxWjNLRaAQgAAEIAABCEAAAhCAAAQgAAEIQAACEIBAeyGAWG0vK0EcEIAABCAAAQhAAAIQgAAEIAABCEAAAhCAQM0QQKzWzFIRKAQgAAEIQAACEIAABCAAAQhAAAIQgAAEINBeCFRdrLYXEMQBAQhAAAIQgAAEIAABCEAAAhCAAAQgAAEIQKAUAr1WDrTevXtbQ0NDKbe5tg0ff/xxY6l3NTY22rJly2x593dtq/67lHo77SEAAQhAAAIQgAAEIAABCEAAAhCAAAQgAAEIVJXA64ufMsRqVZeAwSE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oAABCAAAQhAAAIQgAAEIAABCEAAAhCAAARqjQBitdZWjHghAAEIQAACEIAABCAAAQhAAAIQgAAEIACBqhNArFZ9CQgAAhCAAAQgAAEIQAACEIAABCAAAQhAAAIQqDUCiNVaWzHihQAEIAABCEAAAhCAAAQgAAEIQAACEIAABKpOALFa9SUgAAhAAAIQgAAEIAABCEAAAhCAAAQgAAEIQKDWCCBWa23FiBcCEIAABCAAAQhAAAIQgAAEIAABCEAAAhCoOgHEatWXgAAgAAEIQAACEIAABCAAAQhAAAIQgAAEIACBWiOAWK21FSNeCEAAAhCAAAQgAAEIQAACEIAABCAAAQhAoOoEEKtVXwICgAAEIAABCEAAAhCAAAQgAAEIQAACEIAABGqNAGK11laMeCEAAQhAAAIQgAAEIAABCEAAAhCAAAQgAIGqE0CsVn0JCAACEIAABCAAAQhAAAIQgAAEIAABCEAAAhCoNQKI1VpbMeKFAAQgAAEIQAACEIAABCAAAQhAAAIQgAAEqk4AsVr1JSAACEAAAhCAAAQgAAEIQAACEIAABCAAAQhAoNYIIFZrbcWIFwIQgAAEIAABCEAAAhCAAAQgAAEIQAACEKg6AcRq1ZeAACA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qgXAr94922775PFVZ/OmsZG+3z5Ctu973p27dDh1qNTp6rHRAAQgAAEIAABCEAAAhCAAAQgAAEIQKDeCCBW621FmU/VCJz5zpt2bzsQq42Njbby089szVerbZ3u3W3q9rvYsJ59qsaFgSEAAQhAAAIQgAAEIAABCEAAAhCAQD0SQKzW46oyp6oQaI9iVSA27NXbnv/WKOtcFSoMCgEIQAACEIAABCAAAQhAAAIQgAAE6pMAYrU+15VZVYFAexWrDQ0N9qsthtuJGw2qAhWGhAAEIAABCEAAAhCAAAQgAAEIQAAC9UkAsVqf68qsqkCgvYpVoThg4CZ2wxbbV4EKQ0IAAhCAAAQgAAEIQAACEIAABCAAgfokgFitz3Vt17NavabRPly+wlY3rrGeXbta3x7d23W8scEtW2C2YpHZquVma74yW/OFvd7Y3X6wdK2qzyWsseqDQaxWfVkIAAIQgAAEIAABCEAAAhCAAAQgAIE6I4BYrbMFrYXp/P6JZ+3nf37EdHp99Fq3Vw/r3qWre7lLp0627Yb9rU/3bu7v63TvZtsPHOBe17VJv3Vs437rZLvo16OH9ejapXURfPGJ2Sevm6380CwS/5vW0/b5tPqSGLHauo8AvUMAAhCAAAQgAAEIQAACEIAABCAAARFArPIctCmBp+f/2464+S77eMXnrTpu504N1r93L+vUkJGwkrLbbNjfOjdJ2U3X7WdDvtY3K3CHDehvkrrr9uxpDQ0JoS37t9knr5l9FR/7V9ZgXwSuuFtDo4Wad7WZLW9ssEWNnWzums42e3Vne3F1F3vyq4xIrtSFWK0USfqBAAQgAAEIQAACEIAABCAAAQhAAALJBBCrPB1tRuCj5Z/bQZNvt5feW9RmY5Yy0NU/2ttGfWOIdbIG69dlpfXs9JVZ1z5m3fqafTbP7OPXzNasKqXL4m3XHW7WcwN77uN37NCFHxRvn6IFYjUFJJpAAAIQgAAEIAABCEAAAhCAAAQgAIEWEkCsthAgt6cjoF3zF0ybYVc//nS6G6rQ6vcH72O7bzbEOjWutn6f/9N6rXq/IlF8aWafNzaYcmf9n+4NjeYTY1dag/3+i+529Rc9KjJenFj9/oCB9sdhO1akfzqBAAQgAAEIQAACEIAABCAAAQhAAAIQoBQAz0AbEZj59nw7/OY7bcWXFc74rGD8lRarnzQ22JLGTjnlAdaY2YLG1isDIBxxYnXEuuvbg9vtUkFadAUBCEAAAhCAAAQgAAEIQAACEIAABDo2ATJWO/b6t8nsl65caYdOucOeeefdNhmv3EEqLVbTxPGVmX3ZZ4it6TnAnly62P6/xZ+kua1gmzixusPX1rPp2+/a4r7pAAIQgAAEIAABCEAAAhCAAAQgAAEIQCBDALHKk9DqBP7P3560i/4y09aoHkA7vqohVh0O1XDt2seeWbnSDv9YR1y17EKstowfd0MAAhCAAAQgAAEIQAACEIAABCAAgTQEEKtpKNGmbAL//OAj2/+G22zhp8vK7qOtbvw/+42yvbcaap0a11Skxqq2/b+1prMtWNPJffysscH+taazrWVmAzutts07rbGNO6223tboygOozuoLq7u0eLqI1RYjpAMIQAACEIAABCAAAQhAAAIQgAAEIFCUAGK1KCIalEtACapnTn3IJj/9QrldtOl9l+w70vbbZquKidWk4JWTqsOsPmjsZIu7rG0fNXS3//l0uc2ugFTVmIjVNn1sGAwCEIAABCAAAQhAAAIQgAAEIACBDkoAsdpBF74tpj1rwXt20OTb7dOVX7TFcC0eo63Eak6gfYea9drIPlq2yEYsWNziOSBWK4KQTiAAAQhAAAIQgAAEIAABCEAAAhCAQFECiNWiiGhQDoFVq9fYSXf/2f70wivl3N4m91y490j7/9m7FyDL7vo+8L97b99+z7M1M5JGsjQSGvQyLwmwsJnNKrzsNWDZMatgDBiUbKXsCmSXXcVxcG1MNl5V8BpTm2QrHnDAZJOysWVcZR4xYFa2eQqEDRIgHjNGmtFIMz2ann73fW2d23277+33v6enbz8+twokdf/OOf/z+f+uVPWd//mfH73qQBz/0tfjz779vbgcwerUzOrUZ2r5GKrl4olqIfbkqnF1rhqFXMTBXLZhQMTHS53xLyb61uW+rVhdF0YnIUCAAAECBAgQIECAAAECBAgsKyBY1SCXRWCzr1Z98bVXx++87pVxaFd//NevPxq/9snPrXuwmoWqpVquvrfqhVouTtfy8XClGJ8uFeO71cJlcc9OKli9bLROTIAAAQIECBAgQIAAAQIECBCYFRCsaoZ1F8j2Vn3Hgx+PD33lb9b93Ot5wrfe+bx47oGB+Nijj8cXf3gqfvM1PxE/ffttkYtq7B36RvSMP9lyuXxnd+Q7sldPXdqnFhFDxT0x1HM4/nx0OP6PZ0cv7YTzjhasriunkxEgQIAAAQIECBAgQIAAAQIEFhUQrGqMdRf4xlNPx+uO/5c4Pza+7ue+nCf853f/RLz5xc+Pjnw+dvd0RU+xOHu52uRQTD72x5GrlaJr78GIXC5pKJWp8ahVKtHR3Td9bHFXxO4jcaE0FS98cn32Vm0MSLCaNDWKCRAgQIAAAQIECBAgQIAAAQJrEhCsronNQcsJjJfK8ez46kPVQi4fV/T1RiGfFla2YxYqZx6JqdOPRJTGI5fPRa5jJnytRQxXKjES+Riu1mIi3xHfzvfGs/lifKvWFZ8s7K0P98bqeNydG4ury2PRWS3HZ7oOxGejf11vRbC6rpxORoAAAQIECBAgQIAAAQIECBBYVECwqjEIrJPAP/7Bo/Hnw+fX6WxrP41gde12jiRAgAABAgQIECBAgAABAgQIrFZAsLpaKXXrKjA6Ohpf+sIX4uLFi+t63nae7E9/9DnxF2ND7RxC/dqLBatH8h3xq+cnVhzb7t2746V33RV9fX0r1iogQIAAAQIECBAgQIAAAQIECOxkAcHqTp79Nt37yMhIfOj3fi/OnT3bphFcnsue+IV74v+bGLk8J08462LB6pWTpfi5L6zuZWJXHDgQb/mlX4r+/vXdoiDhFpQSIECAAAECBAgQIECAAAECBDa9gGB100/R9hvgqSefjN//8IdjcmLlFZRb6e63S7CaLxTiH77xjfGcm27aSvzGSoAAAQIECBAgQIAAAQIECBDYUAHB6oZyu1gmIFi9vH1wqStWs9G94d5745Zbb728A3V2AgQIECBAgAABAgQIECBAgMAWFhCsbuHJ26pDF6xe3pkTrF5eX2cnQIAAAQIECBAgQIAAAQIECGQCglV9sOECiwWrP/tzPxd79+7d8LGs5wX/VXk4PjPy7Hqeck3nWixYva1/d3z40JFFz3f69On45Cc+0fI7K1bXRO8gAgQIECBAgAABAgQIECBAYAcJCFZ30GRvlltd72B1qlaL4Uotak032JfPRU8+t6G3LFjdUG4XI0CAAAECBAgQIECAAAECBAi0VUCw2lb+nXnxSw1WswD1qalKPDlViYuVapSbE9Um0ixX7c/n4+rOfFzb2RGFy5yzClZ3Zj+7awIECBAgQIAAAQIECBAgQGBnCghWd+a8t/WuLyVYzcLU702UY6Jai3xE9Bey/48YrlRnV6xm+Wl3Plf/X/bzLHjtzOXiR7oKcWN3R1yufLWdwepNMRmvzQ3FXTEWN8Zk7I5KlGq5+EGlEH9e6o4v5A/Gvz14dNF5txVAW78OLk6AAAECBAgQIECAAAECBAhsUQHB6haduK087LUEq+PVWnxjrBTPlqvRkcvF4c5CXN9ViO+Ml+NMqRK9+VxUI+rhavb3WV1/IRfP6+2MC+VqnJgsR3aOvkIubu8pxt6O6UB2PT8bHay+orcn3nvVNbGrOhW5k617pM6/r8ylXNgV53t+NEqF3S2/FqyuZxc4FwECBAgQIECAAAECBAgQILBTBASrO2WmN9F9pgar2eP+Xx8t1YPRA8V83NJTrK9G/eZYKU5PVWJfRz5e0FeMh0dKUarV4kV9nfHEVDmemKzE7kI+7ugvRjGXq690PTlZjkLk4paejriqs7CuKhsdrBaiFv937sl4ZQzXV+82fyYjF8WYXtXb/Jkq7I1zfXdENVec/bFgdV3bwMkIECBAgAABAgQIECBAgACBHSIgWN0hE72ZbjMlWM1C1UdGS5G9oOr6ro64qbujfitZQPr4eDl2zQSn2aP+nx+eqgerd/R11lerfmu8FD+crNTD2Bf2dda3AMj2Zv3WeLm+svX23o44VFy/cHWjg9XGnP5ojMfeqEQ5C4xjMvZFOf7baC4qlWr8Ss9ovLw4GX256Y1oK/meONd7R5QK/YLVzfSlMBYCBAgQIECAAAECBAgQIEBgywkIVrfclG39Aa82WM3C1K+OlGKkWq3vjXpD13SoerZUrW8LkL2M6oV9xfqq1OwzP1jNosRHRqfiXGn6+Ox/2efpUiW+OVaOjnnHX6psO4LVO2MsXpu7GP9djMThKEW2irXxmazl4ulqPr5W7oyXdZbjYK4kWL3USXY8AQIECBAgQIAAAQIECBAgQGBGQLCqFTZcYLXB6mPjpfrj/Nkn2xv1YLEQVxUL8e3xUlyoVOtbAlzT9Dj//GA1Oy5b8fq10VL9kfjn9Rbrxz1dqsZQuVrfkzXbRuAl/dOrWS/1s5HB6n/a3xUvP3g08lPDUTvx8VUP3YrVVVMpJECAAAECBAgQIECAAAECBAgsKyBY1SAbLrCaYPWZmVWpXfmInpmXUZXnFmPW90zNXlKVz0X053ORy0Vkx1RqEYeK+fo/j1Zq9X+eqNVisjp3cBayZi+vyv56vlKN53YX47quS98SYCOD1f+wrydetWt35C58L2L4icj2VH0yOuN70RVHYjJuiMmYXp87/5OL4a7rYqj75tlf2GN1w78CLkiAAAECBAgQIECAAAECBAhsAwHB6jaYxK12C6sJVr82OhWD5dZVqc+Wq5GtYh2r1qIvn4+Jai2qMR2eNmWusxzZKtRsu4AshM1C2SyEzV5ale2rmv3uQrkaj4yVojuXiztnXnB1KZYbGaxmj/z/ZAxHR9Ti0eiO70bX7NBrtVr0Dw/FP+wYjp/tHo/nFMotIWupsDue7n+ZYPVSJtuxBAgQIECAAAECBAgQIECAwI4XEKzu+BbYeICVgtUsQM1eWNVbyMVLmx7TH5p5rD9bqZr9fP5nsa0AGjWPjpXidKkSt/YU43DT9gF/M1qKs+VK3N5bjCsv8UVWGxmszr/3bH/V18TFeEluLLKXWXXVqnGyUohHysX4Yqkrfq1/NK7LTdUPGyteFed7ny9Y3fjWd0UCBAgQIECAAAECBAgQIEBgGwkIVrfRZG6VW1kpWP3uRDl+MFGOI90dcXTmhVPZvf1wshLfmSjFtZ0dcXPPwgfdlwtWT01V6qtdsz1Zs71ZG58z9RdZlep7t97WO/fztVi2I1j93YFdcfeBI5EbORVx6i9XHHY11xmDvc+PyY4BweqKWgoIECBAgAABAgQIECBAgAABAksLCFZ1x4YLrBSsfnV0KrJVq8/v7YwDxWwn1OnPt8fL8cRUecGq08bvlwtWG6tds/1YX9y02nW8WouvjEzVtwu4a9fCVbApOO0IVn9rT2f8zBXXRu7iiYhz36wPN9sWIfvfnNzcXdQiHxe7b4rhriOC1ZTJVUuAAAECBAgQIECAAAECBAgQmCcgWNUSGy6wXLCaBYKfH56s74l6R19n9GebpM58sn1XL5Rr8cK+YuzrWBgbLheslmq1+NLIVH1v1Zft6qr/tfHJgtVs39b510uFWUuw+rL+vXGouPpAtxoRj42PxHcnxmaHlz36vzcqUYlcfCe64lytEIXhi3FXbixe0zkZL+goxdGOchRndqIdK14d53ufJ1hNnWD1BAgQIECAAAECBAgQIECAAIEmAcGqdthwgeWC1ZFKLbIVq9kK0pfNW0H6heGpmKotHYAuF6xmN5kFq9kLr+YHqNn+q2dK1XhBXzEGFglsVwu0lmD131xzU7ywb9dqLxFZQPwHg2fiI4NPLXnMTbWJ2Dd2MWqVLIad/jywezSuz03W/z5brTrU/dzZ350+fTo++YlPtJzvDffeG7fceuuqx6WQAAECBAgQIECAAAECBAgQILDTBASrO23GN8H9riZYzR7R38hPRy7iBX2dccUGB6uNe/zlg9fG2w8cjs78Yg/wR3x/Yixe/92vL0oyEOX4lb6OuL10Np5bGoz+mAtU5x9QzRXjfO8LYsIeqxvZXq5FgAABAgQIECBAgAABAgQIbEMBweo2nNTNfkurCVazWPVg0/6q2T09U6pGpRZxqJiPfPOz/DM3vNLvz5WqUVrk+Gw/1yzIbWeweilz9qlDe+LowVsiBr8Vtae+sMKpcnGx64b6PquNjxWrl6LvWAIECBAgQIAAAQIECBAgQGCnCghWd+rMt/G+lwtWGy+TyoaXvWSqpylBzfZYHarU4kV9xdhTSNtjNTtftlVAuVZbcN5s64HhyvQWAbua9nRNJVrLVgCp11is/meL5fgnffkYGzsXj5YqMVbLxeRUKY7kSnE4X4lrCpXYlatFx8weq+PFQzHY+0LB6nrgOwcBAgQIECBAgAABAgQIECCwYwUEqzt26tt348sFq9mosr1QRysLX1KV7YX6VKkSt/cW48piYcENLLfHahacZgFqFtS+tH/uZVGNl1plJ8t+nu3tutZPu4LV+eOt1WoxcXE4quXK7K/+av/5uCk/vcfqePFgDPa+SLC61ol2HAECBAgQIECAAAECBAgQIEAgIgSr2mDDBVYKVrMA9dRUJZ7bU4zruuYC1JOT5fjuRDmu7+qIm7o7koLVM6VKfHOsFAeLhXheb3H22MFyNf5mtBR7O3Lxor65wHUtKFslWPXyqrXMrmMIECBAgAABAgQIECBAgAABAq0CglUdseECKwWrjRB0byEfdzatLs32Qn1ktBQ3TX4p7nj2P0auOjXzcPv0LVRq0y+8yudy0Vh32vhrtjdrNWpRyOWieROB7DVP2XHzf74cSi3fFZO7XhrDh94c1cLu2dKtEKxWcx3xbM/tMV68cnbc9ljd8K+ACxIgQIAAAQIECBAgQIAAAQLbQECwug0mcavdwkrBahaPZtsBjFVq8fy+Ygx05Osvl8pWsT45VYmX7S5HT0d/W247F9UoVgaj95kHI0a+H+ev+1eRBa3Z573V0XhodKgt42q+aLVWi/NDQ1Ga2QqgFrX4633n48bcREx27IuzfS+JmI2eIwSrbZ8yAyBAgAABAgQIECBAgAABAgS2oIBgdQtO2lYf8krBanZ/fzdZie+Ml6KvkItstWkWrGaBa7YC9bq+jnj+7p6o1uYe6d8ok2z/0lK5HLVaNfYMfjRKhStjYvdd9ctP9fREX23te7RejnsYjVrc9egX40tXjMd1ueG40H1zjHZe23IpwerlkHdOAgQIECBAgAABAgQIECBAYLsLCFa3+wxvwvtbTbCahahfHpmK7PH/jlzEoWIhruksRH8hV//5Kw7kI995RVvuLttxYGx8LDor56Lz6T+LkYNvrI+j1N0d3dneApvlk4s4WS3Hz3z7q/HVK0bjUKFWX61azbUG0oLVzTJhxkGAAAECBAgQIECAAAECBAhsJQHB6laarW0y1tUEq9mtni9X4+ujpfpK1dt7O+rhavb54WQlrusvR3/voYhce1aIjo1PRJRHY9ff/V9x4Zp31ce12VasTuUi/vWZE4lMwNYAACAASURBVPHYhdPxZ/uGI7oOx8WuGxd0kWB1m3yx3AYBAgQIECBAgAABAgQIECCwoQKC1Q3ldrFMYLXBalZ7crIc350oR0cuF7f3FONAMV8PWoudlch3zL04aqNly+VyRHkidv/wtzZlsDqWj/i109+Pzww+E/9291Tc2z0Z5/vuiHK+R7C60c3iegQIECBAgAABAgQIECBAgMC2FBCsbstp3dw3lRKsNoer2drU53R3xPVdHbG7txKVjv1tu9HJqVLE5LnoOfNfY/jQ2+rjeKQjYrIwvaq2XZ9KrRZfu/hsfPTMkzFSKccv9JTigf6hmCpeGc/23LbosKxYbddsuS4BAgQIECBAgAABAgQIECCwlQUEq1t59rbo2FOD1ew2ny5V4rHxckxVa3Ftb1f82EBnVPN9bROYGB+Jnmc/E+WpqRjf98r6ON577lT8l6FzbRtT84WvL1TjN3aX4hUdw1GolWK46/oY6r5ZsLopZscgCBAgQIAAAQIECBAgQIAAge0gIFjdDrO4xe5hLcFqdovj1Vp8a7wUN3SdjyO790Xk2rM6tFqeiMK5z0b+6U/F+SO/GdXC9JYEF6uVuFiptGU2nnPus9F58VTk8vno2bMvOrq6W8YxXjwYg70vEqy2ZXZclAABAgQIECBAgAABAgQIENiOAoLV7Tirm/ye1hqszt7Ws38RB0+/Lwq1qTbdaS5KPc+JocPvjFL3DW0aQ+tl9/7wj6I6fiGK3T3Rs3fhFgmC1U0xTQZBgAABAgQIECBAgAABAgQIbCMBweo2msytcisrBaudTzwZez7zueg6+cPIlUqb/raq3V1x9q2/GFPXHm7bWPf+4D9HrTJVD1U7OrsWjKNU2B1P979s0fHZY7Vt0+bCBAgQIECAAAECBAgQIECAwBYWEKxu4cnbqkNfLljt/dtvxv4/+pOYOnpTjL7qlVHt6938t1mrRa2jEBNdnW0Za9f4qeg+9ZnoKBajZ+++RccgWG3L1LgoAQIECBAgQIAAAQIECBAgsI0FBKvbeHI3660tFaxeUYs48MEPx9Ab/kGMXPcjkc/no7urK/L53Ga9lfq48pOTMV6tRqXcntW1vRcfi86zD0fPnr1RKC4e7lbyPXGu944oFfoXWFqxuqnby+AIECBAgAABAgQIECBAgACBTSogWN2kE7Odh7VUsHr1k6ej+9TpGHzNqyPqoWpnPVzd7J+O8fEYrpTbMsxid3d05kqRq5Uil1/mZV65fJRz3VEqlaM8OdkyVsFqW6bORQkQIECAAAECBAgQIECAAIEtLiBY3eITuBWHv1Sw+iNf+5so335bjFx5KLo6u6KrTY/Wp5jmKpWojE/EWKU9q1U7e3sX3VN18XuoRWliMkoT44LVlElWS4AAAQIECBAgQIAAAQIECBBYRECwqi02XGCpYPXGP/+LuPiTr47J3bujWOyIfG7zr1Yt5CJylXKMT01tuGPX8Jdj3xP/Z+SqrUHpcgMpdx2O80ceiErHwGyZFasbPnUuSIAAAQIECBAgQIAAAQIECGwDAcHqNpjErXYLSwWr1z38SIy/5MUxtW9f9G2Fl1Zl+6tme6tOTsZYaeOD1Z6hz8WeU78duerK15666uejdMXdUXzmkzG0+3+Icte1gtWt9sUxXgIECBAgQIAAAQIECBAgQGBTCQhWN9V07IzBLBWsXvut70QMDMTwLTdHX19f5HKb+6VV2WzlarWIsbEYbsOLq/rP/kHsevr3VtU0E0feEVMHXxOdp/4gRrrviFL3jYLVVckpIkCAAAECBAgQIECAAAECBAgsLiBY1RkbLrBUsHrowsU48KGPxDP3vyti397o7Fz8DfcbPuAVLtgxPhEXpiY2fFi7n/oP0Tf4p6u6bnnfXTF5+Bei49kvxEjn82Kq73mC1VXJKSJAgAABAgQIECBAgAABAgQICFb1wCYRWCpY3bdrV+z/6J9E98kfxuA/+cdRG9gf+Y5l3nS/Se4n2w6gVi7HWKW8oSPa++R7o+fCZ1Z1zcnDb4zJH3l7FJ/5RExOFWJ8z98TrK5KThEBAgQIECBAgAABAgQIECBAQLCqBzaJwFLB6t69eyM/MRH7/+hj0ZNtC5A9Zr8FPtXurjj71l+MqWsPb+hoB37wv0Tn2GNJ16zlOmPo8DtjfO9/L1hNklNMgAABAgQIECBAgAABAgQIEGgVsBWAjthwgeWC1Www7x9/Nr4/NRH5ycmIanXDx5d8wVwuqj3dEfnFV9d2RMSLOrrjNZ19MbBETeo1c9XJGDjxv0Zx/Luph8bwoV+KkQNvEKwmyzmAAAECBAgQIECAAAECBAgQIDAnIFjVDRsusFKw+ssjT8c3ypMbPq7LfcHeXD7+p+49cU/Xrku+VKE8GPtP3B8dk6eSzzV88Bdj5OAbBavJcg4gQIAAAQIECBAgQIAAAQIECAhW9UAbBVYKVr9fLMTuXL6NI1zfS1ci4qtTY/HAhaeiO5eLd/Xsj1d19l3SRYoT34/9J/5F5CsXk88zvvfvx4Vr3iVYTZZzAAECBAgQIECAAAECBAgQIEBAsKoH2iiwUrA60t0V+zuKUYhcG0e5Ppeu1moxOTEZlWo1Rgq5+JVnn4hi5OJ9/QcvKTzuHP3b2P/D34hcZTR5oILVZDIHECBAgAABAgQIECBAgAABAgQWCNgKQFNsuMBKwWq+oxiVjo7oqG6Nl1etBFiLWpTLlajVanE+V4t7z/9dvKt3f/zkJaxa7Rn6XOw59duRq06tdPkFv5/qvTUGb/it2Z+fPn06PvmJT7TUveHee+OWW29NPrcDCBAgQIAAAQIECBAgQIAAAQI7RUCwulNmehPd50rBajbU8e7u6ClvgRdXrdI1C1WrMy/i+n+mLsSF0lT8Wu/AKo9eWNZ37o9i95kPRER6+CxYXTO7AwkQIECAAAECBAgQIECAAAECswKCVc2w4QKrCVZHentioNAR+fTccMPvZ7UXnJicinK5HI/lyvHvLz4T/67/UKx1J9ldT38w+s/+4Wov3VJX7ro2Bo88ENWOffWfW7G6JkYHESBAgAABAgQIECBAgAABAjtcQLC6wxugHbe/qmC1uysO9fVH5zZ6idX4xESMjY3Hk/lq/Or5J+N3+g/FFfnCmqZg75PvjZ4Ln1nTseWuw3H+yANR6ZheMStYXROjgwgQIECAAAECBAgQIECAAIEdLiBY3eEN0I7b36nBaqlUiuGR0TiVq8T9lxisDpz436Jz9Btrmr5qx544f/1vRqn7iGB1TYIOIkCAAAECBAgQIECAAAECBAhECFZ1wYYLrCpY3YZbAVQq1ZiYnIxTUY13D52K9/cfit1rWpFbiyt+8D9Hcezba5q7amF3nD/yb6LUfaNgdU2CDiJAgAABAgQIECBAgAABAgQICFb1QBsEVhOsjvX2xp5sf9VttMdq9vKqqXI5PlcZj4+PPhu/1X9wTfqF8mDsP3F/dEyeWtPxtXxPPHvtP4/JXS8RrK5J0EEECBAgQIAAAQIECBAgQIAAAcGqHmiDwErBai6fj3J3d3RX2zC4y3jJcqUSI9VK/Pz5k/GW7j3xP3btWtPVihMnYv/JX418eWhNx9fynTF0+J/F+J6/J1hdk6CDCBAgQIAAAQIECBAgQIAAAQKCVT3QBoGVgtXJ7u7Y1VGMtb3WqQ03tIpLVmu1GC6X4n3DZ+OLE8Px3r6DcUOhuIojF5YUx78T+0/+y8hXRtZ0fC3XERev/uUY2/caweqaBB1EgAABAgQIECBAgAABAgQIEBCs6oE2CKwUrA7u3xM39a1tNWcbbmfFS45XK/HIhfPxm2efiJNTE/EzXbvin/XsW/G4pQp6hj4Xe079duSqU2s+x/ChX4qRA28QrK5Z0IEECBAgQIAAAQIECBAgQIDAThfw8qqd3gFtuP+VgtVfHnk6vlGebMPILu8lcxHxY8We+N97r4ieXPZPa/v0DX4sdp/5jxG1te+VMHLg52P40NsEq2ubAkcRIECAAAECBAgQIECAAAECBEKwqgk2XGCnBatduVxcne+In+vaFT/d2R/5SxTvf+b/jV3P/P4lnWV879+PC9e8S7B6SYoOJkCAAAECBAgQIECAAAECBHaygGB1J89+m+59sWC1TUNx2SUE3nDvvXHLrbfyIUCAAAECBAgQIECAAAECBAgQWEJAsKo1NlzgqdOn48Mf+lBMjI9v+LVdcGWBru7u+MU3vzkOX3PNysUqCBAgQIAAAQIECBAgQIAAAQI7VECwukMnvp23XalU4r998pPxlS9/OWq1WjuH4trzBHL5fLzkpS+NV77qVVEoFPgQIECAAAECBAgQIECAAAECBAgsISBY1RptE8hWrJZKpVVdf3h4OP7Thz4UQ0NDC+r37NkTb33LW2LXrl2rOtd2K1pPm86urujq6tpuRO6HAAECBAgQIECAAAECBAgQILDuAoLVdSfduSfMQtIffP/7MTU1te4Ik5OT8eWvfCUmJyYWnDt7dP0lL37xmgLBcrkcTzzxxKoD3nW/sZkTFovFuPbaa6OjoyP5EpfLZqWBdHZ2xg033hjZ2H0IECBAgAABAgQIECBAgAABAjtNQLC602b8Mt7v8MWL8YHf/d1FV5Vexste0qkr1WqcO38+su0J2vnJHru/Yv/+KOTz7RxG0rWzlcJv/0f/KHbt3p10nGICBAgQIECAAAECBAgQIECAwHYQEKxuh1ncJPewFYPVbI/X8xcuxORlWGWbMi3dXV2xb8+eyOVyKYe1tVaw2lZ+FydAgAABAgQIECBAgAABAgTaLCBYbfMEbKfLb8VgdTv5b/S9CFY3Wtz1CBAgQIAAAQIECBAgQIAAgc0kIFjdTLOxxcciWN3iE5g4fMFqIphyAgQIECBAgAABAgQIECBAYFsJCFa31XS292ZGhofjA8ePx4Vnn23vQFx9QwSuvOqqePNb3xo9PT0bcj0XIUCAAAECBAgQIECAAAECBAhsJgHB6maajS0+lmqlEh/9wz+Mbz322Ba/E8NfjcCL7rgjXvu610VsoX1hV3NfaggQIECAAAECBAgQIECAAAECqxEQrK5GSc2qBZ46fTr+8+//foyOjq76GIVbT2D//v3xpre8Jfbt27f1Bm/EBAgQIECAAAECBAgQIECAAIF1EBCsrgOiU7QKnD17Nv7kj/84spC1Vqvh2UYCuVwujtxwQ/z0a18b+/bv30Z35lYIECBAgAABAgQIECBAgAABAmkCgtU0L9UJAuVSKcbHxxOOULqZBbJQtae3NwqFwmYeprERIECAAAECBAgQIECAAAECBDZEQLC6IcwuQoAAAQIECBAgQIAAAQIECBAgQIDAdhIQrG6n2XQvBAgQIECAAAECBAgQIECAAAECBAhsiIBgdUOYXYQAAQIECBAgQIAAAQIECBAgQIAAge0kIFjdTrPpXggQIECAAAECBAgQIECAAAECBAgQ2BABweqGMO+8iwz+6Tvi1b/x10vc+Jvigw+/M56301i+/r64876PxI//+qfid143sH53/8zH4h0/dSLePmP6t++/M9724R1qvH6qzkSAAAECBAgQIECAAAECBAgQWFZAsKpBLotAPVj99N3xqfe/PlojxMH42D99dbwn3r3I7y7LUDbJSWfu+/PZcNY59GwOVrPw9oNHmmz/Nt5359sijj8c73xBRMwLYTcJjmEQIECAAAECBAgQIECAAAECBLacgGB1y03Z1hjw0sFqxHK/2xp3t4ZR1gPNz8bdx++Oz973njjSCDrXcKoFhzSFpYefGYyBg81R9rxgdT2u5xwECBAgQIAAAQIECBAgQIAAAQIhWNUEl0Vg1cFqIxQ8HvG2+z4Sbzr+cNz9UPYoe+uwWh+fb179GfGm4x+MuO8DceTjvxOvP5gFiR+IIzMBZtQfuz9VX7X5keZTvmxuxWx9rCffHh+Mt81cd3pF6eGm7QyycdVXfMZMMDxvm4Pm3y8G2uxxKntUPz4YD//Tuc0Qssf3P3D9B+PuT78t3lNf1ZrdV+Oarfc789u57RRaVqFO1554W3bsdKjauO+64Y/91dy2ATNbE8yNt2kl7YLfRUST2WVpGiclQIAAAQIECBAgQIAAAQIECGwhAcHqFpqsrTTUVW8FUA8F3xN//ebpoHF6b9aId9dD0pk7ngn5GkHj/D1Ep//5x2eOmQkTm0PAZwZj8OBAy5YE00Hm9F6njf1gG+dv/PNsmFu//onZMQ3OXxW64uP102HnZ18xs7dq/XzRss9s6z1ERMs1B2PwmYEYaHg0wt2Tb58OZ5cMVjO/JbYC+PiR+MBPvSemg+fpFa71MXzv3fGpfxnxG/N+1zjPR2bmaSv1orESIECAAAECBAgQIECAAAECBC6HgGD1cqg652xYuThF08rIxiPyM0Hq4oFsazhYDwCbV3y2nGPpR98XvFCrOcxt3g92QfA5swq2OeydCSznVsE2gt1F7njR8zXte9oINZe8p9aAefYKjfB4zcHqZ+Pu+QF2tj9rPVid97vFxqjPCRAgQIAAAQIECBAgQIAAAQI7WECwuoMn/3Le+qr3UV2PYLUecjZvBdAaWi5YgTovJFww1mWD1cbj9UuHw/Ndp1ejLqLdtPpz2bD4dLbC9SMRTfUtY16vYLUxxHlz0vjxgjFezgZybgIECBAgQIAAAQIECBAgQIDAJhcQrG7yCdqqw9vQYHWFFauLBYLNP0sKVmPmJVTNKz2XCCKn526JFbTzthdYLlj9iS++I17dvKK2sRVA42frFaxmY7Jidat+5YybAAECBAgQIECAAAECBAgQ2GABweoGg++Uy11SsJq4x2rrvqwLg8z5e7JO7186twI0PVht3pu08WKpJbYCWGQ/1ebA9cTMHqcrBqvNJo19aS95KwB7rO6U76P7JECAAAECBAgQIECAAAECBNZfQLC6/qbOOH9F5XIii6z2XOzR+dkXSdXP1Qgzp0/8429+U8SHT8zsF7rYCtHW+voj9cc+Ww9Xs/P+evxG64rQlfZYbQSz01ePd3/81yP+9avjPZ9v2h6geZzPmX4x1/zP7Mui3v/6OLXsvrEzL5ZqbCeQBaozL5iqv/Tr3hPxjp86EW9/+J3xvBmbE297ON75glaruuGP/dVcbct9ZLVN41/wu4hofiGYLidAgAABAgQIECBAgAABAgQI7HABweoOb4Btcfstj8JviztyEwQIECBAgAABAgQIECBAgAABAptcQLC6ySfI8BYRmLeitHnl5wAwAgQIECBAgAABAgQIECBAgAABAhsgIFjdAGSXWH+B1u0C5j+Cv/7Xc0YCBAgQIECAAAECBAgQIECAAAECzQKCVf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BN3POQAAIABJREFU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aHOwejpuPvCSyOXyicNWToAAAQIECBAgQIAAAQIECBAgQIAAgfYI1GrV+PbZL0ffxNXR398fuVwueSC58+fP11KPqtVqMTIyEqOFp+OaK26MXV37U0+hngABAgQIECBAgAABAgQIECBAgAABAm0RGJ48H0+e+370VQ61J1g9N3w6dh3ojOcceIFVq21pARclQIAAAQIECBAgQIAAAQIECBAgQCBFIFut+r2zX4/hs1Nxxa42rVh96qmnomN3KXYP9MaVe66P/s69AtaUWVRLgAABAgQIECBAgAABAgQIECBAgMCGCGSB6sjUhTgzdDIuDo5F+WIxrrrqqvasWM2C1WxLgJ49hdhzqDvyXZlB8s4CGwLnIgQIECBAgAABAgQIECBAgAABAgQI7GSBXFQnI4aenojxoUo9UG17sJrtuepDgAABAgQIECBAgAABAgQIECBAgACBrSCQvayqbcHq6OhonD59ur5iVbC6FdrFGAkQIECAAAECBAgQIECAAAECBAgQyAQawerVV18dfX199X9O/eTOnz+fvNw0C1KzYPXMmTMxPDwc1Wo19brqCRAgQIAAAQIECBAgQIAAAQIECBAg0BaBfD4fu3btiiuvvHLjg9WJiYl45plnYmhoKEqlUlsAXJQAAQIECBAgQIAAAQIECBAgQIAAAQKpAsViMfbs2RMHDx6M7u7ujVuxmg00C1MvXLgQ58+fj7GxMatWU2dPPQECBAgQIECAAAECBAgQIECAAAECGy6QrVbt7e2N/fv3x969eyMLWdfyWdNWANmFssf/Jycn6+HqxYsX639fqVTst7qWWXAMAQIECBAgQIAAAQIECBAgQIAAAQKXVSDbR7VQKERXV1fs3r27Hqpmf58FrWv5rDlYbQ5XsxdYZatWs1Ws9ltdyzQ4hgABAgQIECBAgAABAgQIECBAgACByymQBajZ6tRstWp/f/8lharZOC8pWG2Eq9lK1XK5XF+xmn2yl1v5ECBAgAABAgQIECBAgAABAgQIECBAYDMIZKtVs0+2YrWjo6P+17WuVG3czyUHq40TCVM3Q4sYAwECBAgQIECAAAECBAgQIECAAAECywk0QtZLVVq3YPVSB+J4AgQIECBAgAABAgQIECBAYBMKPP5gPPDg44sObODl98V9LxtYdtCDnz8ex/9yMFZTu/iJHo8HH3gwHh84Fvfdd1csf7WV/GbOFUfjnvvviaMrlSf8/vGPPRAPfnv9z5swhA0oHYwvHD8eDw0OxLH77ou71jgZ01bzh9tqt6BvGn24bB80xrf+89AYz9F77o97ZhsnrZ8W/y40ztHsMeM7OP3dW/t3Z+WWWM1cLDjLzFxk4zp29vj0XN58T9z/+vX8Rs2/amNu535en4uBL8Tx4w/FYFP53Bw1bJv6dd6/zy7VVrC6co+pIECAAAECBAgQIECAAAECBCItRGqACVa3U+tcerDa6IeWGHFgIAYHByOaQtO1BasbbZ32nVjsu9AINmcDvlUFyOt3n43rN8LI2aB1uaB0Nlj9B3HbYx+NM8eaw+b1G1vzmVrsnvv4TJh6fdw6cDIey1on+0OeKx6a+UOgo/GKlw/Gp/+yEbc2gtW5EPvoPfdEPPhgZH9k1BqWp41fsJrmpZoAAQIECBAgQIAAAQIECOxQgUVCpPmrWWeCsZhZpdoSnr18OoR5qGlp2XSgMX/F3vzVho0Vq3fGnfFwPLzW41tm7WhM5ypNK3GzsWc/a1r91hy+TB++MKCp//jme+KeeHDeKszWVYezl1/CqGXl3GDrKrwlxzGzonH23PUwLKZX+M5dMI7ddyzOHJ/72cCt18fgYydnA6XZcO2lR+PxLzWvTs7m4lgM1leptszmgnPO2iw6ppmVjDP3NXDz0Xj8249Pr3L8icE4fvxM3PbywXioaWXzssFqfZ4ejRgYjCyPbczB/a8fmFlROxO4xcwq54bnwK1x/eBjcXI5mwV9Oj2PR78zvfJ64VxkJzsa99x3ZTzUsnKy9bjW78LcSu9l/+Bh5vu197q9ceHvLsycYiCO3XNbPPpgY5XmMn22pNPcytL5wWrreAYX6aX74q6mlbRZ32cu198yECe/FTMrmecC+FuPDMZjJ5rufv53ZU0r0RvnbwSr87+XjX+HzP+DgOZ/ruNc8uprweoO/c+h2yZAgAABAgQIECBAgAABAmkC84PV1sdsB/5q+vHugTvujPjqwzFYf9x+LpSbDYdmw7QsGDoaL7358fhSdlx9W4EsyHkormx5zHzmOr29EWNjTWHc6o5vWRE4u6Lt6rg6TsfpmaB08bHfEzHzyHrLariBY/GKAw/Fp+tjvidue+zBeuh49eGI06dmHom+5dHplXOzQd508LPUdQayIPrssblHqWeD1emAaPFxNELCpmDtoSubxta0gm/eOO4amAmYDjQFsc0BV1NgPh2YDc5zH4h1vHJIAAAGKklEQVRGYNZqs/iYZrdwqN/XmTg2E2q3rBRserw8215i5WA1m//s3hsBWbby8L648qEsLGsE54MtoWhjjpYbcyNAnX60fTqozVZkHjs3Hawueo7mrSWaQvGlvgvzHz9fuIq3NSyd/e4MHItjBx6Kh7JH7weOxT23PhoPZqsyV+yz+U5zK0wX3wpgXr82rwbN+uTYmTg+s0VBI1htBM6DWW1jRWnTqte568z/zqfuJzG3JcDAbAi+2mA1YsH9rinYnfs3p2A17b8iqgkQIECAAAECBAgQIECAwA4VWCpYnVkd1gjGGsHqvJWZjXBoOlSKmZWF08fWg8XGY7sLgo7WYDX1+NYVeY17aASrrVM5G4TNjGFwsb1Am4LV5mBw0evMBl7zjGZD5LlVpC0h4+wKy+kVl0uN4777jsbjTatJW/a8bL61+eOImAkuB2ZX7s6FVNmBR+PYzArSRrDa6j4XrLasOq67LRzT7D6884LVuRWrj8ZtLx+Ih/5ybj/RVQWr83qsJVi9/7Z49IEHY3A2/J4L9FpmfRGbaFmJ3dqjjWC1dbV187kH4ljjXpb4Liy/r2fT92wmgG757jT+cKD5DyiW6rMlrr9032aN0VgtPXdPC+Z40WD1/rjtWw/Eg2fnAt+jrzgWg5+eWVl787E4dvaheujd+MOUxR7Bbwk+521HMBdAN4LU+StS5/87at7vG6up532/L2WfVcHqDv3PodsmQIAAAQIECBAgQIAAAQJpAmtZsTq32nLxFavNj/I2rzxc5AVBi65YXfn4lhWrs3szzgWrqwo05wU8c+dcuGK1NYRqXcE5u2J15lH8erA4u7q16eVcSwWrzeNorpndwqAp4GsZ8yLbOLRsN9C6orF5JW7LitXZbQaWWLG69/rYe+FkXGjZVqFpa4fGVgCzK0tnOvDme+K+Aw+1vORsNkSbv3VC87mXDVbneq9+leZH0JexaawOzuaxHhTOrKZurMxsWbE620+t7o1tIVpXrM5beVx/6dsiL1dqXq2cHKwusTJ6gdPCFauz34PZUHneytJGoLvkitX769thzL3ornl7hObtC5YPVpf6d9LiWyY0r15t3WN1+uV0SwSr81bTC1bT/kugmgABAgQIECBAgAABAgQIEEgWuEx7rLaEMYu9XXyFPVZXe3zL/S6yx2q2TrOxwm521ez/394d5DQMA1EA9QVYcQcuABL3X1aCPeIaXAA5iWvHdQXdzUiv6zSZvImy+HLGix3bV3NMh9Du3uq+6+UXqzr77NbjqClYfb4GcMNNLOa6rmfWVtP38vJ1Kd/jJ+s11msrclvQOM123a/WNwjqV68B3nlua7uHFh63Y+dViX3VYQ9c5xB1/zj8dhf4bZZpDcwmnzbT97xidTju3mzcLXCdbGaDm1Cyb3rUPWpd+wrZcUJtNXl7LeXj8zSg9hh7cXwCP88pPk66uR3P9t8rVvvn+afnrAXu/whW59fB+lk6jyiogWQfBVDD2inoHEY6nM7/VEr5eWzTqPXIgtVs2/G8t5utGQXw8IvfHwgQIECAAAECBAgQIECAAAECBKII3A3JtlWGfgTyCBgFkKdXKiVAgAABAgQIECBAgAABAgQIECBAIIiAYDVII5RBgAABAgQIECBAgAABAgQIECBAgEAeAcFqnl6plAABAgQIECBAgAABAgQIECBAgACBIAKC1SCNUAYBAgQIECBAgAABAgQIECBAgAABAnkEBKt5eqVSAgQIECBAgAABAgQIECBAgAABAgSCCAhWgzRCGQQIECBAgAABAgQIECBAgAABAgQI5BEQrObplUoJECBAgAABAgQIECBAgAABAgQIEAgiIFgN0ghlECBAgAABAgQIECBAgAABAgQIECCQR0CwmqdXKiVAgAABAgQIECBAgAABAgQIECBAIIiAYDVII5RBgAABAgQIECBAgAABAgQIECBAgEAeAcFqnl6plAABAgQIECBAgAABAgQIECBAgACBIAKC1SCNUAYBAgQIECBAgAABAgQIECBAgAABAnkEBKt5eqVSAgQIECBAgAABAgQIECBAgAABAgSCCAhWgzRCGQQIECBAgAABAgQIECBAgAABAgQI5BH4Bepa002KLb1g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10" name="CuadroTexto 1"/>
          <p:cNvSpPr txBox="1"/>
          <p:nvPr/>
        </p:nvSpPr>
        <p:spPr>
          <a:xfrm>
            <a:off x="0" y="3221116"/>
            <a:ext cx="9144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 smtClean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VOLANTES DE PAGO</a:t>
            </a:r>
            <a:endParaRPr lang="es-CO" sz="2800" b="1" dirty="0" smtClean="0"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83051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219" y="1867167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790575" y="3333750"/>
            <a:ext cx="257176" cy="333375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generar un volante de pago presione el ícono «      »</a:t>
            </a:r>
            <a:endParaRPr lang="es-CO" sz="16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3" t="37087" r="91745" b="57244"/>
          <a:stretch/>
        </p:blipFill>
        <p:spPr bwMode="auto">
          <a:xfrm>
            <a:off x="6543675" y="922482"/>
            <a:ext cx="264320" cy="359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8" name="7 Grupo"/>
          <p:cNvGrpSpPr/>
          <p:nvPr/>
        </p:nvGrpSpPr>
        <p:grpSpPr>
          <a:xfrm>
            <a:off x="1066801" y="1264580"/>
            <a:ext cx="3431197" cy="2235857"/>
            <a:chOff x="5729176" y="1775902"/>
            <a:chExt cx="1131436" cy="1140874"/>
          </a:xfrm>
        </p:grpSpPr>
        <p:cxnSp>
          <p:nvCxnSpPr>
            <p:cNvPr id="9" name="8 Conector recto de flecha"/>
            <p:cNvCxnSpPr/>
            <p:nvPr/>
          </p:nvCxnSpPr>
          <p:spPr>
            <a:xfrm>
              <a:off x="6856167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2" name="11 Conector recto de flecha"/>
            <p:cNvCxnSpPr/>
            <p:nvPr/>
          </p:nvCxnSpPr>
          <p:spPr>
            <a:xfrm flipH="1">
              <a:off x="5729176" y="2913844"/>
              <a:ext cx="1131436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28695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data:image/png;base64,iVBORw0KGgoAAAANSUhEUgAABVYAAAKaCAYAAADVtAJTAAAgAElEQVR4Xuy9CZRU1bm3/zaDzApRESUKqEFFRY1o4khCjGjiEAfUGNCron9vnF1eNVFMIhqjl88xJl6j8DnEzzhe1IiYSBSjRsUJZ6IBJAriBAqIIvR//Xb1rt516pyqU9XVXV3Vz1mL1U3VPnu/+9mnm+bpd7+7obGxsdG4IAABCEAAAhCAAAQgAAEIQAACEIAABCAAAQhAIDWBBsRqalY0hAAEIAABCEAAAhCAAAQgAAEIQAACEIAABCDgCCBWeRAgAAEIQAACEIAABCAAAQhAAAIQgAAEIAABCJRIALFaIjCaQwACEIAABCAAAQhAAAIQgAAEIAABCEAAAhBArPIMQAACEIAABCAAAQhAAAIQgAAEIAABCEAAAhAokQBitURgNIcABCAAAQhAAAIQgAAEIAABCECg/gjcc889dvDBB9ffxJgRBCDQagQQq62Glo4hAAEIQAACEIAABCAAAQhAAAIQqBUCiNVaWSnihED7IYBYbT9rQSQQgAAEIACBDkvgqaeeso033ti+/vWvd1gGTBwCEIAABCAAgeoSQKxWlz+jQ6AWCSBWa3HViBkCEIBAKxD4wx/+YMcff3wr9EyXEChM4M4777TrrrvO7r33Xlt77bXBBQEIQAACEIAABKpCALFaFewMCoGaJoBYrenlI3gIQAAClSOAWK0cS3oqjcD06dNtl112QaqWho3WEIAABCAAAQhUmEC1xeqqVavM//nqq69s9erVtmbNGmtsbHQzbWhosE6dOlnnzp2tS5cu7s9aa61lXbt2rTAJuoMABNISQKymJUU7CEAAAnVOoFSxqq3b559/vr344ouOzIEHHmhXXnllVo4dcsghdvfdd7v3Pv30U7v88svtlltusSVLltiQIUPsnHPOsTFjxpiyFW+//fZYukcccYRtvfXWNmHChNj31f9rr73m3t93331t/PjxOe3OPPNMmz9/fjYO/6ZiUb+jR4+O7df3Gb652267uf59RmVS3Ntuu6398pe/zOtXrx122GE2bNgwN2fxUxzhFbbR5y+//HJeP56p3tD9t912m82dO9cxPfLII01z9ldcH4pPbfw8tE6DBg3Ki+WGG26wadOm2cSJE13Madh5bo8++qj17dvXxo0bl8MinJ/6U/tJkybZ1KlTs8/QWWedlR3P9zdlypQc6Sp+uvT8cEEAAhCAAAQgAIFKEaiGWP3yyy9t5cqV7o9EajmXRGv37t3dH4lWLghAoO0IIFbbjjUjQQACEGjXBEoRqxKlo0aNsmuuucZlGnpxKhHoxd+6665rH330kZuzBOC///1vJ9kk9CQVTznlFHe/6mouWLDAtYsKM/+eBO5FF12Ux09jq6+xY8dav379bNasWdk2Gm/kyJFO5Po49KZiPeigg1y7Rx55JHZNvDQOxxQfSVq/Xd3PKSr31llnnRwR6QeQwJQ0VMy69+KLL7ZLL700RwaHbfS5ZLEEcHjpfl1i+fjjj9tNN93k6pJqvkcffbTtscceWZkZ14fmsXTp0px1kgR97LHHcuqbjhgxwj755BO79dZbXczF2EmCHnXUUW5eEtY+nh/+8IdZ2RvOz6/Pz372sywDydxLLrkkG4vWYb/99nPSfvLkyVkMXkiHErldf3ERHAQgAAEIQAACNUGgLcXq559/bitWrDCJVX8pI7WUy2eyhvdIrPbs2dN69OhRSle0hQAEyiSAWC0THLdBAAIQqDcCpYhVCS9lGobZk+Ih4eVlVyhWQ6HmuakPXV7a+fv1MRRmSWOF/SgWSc+bb745KzUl6ST7JB5DsarXJT/VrzJQw2zMaJ/R+R177LFOdkqmlir3omJVYnHmzJn2v//7v1mhGRWrXsRGnzXd+6Mf/chmzJiRk8kpabzDDjtkxWQcd/UVro0+l5AVB5/x6yWpMlnDGAqxC9n4eBXnBRdckJWiYTxa43BMf48X1vro115y/Oyzz85mGJfKvt6+VpkPBCAAAQhAAAKtQ6AtxOoXX3xhy5YtKyhUJVglTVUGICwHoNe1/V/lAKISNipZJVh79+5t3bp1qxisj+47zS60C+yqA9bN9hn3WsUGbOqoLcaoSMwvXmkjZo6yWacOr0h3dFIbBBCrtbFORAkBCECg1QmUIla9wFMmobIT4+pjRjNWtWX9xBNPtF133TVWZrZUrGqLuzI3vRyU6Dv88MPd9vhQrCoTU0JS0k61PaPb8RVHksxV+z/96U9OFJYq96JiVeMoe/fJJ5+MFY9JUlT3eWkcF3soLOP60L06KMpn92qdtDZ+Xr5/SVFlIIditRC7zTbbzF544YWCdVLDeNQ+miWrsX0m69tvv51dB5UjUDasF8mlsm/1Lx4GgAAEIAABCECgLgi0tljVz9DLly/PsgrlqJepelMydeHChfb++++7rFbVXZU4lVCVMF1//fVt8ODB7nPfhxerUcHaq1evitWxr5ZYrYuHi0nULQHEat0ubf1MbNJffmevLpqTekI/3/tk+8YGmye2/+f7b9mvH/5t6v62HjDUzvr+T1O3pyEEapVAKWJVc/T1MSXHlFEoyRrWxwzFqpemf/7zn11N1rh6oIXEqraDR6/vfOc7LmPWS1DJN5UX0PZ+L34l58I41FblBryY86IwehJ9klgNX/fb+aNxnXfeeTkZt/79OLEqCarXTzjhBCeooxmrqlUaXg888EC2lIBej9sKH0pH9RftQ9zCuqmeTyhGv/e977kyDapd68VqMXbR9Y77OgjnV6i9fy/KW+uqEgiI1Vr9LkPcEIAABCAAgfZNoLXEqsSoSjHpo66oUNVrkqkff/yxE6rvvfdeVqbGEdP9kqoqGaXEgvCKE6w63Eo7tlp6yFVxsTrbrhxxrN3qAhprk2edbsMXT7XTLjK74OoDLZPnqjYzbJTec5/79mZ21GSbdarZlafOtSGbT7SJb02w6VcfaJbNlH03t/2umffV7+yrR9iNg6cXzqbNZpQOtKmnjraJTyqe3WzCg1fZgf3DuPT6Rzb11AvNztd7mf6PvdmTzszNrj7N5g4eYhMvnJvp4z2fsRr2H7Bo348/0ZVJALFaJjhuazsCx9xyukluppGrfXv0sXE7H2rf3GS7xACff+clu+WZu2zJ558VnYQfd8q4K4u2pQEEap1AqWI1nK8k6x133OEOp/JZi0niTHJMmZ/Kmgzrb6q/OGGWthSAJKtEqbbW6x5/OFQYh0Sktt9ri7suSd7f/OY3eYcgFcpYvf76653QLVXuJYnVcFv/MccckxWZhTJWC43t69h6aevFqN/eH5ZLEAPPR+2Veaw/KjOgjNbo1v1C7ColVvV8SLwryzi6DhK+qnvry0hQY7XWv+sQPwQgAAEIQKB9EWgNsaqt/6pb74Wnl6r66D+XcNXPXvr5R9v/42qnxpHSoVUSphtssIFtuummpr/rCu8Px1VdfR1wVe5VTKyGctOJSJtss46YmyxWF39kH/Vft0m4epF5nM39wbFmN8yy07fPROrHPW7e6ECeqv1om7FXrkwN55YXb5NYnT74Rhs97zi3ZV9tRv91lE2/eojdkhW+btRArH5kHy1e19btnx+Pm6Pf+h/Tv+7IsqBEQLmPXru+D7HarpeH4ERAYlXXH+c3H0qTROYng0bYKSOPKSpWr3lsSur+NBZilWexIxAoRaxK7PnswZBNUkaipJtOrg8zQ+PkZUvFqqSifmuv7fUqA6AsUC/8fBarDmPyl6SmBG/0EKsksRpus6+UWFUs6uuVV15xmQxehBYSq16Shod1+TlJLnt5Gu1DQvuyyy7LHsClezwfX+ZApRr8QWP+fmVDqHZrIXa+9IKYh5dkqD9gK4wnriar7lNG8bRp01x5hOg6+EPPlMGsZwmx2hG+MzFHCEAAAhCAQNsRqLRYXblypZOquqJZqv7vOrwqlKqlztYL2o022sj9vKZyAdGs1VC0Sq6We7BVMbFqyk79wUR7Isgkda8lZqw2zdbf57JHJVZ9Rmvm/VCsztgzX7iGNV9Dfkli1WXFukzZpqxad1PhjNWmSLKZrrtdMN0kesN4LBCrObVoqb1a6mNdU+0RqzW1XB0zWInVTfptaLMX/dP+vOiNWAi79h1oQ9bZ0L2XRqyeed+v7ckl79pm3de2t1d+mten+tP7vt+0YlVlBj77orlmjjr22bPhe3269UosVxC223DtDWzDvgOy8S1buczmLH47+/eh/Tez3t1758W/cMkiW/jp+zmvl9M27Xhx8/aDF5prXJxzFr3l5rzROhsULOkQTk79PDbnCft05TL38hYDNreRQ3dL/IKJzksNk/jEtf1s5TJ7c9FbNmJw5leohTKkk4IQs7+9+YSdsOfRqb+wlW0dvWbNe9E2Eq++AxLnkHaAUsSqr4N5//33Z+ulSvbtv//+sRmrXoCFNUH1muSYZKi/WipWFYPKAcybN89UBkCXF4eqLeqFYcjEb3sPD7GKE6v+xHqfkVtJsap4FIfilrxU1mghsar2el+Zt1GmOsTLH7oV14eE5jbbbBN7yJjKAahel8oAiIe//9VXXy3KzktbL1EVo2J74oknYuMR47Fjx1rcM+QZxK2DnhdlRp900kmI1bRf3LSDAAQgAAEIQCAVgUqKVWWqamu/v8IM1fDzf/7zn/b666+7TNWWXMpE3WOPPUw1VSVSC8nVfv36lZW5WlSs+gl4Uaqt/QUyVs1vr3cidnf7u9t63xZi1R8u1VSKwI1fIGNVW/zHKzkjUzZg939kDvFCrLbkia2fexGr9bOWdTsTL+0mPnyNvbHkvVgRKkH633uflkoueVE2dfZD9s4nC2MzV384YEvr2623/ce3xpQk+B6YPd0mzZyclbZn7Hx4VpzpvRufudPNQbHuNzw3q8svoNr918NXuXlK7D4w/sasPJVAvOyv19q1b/zNfv2tI+0nOx2cI159H77cgdrpKtZWbL20/tn2+9uJux/t+tV41/39JrvkxfvtpC2/a2fvdVLseH5u6kNr8e0Nhrpx5y5d6IR3kphWnGH2sDKOl3yxLBvLb/c8vqh41NgH3zfRtGb7Dt3Dnpr/glvTm/c+w47Y+ZDYr4uQoxoUmlvIQG39s6HP//H+HLdOmvN1B5xXUOZGAznjrgluHf9x1LWpxez1M2+yK575U/bZ8L9MEGf9IsCvdbk1gUsRqxpLmYXnnnuuE3H6zXd0W324NVzZotrmrjbbb7+9Sf5JCk6ZMiUnizVJrMbVWFUMqjmqa9KkSVl5p4zNPffcMyscfRxhJme4HnEHQUnoRceM1pBNqrGqvsPDsvxYSaUA/PuSwvph2NdRLSZWPVPPMo5pXB8+c9cfHBVXKsFnwvr7JaujJQQUd5SdZ6I6ropHW9O8pFX7aDz+GdIzoSv6DMWJVcU/atQodygZGat1+08/E4MABCAAAQhUhUClxKq29uvnwXAbfrQEgP7+1Vdf2UMPPZStvdqSSStTdccdd8zWXPVyNU6yamz9DFhqzdXmbfO+Xmq4Hd9cNufcY5sySpWlOXmITT/f7MIfzLXjXE3VTPbp6AuHNNUobSoXoC3yTsbOsFFFMlab66imKwXgt/xntvaPtombT7bJdmxzSQE3ruIbZTNG3GhDXL1V/WAqmRrUTh1vmZqxTf2oBEEhsdo8LqUAWvJc18K9iNVaWCVidAQklU6e+YdEGl+e//eSSEWlXnhzmpICSYP5ONVHVCjqPYm/YhmwytL1pQ8k/a44dGJ2OIm+Qb891IrNV/P79s0nufuKtfV9qm1USHrR++zJd8Rmx/rA4uatGCSwf7XfOYlrExenl45xDMOOJMm/NmkfJ6AfPflP2bd0f5pau55PGrm51kW7u/7Dthp/wgOXOkEquTpj/ORY8RydfMg7ur7FHmL/bESl8+3P3G1HPXyFu/2eAyYkivtC/ZcqVn1fvt6ltotHD4GKjqeM0QULFjjhFmaIFps37ycT8Ew33njjvMMLqsFN4lMZrqWssX+GlKnLBQEIQAACEIAABKpFoFJi9cMPP3SyNJSpmpPkZ/jxgw8+cLt7Wpqtqj41luqs6hfWvr9CclVSdb311isRdZOcdIc+NV3uwKmmDNDsln695w+F8jL1icwNR421sTdb/uFVu06wCe7AqmPskCdX2Q+bRKxuac6ULe3wqqxMbYp37FFj7VYblTkgKzg0a6yv5+pkalPZsF3H2liba0PyDq/azSZckDmw6phDn7BV+zSXJvClAGadyuFVJT5YNd0csVrTy9exgu9oYtVnQ2qVoxJNkq+YLC1FrGoMLzOjktIfHlYsC7KQUC70pMbF6fsqJh39vcoivXf8Ddlh9Hq0jEJcDHGyNCnWpLZe7satU1JfYeap2sw/+a5UQlZtk8Rq+F6UR9rvFOWK1bT90w4CEIAABCAAAQhAAALtmUAlxKp+ybx8eaY8XLjlP5SqGeHa6MpAvfDCixUTq5tssonttNMIa2zMHGAV90dx+Uzanj17ul+Gc0EAAuUTQKyWz44725hARxOruwzawV5f/JbLhtQVZiG2hlhVjdLv35HJLPVZmT6zMo34ixOr5cQpUbnfDce5re3FMklVJmLrP/yHi1nZrWKmuqdJ9VKjj2wlxGooNItl2Prxv/Pbw+1Xe59qJ953sdvWr1INxcS1v7eQWA2/RoqJ97gvX8RqG39TYzgIQAACEIAABCAAgXZFoKViNayrGrf1X3I1I1slN81UX1UHmFYqY1UlulT+StJ2zZpmsRqXwerBf+1rX7Nu3bq1q3UgGAjUEgHEai2tVgePtSOK1SN3PsTG3Xq6qzmqreb3jbvaHehUjrBM8/hI+Eloqs6qtu+LueRuWIogqZ+k9Skm+MKMVQnGG1/K1MxMu63+oBvGxx5qlmY7fDXEqgS2hOrrZz1ok/7yO/v507e5tS1WagGxmuYJpg0EIAABCEAAAhCAAATKJ9BSsaq6ql9++WVOCQCftRpK1YaGTEmAOXPm2Msvv1wRsar+t9xyS9t2222b+svIVS9V9TE80Mp/vtZaa7l6q1wQgEB5BBCr5XHjrlYioHqej8z5u81bstAd8hTKtXLFqjIg//uv17oT40NB2N5rrCr7UifGKyvzgFtOzR6SJCaVrrHqlzOs0/nxWQ+5zFFlVo4culvRFY9mrPot8qWI1VeP/7/ZDNRCh09Fg5GsfHPRW9mDq/S+ZKXkZaGr0mI1TeapSi7oUg3Y95Yscgdv6UojgtUuTcZqtJxD0cVratDRMlZ1WNTSpUuNup5pnxDaQQACEIAABCDQoQg01ZvM1p/sAJNviVhduXKlffLJJ46Sl6nRj506KVs1k7Wq61//+pc9//zzFROrOrxqs802cwI1I1Sb5WpSWQDFoYNoe/To0QFWmClCoPIEEKuVZ0qPZRLQtvM/PnuPvbt0YexhQOWI1VBKKizVKtVW8W9usp3VilhV3GFWp+pnKoO1FGFZrK1fsrBeqLa167T58FCoQkubdHiVWBe6ojVWfT9pDoNSvI/OeSLnoKawPECxeVdCrIbMipUu8KUVxNZfYqws4bQyNE2NVZ9xXOqXYkcSqzrwabvttrNLL73Uxo8fXyoq2kMAAhCAAAQgAIGyCGRORG86xCeuh10n2PSr/YnrZQ1RuZsQqyWxjGarNmeoSqY2WChVfb3VhQsX2uOPP14Rsdq5c2fbfffdbeDAga4/L1cbG/W5ZV+LO9CKrNWSlprGEMghgFjlgagqAYmm+2dPt9tmP5iVSyMHf9N22mR7+87Q3XJOoS9VrKrvn951vn2y8jPXt798HczWFqtx27slxXwmaiHwce2UzeuzG3VvMWlY6uFVPp5fPHCpXfLi/e6v0UOzCsWcdHiV5vLzvU92JQzirmicYY3VYjVL/RpOGXdltmsvL4uJylDAFhOi6jxJwnpexQ7aUh9iNG3O4zkHbYXrmiaOJLHq+ymlrEB0PTqSWL388stNclUfuSAAAQhAAAIQgEBbEfBiNT4LdHbTSeVjbXJwInpbxcY4ZuVmrGr7v8SqrjBLNZSrXqyGr3322Wf24IMP2urVq1uMX2J11KhR1r9//6xUzQhWL1kzWayhWNWgviSAygFIsHJBAAKlEUCslsaL1hUiIPl13d9vcgJPQup7Q3e3HTfZruDJ6OWI1T7de2cPQtI4OghK4mmfwTu6rdjXPDbF/jh/Vt6sJPROGXmMy2wt9fJiT/dJ7h05/AeuCwm1aHmDuL69EB4+4Bv2X3udlCOXQ+lZSKxKTt72zN128sw/uCH+ctilqbbzq20oHNMcWuXn4OuFKqN2wt6n2Gcrl7nt+Vc886fELfnROL1YDA/SKiR3vZRVm/2Hj3ahXPbXa906F5qzxpWIPOrhK9w9Kjuw3/DROazDtQnXVG2HDtjcbeO/+6Vp7vnRszVxv3MS7/dcj7/zPNMvDlS/1l9h33rurhlzUcF+fE1ZZaUeOHwfx3nGnL+7ryU9b38Yc3GixC72LLdErD711FPuRNFhw4YVHEbb7x966CHXZuONN7bRo0fb2muvnXhPoX4lRhcsWJB379Zbbx3bp/oqdPn7fL+F5uP78vfo9NdXX33V4sbWe9OnT8/Gus8++xTkFGWkUgVf//rXiy1f4vs+NvGO68eXRIh2EFcioRw26le8wvELlWGIsizEVlzFXZfYK2b/PCU9H+E8fUxJDIo9036M6LoXe9YUg2KNzi3KKbomSSwq/cyU/bBxIwQgAAEIFCVQWKyaWQfMEi0KrQ0blCtW9W/08uXLs1JVIXuBmitXO+W8LqF6xx13VESsapw99tjD/czls1WbM1dXF81a7dWrV8Gfy9twGRgKAjVFALFaU8tVH8H67fmSm2fvdVJBmRrOuFSxqnu9JJSwGr3FHk6kSazqJHZJvNYQqxpXwu+WZ+6yh+Y958bSJfn20z2OLiq9JChfXTTH3XPIdvvmbHPXa3r/gTcfK7hFX9JQ0i+8CmWNRp8sCdw+3fqkPqlenH/98G8TH9AwozRsVChOxfDOJwtd86TYvaC/443Hspwldk/f85iCIjku3kJ8wjUJ4996wFAbtcVuqQS8Mk39Fa5r+LreV59nff+nsSzjeKnhJv02dFneksMtucoVq5JbRx55pBt67ty5sT+Q6YfNY445xh599FHbfvvtXR2nF1980d3zm9/8xsaMGZMXerF+lW168cUXx075O9/5jk2ZMiUnlmJF+R944AEnu8J+4+YTxuXvkRDbb7/9zP/dB3XnnXfaueee6/6qeS9ZssTNOy6+OEbz5893TE855RT75S9/Wdby6r5rrrnGjf/II4/k9XHIIYe4dYm7ouOWw0b9iv15551nZ555ZuZ7W9OYt912m5Pr4RVlGcdWIvGoo45ybMRSl3+e7r//fieuCz0ffjwfUyEGelZvvfXW2Fq83/ve99y4UU7FnjWNr6yW6NzUn664ddLrfi39c9laz0xZDxo3QQACEIBAKgJpxepuF0y3qw4IDhRqEq7ZQY6abLNOHZ79a6bfITZ51iibMeJYu9V2swkPXmW7/yP6etMtTfdHSxPkZNLmSV6fURtMNRJH9p1IvPkZuiX0lYpsZRqVK1YXL17s5Gh+TVWJ1EwpANVWlfz0f/zPA/rZ0h8w1ZJZaAxlq+61115uvFCu+sxVHWbVXCIg87nPWFXGq+7nggAESiOAWC2NF60rQMCfPK/Detx/IOf83V5YNMdt1w+zE/2WcF/jUxJt4afvJ0YQl10qOSfpdt0B57mT2P9779PsxmfutL7detuv9z/XnnvnJZd5qOv1xW/Z2t1728C1B9hGfQcUzaCtAAq6gEC7IlCuWJUskzB87LHHYiWp5M9BBx3k5nrTTTdlsyb1ukSRXlNtqWi2a7F+vTjz2648TP1wKmGmbMN77703K1ejci8Jvu9XQi1O+iquqVOnujkXEquSqieeeGJeHVfJtLFjx9rIkSNt8uTJ2TAk1ebNm5cn8W644QY755xzyparI0aMsD333NNxfumll/KyViUVdd19993ZWLQ2yp645JJL7MADD8yWTCiHjTpNEqti/MILL+QI8DRiVTFLOs+YMSN7r5eMEp1vv/123vLGzdM3SnpPGalHH320W5don75Or96fOXOmzZqVv/tB/SdJ97j3/DMTt05q79fSl7BorWemXX1jIhgIQAACdUagmFiNez/zmjlReqDzXk1SMpCazYI0I1Qz7cxiX1881U77wURzlV6DPmZfPcKOvTm4PxSrG2XusRzhmx9HOGZWpjb1k5XFTeOn6autl78csbpq1Sr78MMPswdS+fqpXqDqnKpOnTo31VnNFav6OUi/MK6EWBUrydG9997b/ezlpan6zpQayBxkFQpX3RPK1fXWW8+6du3a1tgZDwI1TQCxWtPLV5vBbzXpB9nsQs1AGYaHD9/XPl25zJ3q7rMbdUK9Lm27njr7oazwVFaeMg51/e7xm+yKQye6DNEN194gJ/s13CauGq7agq2t09+++SSXrRqKWL/FvlhNz9okXjhqZQKL+z/en2P3jbu6aEZtPTIoNiefsSpGz558R8Gt+sX6as/vlyNWJbOGDBli1113nRNIEkLRbDsvBuNkke7fYYcdbNy4cTkZmWn6TRKrYqwfULUVKsySLFWsSphJnobyU33rpFXJRonKQmLVt4ur4+pj95mHXqjFCWaN6dsnCbek58pn1+q+H/3oRy6rNpr5Wkg4+rWLZvOWwkaxxYlViVGdnBsVzGnEatJa6t5JkybZxIkT80R9OWJVsXuG0WxkcdRr//u//+sOQovLvtX9pYjVpK+HuDha65lpz9+jiA0CEIBAPRAoKFa98Mw5wCojL+dGMlijsjWpX/96bgbsRzb11NE28clILdeo8AzE6rh3fObr6dacJ+vFbWHpq3XLSNvMeAOz2bXF+mr7FS9HrK5YscKWLl2aKltV4jNzkFUnNzn9QviVV16pmFj15QA22WSTHLEquZomazQ/YoIAACAASURBVFUllVQSgAsCEEhPALGanhUtK0RAwnPWvBfzskL9NmdtyT77/t+4k+99XdRwaMlP1bXUlv4t+27k2vnt/b7uqLJdd/rtYe79wX03tCWff+aErbJlh6yzodta3rtbbydivVSV4N136B4urrRbqn2tTknhI3c+pOaEmz/wqKW1OSv0aLTLbnwJCj0fvzv0otSlK9rlZIoEVY5YlXhTVqOy+bzMjMpBZdUpMzHMiCzGJ02/hcSq+j/22GNdVqMXvaWKVYkylTgIywH4Ofr3ksRqkoxLmnch6ad7vGgORXExhp6BPkoOh0zDe4uNLUHsxbdnXgobjRUnVvX6vvvu67JxQymZRqwqc1OXpGba+rPlitUkgSkuP/vZz2z8+PHuWfOco+tSiljVvcqIjsuAjb5ebN3KfWbSPFe0gQAEIACB8glEt97n9RTdWp9UczUiQfOzWjM9x7/eJFZtgk2/+kBrLjgQkbh5YvUJyytREJ1AUrzl9FU+5rLvLEesSqpKrvoyANGaql6khmUA9LkyRV9//XV77rnnKipW9UtrX2c1Wg6gueaqP9Aq81GXPvbs2dPt+uKCAATSE0CspmdFy1YkoAxUydRPVn7mSgLo+vW3jrQbX3rAvr3B0KxI9Z/r4B4d1qM2qjfar3sf223QN7O1Kf3J6a8e/3/tb28+4aSnP6woKmZ1oNQv9jzOdhy0nT03/yU39hE7Z7bGqvzA/bOnu89P2PNo91Fi2JcP+K+Hr3IHYamWqvrw97Uiqop17WvdHrblyLxDsio2SI135A/RKnSAVo1PMSf8csSqpKmy9XxWpoRXNCsyrdAMg0nTbzGxGn1fcage52677Za3bPrh09d5De+TPPvd736XrQOqLMV33nnHjj/++JyaqlF5Viy2aABpGBUTadE+w6xfzc1vXY9mVhbrN3y/HDaKK0msSrarf2VrqJSEJGkasSrBvf/++7uMYtWOVXay6uNG67WGTIqJVfV10UUX5WDUwVj6xcHgwYNzMrHDTGDF7OVrXE3eUsVqKO/9fPxaXnrppU7kxjGN+15UbG3r6fsXc4EABCBQKwSKlQKIzqOYiPWis7nGalwWqGqvhq+XLlZP3z6mJmpTHVdfdkCxJwleyxHB77os3FtzJptbwqBa61mOWFVZKpUD0OUlarNMza+tGopXlRvSL1QrWQpAv7j2pQC8SFUpAJ+xmpGt+pORquGftdZay93b0ss9B38dFRH3Le2V+yHQPgkgVtvnunSYqJTx+d9/vdZJUmWdqhbq9+84x2Wqqu6qskt19e3Rx530LpGqg512GbSDO21+g+593BZ/1VH1W7T96fRq6w8Bkgz9yR0/c33pMCkvZjWmtr/rOuCWU53Enbt0oT0w/ka77Zm73RhenGosXV78+kVSJuPwAd+oOTkpsfre0vcLHvLUYR7EhImK0WdfLE91OFU9sCpVrHoBFG6Rlni79tprc+pRppGGIb+0/RaTl3FiVWULBg0alLdc2267bXaLfHifP2wpFMfKsJRMCw+rao9i1WeohjVMJdqUhRCWNygm35LEalo2gl1IrEr4KrNCglSiNY1YVZ++Duy0adOyh28l1cVV+2JiNe4AL/Wnsg8S6toa5y9lqCo7xWdh+y38PoM1fMBKFau6N1pLNa72apqvq2JrWw/ft5gDBCAAgVojUJ5YDbfax8+49cVqMG70IC1rLimQTqwWOJQr6Ksaa1uOWNXBVZKU4cFVXp5Gs1TD7FV9rrJIOngzUwO15ZfEqH6hrjqpcdmqYTmAOLGa9gCrTGmHIN6cTGtJ+Bk2KkfmR+amZ2jmKJt16kCbeuqFZuc31wVuOYXmHhTnjYPDg+Byf0HQfKha7utxmdm5fUV/0ZBfm9hFkVPWo5Izo6/2RACx2p5Wo4PFohqqv5p5oyljUmJVWYEjBm/vaqD6rFJJS23l16FSanPz3me4e3Rpm7+yVN9dutBJWB1y5TMMtbVdcrR3997mRavuUb+6dIq6z3g9cY+jbNytp7tx1M9Zex7rDrhSiQGN96fZ01yJAElWidfRW+xhRz18Rc5BW9Gl0/bxaXMed334y5ca8JmvSSe8+xPj406iv2bMRQXLDZxx1wRX9sBfcSfMSzKrZu1j857PkcSKTzx/stPBedvdoyfX/8e3xsQK2Wg7P5coHwnLXz/824JPvGKPi0U3+RIM09983GUz+0uiXCJ83M6H5snQOJ66T2UhvrHB5nmxROfiG6ikRLG1U9u4OcaNpTXTLw3mn3xXYpmBpPHCoPVMn7j70S0qVVCqWJVYU51Rfyq74vGn3qvmqs8ADbeSp/k2l7bfYmJVMuyWW27JSt40Ikrxhf0qM/GnP/1pTqkDZSUqk7GQWPW1SeMyGOMYpGGkLF5J4WjN1ySmknP6YV3C0l8qjaCYwlqtxeRbOG45bDR2IbGq930GqDIyt95664Jsk+arPi677DKX/RpXq7aYWFW/XpT6Q6skVqdMmZIjVX3mb1TSa9x+/frlHWJVjliNPj9xa98az0yar0/aQAACEIBAywiUKlYtaWt9JIw2Favh2NGDqVKUAji9+UeT3FlE+2oZ6rLuLkesLlqUOQw5WgqgU6dMLdWGhk7uUKmoVPV1Vu+77z77+OOPW5y1qjG22GIL+/a3v52VqvlydXXTe80Zq6FgVYwDBgwowC4u2zm+DnDBBciK1bBib1lLFn9TIP+bJWkm9rnHzjL3DLos6rl23KzTzXIErNpFZG/esznbrjx1ro3LKaWhUMTiRhvSdIBcvtit4Bzpqt0QQKy2m6XoOIFIik144FK3ff6Ph13i6q1KWirjdOHSRbb1H/7DZaz+dI/M1vtQeuneOYvfdgdVLftimXtP2/V1qV6qJJXvV4dT+fqpel9SVVLUi1llrkrA6vJZqBJzykz9w5iLnfiL1nL15Qn+e+/TEuuwHnTDeCdUJSqP23mMq9k6480nXFkDXa+f9aD7qLg1F2Xo+ksid+TQ3dxcJOZUxuDkmX/IeT+p3ICvl+obS1R/d4vdcviFkllZu6OG7m59uvfOxicmYhCdn2TsLc/c5QSgLp/pGxWSanfNY1Mct78cdqkN7b9ZrOjz63jmfb/Oslc8A9ce4A7S8rJU6yNhHl6+hIFfvxN3PswdcKbyDHe/NC17r/r71X7NbKM81fflB/zcxSgBH72ic9Yz6YWt1k4SX4I9bu30mp/jxIevyUp61e4Nx1I/g357qOsizLCOxhIdT/zP2Plw10wHs/nnN45XKd9ZShWrEjuSdtGt9dpqPnz48KwAjNY6jcbkt9d7YZi232JiNSqjyhGrfgu25iRBpjIAirNYVmXcdu5w3l7cnX322W77ejFGcVvBC62tH1+HTEVrkF588cUWbikvJByj44bM07JRnMXEqtqIgcoB/OY3v7ETTzwx8WAwZW/efvvtsTV7C9UVLUWsKh6fheozaT1vLz1V7za6pvpFQ1TqliNWwzIOKnEQdzhWpZ+ZUr5X0BYCEIAABMonULJY9QdaxdZenWsTmgRO64rV6TZk8mibmFeTVRyiUq0pky8Sb/PhVeNsrg7OStVX+ZzLvbMcsbpw4cLYbNXOnTNSNZq1GpYCkMjULhj90v6tt97KlhQoNf4uXbrYNtts435B3a1bt5yDqyRXfSmAuIxVL1Y1ptpuuGFm12jclbTFv1kgRso8ZDM2/YFpmV7HHjXWbrVIxup7V9qI8U0FInYda2Ntrg1xmayR7NAgC7SYuFS8F9oFdtUBypKOZtJ6gXqB2UWhSI2K1cx9Qy6YazN8X/q6vH2IXXVqRAy3tjAu9cGgfZsQQKy2CWYG8QR8LVX9/ZaxV9qjc56wg++bWDD7s1x6kohhjdZ/HHWtk2gac8dNtrOFn77vZJzEp+Tu/sNHu9fiRJvivvXZu02HVG3Vf/NsvdVobF5uSnxFT4/3WYfKeAwvHajlxZg/fMu/L7mnDF5/FRJnvq6sb/vxWQ/lSDx/CJPel8CNCtpQWKqN6tOG4tRnA/v+JY61hlEpqXEkR6PzjFvHMGatj2S4rpBJ+LoE46gbjnXlHJLG9xmg6icqK0OeEu3FYgyZxdVZ9RI9iale32rSD1wW7RWHTsxDEPYf98xEb1jrot3dS2Hs/qA2MdFVKPO12NdSKWI1bmuy7z/6nv979FR1tffyStutJe1K6beQWPUZkGHmbDliVTFKYClzUfWvJPxU47KYWNV9yhhVhmncoV0+dp856vsL4w3XS1m8U6dOtXBbf6H1TDoASfeUcgiSpPc111yTzXCNMk/DRmOmEav+WVB7ZT4XOxgsjlUhAV2qWFUcYSatr20a3aYfrkPce+WIVb9Oej5UP1YsZs1qzs7X+5V+Zop9f+B9CEAAAhCoDIGSxap0kNt2HdYgzZeXrStWZ9nplpFe0S3SzcK0uYZr3hwTslrT9FUZ6ul7qZRYzcjU5vqqcRmrPsNV0X311Vem8kYqK1DOJaG68847O4nrD6MKD6rS53F/fEarxvS1VouJ1WZRmR9prujMyNQZe023C+xCGz3vOJvlRGSTZN18clAK4Dib+4PmTM9MNukMG/XgVTbk9nA7f3OfGVla+MoVq5G2GuMiswuyWafNAre5RIC+/k6zuUdcZbv/I5C00XIYTb9IcOPNG2J28632hBuuuUxGsVh5v3YJIFZrd+1qMnIv0iTL5ix6y2X8hdv2C01KEkqZrV4ghW0l2S7b/9xsBqvPBJWsirZX277deru6rdo2H24l931KXJ0y8piccCRc97vhuOxBWaO22C1vu7mXenHSTuJy6uyHs3VffeehXEwSq2Lk5es9B0zIy5b1wjCcb9hXmBmp+d87/oZY1KHoi84hbgxlcUaFYSXEasgkFLyhNA2FazgZicavTdon+1IoGksVqypX4bNS48RqmCUcx9W/nxRrKJAVcNzahnOLE6t6P+QVFeqlfKMoRaxKUkl+PfLII3lDxGUN+gOKlI2oDE3Vq5QYOv/8801F+/3BRaX06yWfpFN4SYapBICXtf49yT1lcPoSBdHAdYCVsjuj8lCyVxme4Rb6NGLVt1EcZ511lg0bNsyJZGU8Kmv0lFNOydZ1VSy+BIIyISXxxEiZrRdccIGTqlGRqDiVzag/4eUF5bhx43L69228LPTi0jMPD25SH2qnDMxw3HLYaNw0YlXtfGz6PEms6j1lI+u5CZ8nZemKqV6PE9DliFWN5TNp9YwuWLDAlSmIHgDm2fryE+H45YpVz0IlB4488kj3fESvUp+ZUr4f0BYCEIAABFqHQDliVZHkHWIVyQhtdbGa3To9sUkYNfFJqiEZEU+hqHJ3+kzcEHM7qEdZjlgNSwH47NTMtn/9yZQA8GLVf/RlATR9fa6M0hkzZpjKNpVz6RexKgOgywvSQmK1sVGiNf8AK91fqBRAQVHZ9EuAGXs2bbVvem4lYiVWc4RsXo1VidWwLmtz1qjEalyf5YvVpMPbPPnmzNaBQcZrOHf39RYRxSoxMO6d02z0hc2HxXGIVzlPc+3dg1itvTWr6Yi9GApFYTQzMmmCcXVLfVv1t8OAoa5GavRwqULAwjjCdpJkYX1U/57Epb8kbKPCLCkDs1AMacSqhJsye3XFZa2G9UC9KA7FajFB6OOLSslQ0nkpqS3+YfmCqHBsqViVgFY5CF3RzEwvTLUOvqRCHNtQwIbxlSpWw/ZxYlVjKyPVy/vos6w4fP3faJw+A1jZw17eFtvKnyRWfQzF7i/2zSOtWPU1JsPt5NG+JaNmz56dzbKTqJOUU/ZjeKk+68SJE510LLVfL/miY2vr9o9//OPs6en+/WInnEpoSlRF5aEXxerXi+Q0YlXjqp1kn6Ssv5T9etJJJ8WKMn/glKS1vyTWJGKjJ94nZeD6rN+4OqPZ72WbbZYVzxKOcQc3SQgffvjhOeOWw0ZjphWraqtnRyK5kFjVmkhiSvwmPU/R56JcsRqWBFAGsmJ7++23Y7+cfAmGUEaXK1Y1gDJgozVxowOX8swU+x7A+xCAAAQgAIGOTqAcsRoeXtW87b85W7VQKQDxlliVBH3yySftjTeaz+hIuxa6/7vf/a5tuumm7paoWI0vBRAvVhVr//79E4dOEoVeOh43b3SsBG03YtUJ/+YSGm6ieZmrPktVJQJG28QnIziiZTmKCeTJQ2x6Xi3WtKtLu1oggFithVWqoxi9GNKU4mp5Fpqqsv8mzZwcK069IJUQPX3PY+zNRW9la5NKSm6xwWZ29v2/ycpS3z5JrOr1IetsaDp8SaUCdKlcQHgglaRf9DCpMONT9/h+dhm0g20xYPPEA5/iZKju92JPkjTMbgwzG302qoTn/336zmwGbihWQ9GodqrjmnQlbcMPY4nOM4ynXLGqmqh9uvXJ1qJVDdEjdz4kW2qgFCkaxhfWWi2lj5C/Pk8Sq9G6tb6uq1+XpCxUrcm8JQtd9nAS8+gaxYlVX0c4qe5tKd8+0orVUvqMayvRpMtniLa0v1q4X9JY2Y66ohmmcfFL0KneViFG4qg/cZmMtcCkEjFKeqomWUd7nsp9ZirBnD4gAAEIQAAC9UygHLH60Ucfua384eFVYRmANGJV8vP55593h3D6rfxpOau+6j777JPNNPVi1X9UNqzf8t/8+WqXsepf9227du3qfiGefMVlezZvz5dYvXHw9KaapkmlAJrKW1hblwLIPViqeY7Jh1qFFVTDjFWVPGjOog3u36j5QCxX9ECZrX8dhVhN+zDXaDvEao0uXK2G7U9mL+cEc0mx8LCjkIHPJP32BkNNJ9ZLrKrOp7b76/KHLulztf3Fnse5Q6ziygqoTdwW9zTMo/Uuo/fE1QVNk7EqSRpmnYaZnBJrj8173h3ylNRXKZm0SW1Dsap5hQeDhVKvXLHqSzR4yewPaDphz8whZqVI0aSSBqX0ER0zSayGZRbCOqm+dEW01q76jUrXMN5Cz14oViXrfWmMOMmf5nmNtmkrsVpObNyTT0BCVX+ih1PBCgIQgAAEIAABCECgPALliFX9MnzlypUtEquK9t1337WHH37YlQUo5dp8881t9913NwlWXVGxGtZWzYjVNa7N6tWZj75kgD7v0aOHrbPOOkWHz9TWDZplyzgkHTTVDg6viis/YU21i01CtLnMRV7piiArtfkgrGOt6aitnNrDuWU7qLFa9GGqgwaI1TpYxI40BW151hUnREO5+o/35+S18UI13HYdVzZAgu+NJe+ZJK3klRd7aTlLriq79ul3XowtTRA9UCmtWI1KW5Uh2HDtDdyp8j4rMo1YLVbHM61YVTzjbj09mwXspeJtz9zdosOrJB1/fOtp2cxkn2FbihQNRWXIu5Q+0opVtQuZ+YPBlIU6cvA3zWewhs9PVLqGclbtkg6gCsXqz/c+2Q645dTEMgRpn9ewHWK1HGrVu0fZmqrDygUBCEAAAhCAAAQgUBkC5YjVFStW2GeffdYiserLAbzyyiv29NNPp56MfhY8+OCDTZmmPtO1JWJV/fXs2TP1+JVsmJMF6iToXDtuVvOhaJUci74gUEkCiNVK0qSvVifga1bGCVGJvQ2697H3V36WlU2SpMftPMbeW7LIbpv9YKr6q9EyAcW2zhebtATkdY/fbD9/+jbXNHooVFqxqnujmZjK/PXZqlHBF5YCCLNLkzIv/TzCmqFhH9GMVbWXEBx1w7E5vHcb9E17ddEcmzLuymJocoRkWK82bit/KEWL1VgN7/eiU8G0llj19VI1hp6fX+19qqtDm1Q/OHpoVRRU0hpFSwEkZTEXBZ/QALFaLjnugwAEIAABCEAAAhCoBwLliFWVAVA5gJaUAtC9y5Ytc6UAVGc1bTmAXr162VZbbWVDhw7NCtGWiFWVAZCkrcoVySiNyxqtSlwMCoEiBBCrPCI1Q0AS74/P3mMPvPlYQUHqM073Gbyjjdv50Oz8Zrz5hD0x/3n7ZOVniff7rFcJWh2GpRICEmX7bTHSdhq0XcHapBpImaq69hs+Oo+rl2ktEatxpQbCDNQkSVvs9HofbNLBUaGUDGWrXg/v8f1E55j0kCVlxybVSC10UFQ4xkE3jM9m0obZn8XEqp4xXRs21dUNhWkxIR3KUj0z/br3cfVTo5fvU+vm6/eqzZxFb2UPsUoSx3E1VsO5hhK5nC9sxGo51LgHAhCAAAQgAAEIQKBeCJQjVjX3Dz/80G2plyDN1FQt/fCq5557zl5++WXXT9rLy9xtt93WdtxxRzd2cbGq7f/5NVZ17/rrr592aNpBAAJNBBCrPArtnoDE3a8f/m32UCYFLPGUVB/VT8gfHOX/PnfpwqIZq9HDrHwWbJghqxqYPxq+T6xklRDUFVc+wEuxqPxKk7EaysFQOoY1PTVuUl9xZQS+ucl2eWsfZraGGaRqGJex6jsIxa1ea6lYDeOIHox18sw/uGGTapGGojfapphY1bgD1x6QXb+QdTGxWuhArxC0z7pWTdzolXRAmW8XJ1ajmbwzxk/OiuFSv7gRq6USoz0EIAABCEAAAhCAQD0RKFesqhSASgI0H1RVmlhVndYHHnjAPv/887JwqjbqD3/4Q+vbt29WrHpBq4/+0CpfYzVTdzX38Cr1QZmpsvBzUwcngFjt4A9Ae59+mDEoWXfIdvu6bf06tEdXMblayvwkVXUNWWdD91EHX52910lOUimTcc7it+3Z+S9lM2bV/qw9j83JTpU0e2jec/bHwy6xUFyGJ7dHDzPyskxjfnzWQ9a7e+9s2H7+oeQM63FGZV+YvRjdhh6ylJCNxhhuK4/WgVVAXhxGY/TBJh0YVWgN4jJWwziUfRxmfUbrukbnLzY/vet8l60ad1BYkljVfQs/fd8djnb5AT/Prl1Srda4OSm2r03ax70VFd6+vV+7OL5qo8PdfMmIuLmH/b9+1oPZMEIRHb2vlK8BxGoptGgLAQhAAAIQgAAEIFBvBMoVq6tWrbKPP/44K1Yzmav609llsXbu3DnnPZ9pKn6SnTNmzLB///vfqUsARLmrPx1oOmrUKDeOLp+5Gh5e5T/XAVYSq+HBVV/72teqVwag3h4k5tOhCCBWO9Ry195kvXj72fb75xwCJJGk2qJxtVbLnWV4sn2xPpQVOXX2w3bjSw/Yln03ssv2P9e+scHmFgounzHrM2X19z+Mudi106UszxufuTO7ZV2vhbJWkk39Sx77cgRnff+n7l6Nc8cbj5mXtIrn7Pt/k9eXShj4e3SfxKLkoecmCde3W2/zMfoDvo7Y+ZAcBFoHfyBYnFD2jf381SYuIzPsNBS9cbwlH0/c46gc0ax2EpgTHrjUlWnQpZh10JiuP86f5T7qefmvvU7KuzcUz0lr7CV2OGfftlgmrp9/9Hn16/1fD1/l1lMxH7fdfjlro/WOlrnQ+ujZevP9t23SzMk5z7uvH6yyE9GM5DT84+Zfili94YZMmYPx48fHoiz0vn5ovOOOOxK/zA477DD3g+FTTz3l/ujke13+vl122cX0J3rdeeed7qUxY8bkvKVDnhSPfgMfF2+5/So2jTl//nw33r777muKPfxNv+/bz6nY3NWPn6+ffxyoJAZqq5imTZtmynzQqa677rprXlyJ8FO+IaZaQ42ja9CgQW5Nouwvv/xy93p0vYqtSRjGa6+9Zg899JBtvfXWNnp0fpkVzXfBggWxkW+88cZ5MaWcIs0gAAEIQAACEOiABMoVq0L1ySefmOqtxpUDkFhtfl3b9dfYxx9/Yh988IEtXLjQ/ZwrwdqSS2PoZ+gNN9zQbenv16+vNTR0cvI06Y/kq95TXVWJVS4IQKB0AojV0plxRxsS8GJVoujI4T+wEYO3t89WLnOZo8rs0+vhYVXlhOb7uG/c1VnpmbYfCa3bnrnbtD3db1mX5Hxu/kv26cpl2W62GLB5XukAnyUZHWvDtTdwWbLq57Mvlmff7tOtVzY+3fvcOy9ls2UVhzJqo1d4T/iepOabi97KaR4Xo28gIRtePsY4Tr7vuHIIYfuk+atNXJmC6Fi6X2OFnNfu3ttx9jVSo/dE5xEX/9D+mzkhm9S2UGx+Tr6PQvONrk10vf296kvPvDJqk54VvR69Pw3DaH+liNXp06fbkUceaZdeemmerJTEPOecc+y2226LFWEShvvtt59tv/32brtS9Jo4caINGzbMJOUuvvhidxiALn+f7nnhhRfytiodckjmFwJ33313TpcSb+eee64tWbLEXnrpJfcDZ3iV06/k50033WQHHnigbbPNNiZReMstt7hu77//fhd/GLO2dkkuFpt7GL+f/3e+852ceDUPHWygsSdPnpx9TzEcdNBB7r2jjz7azTMprrhnP+1r+sF/5MiR1q9fP7eOEsl6TTw0ruL2lw5AOO+887Ky2L9ebE3CWMR66tSpbrxZszK/PAkvrbvmrOcpeqne2C9/+cu0U6MdBCAAAQhAAAIdnEBLxOrKlSvdz17KGM1kqeqj6q1m/ug1iVfJ1NmzZzsRG9ZDrQR6nwmrj/rZafjw4bbeeutZly5d3FjNpQCas1UlVvXL+O7du1ciBPqAQIcjgFjtcEteWxOWLDr+zvMKZqb6LfylZq+GW/9/vf+5ZdelFFEJtcv+eq19b+jusQdX1RZ1ou2oBEoRq2J07LHH2mOPPeb+eFnppZvEWyj9QqZeLnrZmMQ7SayqfVQq6rUksarXlVE5c+ZMJ4N9Rqgf18eTtl+JOknUUKDqXv0gre1X+sH0kUcecd1H55p27ro3Ov+QU5y89oIxLi4J13nz5sUK6VKfdy86o3JbsvTEE0/MEepJYrXYmviYxHSHHXawk046yUn2uGcmad1LnRftIQABCEAAAhCAQEvEquhJlkpe+lIAEqu6JF3ffvttW7RokfuZ0dc8bU3ivgRBnz59XBbrpptuat26dbOGBpUJsGwZAElXSVguCECgPAKI1fK4cVcbE1D24Kx5L7pR3/10kctS3Kp/69NOWAAAIABJREFUZku9Mi1nzPm7Kw2gk9j9pTqb4aWt028sec82aGqjtsftPKaiIlRxxmUrtjEuhoNAWQRKFateeilT0GeJerkXl1Hqg0orF5PEqqSqMhijGbFxgk2id7vttnNCTuPqnmjWo48nTb+a85AhQ2KzMDU/ZfJef/31NmXKFJfJ2VpiVWOF0rIYU88hLnu01IdFnJU16+VxeH9063+cWE2zJr5Pn9mq5+mYY45xgjzMiFU7xGqpK0h7CEAAAhCAAASSCLRUrH755ZeuHJOk5po1q23p0k/t3XfftXfeecf0nrJGq3EpnrXWWstUJmngwIEuEUCv6dJuML3HBQEIlEcAsVoeN+5qhwS0Hf7ROU/YG++/ba8umuMOn/Ly9fXFb9mSzz+zTfpt6F4rtF28HU6NkCDQJgRKFasKKsxS1N+VEXrdddcVrGtZTAL6ySaJVUnSSZMmue3focCNE2zKLlV7yVQv9KJCNoynWL9+vo8//nh2u3+hxWktser79ax9Fq0yIZIuZRirHmycEC3lAfPrIknra8cm3R8nVtOsie/ve9/7nhPjGtOznzt3bk4ZCMRqKatHWwhAAAIQgAAEChFoqVhV3/pFvH4me/PNN+3zzz932//b06UM1R49etjQoUNts802c5KVCwIQKJ8AYrV8dtwJAQhAoK4IlCNWBcBnqerzMHs1CY6Xgr4OaNguFHWFxKp+265yA9FsWfUV1lgdMWKEqwPq62yGos6PG8rPYv0W2p4fN98ksZpUX/aII47ISulQYIZ9SxArY3fw4MF27733OsmYRi6WGnuhh1s8r7nmGtdEGbx77rmnq6cbPVwqTqymWRP1GxXhPls4Ku41dwljSf3w4uCquvr2xGQgAAEIQAACbUKgEmJVgepntA8//LBNYi53ENVeVbkorjII/ONia9jlfLvoqUY779tl3M8tdUUAsVpXy8lkqk1A/3iqGLlOYezVo4ct//xz93HeO+9Yr549rWevXtn39Q/ZO/Pn2/rrrZdtp/jDtr4PPy/dozH0eo9evbL3630/lj6q3euvv+7G1PX6a6/ZVsOGZccfvMkm2fYffPihLV+xwrXzcavv8FJf/j3Fp891aZzPly93Meu1FcuXZ+ejz9Wvb6uYNdYmgwbl9K1alePGjcu+5uenF3x7Pxfx82OE8/dz0Lw8i5CVmMRdWisx8vP3XNQ2XDfFrLXyH9Xej6XYlA2pOfhxNHYtXuWKVV9XVXMO660mMSh0gJM/uEr3FhKrOgjKZzD6A7SictEfsBUeWBWX9RiVn4X6LVVOJonVOKmsOWte+hPO3x9e5Q+tkshULVNJaElVXW0tVjWm1v2hhx6yJ5980q274pMw9rJXbaJiNe2a6N4ws9U/S6rvqvUMs26TDq/i4Kpa/C5EzBCAAAQgAIHqEqiUWNXhq/fdd1+7y1b1dJW1esABB7if1cq5Fv2/Q2zDI++J3HqRPdl4nmV+kq2j69+32SEbz7WzsnNbZLcddpLZ5Xfbkbln4tbRpJlKKQQQq6XQoi0EihDQP8QfLl5siz/4wPYcOdLu1mEuP/2pvTNvnj07a5b1X39922PkSLvud79zp2f7U7Sv/f3v7aT//E97dOZMl4WmQ2Z07bvvvk6Q+uvggw82jbHVVlu5P6edcoodMmaM7bTjjvZ/Lr/c9b+P7nntNSf5li9fbvPnzbPzJ0xw97326qv2g333dXJX76sPfT5t2jQ76qij7Oabb7bvKPNs332zY06fNs19vvjDD51EVbbZg9Om2bCttzbFc/1112VfUzvNW/1JWCoesVBbyUbxuKopy80PcNHEiS4+f0lgznruORe7xlNNRT++Pmo+hxx6aM78la229VZbOcEp4ar7TjjxRDdnCdJXX3/dcdX17LPP2k477eQ+1/wV50PTptl6/fs77r6d/1zrqTXTFvFfXHCB3XX33W4sL1H1vu5VvK+99prrW1xq8SpXrGquacSeZ1KJUgBePoYHaJ122mluCJ+xqveU2Rl3eRmr9+LiSerXS9dQ1kb7V2alF56VLgXgx49mbUo46nCuaP3YMLZCbcIDvPw9+g9BKZc/UOuUU07JZghHxWraNdG42pomWRt3haUYSnn2SpkPbSEAAQhAAAIQ6HgEKiVWRU51VfVL5fZ4aZfRJk1JKaXG99TEBtv1goPtjwtyxaJ7/eU/2sI7jrQBpXZaU+0X2aJ/D7ABSNWaWrXWDBax2pp06bvDEfBiddmKFU5Yrli2zEbsvLMTfXPnz3fSzQtDtXn11VftWzvtZPp8/ty5tn7//k5wSixKgkogSlJ62ReKVcGVoO3Zu7ddcskl9vysWU4gKnPSy1eNK3krmanMUIm/C84/35597jmX+aqsS4nIu++6y437qwsvtN49e7r2Ep56TdJRfeoeCUx9rve8WPViVP3PeuYZN4e58+bZkMGDnVjVJfGo+XyweLETyt8cMSL7bETFqt7wh9P4eStOzUN96xKXcP5eZqovja1L4kyiSeMqw9TLVPF/9NFH7Yc//KFrJ7kqeT1ixx2dWNa8dOm+E//zP50Ul6x6+tlnbeutt3YZuBLe6ltSVaJZl2TzoMGDXd833nhjTT77tShWwwO0PHSJVb9tXJIvuj1dkjw8fClOrCb167enJ9WR1dfYHnvska0zW2mxqjn6bfihXEwjfPWsast+9PAn9an56vtReHl5Hb7m5xOtU+vbRCVnKFZLWROf2SrOX/967k+tY8eOdd+HfHkHxGpNfrshaAhAAAIQgEC7JFBJsaoJ/utf/2pxfftKg1JprE033bSsbjOZqpYnVV1n2h5/+ZCMWG3aKh8O0rxt/im7uGGGjXrKbNem7fSj/tJgM77/pNkuu9r5Fz5pjRPMLm7Y1c4POih0f7gdP5pN23yfMk03tJ/cGXQ6xovg6HtB9m2Yseo+/4mFuboH37bQ7v5xRiVLLmfnoRey/ZeFm5tqhABitUYWijBrg4Bk2xuvveZkZf/11nMS4/f/8z926CGH2Lz58917yqSUhOzVq5fLbJQMVJanJOgmgwc7kart7npNQk8iz2dt+jo9Xs4efOih9tyzz9qOO+3k7tEYGlN9aQxdkinKhPUCUH1KDD7+2GPufQmKu+65x40xbNiwbH9+O7sySCUcJQ3VRnPYctiwbM0gSU/16bM2NS9d0YxTZXjuO3q0TZs+PSejM06siqMEr4Tz4EGDnNzV58oUVeasLs1RsauthK9/X7zWW399x8K3C0sbqL/HZs50cxFPzVNz0v1aJ42lS2w1b1cCoWmt9IOWn5d4ql/PUVmtyn5V32Fpg9p4cjNR1qJYVdxewulzbZuXWPXZk9GDjsL2XkwmZdDG9av7fU3PGTNm5ByipPd8pqs/VKs1xKoE5ahRo9xBA+GWeD2Tei3ciu+fP2Wr6pcThTJt0z6ryiSNq6Xr4wrlbShWS1mTQgdtRQ/qQqymXTnaQQACEIAABCBQjEClxarGU+aqfmar9iFW2v4vqVpupqrm4qTlvYcUzkptko/fDOuPOtH6fJOQlVj1AjVTOCCTBRvKzEW26OsDmjNfc7bj59+fXVfX7m47xGfTBuMOmRLNqG2Sqds+aQs3n5Qzr5zs2+zYo2xGw672fCBSLTLX3Hk09984oe4KJBT7UupQ7yNWO9RyM1kItD8C0Rqr7S/CjhNRrYpVLzS17d+LVUnG4cOH2+TJk2MXUHLwwAMPdNmbhUoT+K3rvl915mvK9uvXz9U6VSazpOL111/vMpbDbNZSa6yqf3+AV6F6rr7f8847zyRNdSlbdv/99zfFdc4557hMz6S4WvJU++xYMdFhWxpHTDRvldAI6+yGYjXtmmg+2223ncs6Hz9+fF6o0axgxGpLVpN7IQABCEAAAhAICbSGWFX/KrHkdrxV6UArJZPol9/l1lT1jNKL1UBuuh+gQ+EpMTrJhgSlBCQkJ23enPmZXZOczFdffiD//uY1TH7PSU9TNmyz5My+9v0Zzdm20S+JHLGaG7dZRvJak0SOzsPxeuusnDH5iqs/AojV+ltTZgQBCECgLAItEat+W7b/WCgAibEJEyZYeFBVXHsJvNtvvz1bM7XQfRKIxxxzjOnAIsk41Vs94YQT8soA+HEkLV955RUnXtP2G85N4+nv+gFZWbG6JGqPP/747OFTXnaGc/VjFeLjuUTnH71Hc3jiiSdsypQp2czZaFx9+/a1kSNH5sVV1gMS3CSxq+fF17DVOJq/pGi4dV/SU/JVZQXSrsnhhx/uJPVVV12VVwbAhyDhvc0227jxSnn2Wjpv7ocABCAAAQhAoL4JtJZY9dT0M5R+Bm3LSz8zxZV4KieGgmLVSVCzJxcMsUmR7fKZsZLFaKyQ1OFYriyARGgoTAuJVY0T2dbf1EcmmzRm1n6MyDb/bAkBxGo5j0qHugex2qGWm8lCAAIQSCbQErEKVwhAAAIQgAAEIAABCNQ6gdYWq+Lz3nvv2XPPPWeLFi1qVVwDBgywHXfc0TbaaKOKjVO0xmpWrEYyVnMiKJ6xmpfBWiTjNXmCGck698xGUx3XaMZq4n15dVXn2lmNKgVAxmrFHqY66gixWkeLyVQgAAEItIQAYrUl9LgXAhCAAAQgAAEIQKDWCbSFWPWMdLCVDg+ttGCVUFWpqnIPqCq2hpnMT5992tw6W1+0KWPVglqkuZmu6cTqri/7g6V8DdbipQAy4veb9mTjeeY2/Ac1UJ1YDeu4ZrfxL7Qhl29oP9m2uUxATj8l1lgNSxpQCqDY01Qf7yNW62MdmQUEIACBFhNArLYYIR1AAAIQgAAEIAABCNQwgbYUqx7T4sWL7e2333a16pctW1YWvd69e9vgwYNN5wj079+/rD5KuSkjHu+J3BLI1pzaqGY2plmS5m7rz3SRX2M1dzv/RU81yU9TP0PsxrzM0ajgbf77wVnBGykRYGbZ7f5NkvX87G3BXPKyV39i4cyb+8+fB2K1lKeqdtsiVmt37YgcAhCAQEUJIFYripPOIAABCEAAAhCAAARqjEA1xGqISIdcvf/+++6wqyVLljjRunLlSvvqq69csy5dulj37t1NIlU17nUY1QYbbNDiQ6lqbJkIFwLtigBitV0tB8FAAAIQqB4BxGr12DMyBCAAAQhAAAIQgED1CVRbrFafABFAAAKlEkCslkqM9hCAAAQgAAEIQAACEIAABCAAAQjUHQHEat0tKROCQKsTQKy2OmIGgAAEIAABCEAAAhCAAAQgAAEIQKC9E0CstvcVIj4ItD8CiNX2tyZEBAEIQAACEIAABCAAAQhAAAIQgEAbE0CstjFwhoNAHRBArNbBIjIFCEAAAhCAAAQgAAEIQAACEIAABCAAAQhAoG0JIFbbljejQQACEIAABCAAAQhAAAIQgAAEIAABCEAAAnVAALFaB4vIFCAAAQhAAAIQgAAEIAABCEAAAhCAAAQgAIG2JYBYbVvejAYBCEAAAhCAAAQgAAEIQAACEIAABCAAAQjUAQHEah0sIlOAAAQgAAEIQAACEIAABCAAAQhAAAIQgAAE2pZAw4oHftzYtkMyGgQgAAEIQAACEIBA3RFoMLPsT5X6S4GryNu5dxZv3FC8iZmlatQ8dGJzTbJTqSFm2ucwqtATkI2z8PzEKP0P/ZH5JYWaFmnadmkfGk0kbZ+x7eJvTvccRYNMG0iR9XbdpOgrRRPXTwmMSpp32c+wbkwIPtWc0uEp+auqpMkXW8O0E2nqpyDLoK+03ZbwrKfllNtlhb6vp33WiwbpH/KGVF86RbuLfIMu7Xtmyu8Ladcy213JN8RMM+bfrOIw8ltU7GulEnNK+f2ynHmWdY/+zUz/L2z8EO2JS73FUsI/iGWtv1nD0kta/ASUOTS3QQACEIAABCAAAQjUDYFSfg4vpW0KQCX9fy/t2GnblfL/u1L6TDFv1yRlnw1p/9+Xtp3GTtW2Ic9Dp51abrtgomk9QWK7GHHcaOYYFbvy+ky5AMX6dQ9xir5SNMn2k6qtWeGvn0gnKfuMsTLJD0zaPrPtijx4afsT8dRfGMUWUJ11TtEoaJIYZ+QhSzufvHbqJyGmlH1WXawWjbPp66ZouzRLE5ltqu9vSY91QkBp+8yGW5GJ5f8yMA2OaJtO7SiWUv7xKzjXSs1JX2f1JFYrMZ/UPyQUeRrT/MNc7IFO+0NDsX6S32/4dFKLn4DyR+dOCEAAAhCAAAQgAIHaJ1CKbEr9861vWPg/Po2NZp2K/tzd1FfasQu2i8iKFvWZ9uaERyR7e+F+0jFq+n9hpwIyJgwjVeiNZo2dKiBWI4OlGtvPJ8oufn6lMfJ9pg2kyJd4dvAi/8lPNVxpz3rheZfJPW+6CV/LqebT1FnKZ939z7bo94NMn42Njdap+DePdN+fHcgSxGrR7zFNk0g7n9h2CV/LKfvMbVbkppR9ZtYnReMUTTIiq5NZYyV+eROZbap/Vwp9j4n/5U3aZ7PpCU3/MBd8SlN+Ty/UR+pvkMW+XCoQSzYdv6VSNNVDVmxCTQ9BCV/7sT1WMpaU3wATZ1aJNXLfYSvw/Faij0rFUvhRaGi8ArGa4quFJhCAAAQgAAEIQAAChQiU8n+cUtqmoV5Kf2kzhgr+3yR4s5Sf+2PjLCX4GBjZ24v0k3YY1y5ltkqqPjuZNQhSS68yyy/krXeB/zSW9WykguBNntmaBBYubTTFf4iLDhc8kEXbNq1JwXaRN9P2mbfcTZmF0ddL6S/ts552HRVLpbLwHPaUXzdF/58fmUBaRrHtCmSsNq42szUlfGFW6HtMSWK12PeOpucqLaOCsy3zWY8dO+EhLDnOFN8Tiq5ghURZSVtDCgVViTmV8kVeLJZiz1hRwMmZ4WluzbYp+eFI6L0S/bRkjdaYrVmR5h+XlHQqMR/3zb4CWcXJITdsf8pmlXiSUkKhGQQgAAEIQAACEIAABNISqNQP1GnHC9q12dBtM1DqUdI21P8g0rYtA3/+LZUaLD7wkqZTTigqNbBWZ1urf09rTJKrbQu0GXE586nImpbbSeUCrpgrKukBKnfe5dyXxGq1fdltY1vTpV+JcjV9DH7kT9d0ck/2V40NtmK1Pk+vH9ZYJ/vCurbRV0b6uNJTKLdl5Z7xTATtaW7lMuG+9k6gsXGNdenU0zqvd3IgV9t71C2Lr1eXTtZNvz+28dvyVdYyltwNAQhAAAIQgAAEIAABCNQMgSr890dDdutiXTfuY42rqzB+zaxNDQfaLpc1PqiGxtW2quc3zLr2NzNlrrbXq11Cba+wiAsCVSawxjo39LSeA861xjXLqhxL2wyvKhnu92pdTtiG71Ztw5xRIAABCEAAAhCAAAQgAIEOSMDV8+zWxboN7JNcDqADcmHKVSLQ+JV90WNzW911fWsoqRxAleJlWAhAoN0TaGxcbV079bKeG5zdYcSqXxTEart/PAkQAhCAAAQgAAEIQAACEKhlAojVWl69OowdsVqHi8qUIFBdAojV6vJndAhAAAIQgAAEIAABCEAAAnVLALFat0tbmxNDrNbmuhE1BNoxAcRqO14cQoMABCAAAQhAAAIQgAAEIFDLBBCrtbx6dRg7YrUOF5UpQaC6BBCr1eXP6BCAAAQgAAEIQAACEIAABOqWAGK1bpe2NieGWK3NdSNqCLRjAojVdrw4hAYBCEAAAhCAAAQgAAEIQKCWCSBWa3n16jB2xGodLipTgkB1CSBWq8uf0SEAAQhAAAIQgAAEIAABCNQtAcRq3S5tbU4MsVqb60bUEGjHBBCr7XhxCA0CEIAABCAAAQhAAAIQgEAtE0Cs1vLq1WHsiNU6XFSmBIHqEkCsVpc/o0MAAhCAAAQgAAEIQAACEKhbAojVul3a2pwYYrU2142oIdCOCSBW2/HiEBoEIAABCEAAAhCAAAQgAIFaJoBYreXVq8PYEat1uKhMCQLVJYBYrS5/RocABCAAAQhAAAIQgAAEIFC3BBCrdbu0tTkxxGptrhtRQ6AdE0CstuPFITQIQAACEIAABCAAAQhAAAK1TACxWsurV4exI1brcFGZEgSqSwCxWl3+jA4BCEAAAhCAAAQgAAEIQKBuCSBW63Zpa3NiiNXaXDeihkA7JoBYbceLQ2gQgAAEIAABCEAAAhCAAARqmQBitZZXrw5jR6zW4aIyJQhUl0CHFqsff/xxY3XxMzoEIAABCEAAAhCAAAQgAAEIQAACEIAABCAAgdoi0IBYra0FI1oIQAACEIAABCAAAQhAAAIQgAAEIAABCECg+gQQq9VfAyKAAAQgAAEIQAACEIAABCAAAQhAAAIQgAAEaowAYrXGFoxwIQABCEAAAhCAAAQgAAEIQAACEIAABCAAgeoTQKxWfw2IAAIQgAAEIAABCEAAAhCAAAQgAAEIQAACEKgxAojVGlswwoUABCAAAQhAAAIQgAAEIAABCEAAAhCAAASqTwCxWv01IAIIQAACEIAABCAAAQhAAAIQgAAEIAABCECgxgggVmtswQgXAhCAAAQgAAEIQAACEIAABCAAAQhAAAIQqD4BxGr114AIIAABCEAAAhCAAAQgAAEIQAACEIAABCAAgRojgFitsQUjXAhAAAIQgAAEIAABCEAAAhCAAAQgAAEIQKD6BCoiVleu+dQ+b1xqX65ZYY3WWP1ZEQEEIAABCEAAAhCAAAQgAAEIQAACEIAABCAAgYBAgzXYWp16Wo+Gdax7p7VbzKbFYvWzNYvt7Y/m2RUP32uPvjHLPl/1RYuDogMIQAACEIAABCAAAQhAAAIQgAAEIAABCEAAApUk0KNrNxu11c522vcPtM3WHWx9OvVvUfctEqvKVH3jozfswKvPQ6i2aBm4GQIQgAAEIAABCEAAAhCAAAQgAAEIQAACEGgLAhKsU0+92LZcd8sWZa62SKx+snqBnX7772zay0+0xZwZAwIQgAAEIAABCEAAAhCAAAQgAAEIQAACEIBAiwn8cPgedvnhJ1q/zhuX3VeLxOr7q960nS88mWzVsvFzIwQgAAEIQAACEIAABCAAAQhAAAIQgAAEINDWBJS1+swFv7UNum5R9tAtEquLVr1hwyecUPbg3AgBCEAAAhCAAAQgAAEIQAACEIAABCAAAQhAoBoEZk+83gZ03bLsoRGrZaPjRghAAAIQgAAEIAABCEAAAhCAAAQgAAEIQKBWCSBWa3XliBsCEIAABCAAAQhAAAIQgAAEIAABCEAAAhCoGoGqidU1a9bY4tVzKAVQtaVnYAhAAAIQgAAEIAABCEAAAhCAAAQgAAEIQKBcAhKr/TsPtU6dOpXVRdmlAFatWmUf2dutJFYH2hlHn2Arb/qF/b6saXETBCAAAQhAAAIQgAAEIAABCEAAAhCAAAQgAIFkAhKr69pm1rVr17IwlSVWGxsbbeXKlba0y/xWEKsD7Ywz77TLNn7Nzj5jvF1R1rS4CQIQgAAEIAABCEAAAhCAAAQgAAEIQAACEIBAYbG6zleDrHv37tbQ0FAyqrLF6vLly21Zt39XWKw2SdUt+piteBqxWvJycgMEIAABCEAAAhCAAAQgAAEIQAACEIAABCCQhoAyVnt/8XXr1atXrYvVQKpq5ojVNOtPGwhAAAIQgAAEIAABCEAAAhCAAAQgAAEIQKAMAlUTq8uWLbPl3d+tUMZqRKq2G7H6K3v5fw62LWMX5l825f870E4oY9HKvmWvG+yDMcPshTt3tb3/WnYv3FgygcxzYE9ua9veVPLN3AABCEAAAhCAAAQgAAEIQAACEIAABCDQDglIrPZaOdB69+7dthmrlROrMVI1AL3yiy/MVn1o8xb9y/720k12+cNP27w2W4iMUBvw5iRb//LQqB1tD19xln23ZxvLVcRqm6187kCI1SqBZ1gIQAACEIAABCAAAQhAAAIQgAAEINBqBGpcrBaWqnHUVn70tP3+9vF29uxWYxp0nCRWzc4480m7bIsP2j5rtS2mzRgQgAAEIAABCEAAAhCAAAQgAAEIQAACEKhzAjUsVkuXqtm1XPWu3XvncXbYY++28vKWIlbzywYsCTJdr//Vy3aM3WNT7GA7ZsBn9rc7d7V5e4SvaSqZ1/ceONVW7bqpmUUyYnMyVn3WbIBg0T3W9Re/aH7Btf+W9Q2avOG3sxd6L46qH/vND+y7Wyi2zJXtz/2tdAbRkgZOWG/8Ws7BZTmvHe3Z+AiamDWVRvCcQw55r+X1Ec7DZ6feY7brwbalq/X7rh0bKQWQEet9AlJtnL3cyk8+3UMAAhCAAAQgAAEIQAACEIAABCAAgXonUMNi1cyG/8pePuFg27JrGcv0xUt2yUVj7YLFZdyb+pa0pQCahGIoNpvknRePTu4NyBWR/rWsgPXCz/Xzr0y5AZPYG29XKOZArDopu3bwXpPUzJYtaBKnFsjdjAw0+9udf7ENx0RKHLix18+I3bj6rV7EBoeKNfene8pjEF2KgmL1z2Y/H/MtWxTUOo1mDhcVqzHlFHL78HI4FKW5pQBy560ZNEnucK1SP2M0hAAEIAABCEAAAhCAAAQgAAEIQAACEKgGgdoWqyLWArm66JVf2MbX3NOK3NMeXhUnYHNlnBN+OSLULP+1GIEXZm9GxarlZqiqv4OWNtWDjavHmn0tI1ZzD2PS2N+3hUXEaig1Q9HrxWp+n83jxDEoXaxGDu9yc1rf7m06SKyoWI17WnJYFV/Lolm1rfhE0jUEIAABCEAAAhCAAAQgAAEIQAACEIBAZQjUvlhNkqsrXrIr/vRnW7n59ja457q2w6bDbMt+4dZrMwuyJyuDM9pLcimA3JbJAjYnYzVGhKo8QPO29fRiVVmlPuNVsfis1zP2Otqu+OtNOdmt2QzUGIG4pZuI305/tJ2x1012RWLGapzU9K/FHfAUI5cjDEoSq8rczSlh4LNKm+NOK1bzt/J7BsXngVhtna82eoUABCAAAQhAAAIQgAAEIAABCEAAAm1JoD7EapxcjZGmg3c6y65e4rsQAAAgAElEQVQ/5Aj7br9uTYzftf83YR87qtXKAZQmVrPb8GOegHTCrzSxGg7jRWG2rEDBjNXodn9frzW3XmnONIr2V1xIxjEoWazm3JC/bb8Y52ahGmz1jxHOhTJvEatt+S2OsSAAAQhAAAIQgAAEIAABCEAAAhCAQOsQqB+xGpWrSdmo/X9s9535c9u3n24oIAIrwrsFYjUiIosJv0y4acVq3FZ+sxzhV0iEzvvAvjvYbErT9vnM2Bm5usOCplICUX5NmaItLgVQRsaqLyHwwIJhtl/kYKsos3zOTdL400xmcGw5AsRqRb5a6AQCEIAABCAAAQhAAAIQgAAEIAABCNQSgfoSq6FcXRUezBRZkl1/ZwuO3sMG2Lt275X72GGvt9aSlSZWMyfIZw6aigq81hCrW4aHZUUPUCp0eJUTq5uaL1Pg6MW0z6FaqcOr0ohVd8BWU1ZtMK4Tq+F7zgfr0K3muWTKIwTZqDkHgjWJ1fD9Jpm9ZVbSF8+85fCq1vp6o18IQAACEIAABCAAAQhAAAIQgAAEINB2BOpPrHq5euRAm3xuRlLmX01ZiN1ftyv+8zA7u9V4pxWrCiBSZzWScVtZsbqr7W06tOlb1jdn7uFJ9s2yNGzjZWp+jVEzyxG1Eag+q/PND+y7W2yafTNHzkYZBLVfdUOaUgDZdgOahhDHF9e3y7b/wEnrrZw4zY0tW/7AvezLGjS1WXSPnb30+3bZOn/J1rINa9Oaidk9NviKs+y7PZUBnXSwV+5hX/n8Iuxb7ZmkYwhAAAIQgAAEIAABCEAAAhCAAAQgAIFKEKhPsSoy/Qfa4MXv2rxYSs3bu7/xi18ktKkEXvrIEogrLQAeCEAAAhCAAAQgAAEIQAACEIAABCAAAQjUKIH6FasFFyQjVvs9vY/tdPu7Nbp0NRY2YrXGFoxwIQABCEAAAhCAAAQgAAEIQAACEIAABAoR6Jhitf+l9s+frWu/a6pnyiPSBgQQq20AmSEgAAEIQAACEIAABCAAAQhAAAIQgAAE2opAhxSrg4++w+5ccYbtdCfZqm31oDEOBCAAAQhAAAIQgAAEIAABCEAAAhCAAATqiUAHFKvfsp8dsKX9v/tuorZqPT3JzAUCEIAABCAAAQhAAAIQgAAEIAABCEAAAm1IoOOJ1YKHWrUheYaCAAQgAAEIQAACEIAABCAAAQhAAAIQgAAEapZAxxOrNbtUBA4BCEAAAhCAAAQgAAEIQAACEIAABCAAAQi0FwKI1fayEsQBAQhAAAIQgAAEIAABCEAAAhCAAAQgAAEI1AwBxGrNLBWBQgACEIAABCAAAQhAAAIQgAAEIAABCEAAAu2FAGK1vawEcUAAAhCAAAQgAAEIQAACEIAABCAAAQhAAAI1QwCxWjNLRaAQgAAEIAABCEAAAhCAAAQgAAEIQAACEIBAeyGAWG0vK0EcEIAABCAAAQhAAAIQgAAEIAABCEAAAhCAQM0QQKzWzFIRKAQgAAEIQAACEIAABCAAAQhAAAIQgAAEINBeCFRdrLYXEMQBAQhAAAIQgAAEIAABCEAAAhCAAAQgAAEIQKAUAr1WDrTevXtbQ0NDKbe5tg0ff/xxY6l3NTY22rJly2x593dtq/67lHo77SEAAQhAAAIQgAAEIAABCEAAAhCAAAQgAAEIVJXA64ufMsRqVZeAwSE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oAABCAAAQhAAAIQgAAEIAABCEAAAhCAAARqjQBitdZWjHghAAEIQAACEIAABCAAAQhAAAIQgAAEIACBqhNArFZ9CQgAAhCAAAQgAAEIQAACEIAABCAAAQhAAAIQqDUCiNVaWzHihQAEIAABCEAAAhCAAAQgAAEIQAACEIAABKpOALFa9SUgAAhAAAIQgAAEIAABCEAAAhCAAAQgAAEIQKDWCCBWa23FiBcCEIAABCAAAQhAAAIQgAAEIAABCEAAAhCoOgHEatWXgAAgAAEIQAACEIAABCAAAQhAAAIQgAAEIACBWiOAWK21FSNeCEAAAhCAAAQgAAEIQAACEIAABCAAAQhAoOoEEKtVXwICgAAEIAABCEAAAhCAAAQgAAEIQAACEIAABGqNAGK11laMeCEAAQhAAAIQgAAEIAABCEAAAhCAAAQgAIGqE0CsVn0JCAACEIAABCAAAQhAAAIQgAAEIAABCEAAAhCoNQKI1VpbMeKFAAQgAAEIQAACEIAABCAAAQhAAAIQgAAEqk4AsVr1JSAACEAAAhCAAAQgAAEIQAACEIAABCAAAQhAoNYIIFZrbcWIFwIQgAAEIAABCEAAAhCAAAQgAAEIQAACEKg6AcRq1ZeAACA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qgXAr94922775PFVZ/OmsZG+3z5Ctu973p27dDh1qNTp6rHRAAQgAAEIAABCEAAAhCAAAQgAAEIQKDeCCBW621FmU/VCJz5zpt2bzsQq42Njbby089szVerbZ3u3W3q9rvYsJ59qsaFgSEAAQhAAAIQgAAEIAABCEAAAhCAQD0SQKzW46oyp6oQaI9iVSA27NXbnv/WKOtcFSoMCgEIQAACEIAABCAAAQhAAAIQgAAE6pMAYrU+15VZVYFAexWrDQ0N9qsthtuJGw2qAhWGhAAEIAABCEAAAhCAAAQgAAEIQAAC9UkAsVqf68qsqkCgvYpVoThg4CZ2wxbbV4EKQ0IAAhCAAAQgAAEIQAACEIAABCAAgfokgFitz3Vt17NavabRPly+wlY3rrGeXbta3x7d23W8scEtW2C2YpHZquVma74yW/OFvd7Y3X6wdK2qzyWsseqDQaxWfVkIAAIQgAAEIAABCEAAAhCAAAQgAIE6I4BYrbMFrYXp/P6JZ+3nf37EdHp99Fq3Vw/r3qWre7lLp0627Yb9rU/3bu7v63TvZtsPHOBe17VJv3Vs437rZLvo16OH9ejapXURfPGJ2Sevm6380CwS/5vW0/b5tPqSGLHauo8AvUMAAhCAAAQgAAEIQAACEIAABCAAARFArPIctCmBp+f/2464+S77eMXnrTpu504N1r93L+vUkJGwkrLbbNjfOjdJ2U3X7WdDvtY3K3CHDehvkrrr9uxpDQ0JoS37t9knr5l9FR/7V9ZgXwSuuFtDo4Wad7WZLW9ssEWNnWzums42e3Vne3F1F3vyq4xIrtSFWK0USfqBAAQgAAEIQAACEIAABCAAAQhAAALJBBCrPB1tRuCj5Z/bQZNvt5feW9RmY5Yy0NU/2ttGfWOIdbIG69dlpfXs9JVZ1z5m3fqafTbP7OPXzNasKqXL4m3XHW7WcwN77uN37NCFHxRvn6IFYjUFJJpAAAIQgAAEIAABCEAAAhCAAAQgAIEWEkCsthAgt6cjoF3zF0ybYVc//nS6G6rQ6vcH72O7bzbEOjWutn6f/9N6rXq/IlF8aWafNzaYcmf9n+4NjeYTY1dag/3+i+529Rc9KjJenFj9/oCB9sdhO1akfzqBAAQgAAEIQAACEIAABCAAAQhAAAIQoBQAz0AbEZj59nw7/OY7bcWXFc74rGD8lRarnzQ22JLGTjnlAdaY2YLG1isDIBxxYnXEuuvbg9vtUkFadAUBCEAAAhCAAAQgAAEIQAACEIAABDo2ATJWO/b6t8nsl65caYdOucOeeefdNhmv3EEqLVbTxPGVmX3ZZ4it6TnAnly62P6/xZ+kua1gmzixusPX1rPp2+/a4r7pAAIQgAAEIAABCEAAAhCAAAQgAAEIQCBDALHKk9DqBP7P3560i/4y09aoHkA7vqohVh0O1XDt2seeWbnSDv9YR1y17EKstowfd0MAAhCAAAQgAAEIQAACEIAABCAAgTQEEKtpKNGmbAL//OAj2/+G22zhp8vK7qOtbvw/+42yvbcaap0a11Skxqq2/b+1prMtWNPJffysscH+taazrWVmAzutts07rbGNO6223tboygOozuoLq7u0eLqI1RYjpAMIQAACEIAABCAAAQhAAAIQgAAEIFCUAGK1KCIalEtACapnTn3IJj/9QrldtOl9l+w70vbbZquKidWk4JWTqsOsPmjsZIu7rG0fNXS3//l0uc2ugFTVmIjVNn1sGAwCEIAABCAAAQhAAAIQgAAEIACBDkoAsdpBF74tpj1rwXt20OTb7dOVX7TFcC0eo63Eak6gfYea9drIPlq2yEYsWNziOSBWK4KQTiAAAQhAAAIQgAAEIAABCEAAAhCAQFECiNWiiGhQDoFVq9fYSXf/2f70wivl3N4m91y490j7/9m7FyDL7vo+8L97b99+z7M1M5JGsjQSGvQyLwmwsJnNKrzsNWDZMatgDBiUbKXsCmSXXcVxcG1MNl5V8BpTm2QrHnDAZJOysWVcZR4xYFa2eQqEDRIgHjNGmtFIMz2ann73fW2d23277+33v6enbz8+twokdf/OOf/z+f+uVPWd//mfH73qQBz/0tfjz779vbgcwerUzOrUZ2r5GKrl4olqIfbkqnF1rhqFXMTBXLZhQMTHS53xLyb61uW+rVhdF0YnIUCAAAECBAgQIECAAAECBAgsKyBY1SCXRWCzr1Z98bVXx++87pVxaFd//NevPxq/9snPrXuwmoWqpVquvrfqhVouTtfy8XClGJ8uFeO71cJlcc9OKli9bLROTIAAAQIECBAgQIAAAQIECBCYFRCsaoZ1F8j2Vn3Hgx+PD33lb9b93Ot5wrfe+bx47oGB+Nijj8cXf3gqfvM1PxE/ffttkYtq7B36RvSMP9lyuXxnd+Q7sldPXdqnFhFDxT0x1HM4/nx0OP6PZ0cv7YTzjhasriunkxEgQIAAAQIECBAgQIAAAQIEFhUQrGqMdRf4xlNPx+uO/5c4Pza+7ue+nCf853f/RLz5xc+Pjnw+dvd0RU+xOHu52uRQTD72x5GrlaJr78GIXC5pKJWp8ahVKtHR3Td9bHFXxO4jcaE0FS98cn32Vm0MSLCaNDWKCRAgQIAAAQIECBAgQIAAAQJrEhCsronNQcsJjJfK8ez46kPVQi4fV/T1RiGfFla2YxYqZx6JqdOPRJTGI5fPRa5jJnytRQxXKjES+Riu1mIi3xHfzvfGs/lifKvWFZ8s7K0P98bqeNydG4ury2PRWS3HZ7oOxGejf11vRbC6rpxORoAAAQIECBAgQIAAAQIECBBYVECwqjEIrJPAP/7Bo/Hnw+fX6WxrP41gde12jiRAgAABAgQIECBAgAABAgQIrFZAsLpaKXXrKjA6Ohpf+sIX4uLFi+t63nae7E9/9DnxF2ND7RxC/dqLBatH8h3xq+cnVhzb7t2746V33RV9fX0r1iogQIAAAQIECBAgQIAAAQIECOxkAcHqTp79Nt37yMhIfOj3fi/OnT3bphFcnsue+IV74v+bGLk8J08462LB6pWTpfi5L6zuZWJXHDgQb/mlX4r+/vXdoiDhFpQSIECAAAECBAgQIECAAAECBDa9gGB100/R9hvgqSefjN//8IdjcmLlFZRb6e63S7CaLxTiH77xjfGcm27aSvzGSoAAAQIECBAgQIAAAQIECBDYUAHB6oZyu1gmIFi9vH1wqStWs9G94d5745Zbb728A3V2AgQIECBAgAABAgQIECBAgMAWFhCsbuHJ26pDF6xe3pkTrF5eX2cnQIAAAQIECBAgQIAAAQIECGQCglV9sOECiwWrP/tzPxd79+7d8LGs5wX/VXk4PjPy7Hqeck3nWixYva1/d3z40JFFz3f69On45Cc+0fI7K1bXRO8gAgQIECBAgAABAgQIECBAYAcJCFZ30GRvlltd72B1qlaL4Uotak032JfPRU8+t6G3LFjdUG4XI0CAAAECBAgQIECAAAECBAi0VUCw2lb+nXnxSw1WswD1qalKPDlViYuVapSbE9Um0ixX7c/n4+rOfFzb2RGFy5yzClZ3Zj+7awIECBAgQIAAAQIECBAgQGBnCghWd+a8t/WuLyVYzcLU702UY6Jai3xE9Bey/48YrlRnV6xm+Wl3Plf/X/bzLHjtzOXiR7oKcWN3R1yufLWdwepNMRmvzQ3FXTEWN8Zk7I5KlGq5+EGlEH9e6o4v5A/Gvz14dNF5txVAW78OLk6AAAECBAgQIECAAAECBAhsUQHB6haduK087LUEq+PVWnxjrBTPlqvRkcvF4c5CXN9ViO+Ml+NMqRK9+VxUI+rhavb3WV1/IRfP6+2MC+VqnJgsR3aOvkIubu8pxt6O6UB2PT8bHay+orcn3nvVNbGrOhW5k617pM6/r8ylXNgV53t+NEqF3S2/FqyuZxc4FwECBAgQIECAAAECBAgQILBTBASrO2WmN9F9pgar2eP+Xx8t1YPRA8V83NJTrK9G/eZYKU5PVWJfRz5e0FeMh0dKUarV4kV9nfHEVDmemKzE7kI+7ugvRjGXq690PTlZjkLk4paejriqs7CuKhsdrBaiFv937sl4ZQzXV+82fyYjF8WYXtXb/Jkq7I1zfXdENVec/bFgdV3bwMkIECBAgAABAgQIECBAgACBHSIgWN0hE72ZbjMlWM1C1UdGS5G9oOr6ro64qbujfitZQPr4eDl2zQSn2aP+nx+eqgerd/R11lerfmu8FD+crNTD2Bf2dda3AMj2Zv3WeLm+svX23o44VFy/cHWjg9XGnP5ojMfeqEQ5C4xjMvZFOf7baC4qlWr8Ss9ovLw4GX256Y1oK/meONd7R5QK/YLVzfSlMBYCBAgQIECAAAECBAgQIEBgywkIVrfclG39Aa82WM3C1K+OlGKkWq3vjXpD13SoerZUrW8LkL2M6oV9xfqq1OwzP1jNosRHRqfiXGn6+Ox/2efpUiW+OVaOjnnHX6psO4LVO2MsXpu7GP9djMThKEW2irXxmazl4ulqPr5W7oyXdZbjYK4kWL3USXY8AQIECBAgQIAAAQIECBAgQGBGQLCqFTZcYLXB6mPjpfrj/Nkn2xv1YLEQVxUL8e3xUlyoVOtbAlzT9Dj//GA1Oy5b8fq10VL9kfjn9Rbrxz1dqsZQuVrfkzXbRuAl/dOrWS/1s5HB6n/a3xUvP3g08lPDUTvx8VUP3YrVVVMpJECAAAECBAgQIECAAAECBAgsKyBY1SAbLrCaYPWZmVWpXfmInpmXUZXnFmPW90zNXlKVz0X053ORy0Vkx1RqEYeK+fo/j1Zq9X+eqNVisjp3cBayZi+vyv56vlKN53YX47quS98SYCOD1f+wrydetWt35C58L2L4icj2VH0yOuN70RVHYjJuiMmYXp87/5OL4a7rYqj75tlf2GN1w78CLkiAAAECBAgQIECAAAECBAhsAwHB6jaYxK12C6sJVr82OhWD5dZVqc+Wq5GtYh2r1qIvn4+Jai2qMR2eNmWusxzZKtRsu4AshM1C2SyEzV5ale2rmv3uQrkaj4yVojuXiztnXnB1KZYbGaxmj/z/ZAxHR9Ti0eiO70bX7NBrtVr0Dw/FP+wYjp/tHo/nFMotIWupsDue7n+ZYPVSJtuxBAgQIECAAAECBAgQIECAwI4XEKzu+BbYeICVgtUsQM1eWNVbyMVLmx7TH5p5rD9bqZr9fP5nsa0AGjWPjpXidKkSt/YU43DT9gF/M1qKs+VK3N5bjCsv8UVWGxmszr/3bH/V18TFeEluLLKXWXXVqnGyUohHysX4Yqkrfq1/NK7LTdUPGyteFed7ny9Y3fjWd0UCBAgQIECAAAECBAgQIEBgGwkIVrfRZG6VW1kpWP3uRDl+MFGOI90dcXTmhVPZvf1wshLfmSjFtZ0dcXPPwgfdlwtWT01V6qtdsz1Zs71ZG58z9RdZlep7t97WO/fztVi2I1j93YFdcfeBI5EbORVx6i9XHHY11xmDvc+PyY4BweqKWgoIECBAgAABAgQIECBAgAABAksLCFZ1x4YLrBSsfnV0KrJVq8/v7YwDxWwn1OnPt8fL8cRUecGq08bvlwtWG6tds/1YX9y02nW8WouvjEzVtwu4a9fCVbApOO0IVn9rT2f8zBXXRu7iiYhz36wPN9sWIfvfnNzcXdQiHxe7b4rhriOC1ZTJVUuAAAECBAgQIECAAAECBAgQmCcgWNUSGy6wXLCaBYKfH56s74l6R19n9GebpM58sn1XL5Rr8cK+YuzrWBgbLheslmq1+NLIVH1v1Zft6qr/tfHJgtVs39b510uFWUuw+rL+vXGouPpAtxoRj42PxHcnxmaHlz36vzcqUYlcfCe64lytEIXhi3FXbixe0zkZL+goxdGOchRndqIdK14d53ufJ1hNnWD1BAgQIECAAAECBAgQIECAAIEmAcGqdthwgeWC1ZFKLbIVq9kK0pfNW0H6heGpmKotHYAuF6xmN5kFq9kLr+YHqNn+q2dK1XhBXzEGFglsVwu0lmD131xzU7ywb9dqLxFZQPwHg2fiI4NPLXnMTbWJ2Dd2MWqVLIad/jywezSuz03W/z5brTrU/dzZ350+fTo++YlPtJzvDffeG7fceuuqx6WQAAECBAgQIECAAAECBAgQILDTBASrO23GN8H9riZYzR7R38hPRy7iBX2dccUGB6uNe/zlg9fG2w8cjs78Yg/wR3x/Yixe/92vL0oyEOX4lb6OuL10Np5bGoz+mAtU5x9QzRXjfO8LYsIeqxvZXq5FgAABAgQIECBAgAABAgQIbEMBweo2nNTNfkurCVazWPVg0/6q2T09U6pGpRZxqJiPfPOz/DM3vNLvz5WqUVrk+Gw/1yzIbWeweilz9qlDe+LowVsiBr8Vtae+sMKpcnGx64b6PquNjxWrl6LvWAIECBAgQIAAAQIECBAgQGCnCghWd+rMt/G+lwtWGy+TyoaXvWSqpylBzfZYHarU4kV9xdhTSNtjNTtftlVAuVZbcN5s64HhyvQWAbua9nRNJVrLVgCp11is/meL5fgnffkYGzsXj5YqMVbLxeRUKY7kSnE4X4lrCpXYlatFx8weq+PFQzHY+0LB6nrgOwcBAgQIECBAgAABAgQIECCwYwUEqzt26tt348sFq9mosr1QRysLX1KV7YX6VKkSt/cW48piYcENLLfHahacZgFqFtS+tH/uZVGNl1plJ8t+nu3tutZPu4LV+eOt1WoxcXE4quXK7K/+av/5uCk/vcfqePFgDPa+SLC61ol2HAECBAgQIECAAAECBAgQIEAgIgSr2mDDBVYKVrMA9dRUJZ7bU4zruuYC1JOT5fjuRDmu7+qIm7o7koLVM6VKfHOsFAeLhXheb3H22MFyNf5mtBR7O3Lxor65wHUtKFslWPXyqrXMrmMIECBAgAABAgQIECBAgAABAq0CglUdseECKwWrjRB0byEfdzatLs32Qn1ktBQ3TX4p7nj2P0auOjXzcPv0LVRq0y+8yudy0Vh32vhrtjdrNWpRyOWieROB7DVP2XHzf74cSi3fFZO7XhrDh94c1cLu2dKtEKxWcx3xbM/tMV68cnbc9ljd8K+ACxIgQIAAAQIECBAgQIAAAQLbQECwug0mcavdwkrBahaPZtsBjFVq8fy+Ygx05Osvl8pWsT45VYmX7S5HT0d/W247F9UoVgaj95kHI0a+H+ev+1eRBa3Z573V0XhodKgt42q+aLVWi/NDQ1Ga2QqgFrX4633n48bcREx27IuzfS+JmI2eIwSrbZ8yAyBAgAABAgQIECBAgAABAgS2oIBgdQtO2lYf8krBanZ/fzdZie+Ml6KvkItstWkWrGaBa7YC9bq+jnj+7p6o1uYe6d8ok2z/0lK5HLVaNfYMfjRKhStjYvdd9ctP9fREX23te7RejnsYjVrc9egX40tXjMd1ueG40H1zjHZe23IpwerlkHdOAgQIECBAgAABAgQIECBAYLsLCFa3+wxvwvtbTbCahahfHpmK7PH/jlzEoWIhruksRH8hV//5Kw7kI995RVvuLttxYGx8LDor56Lz6T+LkYNvrI+j1N0d3dneApvlk4s4WS3Hz3z7q/HVK0bjUKFWX61azbUG0oLVzTJhxkGAAAECBAgQIECAAAECBAhsJQHB6laarW0y1tUEq9mtni9X4+ujpfpK1dt7O+rhavb54WQlrusvR3/voYhce1aIjo1PRJRHY9ff/V9x4Zp31ce12VasTuUi/vWZE4lMwNYAACAASURBVPHYhdPxZ/uGI7oOx8WuGxd0kWB1m3yx3AYBAgQIECBAgAABAgQIECCwoQKC1Q3ldrFMYLXBalZ7crIc350oR0cuF7f3FONAMV8PWoudlch3zL04aqNly+VyRHkidv/wtzZlsDqWj/i109+Pzww+E/9291Tc2z0Z5/vuiHK+R7C60c3iegQIECBAgAABAgQIECBAgMC2FBCsbstp3dw3lRKsNoer2drU53R3xPVdHbG7txKVjv1tu9HJqVLE5LnoOfNfY/jQ2+rjeKQjYrIwvaq2XZ9KrRZfu/hsfPTMkzFSKccv9JTigf6hmCpeGc/23LbosKxYbddsuS4BAgQIECBAgAABAgQIECCwlQUEq1t59rbo2FOD1ew2ny5V4rHxckxVa3Ftb1f82EBnVPN9bROYGB+Jnmc/E+WpqRjf98r6ON577lT8l6FzbRtT84WvL1TjN3aX4hUdw1GolWK46/oY6r5ZsLopZscgCBAgQIAAAQIECBAgQIAAge0gIFjdDrO4xe5hLcFqdovj1Vp8a7wUN3SdjyO790Xk2rM6tFqeiMK5z0b+6U/F+SO/GdXC9JYEF6uVuFiptGU2nnPus9F58VTk8vno2bMvOrq6W8YxXjwYg70vEqy2ZXZclAABAgQIECBAgAABAgQIENiOAoLV7Tirm/ye1hqszt7Ws38RB0+/Lwq1qTbdaS5KPc+JocPvjFL3DW0aQ+tl9/7wj6I6fiGK3T3Rs3fhFgmC1U0xTQZBgAABAgQIECBAgAABAgQIbCMBweo2msytcisrBaudTzwZez7zueg6+cPIlUqb/raq3V1x9q2/GFPXHm7bWPf+4D9HrTJVD1U7OrsWjKNU2B1P979s0fHZY7Vt0+bCBAgQIECAAAECBAgQIECAwBYWEKxu4cnbqkNfLljt/dtvxv4/+pOYOnpTjL7qlVHt6938t1mrRa2jEBNdnW0Za9f4qeg+9ZnoKBajZ+++RccgWG3L1LgoAQIECBAgQIAAAQIECBAgsI0FBKvbeHI3660tFaxeUYs48MEPx9Ab/kGMXPcjkc/no7urK/L53Ga9lfq48pOTMV6tRqXcntW1vRcfi86zD0fPnr1RKC4e7lbyPXGu944oFfoXWFqxuqnby+AIECBAgAABAgQIECBAgACBTSogWN2kE7Odh7VUsHr1k6ej+9TpGHzNqyPqoWpnPVzd7J+O8fEYrpTbMsxid3d05kqRq5Uil1/mZV65fJRz3VEqlaM8OdkyVsFqW6bORQkQIECAAAECBAgQIECAAIEtLiBY3eITuBWHv1Sw+iNf+5so335bjFx5KLo6u6KrTY/Wp5jmKpWojE/EWKU9q1U7e3sX3VN18XuoRWliMkoT44LVlElWS4AAAQIECBAgQIAAAQIECBBYRECwqi02XGCpYPXGP/+LuPiTr47J3bujWOyIfG7zr1Yt5CJylXKMT01tuGPX8Jdj3xP/Z+SqrUHpcgMpdx2O80ceiErHwGyZFasbPnUuSIAAAQIECBAgQIAAAQIECGwDAcHqNpjErXYLSwWr1z38SIy/5MUxtW9f9G2Fl1Zl+6tme6tOTsZYaeOD1Z6hz8WeU78duerK15666uejdMXdUXzmkzG0+3+Icte1gtWt9sUxXgIECBAgQIAAAQIECBAgQGBTCQhWN9V07IzBLBWsXvut70QMDMTwLTdHX19f5HKb+6VV2WzlarWIsbEYbsOLq/rP/kHsevr3VtU0E0feEVMHXxOdp/4gRrrviFL3jYLVVckpIkCAAAECBAgQIECAAAECBAgsLiBY1RkbLrBUsHrowsU48KGPxDP3vyti397o7Fz8DfcbPuAVLtgxPhEXpiY2fFi7n/oP0Tf4p6u6bnnfXTF5+Bei49kvxEjn82Kq73mC1VXJKSJAgAABAgQIECBAgAABAgQICFb1wCYRWCpY3bdrV+z/6J9E98kfxuA/+cdRG9gf+Y5l3nS/Se4n2w6gVi7HWKW8oSPa++R7o+fCZ1Z1zcnDb4zJH3l7FJ/5RExOFWJ8z98TrK5KThEBAgQIECBAgAABAgQIECBAQLCqBzaJwFLB6t69eyM/MRH7/+hj0ZNtC5A9Zr8FPtXurjj71l+MqWsPb+hoB37wv0Tn2GNJ16zlOmPo8DtjfO9/L1hNklNMgAABAgQIECBAgAABAgQIEGgVsBWAjthwgeWC1Www7x9/Nr4/NRH5ycmIanXDx5d8wVwuqj3dEfnFV9d2RMSLOrrjNZ19MbBETeo1c9XJGDjxv0Zx/Luph8bwoV+KkQNvEKwmyzmAAAECBAgQIECAAAECBAgQIDAnIFjVDRsusFKw+ssjT8c3ypMbPq7LfcHeXD7+p+49cU/Xrku+VKE8GPtP3B8dk6eSzzV88Bdj5OAbBavJcg4gQIAAAQIECBAgQIAAAQIECAhW9UAbBVYKVr9fLMTuXL6NI1zfS1ci4qtTY/HAhaeiO5eLd/Xsj1d19l3SRYoT34/9J/5F5CsXk88zvvfvx4Vr3iVYTZZzAAECBAgQIECAAAECBAgQIEBAsKoH2iiwUrA60t0V+zuKUYhcG0e5Ppeu1moxOTEZlWo1Rgq5+JVnn4hi5OJ9/QcvKTzuHP3b2P/D34hcZTR5oILVZDIHECBAgAABAgQIECBAgAABAgQWCNgKQFNsuMBKwWq+oxiVjo7oqG6Nl1etBFiLWpTLlajVanE+V4t7z/9dvKt3f/zkJaxa7Rn6XOw59duRq06tdPkFv5/qvTUGb/it2Z+fPn06PvmJT7TUveHee+OWW29NPrcDCBAgQIAAAQIECBAgQIAAAQI7RUCwulNmehPd50rBajbU8e7u6ClvgRdXrdI1C1WrMy/i+n+mLsSF0lT8Wu/AKo9eWNZ37o9i95kPRER6+CxYXTO7AwkQIECAAAECBAgQIECAAAECswKCVc2w4QKrCVZHentioNAR+fTccMPvZ7UXnJicinK5HI/lyvHvLz4T/67/UKx1J9ldT38w+s/+4Wov3VJX7ro2Bo88ENWOffWfW7G6JkYHESBAgAABAgQIECBAgAABAjtcQLC6wxugHbe/qmC1uysO9fVH5zZ6idX4xESMjY3Hk/lq/Or5J+N3+g/FFfnCmqZg75PvjZ4Ln1nTseWuw3H+yANR6ZheMStYXROjgwgQIECAAAECBAgQIECAAIEdLiBY3eEN0I7b36nBaqlUiuGR0TiVq8T9lxisDpz436Jz9Btrmr5qx544f/1vRqn7iGB1TYIOIkCAAAECBAgQIECAAAECBAhECFZ1wYYLrCpY3YZbAVQq1ZiYnIxTUY13D52K9/cfit1rWpFbiyt+8D9Hcezba5q7amF3nD/yb6LUfaNgdU2CDiJAgAABAgQIECBAgAABAgQICFb1QBsEVhOsjvX2xp5sf9VttMdq9vKqqXI5PlcZj4+PPhu/1X9wTfqF8mDsP3F/dEyeWtPxtXxPPHvtP4/JXS8RrK5J0EEECBAgQIAAAQIECBAgQIAAAcGqHmiDwErBai6fj3J3d3RX2zC4y3jJcqUSI9VK/Pz5k/GW7j3xP3btWtPVihMnYv/JX418eWhNx9fynTF0+J/F+J6/J1hdk6CDCBAgQIAAAQIECBAgQIAAAQKCVT3QBoGVgtXJ7u7Y1VGMtb3WqQ03tIpLVmu1GC6X4n3DZ+OLE8Px3r6DcUOhuIojF5YUx78T+0/+y8hXRtZ0fC3XERev/uUY2/caweqaBB1EgAABAgQIECBAgAABAgQIEBCs6oE2CKwUrA7u3xM39a1tNWcbbmfFS45XK/HIhfPxm2efiJNTE/EzXbvin/XsW/G4pQp6hj4Xe079duSqU2s+x/ChX4qRA28QrK5Z0IEECBAgQIAAAQIECBAgQIDAThfw8qqd3gFtuP+VgtVfHnk6vlGebMPILu8lcxHxY8We+N97r4ieXPZPa/v0DX4sdp/5jxG1te+VMHLg52P40NsEq2ubAkcRIECAAAECBAgQIECAAAECBEKwqgk2XGCnBatduVxcne+In+vaFT/d2R/5SxTvf+b/jV3P/P4lnWV879+PC9e8S7B6SYoOJkCAAAECBAgQIECAAAECBHaygGB1J89+m+59sWC1TUNx2SUE3nDvvXHLrbfyIUCAAAECBAgQIECAAAECBAgQWEJAsKo1NlzgqdOn48Mf+lBMjI9v+LVdcGWBru7u+MU3vzkOX3PNysUqCBAgQIAAAQIECBAgQIAAAQI7VECwukMnvp23XalU4r998pPxlS9/OWq1WjuH4trzBHL5fLzkpS+NV77qVVEoFPgQIECAAAECBAgQIECAAAECBAgsISBY1RptE8hWrJZKpVVdf3h4OP7Thz4UQ0NDC+r37NkTb33LW2LXrl2rOtd2K1pPm86urujq6tpuRO6HAAECBAgQIECAAAECBAgQILDuAoLVdSfduSfMQtIffP/7MTU1te4Ik5OT8eWvfCUmJyYWnDt7dP0lL37xmgLBcrkcTzzxxKoD3nW/sZkTFovFuPbaa6OjoyP5EpfLZqWBdHZ2xg033hjZ2H0IECBAgAABAgQIECBAgAABAjtNQLC602b8Mt7v8MWL8YHf/d1FV5Vexste0qkr1WqcO38+su0J2vnJHru/Yv/+KOTz7RxG0rWzlcJv/0f/KHbt3p10nGICBAgQIECAAAECBAgQIECAwHYQEKxuh1ncJPewFYPVbI/X8xcuxORlWGWbMi3dXV2xb8+eyOVyKYe1tVaw2lZ+FydAgAABAgQIECBAgAABAgTaLCBYbfMEbKfLb8VgdTv5b/S9CFY3Wtz1CBAgQIAAAQIECBAgQIAAgc0kIFjdTLOxxcciWN3iE5g4fMFqIphyAgQIECBAgAABAgQIECBAYFsJCFa31XS292ZGhofjA8ePx4Vnn23vQFx9QwSuvOqqePNb3xo9PT0bcj0XIUCAAAECBAgQIECAAAECBAhsJgHB6maajS0+lmqlEh/9wz+Mbz322Ba/E8NfjcCL7rgjXvu610VsoX1hV3NfaggQIECAAAECBAgQIECAAAECqxEQrK5GSc2qBZ46fTr+8+//foyOjq76GIVbT2D//v3xpre8Jfbt27f1Bm/EBAgQIECAAAECBAgQIECAAIF1EBCsrgOiU7QKnD17Nv7kj/84spC1Vqvh2UYCuVwujtxwQ/z0a18b+/bv30Z35lYIECBAgAABAgQIECBAgAABAmkCgtU0L9UJAuVSKcbHxxOOULqZBbJQtae3NwqFwmYeprERIECAAAECBAgQIECAAAECBDZEQLC6IcwuQoAAAQIECBAgQIAAAQIECBAgQIDAdhIQrG6n2XQvBAgQIECAAAECBAgQIECAAAECBAhsiIBgdUOYXYQAAQIECBAgQIAAAQIECBAgQIAAge0kIFjdTrPpXggQIECAAAECBAgQIECAAAECBAgQ2BABweqGMO+8iwz+6Tvi1b/x10vc+Jvigw+/M56301i+/r64876PxI//+qfid143sH53/8zH4h0/dSLePmP6t++/M9724R1qvH6qzkSAAAECBAgQIECAAAECBAgQWFZAsKpBLotAPVj99N3xqfe/PlojxMH42D99dbwn3r3I7y7LUDbJSWfu+/PZcNY59GwOVrPw9oNHmmz/Nt5359sijj8c73xBRMwLYTcJjmEQIECAAAECBAgQIECAAAECBLacgGB1y03Z1hjw0sFqxHK/2xp3t4ZR1gPNz8bdx++Oz973njjSCDrXcKoFhzSFpYefGYyBg81R9rxgdT2u5xwECBAgQIAAAQIECBAgQIAAAQIhWNUEl0Vg1cFqIxQ8HvG2+z4Sbzr+cNz9UPYoe+uwWh+fb179GfGm4x+MuO8DceTjvxOvP5gFiR+IIzMBZtQfuz9VX7X5keZTvmxuxWx9rCffHh+Mt81cd3pF6eGm7QyycdVXfMZMMDxvm4Pm3y8G2uxxKntUPz4YD//Tuc0Qssf3P3D9B+PuT78t3lNf1ZrdV+Oarfc789u57RRaVqFO1554W3bsdKjauO+64Y/91dy2ATNbE8yNt2kl7YLfRUST2WVpGiclQIAAAQIECBAgQIAAAQIECGwhAcHqFpqsrTTUVW8FUA8F3xN//ebpoHF6b9aId9dD0pk7ngn5GkHj/D1Ep//5x2eOmQkTm0PAZwZj8OBAy5YE00Hm9F6njf1gG+dv/PNsmFu//onZMQ3OXxW64uP102HnZ18xs7dq/XzRss9s6z1ERMs1B2PwmYEYaHg0wt2Tb58OZ5cMVjO/JbYC+PiR+MBPvSemg+fpFa71MXzv3fGpfxnxG/N+1zjPR2bmaSv1orESIECAAAECBAgQIECAAAECBC6HgGD1cqg652xYuThF08rIxiPyM0Hq4oFsazhYDwCbV3y2nGPpR98XvFCrOcxt3g92QfA5swq2OeydCSznVsE2gt1F7njR8zXte9oINZe8p9aAefYKjfB4zcHqZ+Pu+QF2tj9rPVid97vFxqjPCRAgQIAAAQIECBAgQIAAAQI7WECwuoMn/3Le+qr3UV2PYLUecjZvBdAaWi5YgTovJFww1mWD1cbj9UuHw/Ndp1ejLqLdtPpz2bD4dLbC9SMRTfUtY16vYLUxxHlz0vjxgjFezgZybgIECBAgQIAAAQIECBAgQIDAJhcQrG7yCdqqw9vQYHWFFauLBYLNP0sKVmPmJVTNKz2XCCKn526JFbTzthdYLlj9iS++I17dvKK2sRVA42frFaxmY7Jidat+5YybAAECBAgQIECAAAECBAgQ2GABweoGg++Uy11SsJq4x2rrvqwLg8z5e7JO7186twI0PVht3pu08WKpJbYCWGQ/1ebA9cTMHqcrBqvNJo19aS95KwB7rO6U76P7JECAAAECBAgQIECAAAECBNZfQLC6/qbOOH9F5XIii6z2XOzR+dkXSdXP1Qgzp0/8429+U8SHT8zsF7rYCtHW+voj9cc+Ww9Xs/P+evxG64rQlfZYbQSz01ePd3/81yP+9avjPZ9v2h6geZzPmX4x1/zP7Mui3v/6OLXsvrEzL5ZqbCeQBaozL5iqv/Tr3hPxjp86EW9/+J3xvBmbE297ON75glaruuGP/dVcbct9ZLVN41/wu4hofiGYLidAgAABAgQIECBAgAABAgQI7HABweoOb4Btcfstj8JviztyEwQIECBAgAABAgQIECBAgAABAptcQLC6ySfI8BYRmLeitHnl5wAwAgQIECBAgAABAgQIECBAgAABAhsgIFjdAGSXWH+B1u0C5j+Cv/7Xc0YCBAgQIECAAAECBAgQIECAAAECzQKCVf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BN3POQAAIABJREFU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aHOwejpuPvCSyOXyicNWToAAAQIECBAgQIAAAQIECBAgQIAAgfYI1GrV+PbZL0ffxNXR398fuVwueSC58+fP11KPqtVqMTIyEqOFp+OaK26MXV37U0+hngABAgQIECBAgAABAgQIECBAgAABAm0RGJ48H0+e+370VQ61J1g9N3w6dh3ojOcceIFVq21pARclQIAAAQIECBAgQIAAAQIECBAgQCBFIFut+r2zX4/hs1Nxxa42rVh96qmnomN3KXYP9MaVe66P/s69AtaUWVRLgAABAgQIECBAgAABAgQIECBAgMCGCGSB6sjUhTgzdDIuDo5F+WIxrrrqqvasWM2C1WxLgJ49hdhzqDvyXZlB8s4CGwLnIgQIECBAgAABAgQIECBAgAABAgQI7GSBXFQnI4aenojxoUo9UG17sJrtuepDgAABAgQIECBAgAABAgQIECBAgACBrSCQvayqbcHq6OhonD59ur5iVbC6FdrFGAkQIECAAAECBAgQIECAAAECBAgQyAQawerVV18dfX199X9O/eTOnz+fvNw0C1KzYPXMmTMxPDwc1Wo19brqCRAgQIAAAQIECBAgQIAAAQIECBAg0BaBfD4fu3btiiuvvHLjg9WJiYl45plnYmhoKEqlUlsAXJQAAQIECBAgQIAAAQIECBAgQIAAAQKpAsViMfbs2RMHDx6M7u7ujVuxmg00C1MvXLgQ58+fj7GxMatWU2dPPQECBAgQIECAAAECBAgQIECAAAECGy6QrVbt7e2N/fv3x969eyMLWdfyWdNWANmFssf/Jycn6+HqxYsX639fqVTst7qWWXAMAQIECBAgQIAAAQIECBAgQIAAAQKXVSDbR7VQKERXV1fs3r27Hqpmf58FrWv5rDlYbQ5XsxdYZatWs1Ws9ltdyzQ4hgABAgQIECBAgAABAgQIECBAgACByymQBajZ6tRstWp/f/8lharZOC8pWG2Eq9lK1XK5XF+xmn2yl1v5ECBAgAABAgQIECBAgAABAgQIECBAYDMIZKtVs0+2YrWjo6P+17WuVG3czyUHq40TCVM3Q4sYAwECBAgQIECAAAECBAgQIECAAAECywk0QtZLVVq3YPVSB+J4AgQIECBAgAABAgQIECBAYBMKPP5gPPDg44sObODl98V9LxtYdtCDnz8ex/9yMFZTu/iJHo8HH3gwHh84Fvfdd1csf7WV/GbOFUfjnvvviaMrlSf8/vGPPRAPfnv9z5swhA0oHYwvHD8eDw0OxLH77ou71jgZ01bzh9tqt6BvGn24bB80xrf+89AYz9F77o97ZhsnrZ8W/y40ztHsMeM7OP3dW/t3Z+WWWM1cLDjLzFxk4zp29vj0XN58T9z/+vX8Rs2/amNu535en4uBL8Tx4w/FYFP53Bw1bJv6dd6/zy7VVrC6co+pIECAAAECBAgQIECAAAECBCItRGqACVa3U+tcerDa6IeWGHFgIAYHByOaQtO1BasbbZ32nVjsu9AINmcDvlUFyOt3n43rN8LI2aB1uaB0Nlj9B3HbYx+NM8eaw+b1G1vzmVrsnvv4TJh6fdw6cDIey1on+0OeKx6a+UOgo/GKlw/Gp/+yEbc2gtW5EPvoPfdEPPhgZH9k1BqWp41fsJrmpZoAAQIECBAgQIAAAQIECOxQgUVCpPmrWWeCsZhZpdoSnr18OoR5qGlp2XSgMX/F3vzVho0Vq3fGnfFwPLzW41tm7WhM5ypNK3GzsWc/a1r91hy+TB++MKCp//jme+KeeHDeKszWVYezl1/CqGXl3GDrKrwlxzGzonH23PUwLKZX+M5dMI7ddyzOHJ/72cCt18fgYydnA6XZcO2lR+PxLzWvTs7m4lgM1leptszmgnPO2iw6ppmVjDP3NXDz0Xj8249Pr3L8icE4fvxM3PbywXioaWXzssFqfZ4ejRgYjCyPbczB/a8fmFlROxO4xcwq54bnwK1x/eBjcXI5mwV9Oj2PR78zvfJ64VxkJzsa99x3ZTzUsnKy9bjW78LcSu9l/+Bh5vu197q9ceHvLsycYiCO3XNbPPpgY5XmMn22pNPcytL5wWrreAYX6aX74q6mlbRZ32cu198yECe/FTMrmecC+FuPDMZjJ5rufv53ZU0r0RvnbwSr87+XjX+HzP+DgOZ/ruNc8uprweoO/c+h2yZAgAABAgQIECBAgAABAmkC84PV1sdsB/5q+vHugTvujPjqwzFYf9x+LpSbDYdmw7QsGDoaL7358fhSdlx9W4EsyHkormx5zHzmOr29EWNjTWHc6o5vWRE4u6Lt6rg6TsfpmaB08bHfEzHzyHrLariBY/GKAw/Fp+tjvidue+zBeuh49eGI06dmHom+5dHplXOzQd508LPUdQayIPrssblHqWeD1emAaPFxNELCpmDtoSubxta0gm/eOO4amAmYDjQFsc0BV1NgPh2YDc5zH4h1vHJIAAAGKklEQVRGYNZqs/iYZrdwqN/XmTg2E2q3rBRserw8215i5WA1m//s3hsBWbby8L648qEsLGsE54MtoWhjjpYbcyNAnX60fTqozVZkHjs3Hawueo7mrSWaQvGlvgvzHz9fuIq3NSyd/e4MHItjBx6Kh7JH7weOxT23PhoPZqsyV+yz+U5zK0wX3wpgXr82rwbN+uTYmTg+s0VBI1htBM6DWW1jRWnTqte568z/zqfuJzG3JcDAbAi+2mA1YsH9rinYnfs3p2A17b8iqgkQIECAAAECBAgQIECAwA4VWCpYnVkd1gjGGsHqvJWZjXBoOlSKmZWF08fWg8XGY7sLgo7WYDX1+NYVeY17aASrrVM5G4TNjGFwsb1Am4LV5mBw0evMBl7zjGZD5LlVpC0h4+wKy+kVl0uN4777jsbjTatJW/a8bL61+eOImAkuB2ZX7s6FVNmBR+PYzArSRrDa6j4XrLasOq67LRzT7D6884LVuRWrj8ZtLx+Ih/5ybj/RVQWr83qsJVi9/7Z49IEHY3A2/J4L9FpmfRGbaFmJ3dqjjWC1dbV187kH4ljjXpb4Liy/r2fT92wmgG757jT+cKD5DyiW6rMlrr9032aN0VgtPXdPC+Z40WD1/rjtWw/Eg2fnAt+jrzgWg5+eWVl787E4dvaheujd+MOUxR7Bbwk+521HMBdAN4LU+StS5/87at7vG6up532/L2WfVcHqDv3PodsmQIAAAQIECBAgQIAAAQJpAmtZsTq32nLxFavNj/I2rzxc5AVBi65YXfn4lhWrs3szzgWrqwo05wU8c+dcuGK1NYRqXcE5u2J15lH8erA4u7q16eVcSwWrzeNorpndwqAp4GsZ8yLbOLRsN9C6orF5JW7LitXZbQaWWLG69/rYe+FkXGjZVqFpa4fGVgCzK0tnOvDme+K+Aw+1vORsNkSbv3VC87mXDVbneq9+leZH0JexaawOzuaxHhTOrKZurMxsWbE620+t7o1tIVpXrM5beVx/6dsiL1dqXq2cHKwusTJ6gdPCFauz34PZUHneytJGoLvkitX769thzL3ornl7hObtC5YPVpf6d9LiWyY0r15t3WN1+uV0SwSr81bTC1bT/kugmgABAgQIECBAgAABAgQIEEgWuEx7rLaEMYu9XXyFPVZXe3zL/S6yx2q2TrOxwm521ez/394d5DQMA1EA9QVYcQcuABL3X1aCPeIaXAA5iWvHdQXdzUiv6zSZvImy+HLGix3bV3NMh9Du3uq+6+UXqzr77NbjqClYfb4GcMNNLOa6rmfWVtP38vJ1Kd/jJ+s11msrclvQOM123a/WNwjqV68B3nlua7uHFh63Y+dViX3VYQ9c5xB1/zj8dhf4bZZpDcwmnzbT97xidTju3mzcLXCdbGaDm1Cyb3rUPWpd+wrZcUJtNXl7LeXj8zSg9hh7cXwCP88pPk66uR3P9t8rVvvn+afnrAXu/whW59fB+lk6jyiogWQfBVDD2inoHEY6nM7/VEr5eWzTqPXIgtVs2/G8t5utGQXw8IvfHwgQIECAAAECBAgQIECAAAECBKII3A3JtlWGfgTyCBgFkKdXKiVAgAABAgQIECBAgAABAgQIECBAIIiAYDVII5RBgAABAgQIECBAgAABAgQIECBAgEAeAcFqnl6plAABAgQIECBAgAABAgQIECBAgACBIAKC1SCNUAYBAgQIECBAgAABAgQIECBAgAABAnkEBKt5eqVSAgQIECBAgAABAgQIECBAgAABAgSCCAhWgzRCGQQIECBAgAABAgQIECBAgAABAgQI5BEQrObplUoJECBAgAABAgQIECBAgAABAgQIEAgiIFgN0ghlECBAgAABAgQIECBAgAABAgQIECCQR0CwmqdXKiVAgAABAgQIECBAgAABAgQIECBAIIiAYDVII5RBgAABAgQIECBAgAABAgQIECBAgEAeAcFqnl6plAABAgQIECBAgAABAgQIECBAgACBIAKC1SCNUAYBAgQIECBAgAABAgQIECBAgAABAnkEBKt5eqVSAgQIECBAgAABAgQIECBAgAABAgSCCAhWgzRCGQQIECBAgAABAgQIECBAgAABAgQI5BH4Bepa002KLb1g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10" name="CuadroTexto 1"/>
          <p:cNvSpPr txBox="1"/>
          <p:nvPr/>
        </p:nvSpPr>
        <p:spPr>
          <a:xfrm>
            <a:off x="0" y="3221116"/>
            <a:ext cx="9144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 smtClean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VOLANTES DE CERTIFICADOS</a:t>
            </a:r>
            <a:endParaRPr lang="es-CO" sz="2800" b="1" dirty="0" smtClean="0"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69170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219" y="1867167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1009650" y="3333750"/>
            <a:ext cx="257176" cy="333375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generar un volante de certificados presione el ícono «      »</a:t>
            </a:r>
            <a:endParaRPr lang="es-CO" sz="1600" dirty="0"/>
          </a:p>
        </p:txBody>
      </p:sp>
      <p:grpSp>
        <p:nvGrpSpPr>
          <p:cNvPr id="8" name="7 Grupo"/>
          <p:cNvGrpSpPr/>
          <p:nvPr/>
        </p:nvGrpSpPr>
        <p:grpSpPr>
          <a:xfrm>
            <a:off x="1266827" y="1264580"/>
            <a:ext cx="3231172" cy="2235857"/>
            <a:chOff x="5729176" y="1775902"/>
            <a:chExt cx="1131436" cy="1140874"/>
          </a:xfrm>
        </p:grpSpPr>
        <p:cxnSp>
          <p:nvCxnSpPr>
            <p:cNvPr id="9" name="8 Conector recto de flecha"/>
            <p:cNvCxnSpPr/>
            <p:nvPr/>
          </p:nvCxnSpPr>
          <p:spPr>
            <a:xfrm>
              <a:off x="6856167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2" name="11 Conector recto de flecha"/>
            <p:cNvCxnSpPr/>
            <p:nvPr/>
          </p:nvCxnSpPr>
          <p:spPr>
            <a:xfrm flipH="1">
              <a:off x="5729176" y="2913844"/>
              <a:ext cx="1131436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41" t="37255" r="89456" b="57753"/>
          <a:stretch/>
        </p:blipFill>
        <p:spPr bwMode="auto">
          <a:xfrm>
            <a:off x="6807993" y="936335"/>
            <a:ext cx="247651" cy="316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1273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data:image/png;base64,iVBORw0KGgoAAAANSUhEUgAABVYAAAKaCAYAAADVtAJTAAAgAElEQVR4Xuy9CZRU1bm3/zaDzApRESUKqEFFRY1o4khCjGjiEAfUGNCron9vnF1eNVFMIhqjl88xJl6j8DnEzzhe1IiYSBSjRsUJZ6IBJAriBAqIIvR//Xb1rt516pyqU9XVXV3Vz1mL1U3VPnu/+9mnm+bpd7+7obGxsdG4IAABCEAAAhCAAAQgAAEIQAACEIAABCAAAQhAIDWBBsRqalY0hAAEIAABCEAAAhCAAAQgAAEIQAACEIAABCDgCCBWeRAgAAEIQAACEIAABCAAAQhAAAIQgAAEIAABCJRIALFaIjCaQwACEIAABCAAAQhAAAIQgAAEIAABCEAAAhBArPIMQAACEIAABCAAAQhAAAIQgAAEIAABCEAAAhAokQBitURgNIcABCAAAQhAAAIQgAAEIAABCECg/gjcc889dvDBB9ffxJgRBCDQagQQq62Glo4hAAEIQAACEIAABCAAAQhAAAIQqBUCiNVaWSnihED7IYBYbT9rQSQQgAAEIACBDkvgqaeeso033ti+/vWvd1gGTBwCEIAABCAAgeoSQKxWlz+jQ6AWCSBWa3HViBkCEIBAKxD4wx/+YMcff3wr9EyXEChM4M4777TrrrvO7r33Xlt77bXBBQEIQAACEIAABKpCALFaFewMCoGaJoBYrenlI3gIQAAClSOAWK0cS3oqjcD06dNtl112QaqWho3WEIAABCAAAQhUmEC1xeqqVavM//nqq69s9erVtmbNGmtsbHQzbWhosE6dOlnnzp2tS5cu7s9aa61lXbt2rTAJuoMABNISQKymJUU7CEAAAnVOoFSxqq3b559/vr344ouOzIEHHmhXXnllVo4dcsghdvfdd7v3Pv30U7v88svtlltusSVLltiQIUPsnHPOsTFjxpiyFW+//fZYukcccYRtvfXWNmHChNj31f9rr73m3t93331t/PjxOe3OPPNMmz9/fjYO/6ZiUb+jR4+O7df3Gb652267uf59RmVS3Ntuu6398pe/zOtXrx122GE2bNgwN2fxUxzhFbbR5y+//HJeP56p3tD9t912m82dO9cxPfLII01z9ldcH4pPbfw8tE6DBg3Ki+WGG26wadOm2cSJE13Madh5bo8++qj17dvXxo0bl8MinJ/6U/tJkybZ1KlTs8/QWWedlR3P9zdlypQc6Sp+uvT8cEEAAhCAAAQgAIFKEaiGWP3yyy9t5cqV7o9EajmXRGv37t3dH4lWLghAoO0IIFbbjjUjQQACEGjXBEoRqxKlo0aNsmuuucZlGnpxKhHoxd+6665rH330kZuzBOC///1vJ9kk9CQVTznlFHe/6mouWLDAtYsKM/+eBO5FF12Ux09jq6+xY8dav379bNasWdk2Gm/kyJFO5Po49KZiPeigg1y7Rx55JHZNvDQOxxQfSVq/Xd3PKSr31llnnRwR6QeQwJQ0VMy69+KLL7ZLL700RwaHbfS5ZLEEcHjpfl1i+fjjj9tNN93k6pJqvkcffbTtscceWZkZ14fmsXTp0px1kgR97LHHcuqbjhgxwj755BO79dZbXczF2EmCHnXUUW5eEtY+nh/+8IdZ2RvOz6/Pz372sywDydxLLrkkG4vWYb/99nPSfvLkyVkMXkiHErldf3ERHAQgAAEIQAACNUGgLcXq559/bitWrDCJVX8pI7WUy2eyhvdIrPbs2dN69OhRSle0hQAEyiSAWC0THLdBAAIQqDcCpYhVCS9lGobZk+Ih4eVlVyhWQ6HmuakPXV7a+fv1MRRmSWOF/SgWSc+bb745KzUl6ST7JB5DsarXJT/VrzJQw2zMaJ/R+R177LFOdkqmlir3omJVYnHmzJn2v//7v1mhGRWrXsRGnzXd+6Mf/chmzJiRk8kpabzDDjtkxWQcd/UVro0+l5AVB5/x6yWpMlnDGAqxC9n4eBXnBRdckJWiYTxa43BMf48X1vro115y/Oyzz85mGJfKvt6+VpkPBCAAAQhAAAKtQ6AtxOoXX3xhy5YtKyhUJVglTVUGICwHoNe1/V/lAKISNipZJVh79+5t3bp1qxisj+47zS60C+yqA9bN9hn3WsUGbOqoLcaoSMwvXmkjZo6yWacOr0h3dFIbBBCrtbFORAkBCECg1QmUIla9wFMmobIT4+pjRjNWtWX9xBNPtF133TVWZrZUrGqLuzI3vRyU6Dv88MPd9vhQrCoTU0JS0k61PaPb8RVHksxV+z/96U9OFJYq96JiVeMoe/fJJ5+MFY9JUlT3eWkcF3soLOP60L06KMpn92qdtDZ+Xr5/SVFlIIditRC7zTbbzF544YWCdVLDeNQ+miWrsX0m69tvv51dB5UjUDasF8mlsm/1Lx4GgAAEIAABCECgLgi0tljVz9DLly/PsgrlqJepelMydeHChfb++++7rFbVXZU4lVCVMF1//fVt8ODB7nPfhxerUcHaq1evitWxr5ZYrYuHi0nULQHEat0ubf1MbNJffmevLpqTekI/3/tk+8YGmye2/+f7b9mvH/5t6v62HjDUzvr+T1O3pyEEapVAKWJVc/T1MSXHlFEoyRrWxwzFqpemf/7zn11N1rh6oIXEqraDR6/vfOc7LmPWS1DJN5UX0PZ+L34l58I41FblBryY86IwehJ9klgNX/fb+aNxnXfeeTkZt/79OLEqCarXTzjhBCeooxmrqlUaXg888EC2lIBej9sKH0pH9RftQ9zCuqmeTyhGv/e977kyDapd68VqMXbR9Y77OgjnV6i9fy/KW+uqEgiI1Vr9LkPcEIAABCAAgfZNoLXEqsSoSjHpo66oUNVrkqkff/yxE6rvvfdeVqbGEdP9kqoqGaXEgvCKE6w63Eo7tlp6yFVxsTrbrhxxrN3qAhprk2edbsMXT7XTLjK74OoDLZPnqjYzbJTec5/79mZ21GSbdarZlafOtSGbT7SJb02w6VcfaJbNlH03t/2umffV7+yrR9iNg6cXzqbNZpQOtKmnjraJTyqe3WzCg1fZgf3DuPT6Rzb11AvNztd7mf6PvdmTzszNrj7N5g4eYhMvnJvp4z2fsRr2H7Bo348/0ZVJALFaJjhuazsCx9xyukluppGrfXv0sXE7H2rf3GS7xACff+clu+WZu2zJ558VnYQfd8q4K4u2pQEEap1AqWI1nK8k6x133OEOp/JZi0niTHJMmZ/Kmgzrb6q/OGGWthSAJKtEqbbW6x5/OFQYh0Sktt9ri7suSd7f/OY3eYcgFcpYvf76653QLVXuJYnVcFv/MccckxWZhTJWC43t69h6aevFqN/eH5ZLEAPPR+2Veaw/KjOgjNbo1v1C7ColVvV8SLwryzi6DhK+qnvry0hQY7XWv+sQPwQgAAEIQKB9EWgNsaqt/6pb74Wnl6r66D+XcNXPXvr5R9v/42qnxpHSoVUSphtssIFtuummpr/rCu8Px1VdfR1wVe5VTKyGctOJSJtss46YmyxWF39kH/Vft0m4epF5nM39wbFmN8yy07fPROrHPW7e6ECeqv1om7FXrkwN55YXb5NYnT74Rhs97zi3ZV9tRv91lE2/eojdkhW+btRArH5kHy1e19btnx+Pm6Pf+h/Tv+7IsqBEQLmPXru+D7HarpeH4ERAYlXXH+c3H0qTROYng0bYKSOPKSpWr3lsSur+NBZilWexIxAoRaxK7PnswZBNUkaipJtOrg8zQ+PkZUvFqqSifmuv7fUqA6AsUC/8fBarDmPyl6SmBG/0EKsksRpus6+UWFUs6uuVV15xmQxehBYSq16Shod1+TlJLnt5Gu1DQvuyyy7LHsClezwfX+ZApRr8QWP+fmVDqHZrIXa+9IKYh5dkqD9gK4wnriar7lNG8bRp01x5hOg6+EPPlMGsZwmx2hG+MzFHCEAAAhCAQNsRqLRYXblypZOquqJZqv7vOrwqlKqlztYL2o022sj9vKZyAdGs1VC0Sq6We7BVMbFqyk79wUR7Isgkda8lZqw2zdbf57JHJVZ9Rmvm/VCsztgzX7iGNV9Dfkli1WXFukzZpqxad1PhjNWmSLKZrrtdMN0kesN4LBCrObVoqb1a6mNdU+0RqzW1XB0zWInVTfptaLMX/dP+vOiNWAi79h1oQ9bZ0L2XRqyeed+v7ckl79pm3de2t1d+mten+tP7vt+0YlVlBj77orlmjjr22bPhe3269UosVxC223DtDWzDvgOy8S1buczmLH47+/eh/Tez3t1758W/cMkiW/jp+zmvl9M27Xhx8/aDF5prXJxzFr3l5rzROhsULOkQTk79PDbnCft05TL38hYDNreRQ3dL/IKJzksNk/jEtf1s5TJ7c9FbNmJw5leohTKkk4IQs7+9+YSdsOfRqb+wlW0dvWbNe9E2Eq++AxLnkHaAUsSqr4N5//33Z+ulSvbtv//+sRmrXoCFNUH1muSYZKi/WipWFYPKAcybN89UBkCXF4eqLeqFYcjEb3sPD7GKE6v+xHqfkVtJsap4FIfilrxU1mghsar2el+Zt1GmOsTLH7oV14eE5jbbbBN7yJjKAahel8oAiIe//9VXXy3KzktbL1EVo2J74oknYuMR47Fjx1rcM+QZxK2DnhdlRp900kmI1bRf3LSDAAQgAAEIQCAVgUqKVWWqamu/v8IM1fDzf/7zn/b666+7TNWWXMpE3WOPPUw1VSVSC8nVfv36lZW5WlSs+gl4Uaqt/QUyVs1vr3cidnf7u9t63xZi1R8u1VSKwI1fIGNVW/zHKzkjUzZg939kDvFCrLbkia2fexGr9bOWdTsTL+0mPnyNvbHkvVgRKkH633uflkoueVE2dfZD9s4nC2MzV384YEvr2623/ce3xpQk+B6YPd0mzZyclbZn7Hx4VpzpvRufudPNQbHuNzw3q8svoNr918NXuXlK7D4w/sasPJVAvOyv19q1b/zNfv2tI+0nOx2cI159H77cgdrpKtZWbL20/tn2+9uJux/t+tV41/39JrvkxfvtpC2/a2fvdVLseH5u6kNr8e0Nhrpx5y5d6IR3kphWnGH2sDKOl3yxLBvLb/c8vqh41NgH3zfRtGb7Dt3Dnpr/glvTm/c+w47Y+ZDYr4uQoxoUmlvIQG39s6HP//H+HLdOmvN1B5xXUOZGAznjrgluHf9x1LWpxez1M2+yK575U/bZ8L9MEGf9IsCvdbk1gUsRqxpLmYXnnnuuE3H6zXd0W324NVzZotrmrjbbb7+9Sf5JCk6ZMiUnizVJrMbVWFUMqjmqa9KkSVl5p4zNPffcMyscfRxhJme4HnEHQUnoRceM1pBNqrGqvsPDsvxYSaUA/PuSwvph2NdRLSZWPVPPMo5pXB8+c9cfHBVXKsFnwvr7JaujJQQUd5SdZ6I6ropHW9O8pFX7aDz+GdIzoSv6DMWJVcU/atQodygZGat1+08/E4MABCAAAQhUhUClxKq29uvnwXAbfrQEgP7+1Vdf2UMPPZStvdqSSStTdccdd8zWXPVyNU6yamz9DFhqzdXmbfO+Xmq4Hd9cNufcY5sySpWlOXmITT/f7MIfzLXjXE3VTPbp6AuHNNUobSoXoC3yTsbOsFFFMlab66imKwXgt/xntvaPtombT7bJdmxzSQE3ruIbZTNG3GhDXL1V/WAqmRrUTh1vmZqxTf2oBEEhsdo8LqUAWvJc18K9iNVaWCVidAQklU6e+YdEGl+e//eSSEWlXnhzmpICSYP5ONVHVCjqPYm/YhmwytL1pQ8k/a44dGJ2OIm+Qb891IrNV/P79s0nufuKtfV9qm1USHrR++zJd8Rmx/rA4uatGCSwf7XfOYlrExenl45xDMOOJMm/NmkfJ6AfPflP2bd0f5pau55PGrm51kW7u/7Dthp/wgOXOkEquTpj/ORY8RydfMg7ur7FHmL/bESl8+3P3G1HPXyFu/2eAyYkivtC/ZcqVn1fvt6ltotHD4GKjqeM0QULFjjhFmaIFps37ycT8Ew33njjvMMLqsFN4lMZrqWssX+GlKnLBQEIQAACEIAABKpFoFJi9cMPP3SyNJSpmpPkZ/jxgw8+cLt7Wpqtqj41luqs6hfWvr9CclVSdb311isRdZOcdIc+NV3uwKmmDNDsln695w+F8jL1icwNR421sTdb/uFVu06wCe7AqmPskCdX2Q+bRKxuac6ULe3wqqxMbYp37FFj7VYblTkgKzg0a6yv5+pkalPZsF3H2liba0PyDq/azSZckDmw6phDn7BV+zSXJvClAGadyuFVJT5YNd0csVrTy9exgu9oYtVnQ2qVoxJNkq+YLC1FrGoMLzOjktIfHlYsC7KQUC70pMbF6fsqJh39vcoivXf8Ddlh9Hq0jEJcDHGyNCnWpLZe7satU1JfYeap2sw/+a5UQlZtk8Rq+F6UR9rvFOWK1bT90w4CEIAABCAAAQhAAALtmUAlxKp+ybx8eaY8XLjlP5SqGeHa6MpAvfDCixUTq5tssonttNMIa2zMHGAV90dx+Uzanj17ul+Gc0EAAuUTQKyWz44725hARxOruwzawV5f/JbLhtQVZiG2hlhVjdLv35HJLPVZmT6zMo34ixOr5cQpUbnfDce5re3FMklVJmLrP/yHi1nZrWKmuqdJ9VKjj2wlxGooNItl2Prxv/Pbw+1Xe59qJ953sdvWr1INxcS1v7eQWA2/RoqJ97gvX8RqG39TYzgIQAACEIAABCAAgXZFoKViNayrGrf1X3I1I1slN81UX1UHmFYqY1UlulT+StJ2zZpmsRqXwerBf+1rX7Nu3bq1q3UgGAjUEgHEai2tVgePtSOK1SN3PsTG3Xq6qzmqreb3jbvaHehUjrBM8/hI+Eloqs6qtu+LueRuWIogqZ+k9Skm+MKMVQnGG1/K1MxMu63+oBvGxx5qlmY7fDXEqgS2hOrrZz1ok/7yO/v507e5tS1WagGxmuYJpg0EIAABCEAAAhCAAATKJ9BSsaq6ql9++WVOCQCftRpK1YaGTEmAOXPm2Msvv1wRsar+t9xyS9t2222b+svIVS9V9TE80Mp/vtZaa7l6q1wQgEB5BBCr5XHjrlYioHqej8z5u81bstAd8hTKtXLFqjIg//uv17oT40NB2N5rrCr7UifGKyvzgFtOzR6SJCaVrrHqlzOs0/nxWQ+5zFFlVo4culvRFY9mrPot8qWI1VeP/7/ZDNRCh09Fg5GsfHPRW9mDq/S+ZKXkZaGr0mI1TeapSi7oUg3Y95Yscgdv6UojgtUuTcZqtJxD0cVratDRMlZ1WNTSpUuNup5pnxDaQQACEIAABCDQoQg01ZvM1p/sAJNviVhduXKlffLJJ46Sl6nRj506KVs1k7Wq61//+pc9//zzFROrOrxqs802cwI1I1Sb5WpSWQDFoYNoe/To0QFWmClCoPIEEKuVZ0qPZRLQtvM/PnuPvbt0YexhQOWI1VBKKizVKtVW8W9usp3VilhV3GFWp+pnKoO1FGFZrK1fsrBeqLa167T58FCoQkubdHiVWBe6ojVWfT9pDoNSvI/OeSLnoKawPECxeVdCrIbMipUu8KUVxNZfYqws4bQyNE2NVZ9xXOqXYkcSqzrwabvttrNLL73Uxo8fXyoq2kMAAhCAAAQgAIGyCGRORG86xCeuh10n2PSr/YnrZQ1RuZsQqyWxjGarNmeoSqY2WChVfb3VhQsX2uOPP14Rsdq5c2fbfffdbeDAga4/L1cbG/W5ZV+LO9CKrNWSlprGEMghgFjlgagqAYmm+2dPt9tmP5iVSyMHf9N22mR7+87Q3XJOoS9VrKrvn951vn2y8jPXt798HczWFqtx27slxXwmaiHwce2UzeuzG3VvMWlY6uFVPp5fPHCpXfLi/e6v0UOzCsWcdHiV5vLzvU92JQzirmicYY3VYjVL/RpOGXdltmsvL4uJylDAFhOi6jxJwnpexQ7aUh9iNG3O4zkHbYXrmiaOJLHq+ymlrEB0PTqSWL388stNclUfuSAAAQhAAAIQgEBbEfBiNT4LdHbTSeVjbXJwInpbxcY4ZuVmrGr7v8SqrjBLNZSrXqyGr3322Wf24IMP2urVq1uMX2J11KhR1r9//6xUzQhWL1kzWayhWNWgviSAygFIsHJBAAKlEUCslsaL1hUiIPl13d9vcgJPQup7Q3e3HTfZruDJ6OWI1T7de2cPQtI4OghK4mmfwTu6rdjXPDbF/jh/Vt6sJPROGXmMy2wt9fJiT/dJ7h05/AeuCwm1aHmDuL69EB4+4Bv2X3udlCOXQ+lZSKxKTt72zN128sw/uCH+ctilqbbzq20oHNMcWuXn4OuFKqN2wt6n2Gcrl7nt+Vc886fELfnROL1YDA/SKiR3vZRVm/2Hj3ahXPbXa906F5qzxpWIPOrhK9w9Kjuw3/DROazDtQnXVG2HDtjcbeO/+6Vp7vnRszVxv3MS7/dcj7/zPNMvDlS/1l9h33rurhlzUcF+fE1ZZaUeOHwfx3nGnL+7ryU9b38Yc3GixC72LLdErD711FPuRNFhw4YVHEbb7x966CHXZuONN7bRo0fb2muvnXhPoX4lRhcsWJB379Zbbx3bp/oqdPn7fL+F5uP78vfo9NdXX33V4sbWe9OnT8/Gus8++xTkFGWkUgVf//rXiy1f4vs+NvGO68eXRIh2EFcioRw26le8wvELlWGIsizEVlzFXZfYK2b/PCU9H+E8fUxJDIo9036M6LoXe9YUg2KNzi3KKbomSSwq/cyU/bBxIwQgAAEIFCVQWKyaWQfMEi0KrQ0blCtW9W/08uXLs1JVIXuBmitXO+W8LqF6xx13VESsapw99tjD/czls1WbM1dXF81a7dWrV8Gfy9twGRgKAjVFALFaU8tVH8H67fmSm2fvdVJBmRrOuFSxqnu9JJSwGr3FHk6kSazqJHZJvNYQqxpXwu+WZ+6yh+Y958bSJfn20z2OLiq9JChfXTTH3XPIdvvmbHPXa3r/gTcfK7hFX9JQ0i+8CmWNRp8sCdw+3fqkPqlenH/98G8TH9AwozRsVChOxfDOJwtd86TYvaC/443Hspwldk/f85iCIjku3kJ8wjUJ4996wFAbtcVuqQS8Mk39Fa5r+LreV59nff+nsSzjeKnhJv02dFneksMtucoVq5JbRx55pBt67ty5sT+Q6YfNY445xh599FHbfvvtXR2nF1980d3zm9/8xsaMGZMXerF+lW168cUXx075O9/5jk2ZMiUnlmJF+R944AEnu8J+4+YTxuXvkRDbb7/9zP/dB3XnnXfaueee6/6qeS9ZssTNOy6+OEbz5893TE855RT75S9/Wdby6r5rrrnGjf/II4/k9XHIIYe4dYm7ouOWw0b9iv15551nZ555ZuZ7W9OYt912m5Pr4RVlGcdWIvGoo45ybMRSl3+e7r//fieuCz0ffjwfUyEGelZvvfXW2Fq83/ve99y4UU7FnjWNr6yW6NzUn664ddLrfi39c9laz0xZDxo3QQACEIBAKgJpxepuF0y3qw4IDhRqEq7ZQY6abLNOHZ79a6bfITZ51iibMeJYu9V2swkPXmW7/yP6etMtTfdHSxPkZNLmSV6fURtMNRJH9p1IvPkZuiX0lYpsZRqVK1YXL17s5Gh+TVWJ1EwpANVWlfz0f/zPA/rZ0h8w1ZJZaAxlq+61115uvFCu+sxVHWbVXCIg87nPWFXGq+7nggAESiOAWC2NF60rQMCfPK/Detx/IOf83V5YNMdt1w+zE/2WcF/jUxJt4afvJ0YQl10qOSfpdt0B57mT2P9779PsxmfutL7detuv9z/XnnvnJZd5qOv1xW/Z2t1728C1B9hGfQcUzaCtAAq6gEC7IlCuWJUskzB87LHHYiWp5M9BBx3k5nrTTTdlsyb1ukSRXlNtqWi2a7F+vTjz2648TP1wKmGmbMN77703K1ejci8Jvu9XQi1O+iquqVOnujkXEquSqieeeGJeHVfJtLFjx9rIkSNt8uTJ2TAk1ebNm5cn8W644QY755xzyparI0aMsD333NNxfumll/KyViUVdd19993ZWLQ2yp645JJL7MADD8yWTCiHjTpNEqti/MILL+QI8DRiVTFLOs+YMSN7r5eMEp1vv/123vLGzdM3SnpPGalHH320W5don75Or96fOXOmzZqVv/tB/SdJ97j3/DMTt05q79fSl7BorWemXX1jIhgIQAACdUagmFiNez/zmjlReqDzXk1SMpCazYI0I1Qz7cxiX1881U77wURzlV6DPmZfPcKOvTm4PxSrG2XusRzhmx9HOGZWpjb1k5XFTeOn6autl78csbpq1Sr78MMPswdS+fqpXqDqnKpOnTo31VnNFav6OUi/MK6EWBUrydG9997b/ezlpan6zpQayBxkFQpX3RPK1fXWW8+6du3a1tgZDwI1TQCxWtPLV5vBbzXpB9nsQs1AGYaHD9/XPl25zJ3q7rMbdUK9Lm27njr7oazwVFaeMg51/e7xm+yKQye6DNEN194gJ/s13CauGq7agq2t09+++SSXrRqKWL/FvlhNz9okXjhqZQKL+z/en2P3jbu6aEZtPTIoNiefsSpGz558R8Gt+sX6as/vlyNWJbOGDBli1113nRNIEkLRbDsvBuNkke7fYYcdbNy4cTkZmWn6TRKrYqwfULUVKsySLFWsSphJnobyU33rpFXJRonKQmLVt4ur4+pj95mHXqjFCWaN6dsnCbek58pn1+q+H/3oRy6rNpr5Wkg4+rWLZvOWwkaxxYlViVGdnBsVzGnEatJa6t5JkybZxIkT80R9OWJVsXuG0WxkcdRr//u//+sOQovLvtX9pYjVpK+HuDha65lpz9+jiA0CEIBAPRAoKFa98Mw5wCojL+dGMlijsjWpX/96bgbsRzb11NE28clILdeo8AzE6rh3fObr6dacJ+vFbWHpq3XLSNvMeAOz2bXF+mr7FS9HrK5YscKWLl2aKltV4jNzkFUnNzn9QviVV16pmFj15QA22WSTHLEquZomazQ/YoIAACAASURBVFUllVQSgAsCEEhPALGanhUtK0RAwnPWvBfzskL9NmdtyT77/t+4k+99XdRwaMlP1bXUlv4t+27k2vnt/b7uqLJdd/rtYe79wX03tCWff+aErbJlh6yzodta3rtbbydivVSV4N136B4urrRbqn2tTknhI3c+pOaEmz/wqKW1OSv0aLTLbnwJCj0fvzv0otSlK9rlZIoEVY5YlXhTVqOy+bzMjMpBZdUpMzHMiCzGJ02/hcSq+j/22GNdVqMXvaWKVYkylTgIywH4Ofr3ksRqkoxLmnch6ad7vGgORXExhp6BPkoOh0zDe4uNLUHsxbdnXgobjRUnVvX6vvvu67JxQymZRqwqc1OXpGba+rPlitUkgSkuP/vZz2z8+PHuWfOco+tSiljVvcqIjsuAjb5ebN3KfWbSPFe0gQAEIACB8glEt97n9RTdWp9UczUiQfOzWjM9x7/eJFZtgk2/+kBrLjgQkbh5YvUJyytREJ1AUrzl9FU+5rLvLEesSqpKrvoyANGaql6khmUA9LkyRV9//XV77rnnKipW9UtrX2c1Wg6gueaqP9Aq81GXPvbs2dPt+uKCAATSE0CspmdFy1YkoAxUydRPVn7mSgLo+vW3jrQbX3rAvr3B0KxI9Z/r4B4d1qM2qjfar3sf223QN7O1Kf3J6a8e/3/tb28+4aSnP6woKmZ1oNQv9jzOdhy0nT03/yU39hE7Z7bGqvzA/bOnu89P2PNo91Fi2JcP+K+Hr3IHYamWqvrw97Uiqop17WvdHrblyLxDsio2SI135A/RKnSAVo1PMSf8csSqpKmy9XxWpoRXNCsyrdAMg0nTbzGxGn1fcage52677Za3bPrh09d5De+TPPvd736XrQOqLMV33nnHjj/++JyaqlF5Viy2aABpGBUTadE+w6xfzc1vXY9mVhbrN3y/HDaKK0msSrarf2VrqJSEJGkasSrBvf/++7uMYtWOVXay6uNG67WGTIqJVfV10UUX5WDUwVj6xcHgwYNzMrHDTGDF7OVrXE3eUsVqKO/9fPxaXnrppU7kxjGN+15UbG3r6fsXc4EABCBQKwSKlQKIzqOYiPWis7nGalwWqGqvhq+XLlZP3z6mJmpTHVdfdkCxJwleyxHB77os3FtzJptbwqBa61mOWFVZKpUD0OUlarNMza+tGopXlRvSL1QrWQpAv7j2pQC8SFUpAJ+xmpGt+pORquGftdZay93b0ss9B38dFRH3Le2V+yHQPgkgVtvnunSYqJTx+d9/vdZJUmWdqhbq9+84x2Wqqu6qskt19e3Rx530LpGqg512GbSDO21+g+593BZ/1VH1W7T96fRq6w8Bkgz9yR0/c33pMCkvZjWmtr/rOuCWU53Enbt0oT0w/ka77Zm73RhenGosXV78+kVSJuPwAd+oOTkpsfre0vcLHvLUYR7EhImK0WdfLE91OFU9sCpVrHoBFG6Rlni79tprc+pRppGGIb+0/RaTl3FiVWULBg0alLdc2267bXaLfHifP2wpFMfKsJRMCw+rao9i1WeohjVMJdqUhRCWNygm35LEalo2gl1IrEr4KrNCglSiNY1YVZ++Duy0adOyh28l1cVV+2JiNe4AL/Wnsg8S6toa5y9lqCo7xWdh+y38PoM1fMBKFau6N1pLNa72apqvq2JrWw/ft5gDBCAAgVojUJ5YDbfax8+49cVqMG70IC1rLimQTqwWOJQr6Ksaa1uOWNXBVZKU4cFVXp5Gs1TD7FV9rrJIOngzUwO15ZfEqH6hrjqpcdmqYTmAOLGa9gCrTGmHIN6cTGtJ+Bk2KkfmR+amZ2jmKJt16kCbeuqFZuc31wVuOYXmHhTnjYPDg+Byf0HQfKha7utxmdm5fUV/0ZBfm9hFkVPWo5Izo6/2RACx2p5Wo4PFohqqv5p5oyljUmJVWYEjBm/vaqD6rFJJS23l16FSanPz3me4e3Rpm7+yVN9dutBJWB1y5TMMtbVdcrR3997mRavuUb+6dIq6z3g9cY+jbNytp7tx1M9Zex7rDrhSiQGN96fZ01yJAElWidfRW+xhRz18Rc5BW9Gl0/bxaXMed334y5ca8JmvSSe8+xPj406iv2bMRQXLDZxx1wRX9sBfcSfMSzKrZu1j857PkcSKTzx/stPBedvdoyfX/8e3xsQK2Wg7P5coHwnLXz/824JPvGKPi0U3+RIM09983GUz+0uiXCJ83M6H5snQOJ66T2UhvrHB5nmxROfiG6ikRLG1U9u4OcaNpTXTLw3mn3xXYpmBpPHCoPVMn7j70S0qVVCqWJVYU51Rfyq74vGn3qvmqs8ADbeSp/k2l7bfYmJVMuyWW27JSt40Ikrxhf0qM/GnP/1pTqkDZSUqk7GQWPW1SeMyGOMYpGGkLF5J4WjN1ySmknP6YV3C0l8qjaCYwlqtxeRbOG45bDR2IbGq930GqDIyt95664Jsk+arPi677DKX/RpXq7aYWFW/XpT6Q6skVqdMmZIjVX3mb1TSa9x+/frlHWJVjliNPj9xa98az0yar0/aQAACEIBAywiUKlYtaWt9JIw2Favh2NGDqVKUAji9+UeT3FlE+2oZ6rLuLkesLlqUOQw5WgqgU6dMLdWGhk7uUKmoVPV1Vu+77z77+OOPW5y1qjG22GIL+/a3v52VqvlydXXTe80Zq6FgVYwDBgwowC4u2zm+DnDBBciK1bBib1lLFn9TIP+bJWkm9rnHzjL3DLos6rl23KzTzXIErNpFZG/esznbrjx1ro3LKaWhUMTiRhvSdIBcvtit4Bzpqt0QQKy2m6XoOIFIik144FK3ff6Ph13i6q1KWirjdOHSRbb1H/7DZaz+dI/M1vtQeuneOYvfdgdVLftimXtP2/V1qV6qJJXvV4dT+fqpel9SVVLUi1llrkrA6vJZqBJzykz9w5iLnfiL1nL15Qn+e+/TEuuwHnTDeCdUJSqP23mMq9k6480nXFkDXa+f9aD7qLg1F2Xo+ksid+TQ3dxcJOZUxuDkmX/IeT+p3ICvl+obS1R/d4vdcviFkllZu6OG7m59uvfOxicmYhCdn2TsLc/c5QSgLp/pGxWSanfNY1Mct78cdqkN7b9ZrOjz63jmfb/Oslc8A9ce4A7S8rJU6yNhHl6+hIFfvxN3PswdcKbyDHe/NC17r/r71X7NbKM81fflB/zcxSgBH72ic9Yz6YWt1k4SX4I9bu30mp/jxIevyUp61e4Nx1I/g357qOsizLCOxhIdT/zP2Plw10wHs/nnN45XKd9ZShWrEjuSdtGt9dpqPnz48KwAjNY6jcbkt9d7YZi232JiNSqjyhGrfgu25iRBpjIAirNYVmXcdu5w3l7cnX322W77ejFGcVvBC62tH1+HTEVrkF588cUWbikvJByj44bM07JRnMXEqtqIgcoB/OY3v7ETTzwx8WAwZW/efvvtsTV7C9UVLUWsKh6fheozaT1vLz1V7za6pvpFQ1TqliNWwzIOKnEQdzhWpZ+ZUr5X0BYCEIAABMonULJY9QdaxdZenWsTmgRO64rV6TZk8mibmFeTVRyiUq0pky8Sb/PhVeNsrg7OStVX+ZzLvbMcsbpw4cLYbNXOnTNSNZq1GpYCkMjULhj90v6tt97KlhQoNf4uXbrYNtts435B3a1bt5yDqyRXfSmAuIxVL1Y1ptpuuGFm12jclbTFv1kgRso8ZDM2/YFpmV7HHjXWbrVIxup7V9qI8U0FInYda2Ntrg1xmayR7NAgC7SYuFS8F9oFdtUBypKOZtJ6gXqB2UWhSI2K1cx9Qy6YazN8X/q6vH2IXXVqRAy3tjAu9cGgfZsQQKy2CWYG8QR8LVX9/ZaxV9qjc56wg++bWDD7s1x6kohhjdZ/HHWtk2gac8dNtrOFn77vZJzEp+Tu/sNHu9fiRJvivvXZu02HVG3Vf/NsvdVobF5uSnxFT4/3WYfKeAwvHajlxZg/fMu/L7mnDF5/FRJnvq6sb/vxWQ/lSDx/CJPel8CNCtpQWKqN6tOG4tRnA/v+JY61hlEpqXEkR6PzjFvHMGatj2S4rpBJ+LoE46gbjnXlHJLG9xmg6icqK0OeEu3FYgyZxdVZ9RI9iale32rSD1wW7RWHTsxDEPYf98xEb1jrot3dS2Hs/qA2MdFVKPO12NdSKWI1bmuy7z/6nv979FR1tffyStutJe1K6beQWPUZkGHmbDliVTFKYClzUfWvJPxU47KYWNV9yhhVhmncoV0+dp856vsL4w3XS1m8U6dOtXBbf6H1TDoASfeUcgiSpPc111yTzXCNMk/DRmOmEav+WVB7ZT4XOxgsjlUhAV2qWFUcYSatr20a3aYfrkPce+WIVb9Oej5UP1YsZs1qzs7X+5V+Zop9f+B9CEAAAhCoDIGSxap0kNt2HdYgzZeXrStWZ9nplpFe0S3SzcK0uYZr3hwTslrT9FUZ6ul7qZRYzcjU5vqqcRmrPsNV0X311Vem8kYqK1DOJaG68847O4nrD6MKD6rS53F/fEarxvS1VouJ1WZRmR9prujMyNQZe023C+xCGz3vOJvlRGSTZN18clAK4Dib+4PmTM9MNukMG/XgVTbk9nA7f3OfGVla+MoVq5G2GuMiswuyWafNAre5RIC+/k6zuUdcZbv/I5C00XIYTb9IcOPNG2J28632hBuuuUxGsVh5v3YJIFZrd+1qMnIv0iTL5ix6y2X8hdv2C01KEkqZrV4ghW0l2S7b/9xsBqvPBJWsirZX277deru6rdo2H24l931KXJ0y8piccCRc97vhuOxBWaO22C1vu7mXenHSTuJy6uyHs3VffeehXEwSq2Lk5es9B0zIy5b1wjCcb9hXmBmp+d87/oZY1KHoi84hbgxlcUaFYSXEasgkFLyhNA2FazgZicavTdon+1IoGksVqypX4bNS48RqmCUcx9W/nxRrKJAVcNzahnOLE6t6P+QVFeqlfKMoRaxKUkl+PfLII3lDxGUN+gOKlI2oDE3Vq5QYOv/8801F+/3BRaX06yWfpFN4SYapBICXtf49yT1lcPoSBdHAdYCVsjuj8lCyVxme4Rb6NGLVt1EcZ511lg0bNsyJZGU8Kmv0lFNOydZ1VSy+BIIyISXxxEiZrRdccIGTqlGRqDiVzag/4eUF5bhx43L69228LPTi0jMPD25SH2qnDMxw3HLYaNw0YlXtfGz6PEms6j1lI+u5CZ8nZemKqV6PE9DliFWN5TNp9YwuWLDAlSmIHgDm2fryE+H45YpVz0IlB4488kj3fESvUp+ZUr4f0BYCEIAABFqHQDliVZHkHWIVyQhtdbGa3To9sUkYNfFJqiEZEU+hqHJ3+kzcEHM7qEdZjlgNSwH47NTMtn/9yZQA8GLVf/RlATR9fa6M0hkzZpjKNpVz6RexKgOgywvSQmK1sVGiNf8AK91fqBRAQVHZ9EuAGXs2bbVvem4lYiVWc4RsXo1VidWwLmtz1qjEalyf5YvVpMPbPPnmzNaBQcZrOHf39RYRxSoxMO6d02z0hc2HxXGIVzlPc+3dg1itvTWr6Yi9GApFYTQzMmmCcXVLfVv1t8OAoa5GavRwqULAwjjCdpJkYX1U/57Epb8kbKPCLCkDs1AMacSqhJsye3XFZa2G9UC9KA7FajFB6OOLSslQ0nkpqS3+YfmCqHBsqViVgFY5CF3RzEwvTLUOvqRCHNtQwIbxlSpWw/ZxYlVjKyPVy/vos6w4fP3faJw+A1jZw17eFtvKnyRWfQzF7i/2zSOtWPU1JsPt5NG+JaNmz56dzbKTqJOUU/ZjeKk+68SJE510LLVfL/miY2vr9o9//OPs6en+/WInnEpoSlRF5aEXxerXi+Q0YlXjqp1kn6Ssv5T9etJJJ8WKMn/glKS1vyTWJGKjJ94nZeD6rN+4OqPZ72WbbZYVzxKOcQc3SQgffvjhOeOWw0ZjphWraqtnRyK5kFjVmkhiSvwmPU/R56JcsRqWBFAGsmJ7++23Y7+cfAmGUEaXK1Y1gDJgozVxowOX8swU+x7A+xCAAAQgAIGOTqAcsRoeXtW87b85W7VQKQDxlliVBH3yySftjTeaz+hIuxa6/7vf/a5tuumm7paoWI0vBRAvVhVr//79E4dOEoVeOh43b3SsBG03YtUJ/+YSGm6ieZmrPktVJQJG28QnIziiZTmKCeTJQ2x6Xi3WtKtLu1oggFithVWqoxi9GNKU4mp5Fpqqsv8mzZwcK069IJUQPX3PY+zNRW9la5NKSm6xwWZ29v2/ycpS3z5JrOr1IetsaDp8SaUCdKlcQHgglaRf9DCpMONT9/h+dhm0g20xYPPEA5/iZKju92JPkjTMbgwzG302qoTn/336zmwGbihWQ9GodqrjmnQlbcMPY4nOM4ynXLGqmqh9uvXJ1qJVDdEjdz4kW2qgFCkaxhfWWi2lj5C/Pk8Sq9G6tb6uq1+XpCxUrcm8JQtd9nAS8+gaxYlVX0c4qe5tKd8+0orVUvqMayvRpMtniLa0v1q4X9JY2Y66ohmmcfFL0KneViFG4qg/cZmMtcCkEjFKeqomWUd7nsp9ZirBnD4gAAEIQAAC9UygHLH60Ucfua384eFVYRmANGJV8vP55593h3D6rfxpOau+6j777JPNNPVi1X9UNqzf8t/8+WqXsepf9227du3qfiGefMVlezZvz5dYvXHw9KaapkmlAJrKW1hblwLIPViqeY7Jh1qFFVTDjFWVPGjOog3u36j5QCxX9ECZrX8dhVhN+zDXaDvEao0uXK2G7U9mL+cEc0mx8LCjkIHPJP32BkNNJ9ZLrKrOp7b76/KHLulztf3Fnse5Q6ziygqoTdwW9zTMo/Uuo/fE1QVNk7EqSRpmnYaZnBJrj8173h3ylNRXKZm0SW1Dsap5hQeDhVKvXLHqSzR4yewPaDphz8whZqVI0aSSBqX0ER0zSayGZRbCOqm+dEW01q76jUrXMN5Cz14oViXrfWmMOMmf5nmNtmkrsVpObNyTT0BCVX+ih1PBCgIQgAAEIAABCECgPALliFX9MnzlypUtEquK9t1337WHH37YlQUo5dp8881t9913NwlWXVGxGtZWzYjVNa7N6tWZj75kgD7v0aOHrbPOOkWHz9TWDZplyzgkHTTVDg6viis/YU21i01CtLnMRV7piiArtfkgrGOt6aitnNrDuWU7qLFa9GGqgwaI1TpYxI40BW151hUnREO5+o/35+S18UI13HYdVzZAgu+NJe+ZJK3klRd7aTlLriq79ul3XowtTRA9UCmtWI1KW5Uh2HDtDdyp8j4rMo1YLVbHM61YVTzjbj09mwXspeJtz9zdosOrJB1/fOtp2cxkn2FbihQNRWXIu5Q+0opVtQuZ+YPBlIU6cvA3zWewhs9PVLqGclbtkg6gCsXqz/c+2Q645dTEMgRpn9ewHWK1HGrVu0fZmqrDygUBCEAAAhCAAAQgUBkC5YjVFStW2GeffdYiserLAbzyyiv29NNPp56MfhY8+OCDTZmmPtO1JWJV/fXs2TP1+JVsmJMF6iToXDtuVvOhaJUci74gUEkCiNVK0qSvVifga1bGCVGJvQ2697H3V36WlU2SpMftPMbeW7LIbpv9YKr6q9EyAcW2zhebtATkdY/fbD9/+jbXNHooVFqxqnujmZjK/PXZqlHBF5YCCLNLkzIv/TzCmqFhH9GMVbWXEBx1w7E5vHcb9E17ddEcmzLuymJocoRkWK82bit/KEWL1VgN7/eiU8G0llj19VI1hp6fX+19qqtDm1Q/OHpoVRRU0hpFSwEkZTEXBZ/QALFaLjnugwAEIAABCEAAAhCoBwLliFWVAVA5gJaUAtC9y5Ytc6UAVGc1bTmAXr162VZbbWVDhw7NCtGWiFWVAZCkrcoVySiNyxqtSlwMCoEiBBCrPCI1Q0AS74/P3mMPvPlYQUHqM073Gbyjjdv50Oz8Zrz5hD0x/3n7ZOVniff7rFcJWh2GpRICEmX7bTHSdhq0XcHapBpImaq69hs+Oo+rl2ktEatxpQbCDNQkSVvs9HofbNLBUaGUDGWrXg/v8f1E55j0kCVlxybVSC10UFQ4xkE3jM9m0obZn8XEqp4xXRs21dUNhWkxIR3KUj0z/br3cfVTo5fvU+vm6/eqzZxFb2UPsUoSx3E1VsO5hhK5nC9sxGo51LgHAhCAAAQgAAEIQKBeCJQjVjX3Dz/80G2plyDN1FQt/fCq5557zl5++WXXT9rLy9xtt93WdtxxRzd2cbGq7f/5NVZ17/rrr592aNpBAAJNBBCrPArtnoDE3a8f/m32UCYFLPGUVB/VT8gfHOX/PnfpwqIZq9HDrHwWbJghqxqYPxq+T6xklRDUFVc+wEuxqPxKk7EaysFQOoY1PTVuUl9xZQS+ucl2eWsfZraGGaRqGJex6jsIxa1ea6lYDeOIHox18sw/uGGTapGGojfapphY1bgD1x6QXb+QdTGxWuhArxC0z7pWTdzolXRAmW8XJ1ajmbwzxk/OiuFSv7gRq6USoz0EIAABCEAAAhCAQD0RKFesqhSASgI0H1RVmlhVndYHHnjAPv/887JwqjbqD3/4Q+vbt29WrHpBq4/+0CpfYzVTdzX38Cr1QZmpsvBzUwcngFjt4A9Ae59+mDEoWXfIdvu6bf06tEdXMblayvwkVXUNWWdD91EHX52910lOUimTcc7it+3Z+S9lM2bV/qw9j83JTpU0e2jec/bHwy6xUFyGJ7dHDzPyskxjfnzWQ9a7e+9s2H7+oeQM63FGZV+YvRjdhh6ylJCNxhhuK4/WgVVAXhxGY/TBJh0YVWgN4jJWwziUfRxmfUbrukbnLzY/vet8l60ad1BYkljVfQs/fd8djnb5AT/Prl1Srda4OSm2r03ax70VFd6+vV+7OL5qo8PdfMmIuLmH/b9+1oPZMEIRHb2vlK8BxGoptGgLAQhAAAIQgAAEIFBvBMoVq6tWrbKPP/44K1Yzmav609llsXbu3DnnPZ9pKn6SnTNmzLB///vfqUsARLmrPx1oOmrUKDeOLp+5Gh5e5T/XAVYSq+HBVV/72teqVwag3h4k5tOhCCBWO9Ry195kvXj72fb75xwCJJGk2qJxtVbLnWV4sn2xPpQVOXX2w3bjSw/Yln03ssv2P9e+scHmFgounzHrM2X19z+Mudi106UszxufuTO7ZV2vhbJWkk39Sx77cgRnff+n7l6Nc8cbj5mXtIrn7Pt/k9eXShj4e3SfxKLkoecmCde3W2/zMfoDvo7Y+ZAcBFoHfyBYnFD2jf381SYuIzPsNBS9cbwlH0/c46gc0ax2EpgTHrjUlWnQpZh10JiuP86f5T7qefmvvU7KuzcUz0lr7CV2OGfftlgmrp9/9Hn16/1fD1/l1lMxH7fdfjlro/WOlrnQ+ujZevP9t23SzMk5z7uvH6yyE9GM5DT84+Zfili94YZMmYPx48fHoiz0vn5ovOOOOxK/zA477DD3g+FTTz3l/ujke13+vl122cX0J3rdeeed7qUxY8bkvKVDnhSPfgMfF2+5/So2jTl//nw33r777muKPfxNv+/bz6nY3NWPn6+ffxyoJAZqq5imTZtmynzQqa677rprXlyJ8FO+IaZaQ42ja9CgQW5Nouwvv/xy93p0vYqtSRjGa6+9Zg899JBtvfXWNnp0fpkVzXfBggWxkW+88cZ5MaWcIs0gAAEIQAACEOiABMoVq0L1ySefmOqtxpUDkFhtfl3b9dfYxx9/Yh988IEtXLjQ/ZwrwdqSS2PoZ+gNN9zQbenv16+vNTR0cvI06Y/kq95TXVWJVS4IQKB0AojV0plxRxsS8GJVoujI4T+wEYO3t89WLnOZo8rs0+vhYVXlhOb7uG/c1VnpmbYfCa3bnrnbtD3db1mX5Hxu/kv26cpl2W62GLB5XukAnyUZHWvDtTdwWbLq57Mvlmff7tOtVzY+3fvcOy9ls2UVhzJqo1d4T/iepOabi97KaR4Xo28gIRtePsY4Tr7vuHIIYfuk+atNXJmC6Fi6X2OFnNfu3ttx9jVSo/dE5xEX/9D+mzkhm9S2UGx+Tr6PQvONrk10vf296kvPvDJqk54VvR69Pw3DaH+liNXp06fbkUceaZdeemmerJTEPOecc+y2226LFWEShvvtt59tv/32brtS9Jo4caINGzbMJOUuvvhidxiALn+f7nnhhRfytiodckjmFwJ33313TpcSb+eee64tWbLEXnrpJfcDZ3iV06/k50033WQHHnigbbPNNiZReMstt7hu77//fhd/GLO2dkkuFpt7GL+f/3e+852ceDUPHWygsSdPnpx9TzEcdNBB7r2jjz7azTMprrhnP+1r+sF/5MiR1q9fP7eOEsl6TTw0ruL2lw5AOO+887Ky2L9ebE3CWMR66tSpbrxZszK/PAkvrbvmrOcpeqne2C9/+cu0U6MdBCAAAQhAAAIdnEBLxOrKlSvdz17KGM1kqeqj6q1m/ug1iVfJ1NmzZzsRG9ZDrQR6nwmrj/rZafjw4bbeeutZly5d3FjNpQCas1UlVvXL+O7du1ciBPqAQIcjgFjtcEteWxOWLDr+zvMKZqb6LfylZq+GW/9/vf+5ZdelFFEJtcv+eq19b+jusQdX1RZ1ou2oBEoRq2J07LHH2mOPPeb+eFnppZvEWyj9QqZeLnrZmMQ7SayqfVQq6rUksarXlVE5c+ZMJ4N9Rqgf18eTtl+JOknUUKDqXv0gre1X+sH0kUcecd1H55p27ro3Ov+QU5y89oIxLi4J13nz5sUK6VKfdy86o3JbsvTEE0/MEepJYrXYmviYxHSHHXawk046yUn2uGcmad1LnRftIQABCEAAAhCAQEvEquhJlkpe+lIAEqu6JF3ffvttW7RokfuZ0dc8bU3ivgRBnz59XBbrpptuat26dbOGBpUJsGwZAElXSVguCECgPAKI1fK4cVcbE1D24Kx5L7pR3/10kctS3Kp/69NOWAAAIABJREFUZku9Mi1nzPm7Kw2gk9j9pTqb4aWt028sec82aGqjtsftPKaiIlRxxmUrtjEuhoNAWQRKFateeilT0GeJerkXl1Hqg0orF5PEqqSqMhijGbFxgk2id7vttnNCTuPqnmjWo48nTb+a85AhQ2KzMDU/ZfJef/31NmXKFJfJ2VpiVWOF0rIYU88hLnu01IdFnJU16+VxeH9063+cWE2zJr5Pn9mq5+mYY45xgjzMiFU7xGqpK0h7CEAAAhCAAASSCLRUrH755ZeuHJOk5po1q23p0k/t3XfftXfeecf0nrJGq3EpnrXWWstUJmngwIEuEUCv6dJuML3HBQEIlEcAsVoeN+5qhwS0Hf7ROU/YG++/ba8umuMOn/Ly9fXFb9mSzz+zTfpt6F4rtF28HU6NkCDQJgRKFasKKsxS1N+VEXrdddcVrGtZTAL6ySaJVUnSSZMmue3focCNE2zKLlV7yVQv9KJCNoynWL9+vo8//nh2u3+hxWktser79ax9Fq0yIZIuZRirHmycEC3lAfPrIknra8cm3R8nVtOsie/ve9/7nhPjGtOznzt3bk4ZCMRqKatHWwhAAAIQgAAEChFoqVhV3/pFvH4me/PNN+3zzz932//b06UM1R49etjQoUNts802c5KVCwIQKJ8AYrV8dtwJAQhAoK4IlCNWBcBnqerzMHs1CY6Xgr4OaNguFHWFxKp+265yA9FsWfUV1lgdMWKEqwPq62yGos6PG8rPYv0W2p4fN98ksZpUX/aII47ISulQYIZ9SxArY3fw4MF27733OsmYRi6WGnuhh1s8r7nmGtdEGbx77rmnq6cbPVwqTqymWRP1GxXhPls4Ku41dwljSf3w4uCquvr2xGQgAAEIQAACbUKgEmJVgepntA8//LBNYi53ENVeVbkorjII/ONia9jlfLvoqUY779tl3M8tdUUAsVpXy8lkqk1A/3iqGLlOYezVo4ct//xz93HeO+9Yr549rWevXtn39Q/ZO/Pn2/rrrZdtp/jDtr4PPy/dozH0eo9evbL3630/lj6q3euvv+7G1PX6a6/ZVsOGZccfvMkm2fYffPihLV+xwrXzcavv8FJf/j3Fp891aZzPly93Meu1FcuXZ+ejz9Wvb6uYNdYmgwbl9K1alePGjcu+5uenF3x7Pxfx82OE8/dz0Lw8i5CVmMRdWisx8vP3XNQ2XDfFrLXyH9Xej6XYlA2pOfhxNHYtXuWKVV9XVXMO660mMSh0gJM/uEr3FhKrOgjKZzD6A7SictEfsBUeWBWX9RiVn4X6LVVOJonVOKmsOWte+hPO3x9e5Q+tkshULVNJaElVXW0tVjWm1v2hhx6yJ5980q274pMw9rJXbaJiNe2a6N4ws9U/S6rvqvUMs26TDq/i4Kpa/C5EzBCAAAQgAIHqEqiUWNXhq/fdd1+7y1b1dJW1esABB7if1cq5Fv2/Q2zDI++J3HqRPdl4nmV+kq2j69+32SEbz7WzsnNbZLcddpLZ5Xfbkbln4tbRpJlKKQQQq6XQoi0EihDQP8QfLl5siz/4wPYcOdLu1mEuP/2pvTNvnj07a5b1X39922PkSLvud79zp2f7U7Sv/f3v7aT//E97dOZMl4WmQ2Z07bvvvk6Q+uvggw82jbHVVlu5P6edcoodMmaM7bTjjvZ/Lr/c9b+P7nntNSf5li9fbvPnzbPzJ0xw97326qv2g333dXJX76sPfT5t2jQ76qij7Oabb7bvKPNs332zY06fNs19vvjDD51EVbbZg9Om2bCttzbFc/1112VfUzvNW/1JWCoesVBbyUbxuKopy80PcNHEiS4+f0lgznruORe7xlNNRT++Pmo+hxx6aM78la229VZbOcEp4ar7TjjxRDdnCdJXX3/dcdX17LPP2k477eQ+1/wV50PTptl6/fs77r6d/1zrqTXTFvFfXHCB3XX33W4sL1H1vu5VvK+99prrW1xq8SpXrGquacSeZ1KJUgBePoYHaJ122mluCJ+xqveU2Rl3eRmr9+LiSerXS9dQ1kb7V2alF56VLgXgx49mbUo46nCuaP3YMLZCbcIDvPw9+g9BKZc/UOuUU07JZghHxWraNdG42pomWRt3haUYSnn2SpkPbSEAAQhAAAIQ6HgEKiVWRU51VfVL5fZ4aZfRJk1JKaXG99TEBtv1goPtjwtyxaJ7/eU/2sI7jrQBpXZaU+0X2aJ/D7ABSNWaWrXWDBax2pp06bvDEfBiddmKFU5Yrli2zEbsvLMTfXPnz3fSzQtDtXn11VftWzvtZPp8/ty5tn7//k5wSixKgkogSlJ62ReKVcGVoO3Zu7ddcskl9vysWU4gKnPSy1eNK3krmanMUIm/C84/35597jmX+aqsS4nIu++6y437qwsvtN49e7r2Ep56TdJRfeoeCUx9rve8WPViVP3PeuYZN4e58+bZkMGDnVjVJfGo+XyweLETyt8cMSL7bETFqt7wh9P4eStOzUN96xKXcP5eZqovja1L4kyiSeMqw9TLVPF/9NFH7Yc//KFrJ7kqeT1ixx2dWNa8dOm+E//zP50Ul6x6+tlnbeutt3YZuBLe6ltSVaJZl2TzoMGDXd833nhjTT77tShWwwO0PHSJVb9tXJIvuj1dkjw8fClOrCb167enJ9WR1dfYHnvska0zW2mxqjn6bfihXEwjfPWsast+9PAn9an56vtReHl5Hb7m5xOtU+vbRCVnKFZLWROf2SrOX/967k+tY8eOdd+HfHkHxGpNfrshaAhAAAIQgEC7JFBJsaoJ/utf/2pxfftKg1JprE033bSsbjOZqpYnVV1n2h5/+ZCMWG3aKh8O0rxt/im7uGGGjXrKbNem7fSj/tJgM77/pNkuu9r5Fz5pjRPMLm7Y1c4POih0f7gdP5pN23yfMk03tJ/cGXQ6xovg6HtB9m2Yseo+/4mFuboH37bQ7v5xRiVLLmfnoRey/ZeFm5tqhABitUYWijBrg4Bk2xuvveZkZf/11nMS4/f/8z926CGH2Lz58917yqSUhOzVq5fLbJQMVJanJOgmgwc7kart7npNQk8iz2dt+jo9Xs4efOih9tyzz9qOO+3k7tEYGlN9aQxdkinKhPUCUH1KDD7+2GPufQmKu+65x40xbNiwbH9+O7sySCUcJQ3VRnPYctiwbM0gSU/16bM2NS9d0YxTZXjuO3q0TZs+PSejM06siqMEr4Tz4EGDnNzV58oUVeasLs1RsauthK9/X7zWW399x8K3C0sbqL/HZs50cxFPzVNz0v1aJ42lS2w1b1cCoWmt9IOWn5d4ql/PUVmtyn5V32Fpg9p4cjNR1qJYVdxewulzbZuXWPXZk9GDjsL2XkwmZdDG9av7fU3PGTNm5ByipPd8pqs/VKs1xKoE5ahRo9xBA+GWeD2Tei3ciu+fP2Wr6pcThTJt0z6ryiSNq6Xr4wrlbShWS1mTQgdtRQ/qQqymXTnaQQACEIAABCBQjEClxarGU+aqfmar9iFW2v4vqVpupqrm4qTlvYcUzkptko/fDOuPOtH6fJOQlVj1AjVTOCCTBRvKzEW26OsDmjNfc7bj59+fXVfX7m47xGfTBuMOmRLNqG2Sqds+aQs3n5Qzr5zs2+zYo2xGw672fCBSLTLX3Hk09984oe4KJBT7UupQ7yNWO9RyM1kItD8C0Rqr7S/CjhNRrYpVLzS17d+LVUnG4cOH2+TJk2MXUHLwwAMPdNmbhUoT+K3rvl915mvK9uvXz9U6VSazpOL111/vMpbDbNZSa6yqf3+AV6F6rr7f8847zyRNdSlbdv/99zfFdc4557hMz6S4WvJU++xYMdFhWxpHTDRvldAI6+yGYjXtmmg+2223ncs6Hz9+fF6o0axgxGpLVpN7IQABCEAAAhAICbSGWFX/KrHkdrxV6UArJZPol9/l1lT1jNKL1UBuuh+gQ+EpMTrJhgSlBCQkJ23enPmZXZOczFdffiD//uY1TH7PSU9TNmyz5My+9v0Zzdm20S+JHLGaG7dZRvJak0SOzsPxeuusnDH5iqs/AojV+ltTZgQBCECgLAItEat+W7b/WCgAibEJEyZYeFBVXHsJvNtvvz1bM7XQfRKIxxxzjOnAIsk41Vs94YQT8soA+HEkLV955RUnXtP2G85N4+nv+gFZWbG6JGqPP/747OFTXnaGc/VjFeLjuUTnH71Hc3jiiSdsypQp2czZaFx9+/a1kSNH5sVV1gMS3CSxq+fF17DVOJq/pGi4dV/SU/JVZQXSrsnhhx/uJPVVV12VVwbAhyDhvc0227jxSnn2Wjpv7ocABCAAAQhAoL4JtJZY9dT0M5R+Bm3LSz8zxZV4KieGgmLVSVCzJxcMsUmR7fKZsZLFaKyQ1OFYriyARGgoTAuJVY0T2dbf1EcmmzRm1n6MyDb/bAkBxGo5j0qHugex2qGWm8lCAAIQSCbQErEKVwhAAAIQgAAEIAABCNQ6gdYWq+Lz3nvv2XPPPWeLFi1qVVwDBgywHXfc0TbaaKOKjVO0xmpWrEYyVnMiKJ6xmpfBWiTjNXmCGck698xGUx3XaMZq4n15dVXn2lmNKgVAxmrFHqY66gixWkeLyVQgAAEItIQAYrUl9LgXAhCAAAQgAAEIQKDWCbSFWPWMdLCVDg+ttGCVUFWpqnIPqCq2hpnMT5992tw6W1+0KWPVglqkuZmu6cTqri/7g6V8DdbipQAy4veb9mTjeeY2/Ac1UJ1YDeu4ZrfxL7Qhl29oP9m2uUxATj8l1lgNSxpQCqDY01Qf7yNW62MdmQUEIACBFhNArLYYIR1AAAIQgAAEIAABCNQwgbYUqx7T4sWL7e2333a16pctW1YWvd69e9vgwYNN5wj079+/rD5KuSkjHu+J3BLI1pzaqGY2plmS5m7rz3SRX2M1dzv/RU81yU9TP0PsxrzM0ajgbf77wVnBGykRYGbZ7f5NkvX87G3BXPKyV39i4cyb+8+fB2K1lKeqdtsiVmt37YgcAhCAQEUJIFYripPOIAABCEAAAhCAAARqjEA1xGqISIdcvf/+++6wqyVLljjRunLlSvvqq69csy5dulj37t1NIlU17nUY1QYbbNDiQ6lqbJkIFwLtigBitV0tB8FAAAIQqB4BxGr12DMyBCAAAQhAAAIQgED1CVRbrFafABFAAAKlEkCslkqM9hCAAAQgAAEIQAACEIAABCAAAQjUHQHEat0tKROCQKsTQKy2OmIGgAAEIAABCEAAAhCAAAQgAAEIQKC9E0CstvcVIj4ItD8CiNX2tyZEBAEIQAACEIAABCAAAQhAAAIQgEAbE0CstjFwhoNAHRBArNbBIjIFCEAAAhCAAAQgAAEIQAACEIAABCAAAQhAoG0JIFbbljejQQACEIAABCAAAQhAAAIQgAAEIAABCEAAAnVAALFaB4vIFCAAAQhAAAIQgAAEIAABCEAAAhCAAAQgAIG2JYBYbVvejAYBCEAAAhCAAAQgAAEIQAACEIAABCAAAQjUAQHEah0sIlOAAAQgAAEIQAACEIAABCAAAQhAAAIQgAAE2pZAw4oHftzYtkMyGgQgAAEIQAACEIBA3RFoMLPsT5X6S4GryNu5dxZv3FC8iZmlatQ8dGJzTbJTqSFm2ucwqtATkI2z8PzEKP0P/ZH5JYWaFmnadmkfGk0kbZ+x7eJvTvccRYNMG0iR9XbdpOgrRRPXTwmMSpp32c+wbkwIPtWc0uEp+auqpMkXW8O0E2nqpyDLoK+03ZbwrKfllNtlhb6vp33WiwbpH/KGVF86RbuLfIMu7Xtmyu8Ladcy213JN8RMM+bfrOIw8ltU7GulEnNK+f2ynHmWdY/+zUz/L2z8EO2JS73FUsI/iGWtv1nD0kta/ASUOTS3QQACEIAABCAAAQjUDYFSfg4vpW0KQCX9fy/t2GnblfL/u1L6TDFv1yRlnw1p/9+Xtp3GTtW2Ic9Dp51abrtgomk9QWK7GHHcaOYYFbvy+ky5AMX6dQ9xir5SNMn2k6qtWeGvn0gnKfuMsTLJD0zaPrPtijx4afsT8dRfGMUWUJ11TtEoaJIYZ+QhSzufvHbqJyGmlH1WXawWjbPp66ZouzRLE5ltqu9vSY91QkBp+8yGW5GJ5f8yMA2OaJtO7SiWUv7xKzjXSs1JX2f1JFYrMZ/UPyQUeRrT/MNc7IFO+0NDsX6S32/4dFKLn4DyR+dOCEAAAhCAAAQgAIHaJ1CKbEr9861vWPg/Po2NZp2K/tzd1FfasQu2i8iKFvWZ9uaERyR7e+F+0jFq+n9hpwIyJgwjVeiNZo2dKiBWI4OlGtvPJ8oufn6lMfJ9pg2kyJd4dvAi/8lPNVxpz3rheZfJPW+6CV/LqebT1FnKZ939z7bo94NMn42Njdap+DePdN+fHcgSxGrR7zFNk0g7n9h2CV/LKfvMbVbkppR9ZtYnReMUTTIiq5NZYyV+eROZbap/Vwp9j4n/5U3aZ7PpCU3/MBd8SlN+Ty/UR+pvkMW+XCoQSzYdv6VSNNVDVmxCTQ9BCV/7sT1WMpaU3wATZ1aJNXLfYSvw/Faij0rFUvhRaGi8ArGa4quFJhCAAAQgAAEIQAAChQiU8n+cUtqmoV5Kf2kzhgr+3yR4s5Sf+2PjLCX4GBjZ24v0k3YY1y5ltkqqPjuZNQhSS68yyy/krXeB/zSW9WykguBNntmaBBYubTTFf4iLDhc8kEXbNq1JwXaRN9P2mbfcTZmF0ddL6S/ts552HRVLpbLwHPaUXzdF/58fmUBaRrHtCmSsNq42szUlfGFW6HtMSWK12PeOpucqLaOCsy3zWY8dO+EhLDnOFN8Tiq5ghURZSVtDCgVViTmV8kVeLJZiz1hRwMmZ4WluzbYp+eFI6L0S/bRkjdaYrVmR5h+XlHQqMR/3zb4CWcXJITdsf8pmlXiSUkKhGQQgAAEIQAACEIAABNISqNQP1GnHC9q12dBtM1DqUdI21P8g0rYtA3/+LZUaLD7wkqZTTigqNbBWZ1urf09rTJKrbQu0GXE586nImpbbSeUCrpgrKukBKnfe5dyXxGq1fdltY1vTpV+JcjV9DH7kT9d0ck/2V40NtmK1Pk+vH9ZYJ/vCurbRV0b6uNJTKLdl5Z7xTATtaW7lMuG+9k6gsXGNdenU0zqvd3IgV9t71C2Lr1eXTtZNvz+28dvyVdYyltwNAQhAAAIQgAAEIAABCNQMgSr890dDdutiXTfuY42rqzB+zaxNDQfaLpc1PqiGxtW2quc3zLr2NzNlrrbXq11Cba+wiAsCVSawxjo39LSeA861xjXLqhxL2wyvKhnu92pdTtiG71Ztw5xRIAABCEAAAhCAAAQgAIEOSMDV8+zWxboN7JNcDqADcmHKVSLQ+JV90WNzW911fWsoqRxAleJlWAhAoN0TaGxcbV079bKeG5zdYcSqXxTEart/PAkQAhCAAAQgAAEIQAACEKhlAojVWl69OowdsVqHi8qUIFBdAojV6vJndAhAAAIQgAAEIAABCEAAAnVLALFat0tbmxNDrNbmuhE1BNoxAcRqO14cQoMABCAAAQhAAAIQgAAEIFDLBBCrtbx6dRg7YrUOF5UpQaC6BBCr1eXP6BCAAAQgAAEIQAACEIAABOqWAGK1bpe2NieGWK3NdSNqCLRjAojVdrw4hAYBCEAAAhCAAAQgAAEIQKCWCSBWa3n16jB2xGodLipTgkB1CSBWq8uf0SEAAQhAAAIQgAAEIAABCNQtAcRq3S5tbU4MsVqb60bUEGjHBBCr7XhxCA0CEIAABCAAAQhAAAIQgEAtE0Cs1vLq1WHsiNU6XFSmBIHqEkCsVpc/o0MAAhCAAAQgAAEIQAACEKhbAojVul3a2pwYYrU2142oIdCOCSBW2/HiEBoEIAABCEAAAhCAAAQgAIFaJoBYreXVq8PYEat1uKhMCQLVJYBYrS5/RocABCAAAQhAAAIQgAAEIFC3BBCrdbu0tTkxxGptrhtRQ6AdE0CstuPFITQIQAACEIAABCAAAQhAAAK1TACxWsurV4exI1brcFGZEgSqSwCxWl3+jA4BCEAAAhCAAAQgAAEIQKBuCSBW63Zpa3NiiNXaXDeihkA7JoBYbceLQ2gQgAAEIAABCEAAAhCAAARqmQBitZZXrw5jR6zW4aIyJQhUl0CHFqsff/xxY3XxMzoEIAABCEAAAhCAAAQgAAEIQAACEIAABCAAgdoi0IBYra0FI1oIQAACEIAABCAAAQhAAAIQgAAEIAABCECg+gQQq9VfAyKAAAQgAAEIQAACEIAABCAAAQhAAAIQgAAEaowAYrXGFoxwIQABCEAAAhCAAAQgAAEIQAACEIAABCAAgeoTQKxWfw2IAAIQgAAEIAABCEAAAhCAAAQgAAEIQAACEKgxAojVGlswwoUABCAAAQhAAAIQgAAEIAABCEAAAhCAAASqTwCxWv01IAIIQAACEIAABCAAAQhAAAIQgAAEIAABCECgxgggVmtswQgXAhCAAAQgAAEIQAACEIAABCAAAQhAAAIQqD4BxGr114AIIAABCEAAAhCAAAQgAAEIQAACEIAABCAAgRojgFitsQUjXAhAAAIQgAAEIAABCEAAAhCAAAQgAAEIQKD6BCoiVleu+dQ+b1xqX65ZYY3WWP1ZEQEEIAABCEAAAhCAAAQgAAEIQAACEIAABCAAgYBAgzXYWp16Wo+Gdax7p7VbzKbFYvWzNYvt7Y/m2RUP32uPvjHLPl/1RYuDogMIQAACEIAABCAAAQhAAAIQgAAEIAABCEAAApUk0KNrNxu11c522vcPtM3WHWx9OvVvUfctEqvKVH3jozfswKvPQ6i2aBm4GQIQgAAEIAABCEAAAhCAAAQgAAEIQAACEGgLAhKsU0+92LZcd8sWZa62SKx+snqBnX7772zay0+0xZwZAwIQgAAEIAABCEAAAhCAAAQgAAEIQAACEIBAiwn8cPgedvnhJ1q/zhuX3VeLxOr7q960nS88mWzVsvFzIwQgAAEIQAACEIAABCAAAQhAAAIQgAAEINDWBJS1+swFv7UNum5R9tAtEquLVr1hwyecUPbg3AgBCEAAAhCAAAQgAAEIQAACEIAABCAAAQhAoBoEZk+83gZ03bLsoRGrZaPjRghAAAIQgAAEIAABCEAAAhCAAAQgAAEIQKBWCSBWa3XliBsCEIAABCAAAQhAAAIQgAAEIAABCEAAAhCoGoGqidU1a9bY4tVzKAVQtaVnYAhAAAIQgAAEIAABCEAAAhCAAAQgAAEIQKBcAhKr/TsPtU6dOpXVRdmlAFatWmUf2dutJFYH2hlHn2Arb/qF/b6saXETBCAAAQhAAAIQgAAEIAABCEAAAhCAAAQgAIFkAhKr69pm1rVr17IwlSVWGxsbbeXKlba0y/xWEKsD7Ywz77TLNn7Nzj5jvF1R1rS4CQIQgAAEIAABCEAAAhCAAAQgAAEIQAACEIBAYbG6zleDrHv37tbQ0FAyqrLF6vLly21Zt39XWKw2SdUt+piteBqxWvJycgMEIAABCEAAAhCAAAQgAAEIQAACEIAABCCQhoAyVnt/8XXr1atXrYvVQKpq5ojVNOtPGwhAAAIQgAAEIAABCEAAAhCAAAQgAAEIQKAMAlUTq8uWLbPl3d+tUMZqRKq2G7H6K3v5fw62LWMX5l825f870E4oY9HKvmWvG+yDMcPshTt3tb3/WnYv3FgygcxzYE9ua9veVPLN3AABCEAAAhCAAAQgAAEIQAACEIAABCDQDglIrPZaOdB69+7dthmrlROrMVI1AL3yiy/MVn1o8xb9y/720k12+cNP27w2W4iMUBvw5iRb//LQqB1tD19xln23ZxvLVcRqm6187kCI1SqBZ1gIQAACEIAABCAAAQhAAAIQgAAEINBqBGpcrBaWqnHUVn70tP3+9vF29uxWYxp0nCRWzc4480m7bIsP2j5rtS2mzRgQgAAEIAABCEAAAhCAAAQgAAEIQAACEKhzAjUsVkuXqtm1XPWu3XvncXbYY++28vKWIlbzywYsCTJdr//Vy3aM3WNT7GA7ZsBn9rc7d7V5e4SvaSqZ1/ceONVW7bqpmUUyYnMyVn3WbIBg0T3W9Re/aH7Btf+W9Q2avOG3sxd6L46qH/vND+y7Wyi2zJXtz/2tdAbRkgZOWG/8Ws7BZTmvHe3Z+AiamDWVRvCcQw55r+X1Ec7DZ6feY7brwbalq/X7rh0bKQWQEet9AlJtnL3cyk8+3UMAAhCAAAQgAAEIQAACEIAABCAAgXonUMNi1cyG/8pePuFg27JrGcv0xUt2yUVj7YLFZdyb+pa0pQCahGIoNpvknRePTu4NyBWR/rWsgPXCz/Xzr0y5AZPYG29XKOZArDopu3bwXpPUzJYtaBKnFsjdjAw0+9udf7ENx0RKHLix18+I3bj6rV7EBoeKNfene8pjEF2KgmL1z2Y/H/MtWxTUOo1mDhcVqzHlFHL78HI4FKW5pQBy560ZNEnucK1SP2M0hAAEIAABCEAAAhCAAAQgAAEIQAACEKgGgdoWqyLWArm66JVf2MbX3NOK3NMeXhUnYHNlnBN+OSLULP+1GIEXZm9GxarlZqiqv4OWNtWDjavHmn0tI1ZzD2PS2N+3hUXEaig1Q9HrxWp+n83jxDEoXaxGDu9yc1rf7m06SKyoWI17WnJYFV/Lolm1rfhE0jUEIAABCEAAAhCAAAQgAAEIQAACEIBAZQjUvlhNkqsrXrIr/vRnW7n59ja457q2w6bDbMt+4dZrMwuyJyuDM9pLcimA3JbJAjYnYzVGhKo8QPO29fRiVVmlPuNVsfis1zP2Otqu+OtNOdmt2QzUGIG4pZuI305/tJ2x1012RWLGapzU9K/FHfAUI5cjDEoSq8rczSlh4LNKm+NOK1bzt/J7BsXngVhtna82eoUABCAAAQhAAAIQgAAEIAABCEAAAm1JoD7EapxcjZGmg3c6y65e4rsQAAAgAElEQVQ/5Aj7br9uTYzftf83YR87qtXKAZQmVrPb8GOegHTCrzSxGg7jRWG2rEDBjNXodn9frzW3XmnONIr2V1xIxjEoWazm3JC/bb8Y52ahGmz1jxHOhTJvEatt+S2OsSAAAQhAAAIQgAAEIAABCEAAAhCAQOsQqB+xGpWrSdmo/X9s9535c9u3n24oIAIrwrsFYjUiIosJv0y4acVq3FZ+sxzhV0iEzvvAvjvYbErT9vnM2Bm5usOCplICUX5NmaItLgVQRsaqLyHwwIJhtl/kYKsos3zOTdL400xmcGw5AsRqRb5a6AQCEIAABCAAAQhAAAIQgAAEIAABCNQSgfoSq6FcXRUezBRZkl1/ZwuO3sMG2Lt275X72GGvt9aSlSZWMyfIZw6aigq81hCrW4aHZUUPUCp0eJUTq5uaL1Pg6MW0z6FaqcOr0ohVd8BWU1ZtMK4Tq+F7zgfr0K3muWTKIwTZqDkHgjWJ1fD9Jpm9ZVbSF8+85fCq1vp6o18IQAACEIAABCAAAQhAAAIQgAAEINB2BOpPrHq5euRAm3xuRlLmX01ZiN1ftyv+8zA7u9V4pxWrCiBSZzWScVtZsbqr7W06tOlb1jdn7uFJ9s2yNGzjZWp+jVEzyxG1Eag+q/PND+y7W2yafTNHzkYZBLVfdUOaUgDZdgOahhDHF9e3y7b/wEnrrZw4zY0tW/7AvezLGjS1WXSPnb30+3bZOn/J1rINa9Oaidk9NviKs+y7PZUBnXSwV+5hX/n8Iuxb7ZmkYwhAAAIQgAAEIAABCEAAAhCAAAQgAIFKEKhPsSoy/Qfa4MXv2rxYSs3bu7/xi18ktKkEXvrIEogrLQAeCEAAAhCAAAQgAAEIQAACEIAABCAAAQjUKIH6FasFFyQjVvs9vY/tdPu7Nbp0NRY2YrXGFoxwIQABCEAAAhCAAAQgAAEIQAACEIAABAoR6Jhitf+l9s+frWu/a6pnyiPSBgQQq20AmSEgAAEIQAACEIAABCAAAQhAAAIQgAAE2opAhxSrg4++w+5ccYbtdCfZqm31oDEOBCAAAQhAAAIQgAAEIAABCEAAAhCAAATqiUAHFKvfsp8dsKX9v/tuorZqPT3JzAUCEIAABCAAAQhAAAIQgAAEIAABCEAAAm1IoOOJ1YKHWrUheYaCAAQgAAEIQAACEIAABCAAAQhAAAIQgAAEapZAxxOrNbtUBA4BCEAAAhCAAAQgAAEIQAACEIAABCAAAQi0FwKI1fayEsQBAQhAAAIQgAAEIAABCEAAAhCAAAQgAAEI1AwBxGrNLBWBQgACEIAABCAAAQhAAAIQgAAEIAABCEAAAu2FAGK1vawEcUAAAhCAAAQgAAEIQAACEIAABCAAAQhAAAI1QwCxWjNLRaAQgAAEIAABCEAAAhCAAAQgAAEIQAACEIBAeyGAWG0vK0EcEIAABCAAAQhAAAIQgAAEIAABCEAAAhCAQM0QQKzWzFIRKAQgAAEIQAACEIAABCAAAQhAAAIQgAAEINBeCFRdrLYXEMQBAQhAAAIQgAAEIAABCEAAAhCAAAQgAAEIQKAUAr1WDrTevXtbQ0NDKbe5tg0ff/xxY6l3NTY22rJly2x593dtq/67lHo77SEAAQhAAAIQgAAEIAABCEAAAhCAAAQgAAEIVJXA64ufMsRqVZeAwSE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oAABCAAAQhAAAIQgAAEIAABCEAAAhCAAARqjQBitdZWjHghAAEIQAACEIAABCAAAQhAAAIQgAAEIACBqhNArFZ9CQgAAhCAAAQgAAEIQAACEIAABCAAAQhAAAIQqDUCiNVaWzHihQAEIAABCEAAAhCAAAQgAAEIQAACEIAABKpOALFa9SUgAAhAAAIQgAAEIAABCEAAAhCAAAQgAAEIQKDWCCBWa23FiBcCEIAABCAAAQhAAAIQgAAEIAABCEAAAhCoOgHEatWXgAAgAAEIQAACEIAABCAAAQhAAAIQgAAEIACBWiOAWK21FSNeCEAAAhCAAAQgAAEIQAACEIAABCAAAQhAoOoEEKtVXwICgAAEIAABCEAAAhCAAAQgAAEIQAACEIAABGqNAGK11laMeCEAAQhAAAIQgAAEIAABCEAAAhCAAAQgAIGqE0CsVn0JCAACEIAABCAAAQhAAAIQgAAEIAABCEAAAhCoNQKI1VpbMeKFAAQgAAEIQAACEIAABCAAAQhAAAIQgAAEqk4AsVr1JSAACEAAAhCAAAQgAAEIQAACEIAABCAAAQhAoNYIIFZrbcWIFwIQgAAEIAABCEAAAhCAAAQgAAEIQAACEKg6AcRq1ZeAACA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qgXAr94922775PFVZ/OmsZG+3z5Ctu973p27dDh1qNTp6rHRAAQgAAEIAABCEAAAhCAAAQgAAEIQKDeCCBW621FmU/VCJz5zpt2bzsQq42Njbby089szVerbZ3u3W3q9rvYsJ59qsaFgSEAAQhAAAIQgAAEIAABCEAAAhCAQD0SQKzW46oyp6oQaI9iVSA27NXbnv/WKOtcFSoMCgEIQAACEIAABCAAAQhAAAIQgAAE6pMAYrU+15VZVYFAexWrDQ0N9qsthtuJGw2qAhWGhAAEIAABCEAAAhCAAAQgAAEIQAAC9UkAsVqf68qsqkCgvYpVoThg4CZ2wxbbV4EKQ0IAAhCAAAQgAAEIQAACEIAABCAAgfokgFitz3Vt17NavabRPly+wlY3rrGeXbta3x7d23W8scEtW2C2YpHZquVma74yW/OFvd7Y3X6wdK2qzyWsseqDQaxWfVkIAAIQgAAEIAABCEAAAhCAAAQgAIE6I4BYrbMFrYXp/P6JZ+3nf37EdHp99Fq3Vw/r3qWre7lLp0627Yb9rU/3bu7v63TvZtsPHOBe17VJv3Vs437rZLvo16OH9ejapXURfPGJ2Sevm6380CwS/5vW0/b5tPqSGLHauo8AvUMAAhCAAAQgAAEIQAACEIAABCAAARFArPIctCmBp+f/2464+S77eMXnrTpu504N1r93L+vUkJGwkrLbbNjfOjdJ2U3X7WdDvtY3K3CHDehvkrrr9uxpDQ0JoS37t9knr5l9FR/7V9ZgXwSuuFtDo4Wad7WZLW9ssEWNnWzums42e3Vne3F1F3vyq4xIrtSFWK0USfqBAAQgAAEIQAACEIAABCAAAQhAAALJBBCrPB1tRuCj5Z/bQZNvt5feW9RmY5Yy0NU/2ttGfWOIdbIG69dlpfXs9JVZ1z5m3fqafTbP7OPXzNasKqXL4m3XHW7WcwN77uN37NCFHxRvn6IFYjUFJJpAAAIQgAAEIAABCEAAAhCAAAQgAIEWEkCsthAgt6cjoF3zF0ybYVc//nS6G6rQ6vcH72O7bzbEOjWutn6f/9N6rXq/IlF8aWafNzaYcmf9n+4NjeYTY1dag/3+i+529Rc9KjJenFj9/oCB9sdhO1akfzqBAAQgAAEIQAACEIAABCAAAQhAAAIQoBQAz0AbEZj59nw7/OY7bcWXFc74rGD8lRarnzQ22JLGTjnlAdaY2YLG1isDIBxxYnXEuuvbg9vtUkFadAUBCEAAAhCAAAQgAAEIQAACEIAABDo2ATJWO/b6t8nsl65caYdOucOeeefdNhmv3EEqLVbTxPGVmX3ZZ4it6TnAnly62P6/xZ+kua1gmzixusPX1rPp2+/a4r7pAAIQgAAEIAABCEAAAhCAAAQgAAEIQCBDALHKk9DqBP7P3560i/4y09aoHkA7vqohVh0O1XDt2seeWbnSDv9YR1y17EKstowfd0MAAhCAAAQgAAEIQAACEIAABCAAgTQEEKtpKNGmbAL//OAj2/+G22zhp8vK7qOtbvw/+42yvbcaap0a11Skxqq2/b+1prMtWNPJffysscH+taazrWVmAzutts07rbGNO6223tboygOozuoLq7u0eLqI1RYjpAMIQAACEIAABCAAAQhAAAIQgAAEIFCUAGK1KCIalEtACapnTn3IJj/9QrldtOl9l+w70vbbZquKidWk4JWTqsOsPmjsZIu7rG0fNXS3//l0uc2ugFTVmIjVNn1sGAwCEIAABCAAAQhAAAIQgAAEIACBDkoAsdpBF74tpj1rwXt20OTb7dOVX7TFcC0eo63Eak6gfYea9drIPlq2yEYsWNziOSBWK4KQTiAAAQhAAAIQgAAEIAABCEAAAhCAQFECiNWiiGhQDoFVq9fYSXf/2f70wivl3N4m91y490j7/9m7FyDL7vo+8L97b99+z7M1M5JGsjQSGvQyLwmwsJnNKrzsNWDZMatgDBiUbKXsCmSXXcVxcG1MNl5V8BpTm2QrHnDAZJOysWVcZR4xYFa2eQqEDRIgHjNGmtFIMz2ann73fW2d23277+33v6enbz8+twokdf/OOf/z+f+uVPWd//mfH73qQBz/0tfjz779vbgcwerUzOrUZ2r5GKrl4olqIfbkqnF1rhqFXMTBXLZhQMTHS53xLyb61uW+rVhdF0YnIUCAAAECBAgQIECAAAECBAgsKyBY1SCXRWCzr1Z98bVXx++87pVxaFd//NevPxq/9snPrXuwmoWqpVquvrfqhVouTtfy8XClGJ8uFeO71cJlcc9OKli9bLROTIAAAQIECBAgQIAAAQIECBCYFRCsaoZ1F8j2Vn3Hgx+PD33lb9b93Ot5wrfe+bx47oGB+Nijj8cXf3gqfvM1PxE/ffttkYtq7B36RvSMP9lyuXxnd+Q7sldPXdqnFhFDxT0x1HM4/nx0OP6PZ0cv7YTzjhasriunkxEgQIAAAQIECBAgQIAAAQIEFhUQrGqMdRf4xlNPx+uO/5c4Pza+7ue+nCf853f/RLz5xc+Pjnw+dvd0RU+xOHu52uRQTD72x5GrlaJr78GIXC5pKJWp8ahVKtHR3Td9bHFXxO4jcaE0FS98cn32Vm0MSLCaNDWKCRAgQIAAAQIECBAgQIAAAQJrEhCsronNQcsJjJfK8ez46kPVQi4fV/T1RiGfFla2YxYqZx6JqdOPRJTGI5fPRa5jJnytRQxXKjES+Riu1mIi3xHfzvfGs/lifKvWFZ8s7K0P98bqeNydG4ury2PRWS3HZ7oOxGejf11vRbC6rpxORoAAAQIECBAgQIAAAQIECBBYVECwqjEIrJPAP/7Bo/Hnw+fX6WxrP41gde12jiRAgAABAgQIECBAgAABAgQIrFZAsLpaKXXrKjA6Ohpf+sIX4uLFi+t63nae7E9/9DnxF2ND7RxC/dqLBatH8h3xq+cnVhzb7t2746V33RV9fX0r1iogQIAAAQIECBAgQIAAAQIECOxkAcHqTp79Nt37yMhIfOj3fi/OnT3bphFcnsue+IV74v+bGLk8J08462LB6pWTpfi5L6zuZWJXHDgQb/mlX4r+/vXdoiDhFpQSIECAAAECBAgQIECAAAECBDa9gGB100/R9hvgqSefjN//8IdjcmLlFZRb6e63S7CaLxTiH77xjfGcm27aSvzGSoAAAQIECBAgQIAAAQIECBDYUAHB6oZyu1gmIFi9vH1wqStWs9G94d5745Zbb728A3V2AgQIECBAgAABAgQIECBAgMAWFhCsbuHJ26pDF6xe3pkTrF5eX2cnQIAAAQIECBAgQIAAAQIECGQCglV9sOECiwWrP/tzPxd79+7d8LGs5wX/VXk4PjPy7Hqeck3nWixYva1/d3z40JFFz3f69On45Cc+0fI7K1bXRO8gAgQIECBAgAABAgQIECBAYAcJCFZ30GRvlltd72B1qlaL4Uotak032JfPRU8+t6G3LFjdUG4XI0CAAAECBAgQIECAAAECBAi0VUCw2lb+nXnxSw1WswD1qalKPDlViYuVapSbE9Um0ixX7c/n4+rOfFzb2RGFy5yzClZ3Zj+7awIECBAgQIAAAQIECBAgQGBnCghWd+a8t/WuLyVYzcLU702UY6Jai3xE9Bey/48YrlRnV6xm+Wl3Plf/X/bzLHjtzOXiR7oKcWN3R1yufLWdwepNMRmvzQ3FXTEWN8Zk7I5KlGq5+EGlEH9e6o4v5A/Gvz14dNF5txVAW78OLk6AAAECBAgQIECAAAECBAhsUQHB6haduK087LUEq+PVWnxjrBTPlqvRkcvF4c5CXN9ViO+Ml+NMqRK9+VxUI+rhavb3WV1/IRfP6+2MC+VqnJgsR3aOvkIubu8pxt6O6UB2PT8bHay+orcn3nvVNbGrOhW5k617pM6/r8ylXNgV53t+NEqF3S2/FqyuZxc4FwECBAgQIECAAAECBAgQILBTBASrO2WmN9F9pgar2eP+Xx8t1YPRA8V83NJTrK9G/eZYKU5PVWJfRz5e0FeMh0dKUarV4kV9nfHEVDmemKzE7kI+7ugvRjGXq690PTlZjkLk4paejriqs7CuKhsdrBaiFv937sl4ZQzXV+82fyYjF8WYXtXb/Jkq7I1zfXdENVec/bFgdV3bwMkIECBAgAABAgQIECBAgACBHSIgWN0hE72ZbjMlWM1C1UdGS5G9oOr6ro64qbujfitZQPr4eDl2zQSn2aP+nx+eqgerd/R11lerfmu8FD+crNTD2Bf2dda3AMj2Zv3WeLm+svX23o44VFy/cHWjg9XGnP5ojMfeqEQ5C4xjMvZFOf7baC4qlWr8Ss9ovLw4GX256Y1oK/meONd7R5QK/YLVzfSlMBYCBAgQIECAAAECBAgQIEBgywkIVrfclG39Aa82WM3C1K+OlGKkWq3vjXpD13SoerZUrW8LkL2M6oV9xfqq1OwzP1jNosRHRqfiXGn6+Ox/2efpUiW+OVaOjnnHX6psO4LVO2MsXpu7GP9djMThKEW2irXxmazl4ulqPr5W7oyXdZbjYK4kWL3USXY8AQIECBAgQIAAAQIECBAgQGBGQLCqFTZcYLXB6mPjpfrj/Nkn2xv1YLEQVxUL8e3xUlyoVOtbAlzT9Dj//GA1Oy5b8fq10VL9kfjn9Rbrxz1dqsZQuVrfkzXbRuAl/dOrWS/1s5HB6n/a3xUvP3g08lPDUTvx8VUP3YrVVVMpJECAAAECBAgQIECAAAECBAgsKyBY1SAbLrCaYPWZmVWpXfmInpmXUZXnFmPW90zNXlKVz0X053ORy0Vkx1RqEYeK+fo/j1Zq9X+eqNVisjp3cBayZi+vyv56vlKN53YX47quS98SYCOD1f+wrydetWt35C58L2L4icj2VH0yOuN70RVHYjJuiMmYXp87/5OL4a7rYqj75tlf2GN1w78CLkiAAAECBAgQIECAAAECBAhsAwHB6jaYxK12C6sJVr82OhWD5dZVqc+Wq5GtYh2r1qIvn4+Jai2qMR2eNmWusxzZKtRsu4AshM1C2SyEzV5ale2rmv3uQrkaj4yVojuXiztnXnB1KZYbGaxmj/z/ZAxHR9Ti0eiO70bX7NBrtVr0Dw/FP+wYjp/tHo/nFMotIWupsDue7n+ZYPVSJtuxBAgQIECAAAECBAgQIECAwI4XEKzu+BbYeICVgtUsQM1eWNVbyMVLmx7TH5p5rD9bqZr9fP5nsa0AGjWPjpXidKkSt/YU43DT9gF/M1qKs+VK3N5bjCsv8UVWGxmszr/3bH/V18TFeEluLLKXWXXVqnGyUohHysX4Yqkrfq1/NK7LTdUPGyteFed7ny9Y3fjWd0UCBAgQIECAAAECBAgQIEBgGwkIVrfRZG6VW1kpWP3uRDl+MFGOI90dcXTmhVPZvf1wshLfmSjFtZ0dcXPPwgfdlwtWT01V6qtdsz1Zs71ZG58z9RdZlep7t97WO/fztVi2I1j93YFdcfeBI5EbORVx6i9XHHY11xmDvc+PyY4BweqKWgoIECBAgAABAgQIECBAgAABAksLCFZ1x4YLrBSsfnV0KrJVq8/v7YwDxWwn1OnPt8fL8cRUecGq08bvlwtWG6tds/1YX9y02nW8WouvjEzVtwu4a9fCVbApOO0IVn9rT2f8zBXXRu7iiYhz36wPN9sWIfvfnNzcXdQiHxe7b4rhriOC1ZTJVUuAAAECBAgQIECAAAECBAgQmCcgWNUSGy6wXLCaBYKfH56s74l6R19n9GebpM58sn1XL5Rr8cK+YuzrWBgbLheslmq1+NLIVH1v1Zft6qr/tfHJgtVs39b510uFWUuw+rL+vXGouPpAtxoRj42PxHcnxmaHlz36vzcqUYlcfCe64lytEIXhi3FXbixe0zkZL+goxdGOchRndqIdK14d53ufJ1hNnWD1BAgQIECAAAECBAgQIECAAIEmAcGqdthwgeWC1ZFKLbIVq9kK0pfNW0H6heGpmKotHYAuF6xmN5kFq9kLr+YHqNn+q2dK1XhBXzEGFglsVwu0lmD131xzU7ywb9dqLxFZQPwHg2fiI4NPLXnMTbWJ2Dd2MWqVLIad/jywezSuz03W/z5brTrU/dzZ350+fTo++YlPtJzvDffeG7fceuuqx6WQAAECBAgQIECAAAECBAgQILDTBASrO23GN8H9riZYzR7R38hPRy7iBX2dccUGB6uNe/zlg9fG2w8cjs78Yg/wR3x/Yixe/92vL0oyEOX4lb6OuL10Np5bGoz+mAtU5x9QzRXjfO8LYsIeqxvZXq5FgAABAgQIECBAgAABAgQIbEMBweo2nNTNfkurCVazWPVg0/6q2T09U6pGpRZxqJiPfPOz/DM3vNLvz5WqUVrk+Gw/1yzIbWeweilz9qlDe+LowVsiBr8Vtae+sMKpcnGx64b6PquNjxWrl6LvWAIECBAgQIAAAQIECBAgQGCnCghWd+rMt/G+lwtWGy+TyoaXvWSqpylBzfZYHarU4kV9xdhTSNtjNTtftlVAuVZbcN5s64HhyvQWAbua9nRNJVrLVgCp11is/meL5fgnffkYGzsXj5YqMVbLxeRUKY7kSnE4X4lrCpXYlatFx8weq+PFQzHY+0LB6nrgOwcBAgQIECBAgAABAgQIECCwYwUEqzt26tt348sFq9mosr1QRysLX1KV7YX6VKkSt/cW48piYcENLLfHahacZgFqFtS+tH/uZVGNl1plJ8t+nu3tutZPu4LV+eOt1WoxcXE4quXK7K/+av/5uCk/vcfqePFgDPa+SLC61ol2HAECBAgQIECAAAECBAgQIEAgIgSr2mDDBVYKVrMA9dRUJZ7bU4zruuYC1JOT5fjuRDmu7+qIm7o7koLVM6VKfHOsFAeLhXheb3H22MFyNf5mtBR7O3Lxor65wHUtKFslWPXyqrXMrmMIECBAgAABAgQIECBAgAABAq0CglUdseECKwWrjRB0byEfdzatLs32Qn1ktBQ3TX4p7nj2P0auOjXzcPv0LVRq0y+8yudy0Vh32vhrtjdrNWpRyOWieROB7DVP2XHzf74cSi3fFZO7XhrDh94c1cLu2dKtEKxWcx3xbM/tMV68cnbc9ljd8K+ACxIgQIAAAQIECBAgQIAAAQLbQECwug0mcavdwkrBahaPZtsBjFVq8fy+Ygx05Osvl8pWsT45VYmX7S5HT0d/W247F9UoVgaj95kHI0a+H+ev+1eRBa3Z573V0XhodKgt42q+aLVWi/NDQ1Ga2QqgFrX4633n48bcREx27IuzfS+JmI2eIwSrbZ8yAyBAgAABAgQIECBAgAABAgS2oIBgdQtO2lYf8krBanZ/fzdZie+Ml6KvkItstWkWrGaBa7YC9bq+jnj+7p6o1uYe6d8ok2z/0lK5HLVaNfYMfjRKhStjYvdd9ctP9fREX23te7RejnsYjVrc9egX40tXjMd1ueG40H1zjHZe23IpwerlkHdOAgQIECBAgAABAgQIECBAYLsLCFa3+wxvwvtbTbCahahfHpmK7PH/jlzEoWIhruksRH8hV//5Kw7kI995RVvuLttxYGx8LDor56Lz6T+LkYNvrI+j1N0d3dneApvlk4s4WS3Hz3z7q/HVK0bjUKFWX61azbUG0oLVzTJhxkGAAAECBAgQIECAAAECBAhsJQHB6laarW0y1tUEq9mtni9X4+ujpfpK1dt7O+rhavb54WQlrusvR3/voYhce1aIjo1PRJRHY9ff/V9x4Zp31ce12VasTuUi/vWZE4lMwNYAACAASURBVPHYhdPxZ/uGI7oOx8WuGxd0kWB1m3yx3AYBAgQIECBAgAABAgQIECCwoQKC1Q3ldrFMYLXBalZ7crIc350oR0cuF7f3FONAMV8PWoudlch3zL04aqNly+VyRHkidv/wtzZlsDqWj/i109+Pzww+E/9291Tc2z0Z5/vuiHK+R7C60c3iegQIECBAgAABAgQIECBAgMC2FBCsbstp3dw3lRKsNoer2drU53R3xPVdHbG7txKVjv1tu9HJqVLE5LnoOfNfY/jQ2+rjeKQjYrIwvaq2XZ9KrRZfu/hsfPTMkzFSKccv9JTigf6hmCpeGc/23LbosKxYbddsuS4BAgQIECBAgAABAgQIECCwlQUEq1t59rbo2FOD1ew2ny5V4rHxckxVa3Ftb1f82EBnVPN9bROYGB+Jnmc/E+WpqRjf98r6ON577lT8l6FzbRtT84WvL1TjN3aX4hUdw1GolWK46/oY6r5ZsLopZscgCBAgQIAAAQIECBAgQIAAge0gIFjdDrO4xe5hLcFqdovj1Vp8a7wUN3SdjyO790Xk2rM6tFqeiMK5z0b+6U/F+SO/GdXC9JYEF6uVuFiptGU2nnPus9F58VTk8vno2bMvOrq6W8YxXjwYg70vEqy2ZXZclAABAgQIECBAgAABAgQIENiOAoLV7Tirm/ye1hqszt7Ws38RB0+/Lwq1qTbdaS5KPc+JocPvjFL3DW0aQ+tl9/7wj6I6fiGK3T3Rs3fhFgmC1U0xTQZBgAABAgQIECBAgAABAgQIbCMBweo2msytcisrBaudTzwZez7zueg6+cPIlUqb/raq3V1x9q2/GFPXHm7bWPf+4D9HrTJVD1U7OrsWjKNU2B1P979s0fHZY7Vt0+bCBAgQIECAAAECBAgQIECAwBYWEKxu4cnbqkNfLljt/dtvxv4/+pOYOnpTjL7qlVHt6938t1mrRa2jEBNdnW0Za9f4qeg+9ZnoKBajZ+++RccgWG3L1LgoAQIECBAgQIAAAQIECBAgsI0FBKvbeHI3660tFaxeUYs48MEPx9Ab/kGMXPcjkc/no7urK/L53Ga9lfq48pOTMV6tRqXcntW1vRcfi86zD0fPnr1RKC4e7lbyPXGu944oFfoXWFqxuqnby+AIECBAgAABAgQIECBAgACBTSogWN2kE7Odh7VUsHr1k6ej+9TpGHzNqyPqoWpnPVzd7J+O8fEYrpTbMsxid3d05kqRq5Uil1/mZV65fJRz3VEqlaM8OdkyVsFqW6bORQkQIECAAAECBAgQIECAAIEtLiBY3eITuBWHv1Sw+iNf+5so335bjFx5KLo6u6KrTY/Wp5jmKpWojE/EWKU9q1U7e3sX3VN18XuoRWliMkoT44LVlElWS4AAAQIECBAgQIAAAQIECBBYRECwqi02XGCpYPXGP/+LuPiTr47J3bujWOyIfG7zr1Yt5CJylXKMT01tuGPX8Jdj3xP/Z+SqrUHpcgMpdx2O80ceiErHwGyZFasbPnUuSIAAAQIECBAgQIAAAQIECGwDAcHqNpjErXYLSwWr1z38SIy/5MUxtW9f9G2Fl1Zl+6tme6tOTsZYaeOD1Z6hz8WeU78duerK15666uejdMXdUXzmkzG0+3+Icte1gtWt9sUxXgIECBAgQIAAAQIECBAgQGBTCQhWN9V07IzBLBWsXvut70QMDMTwLTdHX19f5HKb+6VV2WzlarWIsbEYbsOLq/rP/kHsevr3VtU0E0feEVMHXxOdp/4gRrrviFL3jYLVVckpIkCAAAECBAgQIECAAAECBAgsLiBY1RkbLrBUsHrowsU48KGPxDP3vyti397o7Fz8DfcbPuAVLtgxPhEXpiY2fFi7n/oP0Tf4p6u6bnnfXTF5+Bei49kvxEjn82Kq73mC1VXJKSJAgAABAgQIECBAgAABAgQICFb1wCYRWCpY3bdrV+z/6J9E98kfxuA/+cdRG9gf+Y5l3nS/Se4n2w6gVi7HWKW8oSPa++R7o+fCZ1Z1zcnDb4zJH3l7FJ/5RExOFWJ8z98TrK5KThEBAgQIECBAgAABAgQIECBAQLCqBzaJwFLB6t69eyM/MRH7/+hj0ZNtC5A9Zr8FPtXurjj71l+MqWsPb+hoB37wv0Tn2GNJ16zlOmPo8DtjfO9/L1hNklNMgAABAgQIECBAgAABAgQIEGgVsBWAjthwgeWC1Www7x9/Nr4/NRH5ycmIanXDx5d8wVwuqj3dEfnFV9d2RMSLOrrjNZ19MbBETeo1c9XJGDjxv0Zx/Luph8bwoV+KkQNvEKwmyzmAAAECBAgQIECAAAECBAgQIDAnIFjVDRsusFKw+ssjT8c3ypMbPq7LfcHeXD7+p+49cU/Xrku+VKE8GPtP3B8dk6eSzzV88Bdj5OAbBavJcg4gQIAAAQIECBAgQIAAAQIECAhW9UAbBVYKVr9fLMTuXL6NI1zfS1ci4qtTY/HAhaeiO5eLd/Xsj1d19l3SRYoT34/9J/5F5CsXk88zvvfvx4Vr3iVYTZZzAAECBAgQIECAAAECBAgQIEBAsKoH2iiwUrA60t0V+zuKUYhcG0e5Ppeu1moxOTEZlWo1Rgq5+JVnn4hi5OJ9/QcvKTzuHP3b2P/D34hcZTR5oILVZDIHECBAgAABAgQIECBAgAABAgQWCNgKQFNsuMBKwWq+oxiVjo7oqG6Nl1etBFiLWpTLlajVanE+V4t7z/9dvKt3f/zkJaxa7Rn6XOw59duRq06tdPkFv5/qvTUGb/it2Z+fPn06PvmJT7TUveHee+OWW29NPrcDCBAgQIAAAQIECBAgQIAAAQI7RUCwulNmehPd50rBajbU8e7u6ClvgRdXrdI1C1WrMy/i+n+mLsSF0lT8Wu/AKo9eWNZ37o9i95kPRER6+CxYXTO7AwkQIECAAAECBAgQIECAAAECswKCVc2w4QKrCVZHentioNAR+fTccMPvZ7UXnJicinK5HI/lyvHvLz4T/67/UKx1J9ldT38w+s/+4Wov3VJX7ro2Bo88ENWOffWfW7G6JkYHESBAgAABAgQIECBAgAABAjtcQLC6wxugHbe/qmC1uysO9fVH5zZ6idX4xESMjY3Hk/lq/Or5J+N3+g/FFfnCmqZg75PvjZ4Ln1nTseWuw3H+yANR6ZheMStYXROjgwgQIECAAAECBAgQIECAAIEdLiBY3eEN0I7b36nBaqlUiuGR0TiVq8T9lxisDpz436Jz9Btrmr5qx544f/1vRqn7iGB1TYIOIkCAAAECBAgQIECAAAECBAhECFZ1wYYLrCpY3YZbAVQq1ZiYnIxTUY13D52K9/cfit1rWpFbiyt+8D9Hcezba5q7amF3nD/yb6LUfaNgdU2CDiJAgAABAgQIECBAgAABAgQICFb1QBsEVhOsjvX2xp5sf9VttMdq9vKqqXI5PlcZj4+PPhu/1X9wTfqF8mDsP3F/dEyeWtPxtXxPPHvtP4/JXS8RrK5J0EEECBAgQIAAAQIECBAgQIAAAcGqHmiDwErBai6fj3J3d3RX2zC4y3jJcqUSI9VK/Pz5k/GW7j3xP3btWtPVihMnYv/JX418eWhNx9fynTF0+J/F+J6/J1hdk6CDCBAgQIAAAQIECBAgQIAAAQKCVT3QBoGVgtXJ7u7Y1VGMtb3WqQ03tIpLVmu1GC6X4n3DZ+OLE8Px3r6DcUOhuIojF5YUx78T+0/+y8hXRtZ0fC3XERev/uUY2/caweqaBB1EgAABAgQIECBAgAABAgQIEBCs6oE2CKwUrA7u3xM39a1tNWcbbmfFS45XK/HIhfPxm2efiJNTE/EzXbvin/XsW/G4pQp6hj4Xe079duSqU2s+x/ChX4qRA28QrK5Z0IEECBAgQIAAAQIECBAgQIDAThfw8qqd3gFtuP+VgtVfHnk6vlGebMPILu8lcxHxY8We+N97r4ieXPZPa/v0DX4sdp/5jxG1te+VMHLg52P40NsEq2ubAkcRIECAAAECBAgQIECAAAECBEKwqgk2XGCnBatduVxcne+In+vaFT/d2R/5SxTvf+b/jV3P/P4lnWV879+PC9e8S7B6SYoOJkCAAAECBAgQIECAAAECBHaygGB1J89+m+59sWC1TUNx2SUE3nDvvXHLrbfyIUCAAAECBAgQIECAAAECBAgQWEJAsKo1NlzgqdOn48Mf+lBMjI9v+LVdcGWBru7u+MU3vzkOX3PNysUqCBAgQIAAAQIECBAgQIAAAQI7VECwukMnvp23XalU4r998pPxlS9/OWq1WjuH4trzBHL5fLzkpS+NV77qVVEoFPgQIECAAAECBAgQIECAAAECBAgsISBY1RptE8hWrJZKpVVdf3h4OP7Thz4UQ0NDC+r37NkTb33LW2LXrl2rOtd2K1pPm86urujq6tpuRO6HAAECBAgQIECAAAECBAgQILDuAoLVdSfduSfMQtIffP/7MTU1te4Ik5OT8eWvfCUmJyYWnDt7dP0lL37xmgLBcrkcTzzxxKoD3nW/sZkTFovFuPbaa6OjoyP5EpfLZqWBdHZ2xg033hjZ2H0IECBAgAABAgQIECBAgAABAjtNQLC602b8Mt7v8MWL8YHf/d1FV5Vexste0qkr1WqcO38+su0J2vnJHru/Yv/+KOTz7RxG0rWzlcJv/0f/KHbt3p10nGICBAgQIECAAAECBAgQIECAwHYQEKxuh1ncJPewFYPVbI/X8xcuxORlWGWbMi3dXV2xb8+eyOVyKYe1tVaw2lZ+FydAgAABAgQIECBAgAABAgTaLCBYbfMEbKfLb8VgdTv5b/S9CFY3Wtz1CBAgQIAAAQIECBAgQIAAgc0kIFjdTLOxxcciWN3iE5g4fMFqIphyAgQIECBAgAABAgQIECBAYFsJCFa31XS292ZGhofjA8ePx4Vnn23vQFx9QwSuvOqqePNb3xo9PT0bcj0XIUCAAAECBAgQIECAAAECBAhsJgHB6maajS0+lmqlEh/9wz+Mbz322Ba/E8NfjcCL7rgjXvu610VsoX1hV3NfaggQIECAAAECBAgQIECAAAECqxEQrK5GSc2qBZ46fTr+8+//foyOjq76GIVbT2D//v3xpre8Jfbt27f1Bm/EBAgQIECAAAECBAgQIECAAIF1EBCsrgOiU7QKnD17Nv7kj/84spC1Vqvh2UYCuVwujtxwQ/z0a18b+/bv30Z35lYIECBAgAABAgQIECBAgAABAmkCgtU0L9UJAuVSKcbHxxOOULqZBbJQtae3NwqFwmYeprERIECAAAECBAgQIECAAAECBDZEQLC6IcwuQoAAAQIECBAgQIAAAQIECBAgQIDAdhIQrG6n2XQvBAgQIECAAAECBAgQIECAAAECBAhsiIBgdUOYXYQAAQIECBAgQIAAAQIECBAgQIAAge0kIFjdTrPpXggQIECAAAECBAgQIECAAAECBAgQ2BABweqGMO+8iwz+6Tvi1b/x10vc+Jvigw+/M56301i+/r64876PxI//+qfid143sH53/8zH4h0/dSLePmP6t++/M9724R1qvH6qzkSAAAECBAgQIECAAAECBAgQWFZAsKpBLotAPVj99N3xqfe/PlojxMH42D99dbwn3r3I7y7LUDbJSWfu+/PZcNY59GwOVrPw9oNHmmz/Nt5359sijj8c73xBRMwLYTcJjmEQIECAAAECBAgQIECAAAECBLacgGB1y03Z1hjw0sFqxHK/2xp3t4ZR1gPNz8bdx++Oz973njjSCDrXcKoFhzSFpYefGYyBg81R9rxgdT2u5xwECBAgQIAAAQIECBAgQIAAAQIhWNUEl0Vg1cFqIxQ8HvG2+z4Sbzr+cNz9UPYoe+uwWh+fb179GfGm4x+MuO8DceTjvxOvP5gFiR+IIzMBZtQfuz9VX7X5keZTvmxuxWx9rCffHh+Mt81cd3pF6eGm7QyycdVXfMZMMDxvm4Pm3y8G2uxxKntUPz4YD//Tuc0Qssf3P3D9B+PuT78t3lNf1ZrdV+Oarfc789u57RRaVqFO1554W3bsdKjauO+64Y/91dy2ATNbE8yNt2kl7YLfRUST2WVpGiclQIAAAQIECBAgQIAAAQIECGwhAcHqFpqsrTTUVW8FUA8F3xN//ebpoHF6b9aId9dD0pk7ngn5GkHj/D1Ep//5x2eOmQkTm0PAZwZj8OBAy5YE00Hm9F6njf1gG+dv/PNsmFu//onZMQ3OXxW64uP102HnZ18xs7dq/XzRss9s6z1ERMs1B2PwmYEYaHg0wt2Tb58OZ5cMVjO/JbYC+PiR+MBPvSemg+fpFa71MXzv3fGpfxnxG/N+1zjPR2bmaSv1orESIECAAAECBAgQIECAAAECBC6HgGD1cqg652xYuThF08rIxiPyM0Hq4oFsazhYDwCbV3y2nGPpR98XvFCrOcxt3g92QfA5swq2OeydCSznVsE2gt1F7njR8zXte9oINZe8p9aAefYKjfB4zcHqZ+Pu+QF2tj9rPVid97vFxqjPCRAgQIAAAQIECBAgQIAAAQI7WECwuoMn/3Le+qr3UV2PYLUecjZvBdAaWi5YgTovJFww1mWD1cbj9UuHw/Ndp1ejLqLdtPpz2bD4dLbC9SMRTfUtY16vYLUxxHlz0vjxgjFezgZybgIECBAgQIAAAQIECBAgQIDAJhcQrG7yCdqqw9vQYHWFFauLBYLNP0sKVmPmJVTNKz2XCCKn526JFbTzthdYLlj9iS++I17dvKK2sRVA42frFaxmY7Jidat+5YybAAECBAgQIECAAAECBAgQ2GABweoGg++Uy11SsJq4x2rrvqwLg8z5e7JO7186twI0PVht3pu08WKpJbYCWGQ/1ebA9cTMHqcrBqvNJo19aS95KwB7rO6U76P7JECAAAECBAgQIECAAAECBNZfQLC6/qbOOH9F5XIii6z2XOzR+dkXSdXP1Qgzp0/8429+U8SHT8zsF7rYCtHW+voj9cc+Ww9Xs/P+evxG64rQlfZYbQSz01ePd3/81yP+9avjPZ9v2h6geZzPmX4x1/zP7Mui3v/6OLXsvrEzL5ZqbCeQBaozL5iqv/Tr3hPxjp86EW9/+J3xvBmbE297ON75glaruuGP/dVcbct9ZLVN41/wu4hofiGYLidAgAABAgQIECBAgAABAgQI7HABweoOb4Btcfstj8JviztyEwQIECBAgAABAgQIECBAgAABAptcQLC6ySfI8BYRmLeitHnl5wAwAgQIECBAgAABAgQIECBAgAABAhsgIFjdAGSXWH+B1u0C5j+Cv/7Xc0YCBAgQIECAAAECBAgQIECAAAECzQKCVf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BN3POQAAIABJREFU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aHOwejpuPvCSyOXyicNWToAAAQIECBAgQIAAAQIECBAgQIAAgfYI1GrV+PbZL0ffxNXR398fuVwueSC58+fP11KPqtVqMTIyEqOFp+OaK26MXV37U0+hngABAgQIECBAgAABAgQIECBAgAABAm0RGJ48H0+e+370VQ61J1g9N3w6dh3ojOcceIFVq21pARclQIAAAQIECBAgQIAAAQIECBAgQCBFIFut+r2zX4/hs1Nxxa42rVh96qmnomN3KXYP9MaVe66P/s69AtaUWVRLgAABAgQIECBAgAABAgQIECBAgMCGCGSB6sjUhTgzdDIuDo5F+WIxrrrqqvasWM2C1WxLgJ49hdhzqDvyXZlB8s4CGwLnIgQIECBAgAABAgQIECBAgAABAgQI7GSBXFQnI4aenojxoUo9UG17sJrtuepDgAABAgQIECBAgAABAgQIECBAgACBrSCQvayqbcHq6OhonD59ur5iVbC6FdrFGAkQIECAAAECBAgQIECAAAECBAgQyAQawerVV18dfX199X9O/eTOnz+fvNw0C1KzYPXMmTMxPDwc1Wo19brqCRAgQIAAAQIECBAgQIAAAQIECBAg0BaBfD4fu3btiiuvvHLjg9WJiYl45plnYmhoKEqlUlsAXJQAAQIECBAgQIAAAQIECBAgQIAAAQKpAsViMfbs2RMHDx6M7u7ujVuxmg00C1MvXLgQ58+fj7GxMatWU2dPPQECBAgQIECAAAECBAgQIECAAAECGy6QrVbt7e2N/fv3x969eyMLWdfyWdNWANmFssf/Jycn6+HqxYsX639fqVTst7qWWXAMAQIECBAgQIAAAQIECBAgQIAAAQKXVSDbR7VQKERXV1fs3r27Hqpmf58FrWv5rDlYbQ5XsxdYZatWs1Ws9ltdyzQ4hgABAgQIECBAgAABAgQIECBAgACByymQBajZ6tRstWp/f/8lharZOC8pWG2Eq9lK1XK5XF+xmn2yl1v5ECBAgAABAgQIECBAgAABAgQIECBAYDMIZKtVs0+2YrWjo6P+17WuVG3czyUHq40TCVM3Q4sYAwECBAgQIECAAAECBAgQIECAAAECywk0QtZLVVq3YPVSB+J4AgQIECBAgAABAgQIECBAYBMKPP5gPPDg44sObODl98V9LxtYdtCDnz8ex/9yMFZTu/iJHo8HH3gwHh84Fvfdd1csf7WV/GbOFUfjnvvviaMrlSf8/vGPPRAPfnv9z5swhA0oHYwvHD8eDw0OxLH77ou71jgZ01bzh9tqt6BvGn24bB80xrf+89AYz9F77o97ZhsnrZ8W/y40ztHsMeM7OP3dW/t3Z+WWWM1cLDjLzFxk4zp29vj0XN58T9z/+vX8Rs2/amNu535en4uBL8Tx4w/FYFP53Bw1bJv6dd6/zy7VVrC6co+pIECAAAECBAgQIECAAAECBCItRGqACVa3U+tcerDa6IeWGHFgIAYHByOaQtO1BasbbZ32nVjsu9AINmcDvlUFyOt3n43rN8LI2aB1uaB0Nlj9B3HbYx+NM8eaw+b1G1vzmVrsnvv4TJh6fdw6cDIey1on+0OeKx6a+UOgo/GKlw/Gp/+yEbc2gtW5EPvoPfdEPPhgZH9k1BqWp41fsJrmpZoAAQIECBAgQIAAAQIECOxQgUVCpPmrWWeCsZhZpdoSnr18OoR5qGlp2XSgMX/F3vzVho0Vq3fGnfFwPLzW41tm7WhM5ypNK3GzsWc/a1r91hy+TB++MKCp//jme+KeeHDeKszWVYezl1/CqGXl3GDrKrwlxzGzonH23PUwLKZX+M5dMI7ddyzOHJ/72cCt18fgYydnA6XZcO2lR+PxLzWvTs7m4lgM1leptszmgnPO2iw6ppmVjDP3NXDz0Xj8249Pr3L8icE4fvxM3PbywXioaWXzssFqfZ4ejRgYjCyPbczB/a8fmFlROxO4xcwq54bnwK1x/eBjcXI5mwV9Oj2PR78zvfJ64VxkJzsa99x3ZTzUsnKy9bjW78LcSu9l/+Bh5vu197q9ceHvLsycYiCO3XNbPPpgY5XmMn22pNPcytL5wWrreAYX6aX74q6mlbRZ32cu198yECe/FTMrmecC+FuPDMZjJ5rufv53ZU0r0RvnbwSr87+XjX+HzP+DgOZ/ruNc8uprweoO/c+h2yZAgAABAgQIECBAgAABAmkC84PV1sdsB/5q+vHugTvujPjqwzFYf9x+LpSbDYdmw7QsGDoaL7358fhSdlx9W4EsyHkormx5zHzmOr29EWNjTWHc6o5vWRE4u6Lt6rg6TsfpmaB08bHfEzHzyHrLariBY/GKAw/Fp+tjvidue+zBeuh49eGI06dmHom+5dHplXOzQd508LPUdQayIPrssblHqWeD1emAaPFxNELCpmDtoSubxta0gm/eOO4amAmYDjQFsc0BV1NgPh2YDc5zH4h1vHJIAAAGKklEQVRGYNZqs/iYZrdwqN/XmTg2E2q3rBRserw8215i5WA1m//s3hsBWbby8L648qEsLGsE54MtoWhjjpYbcyNAnX60fTqozVZkHjs3Hawueo7mrSWaQvGlvgvzHz9fuIq3NSyd/e4MHItjBx6Kh7JH7weOxT23PhoPZqsyV+yz+U5zK0wX3wpgXr82rwbN+uTYmTg+s0VBI1htBM6DWW1jRWnTqte568z/zqfuJzG3JcDAbAi+2mA1YsH9rinYnfs3p2A17b8iqgkQIECAAAECBAgQIECAwA4VWCpYnVkd1gjGGsHqvJWZjXBoOlSKmZWF08fWg8XGY7sLgo7WYDX1+NYVeY17aASrrVM5G4TNjGFwsb1Am4LV5mBw0evMBl7zjGZD5LlVpC0h4+wKy+kVl0uN4777jsbjTatJW/a8bL61+eOImAkuB2ZX7s6FVNmBR+PYzArSRrDa6j4XrLasOq67LRzT7D6884LVuRWrj8ZtLx+Ih/5ybj/RVQWr83qsJVi9/7Z49IEHY3A2/J4L9FpmfRGbaFmJ3dqjjWC1dbV187kH4ljjXpb4Liy/r2fT92wmgG757jT+cKD5DyiW6rMlrr9032aN0VgtPXdPC+Z40WD1/rjtWw/Eg2fnAt+jrzgWg5+eWVl787E4dvaheujd+MOUxR7Bbwk+521HMBdAN4LU+StS5/87at7vG6up532/L2WfVcHqDv3PodsmQIAAAQIECBAgQIAAAQJpAmtZsTq32nLxFavNj/I2rzxc5AVBi65YXfn4lhWrs3szzgWrqwo05wU8c+dcuGK1NYRqXcE5u2J15lH8erA4u7q16eVcSwWrzeNorpndwqAp4GsZ8yLbOLRsN9C6orF5JW7LitXZbQaWWLG69/rYe+FkXGjZVqFpa4fGVgCzK0tnOvDme+K+Aw+1vORsNkSbv3VC87mXDVbneq9+leZH0JexaawOzuaxHhTOrKZurMxsWbE620+t7o1tIVpXrM5beVx/6dsiL1dqXq2cHKwusTJ6gdPCFauz34PZUHneytJGoLvkitX769thzL3ornl7hObtC5YPVpf6d9LiWyY0r15t3WN1+uV0SwSr81bTC1bT/kugmgABAgQIECBAgAABAgQIEEgWuEx7rLaEMYu9XXyFPVZXe3zL/S6yx2q2TrOxwm521ez/394d5DQMA1EA9QVYcQcuABL3X1aCPeIaXAA5iWvHdQXdzUiv6zSZvImy+HLGix3bV3NMh9Du3uq+6+UXqzr77NbjqClYfb4GcMNNLOa6rmfWVtP38vJ1Kd/jJ+s11msrclvQOM123a/WNwjqV68B3nlua7uHFh63Y+dViX3VYQ9c5xB1/zj8dhf4bZZpDcwmnzbT97xidTju3mzcLXCdbGaDm1Cyb3rUPWpd+wrZcUJtNXl7LeXj8zSg9hh7cXwCP88pPk66uR3P9t8rVvvn+afnrAXu/whW59fB+lk6jyiogWQfBVDD2inoHEY6nM7/VEr5eWzTqPXIgtVs2/G8t5utGQXw8IvfHwgQIECAAAECBAgQIECAAAECBKII3A3JtlWGfgTyCBgFkKdXKiVAgAABAgQIECBAgAABAgQIECBAIIiAYDVII5RBgAABAgQIECBAgAABAgQIECBAgEAeAcFqnl6plAABAgQIECBAgAABAgQIECBAgACBIAKC1SCNUAYBAgQIECBAgAABAgQIECBAgAABAnkEBKt5eqVSAgQIECBAgAABAgQIECBAgAABAgSCCAhWgzRCGQQIECBAgAABAgQIECBAgAABAgQI5BEQrObplUoJECBAgAABAgQIECBAgAABAgQIEAgiIFgN0ghlECBAgAABAgQIECBAgAABAgQIECCQR0CwmqdXKiVAgAABAgQIECBAgAABAgQIECBAIIiAYDVII5RBgAABAgQIECBAgAABAgQIECBAgEAeAcFqnl6plAABAgQIECBAgAABAgQIECBAgACBIAKC1SCNUAYBAgQIECBAgAABAgQIECBAgAABAnkEBKt5eqVSAgQIECBAgAABAgQIECBAgAABAgSCCAhWgzRCGQQIECBAgAABAgQIECBAgAABAgQI5BH4Bepa002KLb1g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10" name="CuadroTexto 1"/>
          <p:cNvSpPr txBox="1"/>
          <p:nvPr/>
        </p:nvSpPr>
        <p:spPr>
          <a:xfrm>
            <a:off x="0" y="3221116"/>
            <a:ext cx="9144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 smtClean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VOLANTES PECUNIARIOS</a:t>
            </a:r>
            <a:endParaRPr lang="es-CO" sz="2800" b="1" dirty="0" smtClean="0"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49183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219" y="1867167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1209676" y="3324225"/>
            <a:ext cx="257176" cy="333375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generar un volante de pecuniarios presione el ícono «      »</a:t>
            </a:r>
            <a:endParaRPr lang="es-CO" sz="1600" dirty="0"/>
          </a:p>
        </p:txBody>
      </p:sp>
      <p:grpSp>
        <p:nvGrpSpPr>
          <p:cNvPr id="8" name="7 Grupo"/>
          <p:cNvGrpSpPr/>
          <p:nvPr/>
        </p:nvGrpSpPr>
        <p:grpSpPr>
          <a:xfrm>
            <a:off x="1514474" y="1264580"/>
            <a:ext cx="2935899" cy="2235857"/>
            <a:chOff x="5729176" y="1775902"/>
            <a:chExt cx="1131436" cy="1140874"/>
          </a:xfrm>
        </p:grpSpPr>
        <p:cxnSp>
          <p:nvCxnSpPr>
            <p:cNvPr id="9" name="8 Conector recto de flecha"/>
            <p:cNvCxnSpPr/>
            <p:nvPr/>
          </p:nvCxnSpPr>
          <p:spPr>
            <a:xfrm>
              <a:off x="6856167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2" name="11 Conector recto de flecha"/>
            <p:cNvCxnSpPr/>
            <p:nvPr/>
          </p:nvCxnSpPr>
          <p:spPr>
            <a:xfrm flipH="1">
              <a:off x="5729176" y="2913844"/>
              <a:ext cx="1131436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13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64" t="37255" r="86802" b="57753"/>
          <a:stretch/>
        </p:blipFill>
        <p:spPr bwMode="auto">
          <a:xfrm>
            <a:off x="6779419" y="919458"/>
            <a:ext cx="316705" cy="316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89424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219" y="1867167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2725247" y="2505075"/>
            <a:ext cx="1646728" cy="447675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Seleccione el programa por el cual desea generar el volante</a:t>
            </a:r>
            <a:endParaRPr lang="es-CO" sz="1600" dirty="0"/>
          </a:p>
        </p:txBody>
      </p:sp>
      <p:grpSp>
        <p:nvGrpSpPr>
          <p:cNvPr id="8" name="7 Grupo"/>
          <p:cNvGrpSpPr/>
          <p:nvPr/>
        </p:nvGrpSpPr>
        <p:grpSpPr>
          <a:xfrm>
            <a:off x="4533900" y="1236165"/>
            <a:ext cx="726098" cy="1492748"/>
            <a:chOff x="5729176" y="1775902"/>
            <a:chExt cx="1131436" cy="1140874"/>
          </a:xfrm>
        </p:grpSpPr>
        <p:cxnSp>
          <p:nvCxnSpPr>
            <p:cNvPr id="9" name="8 Conector recto de flecha"/>
            <p:cNvCxnSpPr/>
            <p:nvPr/>
          </p:nvCxnSpPr>
          <p:spPr>
            <a:xfrm>
              <a:off x="6856167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2" name="11 Conector recto de flecha"/>
            <p:cNvCxnSpPr/>
            <p:nvPr/>
          </p:nvCxnSpPr>
          <p:spPr>
            <a:xfrm flipH="1">
              <a:off x="5729176" y="2913844"/>
              <a:ext cx="1131436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56085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data:image/png;base64,iVBORw0KGgoAAAANSUhEUgAABVYAAAKaCAYAAADVtAJTAAAgAElEQVR4Xuy9CZRU1bm3/zaDzApRESUKqEFFRY1o4khCjGjiEAfUGNCron9vnF1eNVFMIhqjl88xJl6j8DnEzzhe1IiYSBSjRsUJZ6IBJAriBAqIIvR//Xb1rt516pyqU9XVXV3Vz1mL1U3VPnu/+9mnm+bpd7+7obGxsdG4IAABCEAAAhCAAAQgAAEIQAACEIAABCAAAQhAIDWBBsRqalY0hAAEIAABCEAAAhCAAAQgAAEIQAACEIAABCDgCCBWeRAgAAEIQAACEIAABCAAAQhAAAIQgAAEIAABCJRIALFaIjCaQwACEIAABCAAAQhAAAIQgAAEIAABCEAAAhBArPIMQAACEIAABCAAAQhAAAIQgAAEIAABCEAAAhAokQBitURgNIcABCAAAQhAAAIQgAAEIAABCECg/gjcc889dvDBB9ffxJgRBCDQagQQq62Glo4hAAEIQAACEIAABCAAAQhAAAIQqBUCiNVaWSnihED7IYBYbT9rQSQQgAAEIACBDkvgqaeeso033ti+/vWvd1gGTBwCEIAABCAAgeoSQKxWlz+jQ6AWCSBWa3HViBkCEIBAKxD4wx/+YMcff3wr9EyXEChM4M4777TrrrvO7r33Xlt77bXBBQEIQAACEIAABKpCALFaFewMCoGaJoBYrenlI3gIQAAClSOAWK0cS3oqjcD06dNtl112QaqWho3WEIAABCAAAQhUmEC1xeqqVavM//nqq69s9erVtmbNGmtsbHQzbWhosE6dOlnnzp2tS5cu7s9aa61lXbt2rTAJuoMABNISQKymJUU7CEAAAnVOoFSxqq3b559/vr344ouOzIEHHmhXXnllVo4dcsghdvfdd7v3Pv30U7v88svtlltusSVLltiQIUPsnHPOsTFjxpiyFW+//fZYukcccYRtvfXWNmHChNj31f9rr73m3t93331t/PjxOe3OPPNMmz9/fjYO/6ZiUb+jR4+O7df3Gb652267uf59RmVS3Ntuu6398pe/zOtXrx122GE2bNgwN2fxUxzhFbbR5y+//HJeP56p3tD9t912m82dO9cxPfLII01z9ldcH4pPbfw8tE6DBg3Ki+WGG26wadOm2cSJE13Madh5bo8++qj17dvXxo0bl8MinJ/6U/tJkybZ1KlTs8/QWWedlR3P9zdlypQc6Sp+uvT8cEEAAhCAAAQgAIFKEaiGWP3yyy9t5cqV7o9EajmXRGv37t3dH4lWLghAoO0IIFbbjjUjQQACEGjXBEoRqxKlo0aNsmuuucZlGnpxKhHoxd+6665rH330kZuzBOC///1vJ9kk9CQVTznlFHe/6mouWLDAtYsKM/+eBO5FF12Ux09jq6+xY8dav379bNasWdk2Gm/kyJFO5Po49KZiPeigg1y7Rx55JHZNvDQOxxQfSVq/Xd3PKSr31llnnRwR6QeQwJQ0VMy69+KLL7ZLL700RwaHbfS5ZLEEcHjpfl1i+fjjj9tNN93k6pJqvkcffbTtscceWZkZ14fmsXTp0px1kgR97LHHcuqbjhgxwj755BO79dZbXczF2EmCHnXUUW5eEtY+nh/+8IdZ2RvOz6/Pz372sywDydxLLrkkG4vWYb/99nPSfvLkyVkMXkiHErldf3ERHAQgAAEIQAACNUGgLcXq559/bitWrDCJVX8pI7WUy2eyhvdIrPbs2dN69OhRSle0hQAEyiSAWC0THLdBAAIQqDcCpYhVCS9lGobZk+Ih4eVlVyhWQ6HmuakPXV7a+fv1MRRmSWOF/SgWSc+bb745KzUl6ST7JB5DsarXJT/VrzJQw2zMaJ/R+R177LFOdkqmlir3omJVYnHmzJn2v//7v1mhGRWrXsRGnzXd+6Mf/chmzJiRk8kpabzDDjtkxWQcd/UVro0+l5AVB5/x6yWpMlnDGAqxC9n4eBXnBRdckJWiYTxa43BMf48X1vro115y/Oyzz85mGJfKvt6+VpkPBCAAAQhAAAKtQ6AtxOoXX3xhy5YtKyhUJVglTVUGICwHoNe1/V/lAKISNipZJVh79+5t3bp1qxisj+47zS60C+yqA9bN9hn3WsUGbOqoLcaoSMwvXmkjZo6yWacOr0h3dFIbBBCrtbFORAkBCECg1QmUIla9wFMmobIT4+pjRjNWtWX9xBNPtF133TVWZrZUrGqLuzI3vRyU6Dv88MPd9vhQrCoTU0JS0k61PaPb8RVHksxV+z/96U9OFJYq96JiVeMoe/fJJ5+MFY9JUlT3eWkcF3soLOP60L06KMpn92qdtDZ+Xr5/SVFlIIditRC7zTbbzF544YWCdVLDeNQ+miWrsX0m69tvv51dB5UjUDasF8mlsm/1Lx4GgAAEIAABCECgLgi0tljVz9DLly/PsgrlqJepelMydeHChfb++++7rFbVXZU4lVCVMF1//fVt8ODB7nPfhxerUcHaq1evitWxr5ZYrYuHi0nULQHEat0ubf1MbNJffmevLpqTekI/3/tk+8YGmye2/+f7b9mvH/5t6v62HjDUzvr+T1O3pyEEapVAKWJVc/T1MSXHlFEoyRrWxwzFqpemf/7zn11N1rh6oIXEqraDR6/vfOc7LmPWS1DJN5UX0PZ+L34l58I41FblBryY86IwehJ9klgNX/fb+aNxnXfeeTkZt/79OLEqCarXTzjhBCeooxmrqlUaXg888EC2lIBej9sKH0pH9RftQ9zCuqmeTyhGv/e977kyDapd68VqMXbR9Y77OgjnV6i9fy/KW+uqEgiI1Vr9LkPcEIAABCAAgfZNoLXEqsSoSjHpo66oUNVrkqkff/yxE6rvvfdeVqbGEdP9kqoqGaXEgvCKE6w63Eo7tlp6yFVxsTrbrhxxrN3qAhprk2edbsMXT7XTLjK74OoDLZPnqjYzbJTec5/79mZ21GSbdarZlafOtSGbT7SJb02w6VcfaJbNlH03t/2umffV7+yrR9iNg6cXzqbNZpQOtKmnjraJTyqe3WzCg1fZgf3DuPT6Rzb11AvNztd7mf6PvdmTzszNrj7N5g4eYhMvnJvp4z2fsRr2H7Bo348/0ZVJALFaJjhuazsCx9xyukluppGrfXv0sXE7H2rf3GS7xACff+clu+WZu2zJ558VnYQfd8q4K4u2pQEEap1AqWI1nK8k6x133OEOp/JZi0niTHJMmZ/Kmgzrb6q/OGGWthSAJKtEqbbW6x5/OFQYh0Sktt9ri7suSd7f/OY3eYcgFcpYvf76653QLVXuJYnVcFv/MccckxWZhTJWC43t69h6aevFqN/eH5ZLEAPPR+2Veaw/KjOgjNbo1v1C7ColVvV8SLwryzi6DhK+qnvry0hQY7XWv+sQPwQgAAEIQKB9EWgNsaqt/6pb74Wnl6r66D+XcNXPXvr5R9v/42qnxpHSoVUSphtssIFtuummpr/rCu8Px1VdfR1wVe5VTKyGctOJSJtss46YmyxWF39kH/Vft0m4epF5nM39wbFmN8yy07fPROrHPW7e6ECeqv1om7FXrkwN55YXb5NYnT74Rhs97zi3ZV9tRv91lE2/eojdkhW+btRArH5kHy1e19btnx+Pm6Pf+h/Tv+7IsqBEQLmPXru+D7HarpeH4ERAYlXXH+c3H0qTROYng0bYKSOPKSpWr3lsSur+NBZilWexIxAoRaxK7PnswZBNUkaipJtOrg8zQ+PkZUvFqqSifmuv7fUqA6AsUC/8fBarDmPyl6SmBG/0EKsksRpus6+UWFUs6uuVV15xmQxehBYSq16Shod1+TlJLnt5Gu1DQvuyyy7LHsClezwfX+ZApRr8QWP+fmVDqHZrIXa+9IKYh5dkqD9gK4wnriar7lNG8bRp01x5hOg6+EPPlMGsZwmx2hG+MzFHCEAAAhCAQNsRqLRYXblypZOquqJZqv7vOrwqlKqlztYL2o022sj9vKZyAdGs1VC0Sq6We7BVMbFqyk79wUR7Isgkda8lZqw2zdbf57JHJVZ9Rmvm/VCsztgzX7iGNV9Dfkli1WXFukzZpqxad1PhjNWmSLKZrrtdMN0kesN4LBCrObVoqb1a6mNdU+0RqzW1XB0zWInVTfptaLMX/dP+vOiNWAi79h1oQ9bZ0L2XRqyeed+v7ckl79pm3de2t1d+mten+tP7vt+0YlVlBj77orlmjjr22bPhe3269UosVxC223DtDWzDvgOy8S1buczmLH47+/eh/Tez3t1758W/cMkiW/jp+zmvl9M27Xhx8/aDF5prXJxzFr3l5rzROhsULOkQTk79PDbnCft05TL38hYDNreRQ3dL/IKJzksNk/jEtf1s5TJ7c9FbNmJw5leohTKkk4IQs7+9+YSdsOfRqb+wlW0dvWbNe9E2Eq++AxLnkHaAUsSqr4N5//33Z+ulSvbtv//+sRmrXoCFNUH1muSYZKi/WipWFYPKAcybN89UBkCXF4eqLeqFYcjEb3sPD7GKE6v+xHqfkVtJsap4FIfilrxU1mghsar2el+Zt1GmOsTLH7oV14eE5jbbbBN7yJjKAahel8oAiIe//9VXXy3KzktbL1EVo2J74oknYuMR47Fjx1rcM+QZxK2DnhdlRp900kmI1bRf3LSDAAQgAAEIQCAVgUqKVWWqamu/v8IM1fDzf/7zn/b666+7TNWWXMpE3WOPPUw1VSVSC8nVfv36lZW5WlSs+gl4Uaqt/QUyVs1vr3cidnf7u9t63xZi1R8u1VSKwI1fIGNVW/zHKzkjUzZg939kDvFCrLbkia2fexGr9bOWdTsTL+0mPnyNvbHkvVgRKkH633uflkoueVE2dfZD9s4nC2MzV384YEvr2623/ce3xpQk+B6YPd0mzZyclbZn7Hx4VpzpvRufudPNQbHuNzw3q8svoNr918NXuXlK7D4w/sasPJVAvOyv19q1b/zNfv2tI+0nOx2cI159H77cgdrpKtZWbL20/tn2+9uJux/t+tV41/39JrvkxfvtpC2/a2fvdVLseH5u6kNr8e0Nhrpx5y5d6IR3kphWnGH2sDKOl3yxLBvLb/c8vqh41NgH3zfRtGb7Dt3Dnpr/glvTm/c+w47Y+ZDYr4uQoxoUmlvIQG39s6HP//H+HLdOmvN1B5xXUOZGAznjrgluHf9x1LWpxez1M2+yK575U/bZ8L9MEGf9IsCvdbk1gUsRqxpLmYXnnnuuE3H6zXd0W324NVzZotrmrjbbb7+9Sf5JCk6ZMiUnizVJrMbVWFUMqjmqa9KkSVl5p4zNPffcMyscfRxhJme4HnEHQUnoRceM1pBNqrGqvsPDsvxYSaUA/PuSwvph2NdRLSZWPVPPMo5pXB8+c9cfHBVXKsFnwvr7JaujJQQUd5SdZ6I6ropHW9O8pFX7aDz+GdIzoSv6DMWJVcU/atQodygZGat1+08/E4MABCAAAQhUhUClxKq29uvnwXAbfrQEgP7+1Vdf2UMPPZStvdqSSStTdccdd8zWXPVyNU6yamz9DFhqzdXmbfO+Xmq4Hd9cNufcY5sySpWlOXmITT/f7MIfzLXjXE3VTPbp6AuHNNUobSoXoC3yTsbOsFFFMlab66imKwXgt/xntvaPtombT7bJdmxzSQE3ruIbZTNG3GhDXL1V/WAqmRrUTh1vmZqxTf2oBEEhsdo8LqUAWvJc18K9iNVaWCVidAQklU6e+YdEGl+e//eSSEWlXnhzmpICSYP5ONVHVCjqPYm/YhmwytL1pQ8k/a44dGJ2OIm+Qb891IrNV/P79s0nufuKtfV9qm1USHrR++zJd8Rmx/rA4uatGCSwf7XfOYlrExenl45xDMOOJMm/NmkfJ6AfPflP2bd0f5pau55PGrm51kW7u/7Dthp/wgOXOkEquTpj/ORY8RydfMg7ur7FHmL/bESl8+3P3G1HPXyFu/2eAyYkivtC/ZcqVn1fvt6ltotHD4GKjqeM0QULFjjhFmaIFps37ycT8Ew33njjvMMLqsFN4lMZrqWssX+GlKnLBQEIQAACEIAABKpFoFJi9cMPP3SyNJSpmpPkZ/jxgw8+cLt7Wpqtqj41luqs6hfWvr9CclVSdb311isRdZOcdIc+NV3uwKmmDNDsln695w+F8jL1icwNR421sTdb/uFVu06wCe7AqmPskCdX2Q+bRKxuac6ULe3wqqxMbYp37FFj7VYblTkgKzg0a6yv5+pkalPZsF3H2liba0PyDq/azSZckDmw6phDn7BV+zSXJvClAGadyuFVJT5YNd0csVrTy9exgu9oYtVnQ2qVoxJNkq+YLC1FrGoMLzOjktIfHlYsC7KQUC70pMbF6fsqJh39vcoivXf8Ddlh9Hq0jEJcDHGyNCnWpLZe7satU1JfYeap2sw/+a5UQlZtk8Rq+F6UR9rvFOWK1bT90w4CEIAABCAAAQhAAALtmUAlxKp+ybx8eaY8XLjlP5SqGeHa6MpAvfDCixUTq5tssonttNMIa2zMHGAV90dx+Uzanj17ul+Gc0EAAuUTQKyWz44725hARxOruwzawV5f/JbLhtQVZiG2hlhVjdLv35HJLPVZmT6zMo34ixOr5cQpUbnfDce5re3FMklVJmLrP/yHi1nZrWKmuqdJ9VKjj2wlxGooNItl2Prxv/Pbw+1Xe59qJ953sdvWr1INxcS1v7eQWA2/RoqJ97gvX8RqG39TYzgIQAACEIAABCAAgXZFoKViNayrGrf1X3I1I1slN81UX1UHmFYqY1UlulT+StJ2zZpmsRqXwerBf+1rX7Nu3bq1q3UgGAjUEgHEai2tVgePtSOK1SN3PsTG3Xq6qzmqreb3jbvaHehUjrBM8/hI+Eloqs6qtu+LueRuWIogqZ+k9Skm+MKMVQnGG1/K1MxMu63+oBvGxx5qlmY7fDXEqgS2hOrrZz1ok/7yO/v507e5tS1WagGxmuYJpg0EIAABCEAAAhCAAATKJ9BSsaq6ql9++WVOCQCftRpK1YaGTEmAOXPm2Msvv1wRsar+t9xyS9t2222b+svIVS9V9TE80Mp/vtZaa7l6q1wQgEB5BBCr5XHjrlYioHqej8z5u81bstAd8hTKtXLFqjIg//uv17oT40NB2N5rrCr7UifGKyvzgFtOzR6SJCaVrrHqlzOs0/nxWQ+5zFFlVo4culvRFY9mrPot8qWI1VeP/7/ZDNRCh09Fg5GsfHPRW9mDq/S+ZKXkZaGr0mI1TeapSi7oUg3Y95Yscgdv6UojgtUuTcZqtJxD0cVratDRMlZ1WNTSpUuNup5pnxDaQQACEIAABCDQoQg01ZvM1p/sAJNviVhduXKlffLJJ46Sl6nRj506KVs1k7Wq61//+pc9//zzFROrOrxqs802cwI1I1Sb5WpSWQDFoYNoe/To0QFWmClCoPIEEKuVZ0qPZRLQtvM/PnuPvbt0YexhQOWI1VBKKizVKtVW8W9usp3VilhV3GFWp+pnKoO1FGFZrK1fsrBeqLa167T58FCoQkubdHiVWBe6ojVWfT9pDoNSvI/OeSLnoKawPECxeVdCrIbMipUu8KUVxNZfYqws4bQyNE2NVZ9xXOqXYkcSqzrwabvttrNLL73Uxo8fXyoq2kMAAhCAAAQgAIGyCGRORG86xCeuh10n2PSr/YnrZQ1RuZsQqyWxjGarNmeoSqY2WChVfb3VhQsX2uOPP14Rsdq5c2fbfffdbeDAga4/L1cbG/W5ZV+LO9CKrNWSlprGEMghgFjlgagqAYmm+2dPt9tmP5iVSyMHf9N22mR7+87Q3XJOoS9VrKrvn951vn2y8jPXt798HczWFqtx27slxXwmaiHwce2UzeuzG3VvMWlY6uFVPp5fPHCpXfLi/e6v0UOzCsWcdHiV5vLzvU92JQzirmicYY3VYjVL/RpOGXdltmsvL4uJylDAFhOi6jxJwnpexQ7aUh9iNG3O4zkHbYXrmiaOJLHq+ymlrEB0PTqSWL388stNclUfuSAAAQhAAAIQgEBbEfBiNT4LdHbTSeVjbXJwInpbxcY4ZuVmrGr7v8SqrjBLNZSrXqyGr3322Wf24IMP2urVq1uMX2J11KhR1r9//6xUzQhWL1kzWayhWNWgviSAygFIsHJBAAKlEUCslsaL1hUiIPl13d9vcgJPQup7Q3e3HTfZruDJ6OWI1T7de2cPQtI4OghK4mmfwTu6rdjXPDbF/jh/Vt6sJPROGXmMy2wt9fJiT/dJ7h05/AeuCwm1aHmDuL69EB4+4Bv2X3udlCOXQ+lZSKxKTt72zN128sw/uCH+ctilqbbzq20oHNMcWuXn4OuFKqN2wt6n2Gcrl7nt+Vc886fELfnROL1YDA/SKiR3vZRVm/2Hj3ahXPbXa906F5qzxpWIPOrhK9w9Kjuw3/DROazDtQnXVG2HDtjcbeO/+6Vp7vnRszVxv3MS7/dcj7/zPNMvDlS/1l9h33rurhlzUcF+fE1ZZaUeOHwfx3nGnL+7ryU9b38Yc3GixC72LLdErD711FPuRNFhw4YVHEbb7x966CHXZuONN7bRo0fb2muvnXhPoX4lRhcsWJB379Zbbx3bp/oqdPn7fL+F5uP78vfo9NdXX33V4sbWe9OnT8/Gus8++xTkFGWkUgVf//rXiy1f4vs+NvGO68eXRIh2EFcioRw26le8wvELlWGIsizEVlzFXZfYK2b/PCU9H+E8fUxJDIo9036M6LoXe9YUg2KNzi3KKbomSSwq/cyU/bBxIwQgAAEIFCVQWKyaWQfMEi0KrQ0blCtW9W/08uXLs1JVIXuBmitXO+W8LqF6xx13VESsapw99tjD/czls1WbM1dXF81a7dWrV8Gfy9twGRgKAjVFALFaU8tVH8H67fmSm2fvdVJBmRrOuFSxqnu9JJSwGr3FHk6kSazqJHZJvNYQqxpXwu+WZ+6yh+Y958bSJfn20z2OLiq9JChfXTTH3XPIdvvmbHPXa3r/gTcfK7hFX9JQ0i+8CmWNRp8sCdw+3fqkPqlenH/98G8TH9AwozRsVChOxfDOJwtd86TYvaC/443Hspwldk/f85iCIjku3kJ8wjUJ4996wFAbtcVuqQS8Mk39Fa5r+LreV59nff+nsSzjeKnhJv02dFneksMtucoVq5JbRx55pBt67ty5sT+Q6YfNY445xh599FHbfvvtXR2nF1980d3zm9/8xsaMGZMXerF+lW168cUXx075O9/5jk2ZMiUnlmJF+R944AEnu8J+4+YTxuXvkRDbb7/9zP/dB3XnnXfaueee6/6qeS9ZssTNOy6+OEbz5893TE855RT75S9/Wdby6r5rrrnGjf/II4/k9XHIIYe4dYm7ouOWw0b9iv15551nZ555ZuZ7W9OYt912m5Pr4RVlGcdWIvGoo45ybMRSl3+e7r//fieuCz0ffjwfUyEGelZvvfXW2Fq83/ve99y4UU7FnjWNr6yW6NzUn664ddLrfi39c9laz0xZDxo3QQACEIBAKgJpxepuF0y3qw4IDhRqEq7ZQY6abLNOHZ79a6bfITZ51iibMeJYu9V2swkPXmW7/yP6etMtTfdHSxPkZNLmSV6fURtMNRJH9p1IvPkZuiX0lYpsZRqVK1YXL17s5Gh+TVWJ1EwpANVWlfz0f/zPA/rZ0h8w1ZJZaAxlq+61115uvFCu+sxVHWbVXCIg87nPWFXGq+7nggAESiOAWC2NF60rQMCfPK/Detx/IOf83V5YNMdt1w+zE/2WcF/jUxJt4afvJ0YQl10qOSfpdt0B57mT2P9779PsxmfutL7detuv9z/XnnvnJZd5qOv1xW/Z2t1728C1B9hGfQcUzaCtAAq6gEC7IlCuWJUskzB87LHHYiWp5M9BBx3k5nrTTTdlsyb1ukSRXlNtqWi2a7F+vTjz2648TP1wKmGmbMN77703K1ejci8Jvu9XQi1O+iquqVOnujkXEquSqieeeGJeHVfJtLFjx9rIkSNt8uTJ2TAk1ebNm5cn8W644QY755xzyparI0aMsD333NNxfumll/KyViUVdd19993ZWLQ2yp645JJL7MADD8yWTCiHjTpNEqti/MILL+QI8DRiVTFLOs+YMSN7r5eMEp1vv/123vLGzdM3SnpPGalHH320W5don75Or96fOXOmzZqVv/tB/SdJ97j3/DMTt05q79fSl7BorWemXX1jIhgIQAACdUagmFiNez/zmjlReqDzXk1SMpCazYI0I1Qz7cxiX1881U77wURzlV6DPmZfPcKOvTm4PxSrG2XusRzhmx9HOGZWpjb1k5XFTeOn6autl78csbpq1Sr78MMPswdS+fqpXqDqnKpOnTo31VnNFav6OUi/MK6EWBUrydG9997b/ezlpan6zpQayBxkFQpX3RPK1fXWW8+6du3a1tgZDwI1TQCxWtPLV5vBbzXpB9nsQs1AGYaHD9/XPl25zJ3q7rMbdUK9Lm27njr7oazwVFaeMg51/e7xm+yKQye6DNEN194gJ/s13CauGq7agq2t09+++SSXrRqKWL/FvlhNz9okXjhqZQKL+z/en2P3jbu6aEZtPTIoNiefsSpGz558R8Gt+sX6as/vlyNWJbOGDBli1113nRNIEkLRbDsvBuNkke7fYYcdbNy4cTkZmWn6TRKrYqwfULUVKsySLFWsSphJnobyU33rpFXJRonKQmLVt4ur4+pj95mHXqjFCWaN6dsnCbek58pn1+q+H/3oRy6rNpr5Wkg4+rWLZvOWwkaxxYlViVGdnBsVzGnEatJa6t5JkybZxIkT80R9OWJVsXuG0WxkcdRr//u//+sOQovLvtX9pYjVpK+HuDha65lpz9+jiA0CEIBAPRAoKFa98Mw5wCojL+dGMlijsjWpX/96bgbsRzb11NE28clILdeo8AzE6rh3fObr6dacJ+vFbWHpq3XLSNvMeAOz2bXF+mr7FS9HrK5YscKWLl2aKltV4jNzkFUnNzn9QviVV16pmFj15QA22WSTHLEquZomazQ/YoIAACAASURBVFUllVQSgAsCEEhPALGanhUtK0RAwnPWvBfzskL9NmdtyT77/t+4k+99XdRwaMlP1bXUlv4t+27k2vnt/b7uqLJdd/rtYe79wX03tCWff+aErbJlh6yzodta3rtbbydivVSV4N136B4urrRbqn2tTknhI3c+pOaEmz/wqKW1OSv0aLTLbnwJCj0fvzv0otSlK9rlZIoEVY5YlXhTVqOy+bzMjMpBZdUpMzHMiCzGJ02/hcSq+j/22GNdVqMXvaWKVYkylTgIywH4Ofr3ksRqkoxLmnch6ad7vGgORXExhp6BPkoOh0zDe4uNLUHsxbdnXgobjRUnVvX6vvvu67JxQymZRqwqc1OXpGba+rPlitUkgSkuP/vZz2z8+PHuWfOco+tSiljVvcqIjsuAjb5ebN3KfWbSPFe0gQAEIACB8glEt97n9RTdWp9UczUiQfOzWjM9x7/eJFZtgk2/+kBrLjgQkbh5YvUJyytREJ1AUrzl9FU+5rLvLEesSqpKrvoyANGaql6khmUA9LkyRV9//XV77rnnKipW9UtrX2c1Wg6gueaqP9Aq81GXPvbs2dPt+uKCAATSE0CspmdFy1YkoAxUydRPVn7mSgLo+vW3jrQbX3rAvr3B0KxI9Z/r4B4d1qM2qjfar3sf223QN7O1Kf3J6a8e/3/tb28+4aSnP6woKmZ1oNQv9jzOdhy0nT03/yU39hE7Z7bGqvzA/bOnu89P2PNo91Fi2JcP+K+Hr3IHYamWqvrw97Uiqop17WvdHrblyLxDsio2SI135A/RKnSAVo1PMSf8csSqpKmy9XxWpoRXNCsyrdAMg0nTbzGxGn1fcage52677Za3bPrh09d5De+TPPvd736XrQOqLMV33nnHjj/++JyaqlF5Viy2aABpGBUTadE+w6xfzc1vXY9mVhbrN3y/HDaKK0msSrarf2VrqJSEJGkasSrBvf/++7uMYtWOVXay6uNG67WGTIqJVfV10UUX5WDUwVj6xcHgwYNzMrHDTGDF7OVrXE3eUsVqKO/9fPxaXnrppU7kxjGN+15UbG3r6fsXc4EABCBQKwSKlQKIzqOYiPWis7nGalwWqGqvhq+XLlZP3z6mJmpTHVdfdkCxJwleyxHB77os3FtzJptbwqBa61mOWFVZKpUD0OUlarNMza+tGopXlRvSL1QrWQpAv7j2pQC8SFUpAJ+xmpGt+pORquGftdZay93b0ss9B38dFRH3Le2V+yHQPgkgVtvnunSYqJTx+d9/vdZJUmWdqhbq9+84x2Wqqu6qskt19e3Rx530LpGqg512GbSDO21+g+593BZ/1VH1W7T96fRq6w8Bkgz9yR0/c33pMCkvZjWmtr/rOuCWU53Enbt0oT0w/ka77Zm73RhenGosXV78+kVSJuPwAd+oOTkpsfre0vcLHvLUYR7EhImK0WdfLE91OFU9sCpVrHoBFG6Rlni79tprc+pRppGGIb+0/RaTl3FiVWULBg0alLdc2267bXaLfHifP2wpFMfKsJRMCw+rao9i1WeohjVMJdqUhRCWNygm35LEalo2gl1IrEr4KrNCglSiNY1YVZ++Duy0adOyh28l1cVV+2JiNe4AL/Wnsg8S6toa5y9lqCo7xWdh+y38PoM1fMBKFau6N1pLNa72apqvq2JrWw/ft5gDBCAAgVojUJ5YDbfax8+49cVqMG70IC1rLimQTqwWOJQr6Ksaa1uOWNXBVZKU4cFVXp5Gs1TD7FV9rrJIOngzUwO15ZfEqH6hrjqpcdmqYTmAOLGa9gCrTGmHIN6cTGtJ+Bk2KkfmR+amZ2jmKJt16kCbeuqFZuc31wVuOYXmHhTnjYPDg+Byf0HQfKha7utxmdm5fUV/0ZBfm9hFkVPWo5Izo6/2RACx2p5Wo4PFohqqv5p5oyljUmJVWYEjBm/vaqD6rFJJS23l16FSanPz3me4e3Rpm7+yVN9dutBJWB1y5TMMtbVdcrR3997mRavuUb+6dIq6z3g9cY+jbNytp7tx1M9Zex7rDrhSiQGN96fZ01yJAElWidfRW+xhRz18Rc5BW9Gl0/bxaXMed334y5ca8JmvSSe8+xPj406iv2bMRQXLDZxx1wRX9sBfcSfMSzKrZu1j857PkcSKTzx/stPBedvdoyfX/8e3xsQK2Wg7P5coHwnLXz/824JPvGKPi0U3+RIM09983GUz+0uiXCJ83M6H5snQOJ66T2UhvrHB5nmxROfiG6ikRLG1U9u4OcaNpTXTLw3mn3xXYpmBpPHCoPVMn7j70S0qVVCqWJVYU51Rfyq74vGn3qvmqs8ADbeSp/k2l7bfYmJVMuyWW27JSt40Ikrxhf0qM/GnP/1pTqkDZSUqk7GQWPW1SeMyGOMYpGGkLF5J4WjN1ySmknP6YV3C0l8qjaCYwlqtxeRbOG45bDR2IbGq930GqDIyt95664Jsk+arPi677DKX/RpXq7aYWFW/XpT6Q6skVqdMmZIjVX3mb1TSa9x+/frlHWJVjliNPj9xa98az0yar0/aQAACEIBAywiUKlYtaWt9JIw2Favh2NGDqVKUAji9+UeT3FlE+2oZ6rLuLkesLlqUOQw5WgqgU6dMLdWGhk7uUKmoVPV1Vu+77z77+OOPW5y1qjG22GIL+/a3v52VqvlydXXTe80Zq6FgVYwDBgwowC4u2zm+DnDBBciK1bBib1lLFn9TIP+bJWkm9rnHzjL3DLos6rl23KzTzXIErNpFZG/esznbrjx1ro3LKaWhUMTiRhvSdIBcvtit4Bzpqt0QQKy2m6XoOIFIik144FK3ff6Ph13i6q1KWirjdOHSRbb1H/7DZaz+dI/M1vtQeuneOYvfdgdVLftimXtP2/V1qV6qJJXvV4dT+fqpel9SVVLUi1llrkrA6vJZqBJzykz9w5iLnfiL1nL15Qn+e+/TEuuwHnTDeCdUJSqP23mMq9k6480nXFkDXa+f9aD7qLg1F2Xo+ksid+TQ3dxcJOZUxuDkmX/IeT+p3ICvl+obS1R/d4vdcviFkllZu6OG7m59uvfOxicmYhCdn2TsLc/c5QSgLp/pGxWSanfNY1Mct78cdqkN7b9ZrOjz63jmfb/Oslc8A9ce4A7S8rJU6yNhHl6+hIFfvxN3PswdcKbyDHe/NC17r/r71X7NbKM81fflB/zcxSgBH72ic9Yz6YWt1k4SX4I9bu30mp/jxIevyUp61e4Nx1I/g357qOsizLCOxhIdT/zP2Plw10wHs/nnN45XKd9ZShWrEjuSdtGt9dpqPnz48KwAjNY6jcbkt9d7YZi232JiNSqjyhGrfgu25iRBpjIAirNYVmXcdu5w3l7cnX322W77ejFGcVvBC62tH1+HTEVrkF588cUWbikvJByj44bM07JRnMXEqtqIgcoB/OY3v7ETTzwx8WAwZW/efvvtsTV7C9UVLUWsKh6fheozaT1vLz1V7za6pvpFQ1TqliNWwzIOKnEQdzhWpZ+ZUr5X0BYCEIAABMonULJY9QdaxdZenWsTmgRO64rV6TZk8mibmFeTVRyiUq0pky8Sb/PhVeNsrg7OStVX+ZzLvbMcsbpw4cLYbNXOnTNSNZq1GpYCkMjULhj90v6tt97KlhQoNf4uXbrYNtts435B3a1bt5yDqyRXfSmAuIxVL1Y1ptpuuGFm12jclbTFv1kgRso8ZDM2/YFpmV7HHjXWbrVIxup7V9qI8U0FInYda2Ntrg1xmayR7NAgC7SYuFS8F9oFdtUBypKOZtJ6gXqB2UWhSI2K1cx9Qy6YazN8X/q6vH2IXXVqRAy3tjAu9cGgfZsQQKy2CWYG8QR8LVX9/ZaxV9qjc56wg++bWDD7s1x6kohhjdZ/HHWtk2gac8dNtrOFn77vZJzEp+Tu/sNHu9fiRJvivvXZu02HVG3Vf/NsvdVobF5uSnxFT4/3WYfKeAwvHajlxZg/fMu/L7mnDF5/FRJnvq6sb/vxWQ/lSDx/CJPel8CNCtpQWKqN6tOG4tRnA/v+JY61hlEpqXEkR6PzjFvHMGatj2S4rpBJ+LoE46gbjnXlHJLG9xmg6icqK0OeEu3FYgyZxdVZ9RI9iale32rSD1wW7RWHTsxDEPYf98xEb1jrot3dS2Hs/qA2MdFVKPO12NdSKWI1bmuy7z/6nv979FR1tffyStutJe1K6beQWPUZkGHmbDliVTFKYClzUfWvJPxU47KYWNV9yhhVhmncoV0+dp856vsL4w3XS1m8U6dOtXBbf6H1TDoASfeUcgiSpPc111yTzXCNMk/DRmOmEav+WVB7ZT4XOxgsjlUhAV2qWFUcYSatr20a3aYfrkPce+WIVb9Oej5UP1YsZs1qzs7X+5V+Zop9f+B9CEAAAhCoDIGSxap0kNt2HdYgzZeXrStWZ9nplpFe0S3SzcK0uYZr3hwTslrT9FUZ6ul7qZRYzcjU5vqqcRmrPsNV0X311Vem8kYqK1DOJaG68847O4nrD6MKD6rS53F/fEarxvS1VouJ1WZRmR9prujMyNQZe023C+xCGz3vOJvlRGSTZN18clAK4Dib+4PmTM9MNukMG/XgVTbk9nA7f3OfGVla+MoVq5G2GuMiswuyWafNAre5RIC+/k6zuUdcZbv/I5C00XIYTb9IcOPNG2J28632hBuuuUxGsVh5v3YJIFZrd+1qMnIv0iTL5ix6y2X8hdv2C01KEkqZrV4ghW0l2S7b/9xsBqvPBJWsirZX277deru6rdo2H24l931KXJ0y8piccCRc97vhuOxBWaO22C1vu7mXenHSTuJy6uyHs3VffeehXEwSq2Lk5es9B0zIy5b1wjCcb9hXmBmp+d87/oZY1KHoi84hbgxlcUaFYSXEasgkFLyhNA2FazgZicavTdon+1IoGksVqypX4bNS48RqmCUcx9W/nxRrKJAVcNzahnOLE6t6P+QVFeqlfKMoRaxKUkl+PfLII3lDxGUN+gOKlI2oDE3Vq5QYOv/8801F+/3BRaX06yWfpFN4SYapBICXtf49yT1lcPoSBdHAdYCVsjuj8lCyVxme4Rb6NGLVt1EcZ511lg0bNsyJZGU8Kmv0lFNOydZ1VSy+BIIyISXxxEiZrRdccIGTqlGRqDiVzag/4eUF5bhx43L69228LPTi0jMPD25SH2qnDMxw3HLYaNw0YlXtfGz6PEms6j1lI+u5CZ8nZemKqV6PE9DliFWN5TNp9YwuWLDAlSmIHgDm2fryE+H45YpVz0IlB4488kj3fESvUp+ZUr4f0BYCEIAABFqHQDliVZHkHWIVyQhtdbGa3To9sUkYNfFJqiEZEU+hqHJ3+kzcEHM7qEdZjlgNSwH47NTMtn/9yZQA8GLVf/RlATR9fa6M0hkzZpjKNpVz6RexKgOgywvSQmK1sVGiNf8AK91fqBRAQVHZ9EuAGXs2bbVvem4lYiVWc4RsXo1VidWwLmtz1qjEalyf5YvVpMPbPPnmzNaBQcZrOHf39RYRxSoxMO6d02z0hc2HxXGIVzlPc+3dg1itvTWr6Yi9GApFYTQzMmmCcXVLfVv1t8OAoa5GavRwqULAwjjCdpJkYX1U/57Epb8kbKPCLCkDs1AMacSqhJsye3XFZa2G9UC9KA7FajFB6OOLSslQ0nkpqS3+YfmCqHBsqViVgFY5CF3RzEwvTLUOvqRCHNtQwIbxlSpWw/ZxYlVjKyPVy/vos6w4fP3faJw+A1jZw17eFtvKnyRWfQzF7i/2zSOtWPU1JsPt5NG+JaNmz56dzbKTqJOUU/ZjeKk+68SJE510LLVfL/miY2vr9o9//OPs6en+/WInnEpoSlRF5aEXxerXi+Q0YlXjqp1kn6Ssv5T9etJJJ8WKMn/glKS1vyTWJGKjJ94nZeD6rN+4OqPZ72WbbZYVzxKOcQc3SQgffvjhOeOWw0ZjphWraqtnRyK5kFjVmkhiSvwmPU/R56JcsRqWBFAGsmJ7++23Y7+cfAmGUEaXK1Y1gDJgozVxowOX8swU+x7A+xCAAAQgAIGOTqAcsRoeXtW87b85W7VQKQDxlliVBH3yySftjTeaz+hIuxa6/7vf/a5tuumm7paoWI0vBRAvVhVr//79E4dOEoVeOh43b3SsBG03YtUJ/+YSGm6ieZmrPktVJQJG28QnIziiZTmKCeTJQ2x6Xi3WtKtLu1oggFithVWqoxi9GNKU4mp5Fpqqsv8mzZwcK069IJUQPX3PY+zNRW9la5NKSm6xwWZ29v2/ycpS3z5JrOr1IetsaDp8SaUCdKlcQHgglaRf9DCpMONT9/h+dhm0g20xYPPEA5/iZKju92JPkjTMbgwzG302qoTn/336zmwGbihWQ9GodqrjmnQlbcMPY4nOM4ynXLGqmqh9uvXJ1qJVDdEjdz4kW2qgFCkaxhfWWi2lj5C/Pk8Sq9G6tb6uq1+XpCxUrcm8JQtd9nAS8+gaxYlVX0c4qe5tKd8+0orVUvqMayvRpMtniLa0v1q4X9JY2Y66ohmmcfFL0KneViFG4qg/cZmMtcCkEjFKeqomWUd7nsp9ZirBnD4gAAEIQAAC9UygHLH60Ucfua384eFVYRmANGJV8vP55593h3D6rfxpOau+6j777JPNNPVi1X9UNqzf8t/8+WqXsepf9227du3qfiGefMVlezZvz5dYvXHw9KaapkmlAJrKW1hblwLIPViqeY7Jh1qFFVTDjFWVPGjOog3u36j5QCxX9ECZrX8dhVhN+zDXaDvEao0uXK2G7U9mL+cEc0mx8LCjkIHPJP32BkNNJ9ZLrKrOp7b76/KHLulztf3Fnse5Q6ziygqoTdwW9zTMo/Uuo/fE1QVNk7EqSRpmnYaZnBJrj8173h3ylNRXKZm0SW1Dsap5hQeDhVKvXLHqSzR4yewPaDphz8whZqVI0aSSBqX0ER0zSayGZRbCOqm+dEW01q76jUrXMN5Cz14oViXrfWmMOMmf5nmNtmkrsVpObNyTT0BCVX+ih1PBCgIQgAAEIAABCECgPALliFX9MnzlypUtEquK9t1337WHH37YlQUo5dp8881t9913NwlWXVGxGtZWzYjVNa7N6tWZj75kgD7v0aOHrbPOOkWHz9TWDZplyzgkHTTVDg6viis/YU21i01CtLnMRV7piiArtfkgrGOt6aitnNrDuWU7qLFa9GGqgwaI1TpYxI40BW151hUnREO5+o/35+S18UI13HYdVzZAgu+NJe+ZJK3klRd7aTlLriq79ul3XowtTRA9UCmtWI1KW5Uh2HDtDdyp8j4rMo1YLVbHM61YVTzjbj09mwXspeJtz9zdosOrJB1/fOtp2cxkn2FbihQNRWXIu5Q+0opVtQuZ+YPBlIU6cvA3zWewhs9PVLqGclbtkg6gCsXqz/c+2Q645dTEMgRpn9ewHWK1HGrVu0fZmqrDygUBCEAAAhCAAAQgUBkC5YjVFStW2GeffdYiserLAbzyyiv29NNPp56MfhY8+OCDTZmmPtO1JWJV/fXs2TP1+JVsmJMF6iToXDtuVvOhaJUci74gUEkCiNVK0qSvVifga1bGCVGJvQ2697H3V36WlU2SpMftPMbeW7LIbpv9YKr6q9EyAcW2zhebtATkdY/fbD9/+jbXNHooVFqxqnujmZjK/PXZqlHBF5YCCLNLkzIv/TzCmqFhH9GMVbWXEBx1w7E5vHcb9E17ddEcmzLuymJocoRkWK82bit/KEWL1VgN7/eiU8G0llj19VI1hp6fX+19qqtDm1Q/OHpoVRRU0hpFSwEkZTEXBZ/QALFaLjnugwAEIAABCEAAAhCoBwLliFWVAVA5gJaUAtC9y5Ytc6UAVGc1bTmAXr162VZbbWVDhw7NCtGWiFWVAZCkrcoVySiNyxqtSlwMCoEiBBCrPCI1Q0AS74/P3mMPvPlYQUHqM073Gbyjjdv50Oz8Zrz5hD0x/3n7ZOVniff7rFcJWh2GpRICEmX7bTHSdhq0XcHapBpImaq69hs+Oo+rl2ktEatxpQbCDNQkSVvs9HofbNLBUaGUDGWrXg/v8f1E55j0kCVlxybVSC10UFQ4xkE3jM9m0obZn8XEqp4xXRs21dUNhWkxIR3KUj0z/br3cfVTo5fvU+vm6/eqzZxFb2UPsUoSx3E1VsO5hhK5nC9sxGo51LgHAhCAAAQgAAEIQKBeCJQjVjX3Dz/80G2plyDN1FQt/fCq5557zl5++WXXT9rLy9xtt93WdtxxRzd2cbGq7f/5NVZ17/rrr592aNpBAAJNBBCrPArtnoDE3a8f/m32UCYFLPGUVB/VT8gfHOX/PnfpwqIZq9HDrHwWbJghqxqYPxq+T6xklRDUFVc+wEuxqPxKk7EaysFQOoY1PTVuUl9xZQS+ucl2eWsfZraGGaRqGJex6jsIxa1ea6lYDeOIHox18sw/uGGTapGGojfapphY1bgD1x6QXb+QdTGxWuhArxC0z7pWTdzolXRAmW8XJ1ajmbwzxk/OiuFSv7gRq6USoz0EIAABCEAAAhCAQD0RKFesqhSASgI0H1RVmlhVndYHHnjAPv/887JwqjbqD3/4Q+vbt29WrHpBq4/+0CpfYzVTdzX38Cr1QZmpsvBzUwcngFjt4A9Ae59+mDEoWXfIdvu6bf06tEdXMblayvwkVXUNWWdD91EHX52910lOUimTcc7it+3Z+S9lM2bV/qw9j83JTpU0e2jec/bHwy6xUFyGJ7dHDzPyskxjfnzWQ9a7e+9s2H7+oeQM63FGZV+YvRjdhh6ylJCNxhhuK4/WgVVAXhxGY/TBJh0YVWgN4jJWwziUfRxmfUbrukbnLzY/vet8l60ad1BYkljVfQs/fd8djnb5AT/Prl1Srda4OSm2r03ax70VFd6+vV+7OL5qo8PdfMmIuLmH/b9+1oPZMEIRHb2vlK8BxGoptGgLAQhAAAIQgAAEIFBvBMoVq6tWrbKPP/44K1Yzmav609llsXbu3DnnPZ9pKn6SnTNmzLB///vfqUsARLmrPx1oOmrUKDeOLp+5Gh5e5T/XAVYSq+HBVV/72teqVwag3h4k5tOhCCBWO9Ry195kvXj72fb75xwCJJGk2qJxtVbLnWV4sn2xPpQVOXX2w3bjSw/Yln03ssv2P9e+scHmFgounzHrM2X19z+Mudi106UszxufuTO7ZV2vhbJWkk39Sx77cgRnff+n7l6Nc8cbj5mXtIrn7Pt/k9eXShj4e3SfxKLkoecmCde3W2/zMfoDvo7Y+ZAcBFoHfyBYnFD2jf381SYuIzPsNBS9cbwlH0/c46gc0ax2EpgTHrjUlWnQpZh10JiuP86f5T7qefmvvU7KuzcUz0lr7CV2OGfftlgmrp9/9Hn16/1fD1/l1lMxH7fdfjlro/WOlrnQ+ujZevP9t23SzMk5z7uvH6yyE9GM5DT84+Zfili94YZMmYPx48fHoiz0vn5ovOOOOxK/zA477DD3g+FTTz3l/ujke13+vl122cX0J3rdeeed7qUxY8bkvKVDnhSPfgMfF2+5/So2jTl//nw33r777muKPfxNv+/bz6nY3NWPn6+ffxyoJAZqq5imTZtmynzQqa677rprXlyJ8FO+IaZaQ42ja9CgQW5Nouwvv/xy93p0vYqtSRjGa6+9Zg899JBtvfXWNnp0fpkVzXfBggWxkW+88cZ5MaWcIs0gAAEIQAACEOiABMoVq0L1ySefmOqtxpUDkFhtfl3b9dfYxx9/Yh988IEtXLjQ/ZwrwdqSS2PoZ+gNN9zQbenv16+vNTR0cvI06Y/kq95TXVWJVS4IQKB0AojV0plxRxsS8GJVoujI4T+wEYO3t89WLnOZo8rs0+vhYVXlhOb7uG/c1VnpmbYfCa3bnrnbtD3db1mX5Hxu/kv26cpl2W62GLB5XukAnyUZHWvDtTdwWbLq57Mvlmff7tOtVzY+3fvcOy9ls2UVhzJqo1d4T/iepOabi97KaR4Xo28gIRtePsY4Tr7vuHIIYfuk+atNXJmC6Fi6X2OFnNfu3ttx9jVSo/dE5xEX/9D+mzkhm9S2UGx+Tr6PQvONrk10vf296kvPvDJqk54VvR69Pw3DaH+liNXp06fbkUceaZdeemmerJTEPOecc+y2226LFWEShvvtt59tv/32brtS9Jo4caINGzbMJOUuvvhidxiALn+f7nnhhRfytiodckjmFwJ33313TpcSb+eee64tWbLEXnrpJfcDZ3iV06/k50033WQHHnigbbPNNiZReMstt7hu77//fhd/GLO2dkkuFpt7GL+f/3e+852ceDUPHWygsSdPnpx9TzEcdNBB7r2jjz7azTMprrhnP+1r+sF/5MiR1q9fP7eOEsl6TTw0ruL2lw5AOO+887Ky2L9ebE3CWMR66tSpbrxZszK/PAkvrbvmrOcpeqne2C9/+cu0U6MdBCAAAQhAAAIdnEBLxOrKlSvdz17KGM1kqeqj6q1m/ug1iVfJ1NmzZzsRG9ZDrQR6nwmrj/rZafjw4bbeeutZly5d3FjNpQCas1UlVvXL+O7du1ciBPqAQIcjgFjtcEteWxOWLDr+zvMKZqb6LfylZq+GW/9/vf+5ZdelFFEJtcv+eq19b+jusQdX1RZ1ou2oBEoRq2J07LHH2mOPPeb+eFnppZvEWyj9QqZeLnrZmMQ7SayqfVQq6rUksarXlVE5c+ZMJ4N9Rqgf18eTtl+JOknUUKDqXv0gre1X+sH0kUcecd1H55p27ro3Ov+QU5y89oIxLi4J13nz5sUK6VKfdy86o3JbsvTEE0/MEepJYrXYmviYxHSHHXawk046yUn2uGcmad1LnRftIQABCEAAAhCAQEvEquhJlkpe+lIAEqu6JF3ffvttW7RokfuZ0dc8bU3ivgRBnz59XBbrpptuat26dbOGBpUJsGwZAElXSVguCECgPAKI1fK4cVcbE1D24Kx5L7pR3/10kctS3Kp/69NOWAAAIABJREFUZku9Mi1nzPm7Kw2gk9j9pTqb4aWt028sec82aGqjtsftPKaiIlRxxmUrtjEuhoNAWQRKFateeilT0GeJerkXl1Hqg0orF5PEqqSqMhijGbFxgk2id7vttnNCTuPqnmjWo48nTb+a85AhQ2KzMDU/ZfJef/31NmXKFJfJ2VpiVWOF0rIYU88hLnu01IdFnJU16+VxeH9063+cWE2zJr5Pn9mq5+mYY45xgjzMiFU7xGqpK0h7CEAAAhCAAASSCLRUrH755ZeuHJOk5po1q23p0k/t3XfftXfeecf0nrJGq3EpnrXWWstUJmngwIEuEUCv6dJuML3HBQEIlEcAsVoeN+5qhwS0Hf7ROU/YG++/ba8umuMOn/Ly9fXFb9mSzz+zTfpt6F4rtF28HU6NkCDQJgRKFasKKsxS1N+VEXrdddcVrGtZTAL6ySaJVUnSSZMmue3focCNE2zKLlV7yVQv9KJCNoynWL9+vo8//nh2u3+hxWktser79ax9Fq0yIZIuZRirHmycEC3lAfPrIknra8cm3R8nVtOsie/ve9/7nhPjGtOznzt3bk4ZCMRqKatHWwhAAAIQgAAEChFoqVhV3/pFvH4me/PNN+3zzz932//b06UM1R49etjQoUNts802c5KVCwIQKJ8AYrV8dtwJAQhAoK4IlCNWBcBnqerzMHs1CY6Xgr4OaNguFHWFxKp+265yA9FsWfUV1lgdMWKEqwPq62yGos6PG8rPYv0W2p4fN98ksZpUX/aII47ISulQYIZ9SxArY3fw4MF27733OsmYRi6WGnuhh1s8r7nmGtdEGbx77rmnq6cbPVwqTqymWRP1GxXhPls4Ku41dwljSf3w4uCquvr2xGQgAAEIQAACbUKgEmJVgepntA8//LBNYi53ENVeVbkorjII/ONia9jlfLvoqUY779tl3M8tdUUAsVpXy8lkqk1A/3iqGLlOYezVo4ct//xz93HeO+9Yr549rWevXtn39Q/ZO/Pn2/rrrZdtp/jDtr4PPy/dozH0eo9evbL3630/lj6q3euvv+7G1PX6a6/ZVsOGZccfvMkm2fYffPihLV+xwrXzcavv8FJf/j3Fp891aZzPly93Meu1FcuXZ+ejz9Wvb6uYNdYmgwbl9K1alePGjcu+5uenF3x7Pxfx82OE8/dz0Lw8i5CVmMRdWisx8vP3XNQ2XDfFrLXyH9Xej6XYlA2pOfhxNHYtXuWKVV9XVXMO660mMSh0gJM/uEr3FhKrOgjKZzD6A7SictEfsBUeWBWX9RiVn4X6LVVOJonVOKmsOWte+hPO3x9e5Q+tkshULVNJaElVXW0tVjWm1v2hhx6yJ5980q274pMw9rJXbaJiNe2a6N4ws9U/S6rvqvUMs26TDq/i4Kpa/C5EzBCAAAQgAIHqEqiUWNXhq/fdd1+7y1b1dJW1esABB7if1cq5Fv2/Q2zDI++J3HqRPdl4nmV+kq2j69+32SEbz7WzsnNbZLcddpLZ5Xfbkbln4tbRpJlKKQQQq6XQoi0EihDQP8QfLl5siz/4wPYcOdLu1mEuP/2pvTNvnj07a5b1X39922PkSLvud79zp2f7U7Sv/f3v7aT//E97dOZMl4WmQ2Z07bvvvk6Q+uvggw82jbHVVlu5P6edcoodMmaM7bTjjvZ/Lr/c9b+P7nntNSf5li9fbvPnzbPzJ0xw97326qv2g333dXJX76sPfT5t2jQ76qij7Oabb7bvKPNs332zY06fNs19vvjDD51EVbbZg9Om2bCttzbFc/1112VfUzvNW/1JWCoesVBbyUbxuKopy80PcNHEiS4+f0lgznruORe7xlNNRT++Pmo+hxx6aM78la229VZbOcEp4ar7TjjxRDdnCdJXX3/dcdX17LPP2k477eQ+1/wV50PTptl6/fs77r6d/1zrqTXTFvFfXHCB3XX33W4sL1H1vu5VvK+99prrW1xq8SpXrGquacSeZ1KJUgBePoYHaJ122mluCJ+xqveU2Rl3eRmr9+LiSerXS9dQ1kb7V2alF56VLgXgx49mbUo46nCuaP3YMLZCbcIDvPw9+g9BKZc/UOuUU07JZghHxWraNdG42pomWRt3haUYSnn2SpkPbSEAAQhAAAIQ6HgEKiVWRU51VfVL5fZ4aZfRJk1JKaXG99TEBtv1goPtjwtyxaJ7/eU/2sI7jrQBpXZaU+0X2aJ/D7ABSNWaWrXWDBax2pp06bvDEfBiddmKFU5Yrli2zEbsvLMTfXPnz3fSzQtDtXn11VftWzvtZPp8/ty5tn7//k5wSixKgkogSlJ62ReKVcGVoO3Zu7ddcskl9vysWU4gKnPSy1eNK3krmanMUIm/C84/35597jmX+aqsS4nIu++6y437qwsvtN49e7r2Ep56TdJRfeoeCUx9rve8WPViVP3PeuYZN4e58+bZkMGDnVjVJfGo+XyweLETyt8cMSL7bETFqt7wh9P4eStOzUN96xKXcP5eZqovja1L4kyiSeMqw9TLVPF/9NFH7Yc//KFrJ7kqeT1ixx2dWNa8dOm+E//zP50Ul6x6+tlnbeutt3YZuBLe6ltSVaJZl2TzoMGDXd833nhjTT77tShWwwO0PHSJVb9tXJIvuj1dkjw8fClOrCb167enJ9WR1dfYHnvska0zW2mxqjn6bfihXEwjfPWsast+9PAn9an56vtReHl5Hb7m5xOtU+vbRCVnKFZLWROf2SrOX/967k+tY8eOdd+HfHkHxGpNfrshaAhAAAIQgEC7JFBJsaoJ/utf/2pxfftKg1JprE033bSsbjOZqpYnVV1n2h5/+ZCMWG3aKh8O0rxt/im7uGGGjXrKbNem7fSj/tJgM77/pNkuu9r5Fz5pjRPMLm7Y1c4POih0f7gdP5pN23yfMk03tJ/cGXQ6xovg6HtB9m2Yseo+/4mFuboH37bQ7v5xRiVLLmfnoRey/ZeFm5tqhABitUYWijBrg4Bk2xuvveZkZf/11nMS4/f/8z926CGH2Lz58917yqSUhOzVq5fLbJQMVJanJOgmgwc7kart7npNQk8iz2dt+jo9Xs4efOih9tyzz9qOO+3k7tEYGlN9aQxdkinKhPUCUH1KDD7+2GPufQmKu+65x40xbNiwbH9+O7sySCUcJQ3VRnPYctiwbM0gSU/16bM2NS9d0YxTZXjuO3q0TZs+PSejM06siqMEr4Tz4EGDnNzV58oUVeasLs1RsauthK9/X7zWW399x8K3C0sbqL/HZs50cxFPzVNz0v1aJ42lS2w1b1cCoWmt9IOWn5d4ql/PUVmtyn5V32Fpg9p4cjNR1qJYVdxewulzbZuXWPXZk9GDjsL2XkwmZdDG9av7fU3PGTNm5ByipPd8pqs/VKs1xKoE5ahRo9xBA+GWeD2Tei3ciu+fP2Wr6pcThTJt0z6ryiSNq6Xr4wrlbShWS1mTQgdtRQ/qQqymXTnaQQACEIAABCBQjEClxarGU+aqfmar9iFW2v4vqVpupqrm4qTlvYcUzkptko/fDOuPOtH6fJOQlVj1AjVTOCCTBRvKzEW26OsDmjNfc7bj59+fXVfX7m47xGfTBuMOmRLNqG2Sqds+aQs3n5Qzr5zs2+zYo2xGw672fCBSLTLX3Hk09984oe4KJBT7UupQ7yNWO9RyM1kItD8C0Rqr7S/CjhNRrYpVLzS17d+LVUnG4cOH2+TJk2MXUHLwwAMPdNmbhUoT+K3rvl915mvK9uvXz9U6VSazpOL111/vMpbDbNZSa6yqf3+AV6F6rr7f8847zyRNdSlbdv/99zfFdc4557hMz6S4WvJU++xYMdFhWxpHTDRvldAI6+yGYjXtmmg+2223ncs6Hz9+fF6o0axgxGpLVpN7IQABCEAAAhAICbSGWFX/KrHkdrxV6UArJZPol9/l1lT1jNKL1UBuuh+gQ+EpMTrJhgSlBCQkJ23enPmZXZOczFdffiD//uY1TH7PSU9TNmyz5My+9v0Zzdm20S+JHLGaG7dZRvJak0SOzsPxeuusnDH5iqs/AojV+ltTZgQBCECgLAItEat+W7b/WCgAibEJEyZYeFBVXHsJvNtvvz1bM7XQfRKIxxxzjOnAIsk41Vs94YQT8soA+HEkLV955RUnXtP2G85N4+nv+gFZWbG6JGqPP/747OFTXnaGc/VjFeLjuUTnH71Hc3jiiSdsypQp2czZaFx9+/a1kSNH5sVV1gMS3CSxq+fF17DVOJq/pGi4dV/SU/JVZQXSrsnhhx/uJPVVV12VVwbAhyDhvc0227jxSnn2Wjpv7ocABCAAAQhAoL4JtJZY9dT0M5R+Bm3LSz8zxZV4KieGgmLVSVCzJxcMsUmR7fKZsZLFaKyQ1OFYriyARGgoTAuJVY0T2dbf1EcmmzRm1n6MyDb/bAkBxGo5j0qHugex2qGWm8lCAAIQSCbQErEKVwhAAAIQgAAEIAABCNQ6gdYWq+Lz3nvv2XPPPWeLFi1qVVwDBgywHXfc0TbaaKOKjVO0xmpWrEYyVnMiKJ6xmpfBWiTjNXmCGck698xGUx3XaMZq4n15dVXn2lmNKgVAxmrFHqY66gixWkeLyVQgAAEItIQAYrUl9LgXAhCAAAQgAAEIQKDWCbSFWPWMdLCVDg+ttGCVUFWpqnIPqCq2hpnMT5992tw6W1+0KWPVglqkuZmu6cTqri/7g6V8DdbipQAy4veb9mTjeeY2/Ac1UJ1YDeu4ZrfxL7Qhl29oP9m2uUxATj8l1lgNSxpQCqDY01Qf7yNW62MdmQUEIACBFhNArLYYIR1AAAIQgAAEIAABCNQwgbYUqx7T4sWL7e2333a16pctW1YWvd69e9vgwYNN5wj079+/rD5KuSkjHu+J3BLI1pzaqGY2plmS5m7rz3SRX2M1dzv/RU81yU9TP0PsxrzM0ajgbf77wVnBGykRYGbZ7f5NkvX87G3BXPKyV39i4cyb+8+fB2K1lKeqdtsiVmt37YgcAhCAQEUJIFYripPOIAABCEAAAhCAAARqjEA1xGqISIdcvf/+++6wqyVLljjRunLlSvvqq69csy5dulj37t1NIlU17nUY1QYbbNDiQ6lqbJkIFwLtigBitV0tB8FAAAIQqB4BxGr12DMyBCAAAQhAAAIQgED1CVRbrFafABFAAAKlEkCslkqM9hCAAAQgAAEIQAACEIAABCAAAQjUHQHEat0tKROCQKsTQKy2OmIGgAAEIAABCEAAAhCAAAQgAAEIQKC9E0CstvcVIj4ItD8CiNX2tyZEBAEIQAACEIAABCAAAQhAAAIQgEAbE0CstjFwhoNAHRBArNbBIjIFCEAAAhCAAAQgAAEIQAACEIAABCAAAQhAoG0JIFbbljejQQACEIAABCAAAQhAAAIQgAAEIAABCEAAAnVAALFaB4vIFCAAAQhAAAIQgAAEIAABCEAAAhCAAAQgAIG2JYBYbVvejAYBCEAAAhCAAAQgAAEIQAACEIAABCAAAQjUAQHEah0sIlOAAAQgAAEIQAACEIAABCAAAQhAAAIQgAAE2pZAw4oHftzYtkMyGgQgAAEIQAACEIBA3RFoMLPsT5X6S4GryNu5dxZv3FC8iZmlatQ8dGJzTbJTqSFm2ucwqtATkI2z8PzEKP0P/ZH5JYWaFmnadmkfGk0kbZ+x7eJvTvccRYNMG0iR9XbdpOgrRRPXTwmMSpp32c+wbkwIPtWc0uEp+auqpMkXW8O0E2nqpyDLoK+03ZbwrKfllNtlhb6vp33WiwbpH/KGVF86RbuLfIMu7Xtmyu8Ladcy213JN8RMM+bfrOIw8ltU7GulEnNK+f2ynHmWdY/+zUz/L2z8EO2JS73FUsI/iGWtv1nD0kta/ASUOTS3QQACEIAABCAAAQjUDYFSfg4vpW0KQCX9fy/t2GnblfL/u1L6TDFv1yRlnw1p/9+Xtp3GTtW2Ic9Dp51abrtgomk9QWK7GHHcaOYYFbvy+ky5AMX6dQ9xir5SNMn2k6qtWeGvn0gnKfuMsTLJD0zaPrPtijx4afsT8dRfGMUWUJ11TtEoaJIYZ+QhSzufvHbqJyGmlH1WXawWjbPp66ZouzRLE5ltqu9vSY91QkBp+8yGW5GJ5f8yMA2OaJtO7SiWUv7xKzjXSs1JX2f1JFYrMZ/UPyQUeRrT/MNc7IFO+0NDsX6S32/4dFKLn4DyR+dOCEAAAhCAAAQgAIHaJ1CKbEr9861vWPg/Po2NZp2K/tzd1FfasQu2i8iKFvWZ9uaERyR7e+F+0jFq+n9hpwIyJgwjVeiNZo2dKiBWI4OlGtvPJ8oufn6lMfJ9pg2kyJd4dvAi/8lPNVxpz3rheZfJPW+6CV/LqebT1FnKZ939z7bo94NMn42Njdap+DePdN+fHcgSxGrR7zFNk0g7n9h2CV/LKfvMbVbkppR9ZtYnReMUTTIiq5NZYyV+eROZbap/Vwp9j4n/5U3aZ7PpCU3/MBd8SlN+Ty/UR+pvkMW+XCoQSzYdv6VSNNVDVmxCTQ9BCV/7sT1WMpaU3wATZ1aJNXLfYSvw/Faij0rFUvhRaGi8ArGa4quFJhCAAAQgAAEIQAAChQiU8n+cUtqmoV5Kf2kzhgr+3yR4s5Sf+2PjLCX4GBjZ24v0k3YY1y5ltkqqPjuZNQhSS68yyy/krXeB/zSW9WykguBNntmaBBYubTTFf4iLDhc8kEXbNq1JwXaRN9P2mbfcTZmF0ddL6S/ts552HRVLpbLwHPaUXzdF/58fmUBaRrHtCmSsNq42szUlfGFW6HtMSWK12PeOpucqLaOCsy3zWY8dO+EhLDnOFN8Tiq5ghURZSVtDCgVViTmV8kVeLJZiz1hRwMmZ4WluzbYp+eFI6L0S/bRkjdaYrVmR5h+XlHQqMR/3zb4CWcXJITdsf8pmlXiSUkKhGQQgAAEIQAACEIAABNISqNQP1GnHC9q12dBtM1DqUdI21P8g0rYtA3/+LZUaLD7wkqZTTigqNbBWZ1urf09rTJKrbQu0GXE586nImpbbSeUCrpgrKukBKnfe5dyXxGq1fdltY1vTpV+JcjV9DH7kT9d0ck/2V40NtmK1Pk+vH9ZYJ/vCurbRV0b6uNJTKLdl5Z7xTATtaW7lMuG+9k6gsXGNdenU0zqvd3IgV9t71C2Lr1eXTtZNvz+28dvyVdYyltwNAQhAAAIQgAAEIAABCNQMgSr890dDdutiXTfuY42rqzB+zaxNDQfaLpc1PqiGxtW2quc3zLr2NzNlrrbXq11Cba+wiAsCVSawxjo39LSeA861xjXLqhxL2wyvKhnu92pdTtiG71Ztw5xRIAABCEAAAhCAAAQgAIEOSMDV8+zWxboN7JNcDqADcmHKVSLQ+JV90WNzW911fWsoqRxAleJlWAhAoN0TaGxcbV079bKeG5zdYcSqXxTEart/PAkQAhCAAAQgAAEIQAACEKhlAojVWl69OowdsVqHi8qUIFBdAojV6vJndAhAAAIQgAAEIAABCEAAAnVLALFat0tbmxNDrNbmuhE1BNoxAcRqO14cQoMABCAAAQhAAAIQgAAEIFDLBBCrtbx6dRg7YrUOF5UpQaC6BBCr1eXP6BCAAAQgAAEIQAACEIAABOqWAGK1bpe2NieGWK3NdSNqCLRjAojVdrw4hAYBCEAAAhCAAAQgAAEIQKCWCSBWa3n16jB2xGodLipTgkB1CSBWq8uf0SEAAQhAAAIQgAAEIAABCNQtAcRq3S5tbU4MsVqb60bUEGjHBBCr7XhxCA0CEIAABCAAAQhAAAIQgEAtE0Cs1vLq1WHsiNU6XFSmBIHqEkCsVpc/o0MAAhCAAAQgAAEIQAACEKhbAojVul3a2pwYYrU2142oIdCOCSBW2/HiEBoEIAABCEAAAhCAAAQgAIFaJoBYreXVq8PYEat1uKhMCQLVJYBYrS5/RocABCAAAQhAAAIQgAAEIFC3BBCrdbu0tTkxxGptrhtRQ6AdE0CstuPFITQIQAACEIAABCAAAQhAAAK1TACxWsurV4exI1brcFGZEgSqSwCxWl3+jA4BCEAAAhCAAAQgAAEIQKBuCSBW63Zpa3NiiNXaXDeihkA7JoBYbceLQ2gQgAAEIAABCEAAAhCAAARqmQBitZZXrw5jR6zW4aIyJQhUl0CHFqsff/xxY3XxMzoEIAABCEAAAhCAAAQgAAEIQAACEIAABCAAgdoi0IBYra0FI1oIQAACEIAABCAAAQhAAAIQgAAEIAABCECg+gQQq9VfAyKAAAQgAAEIQAACEIAABCAAAQhAAAIQgAAEaowAYrXGFoxwIQABCEAAAhCAAAQgAAEIQAACEIAABCAAgeoTQKxWfw2IAAIQgAAEIAABCEAAAhCAAAQgAAEIQAACEKgxAojVGlswwoUABCAAAQhAAAIQgAAEIAABCEAAAhCAAASqTwCxWv01IAIIQAACEIAABCAAAQhAAAIQgAAEIAABCECgxgggVmtswQgXAhCAAAQgAAEIQAACEIAABCAAAQhAAAIQqD4BxGr114AIIAABCEAAAhCAAAQgAAEIQAACEIAABCAAgRojgFitsQUjXAhAAAIQgAAEIAABCEAAAhCAAAQgAAEIQKD6BCoiVleu+dQ+b1xqX65ZYY3WWP1ZEQEEIAABCEAAAhCAAAQgAAEIQAACEIAABCAAgYBAgzXYWp16Wo+Gdax7p7VbzKbFYvWzNYvt7Y/m2RUP32uPvjHLPl/1RYuDogMIQAACEIAABCAAAQhAAAIQgAAEIAABCEAAApUk0KNrNxu11c522vcPtM3WHWx9OvVvUfctEqvKVH3jozfswKvPQ6i2aBm4GQIQgAAEIAABCEAAAhCAAAQgAAEIQAACEGgLAhKsU0+92LZcd8sWZa62SKx+snqBnX7772zay0+0xZwZAwIQgAAEIAABCEAAAhCAAAQgAAEIQAACEIBAiwn8cPgedvnhJ1q/zhuX3VeLxOr7q960nS88mWzVsvFzIwQgAAEIQAACEIAABCAAAQhAAAIQgAAEINDWBJS1+swFv7UNum5R9tAtEquLVr1hwyecUPbg3AgBCEAAAhCAAAQgAAEIQAACEIAABCAAAQhAoBoEZk+83gZ03bLsoRGrZaPjRghAAAIQgAAEIAABCEAAAhCAAAQgAAEIQKBWCSBWa3XliBsCEIAABCAAAQhAAAIQgAAEIAABCEAAAhCoGoGqidU1a9bY4tVzKAVQtaVnYAhAAAIQgAAEIAABCEAAAhCAAAQgAAEIQKBcAhKr/TsPtU6dOpXVRdmlAFatWmUf2dutJFYH2hlHn2Arb/qF/b6saXETBCAAAQhAAAIQgAAEIAABCEAAAhCAAAQgAIFkAhKr69pm1rVr17IwlSVWGxsbbeXKlba0y/xWEKsD7Ywz77TLNn7Nzj5jvF1R1rS4CQIQgAAEIAABCEAAAhCAAAQgAAEIQAACEIBAYbG6zleDrHv37tbQ0FAyqrLF6vLly21Zt39XWKw2SdUt+piteBqxWvJycgMEIAABCEAAAhCAAAQgAAEIQAACEIAABCCQhoAyVnt/8XXr1atXrYvVQKpq5ojVNOtPGwhAAAIQgAAEIAABCEAAAhCAAAQgAAEIQKAMAlUTq8uWLbPl3d+tUMZqRKq2G7H6K3v5fw62LWMX5l825f870E4oY9HKvmWvG+yDMcPshTt3tb3/WnYv3FgygcxzYE9ua9veVPLN3AABCEAAAhCAAAQgAAEIQAACEIAABCDQDglIrPZaOdB69+7dthmrlROrMVI1AL3yiy/MVn1o8xb9y/720k12+cNP27w2W4iMUBvw5iRb//LQqB1tD19xln23ZxvLVcRqm6187kCI1SqBZ1gIQAACEIAABCAAAQhAAAIQgAAEINBqBGpcrBaWqnHUVn70tP3+9vF29uxWYxp0nCRWzc4480m7bIsP2j5rtS2mzRgQgAAEIAABCEAAAhCAAAQgAAEIQAACEKhzAjUsVkuXqtm1XPWu3XvncXbYY++28vKWIlbzywYsCTJdr//Vy3aM3WNT7GA7ZsBn9rc7d7V5e4SvaSqZ1/ceONVW7bqpmUUyYnMyVn3WbIBg0T3W9Re/aH7Btf+W9Q2avOG3sxd6L46qH/vND+y7Wyi2zJXtz/2tdAbRkgZOWG/8Ws7BZTmvHe3Z+AiamDWVRvCcQw55r+X1Ec7DZ6feY7brwbalq/X7rh0bKQWQEet9AlJtnL3cyk8+3UMAAhCAAAQgAAEIQAACEIAABCAAgXonUMNi1cyG/8pePuFg27JrGcv0xUt2yUVj7YLFZdyb+pa0pQCahGIoNpvknRePTu4NyBWR/rWsgPXCz/Xzr0y5AZPYG29XKOZArDopu3bwXpPUzJYtaBKnFsjdjAw0+9udf7ENx0RKHLix18+I3bj6rV7EBoeKNfene8pjEF2KgmL1z2Y/H/MtWxTUOo1mDhcVqzHlFHL78HI4FKW5pQBy560ZNEnucK1SP2M0hAAEIAABCEAAAhCAAAQgAAEIQAACEKgGgdoWqyLWArm66JVf2MbX3NOK3NMeXhUnYHNlnBN+OSLULP+1GIEXZm9GxarlZqiqv4OWNtWDjavHmn0tI1ZzD2PS2N+3hUXEaig1Q9HrxWp+n83jxDEoXaxGDu9yc1rf7m06SKyoWI17WnJYFV/Lolm1rfhE0jUEIAABCEAAAhCAAAQgAAEIQAACEIBAZQjUvlhNkqsrXrIr/vRnW7n59ja457q2w6bDbMt+4dZrMwuyJyuDM9pLcimA3JbJAjYnYzVGhKo8QPO29fRiVVmlPuNVsfis1zP2Otqu+OtNOdmt2QzUGIG4pZuI305/tJ2x1012RWLGapzU9K/FHfAUI5cjDEoSq8rczSlh4LNKm+NOK1bzt/J7BsXngVhtna82eoUABCAAAQhAAAIQgAAEIAABCEAAAm1JoD7EapxcjZGmg3c6y65e4rsQAAAgAElEQVQ/5Aj7br9uTYzftf83YR87qtXKAZQmVrPb8GOegHTCrzSxGg7jRWG2rEDBjNXodn9frzW3XmnONIr2V1xIxjEoWazm3JC/bb8Y52ahGmz1jxHOhTJvEatt+S2OsSAAAQhAAAIQgAAEIAABCEAAAhCAQOsQqB+xGpWrSdmo/X9s9535c9u3n24oIAIrwrsFYjUiIosJv0y4acVq3FZ+sxzhV0iEzvvAvjvYbErT9vnM2Bm5usOCplICUX5NmaItLgVQRsaqLyHwwIJhtl/kYKsos3zOTdL400xmcGw5AsRqRb5a6AQCEIAABCAAAQhAAAIQgAAEIAABCNQSgfoSq6FcXRUezBRZkl1/ZwuO3sMG2Lt275X72GGvt9aSlSZWMyfIZw6aigq81hCrW4aHZUUPUCp0eJUTq5uaL1Pg6MW0z6FaqcOr0ohVd8BWU1ZtMK4Tq+F7zgfr0K3muWTKIwTZqDkHgjWJ1fD9Jpm9ZVbSF8+85fCq1vp6o18IQAACEIAABCAAAQhAAAIQgAAEINB2BOpPrHq5euRAm3xuRlLmX01ZiN1ftyv+8zA7u9V4pxWrCiBSZzWScVtZsbqr7W06tOlb1jdn7uFJ9s2yNGzjZWp+jVEzyxG1Eag+q/PND+y7W2yafTNHzkYZBLVfdUOaUgDZdgOahhDHF9e3y7b/wEnrrZw4zY0tW/7AvezLGjS1WXSPnb30+3bZOn/J1rINa9Oaidk9NviKs+y7PZUBnXSwV+5hX/n8Iuxb7ZmkYwhAAAIQgAAEIAABCEAAAhCAAAQgAIFKEKhPsSoy/Qfa4MXv2rxYSs3bu7/xi18ktKkEXvrIEogrLQAeCEAAAhCAAAQgAAEIQAACEIAABCAAAQjUKIH6FasFFyQjVvs9vY/tdPu7Nbp0NRY2YrXGFoxwIQABCEAAAhCAAAQgAAEIQAACEIAABAoR6Jhitf+l9s+frWu/a6pnyiPSBgQQq20AmSEgAAEIQAACEIAABCAAAQhAAAIQgAAE2opAhxSrg4++w+5ccYbtdCfZqm31oDEOBCAAAQhAAAIQgAAEIAABCEAAAhCAAATqiUAHFKvfsp8dsKX9v/tuorZqPT3JzAUCEIAABCAAAQhAAAIQgAAEIAABCEAAAm1IoOOJ1YKHWrUheYaCAAQgAAEIQAACEIAABCAAAQhAAAIQgAAEapZAxxOrNbtUBA4BCEAAAhCAAAQgAAEIQAACEIAABCAAAQi0FwKI1fayEsQBAQhAAAIQgAAEIAABCEAAAhCAAAQgAAEI1AwBxGrNLBWBQgACEIAABCAAAQhAAAIQgAAEIAABCEAAAu2FAGK1vawEcUAAAhCAAAQgAAEIQAACEIAABCAAAQhAAAI1QwCxWjNLRaAQgAAEIAABCEAAAhCAAAQgAAEIQAACEIBAeyGAWG0vK0EcEIAABCAAAQhAAAIQgAAEIAABCEAAAhCAQM0QQKzWzFIRKAQgAAEIQAACEIAABCAAAQhAAAIQgAAEINBeCFRdrLYXEMQBAQhAAAIQgAAEIAABCEAAAhCAAAQgAAEIQKAUAr1WDrTevXtbQ0NDKbe5tg0ff/xxY6l3NTY22rJly2x593dtq/67lHo77SEAAQhAAAIQgAAEIAABCEAAAhCAAAQgAAEIVJXA64ufMsRqVZeAwSE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oAABCAAAQhAAAIQgAAEIAABCEAAAhCAAARqjQBitdZWjHghAAEIQAACEIAABCAAAQhAAAIQgAAEIACBqhNArFZ9CQgAAhCAAAQgAAEIQAACEIAABCAAAQhAAAIQqDUCiNVaWzHihQAEIAABCEAAAhCAAAQgAAEIQAACEIAABKpOALFa9SUgAAhAAAIQgAAEIAABCEAAAhCAAAQgAAEIQKDWCCBWa23FiBcCEIAABCAAAQhAAAIQgAAEIAABCEAAAhCoOgHEatWXgAAgAAEIQAACEIAABCAAAQhAAAIQgAAEIACBWiOAWK21FSNeCEAAAhCAAAQgAAEIQAACEIAABCAAAQhAoOoEEKtVXwICgAAEIAABCEAAAhCAAAQgAAEIQAACEIAABGqNAGK11laMeCEAAQhAAAIQgAAEIAABCEAAAhCAAAQgAIGqE0CsVn0JCAACEIAABCAAAQhAAAIQgAAEIAABCEAAAhCoNQKI1VpbMeKFAAQgAAEIQAACEIAABCAAAQhAAAIQgAAEqk4AsVr1JSAACEAAAhCAAAQgAAEIQAACEIAABCAAAQhAoNYIIFZrbcWIFwIQgAAEIAABCEAAAhCAAAQgAAEIQAACEKg6AcRq1ZeAACA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qgXAr94922775PFVZ/OmsZG+3z5Ctu973p27dDh1qNTp6rHRAAQgAAEIAABCEAAAhCAAAQgAAEIQKDeCCBW621FmU/VCJz5zpt2bzsQq42Njbby089szVerbZ3u3W3q9rvYsJ59qsaFgSEAAQhAAAIQgAAEIAABCEAAAhCAQD0SQKzW46oyp6oQaI9iVSA27NXbnv/WKOtcFSoMCgEIQAACEIAABCAAAQhAAAIQgAAE6pMAYrU+15VZVYFAexWrDQ0N9qsthtuJGw2qAhWGhAAEIAABCEAAAhCAAAQgAAEIQAAC9UkAsVqf68qsqkCgvYpVoThg4CZ2wxbbV4EKQ0IAAhCAAAQgAAEIQAACEIAABCAAgfokgFitz3Vt17NavabRPly+wlY3rrGeXbta3x7d23W8scEtW2C2YpHZquVma74yW/OFvd7Y3X6wdK2qzyWsseqDQaxWfVkIAAIQgAAEIAABCEAAAhCAAAQgAIE6I4BYrbMFrYXp/P6JZ+3nf37EdHp99Fq3Vw/r3qWre7lLp0627Yb9rU/3bu7v63TvZtsPHOBe17VJv3Vs437rZLvo16OH9ejapXURfPGJ2Sevm6380CwS/5vW0/b5tPqSGLHauo8AvUMAAhCAAAQgAAEIQAACEIAABCAAARFArPIctCmBp+f/2464+S77eMXnrTpu504N1r93L+vUkJGwkrLbbNjfOjdJ2U3X7WdDvtY3K3CHDehvkrrr9uxpDQ0JoS37t9knr5l9FR/7V9ZgXwSuuFtDo4Wad7WZLW9ssEWNnWzums42e3Vne3F1F3vyq4xIrtSFWK0USfqBAAQgAAEIQAACEIAABCAAAQhAAALJBBCrPB1tRuCj5Z/bQZNvt5feW9RmY5Yy0NU/2ttGfWOIdbIG69dlpfXs9JVZ1z5m3fqafTbP7OPXzNasKqXL4m3XHW7WcwN77uN37NCFHxRvn6IFYjUFJJpAAAIQgAAEIAABCEAAAhCAAAQgAIEWEkCsthAgt6cjoF3zF0ybYVc//nS6G6rQ6vcH72O7bzbEOjWutn6f/9N6rXq/IlF8aWafNzaYcmf9n+4NjeYTY1dag/3+i+529Rc9KjJenFj9/oCB9sdhO1akfzqBAAQgAAEIQAACEIAABCAAAQhAAAIQoBQAz0AbEZj59nw7/OY7bcWXFc74rGD8lRarnzQ22JLGTjnlAdaY2YLG1isDIBxxYnXEuuvbg9vtUkFadAUBCEAAAhCAAAQgAAEIQAACEIAABDo2ATJWO/b6t8nsl65caYdOucOeeefdNhmv3EEqLVbTxPGVmX3ZZ4it6TnAnly62P6/xZ+kua1gmzixusPX1rPp2+/a4r7pAAIQgAAEIAABCEAAAhCAAAQgAAEIQCBDALHKk9DqBP7P3560i/4y09aoHkA7vqohVh0O1XDt2seeWbnSDv9YR1y17EKstowfd0MAAhCAAAQgAAEIQAACEIAABCAAgTQEEKtpKNGmbAL//OAj2/+G22zhp8vK7qOtbvw/+42yvbcaap0a11Skxqq2/b+1prMtWNPJffysscH+taazrWVmAzutts07rbGNO6223tboygOozuoLq7u0eLqI1RYjpAMIQAACEIAABCAAAQhAAAIQgAAEIFCUAGK1KCIalEtACapnTn3IJj/9QrldtOl9l+w70vbbZquKidWk4JWTqsOsPmjsZIu7rG0fNXS3//l0uc2ugFTVmIjVNn1sGAwCEIAABCAAAQhAAAIQgAAEIACBDkoAsdpBF74tpj1rwXt20OTb7dOVX7TFcC0eo63Eak6gfYea9drIPlq2yEYsWNziOSBWK4KQTiAAAQhAAAIQgAAEIAABCEAAAhCAQFECiNWiiGhQDoFVq9fYSXf/2f70wivl3N4m91y490j7/9m7FyDL7vo+8L97b99+z7M1M5JGsjQSGvQyLwmwsJnNKrzsNWDZMatgDBiUbKXsCmSXXcVxcG1MNl5V8BpTm2QrHnDAZJOysWVcZR4xYFa2eQqEDRIgHjNGmtFIMz2ann73fW2d23277+33v6enbz8+twokdf/OOf/z+f+uVPWd//mfH73qQBz/0tfjz779vbgcwerUzOrUZ2r5GKrl4olqIfbkqnF1rhqFXMTBXLZhQMTHS53xLyb61uW+rVhdF0YnIUCAAAECBAgQIECAAAECBAgsKyBY1SCXRWCzr1Z98bVXx++87pVxaFd//NevPxq/9snPrXuwmoWqpVquvrfqhVouTtfy8XClGJ8uFeO71cJlcc9OKli9bLROTIAAAQIECBAgQIAAAQIECBCYFRCsaoZ1F8j2Vn3Hgx+PD33lb9b93Ot5wrfe+bx47oGB+Nijj8cXf3gqfvM1PxE/ffttkYtq7B36RvSMP9lyuXxnd+Q7sldPXdqnFhFDxT0x1HM4/nx0OP6PZ0cv7YTzjhasriunkxEgQIAAAQIECBAgQIAAAQIEFhUQrGqMdRf4xlNPx+uO/5c4Pza+7ue+nCf853f/RLz5xc+Pjnw+dvd0RU+xOHu52uRQTD72x5GrlaJr78GIXC5pKJWp8ahVKtHR3Td9bHFXxO4jcaE0FS98cn32Vm0MSLCaNDWKCRAgQIAAAQIECBAgQIAAAQJrEhCsronNQcsJjJfK8ez46kPVQi4fV/T1RiGfFla2YxYqZx6JqdOPRJTGI5fPRa5jJnytRQxXKjES+Riu1mIi3xHfzvfGs/lifKvWFZ8s7K0P98bqeNydG4ury2PRWS3HZ7oOxGejf11vRbC6rpxORoAAAQIECBAgQIAAAQIECBBYVECwqjEIrJPAP/7Bo/Hnw+fX6WxrP41gde12jiRAgAABAgQIECBAgAABAgQIrFZAsLpaKXXrKjA6Ohpf+sIX4uLFi+t63nae7E9/9DnxF2ND7RxC/dqLBatH8h3xq+cnVhzb7t2746V33RV9fX0r1iogQIAAAQIECBAgQIAAAQIECOxkAcHqTp79Nt37yMhIfOj3fi/OnT3bphFcnsue+IV74v+bGLk8J08462LB6pWTpfi5L6zuZWJXHDgQb/mlX4r+/vXdoiDhFpQSIECAAAECBAgQIECAAAECBDa9gGB100/R9hvgqSefjN//8IdjcmLlFZRb6e63S7CaLxTiH77xjfGcm27aSvzGSoAAAQIECBAgQIAAAQIECBDYUAHB6oZyu1gmIFi9vH1wqStWs9G94d5745Zbb728A3V2AgQIECBAgAABAgQIECBAgMAWFhCsbuHJ26pDF6xe3pkTrF5eX2cnQIAAAQIECBAgQIAAAQIECGQCglV9sOECiwWrP/tzPxd79+7d8LGs5wX/VXk4PjPy7Hqeck3nWixYva1/d3z40JFFz3f69On45Cc+0fI7K1bXRO8gAgQIECBAgAABAgQIECBAYAcJCFZ30GRvlltd72B1qlaL4Uotak032JfPRU8+t6G3LFjdUG4XI0CAAAECBAgQIECAAAECBAi0VUCw2lb+nXnxSw1WswD1qalKPDlViYuVapSbE9Um0ixX7c/n4+rOfFzb2RGFy5yzClZ3Zj+7awIECBAgQIAAAQIECBAgQGBnCghWd+a8t/WuLyVYzcLU702UY6Jai3xE9Bey/48YrlRnV6xm+Wl3Plf/X/bzLHjtzOXiR7oKcWN3R1yufLWdwepNMRmvzQ3FXTEWN8Zk7I5KlGq5+EGlEH9e6o4v5A/Gvz14dNF5txVAW78OLk6AAAECBAgQIECAAAECBAhsUQHB6haduK087LUEq+PVWnxjrBTPlqvRkcvF4c5CXN9ViO+Ml+NMqRK9+VxUI+rhavb3WV1/IRfP6+2MC+VqnJgsR3aOvkIubu8pxt6O6UB2PT8bHay+orcn3nvVNbGrOhW5k617pM6/r8ylXNgV53t+NEqF3S2/FqyuZxc4FwECBAgQIECAAAECBAgQILBTBASrO2WmN9F9pgar2eP+Xx8t1YPRA8V83NJTrK9G/eZYKU5PVWJfRz5e0FeMh0dKUarV4kV9nfHEVDmemKzE7kI+7ugvRjGXq690PTlZjkLk4paejriqs7CuKhsdrBaiFv937sl4ZQzXV+82fyYjF8WYXtXb/Jkq7I1zfXdENVec/bFgdV3bwMkIECBAgAABAgQIECBAgACBHSIgWN0hE72ZbjMlWM1C1UdGS5G9oOr6ro64qbujfitZQPr4eDl2zQSn2aP+nx+eqgerd/R11lerfmu8FD+crNTD2Bf2dda3AMj2Zv3WeLm+svX23o44VFy/cHWjg9XGnP5ojMfeqEQ5C4xjMvZFOf7baC4qlWr8Ss9ovLw4GX256Y1oK/meONd7R5QK/YLVzfSlMBYCBAgQIECAAAECBAgQIEBgywkIVrfclG39Aa82WM3C1K+OlGKkWq3vjXpD13SoerZUrW8LkL2M6oV9xfqq1OwzP1jNosRHRqfiXGn6+Ox/2efpUiW+OVaOjnnHX6psO4LVO2MsXpu7GP9djMThKEW2irXxmazl4ulqPr5W7oyXdZbjYK4kWL3USXY8AQIECBAgQIAAAQIECBAgQGBGQLCqFTZcYLXB6mPjpfrj/Nkn2xv1YLEQVxUL8e3xUlyoVOtbAlzT9Dj//GA1Oy5b8fq10VL9kfjn9Rbrxz1dqsZQuVrfkzXbRuAl/dOrWS/1s5HB6n/a3xUvP3g08lPDUTvx8VUP3YrVVVMpJECAAAECBAgQIECAAAECBAgsKyBY1SAbLrCaYPWZmVWpXfmInpmXUZXnFmPW90zNXlKVz0X053ORy0Vkx1RqEYeK+fo/j1Zq9X+eqNVisjp3cBayZi+vyv56vlKN53YX47quS98SYCOD1f+wrydetWt35C58L2L4icj2VH0yOuN70RVHYjJuiMmYXp87/5OL4a7rYqj75tlf2GN1w78CLkiAAAECBAgQIECAAAECBAhsAwHB6jaYxK12C6sJVr82OhWD5dZVqc+Wq5GtYh2r1qIvn4+Jai2qMR2eNmWusxzZKtRsu4AshM1C2SyEzV5ale2rmv3uQrkaj4yVojuXiztnXnB1KZYbGaxmj/z/ZAxHR9Ti0eiO70bX7NBrtVr0Dw/FP+wYjp/tHo/nFMotIWupsDue7n+ZYPVSJtuxBAgQIECAAAECBAgQIECAwI4XEKzu+BbYeICVgtUsQM1eWNVbyMVLmx7TH5p5rD9bqZr9fP5nsa0AGjWPjpXidKkSt/YU43DT9gF/M1qKs+VK3N5bjCsv8UVWGxmszr/3bH/V18TFeEluLLKXWXXVqnGyUohHysX4Yqkrfq1/NK7LTdUPGyteFed7ny9Y3fjWd0UCBAgQIECAAAECBAgQIEBgGwkIVrfRZG6VW1kpWP3uRDl+MFGOI90dcXTmhVPZvf1wshLfmSjFtZ0dcXPPwgfdlwtWT01V6qtdsz1Zs71ZG58z9RdZlep7t97WO/fztVi2I1j93YFdcfeBI5EbORVx6i9XHHY11xmDvc+PyY4BweqKWgoIECBAgAABAgQIECBAgAABAksLCFZ1x4YLrBSsfnV0KrJVq8/v7YwDxWwn1OnPt8fL8cRUecGq08bvlwtWG6tds/1YX9y02nW8WouvjEzVtwu4a9fCVbApOO0IVn9rT2f8zBXXRu7iiYhz36wPN9sWIfvfnNzcXdQiHxe7b4rhriOC1ZTJVUuAAAECBAgQIECAAAECBAgQmCcgWNUSGy6wXLCaBYKfH56s74l6R19n9GebpM58sn1XL5Rr8cK+YuzrWBgbLheslmq1+NLIVH1v1Zft6qr/tfHJgtVs39b510uFWUuw+rL+vXGouPpAtxoRj42PxHcnxmaHlz36vzcqUYlcfCe64lytEIXhi3FXbixe0zkZL+goxdGOchRndqIdK14d53ufJ1hNnWD1BAgQIECAAAECBAgQIECAAIEmAcGqdthwgeWC1ZFKLbIVq9kK0pfNW0H6heGpmKotHYAuF6xmN5kFq9kLr+YHqNn+q2dK1XhBXzEGFglsVwu0lmD131xzU7ywb9dqLxFZQPwHg2fiI4NPLXnMTbWJ2Dd2MWqVLIad/jywezSuz03W/z5brTrU/dzZ350+fTo++YlPtJzvDffeG7fceuuqx6WQAAECBAgQIECAAAECBAgQILDTBASrO23GN8H9riZYzR7R38hPRy7iBX2dccUGB6uNe/zlg9fG2w8cjs78Yg/wR3x/Yixe/92vL0oyEOX4lb6OuL10Np5bGoz+mAtU5x9QzRXjfO8LYsIeqxvZXq5FgAABAgQIECBAgAABAgQIbEMBweo2nNTNfkurCVazWPVg0/6q2T09U6pGpRZxqJiPfPOz/DM3vNLvz5WqUVrk+Gw/1yzIbWeweilz9qlDe+LowVsiBr8Vtae+sMKpcnGx64b6PquNjxWrl6LvWAIECBAgQIAAAQIECBAgQGCnCghWd+rMt/G+lwtWGy+TyoaXvWSqpylBzfZYHarU4kV9xdhTSNtjNTtftlVAuVZbcN5s64HhyvQWAbua9nRNJVrLVgCp11is/meL5fgnffkYGzsXj5YqMVbLxeRUKY7kSnE4X4lrCpXYlatFx8weq+PFQzHY+0LB6nrgOwcBAgQIECBAgAABAgQIECCwYwUEqzt26tt348sFq9mosr1QRysLX1KV7YX6VKkSt/cW48piYcENLLfHahacZgFqFtS+tH/uZVGNl1plJ8t+nu3tutZPu4LV+eOt1WoxcXE4quXK7K/+av/5uCk/vcfqePFgDPa+SLC61ol2HAECBAgQIECAAAECBAgQIEAgIgSr2mDDBVYKVrMA9dRUJZ7bU4zruuYC1JOT5fjuRDmu7+qIm7o7koLVM6VKfHOsFAeLhXheb3H22MFyNf5mtBR7O3Lxor65wHUtKFslWPXyqrXMrmMIECBAgAABAgQIECBAgAABAq0CglUdseECKwWrjRB0byEfdzatLs32Qn1ktBQ3TX4p7nj2P0auOjXzcPv0LVRq0y+8yudy0Vh32vhrtjdrNWpRyOWieROB7DVP2XHzf74cSi3fFZO7XhrDh94c1cLu2dKtEKxWcx3xbM/tMV68cnbc9ljd8K+ACxIgQIAAAQIECBAgQIAAAQLbQECwug0mcavdwkrBahaPZtsBjFVq8fy+Ygx05Osvl8pWsT45VYmX7S5HT0d/W247F9UoVgaj95kHI0a+H+ev+1eRBa3Z573V0XhodKgt42q+aLVWi/NDQ1Ga2QqgFrX4633n48bcREx27IuzfS+JmI2eIwSrbZ8yAyBAgAABAgQIECBAgAABAgS2oIBgdQtO2lYf8krBanZ/fzdZie+Ml6KvkItstWkWrGaBa7YC9bq+jnj+7p6o1uYe6d8ok2z/0lK5HLVaNfYMfjRKhStjYvdd9ctP9fREX23te7RejnsYjVrc9egX40tXjMd1ueG40H1zjHZe23IpwerlkHdOAgQIECBAgAABAgQIECBAYLsLCFa3+wxvwvtbTbCahahfHpmK7PH/jlzEoWIhruksRH8hV//5Kw7kI995RVvuLttxYGx8LDor56Lz6T+LkYNvrI+j1N0d3dneApvlk4s4WS3Hz3z7q/HVK0bjUKFWX61azbUG0oLVzTJhxkGAAAECBAgQIECAAAECBAhsJQHB6laarW0y1tUEq9mtni9X4+ujpfpK1dt7O+rhavb54WQlrusvR3/voYhce1aIjo1PRJRHY9ff/V9x4Zp31ce12VasTuUi/vWZE4lMwNYAACAASURBVPHYhdPxZ/uGI7oOx8WuGxd0kWB1m3yx3AYBAgQIECBAgAABAgQIECCwoQKC1Q3ldrFMYLXBalZ7crIc350oR0cuF7f3FONAMV8PWoudlch3zL04aqNly+VyRHkidv/wtzZlsDqWj/i109+Pzww+E/9291Tc2z0Z5/vuiHK+R7C60c3iegQIECBAgAABAgQIECBAgMC2FBCsbstp3dw3lRKsNoer2drU53R3xPVdHbG7txKVjv1tu9HJqVLE5LnoOfNfY/jQ2+rjeKQjYrIwvaq2XZ9KrRZfu/hsfPTMkzFSKccv9JTigf6hmCpeGc/23LbosKxYbddsuS4BAgQIECBAgAABAgQIECCwlQUEq1t59rbo2FOD1ew2ny5V4rHxckxVa3Ftb1f82EBnVPN9bROYGB+Jnmc/E+WpqRjf98r6ON577lT8l6FzbRtT84WvL1TjN3aX4hUdw1GolWK46/oY6r5ZsLopZscgCBAgQIAAAQIECBAgQIAAge0gIFjdDrO4xe5hLcFqdovj1Vp8a7wUN3SdjyO790Xk2rM6tFqeiMK5z0b+6U/F+SO/GdXC9JYEF6uVuFiptGU2nnPus9F58VTk8vno2bMvOrq6W8YxXjwYg70vEqy2ZXZclAABAgQIECBAgAABAgQIENiOAoLV7Tirm/ye1hqszt7Ws38RB0+/Lwq1qTbdaS5KPc+JocPvjFL3DW0aQ+tl9/7wj6I6fiGK3T3Rs3fhFgmC1U0xTQZBgAABAgQIECBAgAABAgQIbCMBweo2msytcisrBaudTzwZez7zueg6+cPIlUqb/raq3V1x9q2/GFPXHm7bWPf+4D9HrTJVD1U7OrsWjKNU2B1P979s0fHZY7Vt0+bCBAgQIECAAAECBAgQIECAwBYWEKxu4cnbqkNfLljt/dtvxv4/+pOYOnpTjL7qlVHt6938t1mrRa2jEBNdnW0Za9f4qeg+9ZnoKBajZ+++RccgWG3L1LgoAQIECBAgQIAAAQIECBAgsI0FBKvbeHI3660tFaxeUYs48MEPx9Ab/kGMXPcjkc/no7urK/L53Ga9lfq48pOTMV6tRqXcntW1vRcfi86zD0fPnr1RKC4e7lbyPXGu944oFfoXWFqxuqnby+AIECBAgAABAgQIECBAgACBTSogWN2kE7Odh7VUsHr1k6ej+9TpGHzNqyPqoWpnPVzd7J+O8fEYrpTbMsxid3d05kqRq5Uil1/mZV65fJRz3VEqlaM8OdkyVsFqW6bORQkQIECAAAECBAgQIECAAIEtLiBY3eITuBWHv1Sw+iNf+5so335bjFx5KLo6u6KrTY/Wp5jmKpWojE/EWKU9q1U7e3sX3VN18XuoRWliMkoT44LVlElWS4AAAQIECBAgQIAAAQIECBBYRECwqi02XGCpYPXGP/+LuPiTr47J3bujWOyIfG7zr1Yt5CJylXKMT01tuGPX8Jdj3xP/Z+SqrUHpcgMpdx2O80ceiErHwGyZFasbPnUuSIAAAQIECBAgQIAAAQIECGwDAcHqNpjErXYLSwWr1z38SIy/5MUxtW9f9G2Fl1Zl+6tme6tOTsZYaeOD1Z6hz8WeU78duerK15666uejdMXdUXzmkzG0+3+Icte1gtWt9sUxXgIECBAgQIAAAQIECBAgQGBTCQhWN9V07IzBLBWsXvut70QMDMTwLTdHX19f5HKb+6VV2WzlarWIsbEYbsOLq/rP/kHsevr3VtU0E0feEVMHXxOdp/4gRrrviFL3jYLVVckpIkCAAAECBAgQIECAAAECBAgsLiBY1RkbLrBUsHrowsU48KGPxDP3vyti397o7Fz8DfcbPuAVLtgxPhEXpiY2fFi7n/oP0Tf4p6u6bnnfXTF5+Bei49kvxEjn82Kq73mC1VXJKSJAgAABAgQIECBAgAABAgQICFb1wCYRWCpY3bdrV+z/6J9E98kfxuA/+cdRG9gf+Y5l3nS/Se4n2w6gVi7HWKW8oSPa++R7o+fCZ1Z1zcnDb4zJH3l7FJ/5RExOFWJ8z98TrK5KThEBAgQIECBAgAABAgQIECBAQLCqBzaJwFLB6t69eyM/MRH7/+hj0ZNtC5A9Zr8FPtXurjj71l+MqWsPb+hoB37wv0Tn2GNJ16zlOmPo8DtjfO9/L1hNklNMgAABAgQIECBAgAABAgQIEGgVsBWAjthwgeWC1Www7x9/Nr4/NRH5ycmIanXDx5d8wVwuqj3dEfnFV9d2RMSLOrrjNZ19MbBETeo1c9XJGDjxv0Zx/Luph8bwoV+KkQNvEKwmyzmAAAECBAgQIECAAAECBAgQIDAnIFjVDRsusFKw+ssjT8c3ypMbPq7LfcHeXD7+p+49cU/Xrku+VKE8GPtP3B8dk6eSzzV88Bdj5OAbBavJcg4gQIAAAQIECBAgQIAAAQIECAhW9UAbBVYKVr9fLMTuXL6NI1zfS1ci4qtTY/HAhaeiO5eLd/Xsj1d19l3SRYoT34/9J/5F5CsXk88zvvfvx4Vr3iVYTZZzAAECBAgQIECAAAECBAgQIEBAsKoH2iiwUrA60t0V+zuKUYhcG0e5Ppeu1moxOTEZlWo1Rgq5+JVnn4hi5OJ9/QcvKTzuHP3b2P/D34hcZTR5oILVZDIHECBAgAABAgQIECBAgAABAgQWCNgKQFNsuMBKwWq+oxiVjo7oqG6Nl1etBFiLWpTLlajVanE+V4t7z/9dvKt3f/zkJaxa7Rn6XOw59duRq06tdPkFv5/qvTUGb/it2Z+fPn06PvmJT7TUveHee+OWW29NPrcDCBAgQIAAAQIECBAgQIAAAQI7RUCwulNmehPd50rBajbU8e7u6ClvgRdXrdI1C1WrMy/i+n+mLsSF0lT8Wu/AKo9eWNZ37o9i95kPRER6+CxYXTO7AwkQIECAAAECBAgQIECAAAECswKCVc2w4QKrCVZHentioNAR+fTccMPvZ7UXnJicinK5HI/lyvHvLz4T/67/UKx1J9ldT38w+s/+4Wov3VJX7ro2Bo88ENWOffWfW7G6JkYHESBAgAABAgQIECBAgAABAjtcQLC6wxugHbe/qmC1uysO9fVH5zZ6idX4xESMjY3Hk/lq/Or5J+N3+g/FFfnCmqZg75PvjZ4Ln1nTseWuw3H+yANR6ZheMStYXROjgwgQIECAAAECBAgQIECAAIEdLiBY3eEN0I7b36nBaqlUiuGR0TiVq8T9lxisDpz436Jz9Btrmr5qx544f/1vRqn7iGB1TYIOIkCAAAECBAgQIECAAAECBAhECFZ1wYYLrCpY3YZbAVQq1ZiYnIxTUY13D52K9/cfit1rWpFbiyt+8D9Hcezba5q7amF3nD/yb6LUfaNgdU2CDiJAgAABAgQIECBAgAABAgQICFb1QBsEVhOsjvX2xp5sf9VttMdq9vKqqXI5PlcZj4+PPhu/1X9wTfqF8mDsP3F/dEyeWtPxtXxPPHvtP4/JXS8RrK5J0EEECBAgQIAAAQIECBAgQIAAAcGqHmiDwErBai6fj3J3d3RX2zC4y3jJcqUSI9VK/Pz5k/GW7j3xP3btWtPVihMnYv/JX418eWhNx9fynTF0+J/F+J6/J1hdk6CDCBAgQIAAAQIECBAgQIAAAQKCVT3QBoGVgtXJ7u7Y1VGMtb3WqQ03tIpLVmu1GC6X4n3DZ+OLE8Px3r6DcUOhuIojF5YUx78T+0/+y8hXRtZ0fC3XERev/uUY2/caweqaBB1EgAABAgQIECBAgAABAgQIEBCs6oE2CKwUrA7u3xM39a1tNWcbbmfFS45XK/HIhfPxm2efiJNTE/EzXbvin/XsW/G4pQp6hj4Xe079duSqU2s+x/ChX4qRA28QrK5Z0IEECBAgQIAAAQIECBAgQIDAThfw8qqd3gFtuP+VgtVfHnk6vlGebMPILu8lcxHxY8We+N97r4ieXPZPa/v0DX4sdp/5jxG1te+VMHLg52P40NsEq2ubAkcRIECAAAECBAgQIECAAAECBEKwqgk2XGCnBatduVxcne+In+vaFT/d2R/5SxTvf+b/jV3P/P4lnWV879+PC9e8S7B6SYoOJkCAAAECBAgQIECAAAECBHaygGB1J89+m+59sWC1TUNx2SUE3nDvvXHLrbfyIUCAAAECBAgQIECAAAECBAgQWEJAsKo1NlzgqdOn48Mf+lBMjI9v+LVdcGWBru7u+MU3vzkOX3PNysUqCBAgQIAAAQIECBAgQIAAAQI7VECwukMnvp23XalU4r998pPxlS9/OWq1WjuH4trzBHL5fLzkpS+NV77qVVEoFPgQIECAAAECBAgQIECAAAECBAgsISBY1RptE8hWrJZKpVVdf3h4OP7Thz4UQ0NDC+r37NkTb33LW2LXrl2rOtd2K1pPm86urujq6tpuRO6HAAECBAgQIECAAAECBAgQILDuAoLVdSfduSfMQtIffP/7MTU1te4Ik5OT8eWvfCUmJyYWnDt7dP0lL37xmgLBcrkcTzzxxKoD3nW/sZkTFovFuPbaa6OjoyP5EpfLZqWBdHZ2xg033hjZ2H0IECBAgAABAgQIECBAgAABAjtNQLC602b8Mt7v8MWL8YHf/d1FV5Vexste0qkr1WqcO38+su0J2vnJHru/Yv/+KOTz7RxG0rWzlcJv/0f/KHbt3p10nGICBAgQIECAAAECBAgQIECAwHYQEKxuh1ncJPewFYPVbI/X8xcuxORlWGWbMi3dXV2xb8+eyOVyKYe1tVaw2lZ+FydAgAABAgQIECBAgAABAgTaLCBYbfMEbKfLb8VgdTv5b/S9CFY3Wtz1CBAgQIAAAQIECBAgQIAAgc0kIFjdTLOxxcciWN3iE5g4fMFqIphyAgQIECBAgAABAgQIECBAYFsJCFa31XS292ZGhofjA8ePx4Vnn23vQFx9QwSuvOqqePNb3xo9PT0bcj0XIUCAAAECBAgQIECAAAECBAhsJgHB6maajS0+lmqlEh/9wz+Mbz322Ba/E8NfjcCL7rgjXvu610VsoX1hV3NfaggQIECAAAECBAgQIECAAAECqxEQrK5GSc2qBZ46fTr+8+//foyOjq76GIVbT2D//v3xpre8Jfbt27f1Bm/EBAgQIECAAAECBAgQIECAAIF1EBCsrgOiU7QKnD17Nv7kj/84spC1Vqvh2UYCuVwujtxwQ/z0a18b+/bv30Z35lYIECBAgAABAgQIECBAgAABAmkCgtU0L9UJAuVSKcbHxxOOULqZBbJQtae3NwqFwmYeprERIECAAAECBAgQIECAAAECBDZEQLC6IcwuQoAAAQIECBAgQIAAAQIECBAgQIDAdhIQrG6n2XQvBAgQIECAAAECBAgQIECAAAECBAhsiIBgdUOYXYQAAQIECBAgQIAAAQIECBAgQIAAge0kIFjdTrPpXggQIECAAAECBAgQIECAAAECBAgQ2BABweqGMO+8iwz+6Tvi1b/x10vc+Jvigw+/M56301i+/r64876PxI//+qfid143sH53/8zH4h0/dSLePmP6t++/M9724R1qvH6qzkSAAAECBAgQIECAAAECBAgQWFZAsKpBLotAPVj99N3xqfe/PlojxMH42D99dbwn3r3I7y7LUDbJSWfu+/PZcNY59GwOVrPw9oNHmmz/Nt5359sijj8c73xBRMwLYTcJjmEQIECAAAECBAgQIECAAAECBLacgGB1y03Z1hjw0sFqxHK/2xp3t4ZR1gPNz8bdx++Oz973njjSCDrXcKoFhzSFpYefGYyBg81R9rxgdT2u5xwECBAgQIAAAQIECBAgQIAAAQIhWNUEl0Vg1cFqIxQ8HvG2+z4Sbzr+cNz9UPYoe+uwWh+fb179GfGm4x+MuO8DceTjvxOvP5gFiR+IIzMBZtQfuz9VX7X5keZTvmxuxWx9rCffHh+Mt81cd3pF6eGm7QyycdVXfMZMMDxvm4Pm3y8G2uxxKntUPz4YD//Tuc0Qssf3P3D9B+PuT78t3lNf1ZrdV+Oarfc789u57RRaVqFO1554W3bsdKjauO+64Y/91dy2ATNbE8yNt2kl7YLfRUST2WVpGiclQIAAAQIECBAgQIAAAQIECGwhAcHqFpqsrTTUVW8FUA8F3xN//ebpoHF6b9aId9dD0pk7ngn5GkHj/D1Ep//5x2eOmQkTm0PAZwZj8OBAy5YE00Hm9F6njf1gG+dv/PNsmFu//onZMQ3OXxW64uP102HnZ18xs7dq/XzRss9s6z1ERMs1B2PwmYEYaHg0wt2Tb58OZ5cMVjO/JbYC+PiR+MBPvSemg+fpFa71MXzv3fGpfxnxG/N+1zjPR2bmaSv1orESIECAAAECBAgQIECAAAECBC6HgGD1cqg652xYuThF08rIxiPyM0Hq4oFsazhYDwCbV3y2nGPpR98XvFCrOcxt3g92QfA5swq2OeydCSznVsE2gt1F7njR8zXte9oINZe8p9aAefYKjfB4zcHqZ+Pu+QF2tj9rPVid97vFxqjPCRAgQIAAAQIECBAgQIAAAQI7WECwuoMn/3Le+qr3UV2PYLUecjZvBdAaWi5YgTovJFww1mWD1cbj9UuHw/Ndp1ejLqLdtPpz2bD4dLbC9SMRTfUtY16vYLUxxHlz0vjxgjFezgZybgIECBAgQIAAAQIECBAgQIDAJhcQrG7yCdqqw9vQYHWFFauLBYLNP0sKVmPmJVTNKz2XCCKn526JFbTzthdYLlj9iS++I17dvKK2sRVA42frFaxmY7Jidat+5YybAAECBAgQIECAAAECBAgQ2GABweoGg++Uy11SsJq4x2rrvqwLg8z5e7JO7186twI0PVht3pu08WKpJbYCWGQ/1ebA9cTMHqcrBqvNJo19aS95KwB7rO6U76P7JECAAAECBAgQIECAAAECBNZfQLC6/qbOOH9F5XIii6z2XOzR+dkXSdXP1Qgzp0/8429+U8SHT8zsF7rYCtHW+voj9cc+Ww9Xs/P+evxG64rQlfZYbQSz01ePd3/81yP+9avjPZ9v2h6geZzPmX4x1/zP7Mui3v/6OLXsvrEzL5ZqbCeQBaozL5iqv/Tr3hPxjp86EW9/+J3xvBmbE297ON75glaruuGP/dVcbct9ZLVN41/wu4hofiGYLidAgAABAgQIECBAgAABAgQI7HABweoOb4Btcfstj8JviztyEwQIECBAgAABAgQIECBAgAABAptcQLC6ySfI8BYRmLeitHnl5wAwAgQIECBAgAABAgQIECBAgAABAhsgIFjdAGSXWH+B1u0C5j+Cv/7Xc0YCBAgQIECAAAECBAgQIECAAAECzQKCVf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BN3POQAAIABJREFU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aHOwejpuPvCSyOXyicNWToAAAQIECBAgQIAAAQIECBAgQIAAgfYI1GrV+PbZL0ffxNXR398fuVwueSC58+fP11KPqtVqMTIyEqOFp+OaK26MXV37U0+hngABAgQIECBAgAABAgQIECBAgAABAm0RGJ48H0+e+370VQ61J1g9N3w6dh3ojOcceIFVq21pARclQIAAAQIECBAgQIAAAQIECBAgQCBFIFut+r2zX4/hs1Nxxa42rVh96qmnomN3KXYP9MaVe66P/s69AtaUWVRLgAABAgQIECBAgAABAgQIECBAgMCGCGSB6sjUhTgzdDIuDo5F+WIxrrrqqvasWM2C1WxLgJ49hdhzqDvyXZlB8s4CGwLnIgQIECBAgAABAgQIECBAgAABAgQI7GSBXFQnI4aenojxoUo9UG17sJrtuepDgAABAgQIECBAgAABAgQIECBAgACBrSCQvayqbcHq6OhonD59ur5iVbC6FdrFGAkQIECAAAECBAgQIECAAAECBAgQyAQawerVV18dfX199X9O/eTOnz+fvNw0C1KzYPXMmTMxPDwc1Wo19brqCRAgQIAAAQIECBAgQIAAAQIECBAg0BaBfD4fu3btiiuvvHLjg9WJiYl45plnYmhoKEqlUlsAXJQAAQIECBAgQIAAAQIECBAgQIAAAQKpAsViMfbs2RMHDx6M7u7ujVuxmg00C1MvXLgQ58+fj7GxMatWU2dPPQECBAgQIECAAAECBAgQIECAAAECGy6QrVbt7e2N/fv3x969eyMLWdfyWdNWANmFssf/Jycn6+HqxYsX639fqVTst7qWWXAMAQIECBAgQIAAAQIECBAgQIAAAQKXVSDbR7VQKERXV1fs3r27Hqpmf58FrWv5rDlYbQ5XsxdYZatWs1Ws9ltdyzQ4hgABAgQIECBAgAABAgQIECBAgACByymQBajZ6tRstWp/f/8lharZOC8pWG2Eq9lK1XK5XF+xmn2yl1v5ECBAgAABAgQIECBAgAABAgQIECBAYDMIZKtVs0+2YrWjo6P+17WuVG3czyUHq40TCVM3Q4sYAwECBAgQIECAAAECBAgQIECAAAECywk0QtZLVVq3YPVSB+J4AgQIECBAgAABAgQIECBAYBMKPP5gPPDg44sObODl98V9LxtYdtCDnz8ex/9yMFZTu/iJHo8HH3gwHh84Fvfdd1csf7WV/GbOFUfjnvvviaMrlSf8/vGPPRAPfnv9z5swhA0oHYwvHD8eDw0OxLH77ou71jgZ01bzh9tqt6BvGn24bB80xrf+89AYz9F77o97ZhsnrZ8W/y40ztHsMeM7OP3dW/t3Z+WWWM1cLDjLzFxk4zp29vj0XN58T9z/+vX8Rs2/amNu535en4uBL8Tx4w/FYFP53Bw1bJv6dd6/zy7VVrC6co+pIECAAAECBAgQIECAAAECBCItRGqACVa3U+tcerDa6IeWGHFgIAYHByOaQtO1BasbbZ32nVjsu9AINmcDvlUFyOt3n43rN8LI2aB1uaB0Nlj9B3HbYx+NM8eaw+b1G1vzmVrsnvv4TJh6fdw6cDIey1on+0OeKx6a+UOgo/GKlw/Gp/+yEbc2gtW5EPvoPfdEPPhgZH9k1BqWp41fsJrmpZoAAQIECBAgQIAAAQIECOxQgUVCpPmrWWeCsZhZpdoSnr18OoR5qGlp2XSgMX/F3vzVho0Vq3fGnfFwPLzW41tm7WhM5ypNK3GzsWc/a1r91hy+TB++MKCp//jme+KeeHDeKszWVYezl1/CqGXl3GDrKrwlxzGzonH23PUwLKZX+M5dMI7ddyzOHJ/72cCt18fgYydnA6XZcO2lR+PxLzWvTs7m4lgM1leptszmgnPO2iw6ppmVjDP3NXDz0Xj8249Pr3L8icE4fvxM3PbywXioaWXzssFqfZ4ejRgYjCyPbczB/a8fmFlROxO4xcwq54bnwK1x/eBjcXI5mwV9Oj2PR78zvfJ64VxkJzsa99x3ZTzUsnKy9bjW78LcSu9l/+Bh5vu197q9ceHvLsycYiCO3XNbPPpgY5XmMn22pNPcytL5wWrreAYX6aX74q6mlbRZ32cu198yECe/FTMrmecC+FuPDMZjJ5rufv53ZU0r0RvnbwSr87+XjX+HzP+DgOZ/ruNc8uprweoO/c+h2yZAgAABAgQIECBAgAABAmkC84PV1sdsB/5q+vHugTvujPjqwzFYf9x+LpSbDYdmw7QsGDoaL7358fhSdlx9W4EsyHkormx5zHzmOr29EWNjTWHc6o5vWRE4u6Lt6rg6TsfpmaB08bHfEzHzyHrLariBY/GKAw/Fp+tjvidue+zBeuh49eGI06dmHom+5dHplXOzQd508LPUdQayIPrssblHqWeD1emAaPFxNELCpmDtoSubxta0gm/eOO4amAmYDjQFsc0BV1NgPh2YDc5zH4h1vHJIAAAGKklEQVRGYNZqs/iYZrdwqN/XmTg2E2q3rBRserw8215i5WA1m//s3hsBWbby8L648qEsLGsE54MtoWhjjpYbcyNAnX60fTqozVZkHjs3Hawueo7mrSWaQvGlvgvzHz9fuIq3NSyd/e4MHItjBx6Kh7JH7weOxT23PhoPZqsyV+yz+U5zK0wX3wpgXr82rwbN+uTYmTg+s0VBI1htBM6DWW1jRWnTqte568z/zqfuJzG3JcDAbAi+2mA1YsH9rinYnfs3p2A17b8iqgkQIECAAAECBAgQIECAwA4VWCpYnVkd1gjGGsHqvJWZjXBoOlSKmZWF08fWg8XGY7sLgo7WYDX1+NYVeY17aASrrVM5G4TNjGFwsb1Am4LV5mBw0evMBl7zjGZD5LlVpC0h4+wKy+kVl0uN4777jsbjTatJW/a8bL61+eOImAkuB2ZX7s6FVNmBR+PYzArSRrDa6j4XrLasOq67LRzT7D6884LVuRWrj8ZtLx+Ih/5ybj/RVQWr83qsJVi9/7Z49IEHY3A2/J4L9FpmfRGbaFmJ3dqjjWC1dbV187kH4ljjXpb4Liy/r2fT92wmgG757jT+cKD5DyiW6rMlrr9032aN0VgtPXdPC+Z40WD1/rjtWw/Eg2fnAt+jrzgWg5+eWVl787E4dvaheujd+MOUxR7Bbwk+521HMBdAN4LU+StS5/87at7vG6up532/L2WfVcHqDv3PodsmQIAAAQIECBAgQIAAAQJpAmtZsTq32nLxFavNj/I2rzxc5AVBi65YXfn4lhWrs3szzgWrqwo05wU8c+dcuGK1NYRqXcE5u2J15lH8erA4u7q16eVcSwWrzeNorpndwqAp4GsZ8yLbOLRsN9C6orF5JW7LitXZbQaWWLG69/rYe+FkXGjZVqFpa4fGVgCzK0tnOvDme+K+Aw+1vORsNkSbv3VC87mXDVbneq9+leZH0JexaawOzuaxHhTOrKZurMxsWbE620+t7o1tIVpXrM5beVx/6dsiL1dqXq2cHKwusTJ6gdPCFauz34PZUHneytJGoLvkitX769thzL3ornl7hObtC5YPVpf6d9LiWyY0r15t3WN1+uV0SwSr81bTC1bT/kugmgABAgQIECBAgAABAgQIEEgWuEx7rLaEMYu9XXyFPVZXe3zL/S6yx2q2TrOxwm521ez/394d5DQMA1EA9QVYcQcuABL3X1aCPeIaXAA5iWvHdQXdzUiv6zSZvImy+HLGix3bV3NMh9Du3uq+6+UXqzr77NbjqClYfb4GcMNNLOa6rmfWVtP38vJ1Kd/jJ+s11msrclvQOM123a/WNwjqV68B3nlua7uHFh63Y+dViX3VYQ9c5xB1/zj8dhf4bZZpDcwmnzbT97xidTju3mzcLXCdbGaDm1Cyb3rUPWpd+wrZcUJtNXl7LeXj8zSg9hh7cXwCP88pPk66uR3P9t8rVvvn+afnrAXu/whW59fB+lk6jyiogWQfBVDD2inoHEY6nM7/VEr5eWzTqPXIgtVs2/G8t5utGQXw8IvfHwgQIECAAAECBAgQIECAAAECBKII3A3JtlWGfgTyCBgFkKdXKiVAgAABAgQIECBAgAABAgQIECBAIIiAYDVII5RBgAABAgQIECBAgAABAgQIECBAgEAeAcFqnl6plAABAgQIECBAgAABAgQIECBAgACBIAKC1SCNUAYBAgQIECBAgAABAgQIECBAgAABAnkEBKt5eqVSAgQIECBAgAABAgQIECBAgAABAgSCCAhWgzRCGQQIECBAgAABAgQIECBAgAABAgQI5BEQrObplUoJECBAgAABAgQIECBAgAABAgQIEAgiIFgN0ghlECBAgAABAgQIECBAgAABAgQIECCQR0CwmqdXKiVAgAABAgQIECBAgAABAgQIECBAIIiAYDVII5RBgAABAgQIECBAgAABAgQIECBAgEAeAcFqnl6plAABAgQIECBAgAABAgQIECBAgACBIAKC1SCNUAYBAgQIECBAgAABAgQIECBAgAABAnkEBKt5eqVSAgQIECBAgAABAgQIECBAgAABAgSCCAhWgzRCGQQIECBAgAABAgQIECBAgAABAgQI5BH4Bepa002KLb1g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10" name="CuadroTexto 1"/>
          <p:cNvSpPr txBox="1"/>
          <p:nvPr/>
        </p:nvSpPr>
        <p:spPr>
          <a:xfrm>
            <a:off x="0" y="3221116"/>
            <a:ext cx="9144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 smtClean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NUEVO VOLANTE PECUNIARIOS</a:t>
            </a:r>
            <a:endParaRPr lang="es-CO" sz="2800" b="1" dirty="0" smtClean="0"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8174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219" y="1867167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1078518" y="2390775"/>
            <a:ext cx="6827231" cy="2200275"/>
          </a:xfrm>
          <a:prstGeom prst="roundRect">
            <a:avLst>
              <a:gd name="adj" fmla="val 6162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Complete la información solicitada en el formulario, según el tipo de documento a generar. Y posteriormente presione el botón «Agregar»</a:t>
            </a:r>
            <a:endParaRPr lang="es-CO" sz="1600" dirty="0"/>
          </a:p>
        </p:txBody>
      </p:sp>
      <p:cxnSp>
        <p:nvCxnSpPr>
          <p:cNvPr id="10" name="9 Conector recto de flecha"/>
          <p:cNvCxnSpPr/>
          <p:nvPr/>
        </p:nvCxnSpPr>
        <p:spPr>
          <a:xfrm>
            <a:off x="4562246" y="1490829"/>
            <a:ext cx="0" cy="83327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687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219" y="1867167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3629025" y="2057401"/>
            <a:ext cx="1809750" cy="838199"/>
          </a:xfrm>
          <a:prstGeom prst="roundRect">
            <a:avLst>
              <a:gd name="adj" fmla="val 6162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Realice la confirmación solicitada para agregar el volante</a:t>
            </a:r>
            <a:endParaRPr lang="es-CO" sz="1600" dirty="0"/>
          </a:p>
        </p:txBody>
      </p:sp>
      <p:cxnSp>
        <p:nvCxnSpPr>
          <p:cNvPr id="10" name="9 Conector recto de flecha"/>
          <p:cNvCxnSpPr/>
          <p:nvPr/>
        </p:nvCxnSpPr>
        <p:spPr>
          <a:xfrm>
            <a:off x="4581067" y="1225865"/>
            <a:ext cx="0" cy="83327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7714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744" y="1867167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1981199" y="2724151"/>
            <a:ext cx="5267325" cy="2800349"/>
          </a:xfrm>
          <a:prstGeom prst="roundRect">
            <a:avLst>
              <a:gd name="adj" fmla="val 4461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Descargue o imprima el volante generado</a:t>
            </a:r>
            <a:endParaRPr lang="es-CO" sz="1600" dirty="0"/>
          </a:p>
        </p:txBody>
      </p:sp>
      <p:cxnSp>
        <p:nvCxnSpPr>
          <p:cNvPr id="10" name="9 Conector recto de flecha"/>
          <p:cNvCxnSpPr/>
          <p:nvPr/>
        </p:nvCxnSpPr>
        <p:spPr>
          <a:xfrm>
            <a:off x="4581067" y="1225865"/>
            <a:ext cx="0" cy="83327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7196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data:image/png;base64,iVBORw0KGgoAAAANSUhEUgAABVYAAAKaCAYAAADVtAJTAAAgAElEQVR4Xuy9CZRU1bm3/zaDzApRESUKqEFFRY1o4khCjGjiEAfUGNCron9vnF1eNVFMIhqjl88xJl6j8DnEzzhe1IiYSBSjRsUJZ6IBJAriBAqIIvR//Xb1rt516pyqU9XVXV3Vz1mL1U3VPnu/+9mnm+bpd7+7obGxsdG4IAABCEAAAhCAAAQgAAEIQAACEIAABCAAAQhAIDWBBsRqalY0hAAEIAABCEAAAhCAAAQgAAEIQAACEIAABCDgCCBWeRAgAAEIQAACEIAABCAAAQhAAAIQgAAEIAABCJRIALFaIjCaQwACEIAABCAAAQhAAAIQgAAEIAABCEAAAhBArPIMQAACEIAABCAAAQhAAAIQgAAEIAABCEAAAhAokQBitURgNIcABCAAAQhAAAIQgAAEIAABCECg/gjcc889dvDBB9ffxJgRBCDQagQQq62Glo4hAAEIQAACEIAABCAAAQhAAAIQqBUCiNVaWSnihED7IYBYbT9rQSQQgAAEIACBDkvgqaeeso033ti+/vWvd1gGTBwCEIAABCAAgeoSQKxWlz+jQ6AWCSBWa3HViBkCEIBAKxD4wx/+YMcff3wr9EyXEChM4M4777TrrrvO7r33Xlt77bXBBQEIQAACEIAABKpCALFaFewMCoGaJoBYrenlI3gIQAAClSOAWK0cS3oqjcD06dNtl112QaqWho3WEIAABCAAAQhUmEC1xeqqVavM//nqq69s9erVtmbNGmtsbHQzbWhosE6dOlnnzp2tS5cu7s9aa61lXbt2rTAJuoMABNISQKymJUU7CEAAAnVOoFSxqq3b559/vr344ouOzIEHHmhXXnllVo4dcsghdvfdd7v3Pv30U7v88svtlltusSVLltiQIUPsnHPOsTFjxpiyFW+//fZYukcccYRtvfXWNmHChNj31f9rr73m3t93331t/PjxOe3OPPNMmz9/fjYO/6ZiUb+jR4+O7df3Gb652267uf59RmVS3Ntuu6398pe/zOtXrx122GE2bNgwN2fxUxzhFbbR5y+//HJeP56p3tD9t912m82dO9cxPfLII01z9ldcH4pPbfw8tE6DBg3Ki+WGG26wadOm2cSJE13Madh5bo8++qj17dvXxo0bl8MinJ/6U/tJkybZ1KlTs8/QWWedlR3P9zdlypQc6Sp+uvT8cEEAAhCAAAQgAIFKEaiGWP3yyy9t5cqV7o9EajmXRGv37t3dH4lWLghAoO0IIFbbjjUjQQACEGjXBEoRqxKlo0aNsmuuucZlGnpxKhHoxd+6665rH330kZuzBOC///1vJ9kk9CQVTznlFHe/6mouWLDAtYsKM/+eBO5FF12Ux09jq6+xY8dav379bNasWdk2Gm/kyJFO5Po49KZiPeigg1y7Rx55JHZNvDQOxxQfSVq/Xd3PKSr31llnnRwR6QeQwJQ0VMy69+KLL7ZLL700RwaHbfS5ZLEEcHjpfl1i+fjjj9tNN93k6pJqvkcffbTtscceWZkZ14fmsXTp0px1kgR97LHHcuqbjhgxwj755BO79dZbXczF2EmCHnXUUW5eEtY+nh/+8IdZ2RvOz6/Pz372sywDydxLLrkkG4vWYb/99nPSfvLkyVkMXkiHErldf3ERHAQgAAEIQAACNUGgLcXq559/bitWrDCJVX8pI7WUy2eyhvdIrPbs2dN69OhRSle0hQAEyiSAWC0THLdBAAIQqDcCpYhVCS9lGobZk+Ih4eVlVyhWQ6HmuakPXV7a+fv1MRRmSWOF/SgWSc+bb745KzUl6ST7JB5DsarXJT/VrzJQw2zMaJ/R+R177LFOdkqmlir3omJVYnHmzJn2v//7v1mhGRWrXsRGnzXd+6Mf/chmzJiRk8kpabzDDjtkxWQcd/UVro0+l5AVB5/x6yWpMlnDGAqxC9n4eBXnBRdckJWiYTxa43BMf48X1vro115y/Oyzz85mGJfKvt6+VpkPBCAAAQhAAAKtQ6AtxOoXX3xhy5YtKyhUJVglTVUGICwHoNe1/V/lAKISNipZJVh79+5t3bp1qxisj+47zS60C+yqA9bN9hn3WsUGbOqoLcaoSMwvXmkjZo6yWacOr0h3dFIbBBCrtbFORAkBCECg1QmUIla9wFMmobIT4+pjRjNWtWX9xBNPtF133TVWZrZUrGqLuzI3vRyU6Dv88MPd9vhQrCoTU0JS0k61PaPb8RVHksxV+z/96U9OFJYq96JiVeMoe/fJJ5+MFY9JUlT3eWkcF3soLOP60L06KMpn92qdtDZ+Xr5/SVFlIIditRC7zTbbzF544YWCdVLDeNQ+miWrsX0m69tvv51dB5UjUDasF8mlsm/1Lx4GgAAEIAABCECgLgi0tljVz9DLly/PsgrlqJepelMydeHChfb++++7rFbVXZU4lVCVMF1//fVt8ODB7nPfhxerUcHaq1evitWxr5ZYrYuHi0nULQHEat0ubf1MbNJffmevLpqTekI/3/tk+8YGmye2/+f7b9mvH/5t6v62HjDUzvr+T1O3pyEEapVAKWJVc/T1MSXHlFEoyRrWxwzFqpemf/7zn11N1rh6oIXEqraDR6/vfOc7LmPWS1DJN5UX0PZ+L34l58I41FblBryY86IwehJ9klgNX/fb+aNxnXfeeTkZt/79OLEqCarXTzjhBCeooxmrqlUaXg888EC2lIBej9sKH0pH9RftQ9zCuqmeTyhGv/e977kyDapd68VqMXbR9Y77OgjnV6i9fy/KW+uqEgiI1Vr9LkPcEIAABCAAgfZNoLXEqsSoSjHpo66oUNVrkqkff/yxE6rvvfdeVqbGEdP9kqoqGaXEgvCKE6w63Eo7tlp6yFVxsTrbrhxxrN3qAhprk2edbsMXT7XTLjK74OoDLZPnqjYzbJTec5/79mZ21GSbdarZlafOtSGbT7SJb02w6VcfaJbNlH03t/2umffV7+yrR9iNg6cXzqbNZpQOtKmnjraJTyqe3WzCg1fZgf3DuPT6Rzb11AvNztd7mf6PvdmTzszNrj7N5g4eYhMvnJvp4z2fsRr2H7Bo348/0ZVJALFaJjhuazsCx9xyukluppGrfXv0sXE7H2rf3GS7xACff+clu+WZu2zJ558VnYQfd8q4K4u2pQEEap1AqWI1nK8k6x133OEOp/JZi0niTHJMmZ/Kmgzrb6q/OGGWthSAJKtEqbbW6x5/OFQYh0Sktt9ri7suSd7f/OY3eYcgFcpYvf76653QLVXuJYnVcFv/MccckxWZhTJWC43t69h6aevFqN/eH5ZLEAPPR+2Veaw/KjOgjNbo1v1C7ColVvV8SLwryzi6DhK+qnvry0hQY7XWv+sQPwQgAAEIQKB9EWgNsaqt/6pb74Wnl6r66D+XcNXPXvr5R9v/42qnxpHSoVUSphtssIFtuummpr/rCu8Px1VdfR1wVe5VTKyGctOJSJtss46YmyxWF39kH/Vft0m4epF5nM39wbFmN8yy07fPROrHPW7e6ECeqv1om7FXrkwN55YXb5NYnT74Rhs97zi3ZV9tRv91lE2/eojdkhW+btRArH5kHy1e19btnx+Pm6Pf+h/Tv+7IsqBEQLmPXru+D7HarpeH4ERAYlXXH+c3H0qTROYng0bYKSOPKSpWr3lsSur+NBZilWexIxAoRaxK7PnswZBNUkaipJtOrg8zQ+PkZUvFqqSifmuv7fUqA6AsUC/8fBarDmPyl6SmBG/0EKsksRpus6+UWFUs6uuVV15xmQxehBYSq16Shod1+TlJLnt5Gu1DQvuyyy7LHsClezwfX+ZApRr8QWP+fmVDqHZrIXa+9IKYh5dkqD9gK4wnriar7lNG8bRp01x5hOg6+EPPlMGsZwmx2hG+MzFHCEAAAhCAQNsRqLRYXblypZOquqJZqv7vOrwqlKqlztYL2o022sj9vKZyAdGs1VC0Sq6We7BVMbFqyk79wUR7Isgkda8lZqw2zdbf57JHJVZ9Rmvm/VCsztgzX7iGNV9Dfkli1WXFukzZpqxad1PhjNWmSLKZrrtdMN0kesN4LBCrObVoqb1a6mNdU+0RqzW1XB0zWInVTfptaLMX/dP+vOiNWAi79h1oQ9bZ0L2XRqyeed+v7ckl79pm3de2t1d+mten+tP7vt+0YlVlBj77orlmjjr22bPhe3269UosVxC223DtDWzDvgOy8S1buczmLH47+/eh/Tez3t1758W/cMkiW/jp+zmvl9M27Xhx8/aDF5prXJxzFr3l5rzROhsULOkQTk79PDbnCft05TL38hYDNreRQ3dL/IKJzksNk/jEtf1s5TJ7c9FbNmJw5leohTKkk4IQs7+9+YSdsOfRqb+wlW0dvWbNe9E2Eq++AxLnkHaAUsSqr4N5//33Z+ulSvbtv//+sRmrXoCFNUH1muSYZKi/WipWFYPKAcybN89UBkCXF4eqLeqFYcjEb3sPD7GKE6v+xHqfkVtJsap4FIfilrxU1mghsar2el+Zt1GmOsTLH7oV14eE5jbbbBN7yJjKAahel8oAiIe//9VXXy3KzktbL1EVo2J74oknYuMR47Fjx1rcM+QZxK2DnhdlRp900kmI1bRf3LSDAAQgAAEIQCAVgUqKVWWqamu/v8IM1fDzf/7zn/b666+7TNWWXMpE3WOPPUw1VSVSC8nVfv36lZW5WlSs+gl4Uaqt/QUyVs1vr3cidnf7u9t63xZi1R8u1VSKwI1fIGNVW/zHKzkjUzZg939kDvFCrLbkia2fexGr9bOWdTsTL+0mPnyNvbHkvVgRKkH633uflkoueVE2dfZD9s4nC2MzV384YEvr2623/ce3xpQk+B6YPd0mzZyclbZn7Hx4VpzpvRufudPNQbHuNzw3q8svoNr918NXuXlK7D4w/sasPJVAvOyv19q1b/zNfv2tI+0nOx2cI159H77cgdrpKtZWbL20/tn2+9uJux/t+tV41/39JrvkxfvtpC2/a2fvdVLseH5u6kNr8e0Nhrpx5y5d6IR3kphWnGH2sDKOl3yxLBvLb/c8vqh41NgH3zfRtGb7Dt3Dnpr/glvTm/c+w47Y+ZDYr4uQoxoUmlvIQG39s6HP//H+HLdOmvN1B5xXUOZGAznjrgluHf9x1LWpxez1M2+yK575U/bZ8L9MEGf9IsCvdbk1gUsRqxpLmYXnnnuuE3H6zXd0W324NVzZotrmrjbbb7+9Sf5JCk6ZMiUnizVJrMbVWFUMqjmqa9KkSVl5p4zNPffcMyscfRxhJme4HnEHQUnoRceM1pBNqrGqvsPDsvxYSaUA/PuSwvph2NdRLSZWPVPPMo5pXB8+c9cfHBVXKsFnwvr7JaujJQQUd5SdZ6I6ropHW9O8pFX7aDz+GdIzoSv6DMWJVcU/atQodygZGat1+08/E4MABCAAAQhUhUClxKq29uvnwXAbfrQEgP7+1Vdf2UMPPZStvdqSSStTdccdd8zWXPVyNU6yamz9DFhqzdXmbfO+Xmq4Hd9cNufcY5sySpWlOXmITT/f7MIfzLXjXE3VTPbp6AuHNNUobSoXoC3yTsbOsFFFMlab66imKwXgt/xntvaPtombT7bJdmxzSQE3ruIbZTNG3GhDXL1V/WAqmRrUTh1vmZqxTf2oBEEhsdo8LqUAWvJc18K9iNVaWCVidAQklU6e+YdEGl+e//eSSEWlXnhzmpICSYP5ONVHVCjqPYm/YhmwytL1pQ8k/a44dGJ2OIm+Qb891IrNV/P79s0nufuKtfV9qm1USHrR++zJd8Rmx/rA4uatGCSwf7XfOYlrExenl45xDMOOJMm/NmkfJ6AfPflP2bd0f5pau55PGrm51kW7u/7Dthp/wgOXOkEquTpj/ORY8RydfMg7ur7FHmL/bESl8+3P3G1HPXyFu/2eAyYkivtC/ZcqVn1fvt6ltotHD4GKjqeM0QULFjjhFmaIFps37ycT8Ew33njjvMMLqsFN4lMZrqWssX+GlKnLBQEIQAACEIAABKpFoFJi9cMPP3SyNJSpmpPkZ/jxgw8+cLt7Wpqtqj41luqs6hfWvr9CclVSdb311isRdZOcdIc+NV3uwKmmDNDsln695w+F8jL1icwNR421sTdb/uFVu06wCe7AqmPskCdX2Q+bRKxuac6ULe3wqqxMbYp37FFj7VYblTkgKzg0a6yv5+pkalPZsF3H2liba0PyDq/azSZckDmw6phDn7BV+zSXJvClAGadyuFVJT5YNd0csVrTy9exgu9oYtVnQ2qVoxJNkq+YLC1FrGoMLzOjktIfHlYsC7KQUC70pMbF6fsqJh39vcoivXf8Ddlh9Hq0jEJcDHGyNCnWpLZe7satU1JfYeap2sw/+a5UQlZtk8Rq+F6UR9rvFOWK1bT90w4CEIAABCAAAQhAAALtmUAlxKp+ybx8eaY8XLjlP5SqGeHa6MpAvfDCixUTq5tssonttNMIa2zMHGAV90dx+Uzanj17ul+Gc0EAAuUTQKyWz44725hARxOruwzawV5f/JbLhtQVZiG2hlhVjdLv35HJLPVZmT6zMo34ixOr5cQpUbnfDce5re3FMklVJmLrP/yHi1nZrWKmuqdJ9VKjj2wlxGooNItl2Prxv/Pbw+1Xe59qJ953sdvWr1INxcS1v7eQWA2/RoqJ97gvX8RqG39TYzgIQAACEIAABCAAgXZFoKViNayrGrf1X3I1I1slN81UX1UHmFYqY1UlulT+StJ2zZpmsRqXwerBf+1rX7Nu3bq1q3UgGAjUEgHEai2tVgePtSOK1SN3PsTG3Xq6qzmqreb3jbvaHehUjrBM8/hI+Eloqs6qtu+LueRuWIogqZ+k9Skm+MKMVQnGG1/K1MxMu63+oBvGxx5qlmY7fDXEqgS2hOrrZz1ok/7yO/v507e5tS1WagGxmuYJpg0EIAABCEAAAhCAAATKJ9BSsaq6ql9++WVOCQCftRpK1YaGTEmAOXPm2Msvv1wRsar+t9xyS9t2222b+svIVS9V9TE80Mp/vtZaa7l6q1wQgEB5BBCr5XHjrlYioHqej8z5u81bstAd8hTKtXLFqjIg//uv17oT40NB2N5rrCr7UifGKyvzgFtOzR6SJCaVrrHqlzOs0/nxWQ+5zFFlVo4culvRFY9mrPot8qWI1VeP/7/ZDNRCh09Fg5GsfHPRW9mDq/S+ZKXkZaGr0mI1TeapSi7oUg3Y95Yscgdv6UojgtUuTcZqtJxD0cVratDRMlZ1WNTSpUuNup5pnxDaQQACEIAABCDQoQg01ZvM1p/sAJNviVhduXKlffLJJ46Sl6nRj506KVs1k7Wq61//+pc9//zzFROrOrxqs802cwI1I1Sb5WpSWQDFoYNoe/To0QFWmClCoPIEEKuVZ0qPZRLQtvM/PnuPvbt0YexhQOWI1VBKKizVKtVW8W9usp3VilhV3GFWp+pnKoO1FGFZrK1fsrBeqLa167T58FCoQkubdHiVWBe6ojVWfT9pDoNSvI/OeSLnoKawPECxeVdCrIbMipUu8KUVxNZfYqws4bQyNE2NVZ9xXOqXYkcSqzrwabvttrNLL73Uxo8fXyoq2kMAAhCAAAQgAIGyCGRORG86xCeuh10n2PSr/YnrZQ1RuZsQqyWxjGarNmeoSqY2WChVfb3VhQsX2uOPP14Rsdq5c2fbfffdbeDAga4/L1cbG/W5ZV+LO9CKrNWSlprGEMghgFjlgagqAYmm+2dPt9tmP5iVSyMHf9N22mR7+87Q3XJOoS9VrKrvn951vn2y8jPXt798HczWFqtx27slxXwmaiHwce2UzeuzG3VvMWlY6uFVPp5fPHCpXfLi/e6v0UOzCsWcdHiV5vLzvU92JQzirmicYY3VYjVL/RpOGXdltmsvL4uJylDAFhOi6jxJwnpexQ7aUh9iNG3O4zkHbYXrmiaOJLHq+ymlrEB0PTqSWL388stNclUfuSAAAQhAAAIQgEBbEfBiNT4LdHbTSeVjbXJwInpbxcY4ZuVmrGr7v8SqrjBLNZSrXqyGr3322Wf24IMP2urVq1uMX2J11KhR1r9//6xUzQhWL1kzWayhWNWgviSAygFIsHJBAAKlEUCslsaL1hUiIPl13d9vcgJPQup7Q3e3HTfZruDJ6OWI1T7de2cPQtI4OghK4mmfwTu6rdjXPDbF/jh/Vt6sJPROGXmMy2wt9fJiT/dJ7h05/AeuCwm1aHmDuL69EB4+4Bv2X3udlCOXQ+lZSKxKTt72zN128sw/uCH+ctilqbbzq20oHNMcWuXn4OuFKqN2wt6n2Gcrl7nt+Vc886fELfnROL1YDA/SKiR3vZRVm/2Hj3ahXPbXa906F5qzxpWIPOrhK9w9Kjuw3/DROazDtQnXVG2HDtjcbeO/+6Vp7vnRszVxv3MS7/dcj7/zPNMvDlS/1l9h33rurhlzUcF+fE1ZZaUeOHwfx3nGnL+7ryU9b38Yc3GixC72LLdErD711FPuRNFhw4YVHEbb7x966CHXZuONN7bRo0fb2muvnXhPoX4lRhcsWJB379Zbbx3bp/oqdPn7fL+F5uP78vfo9NdXX33V4sbWe9OnT8/Gus8++xTkFGWkUgVf//rXiy1f4vs+NvGO68eXRIh2EFcioRw26le8wvELlWGIsizEVlzFXZfYK2b/PCU9H+E8fUxJDIo9036M6LoXe9YUg2KNzi3KKbomSSwq/cyU/bBxIwQgAAEIFCVQWKyaWQfMEi0KrQ0blCtW9W/08uXLs1JVIXuBmitXO+W8LqF6xx13VESsapw99tjD/czls1WbM1dXF81a7dWrV8Gfy9twGRgKAjVFALFaU8tVH8H67fmSm2fvdVJBmRrOuFSxqnu9JJSwGr3FHk6kSazqJHZJvNYQqxpXwu+WZ+6yh+Y958bSJfn20z2OLiq9JChfXTTH3XPIdvvmbHPXa3r/gTcfK7hFX9JQ0i+8CmWNRp8sCdw+3fqkPqlenH/98G8TH9AwozRsVChOxfDOJwtd86TYvaC/443Hspwldk/f85iCIjku3kJ8wjUJ4996wFAbtcVuqQS8Mk39Fa5r+LreV59nff+nsSzjeKnhJv02dFneksMtucoVq5JbRx55pBt67ty5sT+Q6YfNY445xh599FHbfvvtXR2nF1980d3zm9/8xsaMGZMXerF+lW168cUXx075O9/5jk2ZMiUnlmJF+R944AEnu8J+4+YTxuXvkRDbb7/9zP/dB3XnnXfaueee6/6qeS9ZssTNOy6+OEbz5893TE855RT75S9/Wdby6r5rrrnGjf/II4/k9XHIIYe4dYm7ouOWw0b9iv15551nZ555ZuZ7W9OYt912m5Pr4RVlGcdWIvGoo45ybMRSl3+e7r//fieuCz0ffjwfUyEGelZvvfXW2Fq83/ve99y4UU7FnjWNr6yW6NzUn664ddLrfi39c9laz0xZDxo3QQACEIBAKgJpxepuF0y3qw4IDhRqEq7ZQY6abLNOHZ79a6bfITZ51iibMeJYu9V2swkPXmW7/yP6etMtTfdHSxPkZNLmSV6fURtMNRJH9p1IvPkZuiX0lYpsZRqVK1YXL17s5Gh+TVWJ1EwpANVWlfz0f/zPA/rZ0h8w1ZJZaAxlq+61115uvFCu+sxVHWbVXCIg87nPWFXGq+7nggAESiOAWC2NF60rQMCfPK/Detx/IOf83V5YNMdt1w+zE/2WcF/jUxJt4afvJ0YQl10qOSfpdt0B57mT2P9779PsxmfutL7detuv9z/XnnvnJZd5qOv1xW/Z2t1728C1B9hGfQcUzaCtAAq6gEC7IlCuWJUskzB87LHHYiWp5M9BBx3k5nrTTTdlsyb1ukSRXlNtqWi2a7F+vTjz2648TP1wKmGmbMN77703K1ejci8Jvu9XQi1O+iquqVOnujkXEquSqieeeGJeHVfJtLFjx9rIkSNt8uTJ2TAk1ebNm5cn8W644QY755xzyparI0aMsD333NNxfumll/KyViUVdd19993ZWLQ2yp645JJL7MADD8yWTCiHjTpNEqti/MILL+QI8DRiVTFLOs+YMSN7r5eMEp1vv/123vLGzdM3SnpPGalHH320W5don75Or96fOXOmzZqVv/tB/SdJ97j3/DMTt05q79fSl7BorWemXX1jIhgIQAACdUagmFiNez/zmjlReqDzXk1SMpCazYI0I1Qz7cxiX1881U77wURzlV6DPmZfPcKOvTm4PxSrG2XusRzhmx9HOGZWpjb1k5XFTeOn6autl78csbpq1Sr78MMPswdS+fqpXqDqnKpOnTo31VnNFav6OUi/MK6EWBUrydG9997b/ezlpan6zpQayBxkFQpX3RPK1fXWW8+6du3a1tgZDwI1TQCxWtPLV5vBbzXpB9nsQs1AGYaHD9/XPl25zJ3q7rMbdUK9Lm27njr7oazwVFaeMg51/e7xm+yKQye6DNEN194gJ/s13CauGq7agq2t09+++SSXrRqKWL/FvlhNz9okXjhqZQKL+z/en2P3jbu6aEZtPTIoNiefsSpGz558R8Gt+sX6as/vlyNWJbOGDBli1113nRNIEkLRbDsvBuNkke7fYYcdbNy4cTkZmWn6TRKrYqwfULUVKsySLFWsSphJnobyU33rpFXJRonKQmLVt4ur4+pj95mHXqjFCWaN6dsnCbek58pn1+q+H/3oRy6rNpr5Wkg4+rWLZvOWwkaxxYlViVGdnBsVzGnEatJa6t5JkybZxIkT80R9OWJVsXuG0WxkcdRr//u//+sOQovLvtX9pYjVpK+HuDha65lpz9+jiA0CEIBAPRAoKFa98Mw5wCojL+dGMlijsjWpX/96bgbsRzb11NE28clILdeo8AzE6rh3fObr6dacJ+vFbWHpq3XLSNvMeAOz2bXF+mr7FS9HrK5YscKWLl2aKltV4jNzkFUnNzn9QviVV16pmFj15QA22WSTHLEquZomazQ/YoIAACAASURBVFUllVQSgAsCEEhPALGanhUtK0RAwnPWvBfzskL9NmdtyT77/t+4k+99XdRwaMlP1bXUlv4t+27k2vnt/b7uqLJdd/rtYe79wX03tCWff+aErbJlh6yzodta3rtbbydivVSV4N136B4urrRbqn2tTknhI3c+pOaEmz/wqKW1OSv0aLTLbnwJCj0fvzv0otSlK9rlZIoEVY5YlXhTVqOy+bzMjMpBZdUpMzHMiCzGJ02/hcSq+j/22GNdVqMXvaWKVYkylTgIywH4Ofr3ksRqkoxLmnch6ad7vGgORXExhp6BPkoOh0zDe4uNLUHsxbdnXgobjRUnVvX6vvvu67JxQymZRqwqc1OXpGba+rPlitUkgSkuP/vZz2z8+PHuWfOco+tSiljVvcqIjsuAjb5ebN3KfWbSPFe0gQAEIACB8glEt97n9RTdWp9UczUiQfOzWjM9x7/eJFZtgk2/+kBrLjgQkbh5YvUJyytREJ1AUrzl9FU+5rLvLEesSqpKrvoyANGaql6khmUA9LkyRV9//XV77rnnKipW9UtrX2c1Wg6gueaqP9Aq81GXPvbs2dPt+uKCAATSE0CspmdFy1YkoAxUydRPVn7mSgLo+vW3jrQbX3rAvr3B0KxI9Z/r4B4d1qM2qjfar3sf223QN7O1Kf3J6a8e/3/tb28+4aSnP6woKmZ1oNQv9jzOdhy0nT03/yU39hE7Z7bGqvzA/bOnu89P2PNo91Fi2JcP+K+Hr3IHYamWqvrw97Uiqop17WvdHrblyLxDsio2SI135A/RKnSAVo1PMSf8csSqpKmy9XxWpoRXNCsyrdAMg0nTbzGxGn1fcage52677Za3bPrh09d5De+TPPvd736XrQOqLMV33nnHjj/++JyaqlF5Viy2aABpGBUTadE+w6xfzc1vXY9mVhbrN3y/HDaKK0msSrarf2VrqJSEJGkasSrBvf/++7uMYtWOVXay6uNG67WGTIqJVfV10UUX5WDUwVj6xcHgwYNzMrHDTGDF7OVrXE3eUsVqKO/9fPxaXnrppU7kxjGN+15UbG3r6fsXc4EABCBQKwSKlQKIzqOYiPWis7nGalwWqGqvhq+XLlZP3z6mJmpTHVdfdkCxJwleyxHB77os3FtzJptbwqBa61mOWFVZKpUD0OUlarNMza+tGopXlRvSL1QrWQpAv7j2pQC8SFUpAJ+xmpGt+pORquGftdZay93b0ss9B38dFRH3Le2V+yHQPgkgVtvnunSYqJTx+d9/vdZJUmWdqhbq9+84x2Wqqu6qskt19e3Rx530LpGqg512GbSDO21+g+593BZ/1VH1W7T96fRq6w8Bkgz9yR0/c33pMCkvZjWmtr/rOuCWU53Enbt0oT0w/ka77Zm73RhenGosXV78+kVSJuPwAd+oOTkpsfre0vcLHvLUYR7EhImK0WdfLE91OFU9sCpVrHoBFG6Rlni79tprc+pRppGGIb+0/RaTl3FiVWULBg0alLdc2267bXaLfHifP2wpFMfKsJRMCw+rao9i1WeohjVMJdqUhRCWNygm35LEalo2gl1IrEr4KrNCglSiNY1YVZ++Duy0adOyh28l1cVV+2JiNe4AL/Wnsg8S6toa5y9lqCo7xWdh+y38PoM1fMBKFau6N1pLNa72apqvq2JrWw/ft5gDBCAAgVojUJ5YDbfax8+49cVqMG70IC1rLimQTqwWOJQr6Ksaa1uOWNXBVZKU4cFVXp5Gs1TD7FV9rrJIOngzUwO15ZfEqH6hrjqpcdmqYTmAOLGa9gCrTGmHIN6cTGtJ+Bk2KkfmR+amZ2jmKJt16kCbeuqFZuc31wVuOYXmHhTnjYPDg+Byf0HQfKha7utxmdm5fUV/0ZBfm9hFkVPWo5Izo6/2RACx2p5Wo4PFohqqv5p5oyljUmJVWYEjBm/vaqD6rFJJS23l16FSanPz3me4e3Rpm7+yVN9dutBJWB1y5TMMtbVdcrR3997mRavuUb+6dIq6z3g9cY+jbNytp7tx1M9Zex7rDrhSiQGN96fZ01yJAElWidfRW+xhRz18Rc5BW9Gl0/bxaXMed334y5ca8JmvSSe8+xPj406iv2bMRQXLDZxx1wRX9sBfcSfMSzKrZu1j857PkcSKTzx/stPBedvdoyfX/8e3xsQK2Wg7P5coHwnLXz/824JPvGKPi0U3+RIM09983GUz+0uiXCJ83M6H5snQOJ66T2UhvrHB5nmxROfiG6ikRLG1U9u4OcaNpTXTLw3mn3xXYpmBpPHCoPVMn7j70S0qVVCqWJVYU51Rfyq74vGn3qvmqs8ADbeSp/k2l7bfYmJVMuyWW27JSt40Ikrxhf0qM/GnP/1pTqkDZSUqk7GQWPW1SeMyGOMYpGGkLF5J4WjN1ySmknP6YV3C0l8qjaCYwlqtxeRbOG45bDR2IbGq930GqDIyt95664Jsk+arPi677DKX/RpXq7aYWFW/XpT6Q6skVqdMmZIjVX3mb1TSa9x+/frlHWJVjliNPj9xa98az0yar0/aQAACEIBAywiUKlYtaWt9JIw2Favh2NGDqVKUAji9+UeT3FlE+2oZ6rLuLkesLlqUOQw5WgqgU6dMLdWGhk7uUKmoVPV1Vu+77z77+OOPW5y1qjG22GIL+/a3v52VqvlydXXTe80Zq6FgVYwDBgwowC4u2zm+DnDBBciK1bBib1lLFn9TIP+bJWkm9rnHzjL3DLos6rl23KzTzXIErNpFZG/esznbrjx1ro3LKaWhUMTiRhvSdIBcvtit4Bzpqt0QQKy2m6XoOIFIik144FK3ff6Ph13i6q1KWirjdOHSRbb1H/7DZaz+dI/M1vtQeuneOYvfdgdVLftimXtP2/V1qV6qJJXvV4dT+fqpel9SVVLUi1llrkrA6vJZqBJzykz9w5iLnfiL1nL15Qn+e+/TEuuwHnTDeCdUJSqP23mMq9k6480nXFkDXa+f9aD7qLg1F2Xo+ksid+TQ3dxcJOZUxuDkmX/IeT+p3ICvl+obS1R/d4vdcviFkllZu6OG7m59uvfOxicmYhCdn2TsLc/c5QSgLp/pGxWSanfNY1Mct78cdqkN7b9ZrOjz63jmfb/Oslc8A9ce4A7S8rJU6yNhHl6+hIFfvxN3PswdcKbyDHe/NC17r/r71X7NbKM81fflB/zcxSgBH72ic9Yz6YWt1k4SX4I9bu30mp/jxIevyUp61e4Nx1I/g357qOsizLCOxhIdT/zP2Plw10wHs/nnN45XKd9ZShWrEjuSdtGt9dpqPnz48KwAjNY6jcbkt9d7YZi232JiNSqjyhGrfgu25iRBpjIAirNYVmXcdu5w3l7cnX322W77ejFGcVvBC62tH1+HTEVrkF588cUWbikvJByj44bM07JRnMXEqtqIgcoB/OY3v7ETTzwx8WAwZW/efvvtsTV7C9UVLUWsKh6fheozaT1vLz1V7za6pvpFQ1TqliNWwzIOKnEQdzhWpZ+ZUr5X0BYCEIAABMonULJY9QdaxdZenWsTmgRO64rV6TZk8mibmFeTVRyiUq0pky8Sb/PhVeNsrg7OStVX+ZzLvbMcsbpw4cLYbNXOnTNSNZq1GpYCkMjULhj90v6tt97KlhQoNf4uXbrYNtts435B3a1bt5yDqyRXfSmAuIxVL1Y1ptpuuGFm12jclbTFv1kgRso8ZDM2/YFpmV7HHjXWbrVIxup7V9qI8U0FInYda2Ntrg1xmayR7NAgC7SYuFS8F9oFdtUBypKOZtJ6gXqB2UWhSI2K1cx9Qy6YazN8X/q6vH2IXXVqRAy3tjAu9cGgfZsQQKy2CWYG8QR8LVX9/ZaxV9qjc56wg++bWDD7s1x6kohhjdZ/HHWtk2gac8dNtrOFn77vZJzEp+Tu/sNHu9fiRJvivvXZu02HVG3Vf/NsvdVobF5uSnxFT4/3WYfKeAwvHajlxZg/fMu/L7mnDF5/FRJnvq6sb/vxWQ/lSDx/CJPel8CNCtpQWKqN6tOG4tRnA/v+JY61hlEpqXEkR6PzjFvHMGatj2S4rpBJ+LoE46gbjnXlHJLG9xmg6icqK0OeEu3FYgyZxdVZ9RI9iale32rSD1wW7RWHTsxDEPYf98xEb1jrot3dS2Hs/qA2MdFVKPO12NdSKWI1bmuy7z/6nv979FR1tffyStutJe1K6beQWPUZkGHmbDliVTFKYClzUfWvJPxU47KYWNV9yhhVhmncoV0+dp856vsL4w3XS1m8U6dOtXBbf6H1TDoASfeUcgiSpPc111yTzXCNMk/DRmOmEav+WVB7ZT4XOxgsjlUhAV2qWFUcYSatr20a3aYfrkPce+WIVb9Oej5UP1YsZs1qzs7X+5V+Zop9f+B9CEAAAhCoDIGSxap0kNt2HdYgzZeXrStWZ9nplpFe0S3SzcK0uYZr3hwTslrT9FUZ6ul7qZRYzcjU5vqqcRmrPsNV0X311Vem8kYqK1DOJaG68847O4nrD6MKD6rS53F/fEarxvS1VouJ1WZRmR9prujMyNQZe023C+xCGz3vOJvlRGSTZN18clAK4Dib+4PmTM9MNukMG/XgVTbk9nA7f3OfGVla+MoVq5G2GuMiswuyWafNAre5RIC+/k6zuUdcZbv/I5C00XIYTb9IcOPNG2J28632hBuuuUxGsVh5v3YJIFZrd+1qMnIv0iTL5ix6y2X8hdv2C01KEkqZrV4ghW0l2S7b/9xsBqvPBJWsirZX277deru6rdo2H24l931KXJ0y8piccCRc97vhuOxBWaO22C1vu7mXenHSTuJy6uyHs3VffeehXEwSq2Lk5es9B0zIy5b1wjCcb9hXmBmp+d87/oZY1KHoi84hbgxlcUaFYSXEasgkFLyhNA2FazgZicavTdon+1IoGksVqypX4bNS48RqmCUcx9W/nxRrKJAVcNzahnOLE6t6P+QVFeqlfKMoRaxKUkl+PfLII3lDxGUN+gOKlI2oDE3Vq5QYOv/8801F+/3BRaX06yWfpFN4SYapBICXtf49yT1lcPoSBdHAdYCVsjuj8lCyVxme4Rb6NGLVt1EcZ511lg0bNsyJZGU8Kmv0lFNOydZ1VSy+BIIyISXxxEiZrRdccIGTqlGRqDiVzag/4eUF5bhx43L69228LPTi0jMPD25SH2qnDMxw3HLYaNw0YlXtfGz6PEms6j1lI+u5CZ8nZemKqV6PE9DliFWN5TNp9YwuWLDAlSmIHgDm2fryE+H45YpVz0IlB4488kj3fESvUp+ZUr4f0BYCEIAABFqHQDliVZHkHWIVyQhtdbGa3To9sUkYNfFJqiEZEU+hqHJ3+kzcEHM7qEdZjlgNSwH47NTMtn/9yZQA8GLVf/RlATR9fa6M0hkzZpjKNpVz6RexKgOgywvSQmK1sVGiNf8AK91fqBRAQVHZ9EuAGXs2bbVvem4lYiVWc4RsXo1VidWwLmtz1qjEalyf5YvVpMPbPPnmzNaBQcZrOHf39RYRxSoxMO6d02z0hc2HxXGIVzlPc+3dg1itvTWr6Yi9GApFYTQzMmmCcXVLfVv1t8OAoa5GavRwqULAwjjCdpJkYX1U/57Epb8kbKPCLCkDs1AMacSqhJsye3XFZa2G9UC9KA7FajFB6OOLSslQ0nkpqS3+YfmCqHBsqViVgFY5CF3RzEwvTLUOvqRCHNtQwIbxlSpWw/ZxYlVjKyPVy/vos6w4fP3faJw+A1jZw17eFtvKnyRWfQzF7i/2zSOtWPU1JsPt5NG+JaNmz56dzbKTqJOUU/ZjeKk+68SJE510LLVfL/miY2vr9o9//OPs6en+/WInnEpoSlRF5aEXxerXi+Q0YlXjqp1kn6Ssv5T9etJJJ8WKMn/glKS1vyTWJGKjJ94nZeD6rN+4OqPZ72WbbZYVzxKOcQc3SQgffvjhOeOWw0ZjphWraqtnRyK5kFjVmkhiSvwmPU/R56JcsRqWBFAGsmJ7++23Y7+cfAmGUEaXK1Y1gDJgozVxowOX8swU+x7A+xCAAAQgAIGOTqAcsRoeXtW87b85W7VQKQDxlliVBH3yySftjTeaz+hIuxa6/7vf/a5tuumm7paoWI0vBRAvVhVr//79E4dOEoVeOh43b3SsBG03YtUJ/+YSGm6ieZmrPktVJQJG28QnIziiZTmKCeTJQ2x6Xi3WtKtLu1oggFithVWqoxi9GNKU4mp5Fpqqsv8mzZwcK069IJUQPX3PY+zNRW9la5NKSm6xwWZ29v2/ycpS3z5JrOr1IetsaDp8SaUCdKlcQHgglaRf9DCpMONT9/h+dhm0g20xYPPEA5/iZKju92JPkjTMbgwzG302qoTn/336zmwGbihWQ9GodqrjmnQlbcMPY4nOM4ynXLGqmqh9uvXJ1qJVDdEjdz4kW2qgFCkaxhfWWi2lj5C/Pk8Sq9G6tb6uq1+XpCxUrcm8JQtd9nAS8+gaxYlVX0c4qe5tKd8+0orVUvqMayvRpMtniLa0v1q4X9JY2Y66ohmmcfFL0KneViFG4qg/cZmMtcCkEjFKeqomWUd7nsp9ZirBnD4gAAEIQAAC9UygHLH60Ucfua384eFVYRmANGJV8vP55593h3D6rfxpOau+6j777JPNNPVi1X9UNqzf8t/8+WqXsepf9227du3qfiGefMVlezZvz5dYvXHw9KaapkmlAJrKW1hblwLIPViqeY7Jh1qFFVTDjFWVPGjOog3u36j5QCxX9ECZrX8dhVhN+zDXaDvEao0uXK2G7U9mL+cEc0mx8LCjkIHPJP32BkNNJ9ZLrKrOp7b76/KHLulztf3Fnse5Q6ziygqoTdwW9zTMo/Uuo/fE1QVNk7EqSRpmnYaZnBJrj8173h3ylNRXKZm0SW1Dsap5hQeDhVKvXLHqSzR4yewPaDphz8whZqVI0aSSBqX0ER0zSayGZRbCOqm+dEW01q76jUrXMN5Cz14oViXrfWmMOMmf5nmNtmkrsVpObNyTT0BCVX+ih1PBCgIQgAAEIAABCECgPALliFX9MnzlypUtEquK9t1337WHH37YlQUo5dp8881t9913NwlWXVGxGtZWzYjVNa7N6tWZj75kgD7v0aOHrbPOOkWHz9TWDZplyzgkHTTVDg6viis/YU21i01CtLnMRV7piiArtfkgrGOt6aitnNrDuWU7qLFa9GGqgwaI1TpYxI40BW151hUnREO5+o/35+S18UI13HYdVzZAgu+NJe+ZJK3klRd7aTlLriq79ul3XowtTRA9UCmtWI1KW5Uh2HDtDdyp8j4rMo1YLVbHM61YVTzjbj09mwXspeJtz9zdosOrJB1/fOtp2cxkn2FbihQNRWXIu5Q+0opVtQuZ+YPBlIU6cvA3zWewhs9PVLqGclbtkg6gCsXqz/c+2Q645dTEMgRpn9ewHWK1HGrVu0fZmqrDygUBCEAAAhCAAAQgUBkC5YjVFStW2GeffdYiserLAbzyyiv29NNPp56MfhY8+OCDTZmmPtO1JWJV/fXs2TP1+JVsmJMF6iToXDtuVvOhaJUci74gUEkCiNVK0qSvVifga1bGCVGJvQ2697H3V36WlU2SpMftPMbeW7LIbpv9YKr6q9EyAcW2zhebtATkdY/fbD9/+jbXNHooVFqxqnujmZjK/PXZqlHBF5YCCLNLkzIv/TzCmqFhH9GMVbWXEBx1w7E5vHcb9E17ddEcmzLuymJocoRkWK82bit/KEWL1VgN7/eiU8G0llj19VI1hp6fX+19qqtDm1Q/OHpoVRRU0hpFSwEkZTEXBZ/QALFaLjnugwAEIAABCEAAAhCoBwLliFWVAVA5gJaUAtC9y5Ytc6UAVGc1bTmAXr162VZbbWVDhw7NCtGWiFWVAZCkrcoVySiNyxqtSlwMCoEiBBCrPCI1Q0AS74/P3mMPvPlYQUHqM073Gbyjjdv50Oz8Zrz5hD0x/3n7ZOVniff7rFcJWh2GpRICEmX7bTHSdhq0XcHapBpImaq69hs+Oo+rl2ktEatxpQbCDNQkSVvs9HofbNLBUaGUDGWrXg/v8f1E55j0kCVlxybVSC10UFQ4xkE3jM9m0obZn8XEqp4xXRs21dUNhWkxIR3KUj0z/br3cfVTo5fvU+vm6/eqzZxFb2UPsUoSx3E1VsO5hhK5nC9sxGo51LgHAhCAAAQgAAEIQKBeCJQjVjX3Dz/80G2plyDN1FQt/fCq5557zl5++WXXT9rLy9xtt93WdtxxRzd2cbGq7f/5NVZ17/rrr592aNpBAAJNBBCrPArtnoDE3a8f/m32UCYFLPGUVB/VT8gfHOX/PnfpwqIZq9HDrHwWbJghqxqYPxq+T6xklRDUFVc+wEuxqPxKk7EaysFQOoY1PTVuUl9xZQS+ucl2eWsfZraGGaRqGJex6jsIxa1ea6lYDeOIHox18sw/uGGTapGGojfapphY1bgD1x6QXb+QdTGxWuhArxC0z7pWTdzolXRAmW8XJ1ajmbwzxk/OiuFSv7gRq6USoz0EIAABCEAAAhCAQD0RKFesqhSASgI0H1RVmlhVndYHHnjAPv/887JwqjbqD3/4Q+vbt29WrHpBq4/+0CpfYzVTdzX38Cr1QZmpsvBzUwcngFjt4A9Ae59+mDEoWXfIdvu6bf06tEdXMblayvwkVXUNWWdD91EHX52910lOUimTcc7it+3Z+S9lM2bV/qw9j83JTpU0e2jec/bHwy6xUFyGJ7dHDzPyskxjfnzWQ9a7e+9s2H7+oeQM63FGZV+YvRjdhh6ylJCNxhhuK4/WgVVAXhxGY/TBJh0YVWgN4jJWwziUfRxmfUbrukbnLzY/vet8l60ad1BYkljVfQs/fd8djnb5AT/Prl1Srda4OSm2r03ax70VFd6+vV+7OL5qo8PdfMmIuLmH/b9+1oPZMEIRHb2vlK8BxGoptGgLAQhAAAIQgAAEIFBvBMoVq6tWrbKPP/44K1Yzmav609llsXbu3DnnPZ9pKn6SnTNmzLB///vfqUsARLmrPx1oOmrUKDeOLp+5Gh5e5T/XAVYSq+HBVV/72teqVwag3h4k5tOhCCBWO9Ry195kvXj72fb75xwCJJGk2qJxtVbLnWV4sn2xPpQVOXX2w3bjSw/Yln03ssv2P9e+scHmFgounzHrM2X19z+Mudi106UszxufuTO7ZV2vhbJWkk39Sx77cgRnff+n7l6Nc8cbj5mXtIrn7Pt/k9eXShj4e3SfxKLkoecmCde3W2/zMfoDvo7Y+ZAcBFoHfyBYnFD2jf381SYuIzPsNBS9cbwlH0/c46gc0ax2EpgTHrjUlWnQpZh10JiuP86f5T7qefmvvU7KuzcUz0lr7CV2OGfftlgmrp9/9Hn16/1fD1/l1lMxH7fdfjlro/WOlrnQ+ujZevP9t23SzMk5z7uvH6yyE9GM5DT84+Zfili94YZMmYPx48fHoiz0vn5ovOOOOxK/zA477DD3g+FTTz3l/ujke13+vl122cX0J3rdeeed7qUxY8bkvKVDnhSPfgMfF2+5/So2jTl//nw33r777muKPfxNv+/bz6nY3NWPn6+ffxyoJAZqq5imTZtmynzQqa677rprXlyJ8FO+IaZaQ42ja9CgQW5Nouwvv/xy93p0vYqtSRjGa6+9Zg899JBtvfXWNnp0fpkVzXfBggWxkW+88cZ5MaWcIs0gAAEIQAACEOiABMoVq0L1ySefmOqtxpUDkFhtfl3b9dfYxx9/Yh988IEtXLjQ/ZwrwdqSS2PoZ+gNN9zQbenv16+vNTR0cvI06Y/kq95TXVWJVS4IQKB0AojV0plxRxsS8GJVoujI4T+wEYO3t89WLnOZo8rs0+vhYVXlhOb7uG/c1VnpmbYfCa3bnrnbtD3db1mX5Hxu/kv26cpl2W62GLB5XukAnyUZHWvDtTdwWbLq57Mvlmff7tOtVzY+3fvcOy9ls2UVhzJqo1d4T/iepOabi97KaR4Xo28gIRtePsY4Tr7vuHIIYfuk+atNXJmC6Fi6X2OFnNfu3ttx9jVSo/dE5xEX/9D+mzkhm9S2UGx+Tr6PQvONrk10vf296kvPvDJqk54VvR69Pw3DaH+liNXp06fbkUceaZdeemmerJTEPOecc+y2226LFWEShvvtt59tv/32brtS9Jo4caINGzbMJOUuvvhidxiALn+f7nnhhRfytiodckjmFwJ33313TpcSb+eee64tWbLEXnrpJfcDZ3iV06/k50033WQHHnigbbPNNiZReMstt7hu77//fhd/GLO2dkkuFpt7GL+f/3e+852ceDUPHWygsSdPnpx9TzEcdNBB7r2jjz7azTMprrhnP+1r+sF/5MiR1q9fP7eOEsl6TTw0ruL2lw5AOO+887Ky2L9ebE3CWMR66tSpbrxZszK/PAkvrbvmrOcpeqne2C9/+cu0U6MdBCAAAQhAAAIdnEBLxOrKlSvdz17KGM1kqeqj6q1m/ug1iVfJ1NmzZzsRG9ZDrQR6nwmrj/rZafjw4bbeeutZly5d3FjNpQCas1UlVvXL+O7du1ciBPqAQIcjgFjtcEteWxOWLDr+zvMKZqb6LfylZq+GW/9/vf+5ZdelFFEJtcv+eq19b+jusQdX1RZ1ou2oBEoRq2J07LHH2mOPPeb+eFnppZvEWyj9QqZeLnrZmMQ7SayqfVQq6rUksarXlVE5c+ZMJ4N9Rqgf18eTtl+JOknUUKDqXv0gre1X+sH0kUcecd1H55p27ro3Ov+QU5y89oIxLi4J13nz5sUK6VKfdy86o3JbsvTEE0/MEepJYrXYmviYxHSHHXawk046yUn2uGcmad1LnRftIQABCEAAAhCAQEvEquhJlkpe+lIAEqu6JF3ffvttW7RokfuZ0dc8bU3ivgRBnz59XBbrpptuat26dbOGBpUJsGwZAElXSVguCECgPAKI1fK4cVcbE1D24Kx5L7pR3/10kctS3Kp/69NOWAAAIABJREFUZku9Mi1nzPm7Kw2gk9j9pTqb4aWt028sec82aGqjtsftPKaiIlRxxmUrtjEuhoNAWQRKFateeilT0GeJerkXl1Hqg0orF5PEqqSqMhijGbFxgk2id7vttnNCTuPqnmjWo48nTb+a85AhQ2KzMDU/ZfJef/31NmXKFJfJ2VpiVWOF0rIYU88hLnu01IdFnJU16+VxeH9063+cWE2zJr5Pn9mq5+mYY45xgjzMiFU7xGqpK0h7CEAAAhCAAASSCLRUrH755ZeuHJOk5po1q23p0k/t3XfftXfeecf0nrJGq3EpnrXWWstUJmngwIEuEUCv6dJuML3HBQEIlEcAsVoeN+5qhwS0Hf7ROU/YG++/ba8umuMOn/Ly9fXFb9mSzz+zTfpt6F4rtF28HU6NkCDQJgRKFasKKsxS1N+VEXrdddcVrGtZTAL6ySaJVUnSSZMmue3focCNE2zKLlV7yVQv9KJCNoynWL9+vo8//nh2u3+hxWktser79ax9Fq0yIZIuZRirHmycEC3lAfPrIknra8cm3R8nVtOsie/ve9/7nhPjGtOznzt3bk4ZCMRqKatHWwhAAAIQgAAEChFoqVhV3/pFvH4me/PNN+3zzz932//b06UM1R49etjQoUNts802c5KVCwIQKJ8AYrV8dtwJAQhAoK4IlCNWBcBnqerzMHs1CY6Xgr4OaNguFHWFxKp+265yA9FsWfUV1lgdMWKEqwPq62yGos6PG8rPYv0W2p4fN98ksZpUX/aII47ISulQYIZ9SxArY3fw4MF27733OsmYRi6WGnuhh1s8r7nmGtdEGbx77rmnq6cbPVwqTqymWRP1GxXhPls4Ku41dwljSf3w4uCquvr2xGQgAAEIQAACbUKgEmJVgepntA8//LBNYi53ENVeVbkorjII/ONia9jlfLvoqUY779tl3M8tdUUAsVpXy8lkqk1A/3iqGLlOYezVo4ct//xz93HeO+9Yr549rWevXtn39Q/ZO/Pn2/rrrZdtp/jDtr4PPy/dozH0eo9evbL3630/lj6q3euvv+7G1PX6a6/ZVsOGZccfvMkm2fYffPihLV+xwrXzcavv8FJf/j3Fp891aZzPly93Meu1FcuXZ+ejz9Wvb6uYNdYmgwbl9K1alePGjcu+5uenF3x7Pxfx82OE8/dz0Lw8i5CVmMRdWisx8vP3XNQ2XDfFrLXyH9Xej6XYlA2pOfhxNHYtXuWKVV9XVXMO660mMSh0gJM/uEr3FhKrOgjKZzD6A7SictEfsBUeWBWX9RiVn4X6LVVOJonVOKmsOWte+hPO3x9e5Q+tkshULVNJaElVXW0tVjWm1v2hhx6yJ5980q274pMw9rJXbaJiNe2a6N4ws9U/S6rvqvUMs26TDq/i4Kpa/C5EzBCAAAQgAIHqEqiUWNXhq/fdd1+7y1b1dJW1esABB7if1cq5Fv2/Q2zDI++J3HqRPdl4nmV+kq2j69+32SEbz7WzsnNbZLcddpLZ5Xfbkbln4tbRpJlKKQQQq6XQoi0EihDQP8QfLl5siz/4wPYcOdLu1mEuP/2pvTNvnj07a5b1X39922PkSLvud79zp2f7U7Sv/f3v7aT//E97dOZMl4WmQ2Z07bvvvk6Q+uvggw82jbHVVlu5P6edcoodMmaM7bTjjvZ/Lr/c9b+P7nntNSf5li9fbvPnzbPzJ0xw97326qv2g333dXJX76sPfT5t2jQ76qij7Oabb7bvKPNs332zY06fNs19vvjDD51EVbbZg9Om2bCttzbFc/1112VfUzvNW/1JWCoesVBbyUbxuKopy80PcNHEiS4+f0lgznruORe7xlNNRT++Pmo+hxx6aM78la229VZbOcEp4ar7TjjxRDdnCdJXX3/dcdX17LPP2k477eQ+1/wV50PTptl6/fs77r6d/1zrqTXTFvFfXHCB3XX33W4sL1H1vu5VvK+99prrW1xq8SpXrGquacSeZ1KJUgBePoYHaJ122mluCJ+xqveU2Rl3eRmr9+LiSerXS9dQ1kb7V2alF56VLgXgx49mbUo46nCuaP3YMLZCbcIDvPw9+g9BKZc/UOuUU07JZghHxWraNdG42pomWRt3haUYSnn2SpkPbSEAAQhAAAIQ6HgEKiVWRU51VfVL5fZ4aZfRJk1JKaXG99TEBtv1goPtjwtyxaJ7/eU/2sI7jrQBpXZaU+0X2aJ/D7ABSNWaWrXWDBax2pp06bvDEfBiddmKFU5Yrli2zEbsvLMTfXPnz3fSzQtDtXn11VftWzvtZPp8/ty5tn7//k5wSixKgkogSlJ62ReKVcGVoO3Zu7ddcskl9vysWU4gKnPSy1eNK3krmanMUIm/C84/35597jmX+aqsS4nIu++6y437qwsvtN49e7r2Ep56TdJRfeoeCUx9rve8WPViVP3PeuYZN4e58+bZkMGDnVjVJfGo+XyweLETyt8cMSL7bETFqt7wh9P4eStOzUN96xKXcP5eZqovja1L4kyiSeMqw9TLVPF/9NFH7Yc//KFrJ7kqeT1ixx2dWNa8dOm+E//zP50Ul6x6+tlnbeutt3YZuBLe6ltSVaJZl2TzoMGDXd833nhjTT77tShWwwO0PHSJVb9tXJIvuj1dkjw8fClOrCb167enJ9WR1dfYHnvska0zW2mxqjn6bfihXEwjfPWsast+9PAn9an56vtReHl5Hb7m5xOtU+vbRCVnKFZLWROf2SrOX/967k+tY8eOdd+HfHkHxGpNfrshaAhAAAIQgEC7JFBJsaoJ/utf/2pxfftKg1JprE033bSsbjOZqpYnVV1n2h5/+ZCMWG3aKh8O0rxt/im7uGGGjXrKbNem7fSj/tJgM77/pNkuu9r5Fz5pjRPMLm7Y1c4POih0f7gdP5pN23yfMk03tJ/cGXQ6xovg6HtB9m2Yseo+/4mFuboH37bQ7v5xRiVLLmfnoRey/ZeFm5tqhABitUYWijBrg4Bk2xuvveZkZf/11nMS4/f/8z926CGH2Lz58917yqSUhOzVq5fLbJQMVJanJOgmgwc7kart7npNQk8iz2dt+jo9Xs4efOih9tyzz9qOO+3k7tEYGlN9aQxdkinKhPUCUH1KDD7+2GPufQmKu+65x40xbNiwbH9+O7sySCUcJQ3VRnPYctiwbM0gSU/16bM2NS9d0YxTZXjuO3q0TZs+PSejM06siqMEr4Tz4EGDnNzV58oUVeasLs1RsauthK9/X7zWW399x8K3C0sbqL/HZs50cxFPzVNz0v1aJ42lS2w1b1cCoWmt9IOWn5d4ql/PUVmtyn5V32Fpg9p4cjNR1qJYVdxewulzbZuXWPXZk9GDjsL2XkwmZdDG9av7fU3PGTNm5ByipPd8pqs/VKs1xKoE5ahRo9xBA+GWeD2Tei3ciu+fP2Wr6pcThTJt0z6ryiSNq6Xr4wrlbShWS1mTQgdtRQ/qQqymXTnaQQACEIAABCBQjEClxarGU+aqfmar9iFW2v4vqVpupqrm4qTlvYcUzkptko/fDOuPOtH6fJOQlVj1AjVTOCCTBRvKzEW26OsDmjNfc7bj59+fXVfX7m47xGfTBuMOmRLNqG2Sqds+aQs3n5Qzr5zs2+zYo2xGw672fCBSLTLX3Hk09984oe4KJBT7UupQ7yNWO9RyM1kItD8C0Rqr7S/CjhNRrYpVLzS17d+LVUnG4cOH2+TJk2MXUHLwwAMPdNmbhUoT+K3rvl915mvK9uvXz9U6VSazpOL111/vMpbDbNZSa6yqf3+AV6F6rr7f8847zyRNdSlbdv/99zfFdc4557hMz6S4WvJU++xYMdFhWxpHTDRvldAI6+yGYjXtmmg+2223ncs6Hz9+fF6o0axgxGpLVpN7IQABCEAAAhAICbSGWFX/KrHkdrxV6UArJZPol9/l1lT1jNKL1UBuuh+gQ+EpMTrJhgSlBCQkJ23enPmZXZOczFdffiD//uY1TH7PSU9TNmyz5My+9v0Zzdm20S+JHLGaG7dZRvJak0SOzsPxeuusnDH5iqs/AojV+ltTZgQBCECgLAItEat+W7b/WCgAibEJEyZYeFBVXHsJvNtvvz1bM7XQfRKIxxxzjOnAIsk41Vs94YQT8soA+HEkLV955RUnXtP2G85N4+nv+gFZWbG6JGqPP/747OFTXnaGc/VjFeLjuUTnH71Hc3jiiSdsypQp2czZaFx9+/a1kSNH5sVV1gMS3CSxq+fF17DVOJq/pGi4dV/SU/JVZQXSrsnhhx/uJPVVV12VVwbAhyDhvc0227jxSnn2Wjpv7ocABCAAAQhAoL4JtJZY9dT0M5R+Bm3LSz8zxZV4KieGgmLVSVCzJxcMsUmR7fKZsZLFaKyQ1OFYriyARGgoTAuJVY0T2dbf1EcmmzRm1n6MyDb/bAkBxGo5j0qHugex2qGWm8lCAAIQSCbQErEKVwhAAAIQgAAEIAABCNQ6gdYWq+Lz3nvv2XPPPWeLFi1qVVwDBgywHXfc0TbaaKOKjVO0xmpWrEYyVnMiKJ6xmpfBWiTjNXmCGck698xGUx3XaMZq4n15dVXn2lmNKgVAxmrFHqY66gixWkeLyVQgAAEItIQAYrUl9LgXAhCAAAQgAAEIQKDWCbSFWPWMdLCVDg+ttGCVUFWpqnIPqCq2hpnMT5992tw6W1+0KWPVglqkuZmu6cTqri/7g6V8DdbipQAy4veb9mTjeeY2/Ac1UJ1YDeu4ZrfxL7Qhl29oP9m2uUxATj8l1lgNSxpQCqDY01Qf7yNW62MdmQUEIACBFhNArLYYIR1AAAIQgAAEIAABCNQwgbYUqx7T4sWL7e2333a16pctW1YWvd69e9vgwYNN5wj079+/rD5KuSkjHu+J3BLI1pzaqGY2plmS5m7rz3SRX2M1dzv/RU81yU9TP0PsxrzM0ajgbf77wVnBGykRYGbZ7f5NkvX87G3BXPKyV39i4cyb+8+fB2K1lKeqdtsiVmt37YgcAhCAQEUJIFYripPOIAABCEAAAhCAAARqjEA1xGqISIdcvf/+++6wqyVLljjRunLlSvvqq69csy5dulj37t1NIlU17nUY1QYbbNDiQ6lqbJkIFwLtigBitV0tB8FAAAIQqB4BxGr12DMyBCAAAQhAAAIQgED1CVRbrFafABFAAAKlEkCslkqM9hCAAAQgAAEIQAACEIAABCAAAQjUHQHEat0tKROCQKsTQKy2OmIGgAAEIAABCEAAAhCAAAQgAAEIQKC9E0CstvcVIj4ItD8CiNX2tyZEBAEIQAACEIAABCAAAQhAAAIQgEAbE0CstjFwhoNAHRBArNbBIjIFCEAAAhCAAAQgAAEIQAACEIAABCAAAQhAoG0JIFbbljejQQACEIAABCAAAQhAAAIQgAAEIAABCEAAAnVAALFaB4vIFCAAAQhAAAIQgAAEIAABCEAAAhCAAAQgAIG2JYBYbVvejAYBCEAAAhCAAAQgAAEIQAACEIAABCAAAQjUAQHEah0sIlOAAAQgAAEIQAACEIAABCAAAQhAAAIQgAAE2pZAw4oHftzYtkMyGgQgAAEIQAACEIBA3RFoMLPsT5X6S4GryNu5dxZv3FC8iZmlatQ8dGJzTbJTqSFm2ucwqtATkI2z8PzEKP0P/ZH5JYWaFmnadmkfGk0kbZ+x7eJvTvccRYNMG0iR9XbdpOgrRRPXTwmMSpp32c+wbkwIPtWc0uEp+auqpMkXW8O0E2nqpyDLoK+03ZbwrKfllNtlhb6vp33WiwbpH/KGVF86RbuLfIMu7Xtmyu8Ladcy213JN8RMM+bfrOIw8ltU7GulEnNK+f2ynHmWdY/+zUz/L2z8EO2JS73FUsI/iGWtv1nD0kta/ASUOTS3QQACEIAABCAAAQjUDYFSfg4vpW0KQCX9fy/t2GnblfL/u1L6TDFv1yRlnw1p/9+Xtp3GTtW2Ic9Dp51abrtgomk9QWK7GHHcaOYYFbvy+ky5AMX6dQ9xir5SNMn2k6qtWeGvn0gnKfuMsTLJD0zaPrPtijx4afsT8dRfGMUWUJ11TtEoaJIYZ+QhSzufvHbqJyGmlH1WXawWjbPp66ZouzRLE5ltqu9vSY91QkBp+8yGW5GJ5f8yMA2OaJtO7SiWUv7xKzjXSs1JX2f1JFYrMZ/UPyQUeRrT/MNc7IFO+0NDsX6S32/4dFKLn4DyR+dOCEAAAhCAAAQgAIHaJ1CKbEr9861vWPg/Po2NZp2K/tzd1FfasQu2i8iKFvWZ9uaERyR7e+F+0jFq+n9hpwIyJgwjVeiNZo2dKiBWI4OlGtvPJ8oufn6lMfJ9pg2kyJd4dvAi/8lPNVxpz3rheZfJPW+6CV/LqebT1FnKZ939z7bo94NMn42Njdap+DePdN+fHcgSxGrR7zFNk0g7n9h2CV/LKfvMbVbkppR9ZtYnReMUTTIiq5NZYyV+eROZbap/Vwp9j4n/5U3aZ7PpCU3/MBd8SlN+Ty/UR+pvkMW+XCoQSzYdv6VSNNVDVmxCTQ9BCV/7sT1WMpaU3wATZ1aJNXLfYSvw/Faij0rFUvhRaGi8ArGa4quFJhCAAAQgAAEIQAAChQiU8n+cUtqmoV5Kf2kzhgr+3yR4s5Sf+2PjLCX4GBjZ24v0k3YY1y5ltkqqPjuZNQhSS68yyy/krXeB/zSW9WykguBNntmaBBYubTTFf4iLDhc8kEXbNq1JwXaRN9P2mbfcTZmF0ddL6S/ts552HRVLpbLwHPaUXzdF/58fmUBaRrHtCmSsNq42szUlfGFW6HtMSWK12PeOpucqLaOCsy3zWY8dO+EhLDnOFN8Tiq5ghURZSVtDCgVViTmV8kVeLJZiz1hRwMmZ4WluzbYp+eFI6L0S/bRkjdaYrVmR5h+XlHQqMR/3zb4CWcXJITdsf8pmlXiSUkKhGQQgAAEIQAACEIAABNISqNQP1GnHC9q12dBtM1DqUdI21P8g0rYtA3/+LZUaLD7wkqZTTigqNbBWZ1urf09rTJKrbQu0GXE586nImpbbSeUCrpgrKukBKnfe5dyXxGq1fdltY1vTpV+JcjV9DH7kT9d0ck/2V40NtmK1Pk+vH9ZYJ/vCurbRV0b6uNJTKLdl5Z7xTATtaW7lMuG+9k6gsXGNdenU0zqvd3IgV9t71C2Lr1eXTtZNvz+28dvyVdYyltwNAQhAAAIQgAAEIAABCNQMgSr890dDdutiXTfuY42rqzB+zaxNDQfaLpc1PqiGxtW2quc3zLr2NzNlrrbXq11Cba+wiAsCVSawxjo39LSeA861xjXLqhxL2wyvKhnu92pdTtiG71Ztw5xRIAABCEAAAhCAAAQgAIEOSMDV8+zWxboN7JNcDqADcmHKVSLQ+JV90WNzW911fWsoqRxAleJlWAhAoN0TaGxcbV079bKeG5zdYcSqXxTEart/PAkQAhCAAAQgAAEIQAACEKhlAojVWl69OowdsVqHi8qUIFBdAojV6vJndAhAAAIQgAAEIAABCEAAAnVLALFat0tbmxNDrNbmuhE1BNoxAcRqO14cQoMABCAAAQhAAAIQgAAEIFDLBBCrtbx6dRg7YrUOF5UpQaC6BBCr1eXP6BCAAAQgAAEIQAACEIAABOqWAGK1bpe2NieGWK3NdSNqCLRjAojVdrw4hAYBCEAAAhCAAAQgAAEIQKCWCSBWa3n16jB2xGodLipTgkB1CSBWq8uf0SEAAQhAAAIQgAAEIAABCNQtAcRq3S5tbU4MsVqb60bUEGjHBBCr7XhxCA0CEIAABCAAAQhAAAIQgEAtE0Cs1vLq1WHsiNU6XFSmBIHqEkCsVpc/o0MAAhCAAAQgAAEIQAACEKhbAojVul3a2pwYYrU2142oIdCOCSBW2/HiEBoEIAABCEAAAhCAAAQgAIFaJoBYreXVq8PYEat1uKhMCQLVJYBYrS5/RocABCAAAQhAAAIQgAAEIFC3BBCrdbu0tTkxxGptrhtRQ6AdE0CstuPFITQIQAACEIAABCAAAQhAAAK1TACxWsurV4exI1brcFGZEgSqSwCxWl3+jA4BCEAAAhCAAAQgAAEIQKBuCSBW63Zpa3NiiNXaXDeihkA7JoBYbceLQ2gQgAAEIAABCEAAAhCAAARqmQBitZZXrw5jR6zW4aIyJQhUl0CHFqsff/xxY3XxMzoEIAABCEAAAhCAAAQgAAEIQAACEIAABCAAgdoi0IBYra0FI1oIQAACEIAABCAAAQhAAAIQgAAEIAABCECg+gQQq9VfAyKAAAQgAAEIQAACEIAABCAAAQhAAAIQgAAEaowAYrXGFoxwIQABCEAAAhCAAAQgAAEIQAACEIAABCAAgeoTQKxWfw2IAAIQgAAEIAABCEAAAhCAAAQgAAEIQAACEKgxAojVGlswwoUABCAAAQhAAAIQgAAEIAABCEAAAhCAAASqTwCxWv01IAIIQAACEIAABCAAAQhAAAIQgAAEIAABCECgxgggVmtswQgXAhCAAAQgAAEIQAACEIAABCAAAQhAAAIQqD4BxGr114AIIAABCEAAAhCAAAQgAAEIQAACEIAABCAAgRojgFitsQUjXAhAAAIQgAAEIAABCEAAAhCAAAQgAAEIQKD6BCoiVleu+dQ+b1xqX65ZYY3WWP1ZEQEEIAABCEAAAhCAAAQgAAEIQAACEIAABCAAgYBAgzXYWp16Wo+Gdax7p7VbzKbFYvWzNYvt7Y/m2RUP32uPvjHLPl/1RYuDogMIQAACEIAABCAAAQhAAAIQgAAEIAABCEAAApUk0KNrNxu11c522vcPtM3WHWx9OvVvUfctEqvKVH3jozfswKvPQ6i2aBm4GQIQgAAEIAABCEAAAhCAAAQgAAEIQAACEGgLAhKsU0+92LZcd8sWZa62SKx+snqBnX7772zay0+0xZwZAwIQgAAEIAABCEAAAhCAAAQgAAEIQAACEIBAiwn8cPgedvnhJ1q/zhuX3VeLxOr7q960nS88mWzVsvFzIwQgAAEIQAACEIAABCAAAQhAAAIQgAAEINDWBJS1+swFv7UNum5R9tAtEquLVr1hwyecUPbg3AgBCEAAAhCAAAQgAAEIQAACEIAABCAAAQhAoBoEZk+83gZ03bLsoRGrZaPjRghAAAIQgAAEIAABCEAAAhCAAAQgAAEIQKBWCSBWa3XliBsCEIAABCAAAQhAAAIQgAAEIAABCEAAAhCoGoGqidU1a9bY4tVzKAVQtaVnYAhAAAIQgAAEIAABCEAAAhCAAAQgAAEIQKBcAhKr/TsPtU6dOpXVRdmlAFatWmUf2dutJFYH2hlHn2Arb/qF/b6saXETBCAAAQhAAAIQgAAEIAABCEAAAhCAAAQgAIFkAhKr69pm1rVr17IwlSVWGxsbbeXKlba0y/xWEKsD7Ywz77TLNn7Nzj5jvF1R1rS4CQIQgAAEIAABCEAAAhCAAAQgAAEIQAACEIBAYbG6zleDrHv37tbQ0FAyqrLF6vLly21Zt39XWKw2SdUt+piteBqxWvJycgMEIAABCEAAAhCAAAQgAAEIQAACEIAABCCQhoAyVnt/8XXr1atXrYvVQKpq5ojVNOtPGwhAAAIQgAAEIAABCEAAAhCAAAQgAAEIQKAMAlUTq8uWLbPl3d+tUMZqRKq2G7H6K3v5fw62LWMX5l825f870E4oY9HKvmWvG+yDMcPshTt3tb3/WnYv3FgygcxzYE9ua9veVPLN3AABCEAAAhCAAAQgAAEIQAACEIAABCDQDglIrPZaOdB69+7dthmrlROrMVI1AL3yiy/MVn1o8xb9y/720k12+cNP27w2W4iMUBvw5iRb//LQqB1tD19xln23ZxvLVcRqm6187kCI1SqBZ1gIQAACEIAABCAAAQhAAAIQgAAEINBqBGpcrBaWqnHUVn70tP3+9vF29uxWYxp0nCRWzc4480m7bIsP2j5rtS2mzRgQgAAEIAABCEAAAhCAAAQgAAEIQAACEKhzAjUsVkuXqtm1XPWu3XvncXbYY++28vKWIlbzywYsCTJdr//Vy3aM3WNT7GA7ZsBn9rc7d7V5e4SvaSqZ1/ceONVW7bqpmUUyYnMyVn3WbIBg0T3W9Re/aH7Btf+W9Q2avOG3sxd6L46qH/vND+y7Wyi2zJXtz/2tdAbRkgZOWG/8Ws7BZTmvHe3Z+AiamDWVRvCcQw55r+X1Ec7DZ6feY7brwbalq/X7rh0bKQWQEet9AlJtnL3cyk8+3UMAAhCAAAQgAAEIQAACEIAABCAAgXonUMNi1cyG/8pePuFg27JrGcv0xUt2yUVj7YLFZdyb+pa0pQCahGIoNpvknRePTu4NyBWR/rWsgPXCz/Xzr0y5AZPYG29XKOZArDopu3bwXpPUzJYtaBKnFsjdjAw0+9udf7ENx0RKHLix18+I3bj6rV7EBoeKNfene8pjEF2KgmL1z2Y/H/MtWxTUOo1mDhcVqzHlFHL78HI4FKW5pQBy560ZNEnucK1SP2M0hAAEIAABCEAAAhCAAAQgAAEIQAACEKgGgdoWqyLWArm66JVf2MbX3NOK3NMeXhUnYHNlnBN+OSLULP+1GIEXZm9GxarlZqiqv4OWNtWDjavHmn0tI1ZzD2PS2N+3hUXEaig1Q9HrxWp+n83jxDEoXaxGDu9yc1rf7m06SKyoWI17WnJYFV/Lolm1rfhE0jUEIAABCEAAAhCAAAQgAAEIQAACEIBAZQjUvlhNkqsrXrIr/vRnW7n59ja457q2w6bDbMt+4dZrMwuyJyuDM9pLcimA3JbJAjYnYzVGhKo8QPO29fRiVVmlPuNVsfis1zP2Otqu+OtNOdmt2QzUGIG4pZuI305/tJ2x1012RWLGapzU9K/FHfAUI5cjDEoSq8rczSlh4LNKm+NOK1bzt/J7BsXngVhtna82eoUABCAAAQhAAAIQgAAEIAABCEAAAm1JoD7EapxcjZGmg3c6y65e4rsQAAAgAElEQVQ/5Aj7br9uTYzftf83YR87qtXKAZQmVrPb8GOegHTCrzSxGg7jRWG2rEDBjNXodn9frzW3XmnONIr2V1xIxjEoWazm3JC/bb8Y52ahGmz1jxHOhTJvEatt+S2OsSAAAQhAAAIQgAAEIAABCEAAAhCAQOsQqB+xGpWrSdmo/X9s9535c9u3n24oIAIrwrsFYjUiIosJv0y4acVq3FZ+sxzhV0iEzvvAvjvYbErT9vnM2Bm5usOCplICUX5NmaItLgVQRsaqLyHwwIJhtl/kYKsos3zOTdL400xmcGw5AsRqRb5a6AQCEIAABCAAAQhAAAIQgAAEIAABCNQSgfoSq6FcXRUezBRZkl1/ZwuO3sMG2Lt275X72GGvt9aSlSZWMyfIZw6aigq81hCrW4aHZUUPUCp0eJUTq5uaL1Pg6MW0z6FaqcOr0ohVd8BWU1ZtMK4Tq+F7zgfr0K3muWTKIwTZqDkHgjWJ1fD9Jpm9ZVbSF8+85fCq1vp6o18IQAACEIAABCAAAQhAAAIQgAAEINB2BOpPrHq5euRAm3xuRlLmX01ZiN1ftyv+8zA7u9V4pxWrCiBSZzWScVtZsbqr7W06tOlb1jdn7uFJ9s2yNGzjZWp+jVEzyxG1Eag+q/PND+y7W2yafTNHzkYZBLVfdUOaUgDZdgOahhDHF9e3y7b/wEnrrZw4zY0tW/7AvezLGjS1WXSPnb30+3bZOn/J1rINa9Oaidk9NviKs+y7PZUBnXSwV+5hX/n8Iuxb7ZmkYwhAAAIQgAAEIAABCEAAAhCAAAQgAIFKEKhPsSoy/Qfa4MXv2rxYSs3bu7/xi18ktKkEXvrIEogrLQAeCEAAAhCAAAQgAAEIQAACEIAABCAAAQjUKIH6FasFFyQjVvs9vY/tdPu7Nbp0NRY2YrXGFoxwIQABCEAAAhCAAAQgAAEIQAACEIAABAoR6Jhitf+l9s+frWu/a6pnyiPSBgQQq20AmSEgAAEIQAACEIAABCAAAQhAAAIQgAAE2opAhxSrg4++w+5ccYbtdCfZqm31oDEOBCAAAQhAAAIQgAAEIAABCEAAAhCAAATqiUAHFKvfsp8dsKX9v/tuorZqPT3JzAUCEIAABCAAAQhAAAIQgAAEIAABCEAAAm1IoOOJ1YKHWrUheYaCAAQgAAEIQAACEIAABCAAAQhAAAIQgAAEapZAxxOrNbtUBA4BCEAAAhCAAAQgAAEIQAACEIAABCAAAQi0FwKI1fayEsQBAQhAAAIQgAAEIAABCEAAAhCAAAQgAAEI1AwBxGrNLBWBQgACEIAABCAAAQhAAAIQgAAEIAABCEAAAu2FAGK1vawEcUAAAhCAAAQgAAEIQAACEIAABCAAAQhAAAI1QwCxWjNLRaAQgAAEIAABCEAAAhCAAAQgAAEIQAACEIBAeyGAWG0vK0EcEIAABCAAAQhAAAIQgAAEIAABCEAAAhCAQM0QQKzWzFIRKAQgAAEIQAACEIAABCAAAQhAAAIQgAAEINBeCFRdrLYXEMQBAQhAAAIQgAAEIAABCEAAAhCAAAQgAAEIQKAUAr1WDrTevXtbQ0NDKbe5tg0ff/xxY6l3NTY22rJly2x593dtq/67lHo77SEAAQhAAAIQgAAEIAABCEAAAhCAAAQgAAEIVJXA64ufMsRqVZeAwSE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oAABCAAAQhAAAIQgAAEIAABCEAAAhCAAARqjQBitdZWjHghAAEIQAACEIAABCAAAQhAAAIQgAAEIACBqhNArFZ9CQgAAhCAAAQgAAEIQAACEIAABCAAAQhAAAIQqDUCiNVaWzHihQAEIAABCEAAAhCAAAQgAAEIQAACEIAABKpOALFa9SUgAAhAAAIQgAAEIAABCEAAAhCAAAQgAAEIQKDWCCBWa23FiBcCEIAABCAAAQhAAAIQgAAEIAABCEAAAhCoOgHEatWXgAAgAAEIQAACEIAABCAAAQhAAAIQgAAEIACBWiOAWK21FSNeCEAAAhCAAAQgAAEIQAACEIAABCAAAQhAoOoEEKtVXwICgAAEIAABCEAAAhCAAAQgAAEIQAACEIAABGqNAGK11laMeCEAAQhAAAIQgAAEIAABCEAAAhCAAAQgAIGqE0CsVn0JCAACEIAABCAAAQhAAAIQgAAEIAABCEAAAhCoNQKI1VpbMeKFAAQgAAEIQAACEIAABCAAAQhAAAIQgAAEqk4AsVr1JSAACEAAAhCAAAQgAAEIQAACEIAABCAAAQhAoNYIIFZrbcWIFwIQgAAEIAABCEAAAhCAAAQgAAEIQAACEKg6AcRq1ZeAACA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qgXAr94922775PFVZ/OmsZG+3z5Ctu973p27dDh1qNTp6rHRAAQgAAEIAABCEAAAhCAAAQgAAEIQKDeCCBW621FmU/VCJz5zpt2bzsQq42Njbby089szVerbZ3u3W3q9rvYsJ59qsaFgSEAAQhAAAIQgAAEIAABCEAAAhCAQD0SQKzW46oyp6oQaI9iVSA27NXbnv/WKOtcFSoMCgEIQAACEIAABCAAAQhAAAIQgAAE6pMAYrU+15VZVYFAexWrDQ0N9qsthtuJGw2qAhWGhAAEIAABCEAAAhCAAAQgAAEIQAAC9UkAsVqf68qsqkCgvYpVoThg4CZ2wxbbV4EKQ0IAAhCAAAQgAAEIQAACEIAABCAAgfokgFitz3Vt17NavabRPly+wlY3rrGeXbta3x7d23W8scEtW2C2YpHZquVma74yW/OFvd7Y3X6wdK2qzyWsseqDQaxWfVkIAAIQgAAEIAABCEAAAhCAAAQgAIE6I4BYrbMFrYXp/P6JZ+3nf37EdHp99Fq3Vw/r3qWre7lLp0627Yb9rU/3bu7v63TvZtsPHOBe17VJv3Vs437rZLvo16OH9ejapXURfPGJ2Sevm6380CwS/5vW0/b5tPqSGLHauo8AvUMAAhCAAAQgAAEIQAACEIAABCAAARFArPIctCmBp+f/2464+S77eMXnrTpu504N1r93L+vUkJGwkrLbbNjfOjdJ2U3X7WdDvtY3K3CHDehvkrrr9uxpDQ0JoS37t9knr5l9FR/7V9ZgXwSuuFtDo4Wad7WZLW9ssEWNnWzums42e3Vne3F1F3vyq4xIrtSFWK0USfqBAAQgAAEIQAACEIAABCAAAQhAAALJBBCrPB1tRuCj5Z/bQZNvt5feW9RmY5Yy0NU/2ttGfWOIdbIG69dlpfXs9JVZ1z5m3fqafTbP7OPXzNasKqXL4m3XHW7WcwN77uN37NCFHxRvn6IFYjUFJJpAAAIQgAAEIAABCEAAAhCAAAQgAIEWEkCsthAgt6cjoF3zF0ybYVc//nS6G6rQ6vcH72O7bzbEOjWutn6f/9N6rXq/IlF8aWafNzaYcmf9n+4NjeYTY1dag/3+i+529Rc9KjJenFj9/oCB9sdhO1akfzqBAAQgAAEIQAACEIAABCAAAQhAAAIQoBQAz0AbEZj59nw7/OY7bcWXFc74rGD8lRarnzQ22JLGTjnlAdaY2YLG1isDIBxxYnXEuuvbg9vtUkFadAUBCEAAAhCAAAQgAAEIQAACEIAABDo2ATJWO/b6t8nsl65caYdOucOeeefdNhmv3EEqLVbTxPGVmX3ZZ4it6TnAnly62P6/xZ+kua1gmzixusPX1rPp2+/a4r7pAAIQgAAEIAABCEAAAhCAAAQgAAEIQCBDALHKk9DqBP7P3560i/4y09aoHkA7vqohVh0O1XDt2seeWbnSDv9YR1y17EKstowfd0MAAhCAAAQgAAEIQAACEIAABCAAgTQEEKtpKNGmbAL//OAj2/+G22zhp8vK7qOtbvw/+42yvbcaap0a11Skxqq2/b+1prMtWNPJffysscH+taazrWVmAzutts07rbGNO6223tboygOozuoLq7u0eLqI1RYjpAMIQAACEIAABCAAAQhAAAIQgAAEIFCUAGK1KCIalEtACapnTn3IJj/9QrldtOl9l+w70vbbZquKidWk4JWTqsOsPmjsZIu7rG0fNXS3//l0uc2ugFTVmIjVNn1sGAwCEIAABCAAAQhAAAIQgAAEIACBDkoAsdpBF74tpj1rwXt20OTb7dOVX7TFcC0eo63Eak6gfYea9drIPlq2yEYsWNziOSBWK4KQTiAAAQhAAAIQgAAEIAABCEAAAhCAQFECiNWiiGhQDoFVq9fYSXf/2f70wivl3N4m91y490j7/9m7FyDL7vo+8L97b99+z7M1M5JGsjQSGvQyLwmwsJnNKrzsNWDZMatgDBiUbKXsCmSXXcVxcG1MNl5V8BpTm2QrHnDAZJOysWVcZR4xYFa2eQqEDRIgHjNGmtFIMz2ann73fW2d23277+33v6enbz8+twokdf/OOf/z+f+uVPWd//mfH73qQBz/0tfjz779vbgcwerUzOrUZ2r5GKrl4olqIfbkqnF1rhqFXMTBXLZhQMTHS53xLyb61uW+rVhdF0YnIUCAAAECBAgQIECAAAECBAgsKyBY1SCXRWCzr1Z98bVXx++87pVxaFd//NevPxq/9snPrXuwmoWqpVquvrfqhVouTtfy8XClGJ8uFeO71cJlcc9OKli9bLROTIAAAQIECBAgQIAAAQIECBCYFRCsaoZ1F8j2Vn3Hgx+PD33lb9b93Ot5wrfe+bx47oGB+Nijj8cXf3gqfvM1PxE/ffttkYtq7B36RvSMP9lyuXxnd+Q7sldPXdqnFhFDxT0x1HM4/nx0OP6PZ0cv7YTzjhasriunkxEgQIAAAQIECBAgQIAAAQIEFhUQrGqMdRf4xlNPx+uO/5c4Pza+7ue+nCf853f/RLz5xc+Pjnw+dvd0RU+xOHu52uRQTD72x5GrlaJr78GIXC5pKJWp8ahVKtHR3Td9bHFXxO4jcaE0FS98cn32Vm0MSLCaNDWKCRAgQIAAAQIECBAgQIAAAQJrEhCsronNQcsJjJfK8ez46kPVQi4fV/T1RiGfFla2YxYqZx6JqdOPRJTGI5fPRa5jJnytRQxXKjES+Riu1mIi3xHfzvfGs/lifKvWFZ8s7K0P98bqeNydG4ury2PRWS3HZ7oOxGejf11vRbC6rpxORoAAAQIECBAgQIAAAQIECBBYVECwqjEIrJPAP/7Bo/Hnw+fX6WxrP41gde12jiRAgAABAgQIECBAgAABAgQIrFZAsLpaKXXrKjA6Ohpf+sIX4uLFi+t63nae7E9/9DnxF2ND7RxC/dqLBatH8h3xq+cnVhzb7t2746V33RV9fX0r1iogQIAAAQIECBAgQIAAAQIECOxkAcHqTp79Nt37yMhIfOj3fi/OnT3bphFcnsue+IV74v+bGLk8J08462LB6pWTpfi5L6zuZWJXHDgQb/mlX4r+/vXdoiDhFpQSIECAAAECBAgQIECAAAECBDa9gGB100/R9hvgqSefjN//8IdjcmLlFZRb6e63S7CaLxTiH77xjfGcm27aSvzGSoAAAQIECBAgQIAAAQIECBDYUAHB6oZyu1gmIFi9vH1wqStWs9G94d5745Zbb728A3V2AgQIECBAgAABAgQIECBAgMAWFhCsbuHJ26pDF6xe3pkTrF5eX2cnQIAAAQIECBAgQIAAAQIECGQCglV9sOECiwWrP/tzPxd79+7d8LGs5wX/VXk4PjPy7Hqeck3nWixYva1/d3z40JFFz3f69On45Cc+0fI7K1bXRO8gAgQIECBAgAABAgQIECBAYAcJCFZ30GRvlltd72B1qlaL4Uotak032JfPRU8+t6G3LFjdUG4XI0CAAAECBAgQIECAAAECBAi0VUCw2lb+nXnxSw1WswD1qalKPDlViYuVapSbE9Um0ixX7c/n4+rOfFzb2RGFy5yzClZ3Zj+7awIECBAgQIAAAQIECBAgQGBnCghWd+a8t/WuLyVYzcLU702UY6Jai3xE9Bey/48YrlRnV6xm+Wl3Plf/X/bzLHjtzOXiR7oKcWN3R1yufLWdwepNMRmvzQ3FXTEWN8Zk7I5KlGq5+EGlEH9e6o4v5A/Gvz14dNF5txVAW78OLk6AAAECBAgQIECAAAECBAhsUQHB6haduK087LUEq+PVWnxjrBTPlqvRkcvF4c5CXN9ViO+Ml+NMqRK9+VxUI+rhavb3WV1/IRfP6+2MC+VqnJgsR3aOvkIubu8pxt6O6UB2PT8bHay+orcn3nvVNbGrOhW5k617pM6/r8ylXNgV53t+NEqF3S2/FqyuZxc4FwECBAgQIECAAAECBAgQILBTBASrO2WmN9F9pgar2eP+Xx8t1YPRA8V83NJTrK9G/eZYKU5PVWJfRz5e0FeMh0dKUarV4kV9nfHEVDmemKzE7kI+7ugvRjGXq690PTlZjkLk4paejriqs7CuKhsdrBaiFv937sl4ZQzXV+82fyYjF8WYXtXb/Jkq7I1zfXdENVec/bFgdV3bwMkIECBAgAABAgQIECBAgACBHSIgWN0hE72ZbjMlWM1C1UdGS5G9oOr6ro64qbujfitZQPr4eDl2zQSn2aP+nx+eqgerd/R11lerfmu8FD+crNTD2Bf2dda3AMj2Zv3WeLm+svX23o44VFy/cHWjg9XGnP5ojMfeqEQ5C4xjMvZFOf7baC4qlWr8Ss9ovLw4GX256Y1oK/meONd7R5QK/YLVzfSlMBYCBAgQIECAAAECBAgQIEBgywkIVrfclG39Aa82WM3C1K+OlGKkWq3vjXpD13SoerZUrW8LkL2M6oV9xfqq1OwzP1jNosRHRqfiXGn6+Ox/2efpUiW+OVaOjnnHX6psO4LVO2MsXpu7GP9djMThKEW2irXxmazl4ulqPr5W7oyXdZbjYK4kWL3USXY8AQIECBAgQIAAAQIECBAgQGBGQLCqFTZcYLXB6mPjpfrj/Nkn2xv1YLEQVxUL8e3xUlyoVOtbAlzT9Dj//GA1Oy5b8fq10VL9kfjn9Rbrxz1dqsZQuVrfkzXbRuAl/dOrWS/1s5HB6n/a3xUvP3g08lPDUTvx8VUP3YrVVVMpJECAAAECBAgQIECAAAECBAgsKyBY1SAbLrCaYPWZmVWpXfmInpmXUZXnFmPW90zNXlKVz0X053ORy0Vkx1RqEYeK+fo/j1Zq9X+eqNVisjp3cBayZi+vyv56vlKN53YX47quS98SYCOD1f+wrydetWt35C58L2L4icj2VH0yOuN70RVHYjJuiMmYXp87/5OL4a7rYqj75tlf2GN1w78CLkiAAAECBAgQIECAAAECBAhsAwHB6jaYxK12C6sJVr82OhWD5dZVqc+Wq5GtYh2r1qIvn4+Jai2qMR2eNmWusxzZKtRsu4AshM1C2SyEzV5ale2rmv3uQrkaj4yVojuXiztnXnB1KZYbGaxmj/z/ZAxHR9Ti0eiO70bX7NBrtVr0Dw/FP+wYjp/tHo/nFMotIWupsDue7n+ZYPVSJtuxBAgQIECAAAECBAgQIECAwI4XEKzu+BbYeICVgtUsQM1eWNVbyMVLmx7TH5p5rD9bqZr9fP5nsa0AGjWPjpXidKkSt/YU43DT9gF/M1qKs+VK3N5bjCsv8UVWGxmszr/3bH/V18TFeEluLLKXWXXVqnGyUohHysX4Yqkrfq1/NK7LTdUPGyteFed7ny9Y3fjWd0UCBAgQIECAAAECBAgQIEBgGwkIVrfRZG6VW1kpWP3uRDl+MFGOI90dcXTmhVPZvf1wshLfmSjFtZ0dcXPPwgfdlwtWT01V6qtdsz1Zs71ZG58z9RdZlep7t97WO/fztVi2I1j93YFdcfeBI5EbORVx6i9XHHY11xmDvc+PyY4BweqKWgoIECBAgAABAgQIECBAgAABAksLCFZ1x4YLrBSsfnV0KrJVq8/v7YwDxWwn1OnPt8fL8cRUecGq08bvlwtWG6tds/1YX9y02nW8WouvjEzVtwu4a9fCVbApOO0IVn9rT2f8zBXXRu7iiYhz36wPN9sWIfvfnNzcXdQiHxe7b4rhriOC1ZTJVUuAAAECBAgQIECAAAECBAgQmCcgWNUSGy6wXLCaBYKfH56s74l6R19n9GebpM58sn1XL5Rr8cK+YuzrWBgbLheslmq1+NLIVH1v1Zft6qr/tfHJgtVs39b510uFWUuw+rL+vXGouPpAtxoRj42PxHcnxmaHlz36vzcqUYlcfCe64lytEIXhi3FXbixe0zkZL+goxdGOchRndqIdK14d53ufJ1hNnWD1BAgQIECAAAECBAgQIECAAIEmAcGqdthwgeWC1ZFKLbIVq9kK0pfNW0H6heGpmKotHYAuF6xmN5kFq9kLr+YHqNn+q2dK1XhBXzEGFglsVwu0lmD131xzU7ywb9dqLxFZQPwHg2fiI4NPLXnMTbWJ2Dd2MWqVLIad/jywezSuz03W/z5brTrU/dzZ350+fTo++YlPtJzvDffeG7fceuuqx6WQAAECBAgQIECAAAECBAgQILDTBASrO23GN8H9riZYzR7R38hPRy7iBX2dccUGB6uNe/zlg9fG2w8cjs78Yg/wR3x/Yixe/92vL0oyEOX4lb6OuL10Np5bGoz+mAtU5x9QzRXjfO8LYsIeqxvZXq5FgAABAgQIECBAgAABAgQIbEMBweo2nNTNfkurCVazWPVg0/6q2T09U6pGpRZxqJiPfPOz/DM3vNLvz5WqUVrk+Gw/1yzIbWeweilz9qlDe+LowVsiBr8Vtae+sMKpcnGx64b6PquNjxWrl6LvWAIECBAgQIAAAQIECBAgQGCnCghWd+rMt/G+lwtWGy+TyoaXvWSqpylBzfZYHarU4kV9xdhTSNtjNTtftlVAuVZbcN5s64HhyvQWAbua9nRNJVrLVgCp11is/meL5fgnffkYGzsXj5YqMVbLxeRUKY7kSnE4X4lrCpXYlatFx8weq+PFQzHY+0LB6nrgOwcBAgQIECBAgAABAgQIECCwYwUEqzt26tt348sFq9mosr1QRysLX1KV7YX6VKkSt/cW48piYcENLLfHahacZgFqFtS+tH/uZVGNl1plJ8t+nu3tutZPu4LV+eOt1WoxcXE4quXK7K/+av/5uCk/vcfqePFgDPa+SLC61ol2HAECBAgQIECAAAECBAgQIEAgIgSr2mDDBVYKVrMA9dRUJZ7bU4zruuYC1JOT5fjuRDmu7+qIm7o7koLVM6VKfHOsFAeLhXheb3H22MFyNf5mtBR7O3Lxor65wHUtKFslWPXyqrXMrmMIECBAgAABAgQIECBAgAABAq0CglUdseECKwWrjRB0byEfdzatLs32Qn1ktBQ3TX4p7nj2P0auOjXzcPv0LVRq0y+8yudy0Vh32vhrtjdrNWpRyOWieROB7DVP2XHzf74cSi3fFZO7XhrDh94c1cLu2dKtEKxWcx3xbM/tMV68cnbc9ljd8K+ACxIgQIAAAQIECBAgQIAAAQLbQECwug0mcavdwkrBahaPZtsBjFVq8fy+Ygx05Osvl8pWsT45VYmX7S5HT0d/W247F9UoVgaj95kHI0a+H+ev+1eRBa3Z573V0XhodKgt42q+aLVWi/NDQ1Ga2QqgFrX4633n48bcREx27IuzfS+JmI2eIwSrbZ8yAyBAgAABAgQIECBAgAABAgS2oIBgdQtO2lYf8krBanZ/fzdZie+Ml6KvkItstWkWrGaBa7YC9bq+jnj+7p6o1uYe6d8ok2z/0lK5HLVaNfYMfjRKhStjYvdd9ctP9fREX23te7RejnsYjVrc9egX40tXjMd1ueG40H1zjHZe23IpwerlkHdOAgQIECBAgAABAgQIECBAYLsLCFa3+wxvwvtbTbCahahfHpmK7PH/jlzEoWIhruksRH8hV//5Kw7kI995RVvuLttxYGx8LDor56Lz6T+LkYNvrI+j1N0d3dneApvlk4s4WS3Hz3z7q/HVK0bjUKFWX61azbUG0oLVzTJhxkGAAAECBAgQIECAAAECBAhsJQHB6laarW0y1tUEq9mtni9X4+ujpfpK1dt7O+rhavb54WQlrusvR3/voYhce1aIjo1PRJRHY9ff/V9x4Zp31ce12VasTuUi/vWZE4lMwNYAACAASURBVPHYhdPxZ/uGI7oOx8WuGxd0kWB1m3yx3AYBAgQIECBAgAABAgQIECCwoQKC1Q3ldrFMYLXBalZ7crIc350oR0cuF7f3FONAMV8PWoudlch3zL04aqNly+VyRHkidv/wtzZlsDqWj/i109+Pzww+E/9291Tc2z0Z5/vuiHK+R7C60c3iegQIECBAgAABAgQIECBAgMC2FBCsbstp3dw3lRKsNoer2drU53R3xPVdHbG7txKVjv1tu9HJqVLE5LnoOfNfY/jQ2+rjeKQjYrIwvaq2XZ9KrRZfu/hsfPTMkzFSKccv9JTigf6hmCpeGc/23LbosKxYbddsuS4BAgQIECBAgAABAgQIECCwlQUEq1t59rbo2FOD1ew2ny5V4rHxckxVa3Ftb1f82EBnVPN9bROYGB+Jnmc/E+WpqRjf98r6ON577lT8l6FzbRtT84WvL1TjN3aX4hUdw1GolWK46/oY6r5ZsLopZscgCBAgQIAAAQIECBAgQIAAge0gIFjdDrO4xe5hLcFqdovj1Vp8a7wUN3SdjyO790Xk2rM6tFqeiMK5z0b+6U/F+SO/GdXC9JYEF6uVuFiptGU2nnPus9F58VTk8vno2bMvOrq6W8YxXjwYg70vEqy2ZXZclAABAgQIECBAgAABAgQIENiOAoLV7Tirm/ye1hqszt7Ws38RB0+/Lwq1qTbdaS5KPc+JocPvjFL3DW0aQ+tl9/7wj6I6fiGK3T3Rs3fhFgmC1U0xTQZBgAABAgQIECBAgAABAgQIbCMBweo2msytcisrBaudTzwZez7zueg6+cPIlUqb/raq3V1x9q2/GFPXHm7bWPf+4D9HrTJVD1U7OrsWjKNU2B1P979s0fHZY7Vt0+bCBAgQIECAAAECBAgQIECAwBYWEKxu4cnbqkNfLljt/dtvxv4/+pOYOnpTjL7qlVHt6938t1mrRa2jEBNdnW0Za9f4qeg+9ZnoKBajZ+++RccgWG3L1LgoAQIECBAgQIAAAQIECBAgsI0FBKvbeHI3660tFaxeUYs48MEPx9Ab/kGMXPcjkc/no7urK/L53Ga9lfq48pOTMV6tRqXcntW1vRcfi86zD0fPnr1RKC4e7lbyPXGu944oFfoXWFqxuqnby+AIECBAgAABAgQIECBAgACBTSogWN2kE7Odh7VUsHr1k6ej+9TpGHzNqyPqoWpnPVzd7J+O8fEYrpTbMsxid3d05kqRq5Uil1/mZV65fJRz3VEqlaM8OdkyVsFqW6bORQkQIECAAAECBAgQIECAAIEtLiBY3eITuBWHv1Sw+iNf+5so335bjFx5KLo6u6KrTY/Wp5jmKpWojE/EWKU9q1U7e3sX3VN18XuoRWliMkoT44LVlElWS4AAAQIECBAgQIAAAQIECBBYRECwqi02XGCpYPXGP/+LuPiTr47J3bujWOyIfG7zr1Yt5CJylXKMT01tuGPX8Jdj3xP/Z+SqrUHpcgMpdx2O80ceiErHwGyZFasbPnUuSIAAAQIECBAgQIAAAQIECGwDAcHqNpjErXYLSwWr1z38SIy/5MUxtW9f9G2Fl1Zl+6tme6tOTsZYaeOD1Z6hz8WeU78duerK15666uejdMXdUXzmkzG0+3+Icte1gtWt9sUxXgIECBAgQIAAAQIECBAgQGBTCQhWN9V07IzBLBWsXvut70QMDMTwLTdHX19f5HKb+6VV2WzlarWIsbEYbsOLq/rP/kHsevr3VtU0E0feEVMHXxOdp/4gRrrviFL3jYLVVckpIkCAAAECBAgQIECAAAECBAgsLiBY1RkbLrBUsHrowsU48KGPxDP3vyti397o7Fz8DfcbPuAVLtgxPhEXpiY2fFi7n/oP0Tf4p6u6bnnfXTF5+Bei49kvxEjn82Kq73mC1VXJKSJAgAABAgQIECBAgAABAgQICFb1wCYRWCpY3bdrV+z/6J9E98kfxuA/+cdRG9gf+Y5l3nS/Se4n2w6gVi7HWKW8oSPa++R7o+fCZ1Z1zcnDb4zJH3l7FJ/5RExOFWJ8z98TrK5KThEBAgQIECBAgAABAgQIECBAQLCqBzaJwFLB6t69eyM/MRH7/+hj0ZNtC5A9Zr8FPtXurjj71l+MqWsPb+hoB37wv0Tn2GNJ16zlOmPo8DtjfO9/L1hNklNMgAABAgQIECBAgAABAgQIEGgVsBWAjthwgeWC1Www7x9/Nr4/NRH5ycmIanXDx5d8wVwuqj3dEfnFV9d2RMSLOrrjNZ19MbBETeo1c9XJGDjxv0Zx/Luph8bwoV+KkQNvEKwmyzmAAAECBAgQIECAAAECBAgQIDAnIFjVDRsusFKw+ssjT8c3ypMbPq7LfcHeXD7+p+49cU/Xrku+VKE8GPtP3B8dk6eSzzV88Bdj5OAbBavJcg4gQIAAAQIECBAgQIAAAQIECAhW9UAbBVYKVr9fLMTuXL6NI1zfS1ci4qtTY/HAhaeiO5eLd/Xsj1d19l3SRYoT34/9J/5F5CsXk88zvvfvx4Vr3iVYTZZzAAECBAgQIECAAAECBAgQIEBAsKoH2iiwUrA60t0V+zuKUYhcG0e5Ppeu1moxOTEZlWo1Rgq5+JVnn4hi5OJ9/QcvKTzuHP3b2P/D34hcZTR5oILVZDIHECBAgAABAgQIECBAgAABAgQWCNgKQFNsuMBKwWq+oxiVjo7oqG6Nl1etBFiLWpTLlajVanE+V4t7z/9dvKt3f/zkJaxa7Rn6XOw59duRq06tdPkFv5/qvTUGb/it2Z+fPn06PvmJT7TUveHee+OWW29NPrcDCBAgQIAAAQIECBAgQIAAAQI7RUCwulNmehPd50rBajbU8e7u6ClvgRdXrdI1C1WrMy/i+n+mLsSF0lT8Wu/AKo9eWNZ37o9i95kPRER6+CxYXTO7AwkQIECAAAECBAgQIECAAAECswKCVc2w4QKrCVZHentioNAR+fTccMPvZ7UXnJicinK5HI/lyvHvLz4T/67/UKx1J9ldT38w+s/+4Wov3VJX7ro2Bo88ENWOffWfW7G6JkYHESBAgAABAgQIECBAgAABAjtcQLC6wxugHbe/qmC1uysO9fVH5zZ6idX4xESMjY3Hk/lq/Or5J+N3+g/FFfnCmqZg75PvjZ4Ln1nTseWuw3H+yANR6ZheMStYXROjgwgQIECAAAECBAgQIECAAIEdLiBY3eEN0I7b36nBaqlUiuGR0TiVq8T9lxisDpz436Jz9Btrmr5qx544f/1vRqn7iGB1TYIOIkCAAAECBAgQIECAAAECBAhECFZ1wYYLrCpY3YZbAVQq1ZiYnIxTUY13D52K9/cfit1rWpFbiyt+8D9Hcezba5q7amF3nD/yb6LUfaNgdU2CDiJAgAABAgQIECBAgAABAgQICFb1QBsEVhOsjvX2xp5sf9VttMdq9vKqqXI5PlcZj4+PPhu/1X9wTfqF8mDsP3F/dEyeWtPxtXxPPHvtP4/JXS8RrK5J0EEECBAgQIAAAQIECBAgQIAAAcGqHmiDwErBai6fj3J3d3RX2zC4y3jJcqUSI9VK/Pz5k/GW7j3xP3btWtPVihMnYv/JX418eWhNx9fynTF0+J/F+J6/J1hdk6CDCBAgQIAAAQIECBAgQIAAAQKCVT3QBoGVgtXJ7u7Y1VGMtb3WqQ03tIpLVmu1GC6X4n3DZ+OLE8Px3r6DcUOhuIojF5YUx78T+0/+y8hXRtZ0fC3XERev/uUY2/caweqaBB1EgAABAgQIECBAgAABAgQIEBCs6oE2CKwUrA7u3xM39a1tNWcbbmfFS45XK/HIhfPxm2efiJNTE/EzXbvin/XsW/G4pQp6hj4Xe079duSqU2s+x/ChX4qRA28QrK5Z0IEECBAgQIAAAQIECBAgQIDAThfw8qqd3gFtuP+VgtVfHnk6vlGebMPILu8lcxHxY8We+N97r4ieXPZPa/v0DX4sdp/5jxG1te+VMHLg52P40NsEq2ubAkcRIECAAAECBAgQIECAAAECBEKwqgk2XGCnBatduVxcne+In+vaFT/d2R/5SxTvf+b/jV3P/P4lnWV879+PC9e8S7B6SYoOJkCAAAECBAgQIECAAAECBHaygGB1J89+m+59sWC1TUNx2SUE3nDvvXHLrbfyIUCAAAECBAgQIECAAAECBAgQWEJAsKo1NlzgqdOn48Mf+lBMjI9v+LVdcGWBru7u+MU3vzkOX3PNysUqCBAgQIAAAQIECBAgQIAAAQI7VECwukMnvp23XalU4r998pPxlS9/OWq1WjuH4trzBHL5fLzkpS+NV77qVVEoFPgQIECAAAECBAgQIECAAAECBAgsISBY1RptE8hWrJZKpVVdf3h4OP7Thz4UQ0NDC+r37NkTb33LW2LXrl2rOtd2K1pPm86urujq6tpuRO6HAAECBAgQIECAAAECBAgQILDuAoLVdSfduSfMQtIffP/7MTU1te4Ik5OT8eWvfCUmJyYWnDt7dP0lL37xmgLBcrkcTzzxxKoD3nW/sZkTFovFuPbaa6OjoyP5EpfLZqWBdHZ2xg033hjZ2H0IECBAgAABAgQIECBAgAABAjtNQLC602b8Mt7v8MWL8YHf/d1FV5Vexste0qkr1WqcO38+su0J2vnJHru/Yv/+KOTz7RxG0rWzlcJv/0f/KHbt3p10nGICBAgQIECAAAECBAgQIECAwHYQEKxuh1ncJPewFYPVbI/X8xcuxORlWGWbMi3dXV2xb8+eyOVyKYe1tVaw2lZ+FydAgAABAgQIECBAgAABAgTaLCBYbfMEbKfLb8VgdTv5b/S9CFY3Wtz1CBAgQIAAAQIECBAgQIAAgc0kIFjdTLOxxcciWN3iE5g4fMFqIphyAgQIECBAgAABAgQIECBAYFsJCFa31XS292ZGhofjA8ePx4Vnn23vQFx9QwSuvOqqePNb3xo9PT0bcj0XIUCAAAECBAgQIECAAAECBAhsJgHB6maajS0+lmqlEh/9wz+Mbz322Ba/E8NfjcCL7rgjXvu610VsoX1hV3NfaggQIECAAAECBAgQIECAAAECqxEQrK5GSc2qBZ46fTr+8+//foyOjq76GIVbT2D//v3xpre8Jfbt27f1Bm/EBAgQIECAAAECBAgQIECAAIF1EBCsrgOiU7QKnD17Nv7kj/84spC1Vqvh2UYCuVwujtxwQ/z0a18b+/bv30Z35lYIECBAgAABAgQIECBAgAABAmkCgtU0L9UJAuVSKcbHxxOOULqZBbJQtae3NwqFwmYeprERIECAAAECBAgQIECAAAECBDZEQLC6IcwuQoAAAQIECBAgQIAAAQIECBAgQIDAdhIQrG6n2XQvBAgQIECAAAECBAgQIECAAAECBAhsiIBgdUOYXYQAAQIECBAgQIAAAQIECBAgQIAAge0kIFjdTrPpXggQIECAAAECBAgQIECAAAECBAgQ2BABweqGMO+8iwz+6Tvi1b/x10vc+Jvigw+/M56301i+/r64876PxI//+qfid143sH53/8zH4h0/dSLePmP6t++/M9724R1qvH6qzkSAAAECBAgQIECAAAECBAgQWFZAsKpBLotAPVj99N3xqfe/PlojxMH42D99dbwn3r3I7y7LUDbJSWfu+/PZcNY59GwOVrPw9oNHmmz/Nt5359sijj8c73xBRMwLYTcJjmEQIECAAAECBAgQIECAAAECBLacgGB1y03Z1hjw0sFqxHK/2xp3t4ZR1gPNz8bdx++Oz973njjSCDrXcKoFhzSFpYefGYyBg81R9rxgdT2u5xwECBAgQIAAAQIECBAgQIAAAQIhWNUEl0Vg1cFqIxQ8HvG2+z4Sbzr+cNz9UPYoe+uwWh+fb179GfGm4x+MuO8DceTjvxOvP5gFiR+IIzMBZtQfuz9VX7X5keZTvmxuxWx9rCffHh+Mt81cd3pF6eGm7QyycdVXfMZMMDxvm4Pm3y8G2uxxKntUPz4YD//Tuc0Qssf3P3D9B+PuT78t3lNf1ZrdV+Oarfc789u57RRaVqFO1554W3bsdKjauO+64Y/91dy2ATNbE8yNt2kl7YLfRUST2WVpGiclQIAAAQIECBAgQIAAAQIECGwhAcHqFpqsrTTUVW8FUA8F3xN//ebpoHF6b9aId9dD0pk7ngn5GkHj/D1Ep//5x2eOmQkTm0PAZwZj8OBAy5YE00Hm9F6njf1gG+dv/PNsmFu//onZMQ3OXxW64uP102HnZ18xs7dq/XzRss9s6z1ERMs1B2PwmYEYaHg0wt2Tb58OZ5cMVjO/JbYC+PiR+MBPvSemg+fpFa71MXzv3fGpfxnxG/N+1zjPR2bmaSv1orESIECAAAECBAgQIECAAAECBC6HgGD1cqg652xYuThF08rIxiPyM0Hq4oFsazhYDwCbV3y2nGPpR98XvFCrOcxt3g92QfA5swq2OeydCSznVsE2gt1F7njR8zXte9oINZe8p9aAefYKjfB4zcHqZ+Pu+QF2tj9rPVid97vFxqjPCRAgQIAAAQIECBAgQIAAAQI7WECwuoMn/3Le+qr3UV2PYLUecjZvBdAaWi5YgTovJFww1mWD1cbj9UuHw/Ndp1ejLqLdtPpz2bD4dLbC9SMRTfUtY16vYLUxxHlz0vjxgjFezgZybgIECBAgQIAAAQIECBAgQIDAJhcQrG7yCdqqw9vQYHWFFauLBYLNP0sKVmPmJVTNKz2XCCKn526JFbTzthdYLlj9iS++I17dvKK2sRVA42frFaxmY7Jidat+5YybAAECBAgQIECAAAECBAgQ2GABweoGg++Uy11SsJq4x2rrvqwLg8z5e7JO7186twI0PVht3pu08WKpJbYCWGQ/1ebA9cTMHqcrBqvNJo19aS95KwB7rO6U76P7JECAAAECBAgQIECAAAECBNZfQLC6/qbOOH9F5XIii6z2XOzR+dkXSdXP1Qgzp0/8429+U8SHT8zsF7rYCtHW+voj9cc+Ww9Xs/P+evxG64rQlfZYbQSz01ePd3/81yP+9avjPZ9v2h6geZzPmX4x1/zP7Mui3v/6OLXsvrEzL5ZqbCeQBaozL5iqv/Tr3hPxjp86EW9/+J3xvBmbE297ON75glaruuGP/dVcbct9ZLVN41/wu4hofiGYLidAgAABAgQIECBAgAABAgQI7HABweoOb4Btcfstj8JviztyEwQIECBAgAABAgQIECBAgAABAptcQLC6ySfI8BYRmLeitHnl5wAwAgQIECBAgAABAgQIECBAgAABAhsgIFjdAGSXWH+B1u0C5j+Cv/7Xc0YCBAgQIECAAAECBAgQIECAAAECzQKCVf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BN3POQAAIABJREFU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aHOwejpuPvCSyOXyicNWToAAAQIECBAgQIAAAQIECBAgQIAAgfYI1GrV+PbZL0ffxNXR398fuVwueSC58+fP11KPqtVqMTIyEqOFp+OaK26MXV37U0+hngABAgQIECBAgAABAgQIECBAgAABAm0RGJ48H0+e+370VQ61J1g9N3w6dh3ojOcceIFVq21pARclQIAAAQIECBAgQIAAAQIECBAgQCBFIFut+r2zX4/hs1Nxxa42rVh96qmnomN3KXYP9MaVe66P/s69AtaUWVRLgAABAgQIECBAgAABAgQIECBAgMCGCGSB6sjUhTgzdDIuDo5F+WIxrrrqqvasWM2C1WxLgJ49hdhzqDvyXZlB8s4CGwLnIgQIECBAgAABAgQIECBAgAABAgQI7GSBXFQnI4aenojxoUo9UG17sJrtuepDgAABAgQIECBAgAABAgQIECBAgACBrSCQvayqbcHq6OhonD59ur5iVbC6FdrFGAkQIECAAAECBAgQIECAAAECBAgQyAQawerVV18dfX199X9O/eTOnz+fvNw0C1KzYPXMmTMxPDwc1Wo19brqCRAgQIAAAQIECBAgQIAAAQIECBAg0BaBfD4fu3btiiuvvHLjg9WJiYl45plnYmhoKEqlUlsAXJQAAQIECBAgQIAAAQIECBAgQIAAAQKpAsViMfbs2RMHDx6M7u7ujVuxmg00C1MvXLgQ58+fj7GxMatWU2dPPQECBAgQIECAAAECBAgQIECAAAECGy6QrVbt7e2N/fv3x969eyMLWdfyWdNWANmFssf/Jycn6+HqxYsX639fqVTst7qWWXAMAQIECBAgQIAAAQIECBAgQIAAAQKXVSDbR7VQKERXV1fs3r27Hqpmf58FrWv5rDlYbQ5XsxdYZatWs1Ws9ltdyzQ4hgABAgQIECBAgAABAgQIECBAgACByymQBajZ6tRstWp/f/8lharZOC8pWG2Eq9lK1XK5XF+xmn2yl1v5ECBAgAABAgQIECBAgAABAgQIECBAYDMIZKtVs0+2YrWjo6P+17WuVG3czyUHq40TCVM3Q4sYAwECBAgQIECAAAECBAgQIECAAAECywk0QtZLVVq3YPVSB+J4AgQIECBAgAABAgQIECBAYBMKPP5gPPDg44sObODl98V9LxtYdtCDnz8ex/9yMFZTu/iJHo8HH3gwHh84Fvfdd1csf7WV/GbOFUfjnvvviaMrlSf8/vGPPRAPfnv9z5swhA0oHYwvHD8eDw0OxLH77ou71jgZ01bzh9tqt6BvGn24bB80xrf+89AYz9F77o97ZhsnrZ8W/y40ztHsMeM7OP3dW/t3Z+WWWM1cLDjLzFxk4zp29vj0XN58T9z/+vX8Rs2/amNu535en4uBL8Tx4w/FYFP53Bw1bJv6dd6/zy7VVrC6co+pIECAAAECBAgQIECAAAECBCItRGqACVa3U+tcerDa6IeWGHFgIAYHByOaQtO1BasbbZ32nVjsu9AINmcDvlUFyOt3n43rN8LI2aB1uaB0Nlj9B3HbYx+NM8eaw+b1G1vzmVrsnvv4TJh6fdw6cDIey1on+0OeKx6a+UOgo/GKlw/Gp/+yEbc2gtW5EPvoPfdEPPhgZH9k1BqWp41fsJrmpZoAAQIECBAgQIAAAQIECOxQgUVCpPmrWWeCsZhZpdoSnr18OoR5qGlp2XSgMX/F3vzVho0Vq3fGnfFwPLzW41tm7WhM5ypNK3GzsWc/a1r91hy+TB++MKCp//jme+KeeHDeKszWVYezl1/CqGXl3GDrKrwlxzGzonH23PUwLKZX+M5dMI7ddyzOHJ/72cCt18fgYydnA6XZcO2lR+PxLzWvTs7m4lgM1leptszmgnPO2iw6ppmVjDP3NXDz0Xj8249Pr3L8icE4fvxM3PbywXioaWXzssFqfZ4ejRgYjCyPbczB/a8fmFlROxO4xcwq54bnwK1x/eBjcXI5mwV9Oj2PR78zvfJ64VxkJzsa99x3ZTzUsnKy9bjW78LcSu9l/+Bh5vu197q9ceHvLsycYiCO3XNbPPpgY5XmMn22pNPcytL5wWrreAYX6aX74q6mlbRZ32cu198yECe/FTMrmecC+FuPDMZjJ5rufv53ZU0r0RvnbwSr87+XjX+HzP+DgOZ/ruNc8uprweoO/c+h2yZAgAABAgQIECBAgAABAmkC84PV1sdsB/5q+vHugTvujPjqwzFYf9x+LpSbDYdmw7QsGDoaL7358fhSdlx9W4EsyHkormx5zHzmOr29EWNjTWHc6o5vWRE4u6Lt6rg6TsfpmaB08bHfEzHzyHrLariBY/GKAw/Fp+tjvidue+zBeuh49eGI06dmHom+5dHplXOzQd508LPUdQayIPrssblHqWeD1emAaPFxNELCpmDtoSubxta0gm/eOO4amAmYDjQFsc0BV1NgPh2YDc5zH4h1vHJIAAAGKklEQVRGYNZqs/iYZrdwqN/XmTg2E2q3rBRserw8215i5WA1m//s3hsBWbby8L648qEsLGsE54MtoWhjjpYbcyNAnX60fTqozVZkHjs3Hawueo7mrSWaQvGlvgvzHz9fuIq3NSyd/e4MHItjBx6Kh7JH7weOxT23PhoPZqsyV+yz+U5zK0wX3wpgXr82rwbN+uTYmTg+s0VBI1htBM6DWW1jRWnTqte568z/zqfuJzG3JcDAbAi+2mA1YsH9rinYnfs3p2A17b8iqgkQIECAAAECBAgQIECAwA4VWCpYnVkd1gjGGsHqvJWZjXBoOlSKmZWF08fWg8XGY7sLgo7WYDX1+NYVeY17aASrrVM5G4TNjGFwsb1Am4LV5mBw0evMBl7zjGZD5LlVpC0h4+wKy+kVl0uN4777jsbjTatJW/a8bL61+eOImAkuB2ZX7s6FVNmBR+PYzArSRrDa6j4XrLasOq67LRzT7D6884LVuRWrj8ZtLx+Ih/5ybj/RVQWr83qsJVi9/7Z49IEHY3A2/J4L9FpmfRGbaFmJ3dqjjWC1dbV187kH4ljjXpb4Liy/r2fT92wmgG757jT+cKD5DyiW6rMlrr9032aN0VgtPXdPC+Z40WD1/rjtWw/Eg2fnAt+jrzgWg5+eWVl787E4dvaheujd+MOUxR7Bbwk+521HMBdAN4LU+StS5/87at7vG6up532/L2WfVcHqDv3PodsmQIAAAQIECBAgQIAAAQJpAmtZsTq32nLxFavNj/I2rzxc5AVBi65YXfn4lhWrs3szzgWrqwo05wU8c+dcuGK1NYRqXcE5u2J15lH8erA4u7q16eVcSwWrzeNorpndwqAp4GsZ8yLbOLRsN9C6orF5JW7LitXZbQaWWLG69/rYe+FkXGjZVqFpa4fGVgCzK0tnOvDme+K+Aw+1vORsNkSbv3VC87mXDVbneq9+leZH0JexaawOzuaxHhTOrKZurMxsWbE620+t7o1tIVpXrM5beVx/6dsiL1dqXq2cHKwusTJ6gdPCFauz34PZUHneytJGoLvkitX769thzL3ornl7hObtC5YPVpf6d9LiWyY0r15t3WN1+uV0SwSr81bTC1bT/kugmgABAgQIECBAgAABAgQIEEgWuEx7rLaEMYu9XXyFPVZXe3zL/S6yx2q2TrOxwm521ez/394d5DQMA1EA9QVYcQcuABL3X1aCPeIaXAA5iWvHdQXdzUiv6zSZvImy+HLGix3bV3NMh9Du3uq+6+UXqzr77NbjqClYfb4GcMNNLOa6rmfWVtP38vJ1Kd/jJ+s11msrclvQOM123a/WNwjqV68B3nlua7uHFh63Y+dViX3VYQ9c5xB1/zj8dhf4bZZpDcwmnzbT97xidTju3mzcLXCdbGaDm1Cyb3rUPWpd+wrZcUJtNXl7LeXj8zSg9hh7cXwCP88pPk66uR3P9t8rVvvn+afnrAXu/whW59fB+lk6jyiogWQfBVDD2inoHEY6nM7/VEr5eWzTqPXIgtVs2/G8t5utGQXw8IvfHwgQIECAAAECBAgQIECAAAECBKII3A3JtlWGfgTyCBgFkKdXKiVAgAABAgQIECBAgAABAgQIECBAIIiAYDVII5RBgAABAgQIECBAgAABAgQIECBAgEAeAcFqnl6plAABAgQIECBAgAABAgQIECBAgACBIAKC1SCNUAYBAgQIECBAgAABAgQIECBAgAABAnkEBKt5eqVSAgQIECBAgAABAgQIECBAgAABAgSCCAhWgzRCGQQIECBAgAABAgQIECBAgAABAgQI5BEQrObplUoJECBAgAABAgQIECBAgAABAgQIEAgiIFgN0ghlECBAgAABAgQIECBAgAABAgQIECCQR0CwmqdXKiVAgAABAgQIECBAgAABAgQIECBAIIiAYDVII5RBgAABAgQIECBAgAABAgQIECBAgEAeAcFqnl6plAABAgQIECBAgAABAgQIECBAgACBIAKC1SCNUAYBAgQIECBAgAABAgQIECBAgAABAnkEBKt5eqVSAgQIECBAgAABAgQIECBAgAABAgSCCAhWgzRCGQQIECBAgAABAgQIECBAgAABAgQI5BH4Bepa002KLb1g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10" name="CuadroTexto 1"/>
          <p:cNvSpPr txBox="1"/>
          <p:nvPr/>
        </p:nvSpPr>
        <p:spPr>
          <a:xfrm>
            <a:off x="0" y="3221116"/>
            <a:ext cx="9144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 smtClean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CONSULTA DE VOLANTES PECUNIARIOS</a:t>
            </a:r>
            <a:endParaRPr lang="es-CO" sz="2800" b="1" dirty="0" smtClean="0"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57556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219" y="1867167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5000625" y="4219575"/>
            <a:ext cx="542925" cy="276225"/>
          </a:xfrm>
          <a:prstGeom prst="roundRect">
            <a:avLst>
              <a:gd name="adj" fmla="val 6162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consultar los volantes generador por el estudiante, presione el botón «Buscar»</a:t>
            </a:r>
            <a:endParaRPr lang="es-CO" sz="1600" dirty="0"/>
          </a:p>
        </p:txBody>
      </p:sp>
      <p:grpSp>
        <p:nvGrpSpPr>
          <p:cNvPr id="6" name="5 Grupo"/>
          <p:cNvGrpSpPr/>
          <p:nvPr/>
        </p:nvGrpSpPr>
        <p:grpSpPr>
          <a:xfrm flipH="1">
            <a:off x="4162423" y="1244915"/>
            <a:ext cx="752475" cy="3112772"/>
            <a:chOff x="5729176" y="1775902"/>
            <a:chExt cx="1131436" cy="1140874"/>
          </a:xfrm>
        </p:grpSpPr>
        <p:cxnSp>
          <p:nvCxnSpPr>
            <p:cNvPr id="7" name="6 Conector recto de flecha"/>
            <p:cNvCxnSpPr/>
            <p:nvPr/>
          </p:nvCxnSpPr>
          <p:spPr>
            <a:xfrm>
              <a:off x="6856167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" name="7 Conector recto de flecha"/>
            <p:cNvCxnSpPr/>
            <p:nvPr/>
          </p:nvCxnSpPr>
          <p:spPr>
            <a:xfrm flipH="1">
              <a:off x="5729176" y="2913844"/>
              <a:ext cx="1131436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10884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219" y="1876692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5000625" y="4219575"/>
            <a:ext cx="542925" cy="276225"/>
          </a:xfrm>
          <a:prstGeom prst="roundRect">
            <a:avLst>
              <a:gd name="adj" fmla="val 6162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En el listado se mostrarán los volantes pecuniarios creados, en ellos podrá editar con el icono «      » o imprimirlos con el icono «      »</a:t>
            </a:r>
            <a:endParaRPr lang="es-CO" sz="1600" dirty="0"/>
          </a:p>
        </p:txBody>
      </p:sp>
      <p:grpSp>
        <p:nvGrpSpPr>
          <p:cNvPr id="6" name="5 Grupo"/>
          <p:cNvGrpSpPr/>
          <p:nvPr/>
        </p:nvGrpSpPr>
        <p:grpSpPr>
          <a:xfrm flipH="1">
            <a:off x="4292599" y="1465447"/>
            <a:ext cx="622297" cy="2892239"/>
            <a:chOff x="5729176" y="1775902"/>
            <a:chExt cx="1131436" cy="1140874"/>
          </a:xfrm>
        </p:grpSpPr>
        <p:cxnSp>
          <p:nvCxnSpPr>
            <p:cNvPr id="7" name="6 Conector recto de flecha"/>
            <p:cNvCxnSpPr/>
            <p:nvPr/>
          </p:nvCxnSpPr>
          <p:spPr>
            <a:xfrm>
              <a:off x="6856167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" name="7 Conector recto de flecha"/>
            <p:cNvCxnSpPr/>
            <p:nvPr/>
          </p:nvCxnSpPr>
          <p:spPr>
            <a:xfrm flipH="1">
              <a:off x="5729176" y="2913844"/>
              <a:ext cx="1131436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9219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31" t="84235" r="84140" b="11561"/>
          <a:stretch/>
        </p:blipFill>
        <p:spPr bwMode="auto">
          <a:xfrm>
            <a:off x="8224838" y="952998"/>
            <a:ext cx="237960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64" t="84235" r="81772" b="11561"/>
          <a:stretch/>
        </p:blipFill>
        <p:spPr bwMode="auto">
          <a:xfrm>
            <a:off x="5481638" y="1198748"/>
            <a:ext cx="255587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41390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337620E1-CFF0-4665-8D63-276EE40B9D14}"/>
</file>

<file path=customXml/itemProps2.xml><?xml version="1.0" encoding="utf-8"?>
<ds:datastoreItem xmlns:ds="http://schemas.openxmlformats.org/officeDocument/2006/customXml" ds:itemID="{4927F7F4-FC10-48F3-BF60-10C858A09BA0}"/>
</file>

<file path=customXml/itemProps3.xml><?xml version="1.0" encoding="utf-8"?>
<ds:datastoreItem xmlns:ds="http://schemas.openxmlformats.org/officeDocument/2006/customXml" ds:itemID="{EB1FC1F6-80C8-4132-AD76-936731373F8B}"/>
</file>

<file path=docProps/app.xml><?xml version="1.0" encoding="utf-8"?>
<Properties xmlns="http://schemas.openxmlformats.org/officeDocument/2006/extended-properties" xmlns:vt="http://schemas.openxmlformats.org/officeDocument/2006/docPropsVTypes">
  <TotalTime>6015</TotalTime>
  <Words>233</Words>
  <Application>Microsoft Office PowerPoint</Application>
  <PresentationFormat>Presentación en pantalla (4:3)</PresentationFormat>
  <Paragraphs>24</Paragraphs>
  <Slides>23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4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Volantes de pagos</dc:title>
  <dc:creator>Ing. Andrea Pastori R.</dc:creator>
  <cp:lastModifiedBy>Andrea Pastori Rojas</cp:lastModifiedBy>
  <cp:revision>86</cp:revision>
  <dcterms:created xsi:type="dcterms:W3CDTF">2018-01-24T15:16:31Z</dcterms:created>
  <dcterms:modified xsi:type="dcterms:W3CDTF">2018-11-11T18:28:15Z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