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REINTEGRO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«Reintegro»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558767" y="1533908"/>
            <a:ext cx="432082" cy="2589717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18843" y="1749824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90849" y="3681082"/>
            <a:ext cx="1048707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984360"/>
            <a:ext cx="8483600" cy="4192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25193"/>
            <a:ext cx="6832230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329160" y="1743007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846176" y="203237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6" t="6329" r="22023"/>
          <a:stretch/>
        </p:blipFill>
        <p:spPr bwMode="auto">
          <a:xfrm>
            <a:off x="1407384" y="1381796"/>
            <a:ext cx="6172917" cy="5038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5" name="7 Rectángulo"/>
          <p:cNvSpPr/>
          <p:nvPr/>
        </p:nvSpPr>
        <p:spPr>
          <a:xfrm>
            <a:off x="5547337" y="1880429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5115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10F85998-5244-4CA2-926E-5617256E30AE}"/>
</file>

<file path=customXml/itemProps2.xml><?xml version="1.0" encoding="utf-8"?>
<ds:datastoreItem xmlns:ds="http://schemas.openxmlformats.org/officeDocument/2006/customXml" ds:itemID="{5E326579-DFA5-41FB-AA97-3B232F9FB525}"/>
</file>

<file path=customXml/itemProps3.xml><?xml version="1.0" encoding="utf-8"?>
<ds:datastoreItem xmlns:ds="http://schemas.openxmlformats.org/officeDocument/2006/customXml" ds:itemID="{A22A7681-84E0-4542-8CCD-A7AC17633DDB}"/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131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53</cp:revision>
  <dcterms:created xsi:type="dcterms:W3CDTF">2017-01-26T20:10:20Z</dcterms:created>
  <dcterms:modified xsi:type="dcterms:W3CDTF">2018-02-26T21:41:43Z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