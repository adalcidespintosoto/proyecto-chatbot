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52" r:id="rId4"/>
    <p:sldId id="260" r:id="rId5"/>
    <p:sldId id="261" r:id="rId6"/>
    <p:sldId id="262" r:id="rId7"/>
    <p:sldId id="351" r:id="rId8"/>
    <p:sldId id="264" r:id="rId9"/>
    <p:sldId id="319" r:id="rId10"/>
    <p:sldId id="339" r:id="rId11"/>
    <p:sldId id="340" r:id="rId12"/>
    <p:sldId id="350" r:id="rId13"/>
    <p:sldId id="341" r:id="rId14"/>
    <p:sldId id="342" r:id="rId15"/>
    <p:sldId id="349" r:id="rId16"/>
    <p:sldId id="343" r:id="rId17"/>
    <p:sldId id="344" r:id="rId18"/>
    <p:sldId id="345" r:id="rId19"/>
    <p:sldId id="346" r:id="rId20"/>
    <p:sldId id="348" r:id="rId21"/>
    <p:sldId id="347" r:id="rId22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14" autoAdjust="0"/>
    <p:restoredTop sz="94660"/>
  </p:normalViewPr>
  <p:slideViewPr>
    <p:cSldViewPr snapToGrid="0" snapToObjects="1" showGuides="1">
      <p:cViewPr>
        <p:scale>
          <a:sx n="100" d="100"/>
          <a:sy n="100" d="100"/>
        </p:scale>
        <p:origin x="-738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SOLICITUD DE CRÉDITO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INGRESO AL SISTEMA</a:t>
            </a:r>
          </a:p>
        </p:txBody>
      </p:sp>
    </p:spTree>
    <p:extLst>
      <p:ext uri="{BB962C8B-B14F-4D97-AF65-F5344CB8AC3E}">
        <p14:creationId xmlns:p14="http://schemas.microsoft.com/office/powerpoint/2010/main" val="372777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77761" y="2634125"/>
            <a:ext cx="55242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62375" y="1472666"/>
            <a:ext cx="1795192" cy="133339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25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8426"/>
            <a:ext cx="8423869" cy="43218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3329661" y="3834049"/>
            <a:ext cx="2432042" cy="16425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205587"/>
            <a:ext cx="0" cy="261146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Acceda a </a:t>
            </a:r>
            <a:r>
              <a:rPr lang="es-CO" sz="1600" dirty="0"/>
              <a:t>la sección «Portal </a:t>
            </a:r>
            <a:r>
              <a:rPr lang="es-CO" sz="1600" dirty="0" smtClean="0"/>
              <a:t>Profesores y </a:t>
            </a:r>
            <a:r>
              <a:rPr lang="es-CO" sz="1600" dirty="0"/>
              <a:t>Administrativos</a:t>
            </a:r>
            <a:r>
              <a:rPr lang="es-CO" sz="1600" dirty="0" smtClean="0"/>
              <a:t>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6028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4492"/>
            <a:ext cx="8423869" cy="41749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1639957" y="4083204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22150" y="1244915"/>
            <a:ext cx="400913" cy="3365063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6061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</p:txBody>
      </p:sp>
    </p:spTree>
    <p:extLst>
      <p:ext uri="{BB962C8B-B14F-4D97-AF65-F5344CB8AC3E}">
        <p14:creationId xmlns:p14="http://schemas.microsoft.com/office/powerpoint/2010/main" val="365228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ACCESO AL MÓDULO</a:t>
            </a:r>
          </a:p>
        </p:txBody>
      </p:sp>
    </p:spTree>
    <p:extLst>
      <p:ext uri="{BB962C8B-B14F-4D97-AF65-F5344CB8AC3E}">
        <p14:creationId xmlns:p14="http://schemas.microsoft.com/office/powerpoint/2010/main" val="210063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3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876300" y="3128827"/>
            <a:ext cx="1304925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2381249" y="1264580"/>
            <a:ext cx="2097699" cy="2293036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al módulo «Crédito»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8913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7669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876300" y="2928802"/>
            <a:ext cx="1304925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2238375" y="1264580"/>
            <a:ext cx="2297723" cy="2073346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ingrese al módulo «Crédito interno»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71260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7669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876300" y="2866323"/>
            <a:ext cx="1304925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2238375" y="1264580"/>
            <a:ext cx="2297723" cy="2073346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Seguidamente ingrese al módulo «App»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47994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9574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4924425" y="3771198"/>
            <a:ext cx="1304925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4536098" y="1264580"/>
            <a:ext cx="388327" cy="2915742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acceder al módulo ingrese a «Solicitudes»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08180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CONSULTA DE SOLICITUD</a:t>
            </a:r>
          </a:p>
        </p:txBody>
      </p:sp>
    </p:spTree>
    <p:extLst>
      <p:ext uri="{BB962C8B-B14F-4D97-AF65-F5344CB8AC3E}">
        <p14:creationId xmlns:p14="http://schemas.microsoft.com/office/powerpoint/2010/main" val="210063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9574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447675" y="2856798"/>
            <a:ext cx="1971675" cy="48647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2514600" y="1264580"/>
            <a:ext cx="2021498" cy="1835456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el número de solicitud y presione el botón «Buscar»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278219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" y="189574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esta sección podrá imprimir el formulario de solicitud del estudiante, editar los datos básicos del estudiante y codeudor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54268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PRE-APROBACIÓN DE SOLICITUD</a:t>
            </a:r>
          </a:p>
        </p:txBody>
      </p:sp>
    </p:spTree>
    <p:extLst>
      <p:ext uri="{BB962C8B-B14F-4D97-AF65-F5344CB8AC3E}">
        <p14:creationId xmlns:p14="http://schemas.microsoft.com/office/powerpoint/2010/main" val="192189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9574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pre-aprobación de la solicitud presionar el botón «                      »</a:t>
            </a:r>
            <a:endParaRPr lang="es-CO" sz="1600" dirty="0"/>
          </a:p>
        </p:txBody>
      </p:sp>
      <p:sp>
        <p:nvSpPr>
          <p:cNvPr id="5" name="4 Rectángulo redondeado"/>
          <p:cNvSpPr/>
          <p:nvPr/>
        </p:nvSpPr>
        <p:spPr>
          <a:xfrm>
            <a:off x="5848351" y="5047548"/>
            <a:ext cx="1409700" cy="36230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 flipH="1">
            <a:off x="4517043" y="1244915"/>
            <a:ext cx="1312253" cy="4012358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56" t="78224" r="18357" b="15432"/>
          <a:stretch/>
        </p:blipFill>
        <p:spPr bwMode="auto">
          <a:xfrm>
            <a:off x="6738938" y="974343"/>
            <a:ext cx="962025" cy="20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561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62" y="189574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Realice la confirmación de la pre-aprobación para finalizar el proces</a:t>
            </a:r>
            <a:r>
              <a:rPr lang="es-CO" sz="1600" dirty="0"/>
              <a:t>o</a:t>
            </a:r>
          </a:p>
        </p:txBody>
      </p:sp>
      <p:sp>
        <p:nvSpPr>
          <p:cNvPr id="5" name="4 Rectángulo redondeado"/>
          <p:cNvSpPr/>
          <p:nvPr/>
        </p:nvSpPr>
        <p:spPr>
          <a:xfrm>
            <a:off x="4522198" y="2523423"/>
            <a:ext cx="888002" cy="36230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 flipH="1">
            <a:off x="3915873" y="1234603"/>
            <a:ext cx="601170" cy="1469970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181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19" y="189574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rechazar la solicitud presionar el botón «                      »</a:t>
            </a:r>
            <a:endParaRPr lang="es-CO" sz="1600" dirty="0"/>
          </a:p>
        </p:txBody>
      </p:sp>
      <p:sp>
        <p:nvSpPr>
          <p:cNvPr id="5" name="4 Rectángulo redondeado"/>
          <p:cNvSpPr/>
          <p:nvPr/>
        </p:nvSpPr>
        <p:spPr>
          <a:xfrm>
            <a:off x="5848351" y="5352348"/>
            <a:ext cx="1409700" cy="362301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 flipH="1">
            <a:off x="4517042" y="1244914"/>
            <a:ext cx="1312253" cy="4288583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92" t="85726" r="18338" b="7780"/>
          <a:stretch/>
        </p:blipFill>
        <p:spPr bwMode="auto">
          <a:xfrm>
            <a:off x="6286499" y="994909"/>
            <a:ext cx="914401" cy="19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940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61" y="189574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la observación con el motivo de rechazo de la solicitud y presione el botón «Aceptar»</a:t>
            </a:r>
            <a:endParaRPr lang="es-CO" sz="1600" dirty="0"/>
          </a:p>
        </p:txBody>
      </p:sp>
      <p:sp>
        <p:nvSpPr>
          <p:cNvPr id="5" name="4 Rectángulo redondeado"/>
          <p:cNvSpPr/>
          <p:nvPr/>
        </p:nvSpPr>
        <p:spPr>
          <a:xfrm>
            <a:off x="2409826" y="2437698"/>
            <a:ext cx="4200524" cy="9324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72000" y="1205587"/>
            <a:ext cx="0" cy="114708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334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APROBACIÓN DE SOLICITUD</a:t>
            </a:r>
          </a:p>
        </p:txBody>
      </p:sp>
    </p:spTree>
    <p:extLst>
      <p:ext uri="{BB962C8B-B14F-4D97-AF65-F5344CB8AC3E}">
        <p14:creationId xmlns:p14="http://schemas.microsoft.com/office/powerpoint/2010/main" val="59848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22" y="1895742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finalizar realice la confirmación de la aprobación o rechazo de la solicitud de crédito</a:t>
            </a:r>
            <a:endParaRPr lang="es-CO" sz="1600" dirty="0"/>
          </a:p>
        </p:txBody>
      </p:sp>
      <p:sp>
        <p:nvSpPr>
          <p:cNvPr id="5" name="4 Rectángulo redondeado"/>
          <p:cNvSpPr/>
          <p:nvPr/>
        </p:nvSpPr>
        <p:spPr>
          <a:xfrm>
            <a:off x="3514725" y="2037648"/>
            <a:ext cx="2019299" cy="93415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7" name="16 Conector recto de flecha"/>
          <p:cNvCxnSpPr/>
          <p:nvPr/>
        </p:nvCxnSpPr>
        <p:spPr>
          <a:xfrm>
            <a:off x="4524375" y="1216340"/>
            <a:ext cx="0" cy="78320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551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E0C515CB-B80E-487B-A7BE-5E60BCFFEA3B}"/>
</file>

<file path=customXml/itemProps2.xml><?xml version="1.0" encoding="utf-8"?>
<ds:datastoreItem xmlns:ds="http://schemas.openxmlformats.org/officeDocument/2006/customXml" ds:itemID="{DAD838A8-D670-4C90-AC7F-0A7859851E66}"/>
</file>

<file path=customXml/itemProps3.xml><?xml version="1.0" encoding="utf-8"?>
<ds:datastoreItem xmlns:ds="http://schemas.openxmlformats.org/officeDocument/2006/customXml" ds:itemID="{8C525841-AC7F-43FA-97D0-385376919352}"/>
</file>

<file path=docProps/app.xml><?xml version="1.0" encoding="utf-8"?>
<Properties xmlns="http://schemas.openxmlformats.org/officeDocument/2006/extended-properties" xmlns:vt="http://schemas.openxmlformats.org/officeDocument/2006/docPropsVTypes">
  <TotalTime>6046</TotalTime>
  <Words>200</Words>
  <Application>Microsoft Office PowerPoint</Application>
  <PresentationFormat>Presentación en pantalla (4:3)</PresentationFormat>
  <Paragraphs>22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Aprobacion Solicitudes de credito</dc:title>
  <dc:creator>Ing. Andrea Pastori R.</dc:creator>
  <cp:lastModifiedBy>Andrea Pastori Rojas</cp:lastModifiedBy>
  <cp:revision>92</cp:revision>
  <dcterms:created xsi:type="dcterms:W3CDTF">2018-01-24T15:16:31Z</dcterms:created>
  <dcterms:modified xsi:type="dcterms:W3CDTF">2018-11-11T17:38:27Z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