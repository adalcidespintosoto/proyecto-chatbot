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265" r:id="rId3"/>
    <p:sldId id="266" r:id="rId4"/>
    <p:sldId id="268" r:id="rId5"/>
    <p:sldId id="267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13/03/2018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13/03/2018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REALIZAR PROCESO DE GRADUACIÓN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8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«Registro y Control Académico»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062" y="1504791"/>
            <a:ext cx="2168961" cy="283183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6722319" y="3894078"/>
            <a:ext cx="134535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6"/>
            <a:ext cx="8400177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</a:t>
            </a:r>
            <a:r>
              <a:rPr lang="es-CO" sz="1600" dirty="0" smtClean="0"/>
              <a:t>la sección </a:t>
            </a:r>
            <a:r>
              <a:rPr lang="es-CO" sz="1600" dirty="0" smtClean="0"/>
              <a:t>«Graduar»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39176" y="1562483"/>
            <a:ext cx="505656" cy="1634679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79632" y="2773669"/>
            <a:ext cx="1010263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984357"/>
            <a:ext cx="8483600" cy="41921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Al acceder al módulo se encuentran las opciones de «Graduar» y «Graduados»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14029" y="2839958"/>
            <a:ext cx="1334649" cy="42007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846176" y="203237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1848677" y="1562484"/>
            <a:ext cx="2643809" cy="1487514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367757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984357"/>
            <a:ext cx="8483600" cy="41921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editar la información de un estudiante graduado, seleccione el icono «     » correspondiente al estudiante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04240" y="3840480"/>
            <a:ext cx="203200" cy="21961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846176" y="203237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Graduados</a:t>
            </a:r>
            <a:endParaRPr lang="es-CO" sz="2200" b="1" dirty="0"/>
          </a:p>
        </p:txBody>
      </p:sp>
      <p:cxnSp>
        <p:nvCxnSpPr>
          <p:cNvPr id="19" name="18 Conector recto de flecha"/>
          <p:cNvCxnSpPr/>
          <p:nvPr/>
        </p:nvCxnSpPr>
        <p:spPr>
          <a:xfrm>
            <a:off x="-3948236" y="1562484"/>
            <a:ext cx="0" cy="1487514"/>
          </a:xfrm>
          <a:prstGeom prst="straightConnector1">
            <a:avLst/>
          </a:prstGeom>
          <a:ln>
            <a:solidFill>
              <a:srgbClr val="36A1B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4" descr="data:image/png;base64,iVBORw0KGgoAAAANSUhEUgAABVYAAAKjCAYAAAD2wVQ2AAAgAElEQVR4Xuy9CZgURba+f0AURFBQQZZB6FFxxw1QQcDBBXFUVEQdBBVEr9dd/1x33HAffu46XhcY1+uI6OAyiDqMoOACjoqDKOo0yCAILqCsCvT/+aLqZEdGZVZmVld3Lf3l8/jQVEVGnHgjq23ePnGiQVVVVZXwIgESIAESIAESIAESIAESIAESIAESIAESIAESIAESiE2gAcVqbFZsSAIkQAIkQAIkQAIkQAIkQAIkQAIkQAIkQAIkQAKGAMUqHwQSIAESIAESIAESIAESIAESIAESIAESIAESIAESSEiAYjUhMDYnARIgARIgARIgARIgARIgARIgARIgARIgARIgAYpVPgMkQAIkQAIkQAIkQAIkQAIkQAIkQAIkQAIkQAIkkJAAxWpCYGxOAiRAAiRAAiRAAiRAAiRAAiRAAiRQfgSef/55Of7448tvYpwRCZBArRGgWK01tOyYBEiABEiABEiABEiABEiABEiABEigVAhQrJbKSjFOEigeAhSrxbMWjIQESIAESIAE6i2Bd955Rzp06CC/+c1v6i0DTpwESIAESIAESKCwBChWC8ufo5NAKRKgWC3FVWPMJEACJFALBB5++GE588wza6FndkkC2QmMHz9eHnzwQXnhhRdkyy23JC4SIAESIAESIAESKAgBitWCYOegJFDSBChWS3r5GDwJkAAJ5I8AxWr+WLKnZAQmT54sBx54IKVqMmxsTQIkQAIkQAIkkGcChRarv/76q/zyyy+yfv1689+GDRtk48aNUlVVZWbaoEEDadiwoWyyySbmv0033VQ222wz8ycvEiCBwhCgWC0Md45KAiRAAkVHIKlYxdbtq6++Wj766CMzlwEDBshdd93lybGBAwfKhAkTzHs//fST3HHHHfLEE0/I8uXLpaKiQi677DIZNGiQIFvxmWeeCeRx8skny+677y6jRo0KfB/9f/rpp+b9/v37y4gRI3ztLrnkElmwYIEXh76JWNBvv379AvvVPu03e/bsafrXjMqwuPfcc0+57rrrMvrFayeeeKLstttuZs7ghzjsy26Drz/55JOMfpQp3sD9Tz/9tFRWVhqmgwcPFsxZr6A+EB/a6DywTh07dsyI5ZFHHpFJkybJ6NGjTcxx2Cm3N998U1q0aCFDhw71sbDnh/7QfsyYMTJx4kTvGRo5cqQ3nvY3btw4n3QFP1x4fniRAAmQAAmQAAmQQL4IFEKsQqSuXbvW/AeRmssFydqkSRPzH0QrLxIggbojQLFad6w5EgmQAAkUNYEkYhWitG/fvnLvvfeaTEMVpxCBKv622WYb+f77782cIQD/85//GMkGoQepeP7555v7UVdz4cKFpp0rzPQ9CNwbb7wxgx/GRl9DhgyRli1byqxZs7w2GK9Pnz5G5GoceBOxHnfccabd3//+98A1UWlsjwk+kLS6XV3n5Mq9rbbayicidQAITEhDxIx7b7rpJrntttt8Mthug68hiyGA7Qv34wLLt956Sx577DFTlxTzPe2006RXr16ezAzqA/NYsWKFb50gQadOneqrb9q1a1f58ccf5cknnzQxR7GDBD311FPNvCCsNZ7f//73nuy156frc8UVV3gMIHNvueUWLxasw1FHHWWk/dixYz0MKqRtiVzUHy4GRwIkQAIkQAIkUBIE6lKsrlmzRlavXm0yVN0LmalRl2axuu0gVps2bSqbb755VBd8nwRIIA8EKFbzAJFdkAAJkEA5EEgiViG8kGloZ0+CAYSXyi5brNpCTVmhD1wq7fR+/GkLs7Cx7H4QC6Tn448/7klNSDrIPohHW6zidchP9IsMVDsb0+3Tnd/w4cON7IRMTSr3XLEKsTht2jT561//6glNV6yqiHWfL9x77LHHypQpU3yZnJDG++yzjycmg7ijL3tt8DWELDhoxq9KUmSy2jFkY2ez0XgR5zXXXONJUTserLE9pt6jwhp/6tpDjl966aVehnFS9uXw+eQcSIAESIAESIAEap9AXYjVdevWycqVK7MKVUhTZK9qSQAtB6BlABo1auRt/4eEDZKsKA/QvHlzady4cd7Aff/ihXKDXCN3H7ON12fQa3kbMN1R3sb46C7pOq2vzLqgS0CIs+WurlOk76yLJOjd5HP6XiZecIPI1XfLgNbJ7879jpqNO/uerjKl9yy5aO/cI6hvd1Ks1rcV53xJgARIIIRAErGqAg+ZhMhODKqP6WasYsv62WefLT169AiUmQgrSJjFFavY4o7MTZWDEH0nnXSS2R5vi1VkYkJIol/U9nS34yOOsDHR/i9/+YsRhUnlnitWMQ6yd2fMmBEoHsOkKO5TaRwUuy0sg/rAvTgoSrN7sU5YG52X9g8pigxkW6xmY7fDDjvIhx9+mLVOqh0P2rtZshhbM1m/+uorbx1QjgDZsCqSk7Lnh54ESIAESIAESIAE4hCobbGKn6FXrVrlC0WzUyFH8R8kKmqt/vDDD+Y/tEdWK97TLf/YqdWmTRuz9R+v6RUkWJG9iqSCfFyFEqv5iD26j3IRq9EzzdaCYjU5P4rV5Mx4Rx0TGPP6AzJnybzYo155+Hmy03Y7hrb/4tsv5ebX7ovd3+5tOsvIw86J3Z4NSaBUCSQRq5ij1seEHENGISSrXR/TFqtoDxn2yiuvmJqsQfVAtQ3+dDNWsR3cvQ4++GCTMasSFPIN5QWwvV/FL+ScHQfaotyAijkVhe5J9GFi1X5dt/O7cV111VW++PX9ILGKeeL1s846ywhqN2MVtUrt6+WXX/ZKCbictJ0tHdGf2we42XVTlY8tRg855BBTpgG1a1WsRrFz1zvoc2DPL1t7fc/ljXVFCQSK1VL9LsO4SYAESIAESKC4CdSWWIUoRSkm/KmXClX9E/IUInXJkiWydOlS01Zlq0sN90Cqdu7cWdq2betlr6pYdQUrMlxR+qmmh1xFi1XIyeHypAl4iIxF9ufSiXLhjSLX3DNAUnmutsC024vIqWNl1gUid11QKRU7jpbRX46SyfcMEPEyZRdZ/YtIj9T76BdC8NFOkzOyaZ+QvlJ5w2ipeGSWXCSasdpeJl7QT0bPSJEdgvf2TsVVcU2ljL5hunm95zXV/aH/4Y/rSqTmJvdcKJWdKmT0DZUy6m93y4Bv7pKuI1Kzlx5DZIhUSoWbsYqsWW1j5pvKjwXbfulxRXqm+pOJcuEzIn2/HC2jdxwrkzs9Kjqf6abNNSI3Yh5p1qmeqjNl7Xi8+Syq5puej86zOgb0fYZUHqlr6Wdd3J/iuo+OYrXumXPEhASGPXGRQG7GkastNm8uQ7ufIPtuv1foKP/8+mN54v3nZPmanyMj0XHHDb0rsi0bkECpE0gqVu35QrI+++yz5nAqzVoME2eQY8j8RNakXX8T/dUkYxWSFaIUW+sh5PRwKDsOiExsv8cWd1yQvLfeemvGIUjZMlYfeughI3STyr0wsWpv6x82bJgnMrNlrGYbW+vYqrRVMarb++1yCWCgfNAemcf4D2UGkNHqbt3Pxi5fYhXPB8Q7sozddYDwRd1bLSPBGqul/l2H8ZMACZAACZBAcRGoDbGKQ6mQhKCy0xWqIADpioQA/PwDoYoyAGE1VJUY+sE2fyQIbL311kawYus/riDBivaQqxCyuV5RYtWWm0ZEyliZdXJluFhd+r1833qbtHBVIZgSemJkZypSHfeM+f0seYr2/WTKoX6Zas/NiMI3+nryVdKlACAo+80/IyU1IX6PrJQzZvWVKV2HS6XKVPP6FOkLwdn6e/l+6TayTXpLvx2PmaORoxCzj0qFaY9/aECgpoWrVwrAbpOSyjrP75d+L9u0TpdY0JIFYOfFoPK1olpYH5kSxkO/vrB6Pp5YdTh680m9HjzPlKBGKYC+02xRHc0612eqHO6jWC2HVSzzOUCs4npqQfWhNGFTPqVjVzm/z7BIsXrv1HGx+8NYFKtl/pBxeoZAErEKsafZgza+sIxESDecXG9nhgbJy5qKVUhFlAPA9nqUAUAWqAo/zWLFYUx6QWpC8LqHWIWJVXubfb7EKmJBX//617/MD9UqQrOJVZWk9mFdOifIZZWnbh8Q2rfffrt3ABfuUT5a5gClGvSgMb0fB2ihdms2dlp6AcztCzJUD9iy4wmqyYr7kFE8adIkUx7BXQc99AwZzHiWKFb5zYsESIAESIAESCCfBPItVnFAFaSqXrZU1a9//vln+fzzz2XZsmWBdVej5odSAMhEhVjdZZddIrNXIVdzPdgqSqymJOVomW5lkprXQjNW07PT+0wWJsSfv9apLTLt+p9RtVcz3rfEqlsr1p9Ji7iCapWmBCMyXZHlCdFbHY9bSiC41qlmhdrZsPYae5mxyGZ1pLR/PtZ4vtqxfkFd/S8fjBLE1x+nLVaTsI56Tsv5fYrVcl7dMpkbxOr2LdvK7CVfyCtLPgucVY8W7aViq7bmvThi9ZIXb5YZyxfJDk22lK/W/pTRJ/rD+9pvXLGKMgM/r/PXzNHsWfu95o23CC1XYLdru+V20rZFGy++lWtXyrylX3l/79x6B2nWpFlG/IuXL5HFP33rez2XtnHHC5q3Dp5trkFxzlvypZlzu622y1rSwZ4c+pk6b7r8tHaleXnnNjtKn849Qz8B7rzQMIxPUNuf166Uz5d8KV07pX6Fmi1DOiwIMPvH59PlrN6nxf6kItvavWbN/0jagVeLNqFziDtAErGqdTBfeuklr14qZN/RRx8dmLGqAsyuCYrXIMcgQ/WqqVhFDCgHMH/+fPNbf1wqDlFbVIWhzUS3vduHWAWJVT2xXjNy8ylWEQ/iQNyQl8gazSZW0R7vI/PWZYpDvPTQraA+IDT32GOPwEPGUA6gU6dOpgwAeOj9c+bMiWSn0lYlKmJEbNOnTw+MB4yHDBkiQc+QMghaBzwvyIw+99xzKVbjfrjZjgRIgARIgARIIBaBfIpVZKr++OOP3rhBUhVvQqoiAQGHWtXkQh3VLl26mOxVXHYZATf7FTVac8lcjRSrOgEVpQFy0BaYotvrjYg9SN42hz0VoVj1ttSntugf9G7qEK9cxKoiUsFqyhC0SwtpLUugJQtqLFatDFrv4cougClWk38KKVaTM+MddUxApd3o1+6Vz5Z/EyhCIUj/ePiFseSSirKJs1+Vr39cHJi5+vs2u0iLxs3k9P0HJRJ8L8+eLGOmjfWk7cXdT/LEGd579P3xZg6I9agu/qwuxYp2//Pa3WaeELsvj3jUk6cQiLe/cb/c/9k/5Ob9B8sp3Y73iVftQ8sdoB2uqLZgq9L6ir2PlrMPOs30i/EefPsxueWjl+TcXX4nlx56buB4Ojf0gbU4YLvOZtzKFYuN8A4T04jTzh5GxvHydSu9WO7rfWakeMTYx784WrBm/Tv3kncWfGjW9PHDL5aTuw8MfFptjmiQbW42A7TVZwNfv/vtPLNOmPODx1yVVea6gVz83Cizju+een9sMfvQtMfkzvf/4j0b+ssEcMYvAnStc60JnESsYixkFl5++eVGxOE33+62entrOLJFsc0dbfbee2+B/IMUHDdunC+LNUysBtVYRQyoOYprzJgxnrxDxmbv3r094ahx2Jmc9noEHQQFoeeO6daQDauxir7tw7J0rLBSAPo+pHCvXr3MnOKIVWWqLIOYBolVzdzVg6OCSiVoJqzeD1ntlhBA3C47ZYI6rogHP+CrpEV7Nx59hvBM4HKfoSCxivj79u1rDiVjxmod/w+Zw5EACZAACZBAmRPIl1jFdn78PBi0/R+CVSUr2uFnMhxQFbX1Pwo9ROlOO+0k+EU5Lles2v1jfPwMmLTmasbWepPVqdvxxXxdOTy9hR9ZlGMrZPLVIjeYrfYXCTbMp4Riaju7Eau6ld63VT08Y7W6jmr09vRsGavBpQDscd1apZLagm/NOVOsWiLTV0ogvXpe2YEUC690wgFv+7b8h5VRyCVj1Sup4GUOV8gTXUPm2ZqlAKI+Z0HvU6zmQo33FIQApNJ50x4OHfuXq99OFJcr9eyb45QUCBtM40QfrlDEexB/URmwyNLV0geQfneeMNobDqKv430nSNR8Mb8DHj/X3BfVVvtEW1dIquided6zgdmxGljQvBEDBPb1R10WujZBcap0DGJodwRJvvWYI4yAfvO8v3hv4f44tXaVTxy5udmNB5n+7bYYf9TLtxlBCrk6ZcTYQPHsTt7m7a5v1EOsz4YrnZ95f4Kc+tqd5vbnjxkVKu6z9Z9UrGpfWu8S28XdQ6Dc8ZAxunDhQiPc7AzRqHnz/XACyrRDhw6mDEKhL4hPZLgmWWN9hiCUeZEACZAACZAACZBAoQjkS6x+99133kFVbqaqitWNGzca+Tpz5swaZ6uCFyRp+/btTfkmXEFi1ZarONCqVatWCVFXb4X3brQOYPJKAZg30wcwtXYOZjp1iAx5XKSvkZTW4VU9Rskoc2DVMBk441f5fVrEoqdqoZj88Crfln9vy3z44VWpuMyo1YdApYVj6vCqnjLqmtSBVcNOmC6/HlFdCzZVVzXo8Krq2qrIdvUOqbJKJtiHVw25ZlTqwK0/jpLKF6oP/komVp3DtLz1yJ6xmopDeHhVgk8GxWoCWGxaWAL1TaxqNiSouxINki9KliYRqxhDZaYrKfXwsKgsyGxCOduTExSn9hUlHfVeZJG+MOIRbxi87pZRCIohSJaGxRrWVuVu0DqF9WVnnqLNgvOeiyVk0TZMrNrvuTzifnJzFatx+2c7EiABEiABEiABEiABEihmAvkQq/glMzJQcYVJVby+fv16WbRokXzyySc51VZ1OWqd1W7dupm3IG5VroaVBWjatKn5ZTgvEiCB3AlQrObOjnfWMYH6JlYP7LiPzF36pcmGxGVnIdaGWEWN0sOeTWWWalamZlbGEX9BYjWXOCEqj3rkDLO1PSqTFGUidn/4dBMzslvBDHVPw+qluo9sPsQq+lTZGZVhq+MffN9Jcv3hF8jZL95ktvWjVEOUuNZ7s4lV+zMSJd6DPr4Uq3X8TY3DkQAJkAAJkAAJkAAJFBWBmopV1En94YcfzJyySdWGDRuajFbU1587d27exGq7du1ExSpkahy5ipqsjRs3Lqp1YDAkUEoEKFZLabXqeaz1UawO7j5Qhj55kak5iq3mLw69xxzolIuwjPP4QPhBaKLOKrbvgznkrl2KIKyfsPWJEnx2xioE46Mfp2pmxt1Wf9wjIwIPNYuzHb4QYhUCG0J17si/yZjXH5Ar33varG1UqQWK1ThPMNuQAAmQAAmQAAmQAAmQQO4EaipWsbX/l19+8cSqbvu3/4RUxd9VrKLOvt6Te+Qim222mTnDQGvXa5ZqkFy1SwIg03XbbbetydC8lwTqNQGK1Xq9/MU3edTz/Pu8t2X+8sXmkCdbruUqVpEB+cc37jcnxtuCsNhrrCL7EifGIyvzmCcu8A5JApN811jVJ8Gu0/nDyFdN5igyK/t07hn5sLgZq7pFPolYnXPmn70M1GyHT7nBQFZ+vuRL7+AqvA9ZCXmZ7cq3WI2TeYqSC7hQA/ab5UvMwVu44ohgtIuTseqWc4hcvHSD+paxih9iV6xYYQ6K4kUCJEACJEACJEACJEACNRGra9askeXLl2dIVbygMhVCVb9GKQCcPfDxxx/nRazq4VU4x8AuAWCLVXyNyy4NgL/jINrNN9+cDwAJkEAOBChWc4DGW2qHALadPzXzeVm0YnHgYUC5iFVbSiJq1CrFVvF9t99LSkWsIm47qxP1M5HBmkRYRrXVFbXrhWJbO06btw+FyrbyYYdXgXW2y62xqv3EOQwK8b45b7rvoCa7PEDUvPMhVm1mUaULtLQC2OoFxsgSjitD49RY1YzjpJ/U+iRWceDTXnvtJbfddpuMGDEiKSq2JwESIAESIAESIIE6IhBwWBCOz7lmstx9zDZ1FEPqpPDhX46SyfcMkLobtc6m5w1UE7Eala0KoWoLVkjOb7/9Vt5//31Zu3ZtjSeLeqk4THaHHXbIqK2KsWzB6spVZLtus005r2yN8bIDEgglQLHKh6OgBCCaXpo9WZ6e/TdPLvXptK90235vObhzT98p9EnFKvo+57mr5ce1P5u+9dI6mLUtVoO2d0OKaSZqNvBB7ZDNq9mNuDdKGiY9vErjufbl2+SWj14yf3UPzcoWc9jhVZjLlYefZ0oYBF1unHaN1aiapbqG44be5XWt8jJKVNoCNkqIovMwCau8og7aQh9gNGneW76Dtux1jRNHmFjVfpKUFXDXoz6J1TvuuEMgV/EnLxIgARIgARIgARIoRgLeKeH2qesmUD1JvfrU9dqOn2I1O2Fs5YdYxRW0/d/OVFW5irYrV66Uv//974Js15peW2yxhUkc6NSpkxGrbqZqVEkAiFUIVl4kQALJCFCsJuPF1nkiAPn14NuPGYEHIXVI54Nkv+33ynoyei5itXmTZt5BSBgHB0FBPB3RaT+zFfveqePkqQWzMmYFoXd+n2EmszXppWIP90HuDe5ypOkCQs0tbxDUtwrhLm12kv859FyfXLalZzaxCjn59PsT5LxpD5shXj/xtljb+dHWFo5xDq3SOWi9UGTUjjr8fPl57UqzPf/O9/8SuiXfjVPFon2QVja5q1IWbY7u0s+Ecvsb95t1zjZnjAsReeprd5p7UHbgqC79fKzttbHXFG07t9nRbOOf8PEk8/zg2Rp91GWh9yvXM8dfJfjFAerX6mX3jefu3kE3Zu1Ha8oiK3VAlyMM5ynz3jafJTxvDw+6KVRiRz3LNRGr77zzjjlRFFuPsl3Yfv/qq6+aJh06dJB+/frJlltuGXpLtn4hRrF9yr3wm/qgPtFXtkvv036zzUf70ntw+uucOXNMloA7Nt6bPHmyF+sRRxyRlZPLCKUKfvOb30QtX+j7Ght4B/WjJRHcDoJKJOTCBv2Clz1+tjIMLstsbMEV3HGBPWJW/mHPhz1PjSmMQdQzrWO46x71rCEGxOrOzeXkrkkYi3w/Mzk/bLyRBEiABEggfwQ+uku6jngyS2aqZrIOkbGzLpIu+Rs5sCeK1eyA8f/oVatWmUZB9VTdUgD4Oy7UWX3llVdk9erVNV5BbOXHz+K77LKLT6yqUHX/xIB2SQBkvOJnH14kQALJCFCsJuPF1nkgoNvzITcvPfTcrDLVHi6pWMW9KgkhrPrt3MuINIhVnMQOiVcbYhXjQvg98f5z8ur8D8xYuCDfzul1WqT0gqCcs2SeuWfgXv1929zxGt5/+fOpWbfoQxpC+tlXtqxRd1khcJs3bh77pHpwvvm1+0KfDjuj1G6ULU7E8PWPi03zsNhV0D/72VSPM8TuRb2HZRXJQfFm42OviR3/7m06S9+de8YS8Mg01cteV/t1vI8+Rx52TiDLIF5ouH3LtibLG3K4JleuYhVya/DgwWboysrKQKmJHzaHDRsmb775pimojzpOH330kbnn1ltvlUGDBmWEHtUvsk1vuummwCkffPDBMm7cOF8sUdubXn75ZSO77H6D5mPHpfdAiB111FGif9egxo8fL5dffrn5K+aNuluYd1B8QYwWLFhgmJ5//vly3XXX5bS8uO/ee+814yMjwr0GDhxo1iXocsfNhQ36BfurrrpKLrnkEjOMjvn0008buW5fLssgthCJp556qmEDlrj0eXrppZfMPyqyPR86nsaUjQGe1SeffDKwFu8hhxxixnU5RT1rGB9ZLe7c0B+uoHXC67qW+lzW1jOT04PGm0iABEiABPJIIKY0TcvXIY/Mkov2FklluFbI2Fl9ZUrX4fKk2BmtmuVqhdkjeGu/lylrmqb6qHimuhSAeOO4Qjc1RqWvTEFQKQO/DM4edx6xxugq11IAS5culQ0bNnhSFUPZW/9VpOpr+BNSEz8PTJ06NS+lABo1aiStW7eWXr16ySabbGJmqyUAXKlq12DVg6xwD+7nRQIkkIwAxWoyXmydBwJ68jwO6zH/gJz3tny4ZJ7Zrm9nJ+qWcK3xCYm2+KdvQyMIyi6FnIN0e/CYq8xJ7H88/EJ59P3x0qJxM7n56Mvlg68/NpmHuOYu/VK2bNJM2m/ZRtq1aBOZQZsHFOyCBIqKQK5iFbIMwhA/FAZJUsif4447zsz1scce87Im8TpEEV576623MrI4o/pVcabbrhQmxCeEGX7j/sILL3hy1ZV7YfC1Xwi1oPkgrokTJ5o5ZxOrkKpnn312Rh1XyLQhQ4ZInz59ZOzYsV4YkGrz58/PkHiPPPKIXHbZZTnL1a5du0rv3r0NZxyO4GatQirimjBhghcL1ubZZ5+VW265RQYMGOCVTMiFDToNE6tg/OGHH/oEeByxipghnadMmeLdq5IRovOrr77KWN6geWqjsPeQkXraaaeZdXH71Dq9eH/atGkya1bm7gf0Hybdg97TZyZondBe11JLWNTWM1NU35gYDAmQAAnURwKR2arBUKqFqFsiIC1VfSUFguVtqg8xMnWAcWxod4NMkekyXVIiNr5YTY+Rvk8reJrs18erYwyPu+4XPxexiqzT7777zkhVXJqxqlmqdrYq5KX+Hfd99tlnMnfu3LwcXoWxkbX6u9/9ziQxII4gsRpUEkBJb7vttrLpppvWPXiOSAIlTIBitYQXr1RD33XMkV52IeaADMOTuvSXn9auNKe6a3YjTqjHhW3XE2e/6glPZOUh4xDXA289JneeMNpkiLbdcjtf9qu9TRw1XLEFG1unD3j8XJOtaotY3WIfVdOzVJlnixuZwOD+7rfz5MWh90Rm1JYjg6g5acYqGM0879msW/Wj+irm93MRq5BZFRUV8uCDDxqBBCHkZtupGAySRbh/n332kaFDh/oyMuP0GyZWwRgZjfhtvZ0lmVSsQphBntryE33jQADIRojKbGJV2wXVcdXYNfNQhVqQYMaY2j5MuIU9V5pdi/uOPfZYk1XrZr5mE466dm42bxI2iC1IrEKM/vjjjxmCOY5YDVtL3DtmzBgZPS8+z0AAACAASURBVHp0hqjPRawidmXoZiODI17761//auqZBWXf4v4kYjXs8xAUR209M8X8PYqxkQAJkEB9IaCiUTNR48479D4jaistWZru0cl4laUT5cIjR4u4B2OlX5+eznCNLVbT91WkM2q9eTjj5DrfuFyStMtFrGIb/4oVKwLFqi1X3QxWiFVI1XyK1SZNmkj37t2lffv2Jms1SqzifVyatYqSSqjVyosESCA+AYrV+KzYMk8EIDxnzf8oIytUtzljS/alL91qTr7Xuqj20JCfqGuJLf27tGhn2un2fq07imzXbvedaN7v1KKtLF/zsxG2yJat2Kqt2VrerHEzI2JVqkLw9u/cy8QVd0u11uqEFB7cfWDJCTc98KimtTnz9GgUZTdaggLPxwMn3Bi7dEVRTiYiqFzEKsQbshqRzacy05WDyKrDb83tjMgoPnH6zSZW0f/w4cNNVqOK3qRiFaIMJQ7scgA6R30vTKyGybiweWeTfrhHRbMtiqMYKgP8CTlsM7XvjRobgljFtzJPwgZjBYlVvN6/f3+TjWtLyThiFZmbuCA149afzVWshglMcLniiitkxIgR5llTzu66JBGruBcZ0UEZsO7rUeuW6zMT57liGxIgARIggdolEC4ag7bVi0g6EzUz2zQiTlesun/3bvdnnsYWq2HDB4pVO0u2dvlm6z0XsQqpCrmqmaro35WoeA+iUw+xwvsQq19++aXMnj1b1q1bl5dJQ6yitFXbtm0zxGpYrVXWWc0LenZSjwlQrNbjxS+mqSMDFTL1x7U/m5IAuG7ef7A8+vHLcsB2nT2Rql/j4B4c1oM2qDfasklz6dlxX682pZ6cPufMP8s/Pp9upKceVuSKWRwodW3vM2S/jnvJBws+NmOf3D21NRblB16aPdl8fVbv08yfEMNaPuB/XrvbHISFWqroQ+8rJrZhsWit2xN36ZNxSFYpxF8XMeohWtkO0KqLOOpqjFzEKqQpsvU0KxPCy82KjCs07XnG6TdKrLrvIw7U4+zZs2cGUhxipHVe7fsgzx544AGvDiiyFL/++ms588wzfTVVXXkWFZsbQBxGUSLN7dPO+sXcdOu6m1kZ1a/9fi5sEFeYWIVsR//Yvo9SEpCkccQqBPfRRx9tMopROxbZyfhHhFuv1WYSJVbR14033ujDiIOx8IsDnK5rZ2LbmcCIWeVrUE3epGLVlvc6H13L2267zYjcIKZB3yei1rauvrdwHBIgARIggWQE4mdwpoXnjmNl1gVdrBqrwYdZpbbgZ8bir9EaLDjtw6uSilV/zdbq8XumM2Ora6zW/iFcUSuRi1hFWapffvkl66FVEKmuWF2/fr0sWrRI3n333bzUWMXcUApAkxogcSFN7azVqIOsNttsM/NzW00vs6Zv9DWlI2reW02j4f0kULsEKFZrly97jyCAjM8/vnG/kaTIOkUt1MOevcxkqqLuKrJLcbXYvLk56R0iFQc7HdhxH3Pa/HZNmpst/qijqlu09XR6tNVDgCBDT3n2CtMXDpNSMYsxsf0d1zFPXGAkbuWKxfLyiEfl6fcnmDFUnGIsXCp+dWrIZOzSZqeSk5MQq9+s+DbrIU/1/QEGo5/XrYp1OFU5sEoqVlUA2VukId7uv/9+Xz3KONLQ5he33yh5GSRWUbagY8eOGcu15557elvk7fv0sCVbHCPDEjLNPqyqGMWqZqjaNUwh2lB71i5vECXfwsRqXDaAnU2sQvii3iwEKURrHLGKPrUO7KRJk7zDt8Lq4qJ9lFgNOsAL/aHsA4Q6tsbphQxVZKdoFrZu4dcMVvsBSypWca9bSzWo9mqcz1XU2pbD9y3OgQRIgATKkkDsGqv+2qmhgjLdX4qVVX/V2aqfLeM1J7GqJQTSi1Rd2sB/yFWpi1UcXAVhaddYdTNW7UOrtDwApCd+nnj99ddNxmtNL4yPn1ewIwiCFJeKVRysFSRV9TVtG/cAqwxJ76vfi/WdIn1nZRHleCan9ZVZF7Q3NXzlaq3pW1MK/vsR56OdJsvdx/j1btjrIoj9Uanwagw7h755B775s8f1lwQY3feLBOuAOP8vGNIHuDmfkYzPKF4wbSrlDMMz4BA6EUlaNiS/lNkbxSqfgYIRQA3V66c9KsiYhFhFVmDXTnubGqiaVQppia38OFQKbR4//GJzDy5s80eW6qIVi42ExSFXmmGIre2Qo82aNBMVrbgH/eLCKeqa8Xp2r1Nl6JMXmXHQz8jew80BVygxgPH+MnuSKREAyQrx2m/nXnLqa3f6DtpyIWL7+KR5b5k+9NJSA5r5GnbCu54YH3QS/b2DbsxabuDi50aZsgd6BZ0wD8mMmrVT5//TJ4kRH3ie0u34jO3u7sn1p+8/KFDIuu10Li4fCMubX7sv67OH2INiwU1agmHy52+ZbGa9IMohwod2PyFDhgbxxH0oC7HTdjtmxOLORRugpETU2qFt0ByDxsKa4ZcGC857LrTMQNh4dtB4ps8+6LQalSpIKlYh1lBnVE9lRzx66j1qrmoGqL2VPM43nLj9RolVyLAnnnjCk7xxRBTis/tFZuI555zjK3WArERkMmYTq1qbNCiDMYhBHEbIPoAUdmu+hjGFnEMNUwhLvVAaATHZtVqj5Js9bi5sMHY2sYr3NQMUGZm77757VrZh80Uft99+u8l+DapVGyVW0a+KUj20CmJ13LhxPqmqmb+upMe4LVu2zDjEKhex6j4/QWtfG89MnM8n25AACZAACdQFgbQ8saRM4KgqTH2lACpkrE9oBR8gZfpza6DWtBSAs8U/Jd/SAsk3gfISq0uWpA5D1lIA9uFVKlE1W9XOWtXDpbArZtmyZaY0gNY8TfqUYRyUAcDPivvvv7+5PShbVbNX9T0tA6B/IqY2bdpkGT7oefKvZ6zYPbHaJVbzxI2sXybY0lPCXk8P4B6s5gpY876MlcmdHrUyclPzF9QSlruk69gKL1PXu/+Aty05KmLiMGLZmT8+Q89UyN3e68GHzFXzmC13XVApQ5kZnPgRyecNFKv5pMm+YhGAFBv18m1m+/xTJ95i6q1CWiLjdPGKJbL7w6ebjNVzeqW23tvSC/fOW/qVOahq5bqV5j1s18eFeqmQVNovDqfS+ql4H1IVUlTFLDJXIWBxaRYqxBwyUx8edJMRf24tVy1P8MfDLwytw3rcIyOMUIWoPKP7IFOzdcrn001ZA1xzR/7N/Im4MRdk6OoFkdunc08zF4g5lDE4b9rDvvfDyg1ovVRtDFH9u517+vjZkhlZu307HyTNmzTz4gMTMHDnBxn7xPvPGQGISzN9XSGJdvdOHWe4vX7ibdK59Q6Bok/X8ZIXb/bYI572W7YxB2mpLMX6QJjbl5Yw0PU7u/uJ5oAzlGeY8PEk7170d/1R1Wxdnuj7jmOuNDFCwLuXO2c8kypssXaQ+BDsQWuH13SOo1+715P0qN1rj4V+Ot53gunCzrB2Y3HHA/+Lu59kmuFgNn1+g3jF+lCmGyUVqxA7kHbu1npsNe/SpYsnAN1ap25Mur1ehWHcfqPEqiujchGrugUbc4IgQxkAxBmVVRm0nduet4q7Sy+91Gxfj2IUtBU829rq+Dhkyq1BetNNN4m9pTybcHTHtZnHZYM4o8Qq2oABygHceuutcvbZZ4ceDIbszWeeeSawZm+2uqJJxCri0SxUzaRV3io9Ue/WXVP8osGVurmIVbuMA0ocBB2Ole9nJsn3CrYlARIgARKoAwKRWatW5lpWserParUjzyw5ENbWL3pTpQAySwZofymRJTLxgn4yWkZlbgd35lbqGauLFy/OKlWDslXtjNZvv/1W5s2bJwsXLpQ1a9bk9HChBAB+ht51112lefPmPqmarRyAZqzadVZRnzXsCtviXy0gFxnJ+KR2EJLhOeTUIfKkOBmr3+CQtfSdPYbIEKmUCpPJGpY1KhKeeZoKAPHeINdkZKwGvm5kZ4WM+nKKl0GL/qf0niUXpfMUzPznn5ESq/PPSItRyM9U1u1B7zrjqUDtPcUvUgPFKvp5Qiruqc70TcXZVypuqAzMAJ59z4VSeXLtZPvm9CDW05soVuvpwhdq2lpLFeM/MeQueXPedDn+xdFZsz9zjRUS0a7R+u6p9xuJhjH3234vWfzTt0bGQXxC7h7dpZ95LUi0Ie4nZ04QHFK1a+sdvXqrbmwqNyG+3NPjNesQGY/2hQO1VIzp4Vv6PuQeMni9/y8FiEZ9T+vK6t9/GPmqT+LpIUx4HwLXFbS2sEQb1Ke1xalmA2v/EMdYQ1dKYhzIUXeeQetox4z1gQzHZTOxX4dg7PvIcFPOIWx8zQBFP66stHlCtEfFaDMLqrOqEj2MKV7fdcyRJov2zhNGZyCw+w96ZtwbNrvxIPOSHbse1AYmuLJlvkZ9lpKI1aCtydq/+57+3T1VHe1VXmG7NaRdkn6ziVXNgLQzZ3MRq4gRAguZizhQCMIPNS6jxCruQ8YosgaCDu3S2DVzVPuz47XXC1m8EydOFHtbf7b1DDsACfckOQQJ0vvee+/1Mlxd5nHYYMw4YlWfBbRH5nPUwWBBrLIJ6KRiFXHYmbRa29Tdpm+vQ9B7uYhVXSc8H6gfCxazZlVn5+P9fD8zUd8f+D4JkAAJkEDdE/C2Dvu2WVdnmk6XntKzx3SZHlFj1c3Cw0zsbclB25irtxanMuamSE+ZLumambp92Y4rIBMwsFasXZYgqxCue94YMZcaq9nEqitVNYNV/9Q6qPjZZ+bMmUau5nJhxw9+EYusVVwqSt36qm7Gqi1W9b4osRokKjVmv+hMPzuHTpZr5AZHRPaT0ea51VIAZ0jlkdYWfPOMTZG+f7tbKp6xt/NX9+lu7w/iFl+saubnQfK2VZogTKym4u4no2ekRvVlxVqBBN5/w3SRgGz0jFi97FUJLq1Q21m/uTyI9fQeitV6uvCFmraKNMiyeUu+NBl/9rb9bHFBQiGzVQWS3RaS7fajL/cyWDUTFLLKbY+2LRo3M3VbsW3e3kqufUJcnd9nmC8cCNejHjnDOyir7849M7abq9QLknYQlxNnv+bVfdXObbkYJlbBSOXr88eMysiWVWFoz9fuy86MxPxfGPFIIGpb9LlzCBoDWZyuMMyHWLWZ2ILXlqa2cLUnA9G49ZgjvJds0ZhUrKJchWalBolVO0s4iKu+HxarLZDND3IBa2vPLUis4n2blyvUk3zWk4hVSCr8AGgf6KNjBWUN6gFFyEZEhibqP0EMXX311TJ//nzv4KIk/arkg3SyL8gwlABQWavvQe4hg1NLFLhscIAVsjtdeQjZiwxPewt9HLGqbRDHyJEjZbfddjMiGRmPyBo9//zzvbquiEVLICATEhIPjJDZes011xip6opExIlsRvxnXyoohw4d6utf26gsVHGpzO2Dm9AH2iED0x43FzYYN45YRTuNDV+HiVW8h2xkPDf284QsXTDF60ECOhexirE0kxbZtPjHDkpAuAeAKVstP2GPn6tYVRYoOTB48GDzfLhX0mcmyfcDtiUBEiABEigWAv5ajhqV7+CndOZceOZnZh++rNIZTo1GX03W1HtDv3YOI8qoDYkt/31lStfhUpk+lAqxhtXi1NcRh5FuN7glDArDPxexGlQKAFv+bYlqC1bIVFus4u8rV66UDz74QL744ovEE8f9BxxwgMlWVVFri1U7YxW1Vt0MVvwdl/6ZrRRAmKjUoINEIkQs1tgnZDNqrEKs2nVZq7NAIVbdrNFsctcGGE+sVo81oLX9der5TZKxOqB1evTQshqp9zPjcuvS2n8PqlnrjzPxQ8Mb8kqAYjWvONlZFAEVQ7YodDMjw/oIqluqbdHfPm06mxqp7uFS2WKy47DbQZLZ9VH1PYhLvSBsXWEWloGZLYY4YhXCDZm9uIK2e9v1QFUU22I1ShBqfK6UtCWdSkls8bfLF7jCsaZiFQIa5SBwuZmZKkyxDlpSIYitLWDt+JKKVbt9kFjF2MhIVXnvPsuIQ+v/unFqBjCyh1XeRm3lDxOrGkPU/VGfz7hiVWtM2tvJ3b4ho2bPnu1l2UHUQcoh+9G+UJ919OjRRjom7Vclnzs2tm7/4Q9/8E5P1/ejTjiF0ISocuWhimL0qyI5jljFuGgH2QcpqxeyX88999xAUaYHTkFa6wWxBhHrnngfloGrWb9BdUa972U77OCJZwjHoIObIIRPOukk37i5sMGYccUq2uLZgUjOJlaxJpCYEL9hz5P7XOQqVu2SAMhARmxfffVV4MdJSzDYMjpXsYoBkAHr1sR1B07yzER9D+D7JEACJEACJFDfCeQiVu3Dq1yZqhI1qByAXZMVJQBQrx11/JNejRo1kh49ekjnzp09OWrL0yRiFXG2bq12MDOSsFIAKgrPmN8vUIIWtVgNPEAq9QuFvtOCxepYGR4ie9MlMNJZ5ErQFbSmvrFdS9XNPnV+uZHqxzl47kaRa1hbNenHpVbaU6zWClZ2GkZAxRDeD6rlmY0csv/GTBsbKE5VkEKIXtR7mHy+5EuvNimk5M7b7SCXvnSrJ0u1fZhYxesVW7UVHL6EUgG4UC7APpAK0s89TMrO+MQ92s+BHfeRndvsGHrgU5AMxf0q9iBJ7exGO7NRs1EhPP/83ngvA9cWq7ZoRDvUcQ27wrbh27G487TjyVWsoiZq88bNvVq0qCE6uPtAr9RAEilqx2fXWk3Sh80fX4eJVbdurdZ11XUJy0LFmsxfvthkD4cxd9coSKxqHeGwurdJvhvFFatJ+gxqC9GESzNEa9pfKdwPaaxbu9wM06D4IehwSmw2RuCI/4IyGUuBST5ihPTUf4DUp+cp12cmH8zZBwmQAAmQAAmUM4FcxOr3339vDp6yM1HtGqr42j28yj3oCvd/8sknRq4mPcAKNVXx8+X2229vlsYtA5Ckxuqmm25qfiEefgUdXlW9PR9i9dFOqLGLPsJKAaQzmaWYSgHojDMzVqvnUx03xGqceXocIUqDDrUynDIzY/38MzNWozKHy/kzWoxzo1gtxlUp45j0ZPZcTjCHFLMPO7IxaSbpAdt1FpxYD7GKOp/Y7o9LD13C12h7be8zzCFWQWUF0CZoi3ucZXHrXbr3BNUFjZOxCklqZ53amZwQa1Pn/9Mc8hTWV5JM2rC2tljFvOyDwWypl6tY1RINKpn1gKazeqcOMUsiRcNKGiTpwx0zTKzaZRbsOqlausKttYt+Xelqx5vt2bPFKmS9lsYIkvxxnle3TV2J1Vxi4z2ZBCBU8Z97OBVZkQAJkAAJkAAJkAAJ5EYgF7GKX4Yj4zRIrGarsYoIVbBCfqKcEX5pvnr16tjBo/+dd97ZHBwLwYqrJmIVh2BttdVWkeNnlHjwaoaGHTTlL0dRlIdXmVm7W+zD5hP8+qJ7usrwxx186VrCPma+GqtR2/ozxWpGBmzkirFBbRKgWK1Nuuw77wSw5RlXkBC15eq7387LaKNC1d52HVQ2AILvs+XfCCQt5JWKvbiTgVxFdu17X38UWJrAPVAprlh1pS3KELTdcjtzqrxmRcYRq1F1POOKVcQz9MmLvCxglYpPvz+hRodXQTr+4ckLvcxkzbBNIkVtUWnzTtIH1jtOKQC0s5npwWDIQu3TaV/RDFb7+XGlqy1n0S7sACpbrF55+HlyzBMXhJYhiPu82u0oVnOhVrh7kK2JOqy8SIAESIAESIAESIAE8kMgF7EKEYqfy2oiVnHv2rVrTY3Vd999N9ZkIFXxs+Chhx5qZCj6wFUTsYr+mjZtGmv8fDfyyUKzPb9Szph1kXTJ90DsjwTyTIBiNc9A2V3tEtCalUFCFGJvuybN5du1P3uyCZL0jO6D5JvlS+Tp2X+LVX/VLRMQtXU+asYQkA++9bhc+d7Tpql7KFRcsYp73UxMZP5qtireD+vLzi4Ny7zUedg1Q+1yAm7GKtpDCPZ9ZLiPd8+O+8qcJfNk3NC7otD44rXr1QZt5bclZ1SNVft+FZ0IprbEqtZLxRh4fq4//AJThzasfrB7aJULKmyN3FIAYVnMkeBDGlCs5kqO95EACZAACZAACZAACZQDgVzEKrbxoxxATcQq2H333XemHEBYLXeXL8Zr0qSJ7LDDDqa+asuWLX2HV6GkAP5LUgoAZQBQDqAgl1PrFDVOL9q7IJFwUBJIRIBiNREuNi4kAUi8p2Y+Ly9/PjWrINWM0yM67SdDu5/ghTzl8+kyfcE/5ce1P4fer1mvELQ4DAslBCDKjtq5j3TruFfW2qQYCJmquI7q0i8Dlcq0mojVoFIDdgZqmFiNOr1egw07OArvB4lVvG7fo/24cwx7bsKyY8NqpGY7KMoe47hHRniZtHb2Z5RYxTOGq226rq4tTKOEtC1L8cy0bNLc1E91L+0T66b1e9Fm3pIvvUOswsRxUI1Ve662RM7ls0qxmgs13kMCJEACJEACJEACJFAuBHIRq5j7smXLjMQMO7wqqsYqSgmgxj7+W7duXWycGG+zzTaTXXfd1RwGi638uWasoq9WrVrFHpsNSYAEUgQoVvkkFD0BiLubX7vPO5QJAUM8hdVH1QnpwVH698oViyMzVt3DrDQL1s6QRQ3MY7scEShZIQRxBZUPUCnmyq84Gau2HLSlo13TE+OG9RVURmDf7ffKWHs7s9XOIEXDMLGK92xxi7/XVKzacbgHY5037WETd1gtUlv0um2ixCrGbb9lG2/9bNZRYjXbgV42aM26Rk1c9wo7oEzbBYlVN5N3yoixnhhO+uGmWE1KjO1JgARIgARIgARIgATKiUCuYhWlACBHw8SqW2vVPrwK/BYtWiQzZ840ma+5XMg07datm7Rv397cbmep2l9v2LDBE6/4WjNacQ+kLMtM5UKf99R3AhSr9f0JKPL52xmDkHUD9+pvtvXj0B5cUXI1yfQgVXFVbNXW/ImDry499FwjqZDJOG/pVzJzwcdexizaj+w93JedCmn26vwP5KkTbxFbXNont7uHGaksw5g/jHxVmjVp5oWt87clp12P05V9dvaiuw3dZgkh68Zobyt368AiIBWHbowabNiBUdnWIChj1Y4D2cd21qdb19WdP9ic89zVJls16KCwMLGK+xb/9K05HO2OY6701i6sVmvQnBDb1mOOMG+5wlvb69oF8UUbHO6mJSOC5m73P3fk37wwbBHt3pfkM0CxmoQW25IACZAACZAACZAACZQbgVzFKsoB/PDDD95hVMhQdSWrylWVqmAHsfnLL7/I+++/L19//bWsX78+J6SNGjWS7bffXrp372628mMsXG72qopVLRNgi9Wtt966cGUAcpo1byKB4iBAsVoc68AoQgioeLti76N9hwBBJKG2aFCt1Vxh2ifbR/WBrMiJs1+TRz9+WXZp0U5uP/py2Wm7HcUWXJoxq5my+PvDg24y7XAhy/PR98d7W9bxmi1rIdnQP+SxliMYedg55l6M8+xnU0UlLeK59KVbM/pCCQO9B/dBLEIeKjdIuBaNm4nGqAd8ndx9oA8B1kEPBAsSytpY5482QRmZdqe26A3iDfl4dq9TfaIZ7SAwR718mynTgAsx46AxXE8tmGX+xPPyP4eem3GvLZ7D1lgltj1nbRuViavzd59XXe//ee1us56I+Yy9jvKtDdbbLXOB9cGz9fm3X8mYaWN9z7vWD0bZCTcjOQ7/oPknEauPPJIqczBixIhAlNne/89//iPPPvts6MfsxBNPNCfd41RU/IeT73HpfQceeKDgP/caP368eWnQoEG+t5BBgHjwG/igeHPtF7FhzAULFpjx+vfvL4jd/k2/9q1zipo7+tH56vyDQIUxQFvENGnSJMEJtTjIoEePHhlxhcKP+QaYYg0xDq6OHTuaNXHZ33HHHeZ1d72i1sQOA1viXn31Vdl9992lX7/MMiuY78KFCwMj79ChQ0ZMMafIZiRAAiRAAiRAAvWQQK5iFaggViFGtdaqm6Vqi1UIzuXLl8vSpUvlm2++MX9CsNbkQkmA1q1bS7t27cyf+DkQgteWqEF1VyFfIWMhVnmRAAkkJ0CxmpwZ76hDAipWIYoGdzlSunbaW35eu9JkjiKzD6/bh1XlEpr28eLQezzpGbcfCK2n358g2J6uW9YhOT9Y8LH8tHal183ObXbMKB2gWZLuWG233M5kyaKfn9et8t5u3ngLLz7c+8HXH3vZsogDGbXuZd9jvwep+fmSL33Ng2LUBhCy9qUxBnHSvoPKIdjtw+aPNkFlCtyxcD/Gsjlv2aSZ4aw1Ut173HkExd+59Q5GyIa1zRabzkn7yDZfd23c9dZ70ReeeWTUhj0reN29Pw5Dt78kYnXy5MkyePBgue222zJkJSTmZZddJk8//XSgCIMwPOqoo2TvvfeWFi1aZMxr9OjRpkYUpNxNN93kbYnS+3DPhx9+mLFVaeDA1C8EJkyY4OsT4u3yyy83P7x+/PHHRtraVy79Qn4+9thjMmDAANljjz3MSbBPPPGE6fall14y8ePSvl9++WUjF6Pmbsev8z/44IN98WIeH330kRl77Nix3nuI4bjjjjPvnXbaaWaeYXEFPftxX4Mc7tOnjzkgAesIkYzXwAPjIm69sC3tqquu8mSxvh61JnYsYD1x4kQz3qxZqV+e2BfWHXPG8+Ree+65p1x33XVxp8Z2JEACJEACJEAC9ZxATcTq2rVrzc9etlh1JevPP/9sJCqyU/EzHUQnZKxmktYEP8aCSEX2KiQufmZGFivqpjZr1iy0PADEKiQsDsLiRQIkkJwAxWpyZryjDglAFp05/qqsmam6hT9p9qq99f/moy/PuS4lcECo3f7G/XJI54MCD66qQ2QcigRyJpBErGKQ4cOHy9SpU81/KitVukG82dLPDsqVjWEBh4lVtHelIl4LE6t4HRmV06ZNMzJYM0J1XI0nbr8QdZCotkDFvfhBum/fvuYH07///e+m+zCxqqI122K587fbBslrFYxBcUG4zp8/P1BIJ31g3UYALQAAIABJREFUVHS6chuy9Oyzz/YJ9TCxGrUmGhOY7rPPPnLuuecayR7ELWzdk86L7UmABEiABEiABEigJmIV9H788Udf1ipegziFUF2yZInJasXXOKAq123/cVcJgrVx48bSvHlz8wvqNm3aGMGK7FRcWgYA7ZitGpcq25FAJgGKVT4VJUEA2YOz5n9kYl300xKTpbhr69SWemRaTpn3tikNgJPY9UKdTfvC1unPln8j26XboO0Z3QflVYQizqBsxZKAzCDrPYGkYlWlFzIFNUtU5V5QRqkCrqlYhVRFBqObERsk2CB699prLyPkMC7ucbMeNZ44/WLOFRUVgVmYmB8yeR966CEZN26cyeSsLbGKsWxpGcVUOQRljyZ98MEZGRYqj+373a3/QWI1zppon5rZiudp2LBhRpDbGbFoR7GadAXZngRIgARIgARIIIxATcUqtvPj5yRkoOLrlStXmt1XyFKFUM1HZmrS1dNMVghWZK/i5zMIVpQOQIYrpCu+5kUCJJAbAYrV3LjxriIkgO3wb86bLp99+5XMWTLPHD6l8nXu0i9l+ZqfZfuWbc1r2baLF+HUGBIJ1AmBpGIVQdlZivg7MkIffPDBrHUtoySgTjYsYxWSdMyYMWb7ty1wgwQbskvRHjJVhZ4rZO14ovrV+b711lvedv9si1NbYlX7VdaaRfvVV5klQTQ+ZBijHmyQEE3ygOm6QNJq7diw+4PEapw10f4OOeQQI8YxprKvrKz0lYGgWE2yemxLAiRAAiRAAiSQjUBNxSr6hkjFz1yLFi0ykhUlAorlgmRFFit2WLVv3146depkRCsvEiCB3AlQrObOjneSAAmQQFkRyEWsAoBmqeJrO3s1DI5KQa0DarezRV02sYpDiVBuwM2WRV92jdWuXbuaOqBaZ9MWdTquLT+j+s22PT9ovklrrJ588smelLYFpt03BDEydvGD8AsvvGAkYxy5mDT2bA83eN57772mCTJ4e/fuberpuodLBYnVOGuCfl0RrtnCrrjH3PGPF0h9++LBVWX17YmTIQESIAESIIE6IZAPsYpA//rXv8qyZcvqJOZcB0H26rHHHpvr7fX7vndvkgYHXi03vlMlVx1Qv1Fw9iIUq3wKSCCPBL777jvzP1D8T2qLzTeXVWvWmD/nf/21bNG0qTTdYgvv/W233Va+XrBAWm27rdcOodhttQ8NEfdgDLy++RZbePfjfR0Lf6Ld3LlzzZi45n76qey6227e+J22395rv+y772TV6tWmncaNvu0Lfel7iA9f48I4a1atMjHjtdWrVnnzwdfoV9siZoy1fceOvr5Rq3Lo0KHeazo/vKDtdS7gp2PY89c5YF7KwmYFJkEX1gqMdP7KBW3tdUPMWCv9E+11LMSGbEjMQcfB2KV45SpWta4q5mzXWw1jkO0AJz24CvdmE6s4CEozGPUALVcu6gFb9oFVQVmPrvzM1m9SORkmVoOkMuaMeeE/e/56eJUeWgWRiVqmkNCQqrjqWqxiTKz7q6++KjNmzDDrjvggulX2oo0rVuOuCe61M1v1WUJ9V6ynnXUbdngVD64qxe9CjJkESIAESIAECksgX2IVWasvvvhirddRzZUW6qoec8wxOWerLvm/gdJ28PPO8DfKjKqrJPWTbBld/3laBnaolJHe3JbI0yeeK3LHBBnsPxO3jCbNqSQhQLGahBbbkkAEAfyP+LulS2XpsmXSu08fmYDDXM45R76eP19mzpolrVu1kl59+siDDzxgTs/WU7Tv/9Of5Nz//m95c9o0k4WGQ2Zw9e/f3whSvY4//njBGLvuuqv578Lzz5eBgwZJt/32k/93xx2m/yNwz6efGsm3atUqWTB/vlw9apS579M5c+TI/v2N3MX76ANfT5o0SU499VR5/PHH5WBknvXv7405edIk8/XS774zEhXZZn+bNEl22313QTwPPfig9xraYd7oD8IS8YAF2kI2gsfd6Sw3HeDG0aNNfHpBYM764AMTO8ZDTUUdH39iPgNPOME3f2Sr7b7rrkZwQrjivrPOPtvMGYJ0zty5hiuumTNnSrdu3czXmD/ifHXSJNm2dWvDXdvp11hPrBm2iF97zTXy3IQJZiyVqHgf9yLeTz/91PQNLqV45SpWMdc4Yk+Z5KMUgMpH+wCtCy+80AyhGat4D5mdQZfKWLwXFE9YvypdbVnr9o/MShWe+S4FoOO7WZsQjjicy60fa8eWrY19gJfeg38QJLn0QK3zzz/fyxB2xWrcNcG4O+ywg5G1QZddiiHJs5dkPmxLAiRAAiRAAiRQ/wjkS6yC3Ndff23q7xfjhV1G26eTUpLG987oBtLjmuPlqYV+sWhe/+QpWfzsYGmTtNOSar9ElvynjbShVC2pVavNYClWa5Mu+653BFSsrly92gjL1StXStfu3Y3oq1ywwEg3FYZoM2fOHNm/WzfB1wsqK6VV69ZGcEIsQoJCIEJSquyzxSrgQtA2bdZMbrnlFvnnrFlGICJzUuUrxoW8hcxEZijE3zVXXy0zP/jAZL4i6xIicsJzz5lxr7/hBmnWtKlpD+GJ1yAd0SfugcDE13hPxaqKUfQ/6/33zRwq58+Xik6djFjFBfGI+SxbutQI5X27dvWeDVes4g09nEbnjTgxD/SNC1zs+avMRF8YGxfEGUQTxkWGqcpU8H/zzTfl97//vWkHuQp53XW//YxYxrxw4b6z//u/jRSHrHpv5kzZfffdTQYuhDf6hlSFaMYF2dyxUyfT96OPPlqSz34pilX7AC2FDrGq28Yh+dzt6ZDk9uFLQWI1rF/dnh5WRxafsV69enl1ZvMtVjFH3YZvy8U4whfPKrbsu4c/oU/MF9+P7Evltf2azsetU6ttXMlpi9Uka6KZreD8m9/4f2odMmSI+T6k5R0oVkvy2w2DJgESIAESIIGiJJBPsYoJ/vvf/65xfft8g0JprN/+9rc5dZvKVJUMqWo6w/b4OypSYjW9Vd4epHrb/DtyU4Mp0vcdkR7p7fR9X28gUw6bIXJgD7n6hhlSNUrkpgY95Gqrg2z329vx3Wza6vuQadpWThlvdTpIRbD7npV9a2esmq9PETtX9/inF8uEP6RUMuSyNw+84PWfE27eVCIEKFZLZKEYZmkQgGz77NNPjaxsve22RmL86X//V04YOFDmL1hg3kMmJSTkFltsYTIbIQOR5QkJun2nTkakYrs7XoPQg8jTrE3IUFwqZ48/4QT5YOZM2a9bN3MPxsCY6Atj4IJMQSasCkD0CTH41tSp5n0Iiueef96Msdtuu3n96XZ2ZJBCOEIaog3msMtuuxkxiwvSE31q1ibmZceosSPDs3+/fjJp8mRfRmeQWAVHCF4I504dOxq5i6+RKYrMWVyYI2JHWwhffR+8tm3VyrDQdnZpA/Q3ddo0MxfMAfPEnHA/1glj4QJbzNuUQEivFX7QUvbgiX6VI7Jakf2Kvu3SBqXx5KaiLEWxirhVwuFrbJuHWNXsSfegI7u9ismwDNqgfnG/1vScMmWK7xAlvKeZrnqoVm2IVQjKvn37mkMH7C3xeCbxmr0VX58/ZKvilxPZMm3jPqvIJA2qpatx2fLWFqtJ1iTbQVvuQV0Uq3FXju1IgARIgARIgASiCORbrGI8ZK7iZ7b169dHDV+r72P7P6RqrpmqCM5IyxcGZs9KTcvHfe36o0a0/jMtZCFWVaCmCgeksmBtmblElvymTXXmq287fub9HjjTboIM1Gxaa9yKcW5GbVqm7jlDFu84xjcvX/atN3ZfmdKgh/zTEqnizNU/j+r+q0aVXYGEWn1WS61zitVSWzHGSwJlRsCtsVpm0yup6ZSqWFWhiW3/KlYhGbt06SJjx44NXAPIwQEDBpjszWylCXTruvaLzrSmbMuWLU2tU2QyQyo+9NBDJmPZzmZNWmMV/esBXtnquWq/V111lUCa4kK27NFHHy2I67LLLjOZnmFx1eTB1OxYMMFhWxgHTDBvlNCw6+zaYjXummA+e+21l8k6HzFiREaoblYwxWpNVpP3kgAJkAAJkAAJ2ARqQ6yif5RYMjve0kkidU0dyST45Td+NqvJFV+sWnLT/ABtC0+I0TFSYZUSgJAcs2N15qcXoy/zVcsPZN5fPafw94z0FGTDVktO77XDplRn27qAfGLVH7dISvJKWiK78zC8vhzpG7Mm/HlvcRKgWC3OdWFUJEACJFDnBGoiVnVbtv6ZLXiIsVGjRol9UFVQewi8Z555xquZmu0+CMRhw4YJDiyCjEO91bPOOiujDICOA2n5r3/9y4jXuP3ac8N4+Dt+QEZWLC6I2jPPPNM7fAqvuX3r37PxUS7u/N17MIfp06fLuHHjvMxZN64WLVpInz59MuKq6cMFsYvnRWvYYhzMH1LU3roP6Qn5irICcdfkpJNOMpL67rvvzigDoHFDeO+xxx5mvCTPXk3nzftJgARIgARIgATKm0BtiVWlhp+h8DNoXV74mSmoxFMuMWQVq0aCisxYWCFjnO3yqbHCxWigkMThWKYsAESoLUyziVWM42zrT/eRyiYNmLWO4Wzz90oIUKzm8qjUq3soVuvVcnOyJEACJBBOoCZilVxJgARIgARIgARIgARIoNQJ1LZYBZ9vvvlGPvjgA1myZEmt4mrTpo3st99+0q5du7yNE1lj1ROrTsaqL4LojNWMDNaIjNfwCaYka+UlVYI6rm7Gauh9GXVVK2VkFUoBMGM1bw9TGXVEsVpGi8mpkAAJkEBNCFCs1oQe7yUBEiABEiABEiABEih1AnUhVpURDrbC4aH5FqwQqihVlesBVVFrmMr81OzT6tZefdF0xqpYtUj9ma7xxGqPT/RgKa3BGl0KICV+95UZVVeJ2fBv1UA1YtWu4+pt418sFXe0lVP2rC4T4OsnYY1Vu6QBSwFEPU3l8T7FanmsI2dBAiRAAjUmQLFaY4TsgARIgARIgARIgARIoIQJ1KVYVUxLly6Vr776ytSqX7lyZU70mjVrJp06dRKcI9C6deuc+khyU0o8Pu/cYslWX21UERlULUn92/pTXWTWWPVv57/xnbT8FPRTIY9mZI66grf678d7gtcpESAi3nb/tGS92rvNmktG9uopYs+8uv/MeVCsJnmqSrctxWrprh0jJwESIIG8EqBYzStOdkYCJEACJEACJEACJFBiBAohVm1EOOTq22+/NYddLV++3IjWtWvXyvr1602zRo0aSZMmTQQiFTXucRjVdtttV+NDqUpsmRguCRQVAYrVoloOBkMCJEAChSNAsVo49hyZBEiABEiABEiABEig8AQKLVYLT4ARkAAJJCVAsZqUGNuTAAmQAAmQAAmQAAmQAAmQAAmQAAmUHQGK1bJbUk6IBGqdAMVqrSPmACRAAiRAAiRAAiRAAiRAAiRAAiRAAsVOgGK12FeI8ZFA8RGgWC2+NWFEJEACJEACJEACJEACJEACJEACJEACdUyAYrWOgXM4EigDAhSrZbCInAIJkAAJkAAJkAAJkAAJkAAJkAAJkAAJkAAJkEDdEqBYrVveHI0ESIAESIAESIAESIAESIAESIAESIAESIAESKAMCFCslsEicgokQAIkQAIkQAIkQAIkQAIkQAIkQAIkQAIkQAJ1S4BitW55czQSIAESIAESIAESIAESIAESIAESIAESIAESIIEyIECxWgaLyCmQAAmQAAmQAAmQAAmQAAmQAAmQAAmQAAmQAAnULYEGq1/+Q1XdDsnRSIAESIAESIAESIAEyo5AAxHxfqrEX7JcEW/774xu3CC6iYjEalQ9dGhzTLJh0hBT7X2M8vQEeHFmnx8Yxf+h35lfWKhxkcZtF/ehwUTi9hnYLvjmeM+RG2TcQCLW23QTo68YTUw/CRglmnfOzzBuDAk+1pzi4Un8qUo0+ag1jDuRdD9ZWVp9xe02wbMel5O/yzx9X4/7rEcGqQ95g1gfncjunG/Qyb5nxvy+EHctve4S3xAwzYD/Z0XDyGyRt89KPuYU8/tlLvPM6R78PzP+/2GDhygmLuUWS4L/Iea0/iINVtxS4ycgx6F5GwmQAAmQAAmQAAmQQNkQSPJzeJK2MQAl+vde3LHjtkvy77skfcaYt2kSs88Gcf/dF7cdxo7VtkGGh447NX87a6JxPUFouwBxXCViGEVdGX3GXICofs1DHKOvGE28fmK1Fcn++XE6idlngJUJf2Di9um1i3jw4vYH4rE/GFELiM42idHIahIap/OQxZ1PRjv0ExJTzD4LLlYj40x/biLbxVkaZ7axvr+FPdYhAcXt0ws3LxPL/GVgHBxum4ZFFEuS//llnWu+5oTPWTmJ1XzMJ/YPCRFPY5z/MUc90HF/aIjqJ/z9Bj+NqfETkPvovJMESIAESIAESIAESKD0CSSRTbF/vtWG2f/hU1Ul0jDy5+50X3HHztrOkRU16jPuzSGPiHd79n7iMUr/u7BhFhljhxEr9CqRqoZ5EKvOYLHG1vm47ILnl4yR9hk3kIiPuDd4xD/yYw2X7FnPPu8cuWdMN+SzHGs+6c5iPuvmX7aR3w9SfVZVVUnD6G8e8b4/G5AJxGrk95j0JOLOJ7BdyGc5Zp/+ZhE3xewztT4xGsdokhJZDUWq8vHLG2e2sf6/ku17TPAvb+I+m+knNP7DnPUpjfk9PVsfsb9BRn1c8hCLl45fUyka6yGLmlD6IUjw2Q/sMZ+xxPwGGDqzfKyR+Q6bh+c3H33kK5bsj0KDqjspVmN8WtiEBEiABEiABEiABEggG4Ek/8ZJ0jYO9ST9xc0YyvpvE+vNJD/3B8aZJPgAGN7tEf3EHca0i5mtEqvPhiINAKmmV47lFzLWO8s/GnN6NmJBUJMnsjGEhUkbjfEP4sjhrAcysm16TbK2c96M22fGcqczC93Xk/QX91mPu46IJV9ZeAZ7zM9N5L/znQnEZRTYLkvGatUGEdmY4IOZp+8xicRq1PeO9HMVl1HW2eb4rAeOHfIQJo4zxveEyBXMkyhLtDUkW1D5mFOSD3lULFHPWCTg8MzwOLd6bRI/HCG956OfmqzRRpGNq+P8zyUmnXzMx3yzz0NWcXjIDfY+f4d8PEkxobAZCZAACZAACZAACZAACcQlkK8fqOOOZ7Wrs6HrZqDYo8RtiH9BxG2bA/7MW/I1WHDgiaaTSygoNbDZJrJZ66ZSFSZX6xZoNeJc5pOXNc21k/wFnDdXlOgBynXeudwXxmqD/NK4g2xs1DKhXI0fg47808aG5sleX9VAVm/A1/H1w0ZpKOtk0zr6ZMSPKz6FXFvm7xlPRVBMc8uVCe8rdgJVVRulUcOmssm251lytdijrll8WzRqKI3x+2MZsSc/ZTVjybtJgARIgARIgARIgARIgARKhkAB/vmDIRs3kk07NJeqDQUYv2TWpoQDLcplDQ6qQdUG+bXpTiKbthYRZK4W61WUUIsVFuMigQIT2CibNGgqTdtcLlUbVxY4lroZHlUyzO/VGp21B79b1Q1zjkICJEACJEACJEACJEACJFAPCZh6no0bSeP2zcPLAdRDLpxygQhUrZd1m+8oGzZtJQ0SlQMoULwclgRIoOgJVFVtkE0bbiFNt7u03ohVXRSK1aJ/PBkgCZAACZAACZAACZAACZBAKROgWC3l1SvD2ClWy3BROSUSKCwBitXC8ufoJEACJEACJEACJEACJEACJFC2BChWy3ZpS3NiFKuluW6MmgSKmADFahEvDkMjARIgARIgARIgARIgARIggVImQLFayqtXhrFTrJbhonJKJFBYAhSrheXP0UmABEiABEiABEiABEiABEigbAlQrJbt0pbmxChWS3PdGDUJFDEBitUiXhyGRgIkQAIkQAIkQAIkQAIkQAKlTIBitZRXrwxjp1gtw0XllEigsAQoVgvLn6OTAAmQAAmQAAmQAAmQAAmQQNkSoFgt26UtzYlRrJbmujFqEihiAhSrRbw4DI0ESIAESIAESIAESIAESIAESpkAxWopr14Zxk6xWoaLyimRQGEJUKwWlj9HJwESIAESIAESIAESIAESIIGyJUCxWrZLW5oTo1gtzXVj1CRQxAQoVot4cRgaCZAACZAACZAACZAACZAACZQyAYrVUl69MoydYrUMF5VTIoHCEqBYLSx/jk4CJEACJEACJEACJEACJEACZUuAYrVsl7Y0J0axWprrxqhJoIgJUKwW8eIwNBIgARIgARIgARIgARIgARIoZQIUq6W8emUYO8VqGS4qp0QChSVAsVpY/hydBEiABEiABEiABEiABEiABMqWAMVq2S5taU6MYrU0141Rk0ARE6BYLeLFYWgkQAIkQAIkQAIkQAIkQAIkUMoEKFZLefXKMHaK1TJcVE6JBApLoF6L1R9++KGqsPg5OgmQAAmQAAmQAAmQAAmQAAmQAAmQAAmQAAmQAAmUFoEGFKultWCMlgRIgARIgARIgARIgARIgARIgARIgARIgARIoPAEKFYLvwaMgARIgARIgARIgARIgARIgARIgARIgARIgARIoMQIUKyW2IIxXBIgARIgARIgARIgARIgARIgARIgARIgARIggcIToFgt/BowAhIgARIgARIgARIgARIgARIgARIgARIgARIggRIjQLFaYgvGcEmABEiABEiABEiABEiABEiABEiABEiABEiABApPgGK18GvACEiABEiABEiABEiABEiABEiABEiABEiABEiABEqMAMVqiS0YwyUBEiABEiABEiABEiABEiABEiABEiABEiABEig8AYrVwq8BIyABEiABEiABEiABEiABEiABEiABEiABEiABEigxAhSrJbZgDJcESIAESIAESIAESIAESIAESIAESIAESIAESKDwBGosVn/ZuEZWV/0g6zaukirZWPgZMQISIAESIAESIAESIAESIAESIAESIAESIAESIAESCCDQQBpK44ZbSNMGW8tmDTevEaMaiVVI1R83LJSXP/pIbnplrKxcu7pGwfBmEiABEiABEiABEiABEiABEiABEiABEiABEiABEqgtAltt3kwuP/J0OWrvvaXlJh1qJFdzFqtVVVWyfOMief6fM+SKCffV1lzZLwmQAAmQAAmQAAmQAAmQAAmQAAmQAAmQAAmQAAnklcAtA8+T4/ftIS0atpcGDRrk1HfOYnXjxo2ybMOXcuBNFzBTNSf0vIkESIAESIAESIAESIAESIAESIAESIAESIAESKAQBJC5+vaVd0mrTXaUhg0b5hRCzmJ1w4YNsmzjF9Jl1Fk5DcybSIAESIAESIAESIAESIAESIAESIAESIAESIAESKBQBGaPfkhaNdxJNtlkk5xCoFjNCRtvIgESIAESIAESIAESIAESIAESIAESIAESIAESKGUCFKulvHqMnQRIgARIgARIgARIgARIgARIgARIgARIgARIoCAEKFYLgp2DkgAJkAAJkAAJkAAJkAAJkAAJkAAJkAAJkAAJlDIBitVSXj3GTgIkQAIkQAIkQAIkQAIkQAIkQAIkQAIkQAIkUBACZSpW28vFp50lax+7Vv5UEKwclARIgARIgARIgARIgARIgARIgARIgARIgARIoJwJlKFYbS8XXzJebu/wqVx68Qi5s5xXj3MjARIgARIgARIgARIgARIgARIgARIgARIgARIoCIEyE6tpqbpzc5HV71GsFuSR4qAkQAIkQAIkQAIkQAIkQAIkQAIkQAIkQAIkUP4EykisWlIV60axWv5PL2dIAiRAAiRAAiRAAiRAAiRAAiRAAiRAAiRAAgUiUCZi1ZGqtS5Wr5dP/vd42SVw0f4t4/5rgJxVZwuaikVm7Cl7PlZngxb5QKfJa3eOlH0WjpFWdxBKkS8WwyMBEiABEiABEiABEiABEiABEiABEiCBkiRQBmI1QKpaS7F23TqRX7+T+Uv+Lf/4+DG547X3ZH6NlyolM9t87oq7lND7XdO6lKsUq5nLSbFa40ecHZAACZAACZAACZAACZAACZAACZAACZAACWQlUOJiNbtUDZr52u/fkz89M0IunV2TJyNMrIpcfMkMuX3nZXWYtUqxSrFak2eZ95IACZAACZAACZAACZAACZAACZAACZAACeRCoITFanKp6gH6dZG8MP4MOXHqolyYiUgCsXroI7Js0P7SwhppuZXp+tD1n8gweV7GyfEyrE26kVsfNqCPz7yt/9nFqhG9HT6Vf/y0v/xO+xcno/a0ifJrj9/6WFT3L+KP8Wf5x/gecvgbmp1r3RZV19aZx2cznhfpcZgsNv3pPPDa8bKL9hXBD6OnZHZzL5DPZoyRxXunSwHM7iXLBu0mH5ox0k1Mn9ZrEWMow3ELd5NhOzcXm02ODxBvIwESIAESIAESIAESIAESIAESIAESIAESKHECJSxWRaTL9fLJWcfLLpvmsArrPpZbbhwi1yzN4d5QseqWAgiQnkZitkrLybS0bCOWrEv38dPzsum114qkpZ9YMjYlEiXdRwyxunNzqZa56f7lPbn04hFypysZPVFZnXVrxKovxmrZamI0V7hsNm8HzCPVr4parVtrS99ofn4WqUg0XjPnSLEadwybYS7PDO8hARIgARIgARIgARIgARIgARIgARIgARIoJwKlLVaxEjWQq0v+da10uPf5HNazJodX+UWekYBbpiVnOhLNELXF6hL7cCqfDI0jVv2lCTQD04jVoNk7sjUoxqDbfHG7DQIEbkq2auZohJj1+vPPN3AutsSNFKtBMwkYo07LO+TwSPIWEiABEiABEiABEiABEiABEiABEiABEiCBOiVQ+mI1TK6u/lju/MsrsnbHvaVT021kn9/uJru0rN4ubihHbV0PXYq4EjDdQZat9kEyMkis2qUEUr36Mz3FFq9W3EHiMfQ1azt9df9B2ak6QIBgXpLOtI0jVk2Wq1sKYE/Z8zHn5iz8giWxtT5xxWriMer0c8rBSIAESIAESIAESIAESIAESIAESIAESIAEioy3J9OlAAAgAElEQVRAeYjVILkaIE07dRspDw08WX7XsnF6GRbJ/406Qk5NXA4gplj1ZJ1KUAwbkLEqfhkZmbHqe4hiZKx2+DS17T99ny0jxatPam3BD8pY9cVYLVSD6sVWlwewAg3KWI0SqzH4BYvVVLmDfRbGKAXQXuvLhq9RZIZvkX2oGQ4JkAAJkAAJkAAJkAAJkAAJkAAJkAAJkEDtEygfserK1bBs1NZ/kBcvuVL6t8QNtkxLAjueWE3V//Rvw8+LWDXCUWTcfw2QsxxR684iKAZbFO4aUIrAv0U/IGM1vdXeV55Aa5s6ktiLJ2YpADvzNg6/nDJWrTq3k7pErxHFapLPBtuSAAmQAAmQAAmQAAmQAAmQAAmQAAmQQP0gUF5i1Zarv/rrlvqWs8cDsvC0XtJGFskLdx0hJ85NuthJxKoeMoUx9HCr6sOqYpcC8LbYO4dbxRKr4YdXGbHaJvPAqF0s6ZwRY+iBWs1FspYC2F/sQ7iCDq/KFKvZ+cU7vMoeV9cgJdVTYjXGGE7Wb9Inhu1JgARIgARIgARIgARIgARIgARIgARIgATKi0D5iVWVq4Pby9jLQw5nUsHZZK7c+d8nyqWJ1zSeWEW3KfGntV1TMm9+L8jMlFx957efyLBspQDQSVpkenVWffIyXimAf/y0v/yujU7UFqnpjFTfe89LpztHyu+aWvG6mahOTKYkwPfHy689fhspV3Uen33+nrTZ2X94lVsrNoof6rH624gs//x5+bDD8alSAHc8JuKrn4o5vS5tB2lt1+g1GrvNDLmdYjXxp4Q3kAAJkAAJkAAJkAAJkAAJkAAJkAAJkEA5EyhPsYoVa91eOi1dJPMDV68663Ona68NaVMey17U29itLfmHv1EevDkLEiABEiABEiABEiABEiABEiABEiABEiCB+kGgfMVq1vVLidWW7x0h3Z5ZVNYrXTxi1S1hkP67ZCnZUNYrw8mRAAmQAAmQAAmQAAmQAAmQAAmQAAmQAAmUMoH6KVZb3yZfXLGNPHBxWKmAUl5Sf+zFI1YRV6pswS4aYtgBY+WDnzMhARIgARIgARIgARIgARIgARIgARIgARIoUwL1Uqx2Ou1ZGb/6Yuk2vryzVcv0meW0SIAESIAESIAESIAESIAESIAESIAESIAESKDgBOqhWN1frjhmF/m/Fx8r69qqBX+yGAAJkAAJkAAJkAAJkAAJkAAJkAAJkAAJkAAJlDGB+idWsx5qVcYrzamRAAmQAAmQAAmQAAmQAAmQAAmQAAmQAAmQAAnkjUD9E6t5Q8eOSIAESIAESIAESIAESIAESIAESIAESIAESIAE6isBitX6uvKcNwmQAAmQAAmQAAmQAAmQAAmQAAmQAAmQAAmQQM4EKFZzRscbSYAESIAESIAESIAESIAESIAESIAESIAESIAE6isBitX6uvKcNwmQAAmQAAmQAAmQAAmQAAmQAAmQAAmQAAmQQM4EKFZzRscbSYAESIAESIAESIAESIAESIAESIAESIAESIAE6isBitX6uvKcNwmQAAmQAAmQAAmQAAmQAAmQAAmQAAmQAAmQQM4EKFZzRscbSYAESIAESIAESIAESIAESIAESIAESIAESIAE6iuBgovV+gqe8yYBEiABEiABEiABEiABEiABEiABEiABEiABEihtAq0a7iSbbLJJTpNo8MMPP1TlcueGDRtk2cYvZNfWB+ZyO+8hARIgARIgARIgARIgARIgARIgARIgARIgARIggYIRmLv0HaFYLRh+DkwCJEACJEACJEACJEACJEACJEACJEACJEACJFCKBChWS3HVGDMJkAAJkAAJkAAJkAAJkAAJkAAJkAAJkAAJkEBBCVCsFhQ/BycBEiABEiABEiABEiABEiABEiABEiABEiABEihFAhSrpbhqjJkESIAESIAESIAESIAESIAESIAESIAESIAESKCgBChWC4qfg5MACZAACZAACZAACZAACZAACZAACZAACZAACZQiAYrVUlw1xkwCJEACJEACJEACJEACJEACJEACJEACJEACJFBQAhSrBcXPwUmABEiABEiABEiABEiABEiABEiABEiABEiABEqRAMVqKa4aYyYBEiABEiABEiABEiABEiABEiABEiABEiABEigoAYrVguLn4CRAAiRAAiRAAiRAAiRAAiRAAiRAAiRAAiRAAqVIgGK1FFeNMZMACZAACZAACZAACZAACZAACZAACZAACZAACRSUAMVqQfFzcBIgARIgARIgARIgARIgARIgARIgARIgARIggVIkQLFaiqvGmEmABEiABEiABEiABEiABEiABEiABEiABEiABApKgGK1oPg5OAmQAAmQAAmQAAmQAAmQAAmQAAmQAAmQAAmQQCkSoFgtxVVjzCRAAiRAAiRAAiRAAiRAAiRAAiRAAiRAAiRAAgUlUPJidd26dfLjjz/KmjVrpKqqqqAw6+PgDRo0kM0331xatmwpjRs39iFYu36VfPvzfFmz/meuTYEeDrM+jZrLds07SZNGWxQoCg5LAiRAAiRAAiRAAiRAAiRAAiRAAiRAAuVHoKTFKqTqN998Iy1atJAttthCIJF41S0ByOxVq1bJ8uXLpV27dp5chVSd/8Mn0qhRU2m0yWYiwrWp25XR0apk/YZf5Nf1q6Ri6y6Uq4VZBI5KAiRAAiRAAiRAAiRAAiRAAiRAAiRQhgRKWqwuWbLEiLxmzZqV4dKU1pRWrlwpEN1t2rQxgS/4cY78WrVBGm3iz2ItrVmVT7TrN6yTTRtsIh1b7l4+k+JMSIAESIAESIAESIAESIAESIAESIAESKCABEparFZWVkr79u2ZqVrAB0iHRubqokWLpKKiwrz02bJ3pclmLZipWgRrkwqhStb+slx2aXVA0UTEQEiABEiABEiABEiABEiABEiABEiABEiglAmUtFj997//LR06dChl/mUV+8KFC+W3v/2tmRMerM0bb11W8yv1yaxZ94Ps2vrAUp8G4ycBEiABEiABEiABEiABEiABEiABEiCBoiBAsVoUy1AeQVCsFvc6UqwW9/owOhIgARIgARIgARIgARIgARIgARIggdIiQLFaWutV1NFSrBb18gjFanGvD6MjARIgARIgARIgARIgARIgARIgARIoLQIUq6W1XkUdLcVqUS8PxWpxLw+jIwESIAESIAESIAESIAESIAESIAESKDECFKsltmDFHC7FajGvjlCsFvfyMDoSIAESIAESIAESIAESIAESIAESIIESI0CxWmILVszhUqwW8+pQrBb36jA6EiABEiABEiABEiABEiABEiABEiCBUiNAsVpqK1bE8VKsFvHiCMVqca8OoyMBEiABEiABEiABEiABEiABEiABEig1AhSrpbZiRRwvxWoRLw7FanEvDqMjARIgARIgARIgARIgARIgARIgARIoOQIUqyW3ZMUbcK2L1Y2/yuo1v6YANNhUmjbdtHhhFGFka9b9ILu2PrAII2NIJEACJEACJEACJEACJEACJEACJEACJFB6BChWS2/NijbiWhern4+XoRNeS8//cLn2ykGyY9HSKL7AKFaLb00YEQmQAAmQAAmQAAmQAAmQAAmQAAmQQOkSoFgt3bUrusgpVotuSXwBUawW9/owOhIgARIgARIgARIgARIgARIgARIggdIiQLFaWutV1NFSrBb18gjFanGvD6MjARIgARIgARIgARIgARIgARIgARIoLQIUq2a95sifT7lZXrfX7tAr5alhu+d9NZdNvk4umtFT7rr+MGmV995T85DLn5LT98x755EdFrtY/fKFM+X6ufY0aqmcgClZIEVXqoBiNfIRZgMSIAESIAESIAESIAESIAESIAESIAESiE2AYlWlqiNSjQB9XOT0u66Tw/JoQClWYz+bmQ1rUGM1JVUdkfr92zLmfx8T6T1GRh60VQ0Cc26lWM0fS/ZEAiRAAiRAAiRAAiRAAiRAAiRAAiRAAkVKoH6L1WWvy3UX/Vm+CMlOnTPuFLlZ8pu5SrEa75PwzZT/Jw/MWe1vvOE7WbBaX2sq7ZpvK5v6WjSVg4/9/+TQDvaLK2Tq/46UR74PyU6tDQlaG33Gw5a1FTNW8wCRXZAACZAACZAACZAACZAACZAACZAACZBAmkA9Fqvp7f+xt/yj/Xhpf3lPmX7rn0VOvUuua/eKnHKrr4CA7ITX+2mK6zJ5/dqL5M9fpmnveLpc2WO63GxKAbSTV5xt+37p6txrujhMrnzqdPEKFHzyZ9/4h11+pcitqVIA3WadIje/4X/Oq2PL7PuwPJQPyGcpgMxt+/E+s0cOfFj+sHN128BM1dCuvpL/u/kVaTdwX5k5QTNZv5P/u/lW+Zt9zzanyX3/dZBojqs/1sPl2oEi16dLAQgyZeVyeeK4HVI9mCzZf0q3/7pA+myj0tfu3BLApu1iOdb095q4c4tHpLoVxWpSYmxPAiRAAiRAAiRAAiRAAiRAAiRAAiRAAuEE6r1Yne8ToSLiyMpqmZkWsTue7tVHXbZsmbRqZdcJSMvXdPkAk/H6hiVDNUPW9BEtVpctayV290a8fjMoVfs13ZcRvGmRmxpP5KDDdpK3X3fKGKTnBYFqpOt8ax6m7EEnv7TN4VNTtGJ1qV+EikCg+mVpSlqmX7fF6fcrZMU2W3kSFVggUv/aKlU+YMXb98h500RGGFGKd7XvlCCNEqsrvt9KtjL3pS7T37Lfp0RsulTBx7taYjaHddFbKFZrAI+3kgAJkAAJkAAJkAAJkAAJkAAJkAAJkIBDgGLVFas2ICMvF8kgkyUadjBUePZnUCmB6qzUKLGaDsQVvSp2TWzTpaevBmwqxjUQq5XuAVnV8f/+m9o5QCufYnXFv16T1//tlAJY8ZlMXPhVGswO0mOPXZwDwJrKTj0Pl70sUWmySTPEqr3IqazRbw6uFqviZL16wnPaJ9U3pmWnEaFz9vVlsIpVCiC7WE1356sdKyIqdn3ZrTX/3kWxWnOG7IEESIAESIAESIAESIAESIAESIAESIAElEC9F6uvZysFYKSmpDM5XbGqQnUn64Arf5saiVUVqlZ8vlIBNRCrp+8pXsbrF+knwV/CILcPSD7FamAEORxeFV0KIJVhmpKp9tepCFIZqZ/IXtYBV6bP9Pb+GonV78bL0AmviVgZqb7+KFZzexB5FwmQAAmQAAmQAAmQAAmQAAmQAAmQAAnUAYF6LFYtuRgoV1Wc6lZ+V6wGZbDmT6wKtuebWqyHeVmZ+RGrd0n75y6SRSc8JUawmissGzfZE1iMYlUk++FVKk7tUgB2xqotUZVGvsTq3nMzs10pVpM9c2xNAiRAAiRAAiRAAiRAAiRAAiRAAiRAAoUiUL/FqiUV/Zmr6Xqq5v3sYtW+T2uc6kFQGTVW0wLzdavGanWNV38NVyNWH7fqpPrqsx4mrQJqrBrx+vgXETVWU2L1z52uTNVqxZXuq1MND7AqTrGammJQ5qp96FRWsTrXOlBKs2btUgC+Gqt+kWtKAVilCFJj7mlqshqxat+rNVVZCqBQ3w85LgmQAAmQAAmQAAmQAAmQAAmQAAmQAAnEJkCxastVG5vJYhX58ykzpVtYjVWVnen7vIOh3tDyAG791cPk/2fv3YP0qsp8/4cQI+Eig0yChIm+NIMKRGEGcH7diibOHKjjpL3MOXCGTinmYBgYCDNlmNJ0LMexJMEqYpU0jEhkIlpJjqjjJdFTcJREwe7jOBeiLSAcknbQICGJoMFoyOVX+77W3mtf3713v+/en/wF/e51+6xnrf2s71rr2aMfFFn9pTOck6ha+tBv1jlS92NUdvaWGHuDyB1/+1l5wjthG4q/evZ7RuWN46vt06j2B6q+pduBf90/VG/rqaaGAlAJqEKq8/fgA1M/ODcuxqonlLo5WYLquf9uX+H3wgPo+b5O3vff/lh+8OWn5Z2jl8sf+idmnfRv+28fFPnyN2Se+7ErLa0lqP53kXWfvkfsD1a9+Wm59dP/Lhf7H8bKPK6NDxJjtTt+pIYABCAAAQhAAAIQgAAEIAABCEAAAioBhFXsoTQClZ9YffJ++dA3v+/W90/kvcsvlT8srfbNzwhhtfl9TAshAAEIQAACEIAABCAAAQhAAAIQqI8Awmp9rBtfUuXCauMJVttAhNVq+ZI7BCAAAQhAAAIQgAAEIAABCEAAAu0igLDarv6utLUIq5Xi7TpzhNWuEZIBBCAAAQhAAAIQgAAEIAABCEAAAhDwCSCsYgylEUBYLQ1lJRkhrFaClUwhAAEIQAACEIAABCAAAQhAAAIQaCkBhNWWdnwVzUZYrYJqeXkirJbHkpwgAAEIQAACEIAABCAAAQhAAAIQgADCKjZQGgGE1dJQVpIRwmolWMkUAhCAAAQgAAEIQAACEIAABCAAgZYSQFhtacdX0WyE1Sqolpcnwmp5LMkJAhCAAAQgAAEIQAACEIAABCAAAQggrGIDpRFAWC0NZSUZIaxWgpVMIQABCEAAAhCAAAQgAAEIQAACEGgpAYTVlnZ8Fc1GWK2Canl5IqyWx5KcIAABCEAAAhCAAAQgAAEIQAACEIAAwio2UBoBhNXSUFaSEcJqJVjJFAIQgAAEIAABCEAAAhCAAAQgAIGWEkBYbWnHV9FshNUqqJaXJ8JqeSzJCQIQgAAEIAABCEAAAhCAAAQgAAEIIKxiA6URQFgtDWUlGSGsVoKVTCEAAQhAAAIQgAAEIAABCEAAAhBoKQGE1ZZ2fBXNRlitgmp5eSKslseSnCAAAQhAAAIQgAAEIAABCEAAAhCAAMIqNlAaAYTV0lBWkhHCaiVYyRQCEIAABCAAAQhAAAIQgAAEIACBlhJAWG1px1fRbITVKqiWlyfCanksyQkCEIAABCAAAQhAAAIQgAAEIAABCPS1sLp792455ZRT6MUeIfDLX/5S9u/fb9fm0Et/LTN/d1KP1Ixq0CfYAAQgAAEIQAACEIAABCAAAQhAAAIQiBIYGBgojKWvhdUdO3bI/PnzCzeehBCAAAQgAAEIQAACEIAABCAAAQhAAAIQgED/EThw4EDXld6zZ48grHaNkQwgAAEIQAACEIAABCAAAQhAAAIQgAAEIACBfiGAsHrkCTln7mDh/uLEamF0JIQABCAAAQhAAAIQgAAEIAABCEAAAhCAQN8SQFhFWO1b46XiEIAABCAAAQhAAAIQgAAEIAABCEAAAhCYLgIIqwir02V7lAsBCEAAAhCAAAQgAAEIQAACEIAABCAAgb4lgLCKsNq3xkvFIQABCEAAAhCAAAQgAAEIQAACEIAABCAwXQQQVhFWp8v2KBcCEIAABCAAAQhAAAIQgAAEIAABCEAAAn1LAGEVYbVvjZeKQwACEIAABCAAAQhAAAIQgAAEIAABCEBgugikCatf//rX5e1vf3ti9fbs2SMDAwOFm/Do7gmZM+NsOfbYYwvlccy+ffuOFkl5+PBheRZhtQg60kAAAhCAAAQgAAEIQAACEIAABCAAAQhAoNUEkoRVS1T1/iWJqwir8+e32ohoPAQgAAEIQAACEIAABCAAAQhAAAIQgAAE2kYgTlhVRdU0cRVhFWG1beOG9kIAAhCAAAQgAAEIQAACEIAABCAAAQi0nIBJWDWJqkniKsIqwmrLhxHNhwAEIAABCEAAAhCAAAQgAAEIQAACEGgbgbQYq1l4IKwirGaxE56BAAQgAAEIQAACEIAABCAAAQhAAAIQgEBjCCCs8vGqxhgzDYEABCAAAQhAAAIQgAAEIAABCEAAAhCAQF0EEFYRVuuytb4pxxoUzzzzjOzfv1+OHDnSN/WmohBQCcyYMUNOPPFEOe2002T27NnAaQEB5q7yO5lxVD5TcsxOgDGdnRVPFifAPFecHSm7J8A81z1Dckgn0JR57snnn5R7HrlHHvvlY3LoyKH0hvNELIGZM2bKa095rVx17lVy1slndU0KYRVhtWsjalIG1oB48sknbTHq+OOPF2sS5h8E+pGAtSnwm9/8xt4kOOussxBX+7ETc9SZuSsHrByPMo5ywOLRUgkwpkvFSWYJBJjnMI/pIsA8N13k21duE+Y5S1Rd+b2V8pKZL5FZM2fJMXJM+zqyxBYflaNy8NBBefHQi7LmjWu6FlcRVhFWSzTP/s9qampKTjjhBDnllFPk2GOPlWOOYcLq/15tZwuOHj0qhw8fll/+8pfywgsvSKfTaSeIlrSauauajmYcVcOVXNMJMKbTGfFEOQSY58rhSC75CTDP5WdGimIEmjDPfXjiw/Lkr5+Ul858aTEIpDIS+N2h38lZJ50lHx38aFeEEFYRVrsyoKYlnpyclNe85jXy0pe+1D+tirjatF5ufnss58H6Z+3O/u53v5Of/OQnsmDBguY3vMUtZO4qv/MZR+UzJcfsBBjT2VnxZHECzHPF2ZGyewLMc90zJId0Ak2Z56745hVywnEncFI1vctzPWGdXH3hty/IvW+7N1e68MOesPrwww/nzueCCy6w0+zZs0cGBgZyp/cSPLp7QubMONs+IFjk3zH79u1zVISc/6zTXM8irOak1uzHf/jDH8rrXvc6eclLXsJp1WZ3dStaZzkSL774ovzoRz+S17/+9a1oc1sbydxVXc8zjqpjS87xBBjTWEedBJjn6qRNWR4B5jlsoU4C/T7P/cWWv5DfO/736kTWmrKe+81z8s+L/7mr9iKsIqx2ZUBNS2y94M8//3yZOXNm05pGe1pKwBJWLbtGWG22ATB3Vdu/jKNq+ZJ7lABjGquomwDzXN3EKY95Dhuom0A/z3MIq9VZC8Kqw5YTq9XZWOty5gXfui5vfIMPHTok27dvR1hteE8zd1XbwYyjavmSO8IqNjD9BJjnpr8P2lYDfJe29fj0t7ef5zmE1ersB2EVYbU662ppzrzgW9rxDW52PzsQDe6W0pvG3FU6Ui1DxlG1fMkdYRUbmH4CzHPT3wdtqwG+S9t6fPrb28/zHMJqdfaDsIqwWp11tTRnXvAt7fgGN7ufHYgGd0vpTWPuKh0pwmq1SMk9hQBjGhOpmwD+Qt3EKY95Dhuom0A/z3PlCKuvkvPnzZEXn/tXeeQ3ddPv3fIQVhFWe9c6+7RmvOD7tOOodiyBfnYg6NbsBJi7srMq8iTjqAg10nRDgDHdDT3SFiHAPFeEGmm6IcA81w29/ki7+39/SG5YL3L1HR+Ty+ZMf537eZ7rRlidM/86+ZuBi+VVx70k6ISDu2T7zzfKrY9vn/6OmeYaIKwirE6zCTaveF7wzevTtreonx2ItvddnvYzd+Whlf9ZxlF+ZqTojgBjujt+pM5PgHkuPzNSdEeAea47fj2f+tn75EPX/0z+8t6rZUGPVLaf57miwuqcM1fKx159rhxv9cGh52XXb1+Ql8yaI3NmWSLri7Lr55+UD0y2W1xFWEVY7ZEpqjnV4AXfnL6kJQ6BfnYg6MPsBJi7srMq8iTjqAg10nRDgDHdDT3SFiHAPFeEGmm6IcA81w29Pkj77G7ZPWeuzO2hqvbzPFdIWD3+SvnYG98mr5rxG/npU/fIJx8Zl2fd/njVWTfJ3w2cLyfPeF62T94gt/68hzqq5qogrCKsFjO53ZtlxTtWy3hM6pE7J2T5+cWyFpmUscFlslFEusunaPndpSvjBX/3FVfIfcZqXCYf7qEdu+5IhVJrO5KTcvcV/0v+oEeufJTazj7MrJ8diPJw75XN718sqyesHEdk3cRyfedcnROXrJN1skyWbTA8V16FSs+pjLnLrpQ9lu+Wx70ann213H7zZa5TvFvuW3WD3P2EWv1Xm693/fBuueILf6CkddJMfuYK+ej9QfpXL71dPvZfe8nlNndNK8dRiq9gj6au/IVuh0F/+xtprS9tTLsFWWPvf53RH+MtjQ2/V0OglfOcsm6Jozq0aousXXxqNdBbnmvZ85xYvsfH7hPdt7DWJR+NWZvpPoznoxh9E98/UtdzTt47LV/mov9w/CfNb3I72K6XKOtAJZ3lA7n1jpqDVz+T/6U/fdkNV8vO2xX/Tf3ZVCfvdyMz78c4djo357r/mZH2RdbDWj0mRabhHGs/z3NFhNVzz/+ErHzFHPnNvk3yVz/4ZsTEzl3wcVl5xjyRX39T3j2+KXZGet+bPi9vOcH8866fv1s+YHVnH/9DWHU675h9+/YdLdKPhw8flmePPCHnzB0sktxOs2PHDpk/f37h9PUnDBYismSdTNwQHMzfu2WFLL7ZkluHZPRra2W40Fq3vxc6ZbzgLWFVPnSvXP16tXfdF6KoIkX9vV9qiaqYirBaKtoyM+tnB6I0DtvHZPBaa7vH+RdeJDlzX0fW3SmyzHsuND+WVpeKMipj7rI2xqwFQjB/6fPWblsU1TeIzLGzXEc85Mg7CxYlvbtIOTMyX1YEqYtsWzmOfGE16hOU4S/4eRQea/3tb6SZYzlj2i0lceGcVhN+bwuBVs5zSQdCFN9hejeRmmuBpc5zooqPUfEzujYTcXyYx+Uy1w/xN38NQqT3rEiKsCoSEnbFFU5jhFVXkBXDRnPEb3JNISpkehvjD8olkYMtZp/MySqOmbLRfumH5d736Rf5w76fVh9PgI6k88ry+CGs5h3ZRYTV973x8/KWE38jjzz2V7Lmp6YS3ycfv+wtMu/gI3LP1jXyrZhK2cKqfEfe/dBntCfedvGn5cqXS0L+eVs5Pc8jrDrcEVZz2V/CQiRhEZW9iP5e6JTxgjcLq+7L+6FLIie4srPt4ScRVmvtnJtvvlm2b9dj4Zx//vmyatWqSD3auVDSMUzePijLNih/GxyVLZ8YliadPylj7rJPTIRPmdpj23HUz/jaFfJRCTnYyu/WRwm0E6kmYVVLHxZyax1GwjhK4Z3kE5TiL3Tb3/3tb6S1vpQx7W6WeKeG+uWEeBobfs9OgHkujVXSPNLsOSaNTB2/lzPPuTX1/JEPXSIPfuxuCTZtk30NVSR0/JzL5Ebp8uMAACAASURBVLL7d4Zu3jmi4M/OvEzuuz9JIH1QLll6pty9fqd+myfpxKotrJoEUZMg68qhkROiScKq65vtNBzuSWF2n0FUtWsQ8v0CYfVP5PvW6eC4dJ6Qax80OkPmlnRitS3zXCFh1T5pmkFYPfSIbPr2GomeaXVsLk5YlVetlE+/tiNTscJtHTNJ92UgrCKsFrAi5UpsyimRiBjhlqad9gqdBJMlIzKyYaMTCuCmEdl4a3BKzK+sL2rEn54t0LBSkpTxgjcLq6ErH1ZtDdc+1EWPc23vw3LJQx+Vu60X0N+K3GYFAP+QyEc/dp+zuyrOlRf1X2we7vVdb1c2eDF610Yukw9beXvCSuilaT1viyaeMJLpxKrp6kqDQyKUYoXpmViiquVEqP8sUdUSV8P/EFa9eWZE1n2tI+vtMCjKCTxXIOosGZGNG5T5ypunYq9De6EClDl1GgXbMuYuo+XZ85SzQMgirHp52E52aCMpcsJCyXs6vhTLOEqZazILq6Mit3ihNvQ8vVNe3qnwkSUbZaO9yTEit66akpusWzKWL3LJVu1UedRfEJEkf2PNqEytNIU46q1xmj67B0+UO6add/GDbyIUQJ4+aMKzzHNpvZhdWB15yrndos5jH1yyUW5RN25T10pDMrJEZOMGd+67Yqcdnk31QUbuXCdyrRNWTfsX8kt0v2VIRu9cKNuuVeZBf52nrLfUDHtgPVbmPKf6HfYNG38jN2UT1+DnfFg+qodO8dY89hosRVj1/CVVyEwMBbA7CCeQMTRSvhOrofWbYgNpzOwQBxnqFBZWk9IFZZYnrLZlnisirP7ZRZ+Wq049Xp59eo28/4ePRCfEs/5e/ukP/1Besv878u7v6adR1YfjhFX77y8NRFn7BOvLphSR1jkRK3a4gLfJyj+9Us6dGeQchBGI/qaGL3BOxtqf3/L/BWmtMi6W534+JZ0zzhWJCXuQ9DZAWHXocGI1zWcw/R5eoIRipRmv+YWvxJwexGr1xFZVjJ0nIru0a7e9J6SG0ZTxgo+NsRo6vbX72d0yd44ab0GPTeqc/FJi2BiuVuTOQxMy3Ksh/q5i6KpIScLq7mfnytw5AWn7hfrzv4xcKylixm1Oo+7Oxp1Wtfi0Xlj15i17gXG6H2vV3yAKxVdVn5ElH5SRDbc4ixt/gdIbQmoVc1d0PBlCAaScWPXyMAmr1m/BVTrr/2Lis9Y4sBlHCbAzhgK46l3jcs9XrHyCuMRhH2LoX7xQQ0FcVv+Zd10lQ1+5x477HmzchvwFV3xQn1H9jXNE5NE+GKd5TLsMf0R58yKs5oHfsGeZ55I6NEFYDa17HGHV+UKFtWkU/L+yWZu2VnrDePCdC8uvUOY238+w594pWarEg/fmO3uOTMrDFkvPlI3u9y6C5xPym8b4seXNc6HNI03IzC+s3vuG72s3ePy1i/X3DMLqZeLEq/ev96fFWM3pH+UTVuPan86sX4RVa0y2YZ4rIqzKGTfJ7QvOl5OP7JLxyVvlU097n64SkZe9Q1Ze+N/l3Fkvyk9/+gH50GPKb6FpMz7Gqn4aNklYfeL3DCLsy5+T79z3ARH7ZO0u+79tedc+CXuuPOfGb33bq94m3/ypcp7W/v335Af28244g5RTtwir6c4Nwmo6o9QntNOpg6Py+bduk3dbzoN2AivkfPjCqhp/LXjGEVb12Gx+OYVjqqU2pasHynjBJ4YC0AJ72zJD5GMwWpwfVcQwCJ1OY4vmEX3RamJIKcKq2x3h07lJQdS76sH2JFZ3Z+NOq1o02i2seiJoMA/5Yk7kRGrwTDBPBcKqGl8tkkcPmF0Zc5faDFMsMe3EuvdwzLyU6cRqD8RYZRxlEVbjn7HGxaIH3VAb6ns9JMr6wqriU0SF1QR/wRcfzP6GJ6z2+jjNM1WUO6Y5sZqHfdOeZZ7LJqzGPeVt+ITf/eJ9myLnWklbCxnnNqcmwQaVUjNNjPXmw6g4rAmxrnAam5/yvY26bb+0eS5GuHTiqhYQVt8nyod43TAA/8O7KZh+YtW6haPFIX065eNVEfDK2i42xqn6sSjDx0eVPI1hYDIw6ydhtQ3zXCFhVUTeduHtcuXvnyxy9EV5/tePyI/3vyCzjuvIuafMk+OPsRaLP5VvPfJJuUcVXUM2mRwKQBFAE06sfmd2+DRrUEg0f+cE6+89o34YyxVQ/WSeqKueii02i3Fi1eGGsFrMfgypghfzX7xnSP75c86urOmfvXjJJKzGZNBCYVX/MIz3wlRPbOkv/oiIEREwus2jBmHVdiTuE1GcgriTbKWZcYsy8sIBmGKrehhaLawmftXcXZCId/IeYdWxmeALsGFHvDth1SzsGPOseQwzjmKAZ4yjGhc2yMnVGVcIq/mNujTBwS4aYTV/DzQrBfNcXH9mj6NalrCqfbjPIKyqAmjkRmABYXVUVvsnbY35NUBY1eK7q11trz8skVT9MGfIFmJCHjkh2W6Xj9kxUH8mf3nv1bIgV6xU5dbP//iZ3BB30jXpqn3S5nX4sE7sARxDODovvNv9hnGhMIsXVvU15HSHAvBa0fR5rqiwKjJH/ux1N8nlp7tCqt/tL8qz+54QOeVcmSPPy/+bWif/8Lj+DQ/v0VhhNRR/NTkUQHAS1bvU7133T8pfvBOpEj7R6sV2RVj1+unR3RMyZ8bZcuyxxxZyYhBW82DzrqgYYwEahNWkmIHGRVfyidU8VZ2OZ8tYyMSdWNWFVdPuaV5htds8qhdW/+hfY+IsNvUjXjUbrfcBK1NsVYRV5bSHNo+F4kwbFjXtPbHqiarmOMjdCavmEyO9sNHCOCpJWE3YMDWd8ubEavILowx/JCgBYbXm13PPFcc81zvCatqJVdPtvuQ0ySdWl04tdj7gqczRvXKDsJx5LuZEqi+Y/qX87Pp4YTX68Sr3I53uBz0//KYH5aNeCLNcwmpwilTOfrU8/oR6wjQQO2+U2+JDpJUirJpirGZjFv8RqmRhte6PV3mju+nzXHFh1SV0/Lly0SsulotPOF5e/O0T8oNnviXbfyVy/oKPy9+cMU9eIi/Ks7/YKGu2f0vCQQG6F1Y3yXOnmU+gWvFX7TAB8h1590NenFflxOqvDR/I0j6ahbCKsDodbpcf+0e/cuccaAhipgYnVk1xg9w4asrzkWsyIpIUY1W9rjcdGOLKLOMFHyusutfhnav+4fimwde0s4cC6DaPLDFWla9qhmO8Zvh4lS2srpfgy5heHoQCqM3s23tiNRBQtQ/uadfrzB+0MgmrbYixaozZpViqcyJEF121q27hWMraBkp0vvLDmNhfh71M1IjTtQ2QjAW1chzlPrFqiLHqbmqYrsx2G2NVPdVFjNU0Q0ZYTSPE720NHVTCiVU17FlajNXFT8uYG//U9iuSNne9uNXqdzEKnFj1hdW4/Pr9xGpE7PRGsyde3ihnrr9NnLAA+kj3wh6Z117BDR7/w795hVUtdqrqP4WE1UioOLeeMR/5zBdj1SCspjLzTureLY8bQhF4H2D2uGj1MXwTxGmNd9PS4zApIgtqn3r72Z/rWlhNoB2IqyK/ee6b8o/f3yTq2dV4YdW9nv+CI4o6H5ly4qZaEqn30aldP3eE1XN/p4inShxVW1iNi7FqC6vqR6m8D10RCiDcpZxYrXlKMcbYUepg+hBV8HOwcLL/Fv4I1uCIjMhG2TghMnLTiGy8NfJNSzvg+3L74+W99zGrsoTV+2L6VLta67143Getl9Of/EvwwarIF7hNu5bd5qGlf7VcdqnIfTsvCUQONTbq2VeLtmubQVi1Ygxp13MsQfVvRW67PuZFXfNYaENx/exAdNU/GTeRRvyviZtCAYQ+LKFVqLe+Nl7G3BV7lc7/yFQ0nnPcB6jMJ1GDRYqPsk82WVo5jjIKqyLKKXB1jJjiqZr+ZgkFl2yVwWuj/oIW5z3J3/DHcXjW6K1xmmdOK2NMB+UhrOZh39ZnWznPKWuRtEMfppP3caFQtA1dwweDbRuLEVajc+qIrLtTZJk7Rw4tv1Fk7DYZ9wXdtBir4n+407HtUH6rbpXOzTeFPtRZzygoY567b9UVcveZ7inTULVtv2bnf5U3P/G/5bvGJukf0QzfzIlsKBcQVqOCorMGtsITeFft4/0vEV/UVepfSFj1P4js+nKJzLwNb4PfpqxbPaE6Wp+YdJrPh7Cad5RVKaxa4QLedvHH5MqXO5f0d/3s3fKBHwc1jP94lRWj9RHZ9O014n1aSn32N/u+I1Mve4sTK9UVSL0wAFbuXigAEU8sDcoMfrM0+I/L58+wju3ZqeSRx74m8odXyrkzrfAAT8jZl71FrJOvH7DMqsA/Yqw60AgFUMB4SGImUMYLvp/Z9sK13H7m14t1b+dCqRd7oto6tX3uqpZuW09yVU2V/JMIMKaxj7oJ4C/UQ9z0Yal6Su69Upjneq9Pml6jfp7nqhVWrZ4/X973xr+WoeOek/EffkA+E44H0GDjQFhFWG2weU9P09r+gkdYnR67q7LUfnYgquTStLzbPndV3Z+Mo6oJk3+YAGMam6ibAPNcFcRDYYneMC4r3rFarM8Dp52QraI2vZYn81yv9Ujz69PP81z1wmrz+z+uhQirCKvttf6KWt72FzzCakWGNY3Z9rMDMY3Y+q7ots9dVXcY46hqwuSPsIoNTDcB5rmKekD5JoVXQjj2e0Ul93y2+C4930WNq2A/z3MIq9WZI8Iqwmp11tXSnHnBt7TjG9zsfnYgGtwtpTeNuat0pFqGjKNq+ZJ7lABjGquomwDzXN3EKY95Dhuom0A/z3MIq9VZC8Iqwmp11tXSnHnBt7TjG9zsfnYgGtwtpTeNuat0pAir1SIl9xQCjGlMpG4C+At1E6c85jlsoG4C/TzPIaxWZy0Iqwir1VlXS3PmBd/Sjm9ws/vZgWhwt5TeNOau0pEirFaLlNwRVrGBHiOAv9BjHdKC6uC7tKCTe6yJ/TzPIaxWZ0wIqwir1VlXS3PmBd/Sjm9ws/vZgWhwt5TeNOau0pEirFaLlNwRVrGBHiOAv9BjHdKC6uC7tKCTe6yJ/TzPIaxWZ0wIqwir1VlXS3PmBd/Sjm9ws/vZgWhwt5TeNOau0pEirFaLlNwRVrGBHiOAv9BjHdKC6uC7tKCTe6yJ/TzPIaxWZ0wIqwir1VlXS3OenJyU8847T2bNmtVSAjS7aQQOHjwoP/7xj2XBggVNaxrtUQgwd1VrDoyjavmSe5QAYxqrqJsA81zdxCmPeQ4bqJtAP89zV3zzCjnhuBPkGDmmbmyNLu+oHJUXfvuC3Pu2e7tq54EDB+z0Dz/8cO58LrjgAjvNnj17ZGBgIHd6L8Gjuydkzoyz5dhjjy2UxzH79u07WiTl4cOH5dkjT8g5cweLJLfT7NixQ+bPn184PQl7i8DU1JS87GUvk7lz58oxxzBp9VbvUJu8BI4ePSq7d++WX/3qV9LpdPIm5/k+IsDcVV1nMY6qY0vO8QQY01hHnQSY5+qkTVkeAeY5bKFOAv0+z3144sPy5K+flJfOfGmd2Bpf1u8O/U7OOuks+ejgR7tqK8IqwmpXBtS0xNaAePLJJ+WMM86QU089VWbMmIHA2rRObkF7LMfhyJEjsnfvXvn5z38uZ511lsyePbsFLW9vE5m7yu97xlH5TMkxOwHGdHZWPFmcAPNccXak7J4A81z3DMkhnUBT5rknn39SVn5vpbxk5ktk1sxZnFxN7/rEJ6yTqgcPHZQXD70oa964Rs46+ayuckRYRVjtyoCamNgaFM8884zs37/fFqf4B4F+JGBtCpx44oly2mmnIar2YwcWqDNzVwFoKUkYR+UzJcfsBBjT2VnxZHECzHPF2ZGyewLMc90zJId0Ak2Z5yxx9Z5H7pHHfvmYHDpyKL3hPBFLYOaMmfLaU14rV517VdeiqlUIwirCKsMNAhCAAAQgAAEIQAACEIAABCAAAQhAAAIQyEkAYRVhNafJ8DgEIAABCEAAAhCAAAQgAAEIQAACEIAABCCAsIqwyiiAAAQgAAEIQAACEIAABCAAAQhAAAIQgAAEchJAWEVYzWkyPA4BCEAAAhCAAAQgAAEIQAACEIAABCAAAQggrCKsMgogAAEIQAACEIAABCAAAQhAAAIQgAAEIACBnAQQVhFWc5oMj0MAAhCAAAQgAAEIQAACEIAABCAAAQhAAAIIqwirjAIIQAACEIAABCAAAQhAAAIQgAAEIAABCEAgJwGEVYTVnCbD4xCAAAQgAAEIQAACEIAABCAAAQhAAAIQgADCKsIqowACEIAABCAAAQhAAAIQgAAEIAABCEAAAhDISQBhFWE1p8nwOAQgAAEIQAACEIAABCAAAQhAAAIQgAAEIICwirDKKIAABCAAAQhAAAIQgAAEIAABCEAAAhCAAARyEkBYRVjNaTI8DgEIQAACEIAABCAAAQhAAAIQgAAEIAABCCCsIqwyCiAAAQhAAAIQgAAEIAABCEAAAhCAAAQgAIGcBBBWEVZzmgyPQwACEIAABCAAAQhAAAIQgAAEIAABCEAAAgirCKuMAghAAAIQgAAEIAABCEAAAhCAAAQgAAEIQCAnAYRVhNWcJsPjEIAABCAAAQhAAAIQgAAEIAABCEAAAhCAAMIqwiqjAAIQgAAEIAABCEAAAhCAAAQgAAEIQAACEMhJAGEVYTWnyfA4BCAAAQhAAAIQgAAEIAABCEAAAhCAAAQggLCKsMoogAAEIAABCEAAAhCAAAQgAAEIQAACEIAABHISQFhFWM1pMjwOAQhAAAIQgAAEIAABCEAAAhCAAAQgAAEIIKwirDIKIAABCEAAAhCAAAQgAAEIQAACEIAABCDQlwQ8cbObys+ePbtQcoRVhNVChkMiCEAAAhCAAAQgAAEIQAACEIAABCAAAQhMNwGE1QmZM+NsOfbYYwt1xTH79u07WiTl4cOH5VmE1SLoSAMBCEAAAhCAAAQgAAEIQAACEIAABCAAgWkngLCKsDrtRkgFIAABCEAAAhCAAAQgAAEIQAACEIAABCDQbwQQVhFW+81mqS8EIAABCEAAAhCAAAQgAAEIQAACEIAABKadAMIqwuq0GyEVgAAEIAABCEAAAhCAAAQgAAEIQAACEIBAvxFAWEVY7Tebpb4QgAAEIAABCEAAAhCAAAQgAAEIQAACEJh2AgirCKvTboRUAAIQgAAEIAABCEAAAhCAAAQgAAEIQAAC/UYgTVj9+te/Lm9/+9sTmzV79uxCzfbKfvjhh3Onv+CCC+w0e/bskYGBgdzpvQSP7kZYLQyPhBCAAAQgAAEIQAACEIAABCAAAQhAAAIQaCuBJGHVElW9f0niKsJqAes5fPiwPHvkCTln7mCB1E6SHTt2yPz58wunJyEEIAABCEAAAhCAAAQgAAEIQAACEIAABCBQjECcsKqKqmniKsJqAfYIqwWgkaQSAnu3rJDFN4+LDI7Klk8My6mVlEKmEIAABCAAAQhAAAIQgAAEIAABCECgWQRMwqpJVE0SVxFWC9hEG4TVydsHZdmGEVl3p8iyazfKyJ0Tsvz8ArAKJHHKthKOyLqJ5bKgQB52ku1jMnjtRpEl62TihsK5FC29u3S7N8uKd6yW8XAumoA6KWODy2RjBlHVYzpy04hsvLVPmXRHtKGpXRuIbV3yGPKE+aFVW2Tt4nyyvJ92+Y0iY7fJeAY7jKtmN/VoaMfSLAhAAAI9SiD5vVPYX3T9HinwPtJAxfhPRd5z5g7w2t+lj9qjvZutWt3ZgO+T3jkhix50fP7CdpOtwpU+lXfdgs9Tdnd49jgko19bK8NzQ/l7c4Llp35QZPU7VkvX80zZTegqv4TxqPrmKoekwzj9vH7uimNa4mZxVufhujSeNMLT+XtajNUsdUNYzUIp9EzzhdW9svn9i2W1jMq6t26TZTeP1+fwhBzifna0CpiWk0RhoC4EfMfNE4rt56ZkaQbxmcmzcG/0eMIUZzKl9t04992kDVerzLx6vMOoHgQgAIE+J9Ddeye28WUIq0b/yfVpJ6SkjXaEVZHubKBRPmmBdQs+T9lTYA57LGOeKbv6Xednar8y7+U9qISwGtMjzeLcqHm46zEkgrDKx6tKMCNTFu5kPLBO1skyWbYhZgewgtIdZ0NkZInIxg3jihOsviDcgl2BMdgpdv/u7c6pL4ZLtjqnV9V/bnq7zAdEhibG/ROinqAZyVtEnN+edk6LKvmVcxoi2A0L5+df+7fqfcXO6IlWdVfSa7tdvyEZGhyX8QmRyIlV7TmnMVa5S6cWu6eGgwa2UuSuwMbLzTKLMxndYbVta/5GbUwMrbpVOjffJBs9ByzsWIUWD0ODQzI+MS5DoROrT/snzkPj0U6/TcS1RftXy2avmpLFytgcWvV5WfjAu2W1tQhW/mF/5VoOuUEAAhAoRiD9vRPvO50qsT6b6aSp4tfEpvMbEe8/hYXAoX/R/T6j3xNX9uCQ6y+OyAeXbJRb7BtWbfOVitmA9x43n1jdIp17Fofe/fWtP4qNBZHc65bQesSyvVFZ7YT18v+1+TR0kZ7If2JVuxGoHVhR/NQL/1wu+rdvyL+qVeridlaRlmVLE9f+0KaSt3ZUTu4aORRcPw+tWicLH1jmjOEQp/T5O1tLp/epPuccow1ceqnI/fe38T2mtxlhFWG1/PnFILR5hVQvbAQnZb2rGuOuyCOeWGNP1EMybp2onRD5i/cMyT9/znotOE6I95wmHL3rKhn6yj22aOq0IXjR6A7NiKz7WkfW21fwh+RvbhT55G1B3gt8p39IrnrXuNzzFVdkfcO4K3KW4QCmO6vBAsETeZWFSkh0tdsrbkgEq/1qKABFnB25c53ItY5QfPHii+QHWyw3wnXslHYbr9iUb4XkmJlAur14zow9JkK2ai8ubx4PbRa4/a4Jq+JvJOj5iC6seiKp7aSe7px8nwiPE2scBgsodQxqi9vwBkneHffMDHkQAhCAAASyE0h+7/ibwAYfIuxXaT6b/36KviP8jUDTu8UPY5P+PvTaGKmj9r7T312B6KX7mSLzRGRXS32l4jZg+ZFn3htc//dCAfiL+7569+dft1h++chTiu/l2b3bbn9zuh/DmGWfREp+spiwGvZFAx/ZmoOCdVHksE3P9U18+42HckLCaoSDd/Ai8/p5SEZXdWT1zdYqMjjM4x8QSphf84YhK9lwcmbXx5y196uuDTgQWPMjrCKs5pwQMj7uX5Nwd56kpg8jadczxBdlLCfEc7wST3GG46h6E7n/Ygh2gFWxyXeaNYddEVb9F2gwofqLg9JfrlkWBtFnzKdZvfYGQrJZWNUXC76wamg3wmrGMVTbY8lxzrSNA4Ot6tfRvFPYScJqsHngj6GEGKta/v5L3cn/dPfDa3HCqj/WfWGfExy1mRUFQQACEIglkPDeWbJOtnTWO6fv8vpOoblefUeEF9/mq9QG/ynmVo7u90Vj8Kv5R5716+kKq630lYrbQJqw2lfv/gLrFmtYJYYC4Bp2gbm3iLBqOJCj+amLZKt9MzHwe7W1Vk99u6MbwS/LwaQs62f3AMZgEEYw7iZn/4bC6GPOoTXYAgndBG7le0yfahBWEVYLvHwyJHFf6v5uXeniobkOwQmC0O9LvJAEwQnNyKkDUx1zCqvOC8ATdNUTq+H6ui/Zp4OToPYTpXCqQlgV/+pdkrDqLWIQVjOMkZ55JIu9KB9y8+qthsHIdWI16mCGQwHYn8AKLWa1U67uqQxJEVajiBFWe8bsqAgEINBiAllPK0Z9p8RN6dCHVdR3hC+smt4tGU+smjbUIwt/Q/5REdZrP8KqKjqpvR0VoHSbSTqx2k/CapF1S6ywGg6FUcqaoi3TVAFhNXRCOOqnnikb2yCsmjhETqwmC6taiDxlcy3L/NqaE6vTzTkirAbagK5hZFxXNnBqQVhFWC3drE1xsZxCqhY1lFOV9nV99SNOQRyrKk+sxgqrqc6Noe6FeyYhRpjn8A9eJe+auEe+EreL6l/xj74IEVYLd0yPJsz7AtRtVbuO5scN1k+UOhsGXiiAZGH11oHVcpMXby7sXIWuu6UJq+XELO7RbqNaEIAABPqWQEZhNeGWhHEjOkFY1eK+xy7cE/wn5XRO+JaEtbDXfN9Q/girJkPNawNNFFaLrVvCwqoWX1WNO5+69ujbCaSCihcQVk0h5DQ/tQnCapYYq92fWE0TVpPm12YIq33AGWE1dd7xhNWHH3449dnwAxdccIH9p9mzZ+dOayUoo+w9e/bIwMBAofKtRI/uRlgtDC8pobMD25F1d4osu3ajG3/RPodW3T9fNFTDDgQTlR57qZoYq/EnVkNXowf/Rm6UT8pt1segbBE4cOZLiUNr/KqtsrPkC6sZY6yebn00yIobmxRjNYh5SYzV6sy8/JzThNWw46/bqllY1ePb6cJq9ONt6olVX1jVxNhQjNWsJ1ZDz5VzIrz8HiBHCEAAAu0ikFFUC38IcXBUPv/WbfJu+yM9CddwDe8IX1g1vVv8E6vqhrx6w0m/8pgorBryD8dY9W73EGNVvyatjoGkOLtpoQD8j974p4erPthRcPQWXLeEY6z69hX6hgQ+T55+KSKsGmI5G4XVmLVWz4cCUOe9UPzMkmOsZhZW0+bvPF0+Lc+a7KxPOIdjrCragIOSGKtliJsIqwUG5uHDh+XZI0/IOXMHC6R2kuzYsUPmz59fOH2VCe2dpR1BjJRSxMKUCmsf2FGc5OA60a0yuuMm/Wuh7m5u7JcG83zV0L8OHYQCUJ2/oPruiT0JxEr/tzJ3l01fxzVOfApY9QuMMR8h006sWk5BTPwx7XSIW0QddlClXTcz7+QYq/aL0v8gm0LAs1Wl/7UPvqmwtK+lOgK9+k8PBeDt8Luv6SUjsnGDE8x+9J8Wyrb/uVrGDYtm/8Mk1pOrPi8LH3h36MvAPbqwaqZR0SoIQAACCQTSNvRCVwztnKLxuf0CPN8lMRSAFwPcJ9uouwAAIABJREFU8G752loZnqtU1+g/jcjoqilZ7fp6npgV3IzQ36Uj6rtL+diSDiW4TaX+vR2+UhEb8A4jKOGplG8oqB/Qifjcav/2yNjsZt2i+t5hn2doyYjIho3KB3d7pME9XY0UX9j71kZIUIys30Jz0KmmuST0tfvewJLQfrW+avs+KLLaPXQT4VBo/ezO0cYbBcnzqzZ/9wbQmFr0OedwCEO3lf7hNaXV7XiP6d2MsMqJ1Z6efqhcrxPwdtmsBc+oyC3OF9zbOJn2ek9RPwhAAAIQgAAEIAABCEAAAl0T0D68VvGt1K4r28cZwLlvOg9hFWG1b4yVivYogfCJ1TJP3fZok6kWBCAAAQhAAAIQgAAEIACBVhJA8Kun2+FcD+cSSkFYRVgtwYzIAgIQgAAEIAABCEAAAhCAAAQgAAEIQAAC7SKAsIqw2i6Lp7UQgAAEIAABCEAAAhCAAAQgAAEIQAACECiBAMIqwmoJZkQWEIAABCAAAQhAAAIQgAAEIAABCEAAAhBoFwGEVYTVdlk8rYUABCAAAQhAAAIQgAAEIAABCEAAAhCAQAkEEFYRVkswI7KAAAQgAAEIQAACEIAABCAAAQhAAAIQgEC7CCCsIqy2y+JpLQQgAAEIQAACEIAABCAAAQhAAAIQgAAESiCAsIqwWoIZkQUEIAABCEAAAhCAAAQgAAEIQAACEIAABNpFAGEVYbVdFk9rIQABCEAAAhCAAAQgAAEIQAACEIAABCBQAgGEVYTVEsyILCAAAQhAAAIQgAAEIAABCEAAAhCAAAQg0C4CCKsIq+2yeFoLAQhAAAIQgAAEIAABCEAAAhCAAAQgAIESCCCsIqyWYEZkAQEIQAACEIAABCAAAQhAAAIQgAAEIACBdhFAWEVYzW3xTz31VO40JIAABCAAAQhAAAIQgAAEIAABCEAAAhCAQK8RmD9/fuEqIawirOY2HoTV3MhIAAEIQAACEIAABCAAAQhAAAIQgAAEINCDBBBWBwr3yqO7EVZzwzt69GjuNCSAAAQgAAEIQAACEIAABCAAAQhAAAIQgECvETjmmGMKV4kTqwiruY0HYTU3MhJAAAIQgAAEIAABCEAAAhCAAAQgAAEI9CABhFVOrNZqlgirteKmMAhAAAIQgAAEIAABCEAAAhCAAAQgAIGKCCCsIqxWZFrmbBFWa8VNYRCAAAQgAAEIQAACEIAABCAAAQhAAAIVEUBYRVityLQQVmsFS2EQgAAEIAABCEAAAhCAAAQgAAEIQAACtRJAWEVYrdXgOLFaK24KgwAEIAABCEAAAhCAAAQgAAEIQAACEKiIAMIqwmpFpmXOFmG1VtwUBgEIQAACEIAABCAAAQhAAAIQgAAEIFARAYRVhNWKTAthtVawFAYBCEAAAhCAAAQgAAEIQAACEIAABCBQKwGEVYTVWg2uX0+sHvzPx+Sz394jP5ITZPhPXyuXvnJ2rdwoDAIQgAAEIAABCEAAAhCAAAQgAAEIQKC3CCCsIqzWapF9KazueUxWfGqXHBw4RV4nL8iXdojcdN2b5NLfrxUdhUEAAhCAAAQgAAEIQAACEIAABCAAAQj0EAGEVYTVWs2xp4XVgy/I/oNHIjx2fW+7vPfxU+RLy8+TebJXNo9tl/tf/VpZ88aTouxmnSAnzppRK1MKgwAEIAABCEAAAhCAAAQgAAEIQAACEKifAMIqwmqtVpddWJ2UsaFrRD41LsvPr6eKk198QK55JKas406SsesvlAtlSsbumJJNv4157twBGb+8U0+Fqyxl+5gMXbfJLWFQVn51rQzPtf7X6RfvF+svV4b6aPKOIblG7pLx6xeEamju073fWCHDN0+4z14pd40vFzWlOT+9Hmod0vKzW3HHkKzvbJa1f36qU67WXrVN0fbKEr1tdnkPLJTNa4fFza3KnunpvO2+2qD2ocVvvXR8+zFUP8TeZFNeKnP+uj06z4bsaPdmWfHObbLwq0tl6p3XyCZTH04tNdisW7Kdfo14Vmr/dXCloc/3yuYVw7JGlN9Maa30oTo4JcWln5KloXFhtGMfr8Fu/d8sNotka2gcG7kZxkZS/2i967ZbVgXjTB+bwdPB+I2rd1x/evOSk1esfWTubwN/04irwh4M9uS0R62AwsGug9kubEvy5qUPiKx+5xpR+yHRdgz91tOTDpVrL4GS/RR9flL9njDiJD9I/21Qmf8iHRVbf3f8JvhF7e30oOVp7xN9/oz6lk1iGH33xfsuiTaZ4q9kHyNJNpxjjPRZJ6Xy8X1R3Xfps2bGVzdhTvMTWc98ruP7z5FxrPhCSTzbNL7NwKNr6qjPaKX03mXx4w7O5Y1AhFWE1fKsKUNO6cKqu7B1FYywaJehiMKPWMLq+tP+SNa++RQRS0D9hx2agGjO+GS56+8vtIXAvd99SIaf+YP+F1ZDC3ZVOHw6LJraL9EpW3gd+oEikGpCRkKfhl6wqoiqTfSG/Kbe44ruan0T8tNe6tdtksC5DIl/SpuG51q/bZVFBlFLE2ONIlthU+zPhFY/fHxKOtao8frGFuIThFXXCdPHufPynwovSHPkb9vRjrC4qQiroQ0B29bihNUYocko+FvteUjkyg1TgZhsFMBi2pg5fSAkahsEvuWkCdrm3yPcTP1j7LOoyVp5bZUrZdOOkAMd5uzm54zHp432Et+fyuIk1j4c4T2y+WLqbxP/cNMqsQd3jhwINm1MC2XtbzmF1QnfuU62HVO/9eeERK0bTaBsP0V77ysbE4YN08jc76cdFfn4sOi+ifXeMYgoCfU/NYsf0+jOLdq4vbL5jnEZun5YxN6w7/gb9fEb/kXL6qF0xnefiBjfVdF3TVpL9n5jTMYvXi7DTwf+vnXQIvFQQawNn25vPmcaI2kV67XfE+cQVdRK2rTptUblqE/SnKb5ptfIJm/NFBGaFft801Z/fRm2t1aN70gX5NFJJmXsDpHl1yeMu4Rx3W7OOWxfeRRhFWG1mOUUTJUurHoZOxOH//ItWF6eZAirDi3LWVoto8FpTkUcO/OLQ7L1Teop4qhAEy9SRfvUXsSr+RnEgkh+IYdN7eP0/ByhtLNqSrZ5bYzkZ9VztcgH1sqwWGKhyGjSadSE+uSxv35/1uunzZ31ikiZIPC5Tn/HdCo9wQ4y5R/uE+3E6nrprOrImgdSBD+7Q2IEUO9EYEic805CL50aDk5ExwhgkVPTyknqLOnt2oVPXmvOa9JJ4Zh+Ubkl9U9oARG1XS9/64RwUI/YucHPT3/ezze2PwPBItH+Mva3sf+0xlVnDyobZ1MpEAXCc5y9aWCfRM16YnVKFq6akjWKvZptx9xv/T43Uf/mESjdT7HFKeVdn8fP8HykuxfKts/o/kLcHJ2r/imbKM3r3WItmrxjhey83H0n2Jtki/xbKImbp8WK65lU8e8+wwa179ek3CTyWrd9TFb8bMRZD3QzRjwb/mpH1od86ng/pmcQZ6tIJj5pm97ZiurFp5LmNOfGo+Ozbu2slKkH3HkyzEz1rS/fGT8nt2h8x/d1mk5i/b5Rzly7XBYYOPvj7uJxOJc4oBBWEVZLNKf0rPpHWD0gux5/Wp4+mNKmWSfJ6149R2Y16cRquMmKUy9hIdRwIjGPsBqha1jMhPNz/r8jV27Y5J8ojj3ZbLhyYonGo7I6JB4rNVFfQNq1FusZw3UyhFX/Cru9EXK6ekU5TViNF4Z021AciAz5R06nhIXVr+oni+JtNo8TrDxr7QB7V51Mi+LILr3tcganNdPSu3DKFlY1bomL+Qwnkd32W6fcvVO16ZzNwmp8f3rCapp9ZOnvGP4RYTXjgjRXfzr13/ZWJ2xCogjgzTc5hdWldviHoO5G21HmMrXf0t/sPAGBaSbQtZ+ibKjOTdq0csWBlA1mh0bawjfkd8RtlOBjpBtXSGhx3qfebaMc/ZBeUo89kfbu6+bKefjGVvYxksW3zz1Geox8tDpZ+OTxKXu+wckVDPuQ3trK8l08cT1JWLVPWbqHXCJzclvGdxLi5HktKnSrealpk+wWznlHIcIqwmpem+nq+f4RVvM3szGhANSmh64SRU6ElimsxlwxNgqrN0sQ99UoUgVxU33RVXmBW9cb9FO5epxVP0xAlit5LHrcK2eeSKq+sPMJq+FYS1rf+YvOcP6GGKvh+KURYdU9jezmeXpsKIAcTrBmB0o669RzOD6rNcbCdUxMX16M1eDKfQq3LoRVTbRT2mVfKzKGXFBPSubpT3fRqNU1xv7sfnA4Gvs7jr970sKZFquzBzXuXTXC6nJZkCKcxvVb22NH5/cGSFErgZL8lHB8urgN2yx+kDFedhyUUP21x2L8olr59nxhujCgCnZr/MDobbh+neJ7hQ4KJMZaNd5e8+KYBwaRKVxbrA1njGne8/YXVDB9DsnhQ/RRuyNVjcxpMTcBE4XVBW7cfJO96dfhgzii/Qwtb92ThNXwpkhUVFW/BRFvt3DO2ysIqwireW2mq+ebJaweEjk0U2Sm68Y1Jcaq3ZxgMlUdpywLivwnVr3YQ2bH13xiVf3QUNhRMeWnO96JO3lxQq2FxSQ2Iaw6J+z8D224U4QtHEp8jNVE4U53GPLmn35i1RHkPCHJOsGcLPiln/oIOyYWBXvhYl2zMZxECtcxb3pb5is5FEA5J1bVWGLe68IZ23Yc5lRhNXoiNO3Ealb7SOrvWP7eB+5yCqv5+rOOE6vWRwGDcbXoodAH/AwfJmznYqUrF4fEtRIoz0+JhN+wxSCxY3RaN3W8j8hZ/pA1dpJCIvnzkbJ5ps5RgaBlrr+DMNkvqhVzrxcWOa3qCoBKnHWbfwM/Mpr13RfuQu0asLfxq30rICrM5BkjzkeH423YNEZ63czS6pfEJ/ggb9OFVfOcpq25VDE1QVi1w36pIZHCc3ILxneyzcULq3Fr3Ph3kxJ6Cs5pQz3xd4RVhNWuDChv4sYIq0eel4kv/Ies/NUc2Xj1eTJvZoM+XuU5Q4avlpcurCad1HCNKyLUGq98uWKMezow/AVsL4i/9lV3W/laKZ976zZ5jyb2mE4/uJVBWDUMecPL3eekXz/WErt9b4yx6tqg2PFX8+cfsRnTiVX7JKLj5MoSkU2iivVeTeNjatofL/O/bGpwltOubHebvgJhVeOW1D+24+V8tM6LneX3rWGjIVXA9vMzhwKI70+r/Dz2EdffCf2nxVeuzh5UkTyyQFMGji3YFoixap3UtRd37tjsLNkkUx0n9ID9L6Hf/GfyvvB5HgKVEXBFm5L8lOhCNF4ASfKDrDj012zI8gX6+PqbPzpUGci+zzjaH4ZwDYkbuf2KIO3dFxdjVd/IM7beIFbnGSNJNuxsOmYZI/3VL9n4NFlYjZvTwqcevX4dlJWGuNSev2cJq5m/99HI8Z1m/3HCqnkNGzfukuw28l2VVnJO6wf9d4RVhNV8FtPl040QVn+7S778+cdk7S6RzrkD8tnLO42KsZp0DTVycswgsOQ5sRp/4i4wtGh+IcdEOWFqvQTMX0nXDVd7kSi7c7bwEN6tk9CXupX/jxMkuhwm/ZXceGLXe+HfJXJdQkxK4xWx4MSjfVpaVAHTQ5Ocf3Zh1f2yrXXa1rBAt0uLEf99gWut+wXiyElM104tx/Hq6FX+btPbsnDJJ1aNmxjXbRLtul/i1dQYR8+1kegmRhCCIwhRELWXRGFVjUfrj5x4+4jdsY/rv7B4XKE9qHOXyQnW/pbi4PontAyxWL3TtOGTc5GPRXIav7/m4hbVtmw/JXKiMeHmSqwfFDPXm7olrf5Z/JgWdXdCU81ClbmPnBPIwenBPieY6Ht58e7XiH7QIBC5kkIBmHyLvGPEaMMNFmay8WmusJo0p2kjLXxi9Z3bZKHvZ7n2OXCX2CdW1VPmobXeNepaLLyO6/Ohna36Mf62aYwljLsku7U3ClvPOVtveE8hrCKs5rOYLp/uH2H1iOyffFS2vmxAhl85O2j1/im569M75LP7RU6cN08+e/VrZd4M5+emxFg1XWENroRGr/mGYyxlF1bjdjH1nWxjfqFYUU4dsuVn91Uoxqovttg9qYYkCOWpXZVyzaLl4kOcuOf021vkyg23+B8Z06YPT8gM9aXdA6s2y9KpYfu6ZfTKsjve/Py/I52w+BUW/GNPrNrWYH84aM1AIKBHpjlXTNNPPHt2Gn8dx2bz8htFxm6TyGlp/0NoRdOLLPj/RCb/r2lS/i/yX+T/yP8xztdWvWNOEptOohr6JzauWqzz5iwm5iwXuW3MQMIev7ZUbA4dEdufayVuMyWwv7B9hPs7hb96qtPj2bU9PGvHelUX+KZTqtG5WJkbjXVwKmiNHzu8hbUoMX7kKnTyNqXfIuOrSz+A5BDolkD5fkrUf4iPHxnjB1mbgNdtijTNJGDF19/50F4QG9TLrnkn/Lq1ATt9rP8V7qPmxVhN9r3cGzim98QSR7SKfGfA75A48S/rGEnwxT8lck3GMVKKfdSaSRY+zRVWk+dkpSNC1//19Zdzk3CzfVMoiWfzx3e66Zp91yxrZi9v590kzhpIcc2Ddx+c0/tBfwJhFWE1r8109Xx2YbWrYgolnvziA7L+tD+StW8+ReS5x+UjYz+T+4/MkOFFr5YVb54ns37xYxm9+xnZdkhk1itOk43LzvNFVVueaVSM1UIISQQBCEAAAhCAAAQgAAEIQAACEIAABFpDAGEVYbVWY+8bYVVEDj72b/LeLzwvUyLSmTdbTvzFAZk8IiLHnyx3Lb9QFhyno0NYrdWUKAwCEIAABCAAAQhAAAIQgAAEIAABCEwrAYRVhNVaDbCfhFWRI7Lroe/Le799QPZ7lGJEVetnhNVaTYnCIAABCEAAAhCAAAQgAAEIQAACEIDAtBJAWEVYrdUA+0tYtdAckV3fHZeRrQfl4IxZsvKvhmR4rhtUNUQOYbVWU6IwCEAAAhCAAAQgAAEIQAACEIAABCAwrQQQVhFWazXA/hNWLTwHZPIrP5SdgxfK8CtmxvJCWK3VlCgMAhCAAAQgAAEIQAACEIAABCAAAQhMKwGEVYTVWg2wP4XVbIgQVrNx4ikIQAACEIAABCAAAQhAAAIQgAAEINAEAgirCKu12jHCaq24KQwCEIAABCAAAQhAAAIQgAAEIAABCECgIgIIqwirFZmWOdteF1aveaRLHOcOyPjlnS4zITkEIAABCEAAAhCAAAQgAAEIQAACEIBArxNAWEVYrdVGe1lYlYMvyP6DR7rjMesEOXGW+eNW3WVMaghAAAIQgAAEIAABCEAAAhCAAAQgAIFeIoCwirBaqz32tLBaKwkKgwAEIAABCEAAAhCAAAQgAAEIQAACEOhnAgirCKu12i/Caq24KQwCEIAABCAAAQhAAAIQgAAEIAABCECgIgIIqwirFZmWOVuE1VpxUxgEIAABCEAAAhCAAAQgAAEIQAACEIBARQQQVhFWKzIthNVawVIYBCAAAQhAAAIQgAAEIAABCEAAAhCAQK0EEFYRVms1OE6s1oqbwiAAAQhAAAIQgAAEIAABCEAAAhCAAAQqIoCwirBakWmZs0VYrRU3hUEAAhCAAAQgAAEIQAACEIAABCAAAQhURABhFWG1ItNCWK0VLIVBAAIQgAAEIAABCEAAAhCAAAQgAAEI1EoAYRVhtVaD48RqrbgpDAIQgAAEIAABCEAAAhCAAAQgAAEIQKAiAgirCKsVmZY5W4TVWnFTGAQgAAEIQAACEIAABCAAAQhAAAIQgEBFBBBWEVYrMi2E1VrBUhgEIAABCEAAAhCAAAQgAAEIQAACEIBArQQQVhFWazU4TqzWipvCIAABCEAAAhCAAAQgAAEIQAACEIAABCoigLCKsFqRaZmzfeqpp2otj8IgAAEIQAACEIAABCAAAQhAAAIQgAAEIFAFgfnz5xfO9sCBA3bahx9+OHceF1xwgZ1m9uzZudNaCcooe8+ePTIwgLBaqANIBAEIQAACEIAABCAAAQhAAAIQgAAEIAABCBQjUIa4ibBagP3hw4fl2SNPyDlzBwukdpLs2LFDulHVCxdMQghAAAIQgAAEIAABCEAAAhCAAAQgAAEItJwAwuqEzJlxthx77LGFLOGYffv2HS2SEmG1CDXSQAACEIAABCAAAQhAAAIQgAAEIAABCECgNwggrCKs9oYlUgsIQAACEIAABCAAAQhAAAIQgAAEIAABCPQRAYRVhNU+MleqCgEIQAACEIAABCAAAQhAAAIQgAAEIACB3iCAsIqw2huWSC0gAAEIQAACEIAABCAAAQhAAAIQgAAEINBHBBBWEVb7yFypKgQgAAEIQAACEIAABCAAAQhAAAIQgAAEeoMAwirCam9YIrWAAAQgAAEIQAACEIAABCAAAQhAAAIQgEAfEUBYRVjtI3PtrqoH//NRWf+tPTIpJ8jwn50jl75ydncZkhoCEIAABCAAAQhAAAIQgAAEIAABCECgtQQQVhFW22H8ex6VFf+4Sw6edYoskBfkS0+K/N1fXyKX/n47mk8rIQABCEAAAhCAAAQgAAEIQAACEIAABMolgLCKsFquRU13bgdfkP0Hj0Rqset7D8tVP3m5fPnG82Se7JXNtz0s97/mHFnzxpOiNZ51gpw4a8Z0t4TyIQABCEAAAhCAAAQgAAEIQAACEIAABHqYAMIqwmo15rl9TAav3ejmPSSjX1srw3OrKUrNdfKL35ZlP44p57iTZOyGi+Qi2Sljt0/Jxt/GPHfeWTJxeaf6ylZdQmwfTMrY4DLxeseqxsidE7L8/KBCk7cPyjJZJxM3LAj+mNanuzfLindsk4XGvt4rm9+/WKauCsrZu2WFLL55PNlGrDLv6ciWTwzLqSFeVh3Xd7bI2sXOL5nyq5p5A/K3+37DiKybWC5O71v2sl46xn51bElC9mOnitiQYwOrZTToT9tmVotnBT6+QeUZlalrg6q9OvUNgzfMOYayhlYF9mPsOs3mnSeCsqPjyH0ixE4fa0E5l8qlcr/cbyxY4Z+n3gY+evZOH2x7a7jdTlumlt8oMrZHlvp976RWx1p43CmzRmReCX7z2hPYy8hT6vhXntRsSbcvU1+n9mEDxiRNgEBjCZTsp2T3A5L8IP23xDkmwS/S66K+Uxvbm7kbpjOKvgf0Ob/ZDKO+l8sjjw9gJYnzq5Y4Pn32MRL2q8N+oeLbuHnnNoAeTJDKJ3Gt04MNylultLWelV9obRYZx4oPnzSGmSOja6jkNU38uwnOeQ29mucRVhFWy7cs+6Uz5S/O7YnzgYVGcazswi1hdf3cP5a1bzlFRKZk7CNPagKiubyTZd1HLrJFpL3feVAW757f/8JqQh88HRa87JfolC1+D/2LInaojlJin6oTvVlE916eviillGkJ7mYbcfM1iWzui99f8GTKr2xra2B+Vj/fMiUda9T4IniSsGoSUG0pLiq4Wn30oMjIhqlApA3ZlUPUFWAHQsK+/ffVMjUgslGW+qK/SeiL2Ju70BBVSDX9Te1Sk0ip/c3MxXZudhiE4YgznszVroqxjvn4RKzUsCiweU0tlYkrdmpzt5c2u7AaJ8D7Ofl2YQurVpmGzZtAyAgLsR1FtI6xswYOS5oEgUYSKNtPyeEHRDb+/LSjIrcom8BJIkqSXxQSHoyb1Y3s1G4btVc23z4uQzcMi9ib78Gc32iGRt8rrw8Qz37vljEZf8NyGX468PfjfW83nwQb1v0ud2M2baO6W9OoI33iHJK+1qmjipWWkWn9HlqbRebIwEfd0lmvjWHf17T8vlbPkS6jCac3w4eb9D6elLHbRZbfcLp+QEnh7qzdg7kSzpWOksTMEVYRVku3PmtAW6fSvJOEySfeyi0eYdWVphL64Mx7B2XrJeoJ1ajAo03K7mnQ9D6NEYpsh1Fk4cBqmfLKdf826p1ENZxMtRy3rZ1RmXpAxH/Obp5VzlbprJqSbZ6dZcivXEtrZm5ev9vOkC96pQiAJnE0pj+tE8ZLpxYHJ42NwqortIdFN+/Zr3VkvbJxE3eC0hFXLUdjkWy1TmOanH5XuOyET9zG/d3qdt/xXipT7zAIiXGnrHMLq0mLFUOfxPAxWao+vpW8RN8Uq11Y1fhatxxCwmrYJlwRXj0J38yRSasg0DwCSb5iET/F3oi6RfEXUm68GP2gf1oo29bpPkfSOybOL4rUP+Zd17xe7a5Fk7evkJ1XuDfc7M3YRf7mW9gv7a6k3kod73vF+C6JN4lCbds+JiueGnHWZN2MEd+GLZ9K932iY7m3+GauTSY+GTbFMxfYWw9mWb9H1mZhZt4Nwqmloq8lvI0C5+CVWGs8dS3ayjkyeptTtwjr941y5ieWywIDZ+/dNCqr9YMKCks41zvGEFYRVqu3uBonS11YPSC7frJLdh1MaeKsk+T1r5krs5p0YjXc5KRJ1uCgpTqwxj6NP8FnvTwXPai+RJ3Th/JBx4GOLFy8F8gHRVarCyVF5LVeJMGiJiW/6q28ASUoL/jTVYEtzYmMOgbRhaiSh3ViwgvvYLQj83X1wCb1XdvYq+kJi4Cgs2KcmsQ5y2uLWViNPVVTSFhNOwGqtMQ7dRre1TZaZtAflgDgh9SIaXdtJ1b9jROv3crJZ9smV8t4g64cNmDSoAkQKI9A135Kdj/AFgdSNpidhqUtfJXmJ703EkTe8gD2eU4hIdXbRF9kh6bJ0Q99h6Go75Wloc5BBIehZ88JvndSlrE2rI+7LLXq3WeyzCFpPnHvti53zcJzmmltlltYjQkZ18o5MnleS96wCNJGboBF1htKz7eSc27LL5wAYRVhtbDxZEronvzSruBmSljsIV1YzZ9HY0IBqE0P9UGWBUWisBrbpwZnQ3GUw+WG48gEVyEUx8Y6QacKq8oL3Lompp4Wic8vvx20MoXmQKkv+3QnMvYEpBdXWXuRh09IRmOsRmPa6c6HWt70CquG+Klxwp9RWDXHX3Xa/3Q0tq0W+0ok4BTPJ9aW/bzC8VxUDLRhAAAgAElEQVSDMC5e2uzCalJ7rFjIaSdQrRJVe4sJKeHH7067QtXKkUyjIdB/BEryU7L6AVn8ID8sjRoXPI5skq9rCivTfz1UcY1N4px+XVakvu81VNxYPfs8vlesD2CusUmYyTpGtByNNqxcjY+Li18ryHIKS+eT7hOXU5NpziUyp8WszdKE1XA4jw2GcdzaOTJJWA1viqj2oH+zwhg2Bc7TMoAQVhFWKzK8wCFKjh1SbvH5hdVDIodmisx06tEsYdXcB1kWFGZhNa1Pw86G/lJQyw2uabu76PZLVez4iaergqn2wtYdb9VhTMpP+fxWucbWsNwiweet9tkioSR8vMqFoC4MYsIAhD8wZYuCbxg3xPQ0nFh1HTz9I1eOIGhdc1E/YuZ3S8NPrGqCcgKfePs3OHS9fGJV+bheMPSafIqpYRMMzYGAkUB5fkqSH2C9J7x3kOWT6jdorIrp/ov/PlQ2ytR3ZHhTa/WEaZPHE54aKgiWadGR06pu/HYlXnmd32sos2lpeRX1vXwfwPaj3A1qTeCMCjN5xojzQdssNmy+ZZTW7l78PdtaounCqnlO1kR6dW2WIKxaMfQ1oXrJiIxsEOUEdRb76kVLKatO8T5s3GlV07vJHqnqh3zhXFYH5c4HYRVhNbfRpCdwJ8ppuLKZS1g98ryMf+HfZeXzc2XT+86TeTObJKzG90ExYTVLn4acjdDOum83S9bZcXfMscmcD0dYixT935CMWrHP/qf5C/Kff+s2+dQ0xfVNHw/98ESSyBaNpxVtUZDeWrDqQmfMSWYrHIAV6kGJl+rlGz6FGhX6k8pzcpmuGKuxp70LhQKIi6+mL2SS+DiLI9O/HhVWtY9HeCdWt0jnHuWDMkpzYk8s98Owo44QaDWBcv2ULPEB1XdMXCgAKzzKsg1ZvkCf4BfVfFur380o6pc6QkHzYzCm+V7ZfABj/xvE6jxjxPzxTD1Oprdx25QYq9n4NFlYjZvTwqfHPYtz12ahuNSJfrB3C5E5MiHUjDm8hiOeZng3hYXvd6yWum4O9/u7qNv6I6wirHZrQ5H0qfE5Sy8xyDCzsPrbXfKlzz0qa3eJdM47S+65vNOoGKtJfRCJARn6CqYvSikfisnWp8nORuTE6gMLZYv38aq4eDCGnVCvtyMnVrPkV6Ht9XXWxpg7nsO/TuTaDLE+bSdeQrvRMR+i8k4H2WJ58tXzuI/feTa5TpZFTqx6O7r+aXmTA5fm1JmuJml/M9t7ecJqyheBJ7xQAIaQAcrHA6wTA/mE1dWif8zLcbS9j3/FC5lZFhspoQBcvsFpMF1Y3fZWK0SCFVLAl0e0uvX1GKTyEGgZgUr8lIx+QKwfFPNOMm5N+XGto3MsGz55jNn87jD3kXOzqTE3kRJ9rwlZ7sYW10WRQOSKhk1S3o6G2zyRU78JsRiT3/XLRPyPfhpC9uTp/h56NhufLL5ODzUqR1WyrfVc31QTSNW4qa59DqyTiUu2Bt9UcOMke34cc6S92pbN7zccGjDdHou5UWZ3rzaP6Acv4JxjAJTwKMIqwmoJZqRnEY5P4/xaz1UoXVg9Ivt/9KhsPXlAhl85O6jk/in59J1Pymf3i5w4b57c875zZN4M5+emhAJI7gMlLpJLJRyuIfxyzdan2YVVP3aZcjLVGDIio7CaOb/Srb0ZGca9eB07eLOMbLhFNpqaqp1KN+10x19zsct8+Y0iY3vsL4SqCyXtOlZcoHXXyXjzko1yy4Zw5QzzjeG6fNKixHdWlHie1t8CO42xd8NGhZ1XjhirIuG4p6GT2uqp7/kbFcdV4ZDkhDmzndmhM500V/rZPBdY+V0ql8r9cr9xSHjtCQmrN+vBHXS+1v+pC7bovGUXNQ03I5ox6mkFBKaXQNl+Sj4/IMYPEissUfRtZ3pXxNc/7uZNhpNG09sl01N67MdUwn1UzzqiTgjJvtdSsTdGTaF+jDe/1JrH+ePRk4fmcG1xJxRdGw7VKdWXqhNqV2Vl4dNcYTXbWi8krPo3xBR/TglJoV9Rt8KLWd5+in111Yf9lNjshxsF7phboN7Yg3Nv9DvCKsJqb1hiSbXQhNXnfiJ/f9vP5P4jM2R40WvkprfMk1m/+LGs/MwvZNshkVmveIVsuuY8X1S1pYbvPCiLd8+Xics7JdWIbCAAAQhAAAIQgAAEIAABCEAAAhCAAASaSABhFWG1UXYdDgVw8NF/lau+8LxMiUhn3mw58RcHZPKIiBx/sqy78SJZcJzefITVRpkDjYEABCAAAQhAAAIQgAAEIAABCEAAApURQFhFWK3MuKYj42iM1SOy68H/K1d9+4Ds9yoUI6paPyOsTkevUSYEIAABCEAAAhCAAAQgAAEIQAACEOg/AgirCKv9Z7UJNTZ/vOqI7PrO9+TKrQfl4IxZMnrtG2V4rhtUNZQXwmqjzIHGQAACEIAABCAAAQhAAAIQgAAEIACBygggrCKsVmZc05GxWVi1anJAJr+yXXYOXiTDr5gZWzWE1enoNcqEAAQgAAEIQAACEIAABCAAAQhAAAL9RwBhFWG1/6w2ocbxwmq2ZiKsZuPEUxCAAAQgAAEIQAACEIAABCAAAQhAoO0EEFYRVhs1BhBWG9WdNAYCEIAABCAAAQhAAAIQgAAEIAABCPQsAYRVhNWeNc4iFbOE1WU/LpJSSXPeWTJxeafLTEgOAQhAAAIQgAAEIAABCEAAAhCAAAQg0GQCnrDaTRtnz55dKHkZou6ePXtkYGCgUPlWokd3I6wWhteTCQ++IPsPHumuarNOkBNnmT9u1V3GpIYABCAAAQhAAAIQgAAEIAABCEAAAhBoCgGEVYTVptgy7YAABCAAAQhAAAIQgAAEIAABCEAAAhCAQG0EEFYRVmszNgqCAAQgAAEIQAACEIAABCAAAQhAAAIQgEBTCCCsIqw2xZZpBwQgAAEIQAACEIAABCAAAQhAAAIQgAAEaiOAsIqwWpuxURAEIAABCEAAAhCAAAQgAAEIQAACEIAABJpCAGEVYbUptkw7IAABCEAAAhCAAAQgAAEIQAACEIAABCBQGwGEVYTV2oyNgiAAAQhAAAIQgAAEIAABCEAAAhCAAAQg0BQCCKsIq02xZdoBAQhAAAIQgAAEIAABCEAAAhCAAAQgAIHaCCCsIqzWZmwUBAEIQAACEIAABCAAAQhAAAIQgAAEIACBphBAWEVYbYot0w4IQAACEIAABCAAAQhAAAIQgAAEIAABCNRGAGEVYbU2Y6MgCEAAAhCAAAQgAAEIQAACEIAABCAAAQg0hQDCKsJqU2yZdkAAAhCAAAQgAAEIQAACEIAABCAAAQhAoDYCCKsIq7mN7amnnsqdhgQQgAAEIAABCEAAAhCAAAQgAAEIQAACEOg1AvPnzy9cJYRVhNXcxnP06NHcaUgAAQhAAAIQgAAEIAABCEAAAhCAAAQgAIFeI3DMMccUrhLCKsJqbuNBWM2NjAQQgAAEIAABCEAAAhCAAAQgAAEIQAACPUgAYXWgcK88uhthNTc8hNXcyEgAAQhAAAIQgAAEIAABCEAAAhCAAAQg0IMEEFYRVms1S4TVWnFTGAQgAAEIQAACEIAABCAAAQhAAAIQgEBFBBBWEVYrMi1ztgirteKmMAhAAAIQgAAEIAABCEAAAhCAAAQgAIGKCCCsIqxWZFoIq7WCpTAIQAACEIAABCAAAQhAAAIQgAAEIACBWgkgrCKs1mpwnFitFTeFQQACEIAABCAAAQhAAAIQgAAEIAABCFREAGEVYbUi0zJni7BaK24KgwAEIAABCEAAAhCAAAQgAAEIQAACEKiIAMIqwmpFptUsYfXgfz4mn/32HvmRnCDDf/paufSVs2vlRmEQgAAEIAABCEAAAhCAAAQgAAEIQAACvUUAYRVhtVaL7MsTq3sekxWf2iUHB06R18kL8qUdIjdd9ya59PdrRUdhEIAABCAAAQhAAAIQgAAEIAABCEAAAj1EAGEVYbVWc+xpYfXgC7L/4JEIj13f2y7vffwU+dLy82Se7JXNY9vl/le/Vta88aQou1knyImzZtTKlMIgAAEIQAACEIAABCAAAQhAAAIQgAAE6ieAsIqwWqvVZRJWt4/J0HWb/Hpd+alxWX5+9dWc/OIDcs0jMeUcd5KMXX+hXChTMnbHlGz6bcxz5w7I+OWd6itbdQlaHwzKyq+uleG5VqGTMjZ0jQS9IxLun8k7huQauUvGr18Q1DI2P/eR3ZtlxTu3yUK/nCCpMT/7Z6cuErIP+/kNXvor5a7x5eLUZK9sXjEsaybc35YodYytXyjN4ErZvHZYTq2af5/m77BXmVt9tF46hn6N6z+7ZyM25PaDKPxtm1kjXnf6yJQ+0m1Bh2rb7ekxeViPqvYRsrdFD4XbKSJ2faZkqW9v3t/0Og6u2ixr/9yxoLj66WMqsHOn3LBxqONT/y0uf7UOfgp3DKhl7/3GChm+OULYTjK4/EaRsdsS+Rv7MjS/25kprM3j3dD/fTpGqDYEIFASgZL9FH2+i59Xk/0g3UcyzrVe8xP8Ir0u6ju1JHYNyCbu/eS9w+J9wQY0PtSEqO/lPmDwkxJtMs6vct/R2ceISLoNO+/1qffUs8aro9dT+SSsdeqoX+VlpK31rApYz3yu46+lIuPY9eElxv+MaAKh/CpvY88UEF0Dm31+711mfjelzaPaGkHpt57B0GMVQVhFWK3VJNOF1ZAQY0/SU4qwV111LWF1/Wl/JGvffIqIJaD+ww5NQDSXfLLc9fcX2sLd3u8+JMPP/EH/C6shgciedB9YaL8Enw4LXkr/DP1AEWFUUSohv1M1oVZfyGiTvSZy6WJnVAjq+GKqKtJY/72+44laygvJFtcCQSzS3h2BmKfnUZ0t9mXOVj9/fEo61qjxHeUkYdUkoNpSXFQwt+zsIZErN0wFIq1JyPTE8wFHNC/UX7GOr0HgTLBzR2hdI6IIqb64n1S/yJynlxvYsGMl3jgxbUAZ2+/Wq6NtSFhjarVMDYhskqX6pohrjBHBMwN/uzfVOcMg3npMtr3VGZuxGzPh/u/LQUKlIQCBUgiU7aeE5l3VDwhvpEbmKD/tqMjHFaEoSURJ8otCQkH85nIpJBuUyV7ZfMe4DF0/LI4oY/YFG9RgpylG3yvY2E3yQbKw2PuNMRm/eLkMP62vx5LGSFg8M9lwku+SpV4990ziHKKKWkmbNj3XquwVSlzredm4HLwDEJE50l3fuT6yXngwvoM5OZRf9tr28ZPxa+BooyZl7A6R5defrm9iJAr8cO7GOBBWEVa7sZ/caVOF1cjOk7Pglw94JyZzF5k5AcJqINSsllH/VJ0jdDmnDs/84pBsfZO6uxwVzmxnaSoQZ6z/j8vPOQVryy+xJxvD+QUdatjttgW4Rb4wFKQVGRvaKouU04Teb5s762PrZ7VXE7JauzOaPoxUnkH/JwurxlOeBsaeQLh0ajjoD6Ow5wqNrv3lF1bNp6ADG3VOSFsnR9d3Vkrn5m0xQq+Tz5QmqkZtPWJfxrGQLKxaSZwFSrCI9EvSNhO8vxrGjcfyqx1ZHz51643Q8KZKBv72yPbSXb7TFpp1Qdclq9TTtAAz9n+6SfIEBCDQUAJJfkURP8URp0RGvRspCe96az4y+kF3L5Rtn1HycOe/8GaYN2dn9rNi5tqGdm3hZk3esUJ2Xu6uFWJ9QeUmVeGSeithvO+V7oMEPnhMm7aPyYqfjTjrgW7GSNiG3bwWDqyRKW1N0Vtsc9UmE58UnzhXgb31cJa1nj13dlbK1APuPBlm5vmzyhoy8GeV8a34pVp+vYWk4tqknfi2ft8oZ65dLgsMnOPWR9o8CufcfYiwirCa22i6SZAqrIYzN0wG3ZSflFYXVg/IrseflqcPppQ26yR53avnyKwmnVg19YErtkjcgkK56h0vhLoZGxcJJQmrtkDrCajJL51Y0U2pn9XeiLB6nSjhBaqyxn7LV2GtnQBOcyKjfRTtFyUP68SEdxUl4cSkevrRtKg103Xq4qWNPhMVOEdldbCJoNUnrd1O7kYbtE89qDaWLqwaBeq4/A0nVoMxG9rVViDkObGqMtSF1VCoBENHRIXVmP7vtyFCfSEAgeoIhN7beTeAnZPzwSZ+0qZcrLAaCXmTtvBVcCSJp2zopttNSEh1Nuuz+YLpmffyE0V9ryxtUhlaz2cfI5HcDaewrTFqbVLrYzVLvXr1mSx8svmGvdrCXPWKEdNHPyCy2tvEyiqsRsa3d1JbRMsvVwX7/eHk90tU6FbbG5MWzl0bBcIqwmrXRpQng8zCqhKnJTEeUJ7CU57VhdX8GTcmFIDa9NB15iwLikRh1Xg92paYyjmxGo6jKuYrN2nxqLyrU/ZzfigA7/oF8c4io0NzoNQXdroTqduL4XnNIVd+F3N81CwxTMUQKzf9uqVJ4JTgek2aoByKLWrV0zqBG42ZGrav7oTVaP4i+pyqO1hx49csrEZj3Ibn666F1bj+90+755+rSQEBCDSIQEl+iuMXBFzi4vtn8YP8sC9qXPA45LF+kRuP8LpNkVj2Deq9EppiutkWio8f4wuWUPj0ZpHH9zL4IF68d1MjTMJM1jGi5RcOAaSIN9GxNL04uy09nU+6T9xtHXoifWROU8ao5bvnElbjxre7Eabm1xONr6sSScJqeFMkKqquibyb4FxGzyGsIqyWYUeZ88gsrHo5JsYByVxspgfzC6uHRA7NFJnpZN8sYTVwStXFRZYFhVmYMecXdEw5wqouhLpXpN34sHZMHs+xjAhrcfXTnfPBJVeK7OgE1wUzWVbzHzIGP7fjj1ohGOI+XuVyURcGMWEAwuKgLd5dPB79WJQrrOc9sRp3lV7vuRiB06uztQvvX6NPdp4Tr7ZXfWI1bI6uA6x/oiq6eTBdJ1bDCxWr+nVttjV/5NJCCPQzgfL8lMg7QJmHrZsr3jvI8oeip+z0+d5/HyoxuNV3ZDB/JflFbuzApgqCZZqd4ZRVqi9YZvnTmFdR38s/kW37Ue4GqeYXR4WZPGPE+eCwyYb1fJskrCbxCQJQNF1YNc9pmkivnlLNcmLVML5j85vGsVh/0fHCatxpVdO7ya83nEvpQoRVhNVSDClrJmnCalSUM+2gZC0t33O5hNUjz8vEF/5DVv5qjmy8+jyZN7NJwqrrDEW+iu5cXc5/xS4+vyqEVa1+imh3uh2HUgwfQstSP7empmsS+cysgU8nxOwcXyRb04RVVwy1vgzrxC71PjDmOeYhYdYoZCqWFIrXmRoKIPTBgfgOij85ai9S5EqRDSJL7Ti+zrPmGKtByAEtZqxXcORKaPqJ1XwxVvUWmufc6Jd6swmr0fAG+olVc4xVtQ56OWknmBs4nGgSBCCQgUC5fkqW+IBepZL8ICu+6zUbstxqSfA7kk6wZiDTtkdM4lzkb42MU5vme6X7ILEnVtNEFtvIEkTCOBsOnZr1bdWw3ug3O842hzRZWI2b08Knx72eHZSVhrjUYZ80Or4T8ouEY+k3K8pT3zhh1aybxN7UdIuEcx728c8irCKslmNJGXNJE1adE4VKfMHI6a2MBRV4LLOw+ttd8uXPPyZrd4l0zh2Qz17eaVSM1aSr/BFxxSBKhdOnxlxNcdDi00dfKub6WfYUL/Al1S96Td35eJGzG88/m4Ax/pvXN3eJXJdyYtXLw/7quxg/MDZ+vfrBCdcxtRyyq6MxO/2TGO4X5hOFVUO80fheTRA4/VOfyoLauLAIHEIvFECkfjmFVW8H2nRtVWVhbpfZyTeNia6FVasPw1cC7Uq5TNyvwKrlmMdmkxcmzCkQgEAWApX4KertloTbUrF+UMw7ydSetPqnbghmgdSKZ8zvg3hf0Nr4bMi/RN9rXJbb4YnWiBfaymm17oPECasm38G22RxjJIsNN+7Eaiqf5vov2dZ6SmxU60OBkXlW9wcTxXtvGBtOvTZkhKc0I0ZYNW0ipW4sZbDL1nLOZ00Iqwir+Symy6dThVX/C9fexVRzjMwuq2FMrgurR2T/5KOy9WUDMvzK2cHz+6fkrk/vkM/uFzlx3jz57NWvlXkzXHfluw/J8DN/IOOXd6qoXm15mq7ein8dzbvaE1QnLOiYdhujcR7D/VpOKIDg6pFXP7ecmHicsuQuuUuuMcS59OoXCgVg/Mp7bV3TkwXFiXeOHbxFrtxwi2wy1Vw7oWDa6Y6/5mKX+fIbRcaedU+IBgWopzfVK5zhKnhXOk0xSO1nIycokk+OGk+Nmq7ZL7lLNnfWi/VFaOOJ1chpV73c9LEUtDRVWI37KIrBCcsqrIY5mBe4IYtQriAGzyd/SCvLoq0nBwyVggAEuiZQtp+iCk5e5eJirEb9DHFioIp1MCD6tjOFLomv/6jIx4dljR6bRUSynILtGmv/ZRD7Ya+wr1rfWqIuiMm+11KxN6RTfBCzsBrnj0dPCprHSNyJQnOIoWZ9vEofu1E+GQSsugyo5HKS52SlsJBAFwlnoYakiB3f8fmV3Kwezs68RjIK3DEnxf13E5xL62eEVYTV0owpS0ZZhNUs+VTxjCasPve4fGTsZ3L/kRkyvOjVsuLN82TWL34so3c/I9sOicx6xWmycdl5vqhq1adZMVarIEyeEIAABCAAAQhAAAIQgAAEIAABCECgOQQQVhFWa7XmvhFWReTgY/8m7/3C8zIlIp15s+XEXxyQySMicvzJctfyC2XBcTo6hNVaTYnCIAABCEAAAhCAAAQgAAEIQAACEIDAtBJAWEVYrdUA+0lYFTkiux76vrz32wdkv0cpRlS1fkZYrdWUKAwCEIAABCAAAQhAAAIQgAAEIAABCEwrAYRVhNVaDbC/hFULzRHZ9d1xGdl6UA7OmCUr/2pIhue6QVVD5BBWazUlCoMABCAAAQhAAAIQgAAEIAABCEAAAtNKAGEVYbVWA+w/YdXCc0Amv/JD2Tl4oQy/YmYsL4TVWk2JwiAAAQhAAAIQgAAEIAABCEAAAhCAwLQSQFhFWK3VAPtTWM2GCGE1GyeeggAEIAABCEAAAhCAAAQgAAEIQAACTSCAsIqwWqsdI6zWipvCIAABCEAAAhCAAAQgAAEIQAACEIAABCoigLCKsFqRaZmz7XVh9ZpHusRx7oCMX97pMhOSQwACEIAABCAAAQhAAAIQgAAEIAABCPQ6AYRVhNVabbSXhVU5+ILsP3ikOx6zTpATZ5k/btVdxqSGAAQgAAEIQAACEIAABCAAAQhAAAIQ6CUCCKsIq7XaY08Lq7WSoDAIQAACEIAABCAAAQhAAAIQgAAEIACBfiaAsIqwWqv9IqzWipvCIAABCEAAAhCAAAQgAAEIQAACEIAABCoigLCKsFqRaZmzRVitFTeFQQACEIAABCAAAQhAAAIQgAAEIAABCFREAGEVYbUi00JYrRUshUEAAhCAAAQgAAEIQAACEIAABCAAAQjUSgBhFWG1VoPjxGqtuCkMAhCAAAQgAAEIQAACEIAABCAAAQhAoCICCKsIqxWZljlbhNVacVMYBCAAAQhAAAIQgAAEIAABCEAAAhCAQEUEEFYRVisyLYTVWsFSGAQgAAEIQAACEIAABCAAAQhAAAIQgECtBBBWEVZrNThOrNaKm8IgAAEIQAACEIAABCAAAQhAAAIQgAAEKiKAsIqwWpFpmbNFWK0VN4VBAAIQgAAEIAABCEAAAhCAAAQgAAEIVEQAYRVhtSLTQlitFSyFQQACEIAABCAAAQhAAAIQgAAEIAABCNRKAGEVYbVWg+PEaq24KQwCEIAABCAAAQhAAAIQgAAEIAABCECgIgIIqwirFZmWOdunnnqq1vIoDAIQgAAEIAABCEAAAhCAAAQgAAEIQAACVRCYP39+4WwPHDhQOK2XcPbs2YXy8Mp++OGHc6e/4IIL7DR79uyRgQGE1dwASQABCEAAAhCAAAQgAAEIQAACEIAABCAAAQgUJ4CwOiFzZpwtxx57bCGIx+zbt+9okZSHDx+WZ488IefMHSyS3E6zY8cO6UZVL1wwCSEAAQhAAAIQgAAEIAABCEAAAhCAAAQg0HICCKsIqy0fAjQfAhCAAAQgAAEIQAACEIAABCAAAQhAAAL5CSCsIqzmtxpSQAACEIAABCAAAQhAAAIQgAAEIAABCECg5QQQVhFWWz4EaD4EIAABCEAAAhCAAAQgAAEIQAACEIAABPITQFhFWM1vNaSAAAQgAAEIQAACEIAABCAAAQhAAAIQgEDLCSCsIqy2fAjQfAhAAAIQgAAEIAABCEAAAhCAAAQgAAEI5CeAsIqwmt9qSAEBCEAAAhCAAAQgAAEIQAACEIAABCAAgZYTQFhFWG3NEDj4n4/K+m/tkUk5QYb/7By59JWzW9N2GgoBCEAAAhCAAAQgAAEIQAACEIAABCBQLgGEVYTVci2qV3Pb86is+MddcvCsU2SBvCBfelLk7/76Ern093u1wtQLAhCAAAQgAAEIQAACEIAABCAAAQhAoJcJIKwirPayfeav28EXZP/BI5F0u773sFz1k5fLl288T+bJXtl828Ny/2vOkTVvPClaxqwT5MRZM/KXTQoIQAACEIAABCAAAQhAAAIQgAAEIACB1hBAWEVYrdbYd2+WFe+YkqUTy2VBtSXZuU9+8duy7McxBR13kozdcJFcJDtl7PYp2fjbmOfOO0smLu/UUNuKi9g+JoPXbnQLGZLRr62V4bk2JRkbXCbeL9ZfRu6ckOXnB/WZvH1Qlsk6mbhB6TUtv2gasft6myz0y0nJz/vZYCN7t6yQxTePG+ouov02OCpbPjEsp6oo8+QXapOJRcW91HPZ232/YUTW+WPWtZcI672y+f2LZfVE9Fm5c0IWPRjOR8Sxkbj5wMtPR6LbpuEZtV4p841m14a+F5M9GcZLUEO37Xa5q8WzWOd3j4u5Xc4zQ3LVu8blnq+YzcBqu8Mx/Ls6npXf3DapzKL9mdwPzvNJ5UXnjwiPBKu28l/f2SJLp9+0DzAAACAASURBVBYbynHJufORqS5Dq7bI2sWnOvPA1FJ9jrL7ar10vDkosV96buhRIQi0j0DJfkqS76DDTfKD9N+8OcfYObH1D/kq/vugfV2c1GK9v5Q3ifEdoPoazeNofFdbzTS8xxJt0vjeE5Eljk+ffYzE23C032J8kj7splQ+CWudPmxutMoJc5r/sPXMPR1//RWxh4gv7cyp1tpAXWva+TWdZ6JRRLkk++BJ7yb9N3UdkGrTjTDc3mgEwirCaoWWaBJeKizOFVbXz/1jWfuWU0RkSsY+8qQmIJpLP1nWfeQiW/jd+50HZfHu+f0vrIYEJntSfWCh/RJ8Oiya2i/RKVt4HfoXRdB0nTCHWUiwUNIMz1Unc9250iZzLT+vJww2Yqr7zR1H6Au9zD2RxhJanH8F8ntwUUicqdZGezp3i/0tU9KxRs1VngPk9W/Icfad9yRhNXDmAwfKLKzazsSOkFCuOVxu34r6TOhvWYXVK3baQmgny4ZC2PYjHejwmXIFP9+ylTEXCP9mJ8oSGgMbDi3/XSFS/d0ZV+6Y8B+3WKyWqQGRjRIIjr6Tpo6/BE7RMRUsrhxHLTQX5DRoVVhNare5jQG/kafShNU8/ZKzETwOAQh0T6BsP0XzS9x5y/V7tM1Xy6OJ9YNGRW5ZLFPe+y9p0Z9Q/1MNvkpks7p7gg3MYa9svn1chm4YFgm954wb/k0hYPS9AlFVNP/C9XsGQocfEljs3TIm429YLsNPB/6+ddBCXRuEx4gk2LCVbrWMxvotfdstiXNI/Fqnb9sbrnjSnOY/GzpsEZkjVfs83T2A4STWD0q0gGesYegHLsKHm0KrABm7XWT5DQ5L87vJyU//zV1rJa2pG2O4vdMQhFWE1cqs0XnxLpTOzVOyqMYTqwirjrOkOz2BGHLmvYOy9RJ11zAqlEROg4UcLEfAXC3yQe8UrGVG8YKL+XSZV0/dRqLPWvlulUUTI7JTfXEYLNdkc/H5LZfTm+ocFhzVHqstnfXKaUCnX2WJyFQncKRt1lMdkQ2inEgPhC/rpOX6zqh0bt4WOkEYL6xGhTbdbiPCq91OxYmzBdP4E/L+wizmuUynII3CqnJK0vs9Mma8MaLv2puETLUI4+8mYdT729c6sl5h4KTvth88cdUScxfJVvVUaE5byyWsRk6kBs5jNmE1a7/kbASPQwACXRMo3U+xxSmRUe8Wi3EOdqptzUNGP+ifFsq2dUoe7rOmTaBc9a/59lbXnTNNGUzevkJ2XuH6lVb/KRvfcX7kNFW11GLjfa/opq1rwfrtjKTabB+TFU+NOCJoN2NEsWGJjJ9ScUxfZpn4dLe5PH2NSy85aU5zbjy6c2dnVKYecOfJMDPLK4/cKAoJf1pVmsszA3FdEI0ksLhtlDM/sVwWGDj764P5G7UTxGo2SWvgOm4SpzNo1hMIqwirFVm0J4ZZi3BLFKsvFEAgrB6QXT/ZJbsOpjRx1kny+tfMlVlNOrEabnKiQ5RBWDXlpy5gnNdtrKMXL1hZtpFiI75zLb7At3GDe+lau26S0eYUZz1y5cJ4qraiIdJz2SqOz+nqlX23X+9cKNse/P/bu99gO4o7v/9fhHKDjAjGMjLoF/l3uNTKgNisE1hvSTay5Lj8ZLmFqQpbhVS1WGtEcGz5QeQUlnhg54EvpiryAwtiG9gInJIoYrbY/Yl94jJIFra03vVuIBYI47I4Wfy7YNDlB1mxIjdw+dX86Znunu6ZnvNn7jlz3lRtJdY9M9Pzmp6Zns9091wme9PpIeIH06hx9Q09yLSD1cdlj8zmIW3Zw2U6/Mg3xK0sgMzqV2iwmr75Nacx8B2Q6kZfUo9ChsINpseqq+dOfo6Zb7WVW+hx8Dpnx66ZYDUb/ug5J0NC8PDjMnInIwVCYPIE+m6nmC98y+4Z3mC1MJVRWSBgHaKq+5s2dHbyDm7AHltBatKmVM8PNY5DwKZG6ycVbS/H9Frh5dcNo6XCz5HCNrIXFRvlWDwNVP6L0qkJwgs7Ar8M8aluE47AjgymCPY1TYV7XxWZVc+ABKt9WJdf18p7htsdDTqy9cDBbJSutxds4TrbR/FZtCBAsEqwOpTTIm+02jf1oWwuW2k0x2oerNbfVmumAtB3PR2yrYYShTxQeHsGaHPvFBtS9YLVqjqiTyOQD0HeIQe1oEUPmOqvL3nzmvdEKYZe9WvQGC9hNKD0m706rtule4N6yEnPa6t3pJq/V82xmthK/kbWCGzdVr65gAYbrKr3tPpQJGvagvyqUpiTWP3JPAesuVRL5mvV55lyz6ckouZ7jafuqJxj1Wyc6edv7hZ2HMKCVXOOZreH+/jqPVaL+5XvdzYs0TO3c0iwmpQg5LiM8XlL0RFog8CA2in29dT3cBnSDsquHcb0Mx5sq/zGrxxzX7fhkA12H1yjoOz5yUNeXg62VI2srbLtpY0Ms+6HVYGmK5gJPUf8ddg17Nj9fYVG/Aa8kWqfCQlWC9c07RwVbXQAwWofNbCqJ6+vY5o5DVoybYrk31JxTGFTfKbuo9gs6hUgWCVYHfzpYbwNGfVg9R2Rd5aLLE8fwdsyx6oVKNgfs6k9FYBdS5zzjtUIVuvUkbghKc4hyFm4ct1hbchYRZ3L1lfsRd3moWZVJ7oZaKa/jkPspKdw9EGgbBoJSYfoFXqIFnusxsPPVE+H6C13rY/ZmVMB+ObkrN9j1T0AJjysq9KUfJ+Nj6sNpsdqYbL/tAHs+nhWNGQvcws4DmHBqmOIfQBJ9JPQqQDcq6szFYCnQCXDgwN3gZ8hgMDABPLwrN92SnIP0+ae1u710XVQvchRHwUsawdl90PtRa5+j8wDLXf5Ex714q6lgeDA6kB6v7Tmu48DLm3e9djfM2fuIIvS9LpC2l5qGLZetuxe/bFj+ccznaO48rZunXMk+chQWB0ue/HdtGc/2yvzyVuNbQ9W3dc0I6TXw1SC1T6qnD9Y9fVW9d6bjKmzSupoyTNwHzvCoqkAwSrB6sBPBl8PrPLJmQdTjFo9VhfflGOP/J3sfnO1PHzrelmzvEUfr1KNIccw2pCeGnbA5J4vp/c5VsvqSDI3p/4xHxWURnOsmttU5bpfdji/MK4eoNzrI1jNzzrHzd019Dv68MFTWyTyjh9KCz1QPcGqCtRkqzUnqyqBrxGQlyuqF4OaY9WcQ1a79njnRS0JEn1BnXNY6ICC1bQXppqovmw+K/t8ih+AvMfB7sWt1ZAstKg3FYBdtrBg1d/YdE5tkBVTq0dRXXUNvWWuw8HcbFkLAn0LpKHNANspvrnl7WCqrB0UvUDccSDkC/T+8qupTMyPDvUN1toVFI+HYx7cVl67q9pevjlWk+WOfMr/4cv4hbYVVhfDmpIApqwXtlUT2xSsVl9D2hys+q5pdu9xVQE2yh7HvNRlbdIksDdeEYTPF9y6K6CvrevqwZ9+dNF1b3JOo5J3iAl9Bm4d7xLsEMEqweqQq92I9lh9e04e/f5J2Tsn0ll/uTx0U6dVc6yW9bzUh8/HB9/6Cmb0T4Xl7TdczjdeNXqsFm6q+XAHu1eC/r/j4Q7aW7nCvsTrNeucf32XycEN+oeEJngqAGc4qG7494vcroJF1XshfegsPOj4g9VszkxxPbB67NOGfSf+Gr059CUZKm79W8WDl6ovcbDq6Pli95BJqmlFI9rz9rfQ8yFb16A+XjUriYu7fPpLB6NRlfVudQcHrgck9YY8n5KjRo9Vo26V1A/jmuB7aEyW796Zzt2r906zr2Xx14+jnu7mCxT3cRnybZDVI4BAQWDQ7ZRCj0bnyJr0qh71hhTtq+qqHRSFBH/i/wCivhNV5feNsKAqhAUr7rZq8Zo+1p6lbS/18npWzIA+D7nKpgLw3sv1tk/FOeKsw/YyJesYt2MTdg1pb7Badk0zjqXdY/UGfSqItH5Oa9dXqzOAWS/a61ld/z3BqutZpvT5xjLUzsmNf2329G9rz/9q62Z+QbBKsDrkmraUweqinPnFSTl84bTMfHhFvp9nuvK97/5aHjwjsnLNGnno1itlzbLkz22ZY9XdI1QNR1PhWE5i9yZ23VzN4UquoW2DCVbjKMuYV1IPgELmSyzWOe/6rCHUVfNVDflkWbLV+3obJPVgk2w9cDSeCiDq9WM87NQJVlVgb4dhaq+dw9lFSucxjZbVh7551hH9LFrP9u712cO0+xzxh74HnUcn+f2lcW9OcyC+iO8cKQarzrlGRUT1uHb9PXOp6DG7adtBOWr0AE9fnHiOQ/m1Iz47vXPOijM0t87ntHear9d6tAVjTmXb3Z5j2Zp/Vr+WOYdYOo/Lkp16bBiBiRUYfDul2KvKP1LK0w6Kprm5vXi1d7UN/OXfI/JN8+M+yUEO6QU7gdXBOz2LfYzaN6VCedtruxyPPhbqatdsu1+iF8Rm70q97pSPAtI/POU+R3w9FNM67Jn7fPxrb8g1pL1BYHX7Lz3C1vD/Qlur8I2BqrlEa7ysH/9Kpu2B28UZcFvnnFqJ8Syg3bvsqXXy5wjuQ8OsQgSrBKvDrF+Nr9uYCuCNX8rXvv0b+eHiMpnZ8hH5yifXyNQrz8ruB16RI++ITF1yiTx82/osVG1TsNo4PBtEAAEEEEAAAQQQQAABBBBAAAEEJkyAYJVgtVVV3p5jdeHkz+WWR96Uroh01qyQla+clROLIvK+C+X+L18rV59n7n5beqy26qCyMwgggAACCCCAAAIIIIAAAggggMAIChCsEqyOYLXsvUjFj1ctytxTfyW3PHFWzqjVekLV6M8Eq73bsyQCCCCAAAIIIIAAAggggAACCCAwSQIEqwSrrarvxWA12r1FmfvxT+XmwwuysGxK9tz+cZlZnU6qau09wWqrqgM7gwACCCCAAAIIIIAAAggggAACCAxNgGCVYHVolWspVuwOVqOSnJUTjz0jL264VmYuWe4tGsHqUhw1tokAAggggAACCCCAAAIIIIAAAgiMnwDBKsHq+NXakhL7g9Ww3SRYDXPiVwgggAACCCCAAAIIIIAAAggggMCkCxCsEqy26hwgWG3V4WRnEEAAAQQQQAABBBBAAAEEEEAAgZEVIFglWB3ZytlLwaJgdcezvSypLbP+cjl+U6fPlbA4AggggAACCCCAAAIIIIAAAggggECbBQhWCVbbVb8X3pIzC4v97dPU+bJyyv1xq/5WzNIIIIAAAggggAACCCCAAAIIIIAAAm0RIFglWG1LXWY/EEAAAQQQQAABBBBAAAEEEEAAAQQQaEyAYJVgtbHKxoYQQAABBBBAAAEEEEAAAQQQQAABBBBoiwDBKsFqW+oy+4EAAggggAACCCCAAAIIIIAAAggggEBjAgSrBKuNVTY2hAACCCCAAAIIIIAAAggggAACCCCAQFsECFYJVttSl9kPBBBAAAEEEEAAAQQQQAABBBBAAAEEGhMgWCVYbayysSEEEEAAAQQQQAABBBBAAAEEEEAAAQTaIkCwSrDalrrMfiCAAAIIIIAAAggggAACCCCAAAIIINCYAMEqwWpjlY0NIYAAAggggAACCCCAAAIIIIAAAggg0BYBglWC1bbUZfYDAQQQQAABBBBAAAEEEEAAAQQQQACBxgQIVglWG6tsbAgBBBBAAAEEEEAAAQQQQAABBBBAAIG2CBCsEqy2pS6zHwgggAACCCCAAAIIIIAAAggggAACCDQmQLBKsFq7sr300ku1l2EBBBBAAAEEEEAAAQQQQAABBBBAAAEERk1g7dq1PReJYJVgtXblee+992ovwwIIIIAAAggggAACCCCAAAIIIIAAAgiMmsA555zTc5EIVglWa1cegtXaZCyAAAIIIIAAAggggAACCCCAAAIIIDCCAgSr0z0flZOvEqzWxiNYrU3GAggggAACCCCAAAIIIIAAAggggAACIyhAsEqw2mi1JFhtlJuNIYAAAggggAACCCCAAAIIIIAAAggMSYBglWB1SFXLvVqC1Ua52RgCCCCAAAIIIIAAAggggAACCCCAwJAECFYJVodUtQhWG4VlYwgggAACCCCAAAIIIIAAAggggAACjQoQrBKsNlrh6LHaKDcbQwABBBBAAAEEEEAAAQQQQAABBBAYkgDBKsHqkKqWe7UEq41yszEEEEAAAQQQQAABBBBAAAEEEEAAgSEJEKwSrA6parUrWF34++flwSdOyy/kfJn511fIZz68olE3NoYAAggggAACCCCAAAIIIIAAAgggMFoCBKsEq43WyLHssXr6edn1nTlZmL5IflfekkdPiXzlC5+Qz3ywUTo2hgACCCCAAAIIIIAAAggggAACCCAwQgIEqwSrjVbHkQ5WF96SMwuLBY+5nz4jn3vhInl053pZI/NyaN8z8sN1V8hdH7+gaDd1vqycWtaoKRtDAAEEEEAAAQQQQAABBBBAAAEEEGhegGCVYLXRWlcdrM7LoV0zctdxrVgbdsuhvTOyasglPfGDJ+W25zwbOe8C2ffFa+Qa6cq+e7vy8Nue3101Lcdu6gy5pA2s/pl9svELD6cb2iC7/3yvzKyO/ucJ2bfxNlF/if7l5u8ck52/l5fpxL0b5Ta5T4598er8H431FZeRVw/Jrs8ekc3ZdvR9TOpE94/N7cS/iJfryvZjO0XbWvrv7vXN/+UumXlys1Gn4n/7hqp0+v6KmH+7We6zt9XA4RiXTcTH/oBuVKwvyb5Yjtrx3/g3+rEw99yoa2mdsutftkS8zrtEv5TEf9uW182kvG7dwnp9dc1ePKhcxToblWV/55Ds/UN1pau+FvrLb9Zho4iO8hWPm31ueY6jfm32eWu/qeVd5ah2yrq22Mc423fvfhePv/vYm3Vpw535sSoeO32diZ1855hs+Yl9fpRcw6KrbeF8GpcrAeVEoAGBAbdTytoB5t6UtYPMv+nXiYKIt/y0O0Jqj3m88iXU9du837S77ea9Vzjuy6V1sqLdFH6OlNdh49hobbKQ4z7Kv6n0KX3WGeU9CyxbyTXNaIt9v5M9gxXO47TNKMZzmXl+J20pu0wl7d7A4o/Xz/K2pXoGd7exlYv73lR2HcW5fo0gWCVYrV9r+lgiLFidFblDBXl9bKzmolGwuv9D/1L2brpIJApQ/+MpI0B0r+5Cue9r18Sh3vzRn8jMb//5+AerVoCkB5Ev26FpfBPtxsGrEYgZDaXoYr5fOio01ZaZWa1f6N03RXXRLwZoKnjyBXnW+vQbvh4IGeVJG4MqeI3+pjUAnKFxzXrW2p9H9eburnSisyYLwa1jn+587HhKe2FS0dgshuHRsZ+V7rTIw7LdDPEVsDMITetbevyj+myGmSVHJyhY7bVcSYiWlyWt26K/VHL9W7G85XXUXb6sMaaft8b+uo6jdf45fdLfTCdhdnkAqe9LgGP0c2f4mmzzyKfskLpYX5zlsa4Hycubu0S0INX+t3rBqhnul74cKpxPrb16sGMI1BMYdDulrB1glaxwjc2W3SNyt/YSuOy+VlL+VbQ76tWF7NfzcujeY7LxizOShDKd7EV4q9tuzraXemln3buiUXdR55X0nhwCPf+X++TY7++UmZfz9n7U0cLVScEXnun+8XJd1W4r6TgRUrhR+k3pNaT6WWeUdqWnspRd07IVmm3wVYVrZFn9zM/vYkerE7LvXpGdeoeennZiHBYyO114O5fEu6JcLjU7KFV1Zkqvo5Pt3FtdIFglWO2t5vS4VHWwGl10D8uWJegVSLCaHNSo0TMre7Sec3moctkPNsrhT+g9R4uBi9loSsMPLZyUuGFnh+fuAC4OHe4W2Tx9l3SN7apybpbON7qO+uJZnwpj9PKk29ijekVrDzVR8Gbsb1C41uPJMeaLqeN+qLNfazR7joP14FjaYzlurIrZU1gdhz/vyH5Xj+XI0nuskoZd985Dsr07M9hgtY9y6eFcIXjWHxxLHopKH3R0E8st2fZu6XzjSP4CpDJYja8W+UPaTS86e4/r14PgYDXY8S7pWD3m46akHZh71ucuj15n87qS9yROD0YauEbbj97q+wN6s8dquXN+EXCfT2N+kaD4CAxIYODtlJJ2gP1wGV03nO2gP90sRx4QydoSrmtRuv+1yk+7I6jWnLh3l7x4U9opI2o3/GRL9tK10C4NWuN4/Mjf9kraOYV7VzzyTOvsULabz+yTXb/Zmqyjn3Mkq8Nb5HDotseDPy9lkE8N+zHb/7JrWjLiMWmbHe7slu6T6XXSNkufQfPgPUcwzm/DJmqHHpTL9lojF8fMr35xq15KaC4OZ197HOf6R0JfgmCVYLW/GlRz6cpgNX1YzYfvNte13wxWz8rcCy/LywsVOzh1gfzuuotlqk09Vu1d1hr14nug0IbwVzZgHRf4ZIqBYkNPPcBEwUXxQSYK4KNGmiuIrxGsWkFvafhjB4I16397f67d4C/Vp2co6bGqTxfhe3vq+fe8jllvYXXgkodRdYwHHaz2Uy47WPUFdd7zyxVAWxXOVz617T0ym4fiQcFq2msl6n3iDFbN3qOhwWo/jq5zrGq/jQdPw7HsISiv8/WC1UPid1al951P7b2CsGcI9CXQdzvFfOFbdq3yBquFqYyqHny1PS4LT2l3VFcNK0hN2pSqbVjjOFRvacR+Ua/tVa/wdkeX8HOksB1Vh+8Qmf1sVzrbHpaH1VDu1kwFEOLT3mC1cMzta5p69ovqwN01g9XC+Z1vrRjo1qvl4/vr8utauYtnWZz7rg4EqwSrfVeiOisIC1bz+Qcre2DV2XjFb81gtf6KWzMVQCGcyocShTxQlAc/yeysxTmeHI0N7QJvbzf/374eznWCVTWXYb7jzqEVoXM+1q8647+E0YDSb9jmnD7ZjtoNaWeAWpw/KFnebBB461tgsOqcY9U1r3Nlr6E65XLM/aqdF2UP9c799QXTRs3yly/fnuTDhQIC8vhoqGF9cbBa3C97LtJq7zqOjvmVC2dT+X4Xy2NPLeLr2dN7sLr3D33OaeG959P4XyrYAwQGLpC+kFfTdfTaTsmmREkL6BtiGbL+rDe/MZ2LZ8+t8hu/ot0RUF1co6DM4bIizXXSCCjw4H5S2vay7l3WfOSlc606R68FtpXtvdPrcNyu0KcncE3dMzieptdUfQ2ZkGC1cE3TzlFJRiLGPfuDeqy6zm91ZJdulGvTdau4vbJgtcwlvTYW7k04D+KYEqwSrA6iHgWvozJYLaypuZtQ/WD1HZF3lossT+OetsyxqoVX0UfE9IeLkAeKoB6rhQ9V2cfZvCkY2zXeqPUfrCZzuOZzcSXzNupDz1U42NKGefDZ6/+hmgfX+EUcnoq3J7LxgbNCMKgNMbfnTCr0ao+26vgwRWCwOrA5VvssV+89VkuGq+sHpKR8UU/0zMHqWZJ8GM5/HTaDVTvo7KHHap+OhVoaut9qwQZ6rMY9ZJ3O6b3E9dGG1vTqGcAFh1UgMOB2Slk7ILo+qhcwUXvIPYImD7Gy+6F2zur3yDzQysO/YohLuyO4kjt6WdnT6TTZSSO43AP4Yd22VxZHqXv+7x/LX4gaL5SLbes650jyMR1HHXa0y0JHsgyAa6irqH6WUCaB0zAMtbTDWrn7mmb0ntTD1JBglV6UnoPlD1Z9vVVd96Zs5TgP5KQgWCVYHUhFCl1Ja4LVxTfl+CP/XXb/r4vl4OfXy5rlLfp4lWoMOR7kewlWi0Gr662YFdxYb9az+rXtPrlPbnN+yd18MAnvsVo6L1D0ZtX+cE1oZZ+Y3zlu7lnj2T2fVqFOWMGqf45RrYdkFrh6GhfeYDUPIgc5FYC7nmsfMlH1wVMuO1g1Pu6V1SU7cC4JoK36V1Y+eyh7XBa5WeSASHmwqm3fM8dqaGCsilvP0T3Hqr6OOvsdl6EwBYJnnro0sK0/x2o+513ROSpA2fk0aXOITcxFlB2tLZCGNgNsp/jmllfzA+qhlG+u+Wge+tsOhHyB3l9+5wfzavtMzgLFdmk6l6M+L3/liJNx9Kpqe/nmWA3oJeoIWUrbyukcmpmitxd2MbBtU7BafQ1prrNQ8zXad02ze4+rkm2Q3Y55qe02m+v8TtZQ1sOy+b1vfou+YNXtkvSm9t+bcB7MESRYJVgdTE0KXEtVsGq/VW7yLXNwj9W35+TP/uvzsndOpHPVtDx4U6dVc6yW9TiNL8z63Jj2F7RdE4/bPUCdc0GWNzb8F/wB9Vh9crMcUh+v0kK+6CEpuEdj4DnQup85539TN/z7RL5QfDtfFqxu/BurB7EB5q4n/uHxdg/KtOGX9syIPk4WfHxLH8z6LZf9wSXXUJ3iv5UF0GY9Ky9f9LLCcMh6eapGmGt51VhOfxMYGJd713CMdtA5TFYPm909plV9Kex3IVj1fFnZMfQ4/ONV2sdECs6uj/15wtbWXUjYIQTCBQbdTim0NUumV/G2g6KQ4PMh05O4XhDm+96WoCn8aPbzS/c9w32MrI9g9rPZUVi2tO11THYWht3n95JoNFrZVACuOlj3HPHdE811B4S8o2AdUIYwn/YGq2XXZIPP7rFqjGC0OwuUeLXyZUlARct+UqNTSaUVznXky35LsEqwOqi6FLSeqmA1Wok5R03Im/+gTVf+yAxWF+XMiZNy+J9Ny8yHV+TLnunKfd87JQ+eEVm5Zo08+PkrZM2y5M9tmWPVniMo2Ts1DF4N7clJ7CFsrpurOVzJNaR+6YLVbC60/Itp6fQHvreszdXJyko7Aj/wPQQm9eCTcvOBH+dfmlfltQP57CF2u3Q/e5skM/EW/7t5183y8LFOHoKrn7gaDc4h4CKi9XBy1/VkpYWhmb71RWfHH98ox391RY1yFR++i46O+qcP1SspT2E+Od/HT1K3T257WH7cMb8ebA5rK573yWVht/VCorhf+nr0IbX20Y29ZZ9s/H7g8TXqklVjVLl62G81fNH4mrLDOmju2HiKiqjX9m0i6RBi+2HTHj5Yfj5tz75yPQKnPkVAYMkEBt9OKV5vfXOs5kOcrXZQflODngAAIABJREFUdP36QvHu5Qqw/OXfI3L3jETBl/kf7Q5nZfN+2Mu+Z7VvKqege4WrnbDtPjnU2S9m70pd19ceDz1HqtrO1rFpzTQ3IT7tDVbLr8la/bKG/5vPh1a7suTDfcFB7pLdpYa9YXew6nTxjALN7k04D+xgEawSrA6sMoWsKCRYDVnPMH5jBKtvvCBf3/cb+eHiMpnZsk52bVojU688K3v+9Ldy5B2RqUs+JAd3rM9C1ag8bQlWh2HLOhFAAAEEEEAAAQQQQAABBBBAAIG2CRCsEqw2WqfHJlgVkYXn/1Y+98ib0hWRzpoVsvKVs3JiUUTed6Hct/Maufo8k45gtdGqxMYQQAABBBBAAAEEEEAAAQQQQACBJRUgWCVYbbQCjlOwKrIocz/5mXzuibNyRil5QtXozwSrjVYlNoYAAggggAACCCCAAAIIIIAAAggsqQDBKsFqoxVwvILViGZR5o4ek62HF2Rh2ZTs/rcbZWZ1OqmqJUew2mhVYmMIIIAAAggggAACCCCAAAIIIIDAkgoQrBKsNloBxy9YjXjOyonH/oe8uOEamblkudeLYLXRqsTGEEAAAQQQQAABBBBAAAEEEEAAgSUVIFglWG20Ao5nsBpGRLAa5sSvEEAAAQQQQAABBBBAAAEEEEAAgTYIEKwSrDZajwlWG+VmYwgggAACCCCAAAIIIIAAAggggAACQxIgWCVYHVLVcq921IPV257rk+OqaTl2U6fPlbA4AggggAACCCCAAAIIIIAAAggggMCoCxCsEqw2WkdHOViVhbfkzMJifx5T58vKKffHrfpbMUsjgAACCCCAAAIIIIAAAggggAACCIySAMEqwWqj9XGkg9VGJdgYAggggAACCCCAAAIIIIAAAggggMA4CxCsEqw2Wn8JVhvlZmMIIIAAAggggAACCCCAAAIIIIAAAkMSIFglWB1S1XKvlmC1UW42hgACCCCAAAIIIIAAAggggAACCCAwJAGCVYLVIVUtgtVGYdkYAggggAACCCCAAAIIIIAAAggggECjAgSrBKuNVjh6rDbKzcYQQAABBBBAAAEEEEAAAQQQQAABBIYkQLBKsDqkquVeLcFqo9xsDAEEEEAAAQQQQAABBBBAAAEEEEBgSAIEqwSrQ6paBKuNwrIxBBBAAAEEEEAAAQQQQAABBBBAAIFGBQhWCVYbrXD0WG2Um40hgAACCCCAAAIIIIAAAggggAACCAxJgGCVYHVIVcu9WoLVRrnZGAIIIIAAAggggAACCCCAAAIIIIDAkAQIVglWh1S1CFYbhWVjCCCAAAIIIIAAAggggAACCCCAAAKNChCsEqw2WuHosdooNxtDAAEEEEAAAQQQQAABBBBAAAEEEBiSAMEqweqQqpZ7tS+99FKj22NjCCCAAAIIIIAAAggggAACCCCAAAIIDENg7dq1Pa/27NmzPS+rFlyxYkVP61Dbfvrpp2sv/9GPfjRe5vTp0zI9TbBaG5AFEEAAAQQQQAABBBBAAAEEEEAAAQQQQKB3AYLV43Lxst+Rc889tyfEc15//fX3elny3XffldcWfyVXrt7Qy+LxMqdOnZJ+UvWeN8yCCCCAAAIIIIAAAggggAACCCCAAAIITLgAwSrB6oSfAuw+AggggAACCCCAAAIIIIAAAggggAAC9QUIVglW69calkAAAQQQQAABBBBAAAEEEEAAAQQQQGDCBQhWCVYn/BRg9xFAAAEEEEAAAQQQQAABBBBAAAEEEKgvQLBKsFq/1rAEAggggAACCCCAAAIIIIAAAggggAACEy5AsEqwOuGnALuPAAIIIIAAAggggAACCCCAAAIIIIBAfQGCVYLV+rWGJRBAAAEEEEAAAQQQQAABBBBAAAEEEJhwAYJVgtWJOQUW/v6k7P/RaTkh58vMp6+Uz3x4xcTsOzuKAAIIIIAAAggggAACCCCAAAIIIDBYAYJVgtXB1qhRXdvpk7LrP8/JwuUXydXyljz6a5H/8O+uk898cFQLTLkQQAABBBBAAAEEEEAAAQQQQAABBEZZgGCVYHWU62f9si28JWcWFgvLzf30abnllx+QP/vyelkj83Lo20/LDz9ypdz18QuK25g6X1ZOLau/bZZAAAEEEEAAAQQQQAABBBBAAAEEEJgYAYJVgtUhVfYTsm/DDjmYrn3rd4/Lzt8b0qa01Z74wROy41nPds67QPZ96Vq5Vl6Uffd05eDbnt+tv1yO39QZfmGHvYVn9smG29UR2Ch7/mKvzKyONmoem+hf7ONz4p4NskPul+NfujovpbG+4jLy6iHZdcMR2ZxtR9/BeTn076+X7i1aPfCur1g+2abKYv0t+3dtW3E5urL9+E5JSl+2vmEfhHFYv8MnKvaGPfL4t2ZkVey3XzrWcZ1/fJdc392e1JHYfFaOuXY3Ws9XRWZvmBW583HZe/2q7FdRPdvf0f8tqSezx7UVZeUot4zr7IGtcr9x3IvlTtaS7LM4rkvFup+WSZSH+PdXK2tSHneZ4/Pt0hIzo167/eM1F+p6uneWq7FP1nkXLxFk7C5H0T3xOvIp81hHm4nrzJOb5fFvXSYHU/+tL+2S67/hrDmy8c7HZY/MOv8e/U2vS+NwplFGBBCwBAbcTomvMdn1RG/32PJl7SDzb6XXGm/50+tdVhb93kQtUALm8cpdVJvUvI+227B4L009HO2r0jrpa4+l7Yrwc8RThyvWP+61u9Kn9Fln3PdeREquadneRb95qJM+I9j1xNWmdLe5Tet2n9/umlF0cT87qHtZ2b0pIHexjlsLauvI7QLBKsHqECqlFaJ5Hv6HsGGJgtX9q/+V7P3kRSLSlX1f/3UW7vq3d6Hc//Vr4xBu/sdPyfWvrh3/YNUyzwONGXnZDk3jm2g3Dl43/rX2UFIW7mjLzKzWL+buBxl188wDXCukKazvsGzJArKsCZ6EbtNmyGqGYyqYswM21/qGUQPHcZ2uwCx1jK0lMFjVw2zLIWuIm/XDDFYdAWbUuzw65nqo6SKO1v/NrnSisz0L70sCyShadb08cAWuUd18SmTrgW4eLjuvabrZ1fH6zdA4oG44G+wDDFb/6MU4AO9YgbLbwhVEWEG1010PUKNg3jx/k8D15SzYjoNVFdA7iIwAX/09rU/2fgQI8xMEEBgVgUG3U4x2hO86lOx84ZqXLbtH5JvaS+CyEKWk/KusB9iwa+yoHJilLMe8HLrnmGz80oxIHJJ3spelrTb03EvVS2vzpbTZ1gg5WvOP75NjH9spMy/n7f2oo4X+bJDfq9M11qjD2frjzhtj/F/pNaT6WWeM9zwpetk1Ldu51EG9kC9cI/X6eanRWcLoxFOjfo29a2EHzE4k5Z3PTsi+e0R2fimxzDooGe4huYt13NqHOhJ7RLBKsDr4iriEb0QIVpPDGTWWojAq79GVhzOX/bcNcvg6vQdxMbgphBmFYxpdxGdFvqp6wcaPKs4ALr5Rf1Nk8/SsdNV2y9Ynye/3xL0lzf+ihnVe9mIv2GS/N0vnG908mE2371rf4Cv/OK6xqkfqoILVrmy+syuzWoimh4/xQ9MprVdoRln9EKHq6+Od/VpIVx6sOnt7Oq5dqozbu9fnQannZZF+3tQPVn29aAcdrBYDcGd4WajK/uuE6e65Fhhm+b72FKymgbvRA34cTz3KjMAECwy8nWLf60vaomZbQrtm/ZfNcuR+s/3hu5bXKn+DHQzGuUqduGeXvPhHabsyfqm5JRs5FXafGs+997dhdkjXOTqjon2jMzyzT3a9tDV5HujnHPHVYX3948mflzrIp4b9mHmUXdOSEY/JS6nDnT3SfTK9TjqesYrnavF5rXANnshrpGM0p1Fnor8flMu+tVOudjhn96a1B40exK5qVzhuY1Y3x6W4BKsEqwOvq8kFtSNbDxxckqkA8h6rZ2Xul3Myt1Cxi1MXyL/4yGqZalOPVXuXtRuWGOGkOwSpbMA6w0r/UOEoDN3ylB3oaoXU11cYqqz1PtUb2oWbcLT9qGfqFjkc/7/pVABl6xt47R/HFbqOmx7yVQWvaiqAqh6r0d+jY5P3erSDVV8Pz/L6qDVM4uH1qhxVjV93Q88sg7aOqKeHGvpU0mNVDYGvF6z6h897X1hEVc3TELW3nff0Ub0HehlyZXv63PPGt25pHsM+g9WyXmTjeApSZgQQMK5nvbVTzBe+Zddgb7BamMqo6sHXascY0xBpf1vCDgdjU7WsIDW596m2XI3jMDY7rAraaxsmZEd1w+j34edIYe3OOmyvP6RMo/ybEJ+qtuUo71/NstltTPWsFk3vpTrA9BishtWvmuUdu5+XX9eKQbe+g/mySQeFktzFddzGzmo8CkywSrA68JqaDPuWfE7PBh+CzR6r9XetNVMB6LueDptVQ4lCHii8QZYWUhbneHI0NrSGcnG75lw+2frKhoek+5LNyGjNaZn0ZrUaehM93CTkHNCHN2m/H9Acq/l8omngqR2PaFoKFb6VPQSXBqtGw09vpFQ3fothnzXU3ag72vqiXtWOOWX1c8I9T5J7PtPyIY4D7LGazZlsHXPXXMWFqmOVw+ueLmjY2Y1HK1h1zrGahL+XGnMmqkKVzZ0YUuf5DQIIjJTAgNop9nXXN8QypB2UhFABU9FEkFb5Ddu03dTUtwZG6rgGF8Y1CsocLivS0ut+nTaM1VGgaq5xVzATeo6E1OHy4Cf44I/UD6t9qtuWI7VDvRamcE3TzlF9ZOEggtWJvUaWBatlLy3Me1MybYovd/Ect17rBcuVChCsEqwO/BQphiDN3YTqB6vviLyzXGR5wtCuYDVvlOoN+pAHiqAeq4UPVdnH2bwpOINVVfvKwves0Rn1dtSHRWm9/KJhENmQsYo36BM53KTsNC/pkZp9aCjk41UhPVajXsR5QyLqxdxvsGpOfp/uZxwUuqcwMCT0uuCZBsD+AFX8IPOxY9YH0uKrh/HRptAeq0n583nkikdqGMGquZXK8z3+uVkOv7v64J0dRBc/KBfNj9zTVAANvqwb+A2SFSKAgCYwuHZK4VoaP6xL/IIm6gGrruVRe6g4gsZzfdNeOunXvDzQcpc/2UH1AqulgeAg63Ght2o6D642PVDpfKCDLEvD6+q1DZO1MeL2SPrxUONDlMW2cJ1zJPngcFkdbltvVfURJq09pl1D8k/5NvdM23BVTDfnvqYZIboepvYVrE76NdIfrPpeWmTXC/veZHyrIK+j0bdTsqkBnaNNl6aWtXWrBKsEq4Ov287hPL6vcw9287WC1cU35dgjfye731wtD9+6XtYsb1Owmt6sHD3ReglW3fPlVMyxWhiCn4dexTkZXb0V0t8bwar5ESpVrvtlh/ML7M4eIgSr1knnaSQa7oMMVvMh7J1tB6XbSb7u3tscq45GSUW5rUgxmwxeD3nzh2JPD9ZoGJRjyGfo1AZZGawPJbivhoMLVovnXbpF5xA/Vy9T5VHmnk7Bkc7FFQXne2TW+kCV1WO17serfPM5D/Z2wtoQQGCoAoNvp/jmllfzA6rdKWsHRfPQ7zgQMl2Kv/ylPViHajqeK3e9eJ+MORir2jC+OVbNF7nOo+4Iq0Pm0MzWVdYLO/qRY/3jWfvyUof5tDlY9V3T7N7jymyj7HHMSx0yxyrXyMjQF6y6n4mT3tSOe5M3d0k+xjh73D4zedk3rGsVwSrB6hDqlmvI6BHZXJi7avCbDg5W356TR79/UvbOiXTWXy4P3dRp1RyrZT3QCsOOHeFOYXn7rW0Pb3GNRnLJ+uKeJRL1OEzeD+fljXog7pCol1vyJr3sy+55AGvvb/mw68HXydFfY0mP1bgnpd1TOG8MzE6nx6kqrHb8XQ23KvT8Ef0DVhVDMUsDwftFbg94oRM3SES2HpB8Xt70A3DFr9WnVlFD8k+KPXRrBavpQ0v1l+2rgtVZMdeRNIz1D16oOh8Hq3EvZPPDcL5Q2+h1q5+zQUFsGqB/sysd6Uqn8KG75FzuqccqweroX1YoIQIVAoNupxR6NJb0bPe2gzzXdteuVJXfN2c4FcMWcN/j3Mco6YGc9x4cc82qe2k8b/ysqKm8kr3NQ66yqQBco2bqniNldTh0VM44HaEwn/YGq2Gjl1TbTvt4lTGCMa2f6vlAq7P6B0fbWH/q13VPsOp6pip9zgrMXeixWv8Q1VyCYJVgtWaVCfy51VuxqbmlzGB1Uc784qQcvnBaZj68Ii/4ma5877u/lgfPiKxcs0YeuvVKWbMsba78+Cm5/tW1cvymTuCOjubP3PM7qjdUauhFXnb7+LhuruZwJdfbrvLGht37wL8+682oPrTJ7gVrDHtS+2MPTypZ32gevoZLVawPSQG0Y2zPbRv9Wbd3/V3tRfQ7Zw/PYgCoPzBkCM5jnPzV1zBL6u8m2Xrgm9kH9AxUoye36w29f3hOvM0PfFlk32nZbj3g6cPs9KGn9gFVQ1HtaQay37nK56oV0e+uOywbbj9o/tXqqa4/oLqvDb7eWWbdUNeJcvft2UsR/xyFVo9V5xyrItFDY7G3q/ZgaTTcGz5t2BwCCPQlMPh2SrFXlb/t6WkHSTR9gHU9je6Gji+z+8vv6yUU0gu2L9LxXNgZLsZ3+PglYX402tfLKuhe6mpfbbtfohelZg9t/fD72uOh54ivh6Kqw20NF0N82rrvaWeVA/ZlxHHeWQFdYTqLQrvdblNX1a/xvJTVL7X7WcMZcHtGgRrfJ9HuXd4Rm+qjY/ULyxIBAgSrBKsB1WR8fmIEq2/8Ur727d/IDxeXycyWj8hXPrlGpl55VnY/8IoceUdk6pJL5OHb1mehavy43pJgdXyOGCVFAAEEEEAAAQQQQAABBBBAAAEExlOAYJVgdTxrrqfU9lQACyd/Lrc88qZ0RaSzZoWsfOWsnFgUkfddKPd/+Vq5+jxzRQSrraoO7AwCCCCAAAIIIIAAAggggAACCCAwNAGCVYLVoVWupVhxcY7VRZl76q/klifOyhlVIE+oGv2ZYHUpjhrbRAABBBBAAAEEEEAAAQQQQAABBMZPgGCVYHX8am1Jid0fr1qUuR//VG4+vCALy6Zkz+0fl5nV6aSq1roIVltVHdgZBBBAAAEEEEAAAQQQQAABBBBAYGgCBKsEq0OrXEuxYnewGpXkrJx47Bl5ccO1MnPJcm/RCFaX4qixTQQQQAABBBBAAAEEEEAAAQQQQGD8BAhWCVbHr9aWlNgfrIbtJsFqmBO/QgABBBBAAAEEEEAAAQQQQAABBCZdgGCVYLVV5wDBaqsOJzuDAAIIIIAAAggggAACCCCAAAIIjKwAwSrB6shWzl4KFgWrO57tZUltmfWXy/GbOn2uhMURQAABBBBAAAEEEEAAAQQQQAABBNosQLBKsNqu+r3wlpxZWOxvn6bOl5VT7o9b9bdilkYAAQQQQAABBBBAAAEEEEAAAQQQaIsAwSrBalvqMvuBAAIIIIAAAggggAACCCCAAAIIIIBAYwIEqwSrjVU2NoQAAggggAACCCCAAAIIIIAAAggggEBbBAhWCVbbUpfZDwQQQAABBBBAAAEEEEAAAQQQQAABBBoTIFglWG2ssrEhBBBAAAEEEEAAAQQQQAABBBBAAAEE2iJAsEqw2pa6zH4ggAACCCCAAAIIIIAAAggggAACCCDQmADBKsFqY5WNDSGAAAIIIIAAAggggAACCCCAAAIIINAWAYJVgtW21GX2AwEEEEAAAQQQQAABBBBAAAEEEEAAgcYECFYJVhurbGwIAQQQQAABBBBAAAEEEEAAAQQQQACBtggQrBKstqUusx8IIIAAAggggAACCCCAAAIIIIAAAgg0JkCwSrDaWGVjQwgggAACCCCAAAIIIIAAAggggAACCLRFgGCVYLUtdZn9QAABBBBAAAEEEEAAAQQQQAABBBBAoDEBglWC1dqV7aWXXqq9DAsggAACCCCAAAIIIIAAAggggAACCCAwagJr167tuUgEqwSrtSvPe++9V3sZFkAAAQQQQAABBBBAAAEEEEAAAQQQQGDUBM4555yei0SwSrBau/IQrNYmYwEEEEAAAQQQQAABBBBAAAEEEEAAgREUIFid7vmonHyVYLU2HsFqbTIWQAABBBBAAAEEEEAAAQQQQAABBBAYQQGCVYLVRqslwWqj3GwMAQQQQAABBBBAAAEEEEAAAQQQQGBIAgSrBKtDqlru1RKsNsrNxhBAAAEEEEAAAQQQQAABBBBAAAEEhiRAsEqwOqSqRbDaKCwbQwABBBBAAAEEEEAAAQQQQAABBBBoVIBglWC10QpHj9VGudkYAggggAACCCCAAAIIIIAAAggggMCQBAhWCVaHVLXcqyVYbZSbjSGAAAIIIIAAAggggAACCCCAAAIIDEmAYJVgdUhVq13B6sLfPy8PPnFafiHny8y/vkI+8+EVjbqxMQQQQAABBBBAAAEEEEAAAQQQQACB0RIgWCVYbbRGjmWP1dPPy67vzMnC9EXyu/KWPHpK5Ctf+IR85oON0rExBBBAAAEEEEAAAQQQQAABBBBAAIEREiBYJVhttDqOdLC68JacWVgseMz99Bn53AsXyaM718samZdD+56RH667Qu76+AVFu6nzZeXUskZN2RgCCCCAAAIIIIAAAggggAACCCCAQPMCBKsEq43Wuqpgdf4vd8nMN44XynTzd47Jzt8bblFP/OBJue05zzbOu0D2ffEauUa6su/erjz8tud3V03LsZs6wy1oE2t/Zp9s/MLD6ZY2yO4/3yszq6P/eUL2bbxN1F+if7GPzYl7N8ptcp8c++LV6fLzcmjXjNylHdYNdx6SvX+4Kv67ecxvlvuO7RS1ZLKCZPnuH2t1oJfyvXpIdn32LlHFUGVYyjrXxKFsZBuWbbzNDbvl0N4ZSY6yiBjHLPmnvO4U60he7g3yxzcel+8/5t6TZB3u5Z3XDVdZk9LkdS/+zRHZ/OfbpfvZ2+ThbXp9Tutsd3tSx73rSw3uEJnV6l22F9Y6VT3Xz5OCYbZweh6WlcvgSn1EPybFczlfxDwP43P6gP5v0bL7pZNdF6xjk/mp60YjtZCNIIDAJAn00g5IfYrtFLstord7bNSydpD5N72tUzg03vKHtIsm6UC797Wq7Zbct9SyrrZlewyL9+h03xztk9I66WvPpG0N07zsHCmpw562eBuORqVP29tGJde07PhGv/l+J3s+KJzH2rNDmWeldRsqVOk+JPca0fIR85qnFlbnqf/ehPPgKgvBKsHq4GpTwJqqgtXiKubl0L3HZOMXtYAmYDu9/CQKVvd/6F/K3k0XiUQB6n88ZQSI7nVeKPd97Zo4CJw/+hOZ+e0/H/9gNb7xd2V7GnDGF9wnN8c3wZft0DS+iXbj4HXj32ihuBb46MvHIVvaqOpENwMxb7BlDztZSNZT+ZKArJsFumXBUHN1rpd6OnLLpMdTtLA8KqNxLNPGlhF0uv4t3jl3Y2F/Jw/jC4+5Ub08ZQW5vgasVX/UuuLyqnXYwar1AiGu00awmp8vhePj3F7awMkakK7g0/VvWWmzFxy6qVEuvSCR9U9Ebj7QdYehZY396G93d6UTXQ2zlxsEqyN3HlIgBCZJoKd2gL+dkrz4S9oy0UvkQrtFsy20U7Jl94jcrb0ErrquetpZq6zgwdUumqRDHb6vedtN4k4anexlaasNnffovK1tts3SdsW0+bK4zHj+L/fJsd/fKTMvh58j8fmkhWe5v8Rtl6wt3qagsfQaooda5YF0eH0fsV+WXJOzDhaqc45q+xaOv1Y/P3HYf012bUs730dMZsDFMTuSlHc8OyH77hXZ+cVLzQ5KunvZeT3Rzr0dNoJVgtXeak6PS9UNVk/cu0tevKmZXk8Eq8lBjR4oZmVP1qM0CbqS3mmX/WCjHP6E3nu4GLDY4U5xfXkP1C0/sdZnh1Bxg1Fk8/Rd0k2321v5omDV7GEXNfRcYV2Tda7H02iEFksai3lgnRctqwc3vRj3FI6DdLvXudUQTZbuLVgtHktP+OcJVo0HASNY3S+dOzty15PWG/a+gtV8PyO77d2ZYjCcnI1Jb+/CQ1C6b2XlsoKAyCfajjOgLnm4UcfxUGd/HiZr14SkJ7v1X5selkbobKMoCCAwnHZK/ML3bpE9apSFFQzp7lHbwdkO+tPNcuQBbR3pC0bXNbdWO8Z3z6IyGAJG2y1+mbglGznlfenYAkP/PdrdNtPb9M77t27yzD7Z9ZutyfNAP+dIVoe3you7ZkXu0EfBlYx+GafjE+RT8VJ6nPbXKmvZNU3Vs/ja2dkt3SfT66RtpkYxRu3r6NnBc02OX5yoNnj23HBYthRGPI4xaGXRHaM5jWWivx+Uy/bulKsdztkz8O8fw7nSOvwHBKsEq+G1ZQC/rBWsWg2jAWy+dBVmsHpW5l54WV5eqNjq1AXyu+sulqk29Vh1hiRJjzzxPVBoQ4LrBKvOoM16yx09wBQCWL2M2kOHv3zuYNWcsiAdrq41xodd58Z//QGNxNKHQtfy9YNVNc1A6RA3hV27x2rU6Dd7IvXfYzUpjGrYeANPvZGZTa0RL5m+7CgpV1a5NOPozbR2fmU/8QahWsPtUr0nOz1Wx//cZQ8QaJFAUDsgf0lfDNqia10e+PhevKrrdtUL5kS26sFX8y+7T5aEvC06gv3tSuF5IbpHqaClxnHorxRLsHSP9+igkuqGqj6HnSOF1Wt1OArFss4brarbIdeQgDZz0LEZgx95OsrsiabHUoFpWbAa97IMrG8N5wWjoV9+XSsG3Xqp9WVD6m267EQ61zvaBKsEq/VqTJ+/Dg9WzRO9z80GLW4Gq0GLGD9qzVQA+l7FN8a7RA0l8vbUGESwag8N1y7gxe2mhQwunzUVQLrccWOOyubrXP1aNmpLBDQSBxSs5nOlaQbWPK5Bcy6pY1+g9M2xmvamkDxYvLQwFUA+d6++2niIjhFImhvtP1jdKzO+cqlNGQ8uZb14ozllrdEBxrH+yVrrAAAgAElEQVTTG2IEq6N2JlIeBCZWILgdUBasptPXZHNyFuePV74h7aBstIExr7XnCFnlN37lnTJnYo+2Y8ddbTd73vVJGH5dcY+25rmvehHtCmbsORyDvn/hattn33AQkcJ88+Nbt6t9AtrM47v7eckL1zTtHI3arEHB6tXJlGIl12S9zR9UF9tgm+1DWbBqvxQphqp3afcmnAdXMQhWCVYHV5sC1hQcrC7BW5H6weo7Iu8sF1me7Hi7gtW8UarfrEIeKOr3WFVzD9kfycqHdRS320P54gBKBWAb5OZtIt2ONuXBEtS5gFNmxH8S0EgcULBaNseqG6nmVAD6SuypANLAUQWhe2S2zzlWk40NJFhdna/HKFe6P67J7AsPVJ4eq86Pg8QPQdE8aXy8asRPToqHQMsFemgHpFOXuNop+pycySgIiefojEbCqIf7qD1UHEFj3muy66Y913z6Ydb8+usuf3p3SOfRbmkgOMia6Wi7GXOmq5Ef6bcC8vkeB1mIpVlXr/doYxiwahcbL6qLwUyyrXze2rJzJBmN5mjbp4FbPjVUcYTS0kj2v9Uyn/yDvAFt5v6LsoRrcF/TjJBe76Va0mM1nn7KU9/MDxyrj+Mm1+vC35ZQY7ib9gervt6q/nuT+7zGuf4RJFglWK1fa/pYIjRY9fZQ7GPbVYvWClYX35Tjj/x32f2/LpaDn18va5a3KVhNG0OOt8gDD1bj3nx5j9jsGFlv1rN/z0Kd4pfaVVAVNkQvCaP03y5Fnauqk6P/d/8cq9mcpdGwn6HOseprqHoaHSHz1XmCVTUEX7aJPCzbk/nbqtbn/Xtu1/Mcq1kP08TAKFcS3RYDUNfQO2ew6vDL9mWLHCZYHf3TkxIi0FqBYbdT/AFIWTsomof+tgMhX6D3l1994NP+IGRrD2WfO+ZquxX+reo+3WcZlmbxqnu0b47VZLkjn/J/EDRuv1nTYoXMoZk5+Hphl831GM3jOsb/hfm0OVj1XdPs3uPqIG+Q3Y55qfU5g8u+92F2tijroTnGlaq06L5g1T36MulkUbw3Vc33jXO9+kOwSrBar8b0+euwYHVpbjzBwerbc/Jn//V52Tsn0rlqWh68qdOqOVbLJvkvfFnV8fEhZ08QvaeA9sY66vkR0hNRbyT3Vj7ra71ab5TkjdzS1Lk+T6fRWNzTgDZ6jLiGM3qHOBZ7MJTNd+f62FUMU+gZkXKFPGB5g9X0a9FRzyP14qFqfc6/pw3QrIdI2vA0ho26/k0d8mJ99b6JNib499R1V7DqnPtMNeTuE/kCPVZH4wSkFAhMnkBv7QD/VADx+grtFMf0KOlIA2N+dtUOikKCzyfz0Vf1mqoqf0i7aPKOumuP3W03d1u1ZT3aSu/Rahoiu+NCHnKVTQXganPVPUfCPpQZEPKOSUUP82nvs0bZNc04hHaP1c/q19m0fk7fJ3GPVc81eePfmNfrgv2Y1Jn+ilmj80jJc0pZvcW5/hEiWCVYrV9r+lgiKFhdosnMzWB1Uc6cOCmH/9m0zHx4Rb7HZ7py3/dOyYNnRFauWSMPfv4KWbMs+XNbpgJwDR0WUcPR1NCenMSe18b9UYgZuet4vkzSoJPki+favye/KL5R04PVnstnzK1pDa9bojrXx6k0Wos65y21jqOjF7J7TiR3sOqcYzWqLdk8psV5Tp0PDlVBaBbKRo294kfPsrnzpqMh8arHqnuOVYmC07THbqGaF3qEO97qW3PI5gfd1TjPG6RxuUo+nFJ4aHIEq74wOzm/Pyk3H/imPOyqhdF+RV9zNRrLo1VdKQ0CCIy3QM/tgHS3Q9op/jn7PO0giaYPKF4VXfchf/mTl8Ah7aLxPoIDKr237WYfo/ZNqVB+j9ZH1Fjtk21JaGX2BtSPR/koIL1uus8RXw/FpE0Yz1GfTosRb7U1c6wW97vo095gtfyarNUvq9dyYToLu8OB1ni2p6bLnwtCRgkM6JozMqtxB6vOgNszCtT3LI5z7weZYJVgtffa08OSQcFqD+sdxCJGsPrGC/L1fb+RHy4uk5kt62TXpjUy9cqzsudPfytH3hGZuuRDcnDH+ixUbVOwOghL1oEAAggggAACCCCAAAIIIIAAAgi0XYBglWC10To+NsGqiCw8/7fyuUfelK6IdNaskJWvnJUTiyLyvgvlvp3XyNXnmXRt6bHaaIVgYwgggAACCCCAAAIIIIAAAggggMCYChCsEqw2WnXHKVgVWZS5n/xMPvfEWTmjlDyhavRngtVGqxIbQwABBBBAAAEEEEAAAQQQQAABBJZUgGCVYLXRCjhewWpEsyhzR4/J1sMLsrBsSnb/240yszqdVNWSI1httCqxMQQQQAABBBBAAAEEEEAAAQQQQGBJBQhWCVYbrYDjF6xGPGflxGP/Q17ccI3MXLLc60Ww2mhVYmMIIIAAAggggAACCCCAAAIIIIDAkgoQrBKsNloBxzNYDSMiWA1z4lcIIIAAAggggAACCCCAAAIIIIBAGwQIVglWG63HBKuNcrMxBBBAAAEEEEAAAQQQQAABBBBAAIEhCRCsEqwOqWq5Vzvqweptz/XJcdW0HLup0+dKWBwBBBBAAAEEEEAAAQQQQAABBBBAYNQFCFYJVhuto6McrMrCW3JmYbE/j6nzZeWU++NW/a2YpRFAAAEEEEAAAQQQQAABBBBAAAEERkmAYJVgtdH6ONLBaqMSbAwBBBBAAAEEEEAAAQQQQAABBBBAYJwFCFYJVhutvwSrjXKzMQQQQAABBBBAAAEEEEAAAQQQQACBIQkQrBKsDqlquVdLsNooNxtDAAEEEEAAAQQQQAABBBBAAAEEEBiSAMEqweqQqhbBaqOwbAwBBBBAAAEEEEAAAQQQQAABBBBAoFEBglWC1UYrHD1WG+VmYwgggAACCCCAAAIIIIAAAggggAACQxIgWCVYHVLVcq+WYLVRbjaGAAIIIIAAAggggAACCCCAAAIIIDAkAYJVgtUhVS2C1UZh2RgCCCCAAAIIIIAAAggggAACCCCAQKMCBKsEq41WOHqsNsrNxhBAAAEEEEAAAQQQQAABBBBAAAEEhiRAsEqwOqSq5V4twWqj3GwMAQQQQAABBBBAAAEEEEAAAQQQQGBIAgSrBKtDqloEq43CsjEEEEAAAQQQQAABBBBAAAEEEEAAgUYFCFYJVhutcPRYbZSbjSGAAAIIIIAAAggggAACCCCAAAIIDEmAYJVgdUhVy73al156qdHtsTEEEEAAAQQQQAABBBBAAAEEEEAAAQSGIbB27dqeV3v27Nmel1ULrlixoqd1qG0//fTTtZf/6Ec/Gi9z+vRpmZ4mWK0NyAIIIIAAAggggAACCCCAAAIIIIAAAggg0LsAwepxuXjZ78i5557bE+I5r7/++nu9LPnuu+/Ka4u/kitXb+hl8XiZU6dOST+pes8bZkEEEEAAAQQQQAABBBBAAAEEEEAAAQQmXIBglWB1wk8Bdh8BBBBAAAEEEEAAAQQQQAABBBBAAIH6AgSrBKv1aw1LIIAAAggggAACCCCAAAIIIIAAAgggMOECBKsEqxN+CrD7CCCAAAIIIIAAAggggAACCCCAAAII1BcgWCVYrV9rWAIBBBBAAAEEEEAAAQQQQAABBBBAAIEJFyBYJVid8FOA3UcAAQQQQAABBBBAAAEEEEAAAQQQQKC+AMEqwWr9WsMSCCCAAAIIIIAAAggggAACCCCAAAIITLgAwSrB6sScAgt/f1L2/+i0nJDzZebTV8pnPrxiYvadHUUAAQQQQAABBBBAAAEEEEAAAQQQGKwAwSrB6mBr1Kiu7fRJ2fWf52Th8ovkanlLHv21yH/4d9fJZz44qgWmXAgggAACCCCAAAIIIIAAAggggAACoyxAsEqwOsr1s37ZFt6SMwuLheXmfvq03PLLD8iffXm9rJF5OfTtp+WHH7lS7vr4BcVtTJ0vK6eW1d82SyCAAAIIIIAAAggggAACCCCAAAIITIwAwSrB6lAq+/zju+T6bxxL171R9vzFXplZPZRNGSs98YMnZMeznu2cd4Hs+9K1cq28KPvu6crBtz2/W3+5HL+pM/zCDnsLz+yTDbcfdByDE7Jvww5Rf4l+sPW7x2Xn7+UFOnHPBtkh98vxL11tlTJZVqzfm8d7q9x/fKeYS87LoX9/vXRv0bdjliMvQ/Lb2ePppjfskce/NSOr4v/p/9tS1blhH8bhr79YH+Jt6u6vHpJdN8yKOqONMhnHJ/pLtL790qk859NjKfrx1dfsKZc46pdR15N1GHXaWX5XPRWJ6/4B99/ivYv/bh8V+xpn1dNQT83SvZ3iuapK4ix37f2u2i/rGmE5ua8bqcW0eT0pljc93tvM38XndXe741pUVX/SsroMCnVWu7bo9dFX7x3LF4+XVofi9XRle+G6mJQx3scnN8vjXxWZvWFW5M7HZe/1yRVP1bn9HfPf4j+k5bN/P/xrBltAYEACA26nhLcDytpB5t82Wuejsefe8qfnddYO9t9TBiQ5lqsxj1e+C+r+bV5X223obXs47kOlddJ330rvreHnSEkdttpc9jPEWFbGtNCVPrHvEdlc2cYdU4WSa1q2R9FvHupkz2aF81hrI5V5Vj87jqlhcLGLz9Tlzxj+exPOwehD/SHBKsHq4CtYfFHuZmFq9tCYhWOD32T2APqDJ2T/6n8lez95kYh0Zd/Xf20EiO4tXyj3f/3aOAic//FTcv2ra8c/WLUe5PVj8LIdmmrHa+Nfa4G4EXCYQZHRiLJusK5wRV3w7fA0C1q18kpUvlN52BatT4UKZsiiBTbXHV6yOje82tzUml1BqDre6YNMRTBkljQwWI3qzVMiWw90PSGsez1x/dLqh6SNwEKdvP1gGq4mDZGu9XDsvC5F+/nNrnSiq4bxEiDfQ70+qn9N6ncnfaHgCvysf3N6mgGkazvJvubX1qxUznLX2O80MLbDu+J5m27R6+R48WJdH7JAsOCcNxj1Y+kNVivrjz94dAbArvUFHCcVfNphvPGQXDNYPSZmUO+sC+kxOyxb5eCp/AGnqasG20Ggb4FBt1NqtD0L14Bs2T0i39ReApeFKCXlXxXQLurbr5UrmJdD9xyTjV+aETHuq+lLTecL/xZA+O6pzpdn7peVZQrzj++TYx/bKTMv13g+89XhP3oxftHeUR0sarUPR/xYlV5D9FCruQ5DjYqVXdOygqQOKjwtXCMDn80m+hpZ8kxdOOAnZN89Iju/dKnZQUl3LzuvJ9q50bMn3hjBKsHq4Gtd3EAQ2aOCVNeD9eC3Gq8x6rFKsJq8ZZ6VPVqvpzykuuy/bZDD19k9R80ehlW9xPSep9EDirE+u5GV1ofN07PSVdstqROFECH77UY5Zvd6jcOQLXI8augtUZ0bUlVucLW+IFRrHMUNaX+Pu16CVXWct3evz4LzoPXodSd96Mga+PoKsgbydune4OhB66iDqt4/3tnv6SWZPNwVeg+WvBjIi1TtqZ937jDNfazc5fYcV8+55wvvzNA42ZtSJ2P9rp7qvuXT8t7ZkdknrZ4Qjh6rYfWnGKjr5dd75DvX53lg1I+Ty0cd8+wlQNwTNbTHalc239mVWW2fy+uCp343eAVhUwj0IjDwdkqNtmeh3aJGWvyXzXLkfq396nnppK4jwe2sNoVPvRzswGVO3LNLXvyjdISbat+lI6f87dLAlY/wz/z3cPc9LHxkkEj0QnbXS1uT54F+zhFVh/+iI/uN+5n7Pj/C3P6iBfkEdh4YQ4Cya7IadRpfOzt7pPtkep20zbQ2YtmzWdTJp/TZcQz96he56tyJ/n5QLvvWTrna4Zy1DT92zPsMjHP9o9LPEgSrBKv91B/PstGFYFbkq0njyPfAPoQNW8HqWZn75ZzMLVRsaeoC+RcfWS1Tbeqxau+yFfwMMlgt6DrejkXb2/JUfhNNGpEd2XrgYNajWB/6ZQRXcUAmjukFkrqV7MvS1blh1ONm1+lvJGYPMgMPVrVtRm9atSFF+b6X9FhVvVZKH1bNlwk7DlT1MNAaOJf6h267rmd676ey6125Z7L9I59Khnz7e6za54K/3Emvyar9TsS95S4YVznlf9/6kmsYv295dbzMHmPuh+ne64/73PKsr6THqjpOpQ/76lpYM1jdfnyLHNam0/DWhfS8iRrOzqkCmr2QsDUE+hPou50S3g7wBquF4b1VD77aLpfdjxrsYNDfQVjCpa0gNQkPD8uWeAqVGsdhCXeht01X3RP7mUpNN4xKF36OeNv2hfuZ2XbpzWBUlgrxaW+wWjgKno4ye6I6oDqzlAWrcS/LwDxgIq+R5de1YtCtHyF92ZB6my47kc7NXV8IVglWh1Lbkgf6fNVNzb9j9litv2utmQpA33VrKFHIA0WdHquGsj0sW2so69tNenlJPveuNqQh6lGbD/W2hqTHG9OHUORzbi1Vnatfy0ZtidBg1T3HavHcDmh0Gjd23++Lc+DFcvoUFYHBavKm3Rx6Y8whG/3ZWJe/sWPXs+Ro5uFleLBa9NTnTXNvxzHHXGW5K/Y7rY7BwWrl9vIh+PaQ9nhT3uW1eiB5sH2pa47V4PoTMtdv0qMnD/ftcpQfp+EEqzvlaq1MruDUOF40lEftokp56goMqJ0S2g4IaQdl9wzvPODaTlrlL20X1bWZiN+bwUCyy9a9y5oipTUsIfdE9Y2KtI2t9r10rtW056DZq7o4T3zQ85neto9fPGtTAaR/qyrLuByv6mtIQBt3XHa2rJyFa5p2jkZttKBg9erCdwmc9c1+dmyDX9A+lAWr9ksRfYXptVG7N1XX27Stm02TFlRAflRTgGCVYLVmlan+eWFoZEmPw+q11ftF/WD1HZF3lossT5txbZlj1WqU6jeykAeK+sGqCsH03nHmTaEQrBrDe/WGitmY3rhtq8ipTj61hFYlVE/BeOh2Nselunm4e7nWq1GT8OvQYHVwUwG4QsNio3xwPVadH86zwig1n6hxxK0PKUV/cwaQ1osBX+/BYfRYDS13tl81pwIwg1D7YxbpWkOd1BCx7IMu+vJifPRMOe+R2cK0DP3UH9cZ7V1fNLyqMITf7J0ztGBV66EV9fY365TrpUNYz+RJuKKxj+MkkN/v+22nlLU947nb05f90Xb0ETSJlnm/ya6r2rVNv9bm9yt3+fN1Rh8K5dysrJGF3qppAKjNpx77Rx/5a+B7DZXlHeAP/Pdw855ob9IYBqw+Lmp8WLEYzNQ5R5IP2rra9nlAk5Rpq2zddlDEmGJsgEANrirs+bXtwar7mmb0ntR7qZb0WK1+NvPUrwaP+dJuyh+s+nqr+u9N6jsPrmfgSXdu7igTrBKsDry2hczRMvCNpiusFawuvinHHvk72f3mann41vWyZnmLPl6lGkOewGOgUwH4empYb9azYx6VKfrYVDQ3ajp3Vul8UVmD29HITP8W3bx9c505Q7VhVcCxXK+vkZg2rqKvuQ90KgDH9pxhn7tcRpCV1r3SOVbv6sjs/+P4uE9Vz0tPb1h3z868cRQ9sBsf18rqRLWnvm5/gKsH3I5GmSr3d0V2uKZYqLVfKkg1P8ylz7FsB69qd6uckoc2vQerOfxdXRNkm8hB2V5+rfDWH8/8dFU9XiuG8Ov7Now5VrfHQ19zm862g9LtJFNExP859resp/RYXpYo9AQIpA97A2qn1Gl7lr1gjkfNHAj5Ar2//Ml1cVbE+mjiBBzUnnaxeDz0qZ7se0V6fexpS6O2UMk9PJ4SxjfHasDwe0dYXeccCa/Drt7Go+YcVp4wnzYHq75rmt17XHlulD2OealVO7302SwemTTp10hfsOo+p5JOAMV7U2m9xTns5B/Qr1zB6i233OJd+0MPPVT424oVK3oqzSBC3dOnT8v09HRP248WOvkqwWrPeL4FC2+Vtd5cww65goPVt+fk0e+flL1zIp31l8tDN3VaNcdqWS8q1cszCzXjANT80nidHquhD/Rmw9lqmGh1ZONf6/MyJjd5ib8+ajck8/8d92rTezI0WOcGfgI1vkJXI9GagqF0yL1d4PJGp7tuuZYJCFZVyGQPbdGHFYl7jl4jEHMGc+4Gjz/wVEPjikN0CkNKA8LNoGC1rNwf3yoH/1Ox17YvCHRtT70Zz3qS9etUuvz9Irc7PqIX9W61e40VPmblqXOecCO+BqY9oeIvT/vWFz0w/Emxp7Zt5WrsGv9Wcf5k90zHXKyqN63dQ84Itz1ha+OXEjaIQA2BQbdT6rQ9ve0gzznv2q2q8jPvcWhlCBidkt3rWzYSqeqemg67NwP6POQqG37vvacHtpX9bXtH7+6W9CQOu4a0N1gtHYGjn852j9UbjsjmbH7qvBNB3GPVU9+iF1hcIz3BqqvNWNKOLKu3OIfehwbzO1+46QpXXaFqVAqC1R6OxbvvviuvLf5Krly9oYelk0VOnTola9eu7Xn54S1YfLMVNIfPAApkBquLcuYXJ+XwhdMy82Et/T/Tle9999fy4BmRlWvWyEO3XilrliUbb8scq66hrfk8kMVhpPbxCQ9WfW8xi2/UCj0SrB6teRmsqQCMHh9W2bPAZenq3ACq7RKvwjWsWMSYgzQNqI65SmoMPYt+4Flf9Kdt/0n2nPqKFEIh5xB7T+PV8SIg7sF3+0GjdHqddg61C5gX1XUeuM8tEfMBx3Fe6E6eBpIeekZDV4uNzsS2m54TvgcfvbfA9fawe8+w1PJrRkJbtb28B7r7t+XLb5KtB45Kx/h4jNbLN+7d7h825X0IdNZddX2qWN8Hviyy77RkPUjTGuYKp4t+2jWw5PyJ6k32Ysj5kSvzmPt6CNf6SvQSX3HYPALqeqLPxZ+oqGHzvbRT6rQDPOuPX8SZ95K4VI6ep/5rZvIBvtnj9nEO6QU7gXXDO0e0fYzaN6VC0D3Vdf/Ydr8UewPqdadiJJJWN93PZxVte6PN1aZ6HXINaW+wGtIOjGuZNfy/0MbO2rs+z/Bnx3ZfEd1tUOczuGcUaHJvkvjjt/o9JzmvcW66/pT1GtXDVV+oGpWXYLWHo9buYLUHkAEtYgSrb/xSvvbt38gPF5fJzJaPyFc+uUamXnlWdj/wihx5R2Tqkkvk4dvWZ6Fqm4LVAXGyGgQQQAABBBBAAAEEEEAAAQQQQAABj0DVcPwoXC0LVQlWX3/9vV5qF8FqL2rVy9hTASyc/Lnc8sib0hWRzpoVsvKVs3JiUUTed6Hc/+Vr5erzzHW2pcdqtRS/QAABBBBAAAEEEEAAAQQQQAABBBDoR6AqWA1ZNz1WQ5Ss3xCs9oAWsEhxjtVFmXvqr+SWJ87KGbW8J1SN/kywGoDMTxBAAAEEEEAAAQQQQAABBBBAAAEEhGCVj1e16jRwf7xqUeZ+/FO5+fCCLCybkj23f1xmVqeTqlp7T7DaqurAziCAAAIIIIAAAggggAACCCCAAAJDEyBYJVgdWuVaihW7g9WoJGflxGPPyIsbrpWZS5Z7i0awuhRHjW0igAACCCCAAAIIIIAAAggggAAC4ydAsEqwOn61tqTE/mA1bDcJVsOc+BUCCCCAAAIIIIAAAggggAACCCAw6QIEqwSrrToHCFZbdTjZGQQQQAABBBBAAAEEEEAAAQQQQGBkBQhWCVZHtnL2UrAoWN3xbC9Lasusv1yO39TpcyUsjgACCCCAAAIIIIAAAggggAACCCDQZoFRC1ZvueUWL/dDDz1U+Nvp06dlenq650N08lWC1Z7xWBABBBBAAAEEEEAAAQQQQAABBBBAAAEEmhfwhbqucNUVqkYlJlhdu7b5I8cWEUAAAQQQQAABBBBAAAEEEEAAAQQQQGDJBMp6y+rhqi9UJVg9dUrWEqwuWQVmwwgggAACCCCAAAIIIIAAAggggAACCCyFQNU0BFG4WhaqEqwSrC5FvWWbCCCAAAIIIIAAAggggAACCCCAAAIILKlAVbAaUjimAqDHakg94TcIIIAAAggggAACCCCAAAIIIIAAAgi0RoBgdfFXcuXqDT0f0FP0WO3ZjgURQAABBBBAAAEEEEAAAQQQQAABBBAYVwGCVYLVca27lBsBBBBAAAEEEEAAAQQQQAABBBBAAIElEyBYJVhdssrHhhFAAAEEEEAAAQQQQAABBBBAAAEEEBhXAYJVgtVxrbuUGwEEEEAAAQQQQAABBBBAAAEEEEAAgSUTIFglWF2yyseGEUAAAQQQQAABBBBAAAEEEEAAAQQQGFcBgtUBBKvjevApNwIIIIAAAggggAACCCCAAAIIIIAAAggsrcD09HTPBTj56nG5eNnvyLnnntvTOs55/fXX3+tlyXfffVde6zNY7WW7LIMAAggggAACCCCAAAIIIIAAAggggAACCPQrQLDaryDLI4AAAggggAACCCCAAAIIIIAAAggggMDECRCsTtwhZ4cRQAABBBBAAAEEEEAAAQQQQAABBBBAoF8BgtV+BVkeAQQQQAABBBBAAAEEEEAAAQQQQAABBCZOgGB14g45O4wAAggggAACCCCAAAIIIIAAAggggAAC/QoQrPYryPIIIIAAAggggAACCCCAAAIIIIAAAgggMHECBKsTd8jZYQQQQAABBBBAAAEEEEAAAQQQQAABBBDoV4BgtV9BlkcAAQQQQAABBBBAAAEEEEAAAQQQQACBiRMgWJ24Q84OI4AAAggggAACCCCAAAIIIIAAAggggEC/AgSr/QqyPAIIIIAAAggggAACCCCAAAIIIIAAAghMnADB6sQdcnYYAQQQQAABBBBAAAEEEEAAAQQQQAABBPoVIFjtV5DlEUAAAQQQQAABBBBAAAEEEEAAAQQQQGDiBAhWJ+6Qs8MIIIAAAggggAACCCCAAAIIIIAAAggg0K8AwWq/giyPAAIIIIAAAggggAACCCCAAAIIIIAAAhMnQLA6cYecHUYAAQQQQAABBBBAAAEEEEAAAQQQQACBfgUIVvsVZHkEEEAAAQQQQAABBBBAAAEEEP0pEX4AAAwySURBVEAAAQQQmDiBJQ1WTy/+WtZdfK0sO+fciYNnhxFAAAEEEEAAAQQQQAABBBBAAAEEEEBgPAUW33tXXnjt5/LBZZfLuef2lm2e8/rrr7/Xy+6/++678uZ7c/KBlavlohWX9LIKlkEAAQQQQAABBBBAAAEEEEAAAQQQQAABBBoX+P/OviKvn3lVLjxnTfPB6uLiorz9f87IPyx7WT50QUcuPO9ieq42XgXYIAIIIIAAAggggAACCCCAAAIIIIAAAgiECkQ9Vd98+zX57T905YLFS+W8f7JSli1bFrq48buee6y+9957EvVa/d/v/qP872VvyP+Rs/Ke9NT5taeCsxACCCCAAAIIIIAAAggggAACCCCAAAIIIFBH4Bw5R/6JrJB/uvh++afnvi/urXrOOefUWUX2256D1WgNKlyNAtbo/x/9H/8hgAACCCCAAAIIIIAAAggggAACCCCAAAKjKBCFqNH/RYFqP6FqtG99BasqXCVUHcVqQpkQQAABBBBAAAEEEEAAAQQQQAABBBBAwBZQ4WqvPVXV+voOVjk0CCCAAAIIIIAAAggggAACCCCAAAIIIIDApAkQrE7aEWd/EUAAAQQQQAABBBBAAAEEEEAAAQQQQKBvAYLVvglZAQIIIIAAAggggAACCCCAAAIIIIAAAghMmgDB6qQdcfYXAQQQQAABBBBAAAEEEEAAAQQQQAABBPoWIFjtm5AVIIAAAggggAACCCCAAAIIIIAAAggggMCkCRCsTtoRZ38RQAABBBBAAAEEEEAAAQQQQAABBBBAoG8BgtW+CVkBAggggAACCCCAAAIIIIAAAggggAACCEyaAMHqpB1x9hcBBBBAAAEEEEAAAQQQQACBOgIvPCZ3P/aCc4lV190qt25cVbq2+WMPyANPzUvIb90rekEeu/sxeWHVJrn11g1SvrWqHUvXJevkxjtulHVVP6/x9xf+4m557PnBr7dGERr46bwcf+ABOTq/Sjbdeqts6PFgJFZ2cU27Qr1R9bC0HqjyDf44qPKsu/EOuTGrOPXqk/tcUOvQPVLf+eTc6/3cqa4SIceisJb0WETl2vTaA8mxvOJGueOGQZ5R9lbVsc3/PT4Wq47LAw8clXnt5/kxUrZafbWuZ/3aEqxW1zF+gQACCCCAAAIIIIAAAggggAACUi9EUmAEq22qOv0Hq6o+GDHiqlUyPz8vooWmvQWrTVvXOydc54IKNrOALyhAHtx+qu2rMDILWsuC0ixY/Tey/rlH5ZVNetg8uLLpazLsPvJCGqZ25KpVXXkuqjrRS54PHk1fAq2TT183Lz96SsWtKljNQ+x1N94o8thjEr0yMsPyeuUnWK3nxa8RQAABBBBAAAEEEEAAAQQQmFABR4hk92ZNgzFJe6ka4dl1SQhzVOtalgQado89u7eh6rF6rVwrP5ef97q8cdTWSZKraD1xo7JH/6b1ftPDl2TxYkAT//MVN8qN8pjVC9PsdZht3mNk9JybN3vhecuR9mjM1h2HYZL08M03KJtu3SSvPJD/26qrOjL/XDcLlLJw7Q/WyQs/03snR8dik8zHvVSNo1lYZ2bjLFPakzHdr1VXrJMXnn8h6eX4iXl54IFXZP1183JU69lcGqzGx+lZkVXzEuWx6hjcccOqtEdtGrhJ2stZea66Sjrzz0m3zKZQT5PjuO6XSc/r4rGIVrZObrz1Ejlq9Jw0lzPPhbynd+mLh/T8ev///X5543++ka5ilWy6cb08+5jqpVlSz7xOec9SO1g1yzPvqEu3ygatJ21U7yOXzpWrpHtS0p7MeQB/1WXz8tyL2t7b50pPPdHV+lWwap+X6hpivwjQ/3eM03fva4LVCb0dstsIIIAAAggggAACCCCAAAII1BOwg1VzmO2qnyTDu1ddc63I3/5c5uPh9nkol4VDWZgWBUPr5A+ueEF+Fi0XTysQBTlH5RJjmHm6nfe9T+Qf/1EL48KWN3oEZj3a1sgamZO5NCh1l/1GkXTIutEbbtUm+fTFR+VHcZlvlPXPPRaHjmv+L5G5/zcdEn3ls0nPuSzIS4If33ZWRUH0a5vyodRZsJoERO5yqJBQC9aOXqKVTevBZ5Vjw6o0YLpYC2L1gEsLzJPAbN5yXyUqMDNt3GXKpnCI9+sV2ZSG2kZPQW14eTS9RHWwGh3/aN9VQBb1PLxVLjkahWUqOJ83QlF1jMrKrALUZGh7EtRGPTI3nU6CVec69KkltFDcdy7Yw8+LvXjNsDQ7d1Ztkk0XH5Wj0dD7VZvkxquelceiXpmV9cx2ynuYuqcCsOqr3hs0qiebXpEH0ikKVLCqAuf56LeqR6nW6zXfjn3O151PIp8SYFUWgocGqyKF/e0p2M2vnASr9e4i/BoBBBBAAAEEEEAAAQQQQACBCRXwBatp7zAVjKlg1eqZqcKhJFSStGdhsmwcLKphu4WgwwxW6y5v9shT+6CCVfNQZkFYWoZ511ygWrCqB4PO7WSBl2WUhch5L1IjZMx6WCY9Ln3luPXWdfKC1pvUmPNS3zW7HCJpcLkq67mbh1TRgutkU9qDVAWrpnserBq9jmO3YpmyeXitYDXvsfqsrL9ulRx9Kp9PNChYteqYEazesV6evfsxmc/C7zzQM466w0aMnthmHVXBqtnbWl/3Ktmk9sVzLpTP66mdZ2kAbZw76uWA/oLCV8882/fX26hiqN7S+T4VjrEzWL1D1p+8Wx57LQ981316k8z/KO1Ze8Um2fTa0Tj0Vi9TXEPwjeDTmo4gD6BVkGr3SLWvUdbfVW9q6/zuZ55VgtUJvR2y2wgggAACCCCAAAIIIIAAAgjUE+ilx2re29LdY1Ufyqv3PHR8IMjZY7V6eaPHajY3Yx6sBgWaVsCTr7PYY9UMocwenFmP1XQofhwsZr1btY9z+YJVvRz6b7IpDLSAzyizYxoHY7oBs0ej3hPX6LGaTTPg6bH6/o68/42uvGFMq6BN7aCmAsh6lqY18Iob5daLjxofOctCNHvqBH3dpcFqXvfirehD0EtsVO/g6DjGQWHam1r1zDR6rGb1yXRX00KYPVatnsfxR98cH1fSeyvXDlY9PaMLTsUeq9l5kIXKVs9SFeh6e6zeEU+HkX/oTp8eQZ++oDxY9V2T3FMm6L1XzTlWk4/TeYJVqzc9wWq9OwG/RgABBBBAAAEEEEAAAQQQQACB2gJDmmPVCGNcXxevmGM1dHljfx1zrEb9NFUPu6zXrOOL7a55TLXQzte7L9u8o1dnPndr+isrWF2VBXDaTjjmdXXPWRuZ/oGse/5n8oI+ZD2K9VSPXBU0WnO7JlvLPxCUbz0K8Mx5W9U+qPBY/dbulZj3OswDVztETQaHF78CH89lGgVmlo+a09fssar9zjc3bhy4Wja2QSGUzD96lHtE5Up6yOoz1EYm114j8vO/NSaoTae9SIfA2/MUpyuN3dK6Xd1jNR+eb9QzFbgHBKv25cBdl8wpCqJAMp8KIAprraBTm9LBWP8FIvIP9T4a5Z6ywDW3rb7e4sfWmAqg9oWfBRBAAAEEEEAAAQQQQAABBBBAAAEERkXAG5LFvQz5D4HxEWAqgPE5VpQUAQQQQAABBBBAAAEEEEAAAQQQQAABBEZEgGB1RA4ExUAAAQQQQAABBBBAAAEEEEAAAQQQQACB8REgWB2fY0VJEUAAAQQQQAABBBBAAAEEEEAAAQQQQGBEBAhWR+RAUAwEEEAAAQQQQAABBBBAAAEEEEAAAQQQGB8BgtXxOVaUFAEEEEAAAQQQQAABBBBAAAEEEEAAAQRGRIBgdUQOBMVAAAEEEEAAAQQQQAABBBBAAAEEEEAAgfERIFgdn2NFSRFAAAEEEEAAAQQQQAABBBBAAAEEEEBgRAQIVkfkQFAMBBBAAAEEEEAAAQQQQAABBBBAAAEEEBgfAYLV8TlWlBQBBBBAAAEEEEAAAQQQQAABBBBAAAEERkSAYHVEDgTFQAABBBBAAAEEEEAAAQQQQAABBBBAAIHxESBYHZ9jRUkRQAABBBBAAAEEEEAAAQQQQAABBBBAYEQECFZH5EBQDAQQQAABBBBAAAEEEEAAAQQQQAABBBAYHwGC1fE5VpQUAQQQQAABBBBAAAEEEEAAAQQQQAABBEZEgGB1RA4ExUAAAQQQQAABBBBAAAEEEEAAAQQQQACB8RH4/wEE/31OBe4/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8" t="45007" r="91234" b="50168"/>
          <a:stretch/>
        </p:blipFill>
        <p:spPr bwMode="auto">
          <a:xfrm>
            <a:off x="6714151" y="1214818"/>
            <a:ext cx="202758" cy="310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20 Grupo"/>
          <p:cNvGrpSpPr/>
          <p:nvPr/>
        </p:nvGrpSpPr>
        <p:grpSpPr>
          <a:xfrm>
            <a:off x="1158241" y="1751011"/>
            <a:ext cx="3385046" cy="2219595"/>
            <a:chOff x="5729176" y="1775902"/>
            <a:chExt cx="1191284" cy="1140874"/>
          </a:xfrm>
        </p:grpSpPr>
        <p:cxnSp>
          <p:nvCxnSpPr>
            <p:cNvPr id="22" name="2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304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960817"/>
            <a:ext cx="8522043" cy="42111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Realice la actualización necesaria en el formulario desplegado y presione el botón «Guardar» para almacenar los cambios realizados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830444" y="2123440"/>
            <a:ext cx="3468756" cy="2905760"/>
          </a:xfrm>
          <a:prstGeom prst="roundRect">
            <a:avLst>
              <a:gd name="adj" fmla="val 458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Graduados</a:t>
            </a:r>
            <a:endParaRPr lang="es-CO" sz="2200" b="1" dirty="0"/>
          </a:p>
        </p:txBody>
      </p:sp>
      <p:cxnSp>
        <p:nvCxnSpPr>
          <p:cNvPr id="19" name="18 Conector recto de flecha"/>
          <p:cNvCxnSpPr/>
          <p:nvPr/>
        </p:nvCxnSpPr>
        <p:spPr>
          <a:xfrm>
            <a:off x="-3948236" y="1562484"/>
            <a:ext cx="0" cy="1487514"/>
          </a:xfrm>
          <a:prstGeom prst="straightConnector1">
            <a:avLst/>
          </a:prstGeom>
          <a:ln>
            <a:solidFill>
              <a:srgbClr val="36A1B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4" descr="data:image/png;base64,iVBORw0KGgoAAAANSUhEUgAABVYAAAKjCAYAAAD2wVQ2AAAgAElEQVR4Xuy9CZgURba+f0AURFBQQZZB6FFxxw1QQcDBBXFUVEQdBBVEr9dd/1x33HAffu46XhcY1+uI6OAyiDqMoOACjoqDKOo0yCAILqCsCvT/+aLqZEdGZVZmVld3Lf3l8/jQVEVGnHgjq23ePnGiQVVVVZXwIgESIAESIAESIAESIAESIAESIAESIAESIAESIAESiE2gAcVqbFZsSAIkQAIkQAIkQAIkQAIkQAIkQAIkQAIkQAIkQAKGAMUqHwQSIAESIAESIAESIAESIAESIAESIAESIAESIAESSEiAYjUhMDYnARIgARIgARIgARIgARIgARIgARIgARIgARIgAYpVPgMkQAIkQAIkQAIkQAIkQAIkQAIkQAIkQAIkQAIkkJAAxWpCYGxOAiRAAiRAAiRAAiRAAiRAAiRAAiRQfgSef/55Of7448tvYpwRCZBArRGgWK01tOyYBEiABEiABEiABEiABEiABEiABEigVAhQrJbKSjFOEigeAhSrxbMWjIQESIAESIAE6i2Bd955Rzp06CC/+c1v6i0DTpwESIAESIAESKCwBChWC8ufo5NAKRKgWC3FVWPMJEACJFALBB5++GE588wza6FndkkC2QmMHz9eHnzwQXnhhRdkyy23JC4SIAESIAESIAESKAgBitWCYOegJFDSBChWS3r5GDwJkAAJ5I8AxWr+WLKnZAQmT54sBx54IKVqMmxsTQIkQAIkQAIkkGcChRarv/76q/zyyy+yfv1689+GDRtk48aNUlVVZWbaoEEDadiwoWyyySbmv0033VQ222wz8ycvEiCBwhCgWC0Md45KAiRAAkVHIKlYxdbtq6++Wj766CMzlwEDBshdd93lybGBAwfKhAkTzHs//fST3HHHHfLEE0/I8uXLpaKiQi677DIZNGiQIFvxmWeeCeRx8skny+677y6jRo0KfB/9f/rpp+b9/v37y4gRI3ztLrnkElmwYIEXh76JWNBvv379AvvVPu03e/bsafrXjMqwuPfcc0+57rrrMvrFayeeeKLstttuZs7ghzjsy26Drz/55JOMfpQp3sD9Tz/9tFRWVhqmgwcPFsxZr6A+EB/a6DywTh07dsyI5ZFHHpFJkybJ6NGjTcxx2Cm3N998U1q0aCFDhw71sbDnh/7QfsyYMTJx4kTvGRo5cqQ3nvY3btw4n3QFP1x4fniRAAmQAAmQAAmQQL4IFEKsQqSuXbvW/AeRmssFydqkSRPzH0QrLxIggbojQLFad6w5EgmQAAkUNYEkYhWitG/fvnLvvfeaTEMVpxCBKv622WYb+f77782cIQD/85//GMkGoQepeP7555v7UVdz4cKFpp0rzPQ9CNwbb7wxgx/GRl9DhgyRli1byqxZs7w2GK9Pnz5G5GoceBOxHnfccabd3//+98A1UWlsjwk+kLS6XV3n5Mq9rbbayicidQAITEhDxIx7b7rpJrntttt8Mthug68hiyGA7Qv34wLLt956Sx577DFTlxTzPe2006RXr16ezAzqA/NYsWKFb50gQadOneqrb9q1a1f58ccf5cknnzQxR7GDBD311FPNvCCsNZ7f//73nuy156frc8UVV3gMIHNvueUWLxasw1FHHWWk/dixYz0MKqRtiVzUHy4GRwIkQAIkQAIkUBIE6lKsrlmzRlavXm0yVN0LmalRl2axuu0gVps2bSqbb755VBd8nwRIIA8EKFbzAJFdkAAJkEA5EEgiViG8kGloZ0+CAYSXyi5brNpCTVmhD1wq7fR+/GkLs7Cx7H4QC6Tn448/7klNSDrIPohHW6zidchP9IsMVDsb0+3Tnd/w4cON7IRMTSr3XLEKsTht2jT561//6glNV6yqiHWfL9x77LHHypQpU3yZnJDG++yzjycmg7ijL3tt8DWELDhoxq9KUmSy2jFkY2ez0XgR5zXXXONJUTserLE9pt6jwhp/6tpDjl966aVehnFS9uXw+eQcSIAESIAESIAEap9AXYjVdevWycqVK7MKVUhTZK9qSQAtB6BlABo1auRt/4eEDZKsKA/QvHlzady4cd7Aff/ihXKDXCN3H7ON12fQa3kbMN1R3sb46C7pOq2vzLqgS0CIs+WurlOk76yLJOjd5HP6XiZecIPI1XfLgNbJ7879jpqNO/uerjKl9yy5aO/cI6hvd1Ks1rcV53xJgARIIIRAErGqAg+ZhMhODKqP6WasYsv62WefLT169AiUmQgrSJjFFavY4o7MTZWDEH0nnXSS2R5vi1VkYkJIol/U9nS34yOOsDHR/i9/+YsRhUnlnitWMQ6yd2fMmBEoHsOkKO5TaRwUuy0sg/rAvTgoSrN7sU5YG52X9g8pigxkW6xmY7fDDjvIhx9+mLVOqh0P2rtZshhbM1m/+uorbx1QjgDZsCqSk7Lnh54ESIAESIAESIAE4hCobbGKn6FXrVrlC0WzUyFH8R8kKmqt/vDDD+Y/tEdWK97TLf/YqdWmTRuz9R+v6RUkWJG9iqSCfFyFEqv5iD26j3IRq9EzzdaCYjU5P4rV5Mx4Rx0TGPP6AzJnybzYo155+Hmy03Y7hrb/4tsv5ebX7ovd3+5tOsvIw86J3Z4NSaBUCSQRq5ij1seEHENGISSrXR/TFqtoDxn2yiuvmJqsQfVAtQ3+dDNWsR3cvQ4++GCTMasSFPIN5QWwvV/FL+ScHQfaotyAijkVhe5J9GFi1X5dt/O7cV111VW++PX9ILGKeeL1s846ywhqN2MVtUrt6+WXX/ZKCbictJ0tHdGf2we42XVTlY8tRg855BBTpgG1a1WsRrFz1zvoc2DPL1t7fc/ljXVFCQSK1VL9LsO4SYAESIAESKC4CdSWWIUoRSkm/KmXClX9E/IUInXJkiWydOlS01Zlq0sN90Cqdu7cWdq2betlr6pYdQUrMlxR+qmmh1xFi1XIyeHypAl4iIxF9ufSiXLhjSLX3DNAUnmutsC024vIqWNl1gUid11QKRU7jpbRX46SyfcMEPEyZRdZ/YtIj9T76BdC8NFOkzOyaZ+QvlJ5w2ipeGSWXCSasdpeJl7QT0bPSJEdgvf2TsVVcU2ljL5hunm95zXV/aH/4Y/rSqTmJvdcKJWdKmT0DZUy6m93y4Bv7pKuI1Kzlx5DZIhUSoWbsYqsWW1j5pvKjwXbfulxRXqm+pOJcuEzIn2/HC2jdxwrkzs9Kjqf6abNNSI3Yh5p1qmeqjNl7Xi8+Syq5puej86zOgb0fYZUHqlr6Wdd3J/iuo+OYrXumXPEhASGPXGRQG7GkastNm8uQ7ufIPtuv1foKP/8+mN54v3nZPmanyMj0XHHDb0rsi0bkECpE0gqVu35QrI+++yz5nAqzVoME2eQY8j8RNakXX8T/dUkYxWSFaIUW+sh5PRwKDsOiExsv8cWd1yQvLfeemvGIUjZMlYfeughI3STyr0wsWpv6x82bJgnMrNlrGYbW+vYqrRVMarb++1yCWCgfNAemcf4D2UGkNHqbt3Pxi5fYhXPB8Q7sozddYDwRd1bLSPBGqul/l2H8ZMACZAACZBAcRGoDbGKQ6mQhKCy0xWqIADpioQA/PwDoYoyAGE1VJUY+sE2fyQIbL311kawYus/riDBivaQqxCyuV5RYtWWm0ZEyliZdXJluFhd+r1833qbtHBVIZgSemJkZypSHfeM+f0seYr2/WTKoX6Zas/NiMI3+nryVdKlACAo+80/IyU1IX6PrJQzZvWVKV2HS6XKVPP6FOkLwdn6e/l+6TayTXpLvx2PmaORoxCzj0qFaY9/aECgpoWrVwrAbpOSyjrP75d+L9u0TpdY0JIFYOfFoPK1olpYH5kSxkO/vrB6Pp5YdTh680m9HjzPlKBGKYC+02xRHc0612eqHO6jWC2HVSzzOUCs4npqQfWhNGFTPqVjVzm/z7BIsXrv1HGx+8NYFKtl/pBxeoZAErEKsafZgza+sIxESDecXG9nhgbJy5qKVUhFlAPA9nqUAUAWqAo/zWLFYUx6QWpC8LqHWIWJVXubfb7EKmJBX//617/MD9UqQrOJVZWk9mFdOifIZZWnbh8Q2rfffrt3ABfuUT5a5gClGvSgMb0fB2ihdms2dlp6AcztCzJUD9iy4wmqyYr7kFE8adIkUx7BXQc99AwZzHiWKFb5zYsESIAESIAESCCfBPItVnFAFaSqXrZU1a9//vln+fzzz2XZsmWBdVej5odSAMhEhVjdZZddIrNXIVdzPdgqSqymJOVomW5lkprXQjNW07PT+0wWJsSfv9apLTLt+p9RtVcz3rfEqlsr1p9Ji7iCapWmBCMyXZHlCdFbHY9bSiC41qlmhdrZsPYae5mxyGZ1pLR/PtZ4vtqxfkFd/S8fjBLE1x+nLVaTsI56Tsv5fYrVcl7dMpkbxOr2LdvK7CVfyCtLPgucVY8W7aViq7bmvThi9ZIXb5YZyxfJDk22lK/W/pTRJ/rD+9pvXLGKMgM/r/PXzNHsWfu95o23CC1XYLdru+V20rZFGy++lWtXyrylX3l/79x6B2nWpFlG/IuXL5HFP33rez2XtnHHC5q3Dp5trkFxzlvypZlzu622y1rSwZ4c+pk6b7r8tHaleXnnNjtKn849Qz8B7rzQMIxPUNuf166Uz5d8KV07pX6Fmi1DOiwIMPvH59PlrN6nxf6kItvavWbN/0jagVeLNqFziDtAErGqdTBfeuklr14qZN/RRx8dmLGqAsyuCYrXIMcgQ/WqqVhFDCgHMH/+fPNbf1wqDlFbVIWhzUS3vduHWAWJVT2xXjNy8ylWEQ/iQNyQl8gazSZW0R7vI/PWZYpDvPTQraA+IDT32GOPwEPGUA6gU6dOpgwAeOj9c+bMiWSn0lYlKmJEbNOnTw+MB4yHDBkiQc+QMghaBzwvyIw+99xzKVbjfrjZjgRIgARIgARIIBaBfIpVZKr++OOP3rhBUhVvQqoiAQGHWtXkQh3VLl26mOxVXHYZATf7FTVac8lcjRSrOgEVpQFy0BaYotvrjYg9SN42hz0VoVj1ttSntugf9G7qEK9cxKoiUsFqyhC0SwtpLUugJQtqLFatDFrv4cougClWk38KKVaTM+MddUxApd3o1+6Vz5Z/EyhCIUj/ePiFseSSirKJs1+Vr39cHJi5+vs2u0iLxs3k9P0HJRJ8L8+eLGOmjfWk7cXdT/LEGd579P3xZg6I9agu/qwuxYp2//Pa3WaeELsvj3jUk6cQiLe/cb/c/9k/5Ob9B8sp3Y73iVftQ8sdoB2uqLZgq9L6ir2PlrMPOs30i/EefPsxueWjl+TcXX4nlx56buB4Ojf0gbU4YLvOZtzKFYuN8A4T04jTzh5GxvHydSu9WO7rfWakeMTYx784WrBm/Tv3kncWfGjW9PHDL5aTuw8MfFptjmiQbW42A7TVZwNfv/vtPLNOmPODx1yVVea6gVz83Cizju+een9sMfvQtMfkzvf/4j0b+ssEcMYvAnStc60JnESsYixkFl5++eVGxOE33+62entrOLJFsc0dbfbee2+B/IMUHDdunC+LNUysBtVYRQyoOYprzJgxnrxDxmbv3r094ahx2Jmc9noEHQQFoeeO6daQDauxir7tw7J0rLBSAPo+pHCvXr3MnOKIVWWqLIOYBolVzdzVg6OCSiVoJqzeD1ntlhBA3C47ZYI6rogHP+CrpEV7Nx59hvBM4HKfoSCxivj79u1rDiVjxmod/w+Zw5EACZAACZBAmRPIl1jFdn78PBi0/R+CVSUr2uFnMhxQFbX1Pwo9ROlOO+0k+EU5Lles2v1jfPwMmLTmasbWepPVqdvxxXxdOTy9hR9ZlGMrZPLVIjeYrfYXCTbMp4Riaju7Eau6ld63VT08Y7W6jmr09vRsGavBpQDscd1apZLagm/NOVOsWiLTV0ogvXpe2YEUC690wgFv+7b8h5VRyCVj1Sup4GUOV8gTXUPm2ZqlAKI+Z0HvU6zmQo33FIQApNJ50x4OHfuXq99OFJcr9eyb45QUCBtM40QfrlDEexB/URmwyNLV0geQfneeMNobDqKv430nSNR8Mb8DHj/X3BfVVvtEW1dIquided6zgdmxGljQvBEDBPb1R10WujZBcap0DGJodwRJvvWYI4yAfvO8v3hv4f44tXaVTxy5udmNB5n+7bYYf9TLtxlBCrk6ZcTYQPHsTt7m7a5v1EOsz4YrnZ95f4Kc+tqd5vbnjxkVKu6z9Z9UrGpfWu8S28XdQ6Dc8ZAxunDhQiPc7AzRqHnz/XACyrRDhw6mDEKhL4hPZLgmWWN9hiCUeZEACZAACZAACZBAoQjkS6x+99133kFVbqaqitWNGzca+Tpz5swaZ6uCFyRp+/btTfkmXEFi1ZarONCqVatWCVFXb4X3brQOYPJKAZg30wcwtXYOZjp1iAx5XKSvkZTW4VU9Rskoc2DVMBk441f5fVrEoqdqoZj88Crfln9vy3z44VWpuMyo1YdApYVj6vCqnjLqmtSBVcNOmC6/HlFdCzZVVzXo8Krq2qrIdvUOqbJKJtiHVw25ZlTqwK0/jpLKF6oP/komVp3DtLz1yJ6xmopDeHhVgk8GxWoCWGxaWAL1TaxqNiSouxINki9KliYRqxhDZaYrKfXwsKgsyGxCOduTExSn9hUlHfVeZJG+MOIRbxi87pZRCIohSJaGxRrWVuVu0DqF9WVnnqLNgvOeiyVk0TZMrNrvuTzifnJzFatx+2c7EiABEiABEiABEiABEihmAvkQq/glMzJQcYVJVby+fv16WbRokXzyySc51VZ1OWqd1W7dupm3IG5VroaVBWjatKn5ZTgvEiCB3AlQrObOjnfWMYH6JlYP7LiPzF36pcmGxGVnIdaGWEWN0sOeTWWWalamZlbGEX9BYjWXOCEqj3rkDLO1PSqTFGUidn/4dBMzslvBDHVPw+qluo9sPsQq+lTZGZVhq+MffN9Jcv3hF8jZL95ktvWjVEOUuNZ7s4lV+zMSJd6DPr4Uq3X8TY3DkQAJkAAJkAAJkAAJFBWBmopV1En94YcfzJyySdWGDRuajFbU1587d27exGq7du1ExSpkahy5ipqsjRs3Lqp1YDAkUEoEKFZLabXqeaz1UawO7j5Qhj55kak5iq3mLw69xxzolIuwjPP4QPhBaKLOKrbvgznkrl2KIKyfsPWJEnx2xioE46Mfp2pmxt1Wf9wjIwIPNYuzHb4QYhUCG0J17si/yZjXH5Ar33varG1UqQWK1ThPMNuQAAmQAAmQAAmQAAmQQO4EaipWsbX/l19+8cSqbvu3/4RUxd9VrKLOvt6Te+Qim222mTnDQGvXa5ZqkFy1SwIg03XbbbetydC8lwTqNQGK1Xq9/MU3edTz/Pu8t2X+8sXmkCdbruUqVpEB+cc37jcnxtuCsNhrrCL7EifGIyvzmCcu8A5JApN811jVJ8Gu0/nDyFdN5igyK/t07hn5sLgZq7pFPolYnXPmn70M1GyHT7nBQFZ+vuRL7+AqvA9ZCXmZ7cq3WI2TeYqSC7hQA/ab5UvMwVu44ohgtIuTseqWc4hcvHSD+paxih9iV6xYYQ6K4kUCJEACJEACJEACJEACNRGra9askeXLl2dIVbygMhVCVb9GKQCcPfDxxx/nRazq4VU4x8AuAWCLVXyNyy4NgL/jINrNN9+cDwAJkEAOBChWc4DGW2qHALadPzXzeVm0YnHgYUC5iFVbSiJq1CrFVvF9t99LSkWsIm47qxP1M5HBmkRYRrXVFbXrhWJbO06btw+FyrbyYYdXgXW2y62xqv3EOQwK8b45b7rvoCa7PEDUvPMhVm1mUaULtLQC2OoFxsgSjitD49RY1YzjpJ/U+iRWceDTXnvtJbfddpuMGDEiKSq2JwESIAESIAESIIE6IhBwWBCOz7lmstx9zDZ1FEPqpPDhX46SyfcMkLobtc6m5w1UE7Eala0KoWoLVkjOb7/9Vt5//31Zu3ZtjSeLeqk4THaHHXbIqK2KsWzB6spVZLtus005r2yN8bIDEgglQLHKh6OgBCCaXpo9WZ6e/TdPLvXptK90235vObhzT98p9EnFKvo+57mr5ce1P5u+9dI6mLUtVoO2d0OKaSZqNvBB7ZDNq9mNuDdKGiY9vErjufbl2+SWj14yf3UPzcoWc9jhVZjLlYefZ0oYBF1unHaN1aiapbqG44be5XWt8jJKVNoCNkqIovMwCau8og7aQh9gNGneW76Dtux1jRNHmFjVfpKUFXDXoz6J1TvuuEMgV/EnLxIgARIgARIgARIoRgLeKeH2qesmUD1JvfrU9dqOn2I1O2Fs5YdYxRW0/d/OVFW5irYrV66Uv//974Js15peW2yxhUkc6NSpkxGrbqZqVEkAiFUIVl4kQALJCFCsJuPF1nkiAPn14NuPGYEHIXVI54Nkv+33ynoyei5itXmTZt5BSBgHB0FBPB3RaT+zFfveqePkqQWzMmYFoXd+n2EmszXppWIP90HuDe5ypOkCQs0tbxDUtwrhLm12kv859FyfXLalZzaxCjn59PsT5LxpD5shXj/xtljb+dHWFo5xDq3SOWi9UGTUjjr8fPl57UqzPf/O9/8SuiXfjVPFon2QVja5q1IWbY7u0s+Ecvsb95t1zjZnjAsReeprd5p7UHbgqC79fKzttbHXFG07t9nRbOOf8PEk8/zg2Rp91GWh9yvXM8dfJfjFAerX6mX3jefu3kE3Zu1Ha8oiK3VAlyMM5ynz3jafJTxvDw+6KVRiRz3LNRGr77zzjjlRFFuPsl3Yfv/qq6+aJh06dJB+/frJlltuGXpLtn4hRrF9yr3wm/qgPtFXtkvv036zzUf70ntw+uucOXNMloA7Nt6bPHmyF+sRRxyRlZPLCKUKfvOb30QtX+j7Ght4B/WjJRHcDoJKJOTCBv2Clz1+tjIMLstsbMEV3HGBPWJW/mHPhz1PjSmMQdQzrWO46x71rCEGxOrOzeXkrkkYi3w/Mzk/bLyRBEiABEggfwQ+uku6jngyS2aqZrIOkbGzLpIu+Rs5sCeK1eyA8f/oVatWmUZB9VTdUgD4Oy7UWX3llVdk9erVNV5BbOXHz+K77LKLT6yqUHX/xIB2SQBkvOJnH14kQALJCFCsJuPF1nkgoNvzITcvPfTcrDLVHi6pWMW9KgkhrPrt3MuINIhVnMQOiVcbYhXjQvg98f5z8ur8D8xYuCDfzul1WqT0gqCcs2SeuWfgXv1929zxGt5/+fOpWbfoQxpC+tlXtqxRd1khcJs3bh77pHpwvvm1+0KfDjuj1G6ULU7E8PWPi03zsNhV0D/72VSPM8TuRb2HZRXJQfFm42OviR3/7m06S9+de8YS8Mg01cteV/t1vI8+Rx52TiDLIF5ouH3LtibLG3K4JleuYhVya/DgwWboysrKQKmJHzaHDRsmb775pimojzpOH330kbnn1ltvlUGDBmWEHtUvsk1vuummwCkffPDBMm7cOF8sUdubXn75ZSO77H6D5mPHpfdAiB111FGif9egxo8fL5dffrn5K+aNuluYd1B8QYwWLFhgmJ5//vly3XXX5bS8uO/ee+814yMjwr0GDhxo1iXocsfNhQ36BfurrrpKLrnkEjOMjvn0008buW5fLssgthCJp556qmEDlrj0eXrppZfMPyqyPR86nsaUjQGe1SeffDKwFu8hhxxixnU5RT1rGB9ZLe7c0B+uoHXC67qW+lzW1jOT04PGm0iABEiABPJIIKY0TcvXIY/Mkov2FklluFbI2Fl9ZUrX4fKk2BmtmuVqhdkjeGu/lylrmqb6qHimuhSAeOO4Qjc1RqWvTEFQKQO/DM4edx6xxugq11IAS5culQ0bNnhSFUPZW/9VpOpr+BNSEz8PTJ06NS+lABo1aiStW7eWXr16ySabbGJmqyUAXKlq12DVg6xwD+7nRQIkkIwAxWoyXmydBwJ68jwO6zH/gJz3tny4ZJ7Zrm9nJ+qWcK3xCYm2+KdvQyMIyi6FnIN0e/CYq8xJ7H88/EJ59P3x0qJxM7n56Mvlg68/NpmHuOYu/VK2bNJM2m/ZRtq1aBOZQZsHFOyCBIqKQK5iFbIMwhA/FAZJUsif4447zsz1scce87Im8TpEEV576623MrI4o/pVcabbrhQmxCeEGX7j/sILL3hy1ZV7YfC1Xwi1oPkgrokTJ5o5ZxOrkKpnn312Rh1XyLQhQ4ZInz59ZOzYsV4YkGrz58/PkHiPPPKIXHbZZTnL1a5du0rv3r0NZxyO4GatQirimjBhghcL1ubZZ5+VW265RQYMGOCVTMiFDToNE6tg/OGHH/oEeByxipghnadMmeLdq5IRovOrr77KWN6geWqjsPeQkXraaaeZdXH71Dq9eH/atGkya1bm7gf0Hybdg97TZyZondBe11JLWNTWM1NU35gYDAmQAAnURwKR2arBUKqFqFsiIC1VfSUFguVtqg8xMnWAcWxod4NMkekyXVIiNr5YTY+Rvk8reJrs18erYwyPu+4XPxexiqzT7777zkhVXJqxqlmqdrYq5KX+Hfd99tlnMnfu3LwcXoWxkbX6u9/9ziQxII4gsRpUEkBJb7vttrLpppvWPXiOSAIlTIBitYQXr1RD33XMkV52IeaADMOTuvSXn9auNKe6a3YjTqjHhW3XE2e/6glPZOUh4xDXA289JneeMNpkiLbdcjtf9qu9TRw1XLEFG1unD3j8XJOtaotY3WIfVdOzVJlnixuZwOD+7rfz5MWh90Rm1JYjg6g5acYqGM0879msW/Wj+irm93MRq5BZFRUV8uCDDxqBBCHkZtupGAySRbh/n332kaFDh/oyMuP0GyZWwRgZjfhtvZ0lmVSsQphBntryE33jQADIRojKbGJV2wXVcdXYNfNQhVqQYMaY2j5MuIU9V5pdi/uOPfZYk1XrZr5mE466dm42bxI2iC1IrEKM/vjjjxmCOY5YDVtL3DtmzBgZPS8+z0AAACAASURBVHp0hqjPRawidmXoZiODI17761//auqZBWXf4v4kYjXs8xAUR209M8X8PYqxkQAJkEB9IaCiUTNR48479D4jaistWZru0cl4laUT5cIjR4u4B2OlX5+eznCNLVbT91WkM2q9eTjj5DrfuFyStMtFrGIb/4oVKwLFqi1X3QxWiFVI1XyK1SZNmkj37t2lffv2Jms1SqzifVyatYqSSqjVyosESCA+AYrV+KzYMk8EIDxnzf8oIytUtzljS/alL91qTr7Xuqj20JCfqGuJLf27tGhn2un2fq07imzXbvedaN7v1KKtLF/zsxG2yJat2Kqt2VrerHEzI2JVqkLw9u/cy8QVd0u11uqEFB7cfWDJCTc98KimtTnz9GgUZTdaggLPxwMn3Bi7dEVRTiYiqFzEKsQbshqRzacy05WDyKrDb83tjMgoPnH6zSZW0f/w4cNNVqOK3qRiFaIMJQ7scgA6R30vTKyGybiweWeTfrhHRbMtiqMYKgP8CTlsM7XvjRobgljFtzJPwgZjBYlVvN6/f3+TjWtLyThiFZmbuCA149afzVWshglMcLniiitkxIgR5llTzu66JBGruBcZ0UEZsO7rUeuW6zMT57liGxIgARIggdolEC4ag7bVi0g6EzUz2zQiTlesun/3bvdnnsYWq2HDB4pVO0u2dvlm6z0XsQqpCrmqmaro35WoeA+iUw+xwvsQq19++aXMnj1b1q1bl5dJQ6yitFXbtm0zxGpYrVXWWc0LenZSjwlQrNbjxS+mqSMDFTL1x7U/m5IAuG7ef7A8+vHLcsB2nT2Rql/j4B4c1oM2qDfasklz6dlxX682pZ6cPufMP8s/Pp9upKceVuSKWRwodW3vM2S/jnvJBws+NmOf3D21NRblB16aPdl8fVbv08yfEMNaPuB/XrvbHISFWqroQ+8rJrZhsWit2xN36ZNxSFYpxF8XMeohWtkO0KqLOOpqjFzEKqQpsvU0KxPCy82KjCs07XnG6TdKrLrvIw7U4+zZs2cGUhxipHVe7fsgzx544AGvDiiyFL/++ms588wzfTVVXXkWFZsbQBxGUSLN7dPO+sXcdOu6m1kZ1a/9fi5sEFeYWIVsR//Yvo9SEpCkccQqBPfRRx9tMopROxbZyfhHhFuv1WYSJVbR14033ujDiIOx8IsDnK5rZ2LbmcCIWeVrUE3epGLVlvc6H13L2267zYjcIKZB3yei1rauvrdwHBIgARIggWQE4mdwpoXnjmNl1gVdrBqrwYdZpbbgZ8bir9EaLDjtw6uSilV/zdbq8XumM2Ora6zW/iFcUSuRi1hFWapffvkl66FVEKmuWF2/fr0sWrRI3n333bzUWMXcUApAkxogcSFN7azVqIOsNttsM/NzW00vs6Zv9DWlI2reW02j4f0kULsEKFZrly97jyCAjM8/vnG/kaTIOkUt1MOevcxkqqLuKrJLcbXYvLk56R0iFQc7HdhxH3Pa/HZNmpst/qijqlu09XR6tNVDgCBDT3n2CtMXDpNSMYsxsf0d1zFPXGAkbuWKxfLyiEfl6fcnmDFUnGIsXCp+dWrIZOzSZqeSk5MQq9+s+DbrIU/1/QEGo5/XrYp1OFU5sEoqVlUA2VukId7uv/9+Xz3KONLQ5he33yh5GSRWUbagY8eOGcu15557elvk7fv0sCVbHCPDEjLNPqyqGMWqZqjaNUwh2lB71i5vECXfwsRqXDaAnU2sQvii3iwEKURrHLGKPrUO7KRJk7zDt8Lq4qJ9lFgNOsAL/aHsA4Q6tsbphQxVZKdoFrZu4dcMVvsBSypWca9bSzWo9mqcz1XU2pbD9y3OgQRIgATKkkDsGqv+2qmhgjLdX4qVVX/V2aqfLeM1J7GqJQTSi1Rd2sB/yFWpi1UcXAVhaddYdTNW7UOrtDwApCd+nnj99ddNxmtNL4yPn1ewIwiCFJeKVRysFSRV9TVtG/cAqwxJ76vfi/WdIn1nZRHleCan9ZVZF7Q3NXzlaq3pW1MK/vsR56OdJsvdx/j1btjrIoj9Uanwagw7h755B775s8f1lwQY3feLBOuAOP8vGNIHuDmfkYzPKF4wbSrlDMMz4BA6EUlaNiS/lNkbxSqfgYIRQA3V66c9KsiYhFhFVmDXTnubGqiaVQppia38OFQKbR4//GJzDy5s80eW6qIVi42ExSFXmmGIre2Qo82aNBMVrbgH/eLCKeqa8Xp2r1Nl6JMXmXHQz8jew80BVygxgPH+MnuSKREAyQrx2m/nXnLqa3f6DtpyIWL7+KR5b5k+9NJSA5r5GnbCu54YH3QS/b2DbsxabuDi50aZsgd6BZ0wD8mMmrVT5//TJ4kRH3ie0u34jO3u7sn1p+8/KFDIuu10Li4fCMubX7sv67OH2INiwU1agmHy52+ZbGa9IMohwod2PyFDhgbxxH0oC7HTdjtmxOLORRugpETU2qFt0ByDxsKa4ZcGC857LrTMQNh4dtB4ps8+6LQalSpIKlYh1lBnVE9lRzx66j1qrmoGqL2VPM43nLj9RolVyLAnnnjCk7xxRBTis/tFZuI555zjK3WArERkMmYTq1qbNCiDMYhBHEbIPoAUdmu+hjGFnEMNUwhLvVAaATHZtVqj5Js9bi5sMHY2sYr3NQMUGZm77757VrZh80Uft99+u8l+DapVGyVW0a+KUj20CmJ13LhxPqmqmb+upMe4LVu2zDjEKhex6j4/QWtfG89MnM8n25AACZAACdQFgbQ8saRM4KgqTH2lACpkrE9oBR8gZfpza6DWtBSAs8U/Jd/SAsk3gfISq0uWpA5D1lIA9uFVKlE1W9XOWtXDpbArZtmyZaY0gNY8TfqUYRyUAcDPivvvv7+5PShbVbNX9T0tA6B/IqY2bdpkGT7oefKvZ6zYPbHaJVbzxI2sXybY0lPCXk8P4B6s5gpY876MlcmdHrUyclPzF9QSlruk69gKL1PXu/+Aty05KmLiMGLZmT8+Q89UyN3e68GHzFXzmC13XVApQ5kZnPgRyecNFKv5pMm+YhGAFBv18m1m+/xTJ95i6q1CWiLjdPGKJbL7w6ebjNVzeqW23tvSC/fOW/qVOahq5bqV5j1s18eFeqmQVNovDqfS+ql4H1IVUlTFLDJXIWBxaRYqxBwyUx8edJMRf24tVy1P8MfDLwytw3rcIyOMUIWoPKP7IFOzdcrn001ZA1xzR/7N/Im4MRdk6OoFkdunc08zF4g5lDE4b9rDvvfDyg1ovVRtDFH9u517+vjZkhlZu307HyTNmzTz4gMTMHDnBxn7xPvPGQGISzN9XSGJdvdOHWe4vX7ibdK59Q6Bok/X8ZIXb/bYI572W7YxB2mpLMX6QJjbl5Yw0PU7u/uJ5oAzlGeY8PEk7170d/1R1Wxdnuj7jmOuNDFCwLuXO2c8kypssXaQ+BDsQWuH13SOo1+715P0qN1rj4V+Ot53gunCzrB2Y3HHA/+Lu59kmuFgNn1+g3jF+lCmGyUVqxA7kHbu1npsNe/SpYsnAN1ap25Mur1ehWHcfqPEqiujchGrugUbc4IgQxkAxBmVVRm0nduet4q7Sy+91Gxfj2IUtBU829rq+Dhkyq1BetNNN4m9pTybcHTHtZnHZYM4o8Qq2oABygHceuutcvbZZ4ceDIbszWeeeSawZm+2uqJJxCri0SxUzaRV3io9Ue/WXVP8osGVurmIVbuMA0ocBB2Ole9nJsn3CrYlARIgARKoAwKRWatW5lpWserParUjzyw5ENbWL3pTpQAySwZofymRJTLxgn4yWkZlbgd35lbqGauLFy/OKlWDslXtjNZvv/1W5s2bJwsXLpQ1a9bk9HChBAB+ht51112lefPmPqmarRyAZqzadVZRnzXsCtviXy0gFxnJ+KR2EJLhOeTUIfKkOBmr3+CQtfSdPYbIEKmUCpPJGpY1KhKeeZoKAPHeINdkZKwGvm5kZ4WM+nKKl0GL/qf0niUXpfMUzPznn5ESq/PPSItRyM9U1u1B7zrjqUDtPcUvUgPFKvp5Qiruqc70TcXZVypuqAzMAJ59z4VSeXLtZPvm9CDW05soVuvpwhdq2lpLFeM/MeQueXPedDn+xdFZsz9zjRUS0a7R+u6p9xuJhjH3234vWfzTt0bGQXxC7h7dpZ95LUi0Ie4nZ04QHFK1a+sdvXqrbmwqNyG+3NPjNesQGY/2hQO1VIzp4Vv6PuQeMni9/y8FiEZ9T+vK6t9/GPmqT+LpIUx4HwLXFbS2sEQb1Ke1xalmA2v/EMdYQ1dKYhzIUXeeQetox4z1gQzHZTOxX4dg7PvIcFPOIWx8zQBFP66stHlCtEfFaDMLqrOqEj2MKV7fdcyRJov2zhNGZyCw+w96ZtwbNrvxIPOSHbse1AYmuLJlvkZ9lpKI1aCtydq/+57+3T1VHe1VXmG7NaRdkn6ziVXNgLQzZ3MRq4gRAguZizhQCMIPNS6jxCruQ8YosgaCDu3S2DVzVPuz47XXC1m8EydOFHtbf7b1DDsACfckOQQJ0vvee+/1Mlxd5nHYYMw4YlWfBbRH5nPUwWBBrLIJ6KRiFXHYmbRa29Tdpm+vQ9B7uYhVXSc8H6gfCxazZlVn5+P9fD8zUd8f+D4JkAAJkEDdE/C2Dvu2WVdnmk6XntKzx3SZHlFj1c3Cw0zsbclB25irtxanMuamSE+ZLumambp92Y4rIBMwsFasXZYgqxCue94YMZcaq9nEqitVNYNV/9Q6qPjZZ+bMmUau5nJhxw9+EYusVVwqSt36qm7Gqi1W9b4osRokKjVmv+hMPzuHTpZr5AZHRPaT0ea51VIAZ0jlkdYWfPOMTZG+f7tbKp6xt/NX9+lu7w/iFl+saubnQfK2VZogTKym4u4no2ekRvVlxVqBBN5/w3SRgGz0jFi97FUJLq1Q21m/uTyI9fQeitV6uvCFmraKNMiyeUu+NBl/9rb9bHFBQiGzVQWS3RaS7fajL/cyWDUTFLLKbY+2LRo3M3VbsW3e3kqufUJcnd9nmC8cCNejHjnDOyir7849M7abq9QLknYQlxNnv+bVfdXObbkYJlbBSOXr88eMysiWVWFoz9fuy86MxPxfGPFIIGpb9LlzCBoDWZyuMMyHWLWZ2ILXlqa2cLUnA9G49ZgjvJds0ZhUrKJchWalBolVO0s4iKu+HxarLZDND3IBa2vPLUis4n2blyvUk3zWk4hVSCr8AGgf6KNjBWUN6gFFyEZEhibqP0EMXX311TJ//nzv4KIk/arkg3SyL8gwlABQWavvQe4hg1NLFLhscIAVsjtdeQjZiwxPewt9HLGqbRDHyJEjZbfddjMiGRmPyBo9//zzvbquiEVLICATEhIPjJDZes011xip6opExIlsRvxnXyoohw4d6utf26gsVHGpzO2Dm9AH2iED0x43FzYYN45YRTuNDV+HiVW8h2xkPDf284QsXTDF60ECOhexirE0kxbZtPjHDkpAuAeAKVstP2GPn6tYVRYoOTB48GDzfLhX0mcmyfcDtiUBEiABEigWAv5ajhqV7+CndOZceOZnZh++rNIZTo1GX03W1HtDv3YOI8qoDYkt/31lStfhUpk+lAqxhtXi1NcRh5FuN7glDArDPxexGlQKAFv+bYlqC1bIVFus4u8rV66UDz74QL744ovEE8f9BxxwgMlWVVFri1U7YxW1Vt0MVvwdl/6ZrRRAmKjUoINEIkQs1tgnZDNqrEKs2nVZq7NAIVbdrNFsctcGGE+sVo81oLX9der5TZKxOqB1evTQshqp9zPjcuvS2n8PqlnrjzPxQ8Mb8kqAYjWvONlZFAEVQ7YodDMjw/oIqluqbdHfPm06mxqp7uFS2WKy47DbQZLZ9VH1PYhLvSBsXWEWloGZLYY4YhXCDZm9uIK2e9v1QFUU22I1ShBqfK6UtCWdSkls8bfLF7jCsaZiFQIa5SBwuZmZKkyxDlpSIYitLWDt+JKKVbt9kFjF2MhIVXnvPsuIQ+v/unFqBjCyh1XeRm3lDxOrGkPU/VGfz7hiVWtM2tvJ3b4ho2bPnu1l2UHUQcoh+9G+UJ919OjRRjom7Vclnzs2tm7/4Q9/8E5P1/ejTjiF0ISocuWhimL0qyI5jljFuGgH2QcpqxeyX88999xAUaYHTkFa6wWxBhHrnngfloGrWb9BdUa972U77OCJZwjHoIObIIRPOukk37i5sMGYccUq2uLZgUjOJlaxJpCYEL9hz5P7XOQqVu2SAMhARmxfffVV4MdJSzDYMjpXsYoBkAHr1sR1B07yzER9D+D7JEACJEACJFDfCeQiVu3Dq1yZqhI1qByAXZMVJQBQrx11/JNejRo1kh49ekjnzp09OWrL0yRiFXG2bq12MDOSsFIAKgrPmN8vUIIWtVgNPEAq9QuFvtOCxepYGR4ie9MlMNJZ5ErQFbSmvrFdS9XNPnV+uZHqxzl47kaRa1hbNenHpVbaU6zWClZ2GkZAxRDeD6rlmY0csv/GTBsbKE5VkEKIXtR7mHy+5EuvNimk5M7b7SCXvnSrJ0u1fZhYxesVW7UVHL6EUgG4UC7APpAK0s89TMrO+MQ92s+BHfeRndvsGHrgU5AMxf0q9iBJ7exGO7NRs1EhPP/83ngvA9cWq7ZoRDvUcQ27wrbh27G487TjyVWsoiZq88bNvVq0qCE6uPtAr9RAEilqx2fXWk3Sh80fX4eJVbdurdZ11XUJy0LFmsxfvthkD4cxd9coSKxqHeGwurdJvhvFFatJ+gxqC9GESzNEa9pfKdwPaaxbu9wM06D4IehwSmw2RuCI/4IyGUuBST5ihPTUf4DUp+cp12cmH8zZBwmQAAmQAAmUM4FcxOr3339vDp6yM1HtGqr42j28yj3oCvd/8sknRq4mPcAKNVXx8+X2229vlsYtA5Ckxuqmm25qfiEefgUdXlW9PR9i9dFOqLGLPsJKAaQzmaWYSgHojDMzVqvnUx03xGqceXocIUqDDrUynDIzY/38MzNWozKHy/kzWoxzo1gtxlUp45j0ZPZcTjCHFLMPO7IxaSbpAdt1FpxYD7GKOp/Y7o9LD13C12h7be8zzCFWQWUF0CZoi3ucZXHrXbr3BNUFjZOxCklqZ53amZwQa1Pn/9Mc8hTWV5JM2rC2tljFvOyDwWypl6tY1RINKpn1gKazeqcOMUsiRcNKGiTpwx0zTKzaZRbsOqlausKttYt+Xelqx5vt2bPFKmS9lsYIkvxxnle3TV2J1Vxi4z2ZBCBU8Z97OBVZkQAJkAAJkAAJkAAJ5EYgF7GKX4Yj4zRIrGarsYoIVbBCfqKcEX5pvnr16tjBo/+dd97ZHBwLwYqrJmIVh2BttdVWkeNnlHjwaoaGHTTlL0dRlIdXmVm7W+zD5hP8+qJ7usrwxx186VrCPma+GqtR2/ozxWpGBmzkirFBbRKgWK1Nuuw77wSw5RlXkBC15eq7387LaKNC1d52HVQ2AILvs+XfCCQt5JWKvbiTgVxFdu17X38UWJrAPVAprlh1pS3KELTdcjtzqrxmRcYRq1F1POOKVcQz9MmLvCxglYpPvz+hRodXQTr+4ckLvcxkzbBNIkVtUWnzTtIH1jtOKQC0s5npwWDIQu3TaV/RDFb7+XGlqy1n0S7sACpbrF55+HlyzBMXhJYhiPu82u0oVnOhVrh7kK2JOqy8SIAESIAESIAESIAE8kMgF7EKEYqfy2oiVnHv2rVrTY3Vd999N9ZkIFXxs+Chhx5qZCj6wFUTsYr+mjZtGmv8fDfyyUKzPb9Szph1kXTJ90DsjwTyTIBiNc9A2V3tEtCalUFCFGJvuybN5du1P3uyCZL0jO6D5JvlS+Tp2X+LVX/VLRMQtXU+asYQkA++9bhc+d7Tpql7KFRcsYp73UxMZP5qtireD+vLzi4Ny7zUedg1Q+1yAm7GKtpDCPZ9ZLiPd8+O+8qcJfNk3NC7otD44rXr1QZt5bclZ1SNVft+FZ0IprbEqtZLxRh4fq4//AJThzasfrB7aJULKmyN3FIAYVnMkeBDGlCs5kqO95EACZAACZAACZAACZQDgVzEKrbxoxxATcQq2H333XemHEBYLXeXL8Zr0qSJ7LDDDqa+asuWLX2HV6GkAP5LUgoAZQBQDqAgl1PrFDVOL9q7IJFwUBJIRIBiNREuNi4kAUi8p2Y+Ly9/PjWrINWM0yM67SdDu5/ghTzl8+kyfcE/5ce1P4fer1mvELQ4DAslBCDKjtq5j3TruFfW2qQYCJmquI7q0i8Dlcq0mojVoFIDdgZqmFiNOr1egw07OArvB4lVvG7fo/24cwx7bsKyY8NqpGY7KMoe47hHRniZtHb2Z5RYxTOGq226rq4tTKOEtC1L8cy0bNLc1E91L+0T66b1e9Fm3pIvvUOswsRxUI1Ve662RM7ls0qxmgs13kMCJEACJEACJEACJFAuBHIRq5j7smXLjMQMO7wqqsYqSgmgxj7+W7duXWycGG+zzTaTXXfd1RwGi638uWasoq9WrVrFHpsNSYAEUgQoVvkkFD0BiLubX7vPO5QJAUM8hdVH1QnpwVH698oViyMzVt3DrDQL1s6QRQ3MY7scEShZIQRxBZUPUCnmyq84Gau2HLSlo13TE+OG9RVURmDf7ffKWHs7s9XOIEXDMLGK92xxi7/XVKzacbgHY5037WETd1gtUlv0um2ixCrGbb9lG2/9bNZRYjXbgV42aM26Rk1c9wo7oEzbBYlVN5N3yoixnhhO+uGmWE1KjO1JgARIgARIgARIgATKiUCuYhWlACBHw8SqW2vVPrwK/BYtWiQzZ840ma+5XMg07datm7Rv397cbmep2l9v2LDBE6/4WjNacQ+kLMtM5UKf99R3AhSr9f0JKPL52xmDkHUD9+pvtvXj0B5cUXI1yfQgVXFVbNXW/ImDry499FwjqZDJOG/pVzJzwcdexizaj+w93JedCmn26vwP5KkTbxFbXNont7uHGaksw5g/jHxVmjVp5oWt87clp12P05V9dvaiuw3dZgkh68Zobyt368AiIBWHbowabNiBUdnWIChj1Y4D2cd21qdb19WdP9ic89zVJls16KCwMLGK+xb/9K05HO2OY6701i6sVmvQnBDb1mOOMG+5wlvb69oF8UUbHO6mJSOC5m73P3fk37wwbBHt3pfkM0CxmoQW25IACZAACZAACZAACZQbgVzFKsoB/PDDD95hVMhQdSWrylWVqmAHsfnLL7/I+++/L19//bWsX78+J6SNGjWS7bffXrp372628mMsXG72qopVLRNgi9Wtt966cGUAcpo1byKB4iBAsVoc68AoQgioeLti76N9hwBBJKG2aFCt1Vxh2ifbR/WBrMiJs1+TRz9+WXZp0U5uP/py2Wm7HcUWXJoxq5my+PvDg24y7XAhy/PR98d7W9bxmi1rIdnQP+SxliMYedg55l6M8+xnU0UlLeK59KVbM/pCCQO9B/dBLEIeKjdIuBaNm4nGqAd8ndx9oA8B1kEPBAsSytpY5482QRmZdqe26A3iDfl4dq9TfaIZ7SAwR718mynTgAsx46AxXE8tmGX+xPPyP4eem3GvLZ7D1lgltj1nbRuViavzd59XXe//ee1us56I+Yy9jvKtDdbbLXOB9cGz9fm3X8mYaWN9z7vWD0bZCTcjOQ7/oPknEauPPJIqczBixIhAlNne/89//iPPPvts6MfsxBNPNCfd41RU/IeT73HpfQceeKDgP/caP368eWnQoEG+t5BBgHjwG/igeHPtF7FhzAULFpjx+vfvL4jd/k2/9q1zipo7+tH56vyDQIUxQFvENGnSJMEJtTjIoEePHhlxhcKP+QaYYg0xDq6OHTuaNXHZ33HHHeZ1d72i1sQOA1viXn31Vdl9992lX7/MMiuY78KFCwMj79ChQ0ZMMafIZiRAAiRAAiRAAvWQQK5iFaggViFGtdaqm6Vqi1UIzuXLl8vSpUvlm2++MX9CsNbkQkmA1q1bS7t27cyf+DkQgteWqEF1VyFfIWMhVnmRAAkkJ0CxmpwZ76hDAipWIYoGdzlSunbaW35eu9JkjiKzD6/bh1XlEpr28eLQezzpGbcfCK2n358g2J6uW9YhOT9Y8LH8tHal183ObXbMKB2gWZLuWG233M5kyaKfn9et8t5u3ngLLz7c+8HXH3vZsogDGbXuZd9jvwep+fmSL33Ng2LUBhCy9qUxBnHSvoPKIdjtw+aPNkFlCtyxcD/Gsjlv2aSZ4aw1Ut173HkExd+59Q5GyIa1zRabzkn7yDZfd23c9dZ70ReeeWTUhj0reN29Pw5Dt78kYnXy5MkyePBgue222zJkJSTmZZddJk8//XSgCIMwPOqoo2TvvfeWFi1aZMxr9OjRpkYUpNxNN93kbYnS+3DPhx9+mLFVaeDA1C8EJkyY4OsT4u3yyy83P7x+/PHHRtraVy79Qn4+9thjMmDAANljjz3MSbBPPPGE6fall14y8ePSvl9++WUjF6Pmbsev8z/44IN98WIeH330kRl77Nix3nuI4bjjjjPvnXbaaWaeYXEFPftxX4Mc7tOnjzkgAesIkYzXwAPjIm69sC3tqquu8mSxvh61JnYsYD1x4kQz3qxZqV+e2BfWHXPG8+Ree+65p1x33XVxp8Z2JEACJEACJEAC9ZxATcTq2rVrzc9etlh1JevPP/9sJCqyU/EzHUQnZKxmktYEP8aCSEX2KiQufmZGFivqpjZr1iy0PADEKiQsDsLiRQIkkJwAxWpyZryjDglAFp05/qqsmam6hT9p9qq99f/moy/PuS4lcECo3f7G/XJI54MCD66qQ2QcigRyJpBErGKQ4cOHy9SpU81/KitVukG82dLPDsqVjWEBh4lVtHelIl4LE6t4HRmV06ZNMzJYM0J1XI0nbr8QdZCotkDFvfhBum/fvuYH07///e+m+zCxqqI122K587fbBslrFYxBcUG4zp8/P1BIJ31g3UYALQAAIABJREFUVHS6chuy9Oyzz/YJ9TCxGrUmGhOY7rPPPnLuuecayR7ELWzdk86L7UmABEiABEiABEigJmIV9H788Udf1ipegziFUF2yZInJasXXOKAq123/cVcJgrVx48bSvHlz8wvqNm3aGMGK7FRcWgYA7ZitGpcq25FAJgGKVT4VJUEA2YOz5n9kYl300xKTpbhr69SWemRaTpn3tikNgJPY9UKdTfvC1unPln8j26XboO0Z3QflVYQizqBsxZKAzCDrPYGkYlWlFzIFNUtU5V5QRqkCrqlYhVRFBqObERsk2CB699prLyPkMC7ucbMeNZ44/WLOFRUVgVmYmB8yeR966CEZN26cyeSsLbGKsWxpGcVUOQRljyZ98MEZGRYqj+373a3/QWI1zppon5rZiudp2LBhRpDbGbFoR7GadAXZngRIgARIgARIIIxATcUqtvPj5yRkoOLrlStXmt1XyFKFUM1HZmrS1dNMVghWZK/i5zMIVpQOQIYrpCu+5kUCJJAbAYrV3LjxriIkgO3wb86bLp99+5XMWTLPHD6l8nXu0i9l+ZqfZfuWbc1r2baLF+HUGBIJ1AmBpGIVQdlZivg7MkIffPDBrHUtoySgTjYsYxWSdMyYMWb7ty1wgwQbskvRHjJVhZ4rZO14ovrV+b711lvedv9si1NbYlX7VdaaRfvVV5klQTQ+ZBijHmyQEE3ygOm6QNJq7diw+4PEapw10f4OOeQQI8YxprKvrKz0lYGgWE2yemxLAiRAAiRAAiSQjUBNxSr6hkjFz1yLFi0ykhUlAorlgmRFFit2WLVv3146depkRCsvEiCB3AlQrObOjneSAAmQQFkRyEWsAoBmqeJrO3s1DI5KQa0DarezRV02sYpDiVBuwM2WRV92jdWuXbuaOqBaZ9MWdTquLT+j+s22PT9ovklrrJ588smelLYFpt03BDEydvGD8AsvvGAkYxy5mDT2bA83eN57772mCTJ4e/fuberpuodLBYnVOGuCfl0RrtnCrrjH3PGPF0h9++LBVWX17YmTIQESIAESIIE6IZAPsYpA//rXv8qyZcvqJOZcB0H26rHHHpvr7fX7vndvkgYHXi03vlMlVx1Qv1Fw9iIUq3wKSCCPBL777jvzP1D8T2qLzTeXVWvWmD/nf/21bNG0qTTdYgvv/W233Va+XrBAWm27rdcOodhttQ8NEfdgDLy++RZbePfjfR0Lf6Ld3LlzzZi45n76qey6227e+J22395rv+y772TV6tWmncaNvu0Lfel7iA9f48I4a1atMjHjtdWrVnnzwdfoV9siZoy1fceOvr5Rq3Lo0KHeazo/vKDtdS7gp2PY89c5YF7KwmYFJkEX1gqMdP7KBW3tdUPMWCv9E+11LMSGbEjMQcfB2KV45SpWta4q5mzXWw1jkO0AJz24CvdmE6s4CEozGPUALVcu6gFb9oFVQVmPrvzM1m9SORkmVoOkMuaMeeE/e/56eJUeWgWRiVqmkNCQqrjqWqxiTKz7q6++KjNmzDDrjvggulX2oo0rVuOuCe61M1v1WUJ9V6ynnXUbdngVD64qxe9CjJkESIAESIAECksgX2IVWasvvvhirddRzZUW6qoec8wxOWerLvm/gdJ28PPO8DfKjKqrJPWTbBld/3laBnaolJHe3JbI0yeeK3LHBBnsPxO3jCbNqSQhQLGahBbbkkAEAfyP+LulS2XpsmXSu08fmYDDXM45R76eP19mzpolrVu1kl59+siDDzxgTs/WU7Tv/9Of5Nz//m95c9o0k4WGQ2Zw9e/f3whSvY4//njBGLvuuqv578Lzz5eBgwZJt/32k/93xx2m/yNwz6efGsm3atUqWTB/vlw9apS579M5c+TI/v2N3MX76ANfT5o0SU499VR5/PHH5WBknvXv7405edIk8/XS774zEhXZZn+bNEl22313QTwPPfig9xraYd7oD8IS8YAF2kI2gsfd6Sw3HeDG0aNNfHpBYM764AMTO8ZDTUUdH39iPgNPOME3f2Sr7b7rrkZwQrjivrPOPtvMGYJ0zty5hiuumTNnSrdu3czXmD/ifHXSJNm2dWvDXdvp11hPrBm2iF97zTXy3IQJZiyVqHgf9yLeTz/91PQNLqV45SpWMdc4Yk+Z5KMUgMpH+wCtCy+80AyhGat4D5mdQZfKWLwXFE9YvypdbVnr9o/MShWe+S4FoOO7WZsQjjicy60fa8eWrY19gJfeg38QJLn0QK3zzz/fyxB2xWrcNcG4O+ywg5G1QZddiiHJs5dkPmxLAiRAAiRAAiRQ/wjkS6yC3Ndff23q7xfjhV1G26eTUpLG987oBtLjmuPlqYV+sWhe/+QpWfzsYGmTtNOSar9ElvynjbShVC2pVavNYClWa5Mu+653BFSsrly92gjL1StXStfu3Y3oq1ywwEg3FYZoM2fOHNm/WzfB1wsqK6VV69ZGcEIsQoJCIEJSquyzxSrgQtA2bdZMbrnlFvnnrFlGICJzUuUrxoW8hcxEZijE3zVXXy0zP/jAZL4i6xIicsJzz5lxr7/hBmnWtKlpD+GJ1yAd0SfugcDE13hPxaqKUfQ/6/33zRwq58+Xik6djFjFBfGI+SxbutQI5X27dvWeDVes4g09nEbnjTgxD/SNC1zs+avMRF8YGxfEGUQTxkWGqcpU8H/zzTfl97//vWkHuQp53XW//YxYxrxw4b6z//u/jRSHrHpv5kzZfffdTQYuhDf6hlSFaMYF2dyxUyfT96OPPlqSz34pilX7AC2FDrGq28Yh+dzt6ZDk9uFLQWI1rF/dnh5WRxafsV69enl1ZvMtVjFH3YZvy8U4whfPKrbsu4c/oU/MF9+P7Evltf2azsetU6ttXMlpi9Uka6KZreD8m9/4f2odMmSI+T6k5R0oVkvy2w2DJgESIAESIIGiJJBPsYoJ/vvf/65xfft8g0JprN/+9rc5dZvKVJUMqWo6w/b4OypSYjW9Vd4epHrb/DtyU4Mp0vcdkR7p7fR9X28gUw6bIXJgD7n6hhlSNUrkpgY95Gqrg2z329vx3Wza6vuQadpWThlvdTpIRbD7npV9a2esmq9PETtX9/inF8uEP6RUMuSyNw+84PWfE27eVCIEKFZLZKEYZmkQgGz77NNPjaxsve22RmL86X//V04YOFDmL1hg3kMmJSTkFltsYTIbIQOR5QkJun2nTkakYrs7XoPQg8jTrE3IUFwqZ48/4QT5YOZM2a9bN3MPxsCY6Atj4IJMQSasCkD0CTH41tSp5n0Iiueef96Msdtuu3n96XZ2ZJBCOEIaog3msMtuuxkxiwvSE31q1ibmZceosSPDs3+/fjJp8mRfRmeQWAVHCF4I504dOxq5i6+RKYrMWVyYI2JHWwhffR+8tm3VyrDQdnZpA/Q3ddo0MxfMAfPEnHA/1glj4QJbzNuUQEivFX7QUvbgiX6VI7Jakf2Kvu3SBqXx5KaiLEWxirhVwuFrbJuHWNXsSfegI7u9ismwDNqgfnG/1vScMmWK7xAlvKeZrnqoVm2IVQjKvn37mkMH7C3xeCbxmr0VX58/ZKvilxPZMm3jPqvIJA2qpatx2fLWFqtJ1iTbQVvuQV0Uq3FXju1IgARIgARIgASiCORbrGI8ZK7iZ7b169dHDV+r72P7P6RqrpmqCM5IyxcGZs9KTcvHfe36o0a0/jMtZCFWVaCmCgeksmBtmblElvymTXXmq287fub9HjjTboIM1Gxaa9yKcW5GbVqm7jlDFu84xjcvX/atN3ZfmdKgh/zTEqnizNU/j+r+q0aVXYGEWn1WS61zitVSWzHGSwJlRsCtsVpm0yup6ZSqWFWhiW3/KlYhGbt06SJjx44NXAPIwQEDBpjszWylCXTruvaLzrSmbMuWLU2tU2QyQyo+9NBDJmPZzmZNWmMV/esBXtnquWq/V111lUCa4kK27NFHHy2I67LLLjOZnmFx1eTB1OxYMMFhWxgHTDBvlNCw6+zaYjXummA+e+21l8k6HzFiREaoblYwxWpNVpP3kgAJkAAJkAAJ2ARqQ6yif5RYMjve0kkidU0dyST45Td+NqvJFV+sWnLT/ABtC0+I0TFSYZUSgJAcs2N15qcXoy/zVcsPZN5fPafw94z0FGTDVktO77XDplRn27qAfGLVH7dISvJKWiK78zC8vhzpG7Mm/HlvcRKgWC3OdWFUJEACJFDnBGoiVnVbtv6ZLXiIsVGjRol9UFVQewi8Z555xquZmu0+CMRhw4YJDiyCjEO91bPOOiujDICOA2n5r3/9y4jXuP3ac8N4+Dt+QEZWLC6I2jPPPNM7fAqvuX3r37PxUS7u/N17MIfp06fLuHHjvMxZN64WLVpInz59MuKq6cMFsYvnRWvYYhzMH1LU3roP6Qn5irICcdfkpJNOMpL67rvvzigDoHFDeO+xxx5mvCTPXk3nzftJgARIgARIgATKm0BtiVWlhp+h8DNoXV74mSmoxFMuMWQVq0aCisxYWCFjnO3yqbHCxWigkMThWKYsAESoLUyziVWM42zrT/eRyiYNmLWO4Wzz90oIUKzm8qjUq3soVuvVcnOyJEACJBBOoCZilVxJgARIgARIgARIgARIoNQJ1LZYBZ9vvvlGPvjgA1myZEmt4mrTpo3st99+0q5du7yNE1lj1ROrTsaqL4LojNWMDNaIjNfwCaYka+UlVYI6rm7Gauh9GXVVK2VkFUoBMGM1bw9TGXVEsVpGi8mpkAAJkEBNCFCs1oQe7yUBEiABEiABEiABEih1AnUhVpURDrbC4aH5FqwQqihVlesBVVFrmMr81OzT6tZefdF0xqpYtUj9ma7xxGqPT/RgKa3BGl0KICV+95UZVVeJ2fBv1UA1YtWu4+pt418sFXe0lVP2rC4T4OsnYY1Vu6QBSwFEPU3l8T7FanmsI2dBAiRAAjUmQLFaY4TsgARIgARIgARIgARIoIQJ1KVYVUxLly6Vr776ytSqX7lyZU70mjVrJp06dRKcI9C6deuc+khyU0o8Pu/cYslWX21UERlULUn92/pTXWTWWPVv57/xnbT8FPRTIY9mZI66grf678d7gtcpESAi3nb/tGS92rvNmktG9uopYs+8uv/MeVCsJnmqSrctxWrprh0jJwESIIG8EqBYzStOdkYCJEACJEACJEACJFBiBAohVm1EOOTq22+/NYddLV++3IjWtWvXyvr1602zRo0aSZMmTQQiFTXucRjVdtttV+NDqUpsmRguCRQVAYrVoloOBkMCJEAChSNAsVo49hyZBEiABEiABEiABEig8AQKLVYLT4ARkAAJJCVAsZqUGNuTAAmQAAmQAAmQAAmQAAmQAAmQAAmUHQGK1bJbUk6IBGqdAMVqrSPmACRAAiRAAiRAAiRAAiRAAiRAAiRAAsVOgGK12FeI8ZFA8RGgWC2+NWFEJEACJEACJEACJEACJEACJEACJEACdUyAYrWOgXM4EigDAhSrZbCInAIJkAAJkAAJkAAJkAAJkAAJkAAJkAAJkAAJkEDdEqBYrVveHI0ESIAESIAESIAESIAESIAESIAESIAESIAESKAMCFCslsEicgokQAIkQAIkQAIkQAIkQAIkQAIkQAIkQAIkQAJ1S4BitW55czQSIAESIAESIAESIAESIAESIAESIAESIAESIIEyIECxWgaLyCmQAAmQAAmQAAmQAAmQAAmQAAmQAAmQAAmQAAnULYEGq1/+Q1XdDsnRSIAESIAESIAESIAEyo5AAxHxfqrEX7JcEW/774xu3CC6iYjEalQ9dGhzTLJh0hBT7X2M8vQEeHFmnx8Yxf+h35lfWKhxkcZtF/ehwUTi9hnYLvjmeM+RG2TcQCLW23QTo68YTUw/CRglmnfOzzBuDAk+1pzi4Un8qUo0+ag1jDuRdD9ZWVp9xe02wbMel5O/yzx9X4/7rEcGqQ95g1gfncjunG/Qyb5nxvy+EHctve4S3xAwzYD/Z0XDyGyRt89KPuYU8/tlLvPM6R78PzP+/2GDhygmLuUWS4L/Iea0/iINVtxS4ycgx6F5GwmQAAmQAAmQAAmQQNkQSPJzeJK2MQAl+vde3LHjtkvy77skfcaYt2kSs88Gcf/dF7cdxo7VtkGGh447NX87a6JxPUFouwBxXCViGEVdGX3GXICofs1DHKOvGE28fmK1Fcn++XE6idlngJUJf2Di9um1i3jw4vYH4rE/GFELiM42idHIahIap/OQxZ1PRjv0ExJTzD4LLlYj40x/biLbxVkaZ7axvr+FPdYhAcXt0ws3LxPL/GVgHBxum4ZFFEuS//llnWu+5oTPWTmJ1XzMJ/YPCRFPY5z/MUc90HF/aIjqJ/z9Bj+NqfETkPvovJMESIAESIAESIAESKD0CSSRTbF/vtWG2f/hU1Ul0jDy5+50X3HHztrOkRU16jPuzSGPiHd79n7iMUr/u7BhFhljhxEr9CqRqoZ5EKvOYLHG1vm47ILnl4yR9hk3kIiPuDd4xD/yYw2X7FnPPu8cuWdMN+SzHGs+6c5iPuvmX7aR3w9SfVZVVUnD6G8e8b4/G5AJxGrk95j0JOLOJ7BdyGc5Zp/+ZhE3xewztT4xGsdokhJZDUWq8vHLG2e2sf6/ku17TPAvb+I+m+knNP7DnPUpjfk9PVsfsb9BRn1c8hCLl45fUyka6yGLmlD6IUjw2Q/sMZ+xxPwGGDqzfKyR+Q6bh+c3H33kK5bsj0KDqjspVmN8WtiEBEiABEiABEiABEggG4Ek/8ZJ0jYO9ST9xc0YyvpvE+vNJD/3B8aZJPgAGN7tEf3EHca0i5mtEqvPhiINAKmmV47lFzLWO8s/GnN6NmJBUJMnsjGEhUkbjfEP4sjhrAcysm16TbK2c96M22fGcqczC93Xk/QX91mPu46IJV9ZeAZ7zM9N5L/znQnEZRTYLkvGatUGEdmY4IOZp+8xicRq1PeO9HMVl1HW2eb4rAeOHfIQJo4zxveEyBXMkyhLtDUkW1D5mFOSD3lULFHPWCTg8MzwOLd6bRI/HCG956OfmqzRRpGNq+P8zyUmnXzMx3yzz0NWcXjIDfY+f4d8PEkxobAZCZAACZAACZAACZAACcQlkK8fqOOOZ7Wrs6HrZqDYo8RtiH9BxG2bA/7MW/I1WHDgiaaTSygoNbDZJrJZ66ZSFSZX6xZoNeJc5pOXNc21k/wFnDdXlOgBynXeudwXxmqD/NK4g2xs1DKhXI0fg47808aG5sleX9VAVm/A1/H1w0ZpKOtk0zr6ZMSPKz6FXFvm7xlPRVBMc8uVCe8rdgJVVRulUcOmssm251lytdijrll8WzRqKI3x+2MZsSc/ZTVjybtJgARIgARIgARIgARIgARKhkAB/vmDIRs3kk07NJeqDQUYv2TWpoQDLcplDQ6qQdUG+bXpTiKbthYRZK4W61WUUIsVFuMigQIT2CibNGgqTdtcLlUbVxY4lroZHlUyzO/VGp21B79b1Q1zjkICJEACJEACJEACJEACJFAPCZh6no0bSeP2zcPLAdRDLpxygQhUrZd1m+8oGzZtJQ0SlQMoULwclgRIoOgJVFVtkE0bbiFNt7u03ohVXRSK1aJ/PBkgCZAACZAACZAACZAACZBAKROgWC3l1SvD2ClWy3BROSUSKCwBitXC8ufoJEACJEACJEACJEACJEACJFC2BChWy3ZpS3NiFKuluW6MmgSKmADFahEvDkMjARIgARIgARIgARIgARIggVImQLFayqtXhrFTrJbhonJKJFBYAhSrheXP0UmABEiABEiABEiABEiABEigbAlQrJbt0pbmxChWS3PdGDUJFDEBitUiXhyGRgIkQAIkQAIkQAIkQAIkQAKlTIBitZRXrwxjp1gtw0XllEigsAQoVgvLn6OTAAmQAAmQAAmQAAmQAAmQQNkSoFgt26UtzYlRrJbmujFqEihiAhSrRbw4DI0ESIAESIAESIAESIAESIAESpkAxWopr14Zxk6xWoaLyimRQGEJUKwWlj9HJwESIAESIAESIAESIAESIIGyJUCxWrZLW5oTo1gtzXVj1CRQxAQoVot4cRgaCZAACZAACZAACZAACZAACZQyAYrVUl69MoydYrUMF5VTIoHCEqBYLSx/jk4CJEACJEACJEACJEACJEACZUuAYrVsl7Y0J0axWprrxqhJoIgJUKwW8eIwNBIgARIgARIgARIgARIgARIoZQIUq6W8emUYO8VqGS4qp0QChSVAsVpY/hydBEiABEiABEiABEiABEiABMqWAMVq2S5taU6MYrU0141Rk0ARE6BYLeLFYWgkQAIkQAIkQAIkQAIkQAIkUMoEKFZLefXKMHaK1TJcVE6JBApLoF6L1R9++KGqsPg5OgmQAAmQAAmQAAmQAAmQAAmQAAmQAAmQAAmQAAmUFoEGFKultWCMlgRIgARIgARIgARIgARIgARIgARIgARIgARIoPAEKFYLvwaMgARIgARIgARIgARIgARIgARIgARIgARIgARIoMQIUKyW2IIxXBIgARIgARIgARIgARIgARIgARIgARIgARIggcIToFgt/BowAhIgARIgARIgARIgARIgARIgARIgARIgARIggRIjQLFaYgvGcEmABEiABEiABEiABEiABEiABEiABEiABEiABApPgGK18GvACEiABEiABEiABEiABEiABEiABEiABEiABEiABEqMAMVqiS0YwyUBEiABEiABEiABEiABEiABEiABEiABEiABEig8AYrVwq8BIyABEiABEiABEiABEiABEiABEiABEiABEiABEigxAhSrJbZgDJcESIAESIAESIAESIAESIAESIAESIAESIAESKDwBGosVn/ZuEZWV/0g6zaukirZWPgZMQISIAESIAESIAESIAESIAESIAESIAESIAESIAESCCDQQBpK44ZbSNMGW8tmDTevEaMaiVVI1R83LJSXP/pIbnplrKxcu7pGwfBmEiABEiABEiABEiABEiABEiABEiABEiABEiABEqgtAltt3kwuP/J0OWrvvaXlJh1qJFdzFqtVVVWyfOMief6fM+SKCffV1lzZLwmQAAmQAAmQAAmQAAmQAAmQAAmQAAmQAAmQAAnklcAtA8+T4/ftIS0atpcGDRrk1HfOYnXjxo2ybMOXcuBNFzBTNSf0vIkESIAESIAESIAESIAESIAESIAESIAESIAESKAQBJC5+vaVd0mrTXaUhg0b5hRCzmJ1w4YNsmzjF9Jl1Fk5DcybSIAESIAESIAESIAESIAESIAESIAESIAESIAESKBQBGaPfkhaNdxJNtlkk5xCoFjNCRtvIgESIAESIAESIAESIAESIAESIAESIAESIAESKGUCFKulvHqMnQRIgARIgARIgARIgARIgARIgARIgARIgARIoCAEKFYLgp2DkgAJkAAJkAAJkAAJkAAJkAAJkAAJkAAJkAAJlDIBitVSXj3GTgIkQAIkQAIkQAIkQAIkQAIkQAIkQAIkQAIkUBACZSpW28vFp50lax+7Vv5UEKwclARIgARIgARIgARIgARIgARIgARIgARIgARIoJwJlKFYbS8XXzJebu/wqVx68Qi5s5xXj3MjARIgARIgARIgARIgARIgARIgARIgARIgARIoCIEyE6tpqbpzc5HV71GsFuSR4qAkQAIkQAIkQAIkQAIkQAIkQAIkQAIkQAIkUP4EykisWlIV60axWv5PL2dIAiRAAiRAAiRAAiRAAiRAAiRAAiRAAiRAAgUiUCZi1ZGqtS5Wr5dP/vd42SVw0f4t4/5rgJxVZwuaikVm7Cl7PlZngxb5QKfJa3eOlH0WjpFWdxBKkS8WwyMBEiABEiABEiABEiABEiABEiABEiCBkiRQBmI1QKpaS7F23TqRX7+T+Uv+Lf/4+DG547X3ZH6NlyolM9t87oq7lND7XdO6lKsUq5nLSbFa40ecHZAACZAACZAACZAACZAACZAACZAACZAACWQlUOJiNbtUDZr52u/fkz89M0IunV2TJyNMrIpcfMkMuX3nZXWYtUqxSrFak2eZ95IACZAACZAACZAACZAACZAACZAACZAACeRCoITFanKp6gH6dZG8MP4MOXHqolyYiUgCsXroI7Js0P7SwhppuZXp+tD1n8gweV7GyfEyrE26kVsfNqCPz7yt/9nFqhG9HT6Vf/y0v/xO+xcno/a0ifJrj9/6WFT3L+KP8Wf5x/gecvgbmp1r3RZV19aZx2cznhfpcZgsNv3pPPDa8bKL9hXBD6OnZHZzL5DPZoyRxXunSwHM7iXLBu0mH5ox0k1Mn9ZrEWMow3ELd5NhOzcXm02ODxBvIwESIAESIAESIAESIAESIAESIAESIAESKHECJSxWRaTL9fLJWcfLLpvmsArrPpZbbhwi1yzN4d5QseqWAgiQnkZitkrLybS0bCOWrEv38dPzsum114qkpZ9YMjYlEiXdRwyxunNzqZa56f7lPbn04hFypysZPVFZnXVrxKovxmrZamI0V7hsNm8HzCPVr4parVtrS99ofn4WqUg0XjPnSLEadwybYS7PDO8hARIgARIgARIgARIgARIgARIgARIgARIoJwKlLVaxEjWQq0v+da10uPf5HNazJodX+UWekYBbpiVnOhLNELXF6hL7cCqfDI0jVv2lCTQD04jVoNk7sjUoxqDbfHG7DQIEbkq2auZohJj1+vPPN3AutsSNFKtBMwkYo07LO+TwSPIWEiABEiABEiABEiABEiABEiABEiABEiCBOiVQ+mI1TK6u/lju/MsrsnbHvaVT021kn9/uJru0rN4ubihHbV0PXYq4EjDdQZat9kEyMkis2qUEUr36Mz3FFq9W3EHiMfQ1azt9df9B2ak6QIBgXpLOtI0jVk2Wq1sKYE/Z8zHn5iz8giWxtT5xxWriMer0c8rBSIAESIAESIAESIAESIAESIAESIAESIAEioy3J9OlAAAgAElEQVRAeYjVILkaIE07dRspDw08WX7XsnF6GRbJ/406Qk5NXA4gplj1ZJ1KUAwbkLEqfhkZmbHqe4hiZKx2+DS17T99ny0jxatPam3BD8pY9cVYLVSD6sVWlwewAg3KWI0SqzH4BYvVVLmDfRbGKAXQXuvLhq9RZIZvkX2oGQ4JkAAJkAAJkAAJkAAJkAAJkAAJkAAJkEDtEygfserK1bBs1NZ/kBcvuVL6t8QNtkxLAjueWE3V//Rvw8+LWDXCUWTcfw2QsxxR684iKAZbFO4aUIrAv0U/IGM1vdXeV55Aa5s6ktiLJ2YpADvzNg6/nDJWrTq3k7pErxHFapLPBtuSAAmQAAmQAAmQAAmQAAmQAAmQAAmQQP0gUF5i1Zarv/rrlvqWs8cDsvC0XtJGFskLdx0hJ85NuthJxKoeMoUx9HCr6sOqYpcC8LbYO4dbxRKr4YdXGbHaJvPAqF0s6ZwRY+iBWs1FspYC2F/sQ7iCDq/KFKvZ+cU7vMoeV9cgJdVTYjXGGE7Wb9Inhu1JgARIgARIgARIgARIgARIgARIgARIgATKi0D5iVWVq4Pby9jLQw5nUsHZZK7c+d8nyqWJ1zSeWEW3KfGntV1TMm9+L8jMlFx957efyLBspQDQSVpkenVWffIyXimAf/y0v/yujU7UFqnpjFTfe89LpztHyu+aWvG6mahOTKYkwPfHy689fhspV3Uen33+nrTZ2X94lVsrNoof6rH624gs//x5+bDD8alSAHc8JuKrn4o5vS5tB2lt1+g1GrvNDLmdYjXxp4Q3kAAJkAAJkAAJkAAJkAAJkAAJkAAJkEA5EyhPsYoVa91eOi1dJPMDV68663Ona68NaVMey17U29itLfmHv1EevDkLEiABEiABEiABEiABEiABEiABEiABEiCB+kGgfMVq1vVLidWW7x0h3Z5ZVNYrXTxi1S1hkP67ZCnZUNYrw8mRAAmQAAmQAAmQAAmQAAmQAAmQAAmQAAmUMoH6KVZb3yZfXLGNPHBxWKmAUl5Sf+zFI1YRV6pswS4aYtgBY+WDnzMhARIgARIgARIgARIgARIgARIgARIgARIoUwL1Uqx2Ou1ZGb/6Yuk2vryzVcv0meW0SIAESIAESIAESIAESIAESIAESIAESIAESKDgBOqhWN1frjhmF/m/Fx8r69qqBX+yGAAJkAAJkAAJkAAJkAAJkAAJkAAJkAAJkAAJlDGB+idWsx5qVcYrzamRAAmQAAmQAAmQAAmQAAmQAAmQAAmQAAmQAAnkjUD9E6t5Q8eOSIAESIAESIAESIAESIAESIAESIAESIAESIAE6isBitX6uvKcNwmQAAmQAAmQAAmQAAmQAAmQAAmQAAmQAAmQQM4EKFZzRscbSYAESIAESIAESIAESIAESIAESIAESIAESIAE6isBitX6uvKcNwmQAAmQAAmQAAmQAAmQAAmQAAmQAAmQAAmQQM4EKFZzRscbSYAESIAESIAESIAESIAESIAESIAESIAESIAE6isBitX6uvKcNwmQAAmQAAmQAAmQAAmQAAmQAAmQAAmQAAmQQM4EKFZzRscbSYAESIAESIAESIAESIAESIAESIAESIAESIAE6iuBgovV+gqe8yYBEiABEiABEiABEiABEiABEiABEiABEiABEihtAq0a7iSbbLJJTpNo8MMPP1TlcueGDRtk2cYvZNfWB+ZyO+8hARIgARIgARIgARIgARIgARIgARIgARIgARIggYIRmLv0HaFYLRh+DkwCJEACJEACJEACJEACJEACJEACJEACJEACJFCKBChWS3HVGDMJkAAJkAAJkAAJkAAJkAAJkAAJkAAJkAAJkEBBCVCsFhQ/BycBEiABEiABEiABEiABEiABEiABEiABEiABEihFAhSrpbhqjJkESIAESIAESIAESIAESIAESIAESIAESIAESKCgBChWC4qfg5MACZAACZAACZAACZAACZAACZAACZAACZAACZQiAYrVUlw1xkwCJEACJEACJEACJEACJEACJEACJEACJEACJFBQAhSrBcXPwUmABEiABEiABEiABEiABEiABEiABEiABEiABEqRAMVqKa4aYyYBEiABEiABEiABEiABEiABEiABEiABEiABEigoAYrVguLn4CRAAiRAAiRAAiRAAiRAAiRAAiRAAiRAAiRAAqVIgGK1FFeNMZMACZAACZAACZAACZAACZAACZAACZAACZAACRSUAMVqQfFzcBIgARIgARIgARIgARIgARIgARIgARIgARIggVIkQLFaiqvGmEmABEiABEiABEiABEiABEiABEiABEiABEiABApKgGK1oPg5OAmQAAmQAAmQAAmQAAmQAAmQAAmQAAmQAAmQQCkSoFgtxVVjzCRAAiRAAiRAAiRAAiRAAiRAAiRAAiRAAiRAAgUlUPJidd26dfLjjz/KmjVrpKqqqqAw6+PgDRo0kM0331xatmwpjRs39iFYu36VfPvzfFmz/meuTYEeDrM+jZrLds07SZNGWxQoCg5LAiRAAiRAAiRAAiRAAiRAAiRAAiRAAuVHoKTFKqTqN998Iy1atJAttthCIJF41S0ByOxVq1bJ8uXLpV27dp5chVSd/8Mn0qhRU2m0yWYiwrWp25XR0apk/YZf5Nf1q6Ri6y6Uq4VZBI5KAiRAAiRAAiRAAiRAAiRAAiRAAiRQhgRKWqwuWbLEiLxmzZqV4dKU1pRWrlwpEN1t2rQxgS/4cY78WrVBGm3iz2ItrVmVT7TrN6yTTRtsIh1b7l4+k+JMSIAESIAESIAESIAESIAESIAESIAESKCABEparFZWVkr79u2ZqVrAB0iHRubqokWLpKKiwrz02bJ3pclmLZipWgRrkwqhStb+slx2aXVA0UTEQEiABEiABEiABEiABEiABEiABEiABEiglAmUtFj997//LR06dChl/mUV+8KFC+W3v/2tmRMerM0bb11W8yv1yaxZ94Ps2vrAUp8G4ycBEiABEiABEiABEiABEiABEiABEiCBoiBAsVoUy1AeQVCsFvc6UqwW9/owOhIgARIgARIgARIgARIgARIgARIggdIiQLFaWutV1NFSrBb18gjFanGvD6MjARIgARIgARIgARIgARIgARIgARIoLQIUq6W1XkUdLcVqUS8PxWpxLw+jIwESIAESIAESIAESIAESIAESIAESKDECFKsltmDFHC7FajGvjlCsFvfyMDoSIAESIAESIAESIAESIAESIAESIIESI0CxWmILVszhUqwW8+pQrBb36jA6EiABEiABEiABEiABEiABEiABEiCBUiNAsVpqK1bE8VKsFvHiCMVqca8OoyMBEiABEiABEiABEiABEiABEiABEig1AhSrpbZiRRwvxWoRLw7FanEvDqMjARIgARIgARIgARIgARIgARIgARIoOQIUqyW3ZMUbcK2L1Y2/yuo1v6YANNhUmjbdtHhhFGFka9b9ILu2PrAII2NIJEACJEACJEACJEACJEACJEACJEACJFB6BChWS2/NijbiWhern4+XoRNeS8//cLn2ykGyY9HSKL7AKFaLb00YEQmQAAmQAAmQAAmQAAmQAAmQAAmQQOkSoFgt3bUrusgpVotuSXwBUawW9/owOhIgARIgARIgARIgARIgARIgARIggdIiQLFaWutV1NFSrBb18gjFanGvD6MjARIgARIgARIgARIgARIgARIgARIoLQIUq2a95sifT7lZXrfX7tAr5alhu+d9NZdNvk4umtFT7rr+MGmV995T85DLn5LT98x755EdFrtY/fKFM+X6ufY0aqmcgClZIEVXqoBiNfIRZgMSIAESIAESIAESIAESIAESIAESIAESiE2AYlWlqiNSjQB9XOT0u66Tw/JoQClWYz+bmQ1rUGM1JVUdkfr92zLmfx8T6T1GRh60VQ0Cc26lWM0fS/ZEAiRAAiRAAiRAAiRAAiRAAiRAAiRAAkVKoH6L1WWvy3UX/Vm+CMlOnTPuFLlZ8pu5SrEa75PwzZT/Jw/MWe1vvOE7WbBaX2sq7ZpvK5v6WjSVg4/9/+TQDvaLK2Tq/46UR74PyU6tDQlaG33Gw5a1FTNW8wCRXZAACZAACZAACZAACZAACZAACZAACZBAmkA9Fqvp7f+xt/yj/Xhpf3lPmX7rn0VOvUuua/eKnHKrr4CA7ITX+2mK6zJ5/dqL5M9fpmnveLpc2WO63GxKAbSTV5xt+37p6txrujhMrnzqdPEKFHzyZ9/4h11+pcitqVIA3WadIje/4X/Oq2PL7PuwPJQPyGcpgMxt+/E+s0cOfFj+sHN128BM1dCuvpL/u/kVaTdwX5k5QTNZv5P/u/lW+Zt9zzanyX3/dZBojqs/1sPl2oEi16dLAQgyZeVyeeK4HVI9mCzZf0q3/7pA+myj0tfu3BLApu1iOdb095q4c4tHpLoVxWpSYmxPAiRAAiRAAiRAAiRAAiRAAiRAAiRAAuEE6r1Yne8ToSLiyMpqmZkWsTue7tVHXbZsmbRqZdcJSMvXdPkAk/H6hiVDNUPW9BEtVpctayV290a8fjMoVfs13ZcRvGmRmxpP5KDDdpK3X3fKGKTnBYFqpOt8ax6m7EEnv7TN4VNTtGJ1qV+EikCg+mVpSlqmX7fF6fcrZMU2W3kSFVggUv/aKlU+YMXb98h500RGGFGKd7XvlCCNEqsrvt9KtjL3pS7T37Lfp0RsulTBx7taYjaHddFbKFZrAI+3kgAJkAAJkAAJkAAJkAAJkAAJkAAJkIBDgGLVFas2ICMvF8kgkyUadjBUePZnUCmB6qzUKLGaDsQVvSp2TWzTpaevBmwqxjUQq5XuAVnV8f/+m9o5QCufYnXFv16T1//tlAJY8ZlMXPhVGswO0mOPXZwDwJrKTj0Pl70sUWmySTPEqr3IqazRbw6uFqviZL16wnPaJ9U3pmWnEaFz9vVlsIpVCiC7WE1356sdKyIqdn3ZrTX/3kWxWnOG7IEESIAESIAESIAESIAESIAESIAESIAElEC9F6uvZysFYKSmpDM5XbGqQnUn64Arf5saiVUVqlZ8vlIBNRCrp+8pXsbrF+knwV/CILcPSD7FamAEORxeFV0KIJVhmpKp9tepCFIZqZ/IXtYBV6bP9Pb+GonV78bL0AmviVgZqb7+KFZzexB5FwmQAAmQAAmQAAmQAAmQAAmQAAmQAAnUAYF6LFYtuRgoV1Wc6lZ+V6wGZbDmT6wKtuebWqyHeVmZ+RGrd0n75y6SRSc8JUawmissGzfZE1iMYlUk++FVKk7tUgB2xqotUZVGvsTq3nMzs10pVpM9c2xNAiRAAiRAAiRAAiRAAiRAAiRAAiRAAoUiUL/FqiUV/Zmr6Xqq5v3sYtW+T2uc6kFQGTVW0wLzdavGanWNV38NVyNWH7fqpPrqsx4mrQJqrBrx+vgXETVWU2L1z52uTNVqxZXuq1MND7AqTrGammJQ5qp96FRWsTrXOlBKs2btUgC+Gqt+kWtKAVilCFJj7mlqshqxat+rNVVZCqBQ3w85LgmQAAmQAAmQAAmQAAmQAAmQAAmQAAnEJkCxastVG5vJYhX58ykzpVtYjVWVnen7vIOh3tDyAG791cPk/2fv3YP0qsp8/4cQI+Eig0yChIm+NIMKRGEGcH7diibOHKjjpL3MOXCGTinmYBgYCDNlmNJ0LMexJMEqYpU0jEhkIlpJjqjjJdFTcJREwe7jOBeiLSAcknbQICGJoMFoyOVX+77W3mtf3713v+/en/wF/e51+6xnrf2s71rr2aMfFFn9pTOck6ha+tBv1jlS92NUdvaWGHuDyB1/+1l5wjthG4q/evZ7RuWN46vt06j2B6q+pduBf90/VG/rqaaGAlAJqEKq8/fgA1M/ODcuxqonlLo5WYLquf9uX+H3wgPo+b5O3vff/lh+8OWn5Z2jl8sf+idmnfRv+28fFPnyN2Se+7ErLa0lqP53kXWfvkfsD1a9+Wm59dP/Lhf7H8bKPK6NDxJjtTt+pIYABCAAAQhAAAIQgAAEIAABCEAAAioBhFXsoTQClZ9YffJ++dA3v+/W90/kvcsvlT8srfbNzwhhtfl9TAshAAEIQAACEIAABCAAAQhAAAIQqI8Awmp9rBtfUuXCauMJVttAhNVq+ZI7BCAAAQhAAAIQgAAEIAABCEAAAu0igLDarv6utLUIq5Xi7TpzhNWuEZIBBCAAAQhAAAIQgAAEIAABCEAAAhDwCSCsYgylEUBYLQ1lJRkhrFaClUwhAAEIQAACEIAABCAAAQhAAAIQaCkBhNWWdnwVzUZYrYJqeXkirJbHkpwgAAEIQAACEIAABCAAAQhAAAIQgADCKjZQGgGE1dJQVpIRwmolWMkUAhCAAAQgAAEIQAACEIAABCAAgZYSQFhtacdX0WyE1Sqolpcnwmp5LMkJAhCAAAQgAAEIQAACEIAABCAAAQggrGIDpRFAWC0NZSUZIaxWgpVMIQABCEAAAhCAAAQgAAEIQAACEGgpAYTVlnZ8Fc1GWK2Canl5IqyWx5KcIAABCEAAAhCAAAQgAAEIQAACEIAAwio2UBoBhNXSUFaSEcJqJVjJFAIQgAAEIAABCEAAAhCAAAQgAIGWEkBYbWnHV9FshNUqqJaXJ8JqeSzJCQIQgAAEIAABCEAAAhCAAAQgAAEIIKxiA6URQFgtDWUlGSGsVoKVTCEAAQhAAAIQgAAEIAABCEAAAhBoKQGE1ZZ2fBXNRlitgmp5eSKslseSnCAAAQhAAAIQgAAEIAABCEAAAhCAAMIqNlAaAYTV0lBWkhHCaiVYyRQCEIAABCAAAQhAAAIQgAAEIACBlhJAWG1px1fRbITVKqiWlyfCanksyQkCEIAABCAAAQhAAAIQgAAEIAABCPS1sLp792455ZRT6MUeIfDLX/5S9u/fb9fm0Et/LTN/d1KP1Ixq0CfYAAQgAAEIQAACEIAABCAAAQhAAAIQiBIYGBgojKWvhdUdO3bI/PnzCzeehBCAAAQgAAEIQAACEIAABCAAAQhAAAIQgED/EThw4EDXld6zZ48grHaNkQwgAAEIQAACEIAABCAAAQhAAAIQgAAEIACBfiGAsHrkCTln7mDh/uLEamF0JIQABCAAAQhAAAIQgAAEIAABCEAAAhCAQN8SQFhFWO1b46XiEIAABCAAAQhAAAIQgAAEIAABCEAAAhCYLgIIqwir02V7lAsBCEAAAhCAAAQgAAEIQAACEIAABCAAgb4lgLCKsNq3xkvFIQABCEAAAhCAAAQgAAEIQAACEIAABCAwXQQQVhFWp8v2KBcCEIAABCAAAQhAAAIQgAAEIAABCEAAAn1LAGEVYbVvjZeKQwACEIAABCAAAQhAAAIQgAAEIAABCEBgugikCatf//rX5e1vf3ti9fbs2SMDAwOFm/Do7gmZM+NsOfbYYwvlccy+ffuOFkl5+PBheRZhtQg60kAAAhCAAAQgAAEIQAACEIAABCAAAQhAoNUEkoRVS1T1/iWJqwir8+e32ohoPAQgAAEIQAACEIAABCAAAQhAAAIQgAAE2kYgTlhVRdU0cRVhFWG1beOG9kIAAhCAAAQgAAEIQAACEIAABCAAAQi0nIBJWDWJqkniKsIqwmrLhxHNhwAEIAABCEAAAhCAAAQgAAEIQAACEGgbgbQYq1l4IKwirGaxE56BAAQgAAEIQAACEIAABCAAAQhAAAIQgEBjCCCs8vGqxhgzDYEABCAAAQhAAAIQgAAEIAABCEAAAhCAQF0EEFYRVuuytb4pxxoUzzzzjOzfv1+OHDnSN/WmohBQCcyYMUNOPPFEOe2002T27NnAaQEB5q7yO5lxVD5TcsxOgDGdnRVPFifAPFecHSm7J8A81z1Dckgn0JR57snnn5R7HrlHHvvlY3LoyKH0hvNELIGZM2bKa095rVx17lVy1slndU0KYRVhtWsjalIG1oB48sknbTHq+OOPF2sS5h8E+pGAtSnwm9/8xt4kOOussxBX+7ETc9SZuSsHrByPMo5ywOLRUgkwpkvFSWYJBJjnMI/pIsA8N13k21duE+Y5S1Rd+b2V8pKZL5FZM2fJMXJM+zqyxBYflaNy8NBBefHQi7LmjWu6FlcRVhFWSzTP/s9qampKTjjhBDnllFPk2GOPlWOOYcLq/15tZwuOHj0qhw8fll/+8pfywgsvSKfTaSeIlrSauauajmYcVcOVXNMJMKbTGfFEOQSY58rhSC75CTDP5WdGimIEmjDPfXjiw/Lkr5+Ul858aTEIpDIS+N2h38lZJ50lHx38aFeEEFYRVrsyoKYlnpyclNe85jXy0pe+1D+tirjatF5ufnss58H6Z+3O/u53v5Of/OQnsmDBguY3vMUtZO4qv/MZR+UzJcfsBBjT2VnxZHECzHPF2ZGyewLMc90zJId0Ak2Z56745hVywnEncFI1vctzPWGdXH3hty/IvW+7N1e68MOesPrwww/nzueCCy6w0+zZs0cGBgZyp/cSPLp7QubMONs+IFjk3zH79u1zVISc/6zTXM8irOak1uzHf/jDH8rrXvc6eclLXsJp1WZ3dStaZzkSL774ovzoRz+S17/+9a1oc1sbydxVXc8zjqpjS87xBBjTWEedBJjn6qRNWR4B5jlsoU4C/T7P/cWWv5DfO/736kTWmrKe+81z8s+L/7mr9iKsIqx2ZUBNS2y94M8//3yZOXNm05pGe1pKwBJWLbtGWG22ATB3Vdu/jKNq+ZJ7lABjGquomwDzXN3EKY95Dhuom0A/z3MIq9VZC8Kqw5YTq9XZWOty5gXfui5vfIMPHTok27dvR1hteE8zd1XbwYyjavmSO8IqNjD9BJjnpr8P2lYDfJe29fj0t7ef5zmE1ersB2EVYbU662ppzrzgW9rxDW52PzsQDe6W0pvG3FU6Ui1DxlG1fMkdYRUbmH4CzHPT3wdtqwG+S9t6fPrb28/zHMJqdfaDsIqwWp11tTRnXvAt7fgGN7ufHYgGd0vpTWPuKh0pwmq1SMk9hQBjGhOpmwD+Qt3EKY95Dhuom0A/z3PlCKuvkvPnzZEXn/tXeeQ3ddPv3fIQVhFWe9c6+7RmvOD7tOOodiyBfnYg6NbsBJi7srMq8iTjqAg10nRDgDHdDT3SFiHAPFeEGmm6IcA81w29/ki7+39/SG5YL3L1HR+Ty+ZMf537eZ7rRlidM/86+ZuBi+VVx70k6ISDu2T7zzfKrY9vn/6OmeYaIKwirE6zCTaveF7wzevTtreonx2ItvddnvYzd+Whlf9ZxlF+ZqTojgBjujt+pM5PgHkuPzNSdEeAea47fj2f+tn75EPX/0z+8t6rZUGPVLaf57miwuqcM1fKx159rhxv9cGh52XXb1+Ql8yaI3NmWSLri7Lr55+UD0y2W1xFWEVY7ZEpqjnV4AXfnL6kJQ6BfnYg6MPsBJi7srMq8iTjqAg10nRDgDHdDT3SFiHAPFeEGmm6IcA81w29Pkj77G7ZPWeuzO2hqvbzPFdIWD3+SvnYG98mr5rxG/npU/fIJx8Zl2fd/njVWTfJ3w2cLyfPeF62T94gt/68hzqq5qogrCKsFjO53ZtlxTtWy3hM6pE7J2T5+cWyFpmUscFlslFEusunaPndpSvjBX/3FVfIfcZqXCYf7qEdu+5IhVJrO5KTcvcV/0v+oEeufJTazj7MrJ8diPJw75XN718sqyesHEdk3cRyfedcnROXrJN1skyWbTA8V16FSs+pjLnLrpQ9lu+Wx70ann213H7zZa5TvFvuW3WD3P2EWv1Xm693/fBuueILf6CkddJMfuYK+ej9QfpXL71dPvZfe8nlNndNK8dRiq9gj6au/IVuh0F/+xtprS9tTLsFWWPvf53RH+MtjQ2/V0OglfOcsm6Jozq0aousXXxqNdBbnmvZ85xYvsfH7hPdt7DWJR+NWZvpPoznoxh9E98/UtdzTt47LV/mov9w/CfNb3I72K6XKOtAJZ3lA7n1jpqDVz+T/6U/fdkNV8vO2xX/Tf3ZVCfvdyMz78c4djo357r/mZH2RdbDWj0mRabhHGs/z3NFhNVzz/+ErHzFHPnNvk3yVz/4ZsTEzl3wcVl5xjyRX39T3j2+KXZGet+bPi9vOcH8866fv1s+YHVnH/9DWHU675h9+/YdLdKPhw8flmePPCHnzB0sktxOs2PHDpk/f37h9PUnDBYismSdTNwQHMzfu2WFLL7ZkluHZPRra2W40Fq3vxc6ZbzgLWFVPnSvXP16tXfdF6KoIkX9vV9qiaqYirBaKtoyM+tnB6I0DtvHZPBaa7vH+RdeJDlzX0fW3SmyzHsuND+WVpeKMipj7rI2xqwFQjB/6fPWblsU1TeIzLGzXEc85Mg7CxYlvbtIOTMyX1YEqYtsWzmOfGE16hOU4S/4eRQea/3tb6SZYzlj2i0lceGcVhN+bwuBVs5zSQdCFN9hejeRmmuBpc5zooqPUfEzujYTcXyYx+Uy1w/xN38NQqT3rEiKsCoSEnbFFU5jhFVXkBXDRnPEb3JNISpkehvjD8olkYMtZp/MySqOmbLRfumH5d736Rf5w76fVh9PgI6k88ry+CGs5h3ZRYTV973x8/KWE38jjzz2V7Lmp6YS3ycfv+wtMu/gI3LP1jXyrZhK2cKqfEfe/dBntCfedvGn5cqXS0L+eVs5Pc8jrDrcEVZz2V/CQiRhEZW9iP5e6JTxgjcLq+7L+6FLIie4srPt4ScRVmvtnJtvvlm2b9dj4Zx//vmyatWqSD3auVDSMUzePijLNih/GxyVLZ8YliadPylj7rJPTIRPmdpj23HUz/jaFfJRCTnYyu/WRwm0E6kmYVVLHxZyax1GwjhK4Z3kE5TiL3Tb3/3tb6S1vpQx7W6WeKeG+uWEeBobfs9OgHkujVXSPNLsOSaNTB2/lzPPuTX1/JEPXSIPfuxuCTZtk30NVSR0/JzL5Ebp8uMAACAASURBVLL7d4Zu3jmi4M/OvEzuuz9JIH1QLll6pty9fqd+myfpxKotrJoEUZMg68qhkROiScKq65vtNBzuSWF2n0FUtWsQ8v0CYfVP5PvW6eC4dJ6Qax80OkPmlnRitS3zXCFh1T5pmkFYPfSIbPr2GomeaXVsLk5YlVetlE+/tiNTscJtHTNJ92UgrCKsFrAi5UpsyimRiBjhlqad9gqdBJMlIzKyYaMTCuCmEdl4a3BKzK+sL2rEn54t0LBSkpTxgjcLq6ErH1ZtDdc+1EWPc23vw3LJQx+Vu60X0N+K3GYFAP+QyEc/dp+zuyrOlRf1X2we7vVdb1c2eDF610Yukw9beXvCSuilaT1viyaeMJLpxKrp6kqDQyKUYoXpmViiquVEqP8sUdUSV8P/EFa9eWZE1n2tI+vtMCjKCTxXIOosGZGNG5T5ypunYq9De6EClDl1GgXbMuYuo+XZ85SzQMgirHp52E52aCMpcsJCyXs6vhTLOEqZazILq6Mit3ihNvQ8vVNe3qnwkSUbZaO9yTEit66akpusWzKWL3LJVu1UedRfEJEkf2PNqEytNIU46q1xmj67B0+UO6add/GDbyIUQJ4+aMKzzHNpvZhdWB15yrndos5jH1yyUW5RN25T10pDMrJEZOMGd+67Yqcdnk31QUbuXCdyrRNWTfsX8kt0v2VIRu9cKNuuVeZBf52nrLfUDHtgPVbmPKf6HfYNG38jN2UT1+DnfFg+qodO8dY89hosRVj1/CVVyEwMBbA7CCeQMTRSvhOrofWbYgNpzOwQBxnqFBZWk9IFZZYnrLZlnisirP7ZRZ+Wq049Xp59eo28/4ePRCfEs/5e/ukP/1Besv878u7v6adR1YfjhFX77y8NRFn7BOvLphSR1jkRK3a4gLfJyj+9Us6dGeQchBGI/qaGL3BOxtqf3/L/BWmtMi6W534+JZ0zzhWJCXuQ9DZAWHXocGI1zWcw/R5eoIRipRmv+YWvxJwexGr1xFZVjJ0nIru0a7e9J6SG0ZTxgo+NsRo6vbX72d0yd44ab0GPTeqc/FJi2BiuVuTOQxMy3Ksh/q5i6KpIScLq7mfnytw5AWn7hfrzv4xcKylixm1Oo+7Oxp1Wtfi0Xlj15i17gXG6H2vV3yAKxVdVn5ElH5SRDbc4ixt/gdIbQmoVc1d0PBlCAaScWPXyMAmr1m/BVTrr/2Lis9Y4sBlHCbAzhgK46l3jcs9XrHyCuMRhH2LoX7xQQ0FcVv+Zd10lQ1+5x477HmzchvwFV3xQn1H9jXNE5NE+GKd5TLsMf0R58yKs5oHfsGeZ55I6NEFYDa17HGHV+UKFtWkU/L+yWZu2VnrDePCdC8uvUOY238+w594pWarEg/fmO3uOTMrDFkvPlI3u9y6C5xPym8b4seXNc6HNI03IzC+s3vuG72s3ePy1i/X3DMLqZeLEq/ev96fFWM3pH+UTVuPan86sX4RVa0y2YZ4rIqzKGTfJ7QvOl5OP7JLxyVvlU097n64SkZe9Q1Ze+N/l3Fkvyk9/+gH50GPKb6FpMz7Gqn4aNklYfeL3DCLsy5+T79z3ARH7ZO0u+79tedc+CXuuPOfGb33bq94m3/ypcp7W/v335Af28244g5RTtwir6c4Nwmo6o9QntNOpg6Py+bduk3dbzoN2AivkfPjCqhp/LXjGEVb12Gx+OYVjqqU2pasHynjBJ4YC0AJ72zJD5GMwWpwfVcQwCJ1OY4vmEX3RamJIKcKq2x3h07lJQdS76sH2JFZ3Z+NOq1o02i2seiJoMA/5Yk7kRGrwTDBPBcKqGl8tkkcPmF0Zc5faDFMsMe3EuvdwzLyU6cRqD8RYZRxlEVbjn7HGxaIH3VAb6ns9JMr6wqriU0SF1QR/wRcfzP6GJ6z2+jjNM1WUO6Y5sZqHfdOeZZ7LJqzGPeVt+ITf/eJ9myLnWklbCxnnNqcmwQaVUjNNjPXmw6g4rAmxrnAam5/yvY26bb+0eS5GuHTiqhYQVt8nyod43TAA/8O7KZh+YtW6haPFIX065eNVEfDK2i42xqn6sSjDx0eVPI1hYDIw6ydhtQ3zXCFhVUTeduHtcuXvnyxy9EV5/tePyI/3vyCzjuvIuafMk+OPsRaLP5VvPfJJuUcVXUM2mRwKQBFAE06sfmd2+DRrUEg0f+cE6+89o34YyxVQ/WSeqKueii02i3Fi1eGGsFrMfgypghfzX7xnSP75c86urOmfvXjJJKzGZNBCYVX/MIz3wlRPbOkv/oiIEREwus2jBmHVdiTuE1GcgriTbKWZcYsy8sIBmGKrehhaLawmftXcXZCId/IeYdWxmeALsGFHvDth1SzsGPOseQwzjmKAZ4yjGhc2yMnVGVcIq/mNujTBwS4aYTV/DzQrBfNcXH9mj6NalrCqfbjPIKyqAmjkRmABYXVUVvsnbY35NUBY1eK7q11trz8skVT9MGfIFmJCHjkh2W6Xj9kxUH8mf3nv1bIgV6xU5dbP//iZ3BB30jXpqn3S5nX4sE7sARxDODovvNv9hnGhMIsXVvU15HSHAvBa0fR5rqiwKjJH/ux1N8nlp7tCqt/tL8qz+54QOeVcmSPPy/+bWif/8Lj+DQ/v0VhhNRR/NTkUQHAS1bvU7133T8pfvBOpEj7R6sV2RVj1+unR3RMyZ8bZcuyxxxZyYhBW82DzrqgYYwEahNWkmIHGRVfyidU8VZ2OZ8tYyMSdWNWFVdPuaV5htds8qhdW/+hfY+IsNvUjXjUbrfcBK1NsVYRV5bSHNo+F4kwbFjXtPbHqiarmOMjdCavmEyO9sNHCOCpJWE3YMDWd8ubEavILowx/JCgBYbXm13PPFcc81zvCatqJVdPtvuQ0ySdWl04tdj7gqczRvXKDsJx5LuZEqi+Y/qX87Pp4YTX68Sr3I53uBz0//KYH5aNeCLNcwmpwilTOfrU8/oR6wjQQO2+U2+JDpJUirJpirGZjFv8RqmRhte6PV3mju+nzXHFh1SV0/Lly0SsulotPOF5e/O0T8oNnviXbfyVy/oKPy9+cMU9eIi/Ks7/YKGu2f0vCQQG6F1Y3yXOnmU+gWvFX7TAB8h1590NenFflxOqvDR/I0j6ahbCKsDodbpcf+0e/cuccaAhipgYnVk1xg9w4asrzkWsyIpIUY1W9rjcdGOLKLOMFHyusutfhnav+4fimwde0s4cC6DaPLDFWla9qhmO8Zvh4lS2srpfgy5heHoQCqM3s23tiNRBQtQ/uadfrzB+0MgmrbYixaozZpViqcyJEF121q27hWMraBkp0vvLDmNhfh71M1IjTtQ2QjAW1chzlPrFqiLHqbmqYrsx2G2NVPdVFjNU0Q0ZYTSPE720NHVTCiVU17FlajNXFT8uYG//U9iuSNne9uNXqdzEKnFj1hdW4/Pr9xGpE7PRGsyde3ihnrr9NnLAA+kj3wh6Z117BDR7/w795hVUtdqrqP4WE1UioOLeeMR/5zBdj1SCspjLzTureLY8bQhF4H2D2uGj1MXwTxGmNd9PS4zApIgtqn3r72Z/rWlhNoB2IqyK/ee6b8o/f3yTq2dV4YdW9nv+CI4o6H5ly4qZaEqn30aldP3eE1XN/p4inShxVW1iNi7FqC6vqR6m8D10RCiDcpZxYrXlKMcbYUepg+hBV8HOwcLL/Fv4I1uCIjMhG2TghMnLTiGy8NfJNSzvg+3L74+W99zGrsoTV+2L6VLta67143Getl9Of/EvwwarIF7hNu5bd5qGlf7VcdqnIfTsvCUQONTbq2VeLtmubQVi1Ygxp13MsQfVvRW67PuZFXfNYaENx/exAdNU/GTeRRvyviZtCAYQ+LKFVqLe+Nl7G3BV7lc7/yFQ0nnPcB6jMJ1GDRYqPsk82WVo5jjIKqyLKKXB1jJjiqZr+ZgkFl2yVwWuj/oIW5z3J3/DHcXjW6K1xmmdOK2NMB+UhrOZh39ZnWznPKWuRtEMfppP3caFQtA1dwweDbRuLEVajc+qIrLtTZJk7Rw4tv1Fk7DYZ9wXdtBir4n+407HtUH6rbpXOzTeFPtRZzygoY567b9UVcveZ7inTULVtv2bnf5U3P/G/5bvGJukf0QzfzIlsKBcQVqOCorMGtsITeFft4/0vEV/UVepfSFj1P4js+nKJzLwNb4PfpqxbPaE6Wp+YdJrPh7Cad5RVKaxa4QLedvHH5MqXO5f0d/3s3fKBHwc1jP94lRWj9RHZ9O014n1aSn32N/u+I1Mve4sTK9UVSL0wAFbuXigAEU8sDcoMfrM0+I/L58+wju3ZqeSRx74m8odXyrkzrfAAT8jZl71FrJOvH7DMqsA/Yqw60AgFUMB4SGImUMYLvp/Z9sK13H7m14t1b+dCqRd7oto6tX3uqpZuW09yVU2V/JMIMKaxj7oJ4C/UQ9z0Yal6Su69Upjneq9Pml6jfp7nqhVWrZ4/X973xr+WoeOek/EffkA+E44H0GDjQFhFWG2weU9P09r+gkdYnR67q7LUfnYgquTStLzbPndV3Z+Mo6oJk3+YAGMam6ibAPNcFcRDYYneMC4r3rFarM8Dp52QraI2vZYn81yv9Ujz69PP81z1wmrz+z+uhQirCKvttf6KWt72FzzCakWGNY3Z9rMDMY3Y+q7ots9dVXcY46hqwuSPsIoNTDcB5rmKekD5JoVXQjj2e0Ul93y2+C4930WNq2A/z3MIq9WZI8Iqwmp11tXSnHnBt7TjG9zsfnYgGtwtpTeNuat0pFqGjKNq+ZJ7lABjGquomwDzXN3EKY95Dhuom0A/z3MIq9VZC8Iqwmp11tXSnHnBt7TjG9zsfnYgGtwtpTeNuat0pAir1SIl9xQCjGlMpG4C+At1E6c85jlsoG4C/TzPIaxWZy0Iqwir1VlXS3PmBd/Sjm9ws/vZgWhwt5TeNOau0pEirFaLlNwRVrGBHiOAv9BjHdKC6uC7tKCTe6yJ/TzPIaxWZ0wIqwir1VlXS3PmBd/Sjm9ws/vZgWhwt5TeNOau0pEirFaLlNwRVrGBHiOAv9BjHdKC6uC7tKCTe6yJ/TzPIaxWZ0wIqwir1VlXS3PmBd/Sjm9ws/vZgWhwt5TeNOau0pEirFaLlNwRVrGBHiOAv9BjHdKC6uC7tKCTe6yJ/TzPIaxWZ0wIqwir1VlXS3OenJyU8847T2bNmtVSAjS7aQQOHjwoP/7xj2XBggVNaxrtUQgwd1VrDoyjavmSe5QAYxqrqJsA81zdxCmPeQ4bqJtAP89zV3zzCjnhuBPkGDmmbmyNLu+oHJUXfvuC3Pu2e7tq54EDB+z0Dz/8cO58LrjgAjvNnj17ZGBgIHd6L8Gjuydkzoyz5dhjjy2UxzH79u07WiTl4cOH5dkjT8g5cweLJLfT7NixQ+bPn184PQl7i8DU1JS87GUvk7lz58oxxzBp9VbvUJu8BI4ePSq7d++WX/3qV9LpdPIm5/k+IsDcVV1nMY6qY0vO8QQY01hHnQSY5+qkTVkeAeY5bKFOAv0+z3144sPy5K+flJfOfGmd2Bpf1u8O/U7OOuks+ejgR7tqK8IqwmpXBtS0xNaAePLJJ+WMM86QU089VWbMmIHA2rRObkF7LMfhyJEjsnfvXvn5z38uZ511lsyePbsFLW9vE5m7yu97xlH5TMkxOwHGdHZWPFmcAPNccXak7J4A81z3DMkhnUBT5rknn39SVn5vpbxk5ktk1sxZnFxN7/rEJ6yTqgcPHZQXD70oa964Rs46+ayuckRYRVjtyoCamNgaFM8884zs37/fFqf4B4F+JGBtCpx44oly2mmnIar2YwcWqDNzVwFoKUkYR+UzJcfsBBjT2VnxZHECzHPF2ZGyewLMc90zJId0Ak2Z5yxx9Z5H7pHHfvmYHDpyKL3hPBFLYOaMmfLaU14rV517VdeiqlUIwirCKsMNAhCAAAQgAAEIQAACEIAABCAAAQhAAAIQyEkAYRVhNafJ8DgEIAABCEAAAhCAAAQgAAEIQAACEIAABCCAsIqwyiiAAAQgAAEIQAACEIAABCAAAQhAAAIQgAAEchJAWEVYzWkyPA4BCEAAAhCAAAQgAAEIQAACEIAABCAAAQggrCKsMgogAAEIQAACEIAABCAAAQhAAAIQgAAEIACBnAQQVhFWc5oMj0MAAhCAAAQgAAEIQAACEIAABCAAAQhAAAIIqwirjAIIQAACEIAABCAAAQhAAAIQgAAEIAABCEAgJwGEVYTVnCbD4xCAAAQgAAEIQAACEIAABCAAAQhAAAIQgADCKsIqowACEIAABCAAAQhAAAIQgAAEIAABCEAAAhDISQBhFWE1p8nwOAQgAAEIQAACEIAABCAAAQhAAAIQgAAEIICwirDKKIAABCAAAQhAAAIQgAAEIAABCEAAAhCAAARyEkBYRVjNaTI8DgEIQAACEIAABCAAAQhAAAIQgAAEIAABCCCsIqwyCiAAAQhAAAIQgAAEIAABCEAAAhCAAAQgAIGcBBBWEVZzmgyPQwACEIAABCAAAQhAAAIQgAAEIAABCEAAAgirCKuMAghAAAIQgAAEIAABCEAAAhCAAAQgAAEIQCAnAYRVhNWcJsPjEIAABCAAAQhAAAIQgAAEIAABCEAAAhCAAMIqwiqjAAIQgAAEIAABCEAAAhCAAAQgAAEIQAACEMhJAGEVYTWnyfA4BCAAAQhAAAIQgAAEIAABCEAAAhCAAAQggLCKsMoogAAEIAABCEAAAhCAAAQgAAEIQAACEIAABHISQFhFWM1pMjwOAQhAAAIQgAAEIAABCEAAAhCAAAQgAAEIIKwirDIKIAABCEAAAhCAAAQgAAEIQAACEIAABCDQlwQ8cbObys+ePbtQcoRVhNVChkMiCEAAAhCAAAQgAAEIQAACEIAABCAAAQhMNwGE1QmZM+NsOfbYYwt1xTH79u07WiTl4cOH5VmE1SLoSAMBCEAAAhCAAAQgAAEIQAACEIAABCAAgWkngLCKsDrtRkgFIAABCEAAAhCAAAQgAAEIQAACEIAABCDQbwQQVhFW+81mqS8EIAABCEAAAhCAAAQgAAEIQAACEIAABKadAMIqwuq0GyEVgAAEIAABCEAAAhCAAAQgAAEIQAACEIBAvxFAWEVY7Tebpb4QgAAEIAABCEAAAhCAAAQgAAEIQAACEJh2AgirCKvTboRUAAIQgAAEIAABCEAAAhCAAAQgAAEIQAAC/UYgTVj9+te/Lm9/+9sTmzV79uxCzfbKfvjhh3Onv+CCC+w0e/bskYGBgdzpvQSP7kZYLQyPhBCAAAQgAAEIQAACEIAABCAAAQhAAAIQaCuBJGHVElW9f0niKsJqAes5fPiwPHvkCTln7mCB1E6SHTt2yPz58wunJyEEIAABCEAAAhCAAAQgAAEIQAACEIAABCBQjECcsKqKqmniKsJqAfYIqwWgkaQSAnu3rJDFN4+LDI7Klk8My6mVlEKmEIAABCAAAQhAAAIQgAAEIAABCECgWQRMwqpJVE0SVxFWC9hEG4TVydsHZdmGEVl3p8iyazfKyJ0Tsvz8ArAKJHHKthKOyLqJ5bKgQB52ku1jMnjtRpEl62TihsK5FC29u3S7N8uKd6yW8XAumoA6KWODy2RjBlHVYzpy04hsvLVPmXRHtKGpXRuIbV3yGPKE+aFVW2Tt4nyyvJ92+Y0iY7fJeAY7jKtmN/VoaMfSLAhAAAI9SiD5vVPYX3T9HinwPtJAxfhPRd5z5g7w2t+lj9qjvZutWt3ZgO+T3jkhix50fP7CdpOtwpU+lXfdgs9Tdnd49jgko19bK8NzQ/l7c4Llp35QZPU7VkvX80zZTegqv4TxqPrmKoekwzj9vH7uimNa4mZxVufhujSeNMLT+XtajNUsdUNYzUIp9EzzhdW9svn9i2W1jMq6t26TZTeP1+fwhBzifna0CpiWk0RhoC4EfMfNE4rt56ZkaQbxmcmzcG/0eMIUZzKl9t04992kDVerzLx6vMOoHgQgAIE+J9Ddeye28WUIq0b/yfVpJ6SkjXaEVZHubKBRPmmBdQs+T9lTYA57LGOeKbv6Xednar8y7+U9qISwGtMjzeLcqHm46zEkgrDKx6tKMCNTFu5kPLBO1skyWbYhZgewgtIdZ0NkZInIxg3jihOsviDcgl2BMdgpdv/u7c6pL4ZLtjqnV9V/bnq7zAdEhibG/ROinqAZyVtEnN+edk6LKvmVcxoi2A0L5+df+7fqfcXO6IlWdVfSa7tdvyEZGhyX8QmRyIlV7TmnMVa5S6cWu6eGgwa2UuSuwMbLzTKLMxndYbVta/5GbUwMrbpVOjffJBs9ByzsWIUWD0ODQzI+MS5DoROrT/snzkPj0U6/TcS1RftXy2avmpLFytgcWvV5WfjAu2W1tQhW/mF/5VoOuUEAAhAoRiD9vRPvO50qsT6b6aSp4tfEpvMbEe8/hYXAoX/R/T6j3xNX9uCQ6y+OyAeXbJRb7BtWbfOVitmA9x43n1jdIp17Fofe/fWtP4qNBZHc65bQesSyvVFZ7YT18v+1+TR0kZ7If2JVuxGoHVhR/NQL/1wu+rdvyL+qVeridlaRlmVLE9f+0KaSt3ZUTu4aORRcPw+tWicLH1jmjOEQp/T5O1tLp/epPuccow1ceqnI/fe38T2mtxlhFWG1/PnFILR5hVQvbAQnZb2rGuOuyCOeWGNP1EMybp2onRD5i/cMyT9/znotOE6I95wmHL3rKhn6yj22aOq0IXjR6A7NiKz7WkfW21fwh+RvbhT55G1B3gt8p39IrnrXuNzzFVdkfcO4K3KW4QCmO6vBAsETeZWFSkh0tdsrbkgEq/1qKABFnB25c53ItY5QfPHii+QHWyw3wnXslHYbr9iUb4XkmJlAur14zow9JkK2ai8ubx4PbRa4/a4Jq+JvJOj5iC6seiKp7aSe7px8nwiPE2scBgsodQxqi9vwBkneHffMDHkQAhCAAASyE0h+7/ibwAYfIuxXaT6b/36KviP8jUDTu8UPY5P+PvTaGKmj9r7T312B6KX7mSLzRGRXS32l4jZg+ZFn3htc//dCAfiL+7569+dft1h++chTiu/l2b3bbn9zuh/DmGWfREp+spiwGvZFAx/ZmoOCdVHksE3P9U18+42HckLCaoSDd/Ai8/p5SEZXdWT1zdYqMjjM4x8QSphf84YhK9lwcmbXx5y196uuDTgQWPMjrCKs5pwQMj7uX5Nwd56kpg8jadczxBdlLCfEc7wST3GG46h6E7n/Ygh2gFWxyXeaNYddEVb9F2gwofqLg9JfrlkWBtFnzKdZvfYGQrJZWNUXC76wamg3wmrGMVTbY8lxzrSNA4Ot6tfRvFPYScJqsHngj6GEGKta/v5L3cn/dPfDa3HCqj/WfWGfExy1mRUFQQACEIglkPDeWbJOtnTWO6fv8vpOoblefUeEF9/mq9QG/ynmVo7u90Vj8Kv5R5716+kKq630lYrbQJqw2lfv/gLrFmtYJYYC4Bp2gbm3iLBqOJCj+amLZKt9MzHwe7W1Vk99u6MbwS/LwaQs62f3AMZgEEYw7iZn/4bC6GPOoTXYAgndBG7le0yfahBWEVYLvHwyJHFf6v5uXeniobkOwQmC0O9LvJAEwQnNyKkDUx1zCqvOC8ATdNUTq+H6ui/Zp4OToPYTpXCqQlgV/+pdkrDqLWIQVjOMkZ55JIu9KB9y8+qthsHIdWI16mCGQwHYn8AKLWa1U67uqQxJEVajiBFWe8bsqAgEINBiAllPK0Z9p8RN6dCHVdR3hC+smt4tGU+smjbUIwt/Q/5REdZrP8KqKjqpvR0VoHSbSTqx2k/CapF1S6ywGg6FUcqaoi3TVAFhNXRCOOqnnikb2yCsmjhETqwmC6taiDxlcy3L/NqaE6vTzTkirAbagK5hZFxXNnBqQVhFWC3drE1xsZxCqhY1lFOV9nV99SNOQRyrKk+sxgqrqc6Noe6FeyYhRpjn8A9eJe+auEe+EreL6l/xj74IEVYLd0yPJsz7AtRtVbuO5scN1k+UOhsGXiiAZGH11oHVcpMXby7sXIWuu6UJq+XELO7RbqNaEIAABPqWQEZhNeGWhHEjOkFY1eK+xy7cE/wn5XRO+JaEtbDXfN9Q/girJkPNawNNFFaLrVvCwqoWX1WNO5+69ujbCaSCihcQVk0h5DQ/tQnCapYYq92fWE0TVpPm12YIq33AGWE1dd7xhNWHH3449dnwAxdccIH9p9mzZ+dOayUoo+w9e/bIwMBAofKtRI/uRlgtDC8pobMD25F1d4osu3ajG3/RPodW3T9fNFTDDgQTlR57qZoYq/EnVkNXowf/Rm6UT8pt1segbBE4cOZLiUNr/KqtsrPkC6sZY6yebn00yIobmxRjNYh5SYzV6sy8/JzThNWw46/bqllY1ePb6cJq9ONt6olVX1jVxNhQjNWsJ1ZDz5VzIrz8HiBHCEAAAu0ikFFUC38IcXBUPv/WbfJu+yM9CddwDe8IX1g1vVv8E6vqhrx6w0m/8pgorBryD8dY9W73EGNVvyatjoGkOLtpoQD8j974p4erPthRcPQWXLeEY6z69hX6hgQ+T55+KSKsGmI5G4XVmLVWz4cCUOe9UPzMkmOsZhZW0+bvPF0+Lc+a7KxPOIdjrCragIOSGKtliJsIqwUG5uHDh+XZI0/IOXMHC6R2kuzYsUPmz59fOH2VCe2dpR1BjJRSxMKUCmsf2FGc5OA60a0yuuMm/Wuh7m5u7JcG83zV0L8OHYQCUJ2/oPruiT0JxEr/tzJ3l01fxzVOfApY9QuMMR8h006sWk5BTPwx7XSIW0QddlClXTcz7+QYq/aL0v8gm0LAs1Wl/7UPvqmwtK+lOgK9+k8PBeDt8Luv6SUjsnGDE8x+9J8Wyrb/uVrGDYtm/8Mk1pOrPi8LH3h36MvAPbqwaqZR0SoIQAACCQTSNvRCVwztnKLxuf0CPN8lMRSAFwPcJ9uouwAAIABJREFU8G752loZnqtU1+g/jcjoqilZ7fp6npgV3IzQ36Uj6rtL+diSDiW4TaX+vR2+UhEb8A4jKOGplG8oqB/Qifjcav/2yNjsZt2i+t5hn2doyYjIho3KB3d7pME9XY0UX9j71kZIUIys30Jz0KmmuST0tfvewJLQfrW+avs+KLLaPXQT4VBo/ezO0cYbBcnzqzZ/9wbQmFr0OedwCEO3lf7hNaXV7XiP6d2MsMqJ1Z6efqhcrxPwdtmsBc+oyC3OF9zbOJn2ek9RPwhAAAIQgAAEIAABCEAAAl0T0D68VvGt1K4r28cZwLlvOg9hFWG1b4yVivYogfCJ1TJP3fZok6kWBCAAAQhAAAIQgAAEIACBVhJA8Kun2+FcD+cSSkFYRVgtwYzIAgIQgAAEIAABCEAAAhCAAAQgAAEIQAAC7SKAsIqw2i6Lp7UQgAAEIAABCEAAAhCAAAQgAAEIQAACECiBAMIqwmoJZkQWEIAABCAAAQhAAAIQgAAEIAABCEAAAhBoFwGEVYTVdlk8rYUABCAAAQhAAAIQgAAEIAABCEAAAhCAQAkEEFYRVkswI7KAAAQgAAEIQAACEIAABCAAAQhAAAIQgEC7CCCsIqy2y+JpLQQgAAEIQAACEIAABCAAAQhAAAIQgAAESiCAsIqwWoIZkQUEIAABCEAAAhCAAAQgAAEIQAACEIAABNpFAGEVYbVdFk9rIQABCEAAAhCAAAQgAAEIQAACEIAABCBQAgGEVYTVEsyILCAAAQhAAAIQgAAEIAABCEAAAhCAAAQg0C4CCKsIq+2yeFoLAQhAAAIQgAAEIAABCEAAAhCAAAQgAIESCCCsIqyWYEZkAQEIQAACEIAABCAAAQhAAAIQgAAEIACBdhFAWEVYzW3xTz31VO40JIAABCAAAQhAAAIQgAAEIAABCEAAAhCAQK8RmD9/fuEqIawirOY2HoTV3MhIAAEIQAACEIAABCAAAQhAAAIQgAAEINCDBBBWBwr3yqO7EVZzwzt69GjuNCSAAAQgAAEIQAACEIAABCAAAQhAAAIQgECvETjmmGMKV4kTqwiruY0HYTU3MhJAAAIQgAAEIAABCEAAAhCAAAQgAAEI9CABhFVOrNZqlgirteKmMAhAAAIQgAAEIAABCEAAAhCAAAQgAIGKCCCsIqxWZFrmbBFWa8VNYRCAAAQgAAEIQAACEIAABCAAAQhAAAIVEUBYRVityLQQVmsFS2EQgAAEIAABCEAAAhCAAAQgAAEIQAACtRJAWEVYrdXgOLFaK24KgwAEIAABCEAAAhCAAAQgAAEIQAACEKiIAMIqwmpFpmXOFmG1VtwUBgEIQAACEIAABCAAAQhAAAIQgAAEIFARAYRVhNWKTAthtVawFAYBCEAAAhCAAAQgAAEIQAACEIAABCBQKwGEVYTVWg2uX0+sHvzPx+Sz394jP5ITZPhPXyuXvnJ2rdwoDAIQgAAEIAABCEAAAhCAAAQgAAEIQKC3CCCsIqzWapF9KazueUxWfGqXHBw4RV4nL8iXdojcdN2b5NLfrxUdhUEAAhCAAAQgAAEIQAACEIAABCAAAQj0EAGEVYTVWs2xp4XVgy/I/oNHIjx2fW+7vPfxU+RLy8+TebJXNo9tl/tf/VpZ88aTouxmnSAnzppRK1MKgwAEIAABCEAAAhCAAAQgAAEIQAACEKifAMIqwmqtVpddWJ2UsaFrRD41LsvPr6eKk198QK55JKas406SsesvlAtlSsbumJJNv4157twBGb+8U0+Fqyxl+5gMXbfJLWFQVn51rQzPtf7X6RfvF+svV4b6aPKOIblG7pLx6xeEamju073fWCHDN0+4z14pd40vFzWlOT+9Hmod0vKzW3HHkKzvbJa1f36qU67WXrVN0fbKEr1tdnkPLJTNa4fFza3KnunpvO2+2qD2ocVvvXR8+zFUP8TeZFNeKnP+uj06z4bsaPdmWfHObbLwq0tl6p3XyCZTH04tNdisW7Kdfo14Vmr/dXCloc/3yuYVw7JGlN9Maa30oTo4JcWln5KloXFhtGMfr8Fu/d8sNotka2gcG7kZxkZS/2i967ZbVgXjTB+bwdPB+I2rd1x/evOSk1esfWTubwN/04irwh4M9uS0R62AwsGug9kubEvy5qUPiKx+5xpR+yHRdgz91tOTDpVrL4GS/RR9flL9njDiJD9I/21Qmf8iHRVbf3f8JvhF7e30oOVp7xN9/oz6lk1iGH33xfsuiTaZ4q9kHyNJNpxjjPRZJ6Xy8X1R3Xfps2bGVzdhTvMTWc98ruP7z5FxrPhCSTzbNL7NwKNr6qjPaKX03mXx4w7O5Y1AhFWE1fKsKUNO6cKqu7B1FYywaJehiMKPWMLq+tP+SNa++RQRS0D9hx2agGjO+GS56+8vtIXAvd99SIaf+YP+F1ZDC3ZVOHw6LJraL9EpW3gd+oEikGpCRkKfhl6wqoiqTfSG/Kbe44ruan0T8tNe6tdtksC5DIl/SpuG51q/bZVFBlFLE2ONIlthU+zPhFY/fHxKOtao8frGFuIThFXXCdPHufPynwovSHPkb9vRjrC4qQiroQ0B29bihNUYocko+FvteUjkyg1TgZhsFMBi2pg5fSAkahsEvuWkCdrm3yPcTP1j7LOoyVp5bZUrZdOOkAMd5uzm54zHp432Et+fyuIk1j4c4T2y+WLqbxP/cNMqsQd3jhwINm1MC2XtbzmF1QnfuU62HVO/9eeERK0bTaBsP0V77ysbE4YN08jc76cdFfn4sOi+ifXeMYgoCfU/NYsf0+jOLdq4vbL5jnEZun5YxN6w7/gb9fEb/kXL6qF0xnefiBjfVdF3TVpL9n5jTMYvXi7DTwf+vnXQIvFQQawNn25vPmcaI2kV67XfE+cQVdRK2rTptUblqE/SnKb5ptfIJm/NFBGaFft801Z/fRm2t1aN70gX5NFJJmXsDpHl1yeMu4Rx3W7OOWxfeRRhFWG1mOUUTJUurHoZOxOH//ItWF6eZAirDi3LWVoto8FpTkUcO/OLQ7L1Teop4qhAEy9SRfvUXsSr+RnEgkh+IYdN7eP0/ByhtLNqSrZ5bYzkZ9VztcgH1sqwWGKhyGjSadSE+uSxv35/1uunzZ31ikiZIPC5Tn/HdCo9wQ4y5R/uE+3E6nrprOrImgdSBD+7Q2IEUO9EYEic805CL50aDk5ExwhgkVPTyknqLOnt2oVPXmvOa9JJ4Zh+Ubkl9U9oARG1XS9/64RwUI/YucHPT3/ezze2PwPBItH+Mva3sf+0xlVnDyobZ1MpEAXCc5y9aWCfRM16YnVKFq6akjWKvZptx9xv/T43Uf/mESjdT7HFKeVdn8fP8HykuxfKts/o/kLcHJ2r/imbKM3r3WItmrxjhey83H0n2Jtki/xbKImbp8WK65lU8e8+wwa179ek3CTyWrd9TFb8bMRZD3QzRjwb/mpH1od86ng/pmcQZ6tIJj5pm97ZiurFp5LmNOfGo+Ozbu2slKkH3HkyzEz1rS/fGT8nt2h8x/d1mk5i/b5Rzly7XBYYOPvj7uJxOJc4oBBWEVZLNKf0rPpHWD0gux5/Wp4+mNKmWSfJ6149R2Y16cRquMmKUy9hIdRwIjGPsBqha1jMhPNz/r8jV27Y5J8ojj3ZbLhyYonGo7I6JB4rNVFfQNq1FusZw3UyhFX/Cru9EXK6ekU5TViNF4Z021AciAz5R06nhIXVr+oni+JtNo8TrDxr7QB7V51Mi+LILr3tcganNdPSu3DKFlY1bomL+Qwnkd32W6fcvVO16ZzNwmp8f3rCapp9ZOnvGP4RYTXjgjRXfzr13/ZWJ2xCogjgzTc5hdWldviHoO5G21HmMrXf0t/sPAGBaSbQtZ+ibKjOTdq0csWBlA1mh0bawjfkd8RtlOBjpBtXSGhx3qfebaMc/ZBeUo89kfbu6+bKefjGVvYxksW3zz1Geox8tDpZ+OTxKXu+wckVDPuQ3trK8l08cT1JWLVPWbqHXCJzclvGdxLi5HktKnSrealpk+wWznlHIcIqwmpem+nq+f4RVvM3szGhANSmh64SRU6ElimsxlwxNgqrN0sQ99UoUgVxU33RVXmBW9cb9FO5epxVP0xAlit5LHrcK2eeSKq+sPMJq+FYS1rf+YvOcP6GGKvh+KURYdU9jezmeXpsKIAcTrBmB0o669RzOD6rNcbCdUxMX16M1eDKfQq3LoRVTbRT2mVfKzKGXFBPSubpT3fRqNU1xv7sfnA4Gvs7jr970sKZFquzBzXuXTXC6nJZkCKcxvVb22NH5/cGSFErgZL8lHB8urgN2yx+kDFedhyUUP21x2L8olr59nxhujCgCnZr/MDobbh+neJ7hQ4KJMZaNd5e8+KYBwaRKVxbrA1njGne8/YXVDB9DsnhQ/RRuyNVjcxpMTcBE4XVBW7cfJO96dfhgzii/Qwtb92ThNXwpkhUVFW/BRFvt3DO2ysIqwireW2mq+ebJaweEjk0U2Sm68Y1Jcaq3ZxgMlUdpywLivwnVr3YQ2bH13xiVf3QUNhRMeWnO96JO3lxQq2FxSQ2Iaw6J+z8D224U4QtHEp8jNVE4U53GPLmn35i1RHkPCHJOsGcLPiln/oIOyYWBXvhYl2zMZxECtcxb3pb5is5FEA5J1bVWGLe68IZ23Yc5lRhNXoiNO3Ealb7SOrvWP7eB+5yCqv5+rOOE6vWRwGDcbXoodAH/AwfJmznYqUrF4fEtRIoz0+JhN+wxSCxY3RaN3W8j8hZ/pA1dpJCIvnzkbJ5ps5RgaBlrr+DMNkvqhVzrxcWOa3qCoBKnHWbfwM/Mpr13RfuQu0asLfxq30rICrM5BkjzkeH423YNEZ63czS6pfEJ/ggb9OFVfOcpq25VDE1QVi1w36pIZHCc3ILxneyzcULq3Fr3Ph3kxJ6Cs5pQz3xd4RVhNWuDChv4sYIq0eel4kv/Ies/NUc2Xj1eTJvZoM+XuU5Q4avlpcurCad1HCNKyLUGq98uWKMezow/AVsL4i/9lV3W/laKZ976zZ5jyb2mE4/uJVBWDUMecPL3eekXz/WErt9b4yx6tqg2PFX8+cfsRnTiVX7JKLj5MoSkU2iivVeTeNjatofL/O/bGpwltOubHebvgJhVeOW1D+24+V8tM6LneX3rWGjIVXA9vMzhwKI70+r/Dz2EdffCf2nxVeuzh5UkTyyQFMGji3YFoixap3UtRd37tjsLNkkUx0n9ID9L6Hf/GfyvvB5HgKVEXBFm5L8lOhCNF4ASfKDrDj012zI8gX6+PqbPzpUGci+zzjaH4ZwDYkbuf2KIO3dFxdjVd/IM7beIFbnGSNJNuxsOmYZI/3VL9n4NFlYjZvTwqcevX4dlJWGuNSev2cJq5m/99HI8Z1m/3HCqnkNGzfukuw28l2VVnJO6wf9d4RVhNV8FtPl040QVn+7S778+cdk7S6RzrkD8tnLO42KsZp0DTVycswgsOQ5sRp/4i4wtGh+IcdEOWFqvQTMX0nXDVd7kSi7c7bwEN6tk9CXupX/jxMkuhwm/ZXceGLXe+HfJXJdQkxK4xWx4MSjfVpaVAHTQ5Ocf3Zh1f2yrXXa1rBAt0uLEf99gWut+wXiyElM104tx/Hq6FX+btPbsnDJJ1aNmxjXbRLtul/i1dQYR8+1kegmRhCCIwhRELWXRGFVjUfrj5x4+4jdsY/rv7B4XKE9qHOXyQnW/pbi4PontAyxWL3TtOGTc5GPRXIav7/m4hbVtmw/JXKiMeHmSqwfFDPXm7olrf5Z/JgWdXdCU81ClbmPnBPIwenBPieY6Ht58e7XiH7QIBC5kkIBmHyLvGPEaMMNFmay8WmusJo0p2kjLXxi9Z3bZKHvZ7n2OXCX2CdW1VPmobXeNepaLLyO6/Ohna36Mf62aYwljLsku7U3ClvPOVtveE8hrCKs5rOYLp/uH2H1iOyffFS2vmxAhl85O2j1/im569M75LP7RU6cN08+e/VrZd4M5+emxFg1XWENroRGr/mGYyxlF1bjdjH1nWxjfqFYUU4dsuVn91Uoxqovttg9qYYkCOWpXZVyzaLl4kOcuOf021vkyg23+B8Z06YPT8gM9aXdA6s2y9KpYfu6ZfTKsjve/Py/I52w+BUW/GNPrNrWYH84aM1AIKBHpjlXTNNPPHt2Gn8dx2bz8htFxm6TyGlp/0NoRdOLLPj/RCb/r2lS/i/yX+T/yP8xztdWvWNOEptOohr6JzauWqzz5iwm5iwXuW3MQMIev7ZUbA4dEdufayVuMyWwv7B9hPs7hb96qtPj2bU9PGvHelUX+KZTqtG5WJkbjXVwKmiNHzu8hbUoMX7kKnTyNqXfIuOrSz+A5BDolkD5fkrUf4iPHxnjB1mbgNdtijTNJGDF19/50F4QG9TLrnkn/Lq1ATt9rP8V7qPmxVhN9r3cGzim98QSR7SKfGfA75A48S/rGEnwxT8lck3GMVKKfdSaSRY+zRVWk+dkpSNC1//19Zdzk3CzfVMoiWfzx3e66Zp91yxrZi9v590kzhpIcc2Ddx+c0/tBfwJhFWE1r8109Xx2YbWrYgolnvziA7L+tD+StW8+ReS5x+UjYz+T+4/MkOFFr5YVb54ns37xYxm9+xnZdkhk1itOk43LzvNFVVueaVSM1UIISQQBCEAAAhCAAAQgAAEIQAACEIAABFpDAGEVYbVWY+8bYVVEDj72b/LeLzwvUyLSmTdbTvzFAZk8IiLHnyx3Lb9QFhyno0NYrdWUKAwCEIAABCAAAQhAAAIQgAAEIAABCEwrAYRVhNVaDbCfhFWRI7Lroe/Le799QPZ7lGJEVetnhNVaTYnCIAABCEAAAhCAAAQgAAEIQAACEIDAtBJAWEVYrdUA+0tYtdAckV3fHZeRrQfl4IxZsvKvhmR4rhtUNUQOYbVWU6IwCEAAAhCAAAQgAAEIQAACEIAABCAwrQQQVhFWazXA/hNWLTwHZPIrP5SdgxfK8CtmxvJCWK3VlCgMAhCAAAQgAAEIQAACEIAABCAAAQhMKwGEVYTVWg2wP4XVbIgQVrNx4ikIQAACEIAABCAAAQhAAAIQgAAEINAEAgirCKu12jHCaq24KQwCEIAABCAAAQhAAAIQgAAEIAABCECgIgIIqwirFZmWOdteF1aveaRLHOcOyPjlnS4zITkEIAABCEAAAhCAAAQgAAEIQAACEIBArxNAWEVYrdVGe1lYlYMvyP6DR7rjMesEOXGW+eNW3WVMaghAAAIQgAAEIAABCEAAAhCAAAQgAIFeIoCwirBaqz32tLBaKwkKgwAEIAABCEAAAhCAAAQgAAEIQAACEOhnAgirCKu12i/Caq24KQwCEIAABCAAAQhAAAIQgAAEIAABCECgIgIIqwirFZmWOVuE1VpxUxgEIAABCEAAAhCAAAQgAAEIQAACEIBARQQQVhFWKzIthNVawVIYBCAAAQhAAAIQgAAEIAABCEAAAhCAQK0EEFYRVms1OE6s1oqbwiAAAQhAAAIQgAAEIAABCEAAAhCAAAQqIoCwirBakWmZs0VYrRU3hUEAAhCAAAQgAAEIQAACEIAABCAAAQhURABhFWG1ItNCWK0VLIVBAAIQgAAEIAABCEAAAhCAAAQgAAEI1EoAYRVhtVaD48RqrbgpDAIQgAAEIAABCEAAAhCAAAQgAAEIQKAiAgirCKsVmZY5W4TVWnFTGAQgAAEIQAACEIAABCAAAQhAAAIQgEBFBBBWEVYrMi2E1VrBUhgEIAABCEAAAhCAAAQgAAEIQAACEIBArQQQVhFWazU4TqzWipvCIAABCEAAAhCAAAQgAAEIQAACEIAABCoigLCKsFqRaZmzfeqpp2otj8IgAAEIQAACEIAABCAAAQhAAAIQgAAEIFAFgfnz5xfO9sCBA3bahx9+OHceF1xwgZ1m9uzZudNaCcooe8+ePTIwgLBaqANIBAEIQAACEIAABCAAAQhAAAIQgAAEIAABCBQjUIa4ibBagP3hw4fl2SNPyDlzBwukdpLs2LFDulHVCxdMQghAAAIQgAAEIAABCEAAAhCAAAQgAAEItJwAwuqEzJlxthx77LGFLOGYffv2HS2SEmG1CDXSQAACEIAABCAAAQhAAAIQgAAEIAABCECgNwggrCKs9oYlUgsIQAACEIAABCAAAQhAAAIQgAAEIAABCPQRAYRVhNU+MleqCgEIQAACEIAABCAAAQhAAAIQgAAEIACB3iCAsIqw2huWSC0gAAEIQAACEIAABCAAAQhAAAIQgAAEINBHBBBWEVb7yFypKgQgAAEIQAACEIAABCAAAQhAAAIQgAAEeoMAwirCam9YIrWAAAQgAAEIQAACEIAABCAAAQhAAAIQgEAfEUBYRVjtI3PtrqoH//NRWf+tPTIpJ8jwn50jl75ydncZkhoCEIAABCAAAQhAAAIQgAAEIAABCECgtQQQVhFW22H8ex6VFf+4Sw6edYoskBfkS0+K/N1fXyKX/n47mk8rIQABCEAAAhCAAAQgAAEIQAACEIAABMolgLCKsFquRU13bgdfkP0Hj0Rqset7D8tVP3m5fPnG82Se7JXNtz0s97/mHFnzxpOiNZ51gpw4a8Z0t4TyIQABCEAAAhCAAAQgAAEIQAACEIAABHqYAMIqwmo15rl9TAav3ejmPSSjX1srw3OrKUrNdfKL35ZlP44p57iTZOyGi+Qi2Sljt0/Jxt/GPHfeWTJxeaf6ylZdQmwfTMrY4DLxeseqxsidE7L8/KBCk7cPyjJZJxM3LAj+mNanuzfLindsk4XGvt4rm9+/WKauCsrZu2WFLL55PNlGrDLv6ciWTwzLqSFeVh3Xd7bI2sXOL5nyq5p5A/K3+37DiKybWC5O71v2sl46xn51bElC9mOnitiQYwOrZTToT9tmVotnBT6+QeUZlalrg6q9OvUNgzfMOYayhlYF9mPsOs3mnSeCsqPjyH0ixE4fa0E5l8qlcr/cbyxY4Z+n3gY+evZOH2x7a7jdTlumlt8oMrZHlvp976RWx1p43CmzRmReCX7z2hPYy8hT6vhXntRsSbcvU1+n9mEDxiRNgEBjCZTsp2T3A5L8IP23xDkmwS/S66K+Uxvbm7kbpjOKvgf0Ob/ZDKO+l8sjjw9gJYnzq5Y4Pn32MRL2q8N+oeLbuHnnNoAeTJDKJ3Gt04MNylultLWelV9obRYZx4oPnzSGmSOja6jkNU38uwnOeQ29mucRVhFWy7cs+6Uz5S/O7YnzgYVGcazswi1hdf3cP5a1bzlFRKZk7CNPagKiubyTZd1HLrJFpL3feVAW757f/8JqQh88HRa87JfolC1+D/2LInaojlJin6oTvVlE916eviillGkJ7mYbcfM1iWzui99f8GTKr2xra2B+Vj/fMiUda9T4IniSsGoSUG0pLiq4Wn30oMjIhqlApA3ZlUPUFWAHQsK+/ffVMjUgslGW+qK/SeiL2Ju70BBVSDX9Te1Sk0ip/c3MxXZudhiE4YgznszVroqxjvn4RKzUsCiweU0tlYkrdmpzt5c2u7AaJ8D7Ofl2YQurVpmGzZtAyAgLsR1FtI6xswYOS5oEgUYSKNtPyeEHRDb+/LSjIrcom8BJIkqSXxQSHoyb1Y3s1G4btVc23z4uQzcMi9ib78Gc32iGRt8rrw8Qz37vljEZf8NyGX468PfjfW83nwQb1v0ud2M2baO6W9OoI33iHJK+1qmjipWWkWn9HlqbRebIwEfd0lmvjWHf17T8vlbPkS6jCac3w4eb9D6elLHbRZbfcLp+QEnh7qzdg7kSzpWOksTMEVYRVku3PmtAW6fSvJOEySfeyi0eYdWVphL64Mx7B2XrJeoJ1ajAo03K7mnQ9D6NEYpsh1Fk4cBqmfLKdf826p1ENZxMtRy3rZ1RmXpAxH/Obp5VzlbprJqSbZ6dZcivXEtrZm5ev9vOkC96pQiAJnE0pj+tE8ZLpxYHJ42NwqortIdFN+/Zr3VkvbJxE3eC0hFXLUdjkWy1TmOanH5XuOyET9zG/d3qdt/xXipT7zAIiXGnrHMLq0mLFUOfxPAxWao+vpW8RN8Uq11Y1fhatxxCwmrYJlwRXj0J38yRSasg0DwCSb5iET/F3oi6RfEXUm68GP2gf1oo29bpPkfSOybOL4rUP+Zd17xe7a5Fk7evkJ1XuDfc7M3YRf7mW9gv7a6k3kod73vF+C6JN4lCbds+JiueGnHWZN2MEd+GLZ9K932iY7m3+GauTSY+GTbFMxfYWw9mWb9H1mZhZt4Nwqmloq8lvI0C5+CVWGs8dS3ayjkyeptTtwjr941y5ieWywIDZ+/dNCqr9YMKCks41zvGEFYRVqu3uBonS11YPSC7frJLdh1MaeKsk+T1r5krs5p0YjXc5KRJ1uCgpTqwxj6NP8FnvTwXPai+RJ3Th/JBx4GOLFy8F8gHRVarCyVF5LVeJMGiJiW/6q28ASUoL/jTVYEtzYmMOgbRhaiSh3ViwgvvYLQj83X1wCb1XdvYq+kJi4Cgs2KcmsQ5y2uLWViNPVVTSFhNOwGqtMQ7dRre1TZaZtAflgDgh9SIaXdtJ1b9jROv3crJZ9smV8t4g64cNmDSoAkQKI9A135Kdj/AFgdSNpidhqUtfJXmJ703EkTe8gD2eU4hIdXbRF9kh6bJ0Q99h6Go75Wloc5BBIehZ88JvndSlrE2rI+7LLXq3WeyzCFpPnHvti53zcJzmmltlltYjQkZ18o5MnleS96wCNJGboBF1htKz7eSc27LL5wAYRVhtbDxZEronvzSruBmSljsIV1YzZ9HY0IBqE0P9UGWBUWisBrbpwZnQ3GUw+WG48gEVyEUx8Y6QacKq8oL3Lompp4Wic8vvx20MoXmQKkv+3QnMvYEpBdXWXuRh09IRmOsRmPa6c6HWt70CquG+Klxwp9RWDXHX3Xa/3Q0tq0W+0ok4BTPJ9aW/bzC8VxUDLRhAAAgAElEQVSDMC5e2uzCalJ7rFjIaSdQrRJVe4sJKeHH7067QtXKkUyjIdB/BEryU7L6AVn8ID8sjRoXPI5skq9rCivTfz1UcY1N4px+XVakvu81VNxYPfs8vlesD2CusUmYyTpGtByNNqxcjY+Li18ryHIKS+eT7hOXU5NpziUyp8WszdKE1XA4jw2GcdzaOTJJWA1viqj2oH+zwhg2Bc7TMoAQVhFWKzK8wCFKjh1SbvH5hdVDIodmisx06tEsYdXcB1kWFGZhNa1Pw86G/lJQyw2uabu76PZLVez4iaergqn2wtYdb9VhTMpP+fxWucbWsNwiweet9tkioSR8vMqFoC4MYsIAhD8wZYuCbxg3xPQ0nFh1HTz9I1eOIGhdc1E/YuZ3S8NPrGqCcgKfePs3OHS9fGJV+bheMPSafIqpYRMMzYGAkUB5fkqSH2C9J7x3kOWT6jdorIrp/ov/PlQ2ytR3ZHhTa/WEaZPHE54aKgiWadGR06pu/HYlXnmd32sos2lpeRX1vXwfwPaj3A1qTeCMCjN5xojzQdssNmy+ZZTW7l78PdtaounCqnlO1kR6dW2WIKxaMfQ1oXrJiIxsEOUEdRb76kVLKatO8T5s3GlV07vJHqnqh3zhXFYH5c4HYRVhNbfRpCdwJ8ppuLKZS1g98ryMf+HfZeXzc2XT+86TeTObJKzG90ExYTVLn4acjdDOum83S9bZcXfMscmcD0dYixT935CMWrHP/qf5C/Kff+s2+dQ0xfVNHw/98ESSyBaNpxVtUZDeWrDqQmfMSWYrHIAV6kGJl+rlGz6FGhX6k8pzcpmuGKuxp70LhQKIi6+mL2SS+DiLI9O/HhVWtY9HeCdWt0jnHuWDMkpzYk8s98Owo44QaDWBcv2ULPEB1XdMXCgAKzzKsg1ZvkCf4BfVfFur380o6pc6QkHzYzCm+V7ZfABj/xvE6jxjxPzxTD1Oprdx25QYq9n4NFlYjZvTwqfHPYtz12ahuNSJfrB3C5E5MiHUjDm8hiOeZng3hYXvd6yWum4O9/u7qNv6I6wirHZrQ5H0qfE5Sy8xyDCzsPrbXfKlzz0qa3eJdM47S+65vNOoGKtJfRCJARn6CqYvSikfisnWp8nORuTE6gMLZYv38aq4eDCGnVCvtyMnVrPkV6Ht9XXWxpg7nsO/TuTaDLE+bSdeQrvRMR+i8k4H2WJ58tXzuI/feTa5TpZFTqx6O7r+aXmTA5fm1JmuJml/M9t7ecJqyheBJ7xQAIaQAcrHA6wTA/mE1dWif8zLcbS9j3/FC5lZFhspoQBcvsFpMF1Y3fZWK0SCFVLAl0e0uvX1GKTyEGgZgUr8lIx+QKwfFPNOMm5N+XGto3MsGz55jNn87jD3kXOzqTE3kRJ9rwlZ7sYW10WRQOSKhk1S3o6G2zyRU78JsRiT3/XLRPyPfhpC9uTp/h56NhufLL5ODzUqR1WyrfVc31QTSNW4qa59DqyTiUu2Bt9UcOMke34cc6S92pbN7zccGjDdHou5UWZ3rzaP6Acv4JxjAJTwKMIqwmoJZqRnEY5P4/xaz1UoXVg9Ivt/9KhsPXlAhl85O6jk/in59J1Pymf3i5w4b57c875zZN4M5+emhAJI7gMlLpJLJRyuIfxyzdan2YVVP3aZcjLVGDIio7CaOb/Srb0ZGca9eB07eLOMbLhFNpqaqp1KN+10x19zsct8+Y0iY3vsL4SqCyXtOlZcoHXXyXjzko1yy4Zw5QzzjeG6fNKixHdWlHie1t8CO42xd8NGhZ1XjhirIuG4p6GT2uqp7/kbFcdV4ZDkhDmzndmhM500V/rZPBdY+V0ql8r9cr9xSHjtCQmrN+vBHXS+1v+pC7bovGUXNQ03I5ox6mkFBKaXQNl+Sj4/IMYPEissUfRtZ3pXxNc/7uZNhpNG09sl01N67MdUwn1UzzqiTgjJvtdSsTdGTaF+jDe/1JrH+ePRk4fmcG1xJxRdGw7VKdWXqhNqV2Vl4dNcYTXbWi8krPo3xBR/TglJoV9Rt8KLWd5+in111Yf9lNjshxsF7phboN7Yg3Nv9DvCKsJqb1hiSbXQhNXnfiJ/f9vP5P4jM2R40WvkprfMk1m/+LGs/MwvZNshkVmveIVsuuY8X1S1pYbvPCiLd8+Xics7JdWIbCAAAQhAAAIQgAAEIAABCEAAAhCAAASaSABhFWG1UXYdDgVw8NF/lau+8LxMiUhn3mw58RcHZPKIiBx/sqy78SJZcJzefITVRpkDjYEABCAAAQhAAAIQgAAEIAABCEAAApURQFhFWK3MuKYj42iM1SOy68H/K1d9+4Ds9yoUI6paPyOsTkevUSYEIAABCEAAAhCAAAQgAAEIQAACEOg/AgirCKv9Z7UJNTZ/vOqI7PrO9+TKrQfl4IxZMnrtG2V4rhtUNZQXwmqjzIHGQAACEIAABCAAAQhAAAIQgAAEIACBygggrCKsVmZc05GxWVi1anJAJr+yXXYOXiTDr5gZWzWE1enoNcqEAAQgAAEIQAACEIAABCAAAQhAAAL9RwBhFWG1/6w2ocbxwmq2ZiKsZuPEUxCAAAQgAAEIQAACEIAABCAAAQhAoO0EEFYRVhs1BhBWG9WdNAYCEIAABCAAAQhAAAIQgAAEIAABCPQsAYRVhNWeNc4iFbOE1WU/LpJSSXPeWTJxeafLTEgOAQhAAAIQgAAEIAABCEAAAhCAAAQg0GQCnrDaTRtnz55dKHkZou6ePXtkYGCgUPlWokd3I6wWhteTCQ++IPsPHumuarNOkBNnmT9u1V3GpIYABCAAAQhAAAIQgAAEIAABCEAAAhBoCgGEVYTVptgy7YAABCAAAQhAAAIQgAAEIAABCEAAAhCAQG0EEFYRVmszNgqCAAQgAAEIQAACEIAABCAAAQhAAAIQgEBTCCCsIqw2xZZpBwQgAAEIQAACEIAABCAAAQhAAAIQgAAEaiOAsIqwWpuxURAEIAABCEAAAhCAAAQgAAEIQAACEIAABJpCAGEVYbUptkw7IAABCEAAAhCAAAQgAAEIQAACEIAABCBQGwGEVYTV2oyNgiAAAQhAAAIQgAAEIAABCEAAAhCAAAQg0BQCCKsIq02xZdoBAQhAAAIQgAAEIAABCEAAAhCAAAQgAIHaCCCsIqzWZmwUBAEIQAACEIAABCAAAQhAAAIQgAAEIACBphBAWEVYbYot0w4IQAACEIAABCAAAQhAAAIQgAAEIAABCNRGAGEVYbU2Y6MgCEAAAhCAAAQgAAEIQAACEIAABCAAAQg0hQDCKsJqU2yZdkAAAhCAAAQgAAEIQAACEIAABCAAAQhAoDYCCKsIq7mN7amnnsqdhgQQgAAEIAABCEAAAhCAAAQgAAEIQAACEOg1AvPnzy9cJYRVhNXcxnP06NHcaUgAAQhAAAIQgAAEIAABCEAAAhCAAAQgAIFeI3DMMccUrhLCKsJqbuNBWM2NjAQQgAAEIAABCEAAAhCAAAQgAAEIQAACPUgAYXWgcK88uhthNTc8hNXcyEgAAQhAAAIQgAAEIAABCEAAAhCAAAQg0IMEEFYRVms1S4TVWnFTGAQgAAEIQAACEIAABCAAAQhAAAIQgEBFBBBWEVYrMi1ztgirteKmMAhAAAIQgAAEIAABCEAAAhCAAAQgAIGKCCCsIqxWZFoIq7WCpTAIQAACEIAABCAAAQhAAAIQgAAEIACBWgkgrCKs1mpwnFitFTeFQQACEIAABCAAAQhAAAIQgAAEIAABCFREAGEVYbUi0zJni7BaK24KgwAEIAABCEAAAhCAAAQgAAEIQAACEKiIAMIqwmpFptUsYfXgfz4mn/32HvmRnCDDf/paufSVs2vlRmEQgAAEIAABCEAAAhCAAAQgAAEIQAACvUUAYRVhtVaL7MsTq3sekxWf2iUHB06R18kL8qUdIjdd9ya59PdrRUdhEIAABCAAAQhAAAIQgAAEIAABCEAAAj1EAGEVYbVWc+xpYfXgC7L/4JEIj13f2y7vffwU+dLy82Se7JXNY9vl/le/Vta88aQou1knyImzZtTKlMIgAAEIQAACEIAABCAAAQhAAAIQgAAE6ieAsIqwWqvVZRJWt4/J0HWb/Hpd+alxWX5+9dWc/OIDcs0jMeUcd5KMXX+hXChTMnbHlGz6bcxz5w7I+OWd6itbdQlaHwzKyq+uleG5VqGTMjZ0jQS9IxLun8k7huQauUvGr18Q1DI2P/eR3ZtlxTu3yUK/nCCpMT/7Z6cuErIP+/kNXvor5a7x5eLUZK9sXjEsaybc35YodYytXyjN4ErZvHZYTq2af5/m77BXmVt9tF46hn6N6z+7ZyM25PaDKPxtm1kjXnf6yJQ+0m1Bh2rb7ekxeViPqvYRsrdFD4XbKSJ2faZkqW9v3t/0Og6u2ixr/9yxoLj66WMqsHOn3LBxqONT/y0uf7UOfgp3DKhl7/3GChm+OULYTjK4/EaRsdsS+Rv7MjS/25kprM3j3dD/fTpGqDYEIFASgZL9FH2+i59Xk/0g3UcyzrVe8xP8Ir0u6ju1JHYNyCbu/eS9w+J9wQY0PtSEqO/lPmDwkxJtMs6vct/R2ceISLoNO+/1qffUs8aro9dT+SSsdeqoX+VlpK31rApYz3yu46+lIuPY9eElxv+MaAKh/CpvY88UEF0Dm31+711mfjelzaPaGkHpt57B0GMVQVhFWK3VJNOF1ZAQY0/SU4qwV111LWF1/Wl/JGvffIqIJaD+ww5NQDSXfLLc9fcX2sLd3u8+JMPP/EH/C6shgciedB9YaL8Enw4LXkr/DP1AEWFUUSohv1M1oVZfyGiTvSZy6WJnVAjq+GKqKtJY/72+44laygvJFtcCQSzS3h2BmKfnUZ0t9mXOVj9/fEo61qjxHeUkYdUkoNpSXFQwt+zsIZErN0wFIq1JyPTE8wFHNC/UX7GOr0HgTLBzR2hdI6IIqb64n1S/yJynlxvYsGMl3jgxbUAZ2+/Wq6NtSFhjarVMDYhskqX6pohrjBHBMwN/uzfVOcMg3npMtr3VGZuxGzPh/u/LQUKlIQCBUgiU7aeE5l3VDwhvpEbmKD/tqMjHFaEoSURJ8otCQkH85nIpJBuUyV7ZfMe4DF0/LI4oY/YFG9RgpylG3yvY2E3yQbKw2PuNMRm/eLkMP62vx5LGSFg8M9lwku+SpV4990ziHKKKWkmbNj3XquwVSlzredm4HLwDEJE50l3fuT6yXngwvoM5OZRf9tr28ZPxa+BooyZl7A6R5defrm9iJAr8cO7GOBBWEVa7sZ/caVOF1cjOk7Pglw94JyZzF5k5AcJqINSsllH/VJ0jdDmnDs/84pBsfZO6uxwVzmxnaSoQZ6z/j8vPOQVryy+xJxvD+QUdatjttgW4Rb4wFKQVGRvaKouU04Teb5s762PrZ7VXE7JauzOaPoxUnkH/JwurxlOeBsaeQLh0ajjoD6Ow5wqNrv3lF1bNp6ADG3VOSFsnR9d3Vkrn5m0xQq+Tz5QmqkZtPWJfxrGQLKxaSZwFSrCI9EvSNhO8vxrGjcfyqx1ZHz51643Q8KZKBv72yPbSXb7TFpp1Qdclq9TTtAAz9n+6SfIEBCDQUAJJfkURP8URp0RGvRspCe96az4y+kF3L5Rtn1HycOe/8GaYN2dn9rNi5tqGdm3hZk3esUJ2Xu6uFWJ9QeUmVeGSeithvO+V7oMEPnhMm7aPyYqfjTjrgW7GSNiG3bwWDqyRKW1N0Vtsc9UmE58UnzhXgb31cJa1nj13dlbK1APuPBlm5vmzyhoy8GeV8a34pVp+vYWk4tqknfi2ft8oZ65dLgsMnOPWR9o8CufcfYiwirCa22i6SZAqrIYzN0wG3ZSflFYXVg/IrseflqcPppQ26yR53avnyKwmnVg19YErtkjcgkK56h0vhLoZGxcJJQmrtkDrCajJL51Y0U2pn9XeiLB6nSjhBaqyxn7LV2GtnQBOcyKjfRTtFyUP68SEdxUl4cSkevrRtKg103Xq4qWNPhMVOEdldbCJoNUnrd1O7kYbtE89qDaWLqwaBeq4/A0nVoMxG9rVViDkObGqMtSF1VCoBENHRIXVmP7vtyFCfSEAgeoIhN7beTeAnZPzwSZ+0qZcrLAaCXmTtvBVcCSJp2zopttNSEh1Nuuz+YLpmffyE0V9ryxtUhlaz2cfI5HcDaewrTFqbVLrYzVLvXr1mSx8svmGvdrCXPWKEdNHPyCy2tvEyiqsRsa3d1JbRMsvVwX7/eHk90tU6FbbG5MWzl0bBcIqwmrXRpQng8zCqhKnJTEeUJ7CU57VhdX8GTcmFIDa9NB15iwLikRh1Xg92paYyjmxGo6jKuYrN2nxqLyrU/ZzfigA7/oF8c4io0NzoNQXdroTqduL4XnNIVd+F3N81CwxTMUQKzf9uqVJ4JTgek2aoByKLWrV0zqBG42ZGrav7oTVaP4i+pyqO1hx49csrEZj3Ibn666F1bj+90+755+rSQEBCDSIQEl+iuMXBFzi4vtn8YP8sC9qXPA45LF+kRuP8LpNkVj2Deq9EppiutkWio8f4wuWUPj0ZpHH9zL4IF68d1MjTMJM1jGi5RcOAaSIN9GxNL04uy09nU+6T9xtHXoifWROU8ao5bvnElbjxre7Eabm1xONr6sSScJqeFMkKqquibyb4FxGzyGsIqyWYUeZ88gsrHo5JsYByVxspgfzC6uHRA7NFJnpZN8sYTVwStXFRZYFhVmYMecXdEw5wqouhLpXpN34sHZMHs+xjAhrcfXTnfPBJVeK7OgE1wUzWVbzHzIGP7fjj1ohGOI+XuVyURcGMWEAwuKgLd5dPB79WJQrrOc9sRp3lV7vuRiB06uztQvvX6NPdp4Tr7ZXfWI1bI6uA6x/oiq6eTBdJ1bDCxWr+nVttjV/5NJCCPQzgfL8lMg7QJmHrZsr3jvI8oeip+z0+d5/HyoxuNV3ZDB/JflFbuzApgqCZZqd4ZRVqi9YZvnTmFdR38s/kW37Ue4GqeYXR4WZPGPE+eCwyYb1fJskrCbxCQJQNF1YNc9pmkivnlLNcmLVML5j85vGsVh/0fHCatxpVdO7ya83nEvpQoRVhNVSDClrJmnCalSUM+2gZC0t33O5hNUjz8vEF/5DVv5qjmy8+jyZN7NJwqrrDEW+iu5cXc5/xS4+vyqEVa1+imh3uh2HUgwfQstSP7empmsS+cysgU8nxOwcXyRb04RVVwy1vgzrxC71PjDmOeYhYdYoZCqWFIrXmRoKIPTBgfgOij85ai9S5EqRDSJL7Ti+zrPmGKtByAEtZqxXcORKaPqJ1XwxVvUWmufc6Jd6swmr0fAG+olVc4xVtQ56OWknmBs4nGgSBCCQgUC5fkqW+IBepZL8ICu+6zUbstxqSfA7kk6wZiDTtkdM4lzkb42MU5vme6X7ILEnVtNEFtvIEkTCOBsOnZr1bdWw3ug3O842hzRZWI2b08Knx72eHZSVhrjUYZ80Or4T8ouEY+k3K8pT3zhh1aybxN7UdIuEcx728c8irCKslmNJGXNJE1adE4VKfMHI6a2MBRV4LLOw+ttd8uXPPyZrd4l0zh2Qz17eaVSM1aSr/BFxxSBKhdOnxlxNcdDi00dfKub6WfYUL/Al1S96Td35eJGzG88/m4Ax/pvXN3eJXJdyYtXLw/7quxg/MDZ+vfrBCdcxtRyyq6MxO/2TGO4X5hOFVUO80fheTRA4/VOfyoLauLAIHEIvFECkfjmFVW8H2nRtVWVhbpfZyTeNia6FVasPw1cC7Uq5TNyvwKrlmMdmkxcmzCkQgEAWApX4KertloTbUrF+UMw7ydSetPqnbghmgdSKZ8zvg3hf0Nr4bMi/RN9rXJbb4YnWiBfaymm17oPECasm38G22RxjJIsNN+7Eaiqf5vov2dZ6SmxU60OBkXlW9wcTxXtvGBtOvTZkhKc0I0ZYNW0ipW4sZbDL1nLOZ00Iqwir+Symy6dThVX/C9fexVRzjMwuq2FMrgurR2T/5KOy9WUDMvzK2cHz+6fkrk/vkM/uFzlx3jz57NWvlXkzXHfluw/J8DN/IOOXd6qoXm15mq7ein8dzbvaE1QnLOiYdhujcR7D/VpOKIDg6pFXP7ecmHicsuQuuUuuMcS59OoXCgVg/Mp7bV3TkwXFiXeOHbxFrtxwi2wy1Vw7oWDa6Y6/5mKX+fIbRcaedU+IBgWopzfVK5zhKnhXOk0xSO1nIycokk+OGk+Nmq7ZL7lLNnfWi/VFaOOJ1chpV73c9LEUtDRVWI37KIrBCcsqrIY5mBe4IYtQriAGzyd/SCvLoq0nBwyVggAEuiZQtp+iCk5e5eJirEb9DHFioIp1MCD6tjOFLomv/6jIx4dljR6bRUSynILtGmv/ZRD7Ya+wr1rfWqIuiMm+11KxN6RTfBCzsBrnj0dPCprHSNyJQnOIoWZ9vEofu1E+GQSsugyo5HKS52SlsJBAFwlnoYakiB3f8fmV3Kwezs68RjIK3DEnxf13E5xL62eEVYTV0owpS0ZZhNUs+VTxjCasPve4fGTsZ3L/kRkyvOjVsuLN82TWL34so3c/I9sOicx6xWmycdl5vqhq1adZMVarIEyeEIAABCAAAQhAAAIQgAAEIAABCECgOQQQVhFWa7XmvhFWReTgY/8m7/3C8zIlIp15s+XEXxyQySMicvzJctfyC2XBcTo6hNVaTYnCIAABCEAAAhCAAAQgAAEIQAACEIDAtBJAWEVYrdUA+0lYFTkiux76vrz32wdkv0cpRlS1fkZYrdWUKAwCEIAABCAAAQhAAAIQgAAEIAABCEwrAYRVhNVaDbC/hFULzRHZ9d1xGdl6UA7OmCUr/2pIhue6QVVD5BBWazUlCoMABCAAAQhAAAIQgAAEIAABCEAAAtNKAGEVYbVWA+w/YdXCc0Amv/JD2Tl4oQy/YmYsL4TVWk2JwiAAAQhAAAIQgAAEIAABCEAAAhCAwLQSQFhFWK3VAPtTWM2GCGE1GyeeggAEIAABCEAAAhCAAAQgAAEIQAACTSCAsIqwWqsdI6zWipvCIAABCEAAAhCAAAQgAAEIQAACEIAABCoigLCKsFqRaZmz7XVh9ZpHusRx7oCMX97pMhOSQwACEIAABCAAAQhAAAIQgAAEIAABCPQ6AYRVhNVabbSXhVU5+ILsP3ikOx6zTpATZ5k/btVdxqSGAAQgAAEIQAACEIAABCAAAQhAAAIQ6CUCCKsIq7XaY08Lq7WSoDAIQAACEIAABCAAAQhAAAIQgAAEIACBfiaAsIqwWqv9IqzWipvCIAABCEAAAhCAAAQgAAEIQAACEIAABCoigLCKsFqRaZmzRVitFTeFQQACEIAABCAAAQhAAAIQgAAEIAABCFREAGEVYbUi00JYrRUshUEAAhCAAAQgAAEIQAACEIAABCAAAQjUSgBhFWG1VoPjxGqtuCkMAhCAAAQgAAEIQAACEIAABCAAAQhAoCICCKsIqxWZljlbhNVacVMYBCAAAQhAAAIQgAAEIAABCEAAAhCAQEUEEFYRVisyLYTVWsFSGAQgAAEIQAACEIAABCAAAQhAAAIQgECtBBBWEVZrNThOrNaKm8IgAAEIQAACEIAABCAAAQhAAAIQgAAEKiKAsIqwWpFpmbNFWK0VN4VBAAIQgAAEIAABCEAAAhCAAAQgAAEIVEQAYRVhtSLTQlitFSyFQQACEIAABCAAAQhAAAIQgAAEIAABCNRKAGEVYbVWg+PEaq24KQwCEIAABCAAAQhAAAIQgAAEIAABCECgIgIIqwirFZmWOdunnnqq1vIoDAIQgAAEIAABCEAAAhCAAAQgAAEIQAACVRCYP39+4WwPHDhQOK2XcPbs2YXy8Mp++OGHc6e/4IIL7DR79uyRgQGE1dwASQABCEAAAhCAAAQgAAEIQAACEIAABCAAAQgUJ4CwOiFzZpwtxx57bCGIx+zbt+9okZSHDx+WZ488IefMHSyS3E6zY8cO6UZVL1wwCSEAAQhAAAIQgAAEIAABCEAAAhCAAAQg0HICCKsIqy0fAjQfAhCAAAQgAAEIQAACEIAABCAAAQhAAAL5CSCsIqzmtxpSQAACEIAABCAAAQhAAAIQgAAEIAABCECg5QQQVhFWWz4EaD4EIAABCEAAAhCAAAQgAAEIQAACEIAABPITQFhFWM1vNaSAAAQgAAEIQAACEIAABCAAAQhAAAIQgEDLCSCsIqy2fAjQfAhAAAIQgAAEIAABCEAAAhCAAAQgAAEI5CeAsIqwmt9qSAEBCEAAAhCAAAQgAAEIQAACEIAABCAAgZYTQFhFWG3NEDj4n4/K+m/tkUk5QYb/7By59JWzW9N2GgoBCEAAAhCAAAQgAAEIQAACEIAABCBQLgGEVYTVci2qV3Pb86is+MddcvCsU2SBvCBfelLk7/76Ern093u1wtQLAhCAAAQgAAEIQAACEIAABCAAAQhAoJcJIKwirPayfeav28EXZP/BI5F0u773sFz1k5fLl288T+bJXtl828Ny/2vOkTVvPClaxqwT5MRZM/KXTQoIQAACEIAABCAAAQhAAAIQgAAEIACB1hBAWEVYrdbYd2+WFe+YkqUTy2VBtSXZuU9+8duy7McxBR13kozdcJFcJDtl7PYp2fjbmOfOO0smLu/UUNuKi9g+JoPXbnQLGZLRr62V4bk2JRkbXCbeL9ZfRu6ckOXnB/WZvH1Qlsk6mbhB6TUtv2gasft6myz0y0nJz/vZYCN7t6yQxTePG+ouov02OCpbPjEsp6oo8+QXapOJRcW91HPZ232/YUTW+WPWtZcI672y+f2LZfVE9Fm5c0IWPRjOR8Sxkbj5wMtPR6LbpuEZtV4p841m14a+F5M9GcZLUEO37Xa5q8WzWOd3j4u5Xc4zQ3LVu8blnq+YzcBqu8Mx/Ls6npXf3DapzKL9mdwPzvNJ5UXnjwiPBKu28l/f2SJLp9+0DzAAACAASURBVBYbynHJufORqS5Dq7bI2sWnOvPA1FJ9jrL7ar10vDkosV96buhRIQi0j0DJfkqS76DDTfKD9N+8OcfYObH1D/kq/vugfV2c1GK9v5Q3ifEdoPoazeNofFdbzTS8xxJt0vjeE5Eljk+ffYzE23C032J8kj7splQ+CWudPmxutMoJc5r/sPXMPR1//RWxh4gv7cyp1tpAXWva+TWdZ6JRRLkk++BJ7yb9N3UdkGrTjTDc3mgEwirCaoWWaBJeKizOFVbXz/1jWfuWU0RkSsY+8qQmIJpLP1nWfeQiW/jd+50HZfHu+f0vrIYEJntSfWCh/RJ8Oiya2i/RKVt4HfoXRdB0nTCHWUiwUNIMz1Unc9250iZzLT+vJww2Yqr7zR1H6Au9zD2RxhJanH8F8ntwUUicqdZGezp3i/0tU9KxRs1VngPk9W/Icfad9yRhNXDmAwfKLKzazsSOkFCuOVxu34r6TOhvWYXVK3baQmgny4ZC2PYjHejwmXIFP9+ylTEXCP9mJ8oSGgMbDi3/XSFS/d0ZV+6Y8B+3WKyWqQGRjRIIjr6Tpo6/BE7RMRUsrhxHLTQX5DRoVVhNare5jQG/kafShNU8/ZKzETwOAQh0T6BsP0XzS9x5y/V7tM1Xy6OJ9YNGRW5ZLFPe+y9p0Z9Q/1MNvkpks7p7gg3MYa9svn1chm4YFgm954wb/k0hYPS9AlFVNP/C9XsGQocfEljs3TIm429YLsNPB/6+ddBCXRuEx4gk2LCVbrWMxvotfdstiXNI/Fqnb9sbrnjSnOY/GzpsEZkjVfs83T2A4STWD0q0gGesYegHLsKHm0KrABm7XWT5DQ5L87vJyU//zV1rJa2pG2O4vdMQhFWE1cqs0XnxLpTOzVOyqMYTqwirjrOkOz2BGHLmvYOy9RJ11zAqlEROg4UcLEfAXC3yQe8UrGVG8YKL+XSZV0/dRqLPWvlulUUTI7JTfXEYLNdkc/H5LZfTm+ocFhzVHqstnfXKaUCnX2WJyFQncKRt1lMdkQ2inEgPhC/rpOX6zqh0bt4WOkEYL6xGhTbdbiPCq91OxYmzBdP4E/L+wizmuUynII3CqnJK0vs9Mma8MaLv2puETLUI4+8mYdT729c6sl5h4KTvth88cdUScxfJVvVUaE5byyWsRk6kBs5jNmE1a7/kbASPQwACXRMo3U+xxSmRUe8Wi3EOdqptzUNGP+ifFsq2dUoe7rOmTaBc9a/59lbXnTNNGUzevkJ2XuH6lVb/KRvfcX7kNFW11GLjfa/opq1rwfrtjKTabB+TFU+NOCJoN2NEsWGJjJ9ScUxfZpn4dLe5PH2NSy85aU5zbjy6c2dnVKYecOfJMDPLK4/cKAoJf1pVmsszA3FdEI0ksLhtlDM/sVwWGDj764P5G7UTxGo2SWvgOm4SpzNo1hMIqwirFVm0J4ZZi3BLFKsvFEAgrB6QXT/ZJbsOpjRx1kny+tfMlVlNOrEabnKiQ5RBWDXlpy5gnNdtrKMXL1hZtpFiI75zLb7At3GDe+lau26S0eYUZz1y5cJ4qraiIdJz2SqOz+nqlX23X+9cKNse/P/bu99gO4o7v/9fhHKDjAjGMjLoF/l3uNTKgNisE1hvSTay5Lj8ZLmFqQpbhVS1WGtEcGz5QeQUlnhg54EvpiryAwtiG9gInJIoYrbY/Yl94jJIFra03vVuIBYI47I4Wfy7YNDlB1mxIjdw+dX86Znunu6ZnvNn7jlz3lRtJdY9M9Pzmp6Zns9091wme9PpIeIH06hx9Q09yLSD1cdlj8zmIW3Zw2U6/Mg3xK0sgMzqV2iwmr75Nacx8B2Q6kZfUo9ChsINpseqq+dOfo6Zb7WVW+hx8Dpnx66ZYDUb/ug5J0NC8PDjMnInIwVCYPIE+m6nmC98y+4Z3mC1MJVRWSBgHaKq+5s2dHbyDm7AHltBatKmVM8PNY5DwKZG6ycVbS/H9Frh5dcNo6XCz5HCNrIXFRvlWDwNVP6L0qkJwgs7Ar8M8aluE47AjgymCPY1TYV7XxWZVc+ABKt9WJdf18p7htsdDTqy9cDBbJSutxds4TrbR/FZtCBAsEqwOpTTIm+02jf1oWwuW2k0x2oerNbfVmumAtB3PR2yrYYShTxQeHsGaHPvFBtS9YLVqjqiTyOQD0HeIQe1oEUPmOqvL3nzmvdEKYZe9WvQGC9hNKD0m706rtule4N6yEnPa6t3pJq/V82xmthK/kbWCGzdVr65gAYbrKr3tPpQJGvagvyqUpiTWP3JPAesuVRL5mvV55lyz6ckouZ7jafuqJxj1Wyc6edv7hZ2HMKCVXOOZreH+/jqPVaL+5XvdzYs0TO3c0iwmpQg5LiM8XlL0RFog8CA2in29dT3cBnSDsquHcb0Mx5sq/zGrxxzX7fhkA12H1yjoOz5yUNeXg62VI2srbLtpY0Ms+6HVYGmK5gJPUf8ddg17Nj9fYVG/Aa8kWqfCQlWC9c07RwVbXQAwWofNbCqJ6+vY5o5DVoybYrk31JxTGFTfKbuo9gs6hUgWCVYHfzpYbwNGfVg9R2Rd5aLLE8fwdsyx6oVKNgfs6k9FYBdS5zzjtUIVuvUkbghKc4hyFm4ct1hbchYRZ3L1lfsRd3moWZVJ7oZaKa/jkPspKdw9EGgbBoJSYfoFXqIFnusxsPPVE+H6C13rY/ZmVMB+ObkrN9j1T0AJjysq9KUfJ+Nj6sNpsdqYbL/tAHs+nhWNGQvcws4DmHBqmOIfQBJ9JPQqQDcq6szFYCnQCXDgwN3gZ8hgMDABPLwrN92SnIP0+ae1u710XVQvchRHwUsawdl90PtRa5+j8wDLXf5Ex714q6lgeDA6kB6v7Tmu48DLm3e9djfM2fuIIvS9LpC2l5qGLZetuxe/bFj+ccznaO48rZunXMk+chQWB0ue/HdtGc/2yvzyVuNbQ9W3dc0I6TXw1SC1T6qnD9Y9fVW9d6bjKmzSupoyTNwHzvCoqkAwSrB6sBPBl8PrPLJmQdTjFo9VhfflGOP/J3sfnO1PHzrelmzvEUfr1KNIccw2pCeGnbA5J4vp/c5VsvqSDI3p/4xHxWURnOsmttU5bpfdji/MK4eoNzrI1jNzzrHzd019Dv68MFTWyTyjh9KCz1QPcGqCtRkqzUnqyqBrxGQlyuqF4OaY9WcQ1a79njnRS0JEn1BnXNY6ICC1bQXppqovmw+K/t8ih+AvMfB7sWt1ZAstKg3FYBdtrBg1d/YdE5tkBVTq0dRXXUNvWWuw8HcbFkLAn0LpKHNANspvrnl7WCqrB0UvUDccSDkC/T+8qupTMyPDvUN1toVFI+HYx7cVl67q9pevjlWk+WOfMr/4cv4hbYVVhfDmpIApqwXtlUT2xSsVl9D2hys+q5pdu9xVQE2yh7HvNRlbdIksDdeEYTPF9y6K6CvrevqwZ9+dNF1b3JOo5J3iAl9Bm4d7xLsEMEqweqQq92I9lh9e04e/f5J2Tsn0ll/uTx0U6dVc6yW9bzUh8/HB9/6Cmb0T4Xl7TdczjdeNXqsFm6q+XAHu1eC/r/j4Q7aW7nCvsTrNeucf32XycEN+oeEJngqAGc4qG7494vcroJF1XshfegsPOj4g9VszkxxPbB67NOGfSf+Gr059CUZKm79W8WDl6ovcbDq6Pli95BJqmlFI9rz9rfQ8yFb16A+XjUriYu7fPpLB6NRlfVudQcHrgck9YY8n5KjRo9Vo26V1A/jmuB7aEyW796Zzt2r906zr2Xx14+jnu7mCxT3cRnybZDVI4BAQWDQ7ZRCj0bnyJr0qh71hhTtq+qqHRSFBH/i/wCivhNV5feNsKAqhAUr7rZq8Zo+1p6lbS/18npWzIA+D7nKpgLw3sv1tk/FOeKsw/YyJesYt2MTdg1pb7Badk0zjqXdY/UGfSqItH5Oa9dXqzOAWS/a61ld/z3BqutZpvT5xjLUzsmNf2329G9rz/9q62Z+QbBKsDrkmraUweqinPnFSTl84bTMfHhFvp9nuvK97/5aHjwjsnLNGnno1itlzbLkz22ZY9XdI1QNR1PhWE5i9yZ23VzN4UquoW2DCVbjKMuYV1IPgELmSyzWOe/6rCHUVfNVDflkWbLV+3obJPVgk2w9cDSeCiDq9WM87NQJVlVgb4dhaq+dw9lFSucxjZbVh7551hH9LFrP9u712cO0+xzxh74HnUcn+f2lcW9OcyC+iO8cKQarzrlGRUT1uHb9PXOp6DG7adtBOWr0AE9fnHiOQ/m1Iz47vXPOijM0t87ntHear9d6tAVjTmXb3Z5j2Zp/Vr+WOYdYOo/Lkp16bBiBiRUYfDul2KvKP1LK0w6Kprm5vXi1d7UN/OXfI/JN8+M+yUEO6QU7gdXBOz2LfYzaN6VCedtruxyPPhbqatdsu1+iF8Rm70q97pSPAtI/POU+R3w9FNM67Jn7fPxrb8g1pL1BYHX7Lz3C1vD/Qlur8I2BqrlEa7ysH/9Kpu2B28UZcFvnnFqJ8Syg3bvsqXXy5wjuQ8OsQgSrBKvDrF+Nr9uYCuCNX8rXvv0b+eHiMpnZ8hH5yifXyNQrz8ruB16RI++ITF1yiTx82/osVG1TsNo4PBtEAAEEEEAAAQQQQAABBBBAAAEEJkyAYJVgtVVV3p5jdeHkz+WWR96Uroh01qyQla+clROLIvK+C+X+L18rV59n7n5beqy26qCyMwgggAACCCCAAAIIIIAAAggggMAIChCsEqyOYLXsvUjFj1ctytxTfyW3PHFWzqjVekLV6M8Eq73bsyQCCCCAAAIIIIAAAggggAACCCAwSQIEqwSrrarvxWA12r1FmfvxT+XmwwuysGxK9tz+cZlZnU6qau09wWqrqgM7gwACCCCAAAIIIIAAAggggAACCAxNgGCVYHVolWspVuwOVqOSnJUTjz0jL264VmYuWe4tGsHqUhw1tokAAggggAACCCCAAAIIIIAAAgiMnwDBKsHq+NXakhL7g9Ww3SRYDXPiVwgggAACCCCAAAIIIIAAAggggMCkCxCsEqy26hwgWG3V4WRnEEAAAQQQQAABBBBAAAEEEEAAgZEVIFglWB3ZytlLwaJgdcezvSypLbP+cjl+U6fPlbA4AggggAACCCCAAAIIIIAAAggggECbBQhWCVbbVb8X3pIzC4v97dPU+bJyyv1xq/5WzNIIIIAAAggggAACCCCAAAIIIIAAAm0RIFglWG1LXWY/EEAAAQQQQAABBBBAAAEEEEAAAQQQaEyAYJVgtbHKxoYQQAABBBBAAAEEEEAAAQQQQAABBBBoiwDBKsFqW+oy+4EAAggggAACCCCAAAIIIIAAAggggEBjAgSrBKuNVTY2hAACCCCAAAIIIIAAAggggAACCCCAQFsECFYJVttSl9kPBBBAAAEEEEAAAQQQQAABBBBAAAEEGhMgWCVYbayysSEEEEAAAQQQQAABBBBAAAEEEEAAAQTaIkCwSrDalrrMfiCAAAIIIIAAAggggAACCCCAAAIIINCYAMEqwWpjlY0NIYAAAggggAACCCCAAAIIIIAAAggg0BYBglWC1bbUZfYDAQQQQAABBBBAAAEEEEAAAQQQQACBxgQIVglWG6tsbAgBBBBAAAEEEEAAAQQQQAABBBBAAIG2CBCsEqy2pS6zHwgggAACCCCAAAIIIIAAAggggAACCDQmQLBKsFq7sr300ku1l2EBBBBAAAEEEEAAAQQQQAABBBBAAAEERk1g7dq1PReJYJVgtXblee+992ovwwIIIIAAAggggAACCCCAAAIIIIAAAgiMmsA555zTc5EIVglWa1cegtXaZCyAAAIIIIAAAggggAACCCCAAAIIIDCCAgSr0z0flZOvEqzWxiNYrU3GAggggAACCCCAAAIIIIAAAggggAACIyhAsEqw2mi1JFhtlJuNIYAAAggggAACCCCAAAIIIIAAAggMSYBglWB1SFXLvVqC1Ua52RgCCCCAAAIIIIAAAggggAACCCCAwJAECFYJVodUtQhWG4VlYwgggAACCCCAAAIIIIAAAggggAACjQoQrBKsNlrh6LHaKDcbQwABBBBAAAEEEEAAAQQQQAABBBAYkgDBKsHqkKqWe7UEq41yszEEEEAAAQQQQAABBBBAAAEEEEAAgSEJEKwSrA6parUrWF34++flwSdOyy/kfJn511fIZz68olE3NoYAAggggAACCCCAAAIIIIAAAgggMFoCBKsEq43WyLHssXr6edn1nTlZmL5IflfekkdPiXzlC5+Qz3ywUTo2hgACCCCAAAIIIIAAAggggAACCCAwQgIEqwSrjVbHkQ5WF96SMwuLBY+5nz4jn3vhInl053pZI/NyaN8z8sN1V8hdH7+gaDd1vqycWtaoKRtDAAEEEEAAAQQQQAABBBBAAAEEEGhegGCVYLXRWlcdrM7LoV0zctdxrVgbdsuhvTOyasglPfGDJ+W25zwbOe8C2ffFa+Qa6cq+e7vy8Nue3101Lcdu6gy5pA2s/pl9svELD6cb2iC7/3yvzKyO/ucJ2bfxNlF/if7l5u8ck52/l5fpxL0b5Ta5T4598er8H431FZeRVw/Jrs8ekc3ZdvR9TOpE94/N7cS/iJfryvZjO0XbWvrv7vXN/+UumXlys1Gn4n/7hqp0+v6KmH+7We6zt9XA4RiXTcTH/oBuVKwvyb5Yjtrx3/g3+rEw99yoa2mdsutftkS8zrtEv5TEf9uW182kvG7dwnp9dc1ePKhcxToblWV/55Ds/UN1pau+FvrLb9Zho4iO8hWPm31ueY6jfm32eWu/qeVd5ah2yrq22Mc423fvfhePv/vYm3Vpw535sSoeO32diZ1855hs+Yl9fpRcw6KrbeF8GpcrAeVEoAGBAbdTytoB5t6UtYPMv+nXiYKIt/y0O0Jqj3m88iXU9du837S77ea9Vzjuy6V1sqLdFH6OlNdh49hobbKQ4z7Kv6n0KX3WGeU9CyxbyTXNaIt9v5M9gxXO47TNKMZzmXl+J20pu0wl7d7A4o/Xz/K2pXoGd7exlYv73lR2HcW5fo0gWCVYrV9r+lgiLFidFblDBXl9bKzmolGwuv9D/1L2brpIJApQ/+MpI0B0r+5Cue9r18Sh3vzRn8jMb//5+AerVoCkB5Ev26FpfBPtxsGrEYgZDaXoYr5fOio01ZaZWa1f6N03RXXRLwZoKnjyBXnW+vQbvh4IGeVJG4MqeI3+pjUAnKFxzXrW2p9H9eburnSisyYLwa1jn+587HhKe2FS0dgshuHRsZ+V7rTIw7LdDPEVsDMITetbevyj+myGmSVHJyhY7bVcSYiWlyWt26K/VHL9W7G85XXUXb6sMaaft8b+uo6jdf45fdLfTCdhdnkAqe9LgGP0c2f4mmzzyKfskLpYX5zlsa4Hycubu0S0INX+t3rBqhnul74cKpxPrb16sGMI1BMYdDulrB1glaxwjc2W3SNyt/YSuOy+VlL+VbQ76tWF7NfzcujeY7LxizOShDKd7EV4q9tuzraXemln3buiUXdR55X0nhwCPf+X++TY7++UmZfz9n7U0cLVScEXnun+8XJd1W4r6TgRUrhR+k3pNaT6WWeUdqWnspRd07IVmm3wVYVrZFn9zM/vYkerE7LvXpGdeoeennZiHBYyO114O5fEu6JcLjU7KFV1Zkqvo5Pt3FtdIFglWO2t5vS4VHWwGl10D8uWJegVSLCaHNSo0TMre7Sec3moctkPNsrhT+g9R4uBi9loSsMPLZyUuGFnh+fuAC4OHe4W2Tx9l3SN7apybpbON7qO+uJZnwpj9PKk29ijekVrDzVR8Gbsb1C41uPJMeaLqeN+qLNfazR7joP14FjaYzlurIrZU1gdhz/vyH5Xj+XI0nuskoZd985Dsr07M9hgtY9y6eFcIXjWHxxLHopKH3R0E8st2fZu6XzjSP4CpDJYja8W+UPaTS86e4/r14PgYDXY8S7pWD3m46akHZh71ucuj15n87qS9yROD0YauEbbj97q+wN6s8dquXN+EXCfT2N+kaD4CAxIYODtlJJ2gP1wGV03nO2gP90sRx4QydoSrmtRuv+1yk+7I6jWnLh3l7x4U9opI2o3/GRL9tK10C4NWuN4/Mjf9kraOYV7VzzyTOvsULabz+yTXb/Zmqyjn3Mkq8Nb5HDotseDPy9lkE8N+zHb/7JrWjLiMWmbHe7slu6T6XXSNkufQfPgPUcwzm/DJmqHHpTL9lojF8fMr35xq15KaC4OZ197HOf6R0JfgmCVYLW/GlRz6cpgNX1YzYfvNte13wxWz8rcCy/LywsVOzh1gfzuuotlqk09Vu1d1hr14nug0IbwVzZgHRf4ZIqBYkNPPcBEwUXxQSYK4KNGmiuIrxGsWkFvafhjB4I16397f67d4C/Vp2co6bGqTxfhe3vq+fe8jllvYXXgkodRdYwHHaz2Uy47WPUFdd7zyxVAWxXOVz617T0ym4fiQcFq2msl6n3iDFbN3qOhwWo/jq5zrGq/jQdPw7HsISiv8/WC1UPid1al951P7b2CsGcI9CXQdzvFfOFbdq3yBquFqYyqHny1PS4LT2l3VFcNK0hN2pSqbVjjOFRvacR+Ua/tVa/wdkeX8HOksB1Vh+8Qmf1sVzrbHpaH1VDu1kwFEOLT3mC1cMzta5p69ovqwN01g9XC+Z1vrRjo1qvl4/vr8utauYtnWZz7rg4EqwSrfVeiOisIC1bz+Qcre2DV2XjFb81gtf6KWzMVQCGcyocShTxQlAc/yeysxTmeHI0N7QJvbzf/374eznWCVTWXYb7jzqEVoXM+1q8647+E0YDSb9jmnD7ZjtoNaWeAWpw/KFnebBB461tgsOqcY9U1r3Nlr6E65XLM/aqdF2UP9c799QXTRs3yly/fnuTDhQIC8vhoqGF9cbBa3C97LtJq7zqOjvmVC2dT+X4Xy2NPLeLr2dN7sLr3D33OaeG959P4XyrYAwQGLpC+kFfTdfTaTsmmREkL6BtiGbL+rDe/MZ2LZ8+t8hu/ot0RUF1co6DM4bIizXXSCCjw4H5S2vay7l3WfOSlc606R68FtpXtvdPrcNyu0KcncE3dMzieptdUfQ2ZkGC1cE3TzlFJRiLGPfuDeqy6zm91ZJdulGvTdau4vbJgtcwlvTYW7k04D+KYEqwSrA6iHgWvozJYLaypuZtQ/WD1HZF3lossT+OetsyxqoVX0UfE9IeLkAeKoB6rhQ9V2cfZvCkY2zXeqPUfrCZzuOZzcSXzNupDz1U42NKGefDZ6/+hmgfX+EUcnoq3J7LxgbNCMKgNMbfnTCr0ao+26vgwRWCwOrA5VvssV+89VkuGq+sHpKR8UU/0zMHqWZJ8GM5/HTaDVTvo7KHHap+OhVoaut9qwQZ6rMY9ZJ3O6b3E9dGG1vTqGcAFh1UgMOB2Slk7ILo+qhcwUXvIPYImD7Gy+6F2zur3yDzQysO/YohLuyO4kjt6WdnT6TTZSSO43AP4Yd22VxZHqXv+7x/LX4gaL5SLbes650jyMR1HHXa0y0JHsgyAa6irqH6WUCaB0zAMtbTDWrn7mmb0ntTD1JBglV6UnoPlD1Z9vVVd96Zs5TgP5KQgWCVYHUhFCl1Ja4LVxTfl+CP/XXb/r4vl4OfXy5rlLfp4lWoMOR7kewlWi0Gr662YFdxYb9az+rXtPrlPbnN+yd18MAnvsVo6L1D0ZtX+cE1oZZ+Y3zlu7lnj2T2fVqFOWMGqf45RrYdkFrh6GhfeYDUPIgc5FYC7nmsfMlH1wVMuO1g1Pu6V1SU7cC4JoK36V1Y+eyh7XBa5WeSASHmwqm3fM8dqaGCsilvP0T3Hqr6OOvsdl6EwBYJnnro0sK0/x2o+513ROSpA2fk0aXOITcxFlB2tLZCGNgNsp/jmllfzA+qhlG+u+Wge+tsOhHyB3l9+5wfzavtMzgLFdmk6l6M+L3/liJNx9Kpqe/nmWA3oJeoIWUrbyukcmpmitxd2MbBtU7BafQ1prrNQ8zXad02ze4+rkm2Q3Y55qe02m+v8TtZQ1sOy+b1vfou+YNXtkvSm9t+bcB7MESRYJVgdTE0KXEtVsGq/VW7yLXNwj9W35+TP/uvzsndOpHPVtDx4U6dVc6yW9TiNL8z63Jj2F7RdE4/bPUCdc0GWNzb8F/wB9Vh9crMcUh+v0kK+6CEpuEdj4DnQup85539TN/z7RL5QfDtfFqxu/BurB7EB5q4n/uHxdg/KtOGX9syIPk4WfHxLH8z6LZf9wSXXUJ3iv5UF0GY9Ky9f9LLCcMh6eapGmGt51VhOfxMYGJd713CMdtA5TFYPm909plV9Kex3IVj1fFnZMfQ4/ONV2sdECs6uj/15wtbWXUjYIQTCBQbdTim0NUumV/G2g6KQ4PMh05O4XhDm+96WoCn8aPbzS/c9w32MrI9g9rPZUVi2tO11THYWht3n95JoNFrZVACuOlj3HPHdE811B4S8o2AdUIYwn/YGq2XXZIPP7rFqjGC0OwuUeLXyZUlARct+UqNTSaUVznXky35LsEqwOqi6FLSeqmA1Wok5R03Im/+gTVf+yAxWF+XMiZNy+J9Ny8yHV+TLnunKfd87JQ+eEVm5Zo08+PkrZM2y5M9tmWPVniMo2Ts1DF4N7clJ7CFsrpurOVzJNaR+6YLVbC60/Itp6fQHvreszdXJyko7Aj/wPQQm9eCTcvOBH+dfmlfltQP57CF2u3Q/e5skM/EW/7t5183y8LFOHoKrn7gaDc4h4CKi9XBy1/VkpYWhmb71RWfHH98ox391RY1yFR++i46O+qcP1SspT2E+Od/HT1K3T257WH7cMb8ebA5rK573yWVht/VCorhf+nr0IbX20Y29ZZ9s/H7g8TXqklVjVLl62G81fNH4mrLDOmju2HiKiqjX9m0i6RBi+2HTHj5Yfj5tz75yPQKnPkVAYMkEBt9OKV5vfXOs5kOcrXZQflODngAAIABJREFUdP36QvHu5Qqw/OXfI3L3jETBl/kf7Q5nZfN+2Mu+Z7VvKqege4WrnbDtPjnU2S9m70pd19ceDz1HqtrO1rFpzTQ3IT7tDVbLr8la/bKG/5vPh1a7suTDfcFB7pLdpYa9YXew6nTxjALN7k04D+xgEawSrA6sMoWsKCRYDVnPMH5jBKtvvCBf3/cb+eHiMpnZsk52bVojU688K3v+9Ldy5B2RqUs+JAd3rM9C1ag8bQlWh2HLOhFAAAEEEEAAAQQQQAABBBBAAIG2CRCsEqw2WqfHJlgVkYXn/1Y+98ib0hWRzpoVsvKVs3JiUUTed6Hct/Maufo8k45gtdGqxMYQQAABBBBAAAEEEEAAAQQQQACBJRUgWCVYbbQCjlOwKrIocz/5mXzuibNyRil5QtXozwSrjVYlNoYAAggggAACCCCAAAIIIIAAAggsqQDBKsFqoxVwvILViGZR5o4ek62HF2Rh2ZTs/rcbZWZ1OqmqJUew2mhVYmMIIIAAAggggAACCCCAAAIIIIDAkgoQrBKsNloBxy9YjXjOyonH/oe8uOEamblkudeLYLXRqsTGEEAAAQQQQAABBBBAAAEEEEAAgSUVIFglWG20Ao5nsBpGRLAa5sSvEEAAAQQQQAABBBBAAAEEEEAAgTYIEKwSrDZajwlWG+VmYwgggAACCCCAAAIIIIAAAggggAACQxIgWCVYHVLVcq921IPV257rk+OqaTl2U6fPlbA4AggggAACCCCAAAIIIIAAAggggMCoCxCsEqw2WkdHOViVhbfkzMJifx5T58vKKffHrfpbMUsjgAACCCCAAAIIIIAAAggggAACCIySAMEqwWqj9XGkg9VGJdgYAggggAACCCCAAAIIIIAAAggggMA4CxCsEqw2Wn8JVhvlZmMIIIAAAggggAACCCCAAAIIIIAAAkMSIFglWB1S1XKvlmC1UW42hgACCCCAAAIIIIAAAggggAACCCAwJAGCVYLVIVUtgtVGYdkYAggggAACCCCAAAIIIIAAAggggECjAgSrBKuNVjh6rDbKzcYQQAABBBBAAAEEEEAAAQQQQAABBIYkQLBKsDqkquVeLcFqo9xsDAEEEEAAAQQQQAABBBBAAAEEEEBgSAIEqwSrQ6paBKuNwrIxBBBAAAEEEEAAAQQQQAABBBBAAIFGBQhWCVYbrXD0WG2Um40hgAACCCCAAAIIIIAAAggggAACCAxJgGCVYHVIVcu9WoLVRrnZGAIIIIAAAggggAACCCCAAAIIIIDAkAQIVglWh1S1CFYbhWVjCCCAAAIIIIAAAggggAACCCCAAAKNChCsEqw2WuHosdooNxtDAAEEEEAAAQQQQAABBBBAAAEEEBiSAMEqweqQqpZ7tS+99FKj22NjCCCAAAIIIIAAAggggAACCCCAAAIIDENg7dq1Pa/27NmzPS+rFlyxYkVP61Dbfvrpp2sv/9GPfjRe5vTp0zI9TbBaG5AFEEAAAQQQQAABBBBAAAEEEEAAAQQQQKB3AYLV43Lxst+Rc889tyfEc15//fX3elny3XffldcWfyVXrt7Qy+LxMqdOnZJ+UvWeN8yCCCCAAAIIIIAAAggggAACCCCAAAIITLgAwSrB6oSfAuw+AggggAACCCCAAAIIIIAAAggggAAC9QUIVglW69calkAAAQQQQAABBBBAAAEEEEAAAQQQQGDCBQhWCVYn/BRg9xFAAAEEEEAAAQQQQAABBBBAAAEEEKgvQLBKsFq/1rAEAggggAACCCCAAAIIIIAAAggggAACEy5AsEqwOuGnALuPAAIIIIAAAggggAACCCCAAAIIIIBAfQGCVYLV+rWGJRBAAAEEEEAAAQQQQAABBBBAAAEEEJhwAYJVgtWJOQUW/v6k7P/RaTkh58vMp6+Uz3x4xcTsOzuKAAIIIIAAAggggAACCCCAAAIIIDBYAYJVgtXB1qhRXdvpk7LrP8/JwuUXydXyljz6a5H/8O+uk898cFQLTLkQQAABBBBAAAEEEEAAAQQQQAABBEZZgGCVYHWU62f9si28JWcWFgvLzf30abnllx+QP/vyelkj83Lo20/LDz9ypdz18QuK25g6X1ZOLau/bZZAAAEEEEAAAQQQQAABBBBAAAEEEJgYAYJVgtUhVfYTsm/DDjmYrn3rd4/Lzt8b0qa01Z74wROy41nPds67QPZ96Vq5Vl6Uffd05eDbnt+tv1yO39QZfmGHvYVn9smG29UR2Ch7/mKvzKyONmoem+hf7ONz4p4NskPul+NfujovpbG+4jLy6iHZdcMR2ZxtR9/BeTn076+X7i1aPfCur1g+2abKYv0t+3dtW3E5urL9+E5JSl+2vmEfhHFYv8MnKvaGPfL4t2ZkVey3XzrWcZ1/fJdc392e1JHYfFaOuXY3Ws9XRWZvmBW583HZe/2q7FdRPdvf0f8tqSezx7UVZeUot4zr7IGtcr9x3IvlTtaS7LM4rkvFup+WSZSH+PdXK2tSHneZ4/Pt0hIzo167/eM1F+p6uneWq7FP1nkXLxFk7C5H0T3xOvIp81hHm4nrzJOb5fFvXSYHU/+tL+2S67/hrDmy8c7HZY/MOv8e/U2vS+NwplFGBBCwBAbcTomvMdn1RG/32PJl7SDzb6XXGm/50+tdVhb93kQtUALm8cpdVJvUvI+227B4L009HO2r0jrpa4+l7Yrwc8RThyvWP+61u9Kn9Fln3PdeREquadneRb95qJM+I9j1xNWmdLe5Tet2n9/umlF0cT87qHtZ2b0pIHexjlsLauvI7QLBKsHqECqlFaJ5Hv6HsGGJgtX9q/+V7P3kRSLSlX1f/3UW7vq3d6Hc//Vr4xBu/sdPyfWvrh3/YNUyzwONGXnZDk3jm2g3Dl43/rX2UFIW7mjLzKzWL+buBxl188wDXCukKazvsGzJArKsCZ6EbtNmyGqGYyqYswM21/qGUQPHcZ2uwCx1jK0lMFjVw2zLIWuIm/XDDFYdAWbUuzw65nqo6SKO1v/NrnSisz0L70sCyShadb08cAWuUd18SmTrgW4eLjuvabrZ1fH6zdA4oG44G+wDDFb/6MU4AO9YgbLbwhVEWEG1010PUKNg3jx/k8D15SzYjoNVFdA7iIwAX/09rU/2fgQI8xMEEBgVgUG3U4x2hO86lOx84ZqXLbtH5JvaS+CyEKWk/KusB9iwa+yoHJilLMe8HLrnmGz80oxIHJJ3spelrTb03EvVS2vzpbTZ1gg5WvOP75NjH9spMy/n7f2oo4X+bJDfq9M11qjD2frjzhtj/F/pNaT6WWeM9zwpetk1Ldu51EG9kC9cI/X6eanRWcLoxFOjfo29a2EHzE4k5Z3PTsi+e0R2fimxzDooGe4huYt13NqHOhJ7RLBKsDr4iriEb0QIVpPDGTWWojAq79GVhzOX/bcNcvg6vQdxMbgphBmFYxpdxGdFvqp6wcaPKs4ALr5Rf1Nk8/SsdNV2y9Ynye/3xL0lzf+ihnVe9mIv2GS/N0vnG908mE2371rf4Cv/OK6xqkfqoILVrmy+syuzWoimh4/xQ9MprVdoRln9EKHq6+Od/VpIVx6sOnt7Oq5dqozbu9fnQannZZF+3tQPVn29aAcdrBYDcGd4WajK/uuE6e65Fhhm+b72FKymgbvRA34cTz3KjMAECwy8nWLf60vaomZbQrtm/ZfNcuR+s/3hu5bXKn+DHQzGuUqduGeXvPhHabsyfqm5JRs5FXafGs+997dhdkjXOTqjon2jMzyzT3a9tDV5HujnHPHVYX3948mflzrIp4b9mHmUXdOSEY/JS6nDnT3SfTK9TjqesYrnavF5rXANnshrpGM0p1Fnor8flMu+tVOudjhn96a1B40exK5qVzhuY1Y3x6W4BKsEqwOvq8kFtSNbDxxckqkA8h6rZ2Xul3Myt1Cxi1MXyL/4yGqZalOPVXuXtRuWGOGkOwSpbMA6w0r/UOEoDN3ylB3oaoXU11cYqqz1PtUb2oWbcLT9qGfqFjkc/7/pVABl6xt47R/HFbqOmx7yVQWvaiqAqh6r0d+jY5P3erSDVV8Pz/L6qDVM4uH1qhxVjV93Q88sg7aOqKeHGvpU0mNVDYGvF6z6h897X1hEVc3TELW3nff0Ub0HehlyZXv63PPGt25pHsM+g9WyXmTjeApSZgQQMK5nvbVTzBe+Zddgb7BamMqo6sHXascY0xBpf1vCDgdjU7WsIDW596m2XI3jMDY7rAraaxsmZEd1w+j34edIYe3OOmyvP6RMo/ybEJ+qtuUo71/NstltTPWsFk3vpTrA9BishtWvmuUdu5+XX9eKQbe+g/mySQeFktzFddzGzmo8CkywSrA68JqaDPuWfE7PBh+CzR6r9XetNVMB6LueDptVQ4lCHii8QZYWUhbneHI0NrSGcnG75lw+2frKhoek+5LNyGjNaZn0ZrUaehM93CTkHNCHN2m/H9Acq/l8omngqR2PaFoKFb6VPQSXBqtGw09vpFQ3fothnzXU3ag72vqiXtWOOWX1c8I9T5J7PtPyIY4D7LGazZlsHXPXXMWFqmOVw+ueLmjY2Y1HK1h1zrGahL+XGnMmqkKVzZ0YUuf5DQIIjJTAgNop9nXXN8QypB2UhFABU9FEkFb5Ddu03dTUtwZG6rgGF8Y1CsocLivS0ut+nTaM1VGgaq5xVzATeo6E1OHy4Cf44I/UD6t9qtuWI7VDvRamcE3TzlF9ZOEggtWJvUaWBatlLy3Me1MybYovd/Ect17rBcuVChCsEqwO/BQphiDN3YTqB6vviLyzXGR5wtCuYDVvlOoN+pAHiqAeq4UPVdnH2bwpOINVVfvKwves0Rn1dtSHRWm9/KJhENmQsYo36BM53KTsNC/pkZp9aCjk41UhPVajXsR5QyLqxdxvsGpOfp/uZxwUuqcwMCT0uuCZBsD+AFX8IPOxY9YH0uKrh/HRptAeq0n583nkikdqGMGquZXK8z3+uVkOv7v64J0dRBc/KBfNj9zTVAANvqwb+A2SFSKAgCYwuHZK4VoaP6xL/IIm6gGrruVRe6g4gsZzfdNeOunXvDzQcpc/2UH1AqulgeAg63Ght2o6D642PVDpfKCDLEvD6+q1DZO1MeL2SPrxUONDlMW2cJ1zJPngcFkdbltvVfURJq09pl1D8k/5NvdM23BVTDfnvqYZIboepvYVrE76NdIfrPpeWmTXC/veZHyrIK+j0bdTsqkBnaNNl6aWtXWrBKsEq4Ov287hPL6vcw9287WC1cU35dgjfye731wtD9+6XtYsb1Owmt6sHD3ReglW3fPlVMyxWhiCn4dexTkZXb0V0t8bwar5ESpVrvtlh/ML7M4eIgSr1knnaSQa7oMMVvMh7J1tB6XbSb7u3tscq45GSUW5rUgxmwxeD3nzh2JPD9ZoGJRjyGfo1AZZGawPJbivhoMLVovnXbpF5xA/Vy9T5VHmnk7Bkc7FFQXne2TW+kCV1WO17serfPM5D/Z2wtoQQGCoAoNvp/jmllfzA6rdKWsHRfPQ7zgQMl2Kv/ylPViHajqeK3e9eJ+MORir2jC+OVbNF7nOo+4Iq0Pm0MzWVdYLO/qRY/3jWfvyUof5tDlY9V3T7N7jymyj7HHMSx0yxyrXyMjQF6y6n4mT3tSOe5M3d0k+xjh73D4zedk3rGsVwSrB6hDqlmvI6BHZXJi7avCbDg5W356TR79/UvbOiXTWXy4P3dRp1RyrZT3QCsOOHeFOYXn7rW0Pb3GNRnLJ+uKeJRL1OEzeD+fljXog7pCol1vyJr3sy+55AGvvb/mw68HXydFfY0mP1bgnpd1TOG8MzE6nx6kqrHb8XQ23KvT8Ef0DVhVDMUsDwftFbg94oRM3SES2HpB8Xt70A3DFr9WnVlFD8k+KPXRrBavpQ0v1l+2rgtVZMdeRNIz1D16oOh8Hq3EvZPPDcL5Q2+h1q5+zQUFsGqB/sysd6Uqn8KG75FzuqccqweroX1YoIQIVAoNupxR6NJb0bPe2gzzXdteuVJXfN2c4FcMWcN/j3Mco6YGc9x4cc82qe2k8b/ysqKm8kr3NQ66yqQBco2bqniNldTh0VM44HaEwn/YGq2Gjl1TbTvt4lTGCMa2f6vlAq7P6B0fbWH/q13VPsOp6pip9zgrMXeixWv8Q1VyCYJVgtWaVCfy51VuxqbmlzGB1Uc784qQcvnBaZj68Ii/4ma5877u/lgfPiKxcs0YeuvVKWbMsba78+Cm5/tW1cvymTuCOjubP3PM7qjdUauhFXnb7+LhuruZwJdfbrvLGht37wL8+682oPrTJ7gVrDHtS+2MPTypZ32gevoZLVawPSQG0Y2zPbRv9Wbd3/V3tRfQ7Zw/PYgCoPzBkCM5jnPzV1zBL6u8m2Xrgm9kH9AxUoye36w29f3hOvM0PfFlk32nZbj3g6cPs9KGn9gFVQ1HtaQay37nK56oV0e+uOywbbj9o/tXqqa4/oLqvDb7eWWbdUNeJcvft2UsR/xyFVo9V5xyrItFDY7G3q/ZgaTTcGz5t2BwCCPQlMPh2SrFXlb/t6WkHSTR9gHU9je6Gji+z+8vv6yUU0gu2L9LxXNgZLsZ3+PglYX402tfLKuhe6mpfbbtfohelZg9t/fD72uOh54ivh6Kqw20NF0N82rrvaWeVA/ZlxHHeWQFdYTqLQrvdblNX1a/xvJTVL7X7WcMZcHtGgRrfJ9HuXd4Rm+qjY/ULyxIBAgSrBKsB1WR8fmIEq2/8Ur727d/IDxeXycyWj8hXPrlGpl55VnY/8IoceUdk6pJL5OHb1mehavy43pJgdXyOGCVFAAEEEEAAAQQQQAABBBBAAAEExlOAYJVgdTxrrqfU9lQACyd/Lrc88qZ0RaSzZoWsfOWsnFgUkfddKPd/+Vq5+jxzRQSrraoO7AwCCCCAAAIIIIAAAggggAACCCAwNAGCVYLVoVWupVhxcY7VRZl76q/klifOyhlVIE+oGv2ZYHUpjhrbRAABBBBAAAEEEEAAAQQQQAABBMZPgGCVYHX8am1Jid0fr1qUuR//VG4+vCALy6Zkz+0fl5nV6aSq1roIVltVHdgZBBBAAAEEEEAAAQQQQAABBBBAYGgCBKsEq0OrXEuxYnewGpXkrJx47Bl5ccO1MnPJcm/RCFaX4qixTQQQQAABBBBAAAEEEEAAAQQQQGD8BAhWCVbHr9aWlNgfrIbtJsFqmBO/QgABBBBAAAEEEEAAAQQQQAABBCZdgGCVYLVV5wDBaqsOJzuDAAIIIIAAAggggAACCCCAAAIIjKwAwSrB6shWzl4KFgWrO57tZUltmfWXy/GbOn2uhMURQAABBBBAAAEEEEAAAQQQQAABBNosQLBKsNqu+r3wlpxZWOxvn6bOl5VT7o9b9bdilkYAAQQQQAABBBBAAAEEEEAAAQQQaIsAwSrBalvqMvuBAAIIIIAAAggggAACCCCAAAIIIIBAYwIEqwSrjVU2NoQAAggggAACCCCAAAIIIIAAAggggEBbBAhWCVbbUpfZDwQQQAABBBBAAAEEEEAAAQQQQAABBBoTIFglWG2ssrEhBBBAAAEEEEAAAQQQQAABBBBAAAEE2iJAsEqw2pa6zH4ggAACCCCAAAIIIIAAAggggAACCCDQmADBKsFqY5WNDSGAAAIIIIAAAggggAACCCCAAAIIINAWAYJVgtW21GX2AwEEEEAAAQQQQAABBBBAAAEEEEAAgcYECFYJVhurbGwIAQQQQAABBBBAAAEEEEAAAQQQQACBtggQrBKstqUusx8IIIAAAggggAACCCCAAAIIIIAAAgg0JkCwSrDaWGVjQwgggAACCCCAAAIIIIAAAggggAACCLRFgGCVYLUtdZn9QAABBBBAAAEEEEAAAQQQQAABBBBAoDEBglWC1dqV7aWXXqq9DAsggAACCCCAAAIIIIAAAggggAACCCAwagJr167tuUgEqwSrtSvPe++9V3sZFkAAAQQQQAABBBBAAAEEEEAAAQQQQGDUBM4555yei0SwSrBau/IQrNYmYwEEEEAAAQQQQAABBBBAAAEEEEAAgREUIFid7vmonHyVYLU2HsFqbTIWQAABBBBAAAEEEEAAAQQQQAABBBAYQQGCVYLVRqslwWqj3GwMAQQQQAABBBBAAAEEEEAAAQQQQGBIAgSrBKtDqlru1RKsNsrNxhBAAAEEEEAAAQQQQAABBBBAAAEEhiRAsEqwOqSqRbDaKCwbQwABBBBAAAEEEEAAAQQQQAABBBBoVIBglWC10QpHj9VGudkYAggggAACCCCAAAIIIIAAAggggMCQBAhWCVaHVLXcqyVYbZSbjSGAAAIIIIAAAggggAACCCCAAAIIDEmAYJVgdUhVq13B6sLfPy8PPnFafiHny8y/vkI+8+EVjbqxMQQQQAABBBBAAAEEEEAAAQQQQACB0RIgWCVYbbRGjmWP1dPPy67vzMnC9EXyu/KWPHpK5Ctf+IR85oON0rExBBBAAAEEEEAAAQQQQAABBBBAAIEREiBYJVhttDqOdLC68JacWVgseMz99Bn53AsXyaM718samZdD+56RH667Qu76+AVFu6nzZeXUskZN2RgCCCCAAAIIIIAAAggggAACCCCAQPMCBKsEq43Wuqpgdf4vd8nMN44XynTzd47Jzt8bblFP/OBJue05zzbOu0D2ffEauUa6su/erjz8tud3V03LsZs6wy1oE2t/Zp9s/MLD6ZY2yO4/3yszq6P/eUL2bbxN1F+if7GPzYl7N8ptcp8c++LV6fLzcmjXjNylHdYNdx6SvX+4Kv67ecxvlvuO7RS1ZLKCZPnuH2t1oJfyvXpIdn32LlHFUGVYyjrXxKFsZBuWbbzNDbvl0N4ZSY6yiBjHLPmnvO4U60he7g3yxzcel+8/5t6TZB3u5Z3XDVdZk9LkdS/+zRHZ/OfbpfvZ2+ThbXp9Tutsd3tSx73rSw3uEJnV6l22F9Y6VT3Xz5OCYbZweh6WlcvgSn1EPybFczlfxDwP43P6gP5v0bL7pZNdF6xjk/mp60YjtZCNIIDAJAn00g5IfYrtFLstord7bNSydpD5N72tUzg03vKHtIsm6UC797Wq7Zbct9SyrrZlewyL9+h03xztk9I66WvPpG0N07zsHCmpw562eBuORqVP29tGJde07PhGv/l+J3s+KJzH2rNDmWeldRsqVOk+JPca0fIR85qnFlbnqf/ehPPgKgvBKsHq4GpTwJqqgtXiKubl0L3HZOMXtYAmYDu9/CQKVvd/6F/K3k0XiUQB6n88ZQSI7nVeKPd97Zo4CJw/+hOZ+e0/H/9gNb7xd2V7GnDGF9wnN8c3wZft0DS+iXbj4HXj32ihuBb46MvHIVvaqOpENwMxb7BlDztZSNZT+ZKArJsFumXBUHN1rpd6OnLLpMdTtLA8KqNxLNPGlhF0uv4t3jl3Y2F/Jw/jC4+5Ub08ZQW5vgasVX/UuuLyqnXYwar1AiGu00awmp8vhePj3F7awMkakK7g0/VvWWmzFxy6qVEuvSCR9U9Ebj7QdYehZY396G93d6UTXQ2zlxsEqyN3HlIgBCZJoKd2gL+dkrz4S9oy0UvkQrtFsy20U7Jl94jcrb0ErrquetpZq6zgwdUumqRDHb6vedtN4k4anexlaasNnffovK1tts3SdsW0+bK4zHj+L/fJsd/fKTMvh58j8fmkhWe5v8Rtl6wt3qagsfQaooda5YF0eH0fsV+WXJOzDhaqc45q+xaOv1Y/P3HYf012bUs730dMZsDFMTuSlHc8OyH77hXZ+cVLzQ5KunvZeT3Rzr0dNoJVgtXeak6PS9UNVk/cu0tevKmZXk8Eq8lBjR4oZmVP1qM0CbqS3mmX/WCjHP6E3nu4GLDY4U5xfXkP1C0/sdZnh1Bxg1Fk8/Rd0k2321v5omDV7GEXNfRcYV2Tda7H02iEFksai3lgnRctqwc3vRj3FI6DdLvXudUQTZbuLVgtHktP+OcJVo0HASNY3S+dOzty15PWG/a+gtV8PyO77d2ZYjCcnI1Jb+/CQ1C6b2XlsoKAyCfajjOgLnm4UcfxUGd/HiZr14SkJ7v1X5selkbobKMoCCAwnHZK/ML3bpE9apSFFQzp7lHbwdkO+tPNcuQBbR3pC0bXNbdWO8Z3z6IyGAJG2y1+mbglGznlfenYAkP/PdrdNtPb9M77t27yzD7Z9ZutyfNAP+dIVoe3you7ZkXu0EfBlYx+GafjE+RT8VJ6nPbXKmvZNU3Vs/ja2dkt3SfT66RtpkYxRu3r6NnBc02OX5yoNnj23HBYthRGPI4xaGXRHaM5jWWivx+Uy/bulKsdztkz8O8fw7nSOvwHBKsEq+G1ZQC/rBWsWg2jAWy+dBVmsHpW5l54WV5eqNjq1AXyu+sulqk29Vh1hiRJjzzxPVBoQ4LrBKvOoM16yx09wBQCWL2M2kOHv3zuYNWcsiAdrq41xodd58Z//QGNxNKHQtfy9YNVNc1A6RA3hV27x2rU6Dd7IvXfYzUpjGrYeANPvZGZTa0RL5m+7CgpV1a5NOPozbR2fmU/8QahWsPtUr0nOz1Wx//cZQ8QaJFAUDsgf0lfDNqia10e+PhevKrrdtUL5kS26sFX8y+7T5aEvC06gv3tSuF5IbpHqaClxnHorxRLsHSP9+igkuqGqj6HnSOF1Wt1OArFss4brarbIdeQgDZz0LEZgx95OsrsiabHUoFpWbAa97IMrG8N5wWjoV9+XSsG3Xqp9WVD6m267EQ61zvaBKsEq/VqTJ+/Dg9WzRO9z80GLW4Gq0GLGD9qzVQA+l7FN8a7RA0l8vbUGESwag8N1y7gxe2mhQwunzUVQLrccWOOyubrXP1aNmpLBDQSBxSs5nOlaQbWPK5Bcy6pY1+g9M2xmvamkDxYvLQwFUA+d6++2niIjhFImhvtP1jdKzO+cqlNGQ8uZb14ozllrdEBxrH+yVrrAAAgAElEQVTTG2IEq6N2JlIeBCZWILgdUBasptPXZHNyFuePV74h7aBstIExr7XnCFnlN37lnTJnYo+2Y8ddbTd73vVJGH5dcY+25rmvehHtCmbsORyDvn/hattn33AQkcJ88+Nbt6t9AtrM47v7eckL1zTtHI3arEHB6tXJlGIl12S9zR9UF9tgm+1DWbBqvxQphqp3afcmnAdXMQhWCVYHV5sC1hQcrC7BW5H6weo7Iu8sF1me7Hi7gtW8UarfrEIeKOr3WFVzD9kfycqHdRS320P54gBKBWAb5OZtIt2ONuXBEtS5gFNmxH8S0EgcULBaNseqG6nmVAD6SuypANLAUQWhe2S2zzlWk40NJFhdna/HKFe6P67J7AsPVJ4eq86Pg8QPQdE8aXy8asRPToqHQMsFemgHpFOXuNop+pycySgIiefojEbCqIf7qD1UHEFj3muy66Y913z6Ydb8+usuf3p3SOfRbmkgOMia6Wi7GXOmq5Ef6bcC8vkeB1mIpVlXr/doYxiwahcbL6qLwUyyrXze2rJzJBmN5mjbp4FbPjVUcYTS0kj2v9Uyn/yDvAFt5v6LsoRrcF/TjJBe76Va0mM1nn7KU9/MDxyrj+Mm1+vC35ZQY7ib9gervt6q/nuT+7zGuf4RJFglWK1fa/pYIjRY9fZQ7GPbVYvWClYX35Tjj/x32f2/LpaDn18va5a3KVhNG0OOt8gDD1bj3nx5j9jsGFlv1rN/z0Kd4pfaVVAVNkQvCaP03y5Fnauqk6P/d/8cq9mcpdGwn6HOseprqHoaHSHz1XmCVTUEX7aJPCzbk/nbqtbn/Xtu1/Mcq1kP08TAKFcS3RYDUNfQO2ew6vDL9mWLHCZYHf3TkxIi0FqBYbdT/AFIWTsomof+tgMhX6D3l1994NP+IGRrD2WfO+ZquxX+reo+3WcZlmbxqnu0b47VZLkjn/J/EDRuv1nTYoXMoZk5+Hphl831GM3jOsb/hfm0OVj1XdPs3uPqIG+Q3Y55qfU5g8u+92F2tijroTnGlaq06L5g1T36MulkUbw3Vc33jXO9+kOwSrBar8b0+euwYHVpbjzBwerbc/Jn//V52Tsn0rlqWh68qdOqOVbLJvkvfFnV8fEhZ08QvaeA9sY66vkR0hNRbyT3Vj7ra71ab5TkjdzS1Lk+T6fRWNzTgDZ6jLiGM3qHOBZ7MJTNd+f62FUMU+gZkXKFPGB5g9X0a9FRzyP14qFqfc6/pw3QrIdI2vA0ho26/k0d8mJ99b6JNib499R1V7DqnPtMNeTuE/kCPVZH4wSkFAhMnkBv7QD/VADx+grtFMf0KOlIA2N+dtUOikKCzyfz0Vf1mqoqf0i7aPKOumuP3W03d1u1ZT3aSu/Rahoiu+NCHnKVTQXganPVPUfCPpQZEPKOSUUP82nvs0bZNc04hHaP1c/q19m0fk7fJ3GPVc81eePfmNfrgv2Y1Jn+ilmj80jJc0pZvcW5/hEiWCVYrV9r+lgiKFhdosnMzWB1Uc6cOCmH/9m0zHx4Rb7HZ7py3/dOyYNnRFauWSMPfv4KWbMs+XNbpgJwDR0WUcPR1NCenMSe18b9UYgZuet4vkzSoJPki+favye/KL5R04PVnstnzK1pDa9bojrXx6k0Wos65y21jqOjF7J7TiR3sOqcYzWqLdk8psV5Tp0PDlVBaBbKRo294kfPsrnzpqMh8arHqnuOVYmC07THbqGaF3qEO97qW3PI5gfd1TjPG6RxuUo+nFJ4aHIEq74wOzm/Pyk3H/imPOyqhdF+RV9zNRrLo1VdKQ0CCIy3QM/tgHS3Q9op/jn7PO0giaYPKF4VXfchf/mTl8Ah7aLxPoIDKr237WYfo/ZNqVB+j9ZH1Fjtk21JaGX2BtSPR/koIL1uus8RXw/FpE0Yz1GfTosRb7U1c6wW97vo095gtfyarNUvq9dyYToLu8OB1ni2p6bLnwtCRgkM6JozMqtxB6vOgNszCtT3LI5z7weZYJVgtffa08OSQcFqD+sdxCJGsPrGC/L1fb+RHy4uk5kt62TXpjUy9cqzsudPfytH3hGZuuRDcnDH+ixUbVOwOghL1oEAAggggAACCCCAAAIIIIAAAgi0XYBglWC10To+NsGqiCw8/7fyuUfelK6IdNaskJWvnJUTiyLyvgvlvp3XyNXnmXRt6bHaaIVgYwgggAACCCCAAAIIIIAAAggggMCYChCsEqw2WnXHKVgVWZS5n/xMPvfEWTmjlDyhavRngtVGqxIbQwABBBBAAAEEEEAAAQQQQAABBJZUgGCVYLXRCjhewWpEsyhzR4/J1sMLsrBsSnb/240yszqdVNWSI1httCqxMQQQQAABBBBAAAEEEEAAAQQQQGBJBQhWCVYbrYDjF6xGPGflxGP/Q17ccI3MXLLc60Ww2mhVYmMIIIAAAggggAACCCCAAAIIIIDAkgoQrBKsNloBxzNYDSMiWA1z4lcIIIAAAggggAACCCCAAAIIIIBAGwQIVglWG63HBKuNcrMxBBBAAAEEEEAAAQQQQAABBBBAAIEhCRCsEqwOqWq5Vzvqweptz/XJcdW0HLup0+dKWBwBBBBAAAEEEEAAAQQQQAABBBBAYNQFCFYJVhuto6McrMrCW3JmYbE/j6nzZeWU++NW/a2YpRFAAAEEEEAAAQQQQAABBBBAAAEERkmAYJVgtdH6ONLBaqMSbAwBBBBAAAEEEEAAAQQQQAABBBBAYJwFCFYJVhutvwSrjXKzMQQQQAABBBBAAAEEEEAAAQQQQACBIQkQrBKsDqlquVdLsNooNxtDAAEEEEAAAQQQQAABBBBAAAEEEBiSAMEqweqQqhbBaqOwbAwBBBBAAAEEEEAAAQQQQAABBBBAoFEBglWC1UYrHD1WG+VmYwgggAACCCCAAAIIIIAAAggggAACQxIgWCVYHVLVcq+WYLVRbjaGAAIIIIAAAggggAACCCCAAAIIIDAkAYJVgtUhVS2C1UZh2RgCCCCAAAIIIIAAAggggAACCCCAQKMCBKsEq41WOHqsNsrNxhBAAAEEEEAAAQQQQAABBBBAAAEEhiRAsEqwOqSq5V4twWqj3GwMAQQQQAABBBBAAAEEEEAAAQQQQGBIAgSrBKtDqloEq43CsjEEEEAAAQQQQAABBBBAAAEEEEAAgUYFCFYJVhutcPRYbZSbjSGAAAIIIIAAAggggAACCCCAAAIIDEmAYJVgdUhVy73al156qdHtsTEEEEAAAQQQQAABBBBAAAEEEEAAAQSGIbB27dqeV3v27Nmel1ULrlixoqd1qG0//fTTtZf/6Ec/Gi9z+vRpmZ4mWK0NyAIIIIAAAggggAACCCCAAAIIIIAAAggg0LsAwepxuXjZ78i5557bE+I5r7/++nu9LPnuu+/Ka4u/kitXb+hl8XiZU6dOST+pes8bZkEEEEAAAQQQQAABBBBAAAEEEEAAAQQmXIBglWB1wk8Bdh8BBBBAAAEEEEAAAQQQQAABBBBAAIH6AgSrBKv1aw1LIIAAAggggAACCCCAAAIIIIAAAgggMOECBKsEqxN+CrD7CCCAAAIIIIAAAggggAACCCCAAAII1BcgWCVYrV9rWAIBBBBAAAEEEEAAAQQQQAABBBBAAIEJFyBYJVid8FOA3UcAAQQQQAABBBBAAAEEEEAAAQQQQKC+AMEqwWr9WsMSCCCAAAIIIIAAAggggAACCCCAAAIITLgAwSrB6sScAgt/f1L2/+i0nJDzZebTV8pnPrxiYvadHUUAAQQQQAABBBBAAAEEEEAAAQQQGKwAwSrB6mBr1Kiu7fRJ2fWf52Th8ovkanlLHv21yH/4d9fJZz44qgWmXAgggAACCCCAAAIIIIAAAggggAACoyxAsEqwOsr1s37ZFt6SMwuLheXmfvq03PLLD8iffXm9rJF5OfTtp+WHH7lS7vr4BcVtTJ0vK6eW1d82SyCAAAIIIIAAAggggAACCCCAAAIITIwAwSrB6lAq+/zju+T6bxxL171R9vzFXplZPZRNGSs98YMnZMeznu2cd4Hs+9K1cq28KPvu6crBtz2/W3+5HL+pM/zCDnsLz+yTDbcfdByDE7Jvww5Rf4l+sPW7x2Xn7+UFOnHPBtkh98vxL11tlTJZVqzfm8d7q9x/fKeYS87LoX9/vXRv0bdjliMvQ/Lb2ePppjfskce/NSOr4v/p/9tS1blhH8bhr79YH+Jt6u6vHpJdN8yKOqONMhnHJ/pLtL790qk859NjKfrx1dfsKZc46pdR15N1GHXaWX5XPRWJ6/4B99/ivYv/bh8V+xpn1dNQT83SvZ3iuapK4ix37f2u2i/rGmE5ua8bqcW0eT0pljc93tvM38XndXe741pUVX/SsroMCnVWu7bo9dFX7x3LF4+XVofi9XRle+G6mJQx3scnN8vjXxWZvWFW5M7HZe/1yRVP1bn9HfPf4j+k5bN/P/xrBltAYEACA26nhLcDytpB5t82Wuejsefe8qfnddYO9t9TBiQ5lqsxj1e+C+r+bV5X223obXs47kOlddJ330rvreHnSEkdttpc9jPEWFbGtNCVPrHvEdlc2cYdU4WSa1q2R9FvHupkz2aF81hrI5V5Vj87jqlhcLGLz9Tlzxj+exPOwehD/SHBKsHq4CtYfFHuZmFq9tCYhWOD32T2APqDJ2T/6n8lez95kYh0Zd/Xf20EiO4tXyj3f/3aOAic//FTcv2ra8c/WLUe5PVj8LIdmmrHa+Nfa4G4EXCYQZHRiLJusK5wRV3w7fA0C1q18kpUvlN52BatT4UKZsiiBTbXHV6yOje82tzUml1BqDre6YNMRTBkljQwWI3qzVMiWw90PSGsez1x/dLqh6SNwEKdvP1gGq4mDZGu9XDsvC5F+/nNrnSiq4bxEiDfQ70+qn9N6ncnfaHgCvysf3N6mgGkazvJvubX1qxUznLX2O80MLbDu+J5m27R6+R48WJdH7JAsOCcNxj1Y+kNVivrjz94dAbArvUFHCcVfNphvPGQXDNYPSZmUO+sC+kxOyxb5eCp/AGnqasG20Ggb4FBt1NqtD0L14Bs2T0i39ReApeFKCXlXxXQLurbr5UrmJdD9xyTjV+aETHuq+lLTecL/xZA+O6pzpdn7peVZQrzj++TYx/bKTMv13g+89XhP3oxftHeUR0sarUPR/xYlV5D9FCruQ5DjYqVXdOygqQOKjwtXCMDn80m+hpZ8kxdOOAnZN89Iju/dKnZQUl3LzuvJ9q50bMn3hjBKsHq4Gtd3EAQ2aOCVNeD9eC3Gq8x6rFKsJq8ZZ6VPVqvpzykuuy/bZDD19k9R80ehlW9xPSep9EDirE+u5GV1ofN07PSVdstqROFECH77UY5Zvd6jcOQLXI8augtUZ0bUlVucLW+IFRrHMUNaX+Pu16CVXWct3evz4LzoPXodSd96Mga+PoKsgbydune4OhB66iDqt4/3tnv6SWZPNwVeg+WvBjIi1TtqZ937jDNfazc5fYcV8+55wvvzNA42ZtSJ2P9rp7qvuXT8t7ZkdknrZ4Qjh6rYfWnGKjr5dd75DvX53lg1I+Ty0cd8+wlQNwTNbTHalc239mVWW2fy+uCp343eAVhUwj0IjDwdkqNtmeh3aJGWvyXzXLkfq396nnppK4jwe2sNoVPvRzswGVO3LNLXvyjdISbat+lI6f87dLAlY/wz/z3cPc9LHxkkEj0QnbXS1uT54F+zhFVh/+iI/uN+5n7Pj/C3P6iBfkEdh4YQ4Cya7IadRpfOzt7pPtkep20zbQ2YtmzWdTJp/TZcQz96he56tyJ/n5QLvvWTrna4Zy1DT92zPsMjHP9o9LPEgSrBKv91B/PstGFYFbkq0njyPfAPoQNW8HqWZn75ZzMLVRsaeoC+RcfWS1Tbeqxau+yFfwMMlgt6DrejkXb2/JUfhNNGpEd2XrgYNajWB/6ZQRXcUAmjukFkrqV7MvS1blh1ONm1+lvJGYPMgMPVrVtRm9atSFF+b6X9FhVvVZKH1bNlwk7DlT1MNAaOJf6h267rmd676ey6125Z7L9I59Khnz7e6za54K/3Emvyar9TsS95S4YVznlf9/6kmsYv295dbzMHmPuh+ne64/73PKsr6THqjpOpQ/76lpYM1jdfnyLHNam0/DWhfS8iRrOzqkCmr2QsDUE+hPou50S3g7wBquF4b1VD77aLpfdjxrsYNDfQVjCpa0gNQkPD8uWeAqVGsdhCXeht01X3RP7mUpNN4xKF36OeNv2hfuZ2XbpzWBUlgrxaW+wWjgKno4ye6I6oDqzlAWrcS/LwDxgIq+R5de1YtCtHyF92ZB6my47kc7NXV8IVglWh1Lbkgf6fNVNzb9j9litv2utmQpA33VrKFHIA0WdHquGsj0sW2so69tNenlJPveuNqQh6lGbD/W2hqTHG9OHUORzbi1Vnatfy0ZtidBg1T3HavHcDmh0Gjd23++Lc+DFcvoUFYHBavKm3Rx6Y8whG/3ZWJe/sWPXs+Ro5uFleLBa9NTnTXNvxzHHXGW5K/Y7rY7BwWrl9vIh+PaQ9nhT3uW1eiB5sH2pa47V4PoTMtdv0qMnD/ftcpQfp+EEqzvlaq1MruDUOF40lEftokp56goMqJ0S2g4IaQdl9wzvPODaTlrlL20X1bWZiN+bwUCyy9a9y5oipTUsIfdE9Y2KtI2t9r10rtW056DZq7o4T3zQ85neto9fPGtTAaR/qyrLuByv6mtIQBt3XHa2rJyFa5p2jkZttKBg9erCdwmc9c1+dmyDX9A+lAWr9ksRfYXptVG7N1XX27Stm02TFlRAflRTgGCVYLVmlan+eWFoZEmPw+q11ftF/WD1HZF3lossT5txbZlj1WqU6jeykAeK+sGqCsH03nHmTaEQrBrDe/WGitmY3rhtq8ipTj61hFYlVE/BeOh2Nselunm4e7nWq1GT8OvQYHVwUwG4QsNio3xwPVadH86zwig1n6hxxK0PKUV/cwaQ1osBX+/BYfRYDS13tl81pwIwg1D7YxbpWkOd1BCx7IMu+vJifPRMOe+R2cK0DP3UH9cZ7V1fNLyqMITf7J0ztGBV66EV9fY365TrpUNYz+RJuKKxj+MkkN/v+22nlLU947nb05f90Xb0ETSJlnm/ya6r2rVNv9bm9yt3+fN1Rh8K5dysrJGF3qppAKjNpx77Rx/5a+B7DZXlHeAP/Pdw855ob9IYBqw+Lmp8WLEYzNQ5R5IP2rra9nlAk5Rpq2zddlDEmGJsgEANrirs+bXtwar7mmb0ntR7qZb0WK1+NvPUrwaP+dJuyh+s+nqr+u9N6jsPrmfgSXdu7igTrBKsDry2hczRMvCNpiusFawuvinHHvk72f3mann41vWyZnmLPl6lGkOewGOgUwH4empYb9azYx6VKfrYVDQ3ajp3Vul8UVmD29HITP8W3bx9c505Q7VhVcCxXK+vkZg2rqKvuQ90KgDH9pxhn7tcRpCV1r3SOVbv6sjs/+P4uE9Vz0tPb1h3z868cRQ9sBsf18rqRLWnvm5/gKsH3I5GmSr3d0V2uKZYqLVfKkg1P8ylz7FsB69qd6uckoc2vQerOfxdXRNkm8hB2V5+rfDWH8/8dFU9XiuG8Ov7Now5VrfHQ19zm862g9LtJFNExP859resp/RYXpYo9AQIpA97A2qn1Gl7lr1gjkfNHAj5Ar2//Ml1cVbE+mjiBBzUnnaxeDz0qZ7se0V6fexpS6O2UMk9PJ4SxjfHasDwe0dYXeccCa/Drt7Go+YcVp4wnzYHq75rmt17XHlulD2OealVO7302SwemTTp10hfsOo+p5JOAMV7U2m9xTns5B/Qr1zB6i233OJd+0MPPVT424oVK3oqzSBC3dOnT8v09HRP248WOvkqwWrPeL4FC2+Vtd5cww65goPVt+fk0e+flL1zIp31l8tDN3VaNcdqWS8q1cszCzXjANT80nidHquhD/Rmw9lqmGh1ZONf6/MyJjd5ib8+ajck8/8d92rTezI0WOcGfgI1vkJXI9GagqF0yL1d4PJGp7tuuZYJCFZVyGQPbdGHFYl7jl4jEHMGc+4Gjz/wVEPjikN0CkNKA8LNoGC1rNwf3yoH/1Ox17YvCHRtT70Zz3qS9etUuvz9Irc7PqIX9W61e40VPmblqXOecCO+BqY9oeIvT/vWFz0w/Emxp7Zt5WrsGv9Wcf5k90zHXKyqN63dQ84Itz1ha+OXEjaIQA2BQbdT6rQ9ve0gzznv2q2q8jPvcWhlCBidkt3rWzYSqeqemg67NwP6POQqG37vvacHtpX9bXtH7+6W9CQOu4a0N1gtHYGjn852j9UbjsjmbH7qvBNB3GPVU9+iF1hcIz3BqqvNWNKOLKu3OIfehwbzO1+46QpXXaFqVAqC1R6OxbvvviuvLf5Krly9oYelk0VOnTola9eu7Xn54S1YfLMVNIfPAApkBquLcuYXJ+XwhdMy82Et/T/Tle9999fy4BmRlWvWyEO3XilrliUbb8scq66hrfk8kMVhpPbxCQ9WfW8xi2/UCj0SrB6teRmsqQCMHh9W2bPAZenq3ACq7RKvwjWsWMSYgzQNqI65SmoMPYt+4Flf9Kdt/0n2nPqKFEIh5xB7T+PV8SIg7sF3+0GjdHqddg61C5gX1XUeuM8tEfMBx3Fe6E6eBpIeekZDV4uNzsS2m54TvgcfvbfA9fawe8+w1PJrRkJbtb28B7r7t+XLb5KtB45Kx/h4jNbLN+7d7h825X0IdNZddX2qWN8Hviyy77RkPUjTGuYKp4t+2jWw5PyJ6k32Ysj5kSvzmPt6CNf6SvQSX3HYPALqeqLPxZ+oqGHzvbRT6rQDPOuPX8SZ95K4VI6ep/5rZvIBvtnj9nEO6QU7gXXDO0e0fYzaN6VC0D3Vdf/Ydr8UewPqdadiJJJWN93PZxVte6PN1aZ6HXINaW+wGtIOjGuZNfy/0MbO2rs+z/Bnx3ZfEd1tUOczuGcUaHJvkvjjt/o9JzmvcW66/pT1GtXDVV+oGpWXYLWHo9buYLUHkAEtYgSrb/xSvvbt38gPF5fJzJaPyFc+uUamXnlWdj/wihx5R2Tqkkvk4dvWZ6Fqm4LVAXGyGgQQQAABBBBAAAEEEEAAAQQQQAABj0DVcPwoXC0LVQlWX3/9vV5qF8FqL2rVy9hTASyc/Lnc8sib0hWRzpoVsvKVs3JiUUTed6Hc/+Vr5erzzHW2pcdqtRS/QAABBBBAAAEEEEAAAQQQQAABBBDoR6AqWA1ZNz1WQ5Ss3xCs9oAWsEhxjtVFmXvqr+SWJ87KGbW8J1SN/kywGoDMTxBAAAEEEEAAAQQQQAABBBBAAAEEhGCVj1e16jRwf7xqUeZ+/FO5+fCCLCybkj23f1xmVqeTqlp7T7DaqurAziCAAAIIIIAAAggggAACCCCAAAJDEyBYJVgdWuVaihW7g9WoJGflxGPPyIsbrpWZS5Z7i0awuhRHjW0igAACCCCAAAIIIIAAAggggAAC4ydAsEqwOn61tqTE/mA1bDcJVsOc+BUCCCCAAAIIIIAAAggggAACCCAw6QIEqwSrrToHCFZbdTjZGQQQQAABBBBAAAEEEEAAAQQQQGBkBQhWCVZHtnL2UrAoWN3xbC9Lasusv1yO39TpcyUsjgACCCCAAAIIIIAAAggggAACCCDQZoFRC1ZvueUWL/dDDz1U+Nvp06dlenq650N08lWC1Z7xWBABBBBAAAEEEEAAAQQQQAABBBBAAAEEmhfwhbqucNUVqkYlJlhdu7b5I8cWEUAAAQQQQAABBBBAAAEEEEAAAQQQQGDJBMp6y+rhqi9UJVg9dUrWEqwuWQVmwwgggAACCCCAAAIIIIAAAggggAACCCyFQNU0BFG4WhaqEqwSrC5FvWWbCCCAAAIIIIAAAggggAACCCCAAAIILKlAVbAaUjimAqDHakg94TcIIIAAAggggAACCCCAAAIIIIAAAgi0RoBgdfFXcuXqDT0f0FP0WO3ZjgURQAABBBBAAAEEEEAAAQQQQAABBBAYVwGCVYLVca27lBsBBBBAAAEEEEAAAQQQQAABBBBAAIElEyBYJVhdssrHhhFAAAEEEEAAAQQQQAABBBBAAAEEEBhXAYJVgtVxrbuUGwEEEEAAAQQQQAABBBBAAAEEEEAAgSUTIFglWF2yyseGEUAAAQQQQAABBBBAAAEEEEAAAQQQGFcBgtUBBKvjevApNwIIIIAAAggggAACCCCAAAIIIIAAAggsrcD09HTPBTj56nG5eNnvyLnnntvTOs55/fXX3+tlyXfffVde6zNY7WW7LIMAAggggAACCCCAAAIIIIAAAggggAACCPQrQLDaryDLI4AAAggggAACCCCAAAIIIIAAAggggMDECRCsTtwhZ4cRQAABBBBAAAEEEEAAAQQQQAABBBBAoF8BgtV+BVkeAQQQQAABBBBAAAEEEEAAAQQQQAABBCZOgGB14g45O4wAAggggAACCCCAAAIIIIAAAggggAAC/QoQrPYryPIIIIAAAggggAACCCCAAAIIIIAAAgggMHECBKsTd8jZYQQQQAABBBBAAAEEEEAAAQQQQAABBBDoV4BgtV9BlkcAAQQQQAABBBBAAAEEEEAAAQQQQACBiRMgWJ24Q84OI4AAAggggAACCCCAAAIIIIAAAggggEC/AgSr/QqyPAIIIIAAAggggAACCCCAAAIIIIAAAghMnADB6sQdcnYYAQQQQAABBBBAAAEEEEAAAQQQQAABBPoVIFjtV5DlEUAAAQQQQAABBBBAAAEEEEAAAQQQQGDiBAhWJ+6Qs8MIIIAAAggggAACCCCAAAIIIIAAAggg0K8AwWq/giyPAAIIIIAAAggggAACCCCAAAIIIIAAAhMnQLA6cYecHUYAAQQQQAABBBBAAAEEEEAAAQQQQACBfgUIVvsVZHkEEEAAAQQQQAABBBBAAAEEEP0pEX4AAAwySURBVEAAAQQQmDiBJQ1WTy/+WtZdfK0sO+fciYNnhxFAAAEEEEAAAQQQQAABBBBAAAEEEEBgPAUW33tXXnjt5/LBZZfLuef2lm2e8/rrr7/Xy+6/++678uZ7c/KBlavlohWX9LIKlkEAAQQQQAABBBBAAAEEEEAAAQQQQAABBBoX+P/OviKvn3lVLjxnTfPB6uLiorz9f87IPyx7WT50QUcuPO9ieq42XgXYIAIIIIAAAggggAACCCCAAAIIIIAAAgiECkQ9Vd98+zX57T905YLFS+W8f7JSli1bFrq48buee6y+9957EvVa/d/v/qP872VvyP+Rs/Ke9NT5taeCsxACCCCAAAIIIIAAAggggAACCCCAAAIIIFBH4Bw5R/6JrJB/uvh++afnvi/urXrOOefUWUX2256D1WgNKlyNAtbo/x/9H/8hgAACCCCAAAIIIIAAAggggAACCCCAAAKjKBCFqNH/RYFqP6FqtG99BasqXCVUHcVqQpkQQAABBBBAAAEEEEAAAQQQQAABBBBAwBZQ4WqvPVXV+voOVjk0CCCAAAIIIIAAAggggAACCCCAAAIIIIDApAkQrE7aEWd/EUAAAQQQQAABBBBAAAEEEEAAAQQQQKBvAYLVvglZAQIIIIAAAggggAACCCCAAAIIIIAAAghMmgDB6qQdcfYXAQQQQAABBBBAAAEEEEAAAQQQQAABBPoWIFjtm5AVIIAAAggggAACCCCAAAIIIIAAAggggMCkCRCsTtoRZ38RQAABBBBAAAEEEEAAAQQQQAABBBBAoG8BgtW+CVkBAggggAACCCCAAAIIIIAAAggggAACCEyaAMHqpB1x9hcBBBBAAAEEEEAAAQQQQACBOgIvPCZ3P/aCc4lV190qt25cVbq2+WMPyANPzUvIb90rekEeu/sxeWHVJrn11g1SvrWqHUvXJevkxjtulHVVP6/x9xf+4m557PnBr7dGERr46bwcf+ABOTq/Sjbdeqts6PFgJFZ2cU27Qr1R9bC0HqjyDf44qPKsu/EOuTGrOPXqk/tcUOvQPVLf+eTc6/3cqa4SIceisJb0WETl2vTaA8mxvOJGueOGQZ5R9lbVsc3/PT4Wq47LAw8clXnt5/kxUrZafbWuZ/3aEqxW1zF+gQACCCCAAAIIIIAAAggggAACUi9EUmAEq22qOv0Hq6o+GDHiqlUyPz8vooWmvQWrTVvXOydc54IKNrOALyhAHtx+qu2rMDILWsuC0ixY/Tey/rlH5ZVNetg8uLLpazLsPvJCGqZ25KpVXXkuqjrRS54PHk1fAq2TT183Lz96SsWtKljNQ+x1N94o8thjEr0yMsPyeuUnWK3nxa8RQAABBBBAAAEEEEAAAQQQmFABR4hk92ZNgzFJe6ka4dl1SQhzVOtalgQado89u7eh6rF6rVwrP5ef97q8cdTWSZKraD1xo7JH/6b1ftPDl2TxYkAT//MVN8qN8pjVC9PsdZht3mNk9JybN3vhecuR9mjM1h2HYZL08M03KJtu3SSvPJD/26qrOjL/XDcLlLJw7Q/WyQs/03snR8dik8zHvVSNo1lYZ2bjLFPakzHdr1VXrJMXnn8h6eX4iXl54IFXZP1183JU69lcGqzGx+lZkVXzEuWx6hjcccOqtEdtGrhJ2stZea66Sjrzz0m3zKZQT5PjuO6XSc/r4rGIVrZObrz1Ejlq9Jw0lzPPhbynd+mLh/T8ev///X5543++ka5ilWy6cb08+5jqpVlSz7xOec9SO1g1yzPvqEu3ygatJ21U7yOXzpWrpHtS0p7MeQB/1WXz8tyL2t7b50pPPdHV+lWwap+X6hpivwjQ/3eM03fva4LVCb0dstsIIIAAAggggAACCCCAAAII1BOwg1VzmO2qnyTDu1ddc63I3/5c5uPh9nkol4VDWZgWBUPr5A+ueEF+Fi0XTysQBTlH5RJjmHm6nfe9T+Qf/1EL48KWN3oEZj3a1sgamZO5NCh1l/1GkXTIutEbbtUm+fTFR+VHcZlvlPXPPRaHjmv+L5G5/zcdEn3ls0nPuSzIS4If33ZWRUH0a5vyodRZsJoERO5yqJBQC9aOXqKVTevBZ5Vjw6o0YLpYC2L1gEsLzJPAbN5yXyUqMDNt3GXKpnCI9+sV2ZSG2kZPQW14eTS9RHWwGh3/aN9VQBb1PLxVLjkahWUqOJ83QlF1jMrKrALUZGh7EtRGPTI3nU6CVec69KkltFDcdy7Yw8+LvXjNsDQ7d1Ztkk0XH5Wj0dD7VZvkxquelceiXpmV9cx2ynuYuqcCsOqr3hs0qiebXpEH0ikKVLCqAuf56LeqR6nW6zXfjn3O151PIp8SYFUWgocGqyKF/e0p2M2vnASr9e4i/BoBBBBAAAEEEEAAAQQQQACBCRXwBatp7zAVjKlg1eqZqcKhJFSStGdhsmwcLKphu4WgwwxW6y5v9shT+6CCVfNQZkFYWoZ511ygWrCqB4PO7WSBl2WUhch5L1IjZMx6WCY9Ln3luPXWdfKC1pvUmPNS3zW7HCJpcLkq67mbh1TRgutkU9qDVAWrpnserBq9jmO3YpmyeXitYDXvsfqsrL9ulRx9Kp9PNChYteqYEazesV6evfsxmc/C7zzQM466w0aMnthmHVXBqtnbWl/3Ktmk9sVzLpTP66mdZ2kAbZw76uWA/oLCV8882/fX26hiqN7S+T4VjrEzWL1D1p+8Wx57LQ981316k8z/KO1Ze8Um2fTa0Tj0Vi9TXEPwjeDTmo4gD6BVkGr3SLWvUdbfVW9q6/zuZ55VgtUJvR2y2wgggAACCCCAAAIIIIAAAgjUE+ilx2re29LdY1Ufyqv3PHR8IMjZY7V6eaPHajY3Yx6sBgWaVsCTr7PYY9UMocwenFmP1XQofhwsZr1btY9z+YJVvRz6b7IpDLSAzyizYxoHY7oBs0ej3hPX6LGaTTPg6bH6/o68/42uvGFMq6BN7aCmAsh6lqY18Iob5daLjxofOctCNHvqBH3dpcFqXvfirehD0EtsVO/g6DjGQWHam1r1zDR6rGb1yXRX00KYPVatnsfxR98cH1fSeyvXDlY9PaMLTsUeq9l5kIXKVs9SFeh6e6zeEU+HkX/oTp8eQZ++oDxY9V2T3FMm6L1XzTlWk4/TeYJVqzc9wWq9OwG/RgABBBBAAAEEEEAAAQQQQACB2gJDmmPVCGNcXxevmGM1dHljfx1zrEb9NFUPu6zXrOOL7a55TLXQzte7L9u8o1dnPndr+isrWF2VBXDaTjjmdXXPWRuZ/oGse/5n8oI+ZD2K9VSPXBU0WnO7JlvLPxCUbz0K8Mx5W9U+qPBY/dbulZj3OswDVztETQaHF78CH89lGgVmlo+a09fssar9zjc3bhy4Wja2QSGUzD96lHtE5Up6yOoz1EYm114j8vO/NSaoTae9SIfA2/MUpyuN3dK6Xd1jNR+eb9QzFbgHBKv25cBdl8wpCqJAMp8KIAprraBTm9LBWP8FIvIP9T4a5Z6ywDW3rb7e4sfWmAqg9oWfBRBAAAEEEEAAAQQQQAABBBBAAAEERkXAG5LFvQz5D4HxEWAqgPE5VpQUAQQQQAABBBBAAAEEEEAAAQQQQAABBEZEgGB1RA4ExUAAAQQQQAABBBBAAAEEEEAAAQQQQACB8REgWB2fY0VJEUAAAQQQQAABBBBAAAEEEEAAAQQQQGBEBAhWR+RAUAwEEEAAAQQQQAABBBBAAAEEEEAAAQQQGB8BgtXxOVaUFAEEEEAAAQQQQAABBBBAAAEEEEAAAQRGRIBgdUQOBMVAAAEEEEAAAQQQQAABBBBAAAEEEEAAgfERIFgdn2NFSRFAAAEEEEAAAQQQQAABBBBAAAEEEEBgRAQIVkfkQFAMBBBAAAEEEEAAAQQQQAABBBBAAAEEEBgfAYLV8TlWlBQBBBBAAAEEEEAAAQQQQAABBBBAAAEERkSAYHVEDgTFQAABBBBAAAEEEEAAAQQQQAABBBBAAIHxESBYHZ9jRUkRQAABBBBAAAEEEEAAAQQQQAABBBBAYEQECFZH5EBQDAQQQAABBBBAAAEEEEAAAQQQQAABBBAYHwGC1fE5VpQUAQQQQAABBBBAAAEEEEAAAQQQQAABBEZEgGB1RA4ExUAAAQQQQAABBBBAAAEEEEAAAQQQQACB8RH4/wEE/31OBe4/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21" name="20 Grupo"/>
          <p:cNvGrpSpPr/>
          <p:nvPr/>
        </p:nvGrpSpPr>
        <p:grpSpPr>
          <a:xfrm>
            <a:off x="6329680" y="1468783"/>
            <a:ext cx="822960" cy="2198977"/>
            <a:chOff x="5729176" y="1775902"/>
            <a:chExt cx="1191284" cy="1140874"/>
          </a:xfrm>
        </p:grpSpPr>
        <p:cxnSp>
          <p:nvCxnSpPr>
            <p:cNvPr id="22" name="2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6" b="93588"/>
          <a:stretch/>
        </p:blipFill>
        <p:spPr bwMode="auto">
          <a:xfrm flipH="1">
            <a:off x="7867929" y="1991281"/>
            <a:ext cx="535458" cy="264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257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973374"/>
            <a:ext cx="8505825" cy="42030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el proceso de graduación, complete la información de: sede y código del estudiante, y lueg</a:t>
            </a:r>
            <a:r>
              <a:rPr lang="es-CO" sz="1600" dirty="0" smtClean="0"/>
              <a:t>o presione el botón «Buscar», posteriormente seleccione el programa del estudiante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26160" y="3190240"/>
            <a:ext cx="2143760" cy="86985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846176" y="203237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Graduar</a:t>
            </a:r>
            <a:endParaRPr lang="es-CO" sz="2200" b="1" dirty="0"/>
          </a:p>
        </p:txBody>
      </p:sp>
      <p:cxnSp>
        <p:nvCxnSpPr>
          <p:cNvPr id="19" name="18 Conector recto de flecha"/>
          <p:cNvCxnSpPr/>
          <p:nvPr/>
        </p:nvCxnSpPr>
        <p:spPr>
          <a:xfrm>
            <a:off x="-3948236" y="1562484"/>
            <a:ext cx="0" cy="1487514"/>
          </a:xfrm>
          <a:prstGeom prst="straightConnector1">
            <a:avLst/>
          </a:prstGeom>
          <a:ln>
            <a:solidFill>
              <a:srgbClr val="36A1B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4" descr="data:image/png;base64,iVBORw0KGgoAAAANSUhEUgAABVYAAAKjCAYAAAD2wVQ2AAAgAElEQVR4Xuy9CZgURba+f0AURFBQQZZB6FFxxw1QQcDBBXFUVEQdBBVEr9dd/1x33HAffu46XhcY1+uI6OAyiDqMoOACjoqDKOo0yCAILqCsCvT/+aLqZEdGZVZmVld3Lf3l8/jQVEVGnHgjq23ePnGiQVVVVZXwIgESIAESIAESIAESIAESIAESIAESIAESIAESIAESiE2gAcVqbFZsSAIkQAIkQAIkQAIkQAIkQAIkQAIkQAIkQAIkQAKGAMUqHwQSIAESIAESIAESIAESIAESIAESIAESIAESIAESSEiAYjUhMDYnARIgARIgARIgARIgARIgARIgARIgARIgARIgAYpVPgMkQAIkQAIkQAIkQAIkQAIkQAIkQAIkQAIkQAIkkJAAxWpCYGxOAiRAAiRAAiRAAiRAAiRAAiRAAiRQfgSef/55Of7448tvYpwRCZBArRGgWK01tOyYBEiABEiABEiABEiABEiABEiABEigVAhQrJbKSjFOEigeAhSrxbMWjIQESIAESIAE6i2Bd955Rzp06CC/+c1v6i0DTpwESIAESIAESKCwBChWC8ufo5NAKRKgWC3FVWPMJEACJFALBB5++GE588wza6FndkkC2QmMHz9eHnzwQXnhhRdkyy23JC4SIAESIAESIAESKAgBitWCYOegJFDSBChWS3r5GDwJkAAJ5I8AxWr+WLKnZAQmT54sBx54IKVqMmxsTQIkQAIkQAIkkGcChRarv/76q/zyyy+yfv1689+GDRtk48aNUlVVZWbaoEEDadiwoWyyySbmv0033VQ222wz8ycvEiCBwhCgWC0Md45KAiRAAkVHIKlYxdbtq6++Wj766CMzlwEDBshdd93lybGBAwfKhAkTzHs//fST3HHHHfLEE0/I8uXLpaKiQi677DIZNGiQIFvxmWeeCeRx8skny+677y6jRo0KfB/9f/rpp+b9/v37y4gRI3ztLrnkElmwYIEXh76JWNBvv379AvvVPu03e/bsafrXjMqwuPfcc0+57rrrMvrFayeeeKLstttuZs7ghzjsy26Drz/55JOMfpQp3sD9Tz/9tFRWVhqmgwcPFsxZr6A+EB/a6DywTh07dsyI5ZFHHpFJkybJ6NGjTcxx2Cm3N998U1q0aCFDhw71sbDnh/7QfsyYMTJx4kTvGRo5cqQ3nvY3btw4n3QFP1x4fniRAAmQAAmQAAmQQL4IFEKsQqSuXbvW/AeRmssFydqkSRPzH0QrLxIggbojQLFad6w5EgmQAAkUNYEkYhWitG/fvnLvvfeaTEMVpxCBKv622WYb+f77782cIQD/85//GMkGoQepeP7555v7UVdz4cKFpp0rzPQ9CNwbb7wxgx/GRl9DhgyRli1byqxZs7w2GK9Pnz5G5GoceBOxHnfccabd3//+98A1UWlsjwk+kLS6XV3n5Mq9rbbayicidQAITEhDxIx7b7rpJrntttt8Mthug68hiyGA7Qv34wLLt956Sx577DFTlxTzPe2006RXr16ezAzqA/NYsWKFb50gQadOneqrb9q1a1f58ccf5cknnzQxR7GDBD311FPNvCCsNZ7f//73nuy156frc8UVV3gMIHNvueUWLxasw1FHHWWk/dixYz0MKqRtiVzUHy4GRwIkQAIkQAIkUBIE6lKsrlmzRlavXm0yVN0LmalRl2axuu0gVps2bSqbb755VBd8nwRIIA8EKFbzAJFdkAAJkEA5EEgiViG8kGloZ0+CAYSXyi5brNpCTVmhD1wq7fR+/GkLs7Cx7H4QC6Tn448/7klNSDrIPohHW6zidchP9IsMVDsb0+3Tnd/w4cON7IRMTSr3XLEKsTht2jT561//6glNV6yqiHWfL9x77LHHypQpU3yZnJDG++yzjycmg7ijL3tt8DWELDhoxq9KUmSy2jFkY2ez0XgR5zXXXONJUTserLE9pt6jwhp/6tpDjl966aVehnFS9uXw+eQcSIAESIAESIAEap9AXYjVdevWycqVK7MKVUhTZK9qSQAtB6BlABo1auRt/4eEDZKsKA/QvHlzady4cd7Aff/ihXKDXCN3H7ON12fQa3kbMN1R3sb46C7pOq2vzLqgS0CIs+WurlOk76yLJOjd5HP6XiZecIPI1XfLgNbJ7879jpqNO/uerjKl9yy5aO/cI6hvd1Ks1rcV53xJgARIIIRAErGqAg+ZhMhODKqP6WasYsv62WefLT169AiUmQgrSJjFFavY4o7MTZWDEH0nnXSS2R5vi1VkYkJIol/U9nS34yOOsDHR/i9/+YsRhUnlnitWMQ6yd2fMmBEoHsOkKO5TaRwUuy0sg/rAvTgoSrN7sU5YG52X9g8pigxkW6xmY7fDDjvIhx9+mLVOqh0P2rtZshhbM1m/+uorbx1QjgDZsCqSk7Lnh54ESIAESIAESIAE4hCobbGKn6FXrVrlC0WzUyFH8R8kKmqt/vDDD+Y/tEdWK97TLf/YqdWmTRuz9R+v6RUkWJG9iqSCfFyFEqv5iD26j3IRq9EzzdaCYjU5P4rV5Mx4Rx0TGPP6AzJnybzYo155+Hmy03Y7hrb/4tsv5ebX7ovd3+5tOsvIw86J3Z4NSaBUCSQRq5ij1seEHENGISSrXR/TFqtoDxn2yiuvmJqsQfVAtQ3+dDNWsR3cvQ4++GCTMasSFPIN5QWwvV/FL+ScHQfaotyAijkVhe5J9GFi1X5dt/O7cV111VW++PX9ILGKeeL1s846ywhqN2MVtUrt6+WXX/ZKCbictJ0tHdGf2we42XVTlY8tRg855BBTpgG1a1WsRrFz1zvoc2DPL1t7fc/ljXVFCQSK1VL9LsO4SYAESIAESKC4CdSWWIUoRSkm/KmXClX9E/IUInXJkiWydOlS01Zlq0sN90Cqdu7cWdq2betlr6pYdQUrMlxR+qmmh1xFi1XIyeHypAl4iIxF9ufSiXLhjSLX3DNAUnmutsC024vIqWNl1gUid11QKRU7jpbRX46SyfcMEPEyZRdZ/YtIj9T76BdC8NFOkzOyaZ+QvlJ5w2ipeGSWXCSasdpeJl7QT0bPSJEdgvf2TsVVcU2ljL5hunm95zXV/aH/4Y/rSqTmJvdcKJWdKmT0DZUy6m93y4Bv7pKuI1Kzlx5DZIhUSoWbsYqsWW1j5pvKjwXbfulxRXqm+pOJcuEzIn2/HC2jdxwrkzs9Kjqf6abNNSI3Yh5p1qmeqjNl7Xi8+Syq5puej86zOgb0fYZUHqlr6Wdd3J/iuo+OYrXumXPEhASGPXGRQG7GkastNm8uQ7ufIPtuv1foKP/8+mN54v3nZPmanyMj0XHHDb0rsi0bkECpE0gqVu35QrI+++yz5nAqzVoME2eQY8j8RNakXX8T/dUkYxWSFaIUW+sh5PRwKDsOiExsv8cWd1yQvLfeemvGIUjZMlYfeughI3STyr0wsWpv6x82bJgnMrNlrGYbW+vYqrRVMarb++1yCWCgfNAemcf4D2UGkNHqbt3Pxi5fYhXPB8Q7sozddYDwRd1bLSPBGqul/l2H8ZMACZAACZBAcRGoDbGKQ6mQhKCy0xWqIADpioQA/PwDoYoyAGE1VJUY+sE2fyQIbL311kawYus/riDBivaQqxCyuV5RYtWWm0ZEyliZdXJluFhd+r1833qbtHBVIZgSemJkZypSHfeM+f0seYr2/WTKoX6Zas/NiMI3+nryVdKlACAo+80/IyU1IX6PrJQzZvWVKV2HS6XKVPP6FOkLwdn6e/l+6TayTXpLvx2PmaORoxCzj0qFaY9/aECgpoWrVwrAbpOSyjrP75d+L9u0TpdY0JIFYOfFoPK1olpYH5kSxkO/vrB6Pp5YdTh680m9HjzPlKBGKYC+02xRHc0612eqHO6jWC2HVSzzOUCs4npqQfWhNGFTPqVjVzm/z7BIsXrv1HGx+8NYFKtl/pBxeoZAErEKsafZgza+sIxESDecXG9nhgbJy5qKVUhFlAPA9nqUAUAWqAo/zWLFYUx6QWpC8LqHWIWJVXubfb7EKmJBX//617/MD9UqQrOJVZWk9mFdOifIZZWnbh8Q2rfffrt3ABfuUT5a5gClGvSgMb0fB2ihdms2dlp6AcztCzJUD9iy4wmqyYr7kFE8adIkUx7BXQc99AwZzHiWKFb5zYsESIAESIAESCCfBPItVnFAFaSqXrZU1a9//vln+fzzz2XZsmWBdVej5odSAMhEhVjdZZddIrNXIVdzPdgqSqymJOVomW5lkprXQjNW07PT+0wWJsSfv9apLTLt+p9RtVcz3rfEqlsr1p9Ji7iCapWmBCMyXZHlCdFbHY9bSiC41qlmhdrZsPYae5mxyGZ1pLR/PtZ4vtqxfkFd/S8fjBLE1x+nLVaTsI56Tsv5fYrVcl7dMpkbxOr2LdvK7CVfyCtLPgucVY8W7aViq7bmvThi9ZIXb5YZyxfJDk22lK/W/pTRJ/rD+9pvXLGKMgM/r/PXzNHsWfu95o23CC1XYLdru+V20rZFGy++lWtXyrylX3l/79x6B2nWpFlG/IuXL5HFP33rez2XtnHHC5q3Dp5trkFxzlvypZlzu622y1rSwZ4c+pk6b7r8tHaleXnnNjtKn849Qz8B7rzQMIxPUNuf166Uz5d8KV07pX6Fmi1DOiwIMPvH59PlrN6nxf6kItvavWbN/0jagVeLNqFziDtAErGqdTBfeuklr14qZN/RRx8dmLGqAsyuCYrXIMcgQ/WqqVhFDCgHMH/+fPNbf1wqDlFbVIWhzUS3vduHWAWJVT2xXjNy8ylWEQ/iQNyQl8gazSZW0R7vI/PWZYpDvPTQraA+IDT32GOPwEPGUA6gU6dOpgwAeOj9c+bMiWSn0lYlKmJEbNOnTw+MB4yHDBkiQc+QMghaBzwvyIw+99xzKVbjfrjZjgRIgARIgARIIBaBfIpVZKr++OOP3rhBUhVvQqoiAQGHWtXkQh3VLl26mOxVXHYZATf7FTVac8lcjRSrOgEVpQFy0BaYotvrjYg9SN42hz0VoVj1ttSntugf9G7qEK9cxKoiUsFqyhC0SwtpLUugJQtqLFatDFrv4cougClWk38KKVaTM+MddUxApd3o1+6Vz5Z/EyhCIUj/ePiFseSSirKJs1+Vr39cHJi5+vs2u0iLxs3k9P0HJRJ8L8+eLGOmjfWk7cXdT/LEGd579P3xZg6I9agu/qwuxYp2//Pa3WaeELsvj3jUk6cQiLe/cb/c/9k/5Ob9B8sp3Y73iVftQ8sdoB2uqLZgq9L6ir2PlrMPOs30i/EefPsxueWjl+TcXX4nlx56buB4Ojf0gbU4YLvOZtzKFYuN8A4T04jTzh5GxvHydSu9WO7rfWakeMTYx784WrBm/Tv3kncWfGjW9PHDL5aTuw8MfFptjmiQbW42A7TVZwNfv/vtPLNOmPODx1yVVea6gVz83Cizju+een9sMfvQtMfkzvf/4j0b+ssEcMYvAnStc60JnESsYixkFl5++eVGxOE33+62entrOLJFsc0dbfbee2+B/IMUHDdunC+LNUysBtVYRQyoOYprzJgxnrxDxmbv3r094ahx2Jmc9noEHQQFoeeO6daQDauxir7tw7J0rLBSAPo+pHCvXr3MnOKIVWWqLIOYBolVzdzVg6OCSiVoJqzeD1ntlhBA3C47ZYI6rogHP+CrpEV7Nx59hvBM4HKfoSCxivj79u1rDiVjxmod/w+Zw5EACZAACZBAmRPIl1jFdn78PBi0/R+CVSUr2uFnMhxQFbX1Pwo9ROlOO+0k+EU5Lles2v1jfPwMmLTmasbWepPVqdvxxXxdOTy9hR9ZlGMrZPLVIjeYrfYXCTbMp4Riaju7Eau6ld63VT08Y7W6jmr09vRsGavBpQDscd1apZLagm/NOVOsWiLTV0ogvXpe2YEUC690wgFv+7b8h5VRyCVj1Sup4GUOV8gTXUPm2ZqlAKI+Z0HvU6zmQo33FIQApNJ50x4OHfuXq99OFJcr9eyb45QUCBtM40QfrlDEexB/URmwyNLV0geQfneeMNobDqKv430nSNR8Mb8DHj/X3BfVVvtEW1dIquided6zgdmxGljQvBEDBPb1R10WujZBcap0DGJodwRJvvWYI4yAfvO8v3hv4f44tXaVTxy5udmNB5n+7bYYf9TLtxlBCrk6ZcTYQPHsTt7m7a5v1EOsz4YrnZ95f4Kc+tqd5vbnjxkVKu6z9Z9UrGpfWu8S28XdQ6Dc8ZAxunDhQiPc7AzRqHnz/XACyrRDhw6mDEKhL4hPZLgmWWN9hiCUeZEACZAACZAACZBAoQjkS6x+99133kFVbqaqitWNGzca+Tpz5swaZ6uCFyRp+/btTfkmXEFi1ZarONCqVatWCVFXb4X3brQOYPJKAZg30wcwtXYOZjp1iAx5XKSvkZTW4VU9Rskoc2DVMBk441f5fVrEoqdqoZj88Crfln9vy3z44VWpuMyo1YdApYVj6vCqnjLqmtSBVcNOmC6/HlFdCzZVVzXo8Krq2qrIdvUOqbJKJtiHVw25ZlTqwK0/jpLKF6oP/komVp3DtLz1yJ6xmopDeHhVgk8GxWoCWGxaWAL1TaxqNiSouxINki9KliYRqxhDZaYrKfXwsKgsyGxCOduTExSn9hUlHfVeZJG+MOIRbxi87pZRCIohSJaGxRrWVuVu0DqF9WVnnqLNgvOeiyVk0TZMrNrvuTzifnJzFatx+2c7EiABEiABEiABEiABEihmAvkQq/glMzJQcYVJVby+fv16WbRokXzyySc51VZ1OWqd1W7dupm3IG5VroaVBWjatKn5ZTgvEiCB3AlQrObOjnfWMYH6JlYP7LiPzF36pcmGxGVnIdaGWEWN0sOeTWWWalamZlbGEX9BYjWXOCEqj3rkDLO1PSqTFGUidn/4dBMzslvBDHVPw+qluo9sPsQq+lTZGZVhq+MffN9Jcv3hF8jZL95ktvWjVEOUuNZ7s4lV+zMSJd6DPr4Uq3X8TY3DkQAJkAAJkAAJkAAJFBWBmopV1En94YcfzJyySdWGDRuajFbU1587d27exGq7du1ExSpkahy5ipqsjRs3Lqp1YDAkUEoEKFZLabXqeaz1UawO7j5Qhj55kak5iq3mLw69xxzolIuwjPP4QPhBaKLOKrbvgznkrl2KIKyfsPWJEnx2xioE46Mfp2pmxt1Wf9wjIwIPNYuzHb4QYhUCG0J17si/yZjXH5Ar33varG1UqQWK1ThPMNuQAAmQAAmQAAmQAAmQQO4EaipWsbX/l19+8cSqbvu3/4RUxd9VrKLOvt6Te+Qim222mTnDQGvXa5ZqkFy1SwIg03XbbbetydC8lwTqNQGK1Xq9/MU3edTz/Pu8t2X+8sXmkCdbruUqVpEB+cc37jcnxtuCsNhrrCL7EifGIyvzmCcu8A5JApN811jVJ8Gu0/nDyFdN5igyK/t07hn5sLgZq7pFPolYnXPmn70M1GyHT7nBQFZ+vuRL7+AqvA9ZCXmZ7cq3WI2TeYqSC7hQA/ab5UvMwVu44ohgtIuTseqWc4hcvHSD+paxih9iV6xYYQ6K4kUCJEACJEACJEACJEACNRGra9askeXLl2dIVbygMhVCVb9GKQCcPfDxxx/nRazq4VU4x8AuAWCLVXyNyy4NgL/jINrNN9+cDwAJkEAOBChWc4DGW2qHALadPzXzeVm0YnHgYUC5iFVbSiJq1CrFVvF9t99LSkWsIm47qxP1M5HBmkRYRrXVFbXrhWJbO06btw+FyrbyYYdXgXW2y62xqv3EOQwK8b45b7rvoCa7PEDUvPMhVm1mUaULtLQC2OoFxsgSjitD49RY1YzjpJ/U+iRWceDTXnvtJbfddpuMGDEiKSq2JwESIAESIAESIIE6IhBwWBCOz7lmstx9zDZ1FEPqpPDhX46SyfcMkLobtc6m5w1UE7Eala0KoWoLVkjOb7/9Vt5//31Zu3ZtjSeLeqk4THaHHXbIqK2KsWzB6spVZLtus005r2yN8bIDEgglQLHKh6OgBCCaXpo9WZ6e/TdPLvXptK90235vObhzT98p9EnFKvo+57mr5ce1P5u+9dI6mLUtVoO2d0OKaSZqNvBB7ZDNq9mNuDdKGiY9vErjufbl2+SWj14yf3UPzcoWc9jhVZjLlYefZ0oYBF1unHaN1aiapbqG44be5XWt8jJKVNoCNkqIovMwCau8og7aQh9gNGneW76Dtux1jRNHmFjVfpKUFXDXoz6J1TvuuEMgV/EnLxIgARIgARIgARIoRgLeKeH2qesmUD1JvfrU9dqOn2I1O2Fs5YdYxRW0/d/OVFW5irYrV66Uv//974Js15peW2yxhUkc6NSpkxGrbqZqVEkAiFUIVl4kQALJCFCsJuPF1nkiAPn14NuPGYEHIXVI54Nkv+33ynoyei5itXmTZt5BSBgHB0FBPB3RaT+zFfveqePkqQWzMmYFoXd+n2EmszXppWIP90HuDe5ypOkCQs0tbxDUtwrhLm12kv859FyfXLalZzaxCjn59PsT5LxpD5shXj/xtljb+dHWFo5xDq3SOWi9UGTUjjr8fPl57UqzPf/O9/8SuiXfjVPFon2QVja5q1IWbY7u0s+Ecvsb95t1zjZnjAsReeprd5p7UHbgqC79fKzttbHXFG07t9nRbOOf8PEk8/zg2Rp91GWh9yvXM8dfJfjFAerX6mX3jefu3kE3Zu1Ha8oiK3VAlyMM5ynz3jafJTxvDw+6KVRiRz3LNRGr77zzjjlRFFuPsl3Yfv/qq6+aJh06dJB+/frJlltuGXpLtn4hRrF9yr3wm/qgPtFXtkvv036zzUf70ntw+uucOXNMloA7Nt6bPHmyF+sRRxyRlZPLCKUKfvOb30QtX+j7Ght4B/WjJRHcDoJKJOTCBv2Clz1+tjIMLstsbMEV3HGBPWJW/mHPhz1PjSmMQdQzrWO46x71rCEGxOrOzeXkrkkYi3w/Mzk/bLyRBEiABEggfwQ+uku6jngyS2aqZrIOkbGzLpIu+Rs5sCeK1eyA8f/oVatWmUZB9VTdUgD4Oy7UWX3llVdk9erVNV5BbOXHz+K77LKLT6yqUHX/xIB2SQBkvOJnH14kQALJCFCsJuPF1nkgoNvzITcvPfTcrDLVHi6pWMW9KgkhrPrt3MuINIhVnMQOiVcbYhXjQvg98f5z8ur8D8xYuCDfzul1WqT0gqCcs2SeuWfgXv1929zxGt5/+fOpWbfoQxpC+tlXtqxRd1khcJs3bh77pHpwvvm1+0KfDjuj1G6ULU7E8PWPi03zsNhV0D/72VSPM8TuRb2HZRXJQfFm42OviR3/7m06S9+de8YS8Mg01cteV/t1vI8+Rx52TiDLIF5ouH3LtibLG3K4JleuYhVya/DgwWboysrKQKmJHzaHDRsmb775pimojzpOH330kbnn1ltvlUGDBmWEHtUvsk1vuummwCkffPDBMm7cOF8sUdubXn75ZSO77H6D5mPHpfdAiB111FGif9egxo8fL5dffrn5K+aNuluYd1B8QYwWLFhgmJ5//vly3XXX5bS8uO/ee+814yMjwr0GDhxo1iXocsfNhQ36BfurrrpKLrnkEjOMjvn0008buW5fLssgthCJp556qmEDlrj0eXrppZfMPyqyPR86nsaUjQGe1SeffDKwFu8hhxxixnU5RT1rGB9ZLe7c0B+uoHXC67qW+lzW1jOT04PGm0iABEiABPJIIKY0TcvXIY/Mkov2FklluFbI2Fl9ZUrX4fKk2BmtmuVqhdkjeGu/lylrmqb6qHimuhSAeOO4Qjc1RqWvTEFQKQO/DM4edx6xxugq11IAS5culQ0bNnhSFUPZW/9VpOpr+BNSEz8PTJ06NS+lABo1aiStW7eWXr16ySabbGJmqyUAXKlq12DVg6xwD+7nRQIkkIwAxWoyXmydBwJ68jwO6zH/gJz3tny4ZJ7Zrm9nJ+qWcK3xCYm2+KdvQyMIyi6FnIN0e/CYq8xJ7H88/EJ59P3x0qJxM7n56Mvlg68/NpmHuOYu/VK2bNJM2m/ZRtq1aBOZQZsHFOyCBIqKQK5iFbIMwhA/FAZJUsif4447zsz1scce87Im8TpEEV576623MrI4o/pVcabbrhQmxCeEGX7j/sILL3hy1ZV7YfC1Xwi1oPkgrokTJ5o5ZxOrkKpnn312Rh1XyLQhQ4ZInz59ZOzYsV4YkGrz58/PkHiPPPKIXHbZZTnL1a5du0rv3r0NZxyO4GatQirimjBhghcL1ubZZ5+VW265RQYMGOCVTMiFDToNE6tg/OGHH/oEeByxipghnadMmeLdq5IRovOrr77KWN6geWqjsPeQkXraaaeZdXH71Dq9eH/atGkya1bm7gf0Hybdg97TZyZondBe11JLWNTWM1NU35gYDAmQAAnURwKR2arBUKqFqFsiIC1VfSUFguVtqg8xMnWAcWxod4NMkekyXVIiNr5YTY+Rvk8reJrs18erYwyPu+4XPxexiqzT7777zkhVXJqxqlmqdrYq5KX+Hfd99tlnMnfu3LwcXoWxkbX6u9/9ziQxII4gsRpUEkBJb7vttrLpppvWPXiOSAIlTIBitYQXr1RD33XMkV52IeaADMOTuvSXn9auNKe6a3YjTqjHhW3XE2e/6glPZOUh4xDXA289JneeMNpkiLbdcjtf9qu9TRw1XLEFG1unD3j8XJOtaotY3WIfVdOzVJlnixuZwOD+7rfz5MWh90Rm1JYjg6g5acYqGM0879msW/Wj+irm93MRq5BZFRUV8uCDDxqBBCHkZtupGAySRbh/n332kaFDh/oyMuP0GyZWwRgZjfhtvZ0lmVSsQphBntryE33jQADIRojKbGJV2wXVcdXYNfNQhVqQYMaY2j5MuIU9V5pdi/uOPfZYk1XrZr5mE466dm42bxI2iC1IrEKM/vjjjxmCOY5YDVtL3DtmzBgZPS8+z0AAACAASURBVHp0hqjPRawidmXoZiODI17761//auqZBWXf4v4kYjXs8xAUR209M8X8PYqxkQAJkEB9IaCiUTNR48479D4jaistWZru0cl4laUT5cIjR4u4B2OlX5+eznCNLVbT91WkM2q9eTjj5DrfuFyStMtFrGIb/4oVKwLFqi1X3QxWiFVI1XyK1SZNmkj37t2lffv2Jms1SqzifVyatYqSSqjVyosESCA+AYrV+KzYMk8EIDxnzf8oIytUtzljS/alL91qTr7Xuqj20JCfqGuJLf27tGhn2un2fq07imzXbvedaN7v1KKtLF/zsxG2yJat2Kqt2VrerHEzI2JVqkLw9u/cy8QVd0u11uqEFB7cfWDJCTc98KimtTnz9GgUZTdaggLPxwMn3Bi7dEVRTiYiqFzEKsQbshqRzacy05WDyKrDb83tjMgoPnH6zSZW0f/w4cNNVqOK3qRiFaIMJQ7scgA6R30vTKyGybiweWeTfrhHRbMtiqMYKgP8CTlsM7XvjRobgljFtzJPwgZjBYlVvN6/f3+TjWtLyThiFZmbuCA149afzVWshglMcLniiitkxIgR5llTzu66JBGruBcZ0UEZsO7rUeuW6zMT57liGxIgARIggdolEC4ag7bVi0g6EzUz2zQiTlesun/3bvdnnsYWq2HDB4pVO0u2dvlm6z0XsQqpCrmqmaro35WoeA+iUw+xwvsQq19++aXMnj1b1q1bl5dJQ6yitFXbtm0zxGpYrVXWWc0LenZSjwlQrNbjxS+mqSMDFTL1x7U/m5IAuG7ef7A8+vHLcsB2nT2Rql/j4B4c1oM2qDfasklz6dlxX682pZ6cPufMP8s/Pp9upKceVuSKWRwodW3vM2S/jnvJBws+NmOf3D21NRblB16aPdl8fVbv08yfEMNaPuB/XrvbHISFWqroQ+8rJrZhsWit2xN36ZNxSFYpxF8XMeohWtkO0KqLOOpqjFzEKqQpsvU0KxPCy82KjCs07XnG6TdKrLrvIw7U4+zZs2cGUhxipHVe7fsgzx544AGvDiiyFL/++ms588wzfTVVXXkWFZsbQBxGUSLN7dPO+sXcdOu6m1kZ1a/9fi5sEFeYWIVsR//Yvo9SEpCkccQqBPfRRx9tMopROxbZyfhHhFuv1WYSJVbR14033ujDiIOx8IsDnK5rZ2LbmcCIWeVrUE3epGLVlvc6H13L2267zYjcIKZB3yei1rauvrdwHBIgARIggWQE4mdwpoXnjmNl1gVdrBqrwYdZpbbgZ8bir9EaLDjtw6uSilV/zdbq8XumM2Ora6zW/iFcUSuRi1hFWapffvkl66FVEKmuWF2/fr0sWrRI3n333bzUWMXcUApAkxogcSFN7azVqIOsNttsM/NzW00vs6Zv9DWlI2reW02j4f0kULsEKFZrly97jyCAjM8/vnG/kaTIOkUt1MOevcxkqqLuKrJLcbXYvLk56R0iFQc7HdhxH3Pa/HZNmpst/qijqlu09XR6tNVDgCBDT3n2CtMXDpNSMYsxsf0d1zFPXGAkbuWKxfLyiEfl6fcnmDFUnGIsXCp+dWrIZOzSZqeSk5MQq9+s+DbrIU/1/QEGo5/XrYp1OFU5sEoqVlUA2VukId7uv/9+Xz3KONLQ5he33yh5GSRWUbagY8eOGcu15557elvk7fv0sCVbHCPDEjLNPqyqGMWqZqjaNUwh2lB71i5vECXfwsRqXDaAnU2sQvii3iwEKURrHLGKPrUO7KRJk7zDt8Lq4qJ9lFgNOsAL/aHsA4Q6tsbphQxVZKdoFrZu4dcMVvsBSypWca9bSzWo9mqcz1XU2pbD9y3OgQRIgATKkkDsGqv+2qmhgjLdX4qVVX/V2aqfLeM1J7GqJQTSi1Rd2sB/yFWpi1UcXAVhaddYdTNW7UOrtDwApCd+nnj99ddNxmtNL4yPn1ewIwiCFJeKVRysFSRV9TVtG/cAqwxJ76vfi/WdIn1nZRHleCan9ZVZF7Q3NXzlaq3pW1MK/vsR56OdJsvdx/j1btjrIoj9Uanwagw7h755B775s8f1lwQY3feLBOuAOP8vGNIHuDmfkYzPKF4wbSrlDMMz4BA6EUlaNiS/lNkbxSqfgYIRQA3V66c9KsiYhFhFVmDXTnubGqiaVQppia38OFQKbR4//GJzDy5s80eW6qIVi42ExSFXmmGIre2Qo82aNBMVrbgH/eLCKeqa8Xp2r1Nl6JMXmXHQz8jew80BVygxgPH+MnuSKREAyQrx2m/nXnLqa3f6DtpyIWL7+KR5b5k+9NJSA5r5GnbCu54YH3QS/b2DbsxabuDi50aZsgd6BZ0wD8mMmrVT5//TJ4kRH3ie0u34jO3u7sn1p+8/KFDIuu10Li4fCMubX7sv67OH2INiwU1agmHy52+ZbGa9IMohwod2PyFDhgbxxH0oC7HTdjtmxOLORRugpETU2qFt0ByDxsKa4ZcGC857LrTMQNh4dtB4ps8+6LQalSpIKlYh1lBnVE9lRzx66j1qrmoGqL2VPM43nLj9RolVyLAnnnjCk7xxRBTis/tFZuI555zjK3WArERkMmYTq1qbNCiDMYhBHEbIPoAUdmu+hjGFnEMNUwhLvVAaATHZtVqj5Js9bi5sMHY2sYr3NQMUGZm77757VrZh80Uft99+u8l+DapVGyVW0a+KUj20CmJ13LhxPqmqmb+upMe4LVu2zDjEKhex6j4/QWtfG89MnM8n25AACZAACdQFgbQ8saRM4KgqTH2lACpkrE9oBR8gZfpza6DWtBSAs8U/Jd/SAsk3gfISq0uWpA5D1lIA9uFVKlE1W9XOWtXDpbArZtmyZaY0gNY8TfqUYRyUAcDPivvvv7+5PShbVbNX9T0tA6B/IqY2bdpkGT7oefKvZ6zYPbHaJVbzxI2sXybY0lPCXk8P4B6s5gpY876MlcmdHrUyclPzF9QSlruk69gKL1PXu/+Aty05KmLiMGLZmT8+Q89UyN3e68GHzFXzmC13XVApQ5kZnPgRyecNFKv5pMm+YhGAFBv18m1m+/xTJ95i6q1CWiLjdPGKJbL7w6ebjNVzeqW23tvSC/fOW/qVOahq5bqV5j1s18eFeqmQVNovDqfS+ql4H1IVUlTFLDJXIWBxaRYqxBwyUx8edJMRf24tVy1P8MfDLwytw3rcIyOMUIWoPKP7IFOzdcrn001ZA1xzR/7N/Im4MRdk6OoFkdunc08zF4g5lDE4b9rDvvfDyg1ovVRtDFH9u517+vjZkhlZu307HyTNmzTz4gMTMHDnBxn7xPvPGQGISzN9XSGJdvdOHWe4vX7ibdK59Q6Bok/X8ZIXb/bYI572W7YxB2mpLMX6QJjbl5Yw0PU7u/uJ5oAzlGeY8PEk7170d/1R1Wxdnuj7jmOuNDFCwLuXO2c8kypssXaQ+BDsQWuH13SOo1+715P0qN1rj4V+Ot53gunCzrB2Y3HHA/+Lu59kmuFgNn1+g3jF+lCmGyUVqxA7kHbu1npsNe/SpYsnAN1ap25Mur1ehWHcfqPEqiujchGrugUbc4IgQxkAxBmVVRm0nduet4q7Sy+91Gxfj2IUtBU829rq+Dhkyq1BetNNN4m9pTybcHTHtZnHZYM4o8Qq2oABygHceuutcvbZZ4ceDIbszWeeeSawZm+2uqJJxCri0SxUzaRV3io9Ue/WXVP8osGVurmIVbuMA0ocBB2Ole9nJsn3CrYlARIgARKoAwKRWatW5lpWserParUjzyw5ENbWL3pTpQAySwZofymRJTLxgn4yWkZlbgd35lbqGauLFy/OKlWDslXtjNZvv/1W5s2bJwsXLpQ1a9bk9HChBAB+ht51112lefPmPqmarRyAZqzadVZRnzXsCtviXy0gFxnJ+KR2EJLhOeTUIfKkOBmr3+CQtfSdPYbIEKmUCpPJGpY1KhKeeZoKAPHeINdkZKwGvm5kZ4WM+nKKl0GL/qf0niUXpfMUzPznn5ESq/PPSItRyM9U1u1B7zrjqUDtPcUvUgPFKvp5Qiruqc70TcXZVypuqAzMAJ59z4VSeXLtZPvm9CDW05soVuvpwhdq2lpLFeM/MeQueXPedDn+xdFZsz9zjRUS0a7R+u6p9xuJhjH3234vWfzTt0bGQXxC7h7dpZ95LUi0Ie4nZ04QHFK1a+sdvXqrbmwqNyG+3NPjNesQGY/2hQO1VIzp4Vv6PuQeMni9/y8FiEZ9T+vK6t9/GPmqT+LpIUx4HwLXFbS2sEQb1Ke1xalmA2v/EMdYQ1dKYhzIUXeeQetox4z1gQzHZTOxX4dg7PvIcFPOIWx8zQBFP66stHlCtEfFaDMLqrOqEj2MKV7fdcyRJov2zhNGZyCw+w96ZtwbNrvxIPOSHbse1AYmuLJlvkZ9lpKI1aCtydq/+57+3T1VHe1VXmG7NaRdkn6ziVXNgLQzZ3MRq4gRAguZizhQCMIPNS6jxCruQ8YosgaCDu3S2DVzVPuz47XXC1m8EydOFHtbf7b1DDsACfckOQQJ0vvee+/1Mlxd5nHYYMw4YlWfBbRH5nPUwWBBrLIJ6KRiFXHYmbRa29Tdpm+vQ9B7uYhVXSc8H6gfCxazZlVn5+P9fD8zUd8f+D4JkAAJkEDdE/C2Dvu2WVdnmk6XntKzx3SZHlFj1c3Cw0zsbclB25irtxanMuamSE+ZLumambp92Y4rIBMwsFasXZYgqxCue94YMZcaq9nEqitVNYNV/9Q6qPjZZ+bMmUau5nJhxw9+EYusVVwqSt36qm7Gqi1W9b4osRokKjVmv+hMPzuHTpZr5AZHRPaT0ea51VIAZ0jlkdYWfPOMTZG+f7tbKp6xt/NX9+lu7w/iFl+saubnQfK2VZogTKym4u4no2ekRvVlxVqBBN5/w3SRgGz0jFi97FUJLq1Q21m/uTyI9fQeitV6uvCFmraKNMiyeUu+NBl/9rb9bHFBQiGzVQWS3RaS7fajL/cyWDUTFLLKbY+2LRo3M3VbsW3e3kqufUJcnd9nmC8cCNejHjnDOyir7849M7abq9QLknYQlxNnv+bVfdXObbkYJlbBSOXr88eMysiWVWFoz9fuy86MxPxfGPFIIGpb9LlzCBoDWZyuMMyHWLWZ2ILXlqa2cLUnA9G49ZgjvJds0ZhUrKJchWalBolVO0s4iKu+HxarLZDND3IBa2vPLUis4n2blyvUk3zWk4hVSCr8AGgf6KNjBWUN6gFFyEZEhibqP0EMXX311TJ//nzv4KIk/arkg3SyL8gwlABQWavvQe4hg1NLFLhscIAVsjtdeQjZiwxPewt9HLGqbRDHyJEjZbfddjMiGRmPyBo9//zzvbquiEVLICATEhIPjJDZes011xip6opExIlsRvxnXyoohw4d6utf26gsVHGpzO2Dm9AH2iED0x43FzYYN45YRTuNDV+HiVW8h2xkPDf284QsXTDF60ECOhexirE0kxbZtPjHDkpAuAeAKVstP2GPn6tYVRYoOTB48GDzfLhX0mcmyfcDtiUBEiABEigWAv5ajhqV7+CndOZceOZnZh++rNIZTo1GX03W1HtDv3YOI8qoDYkt/31lStfhUpk+lAqxhtXi1NcRh5FuN7glDArDPxexGlQKAFv+bYlqC1bIVFus4u8rV66UDz74QL744ovEE8f9BxxwgMlWVVFri1U7YxW1Vt0MVvwdl/6ZrRRAmKjUoINEIkQs1tgnZDNqrEKs2nVZq7NAIVbdrNFsctcGGE+sVo81oLX9der5TZKxOqB1evTQshqp9zPjcuvS2n8PqlnrjzPxQ8Mb8kqAYjWvONlZFAEVQ7YodDMjw/oIqluqbdHfPm06mxqp7uFS2WKy47DbQZLZ9VH1PYhLvSBsXWEWloGZLYY4YhXCDZm9uIK2e9v1QFUU22I1ShBqfK6UtCWdSkls8bfLF7jCsaZiFQIa5SBwuZmZKkyxDlpSIYitLWDt+JKKVbt9kFjF2MhIVXnvPsuIQ+v/unFqBjCyh1XeRm3lDxOrGkPU/VGfz7hiVWtM2tvJ3b4ho2bPnu1l2UHUQcoh+9G+UJ919OjRRjom7Vclnzs2tm7/4Q9/8E5P1/ejTjiF0ISocuWhimL0qyI5jljFuGgH2QcpqxeyX88999xAUaYHTkFa6wWxBhHrnngfloGrWb9BdUa972U77OCJZwjHoIObIIRPOukk37i5sMGYccUq2uLZgUjOJlaxJpCYEL9hz5P7XOQqVu2SAMhARmxfffVV4MdJSzDYMjpXsYoBkAHr1sR1B07yzER9D+D7JEACJEACJFDfCeQiVu3Dq1yZqhI1qByAXZMVJQBQrx11/JNejRo1kh49ekjnzp09OWrL0yRiFXG2bq12MDOSsFIAKgrPmN8vUIIWtVgNPEAq9QuFvtOCxepYGR4ie9MlMNJZ5ErQFbSmvrFdS9XNPnV+uZHqxzl47kaRa1hbNenHpVbaU6zWClZ2GkZAxRDeD6rlmY0csv/GTBsbKE5VkEKIXtR7mHy+5EuvNimk5M7b7SCXvnSrJ0u1fZhYxesVW7UVHL6EUgG4UC7APpAK0s89TMrO+MQ92s+BHfeRndvsGHrgU5AMxf0q9iBJ7exGO7NRs1EhPP/83ngvA9cWq7ZoRDvUcQ27wrbh27G487TjyVWsoiZq88bNvVq0qCE6uPtAr9RAEilqx2fXWk3Sh80fX4eJVbdurdZ11XUJy0LFmsxfvthkD4cxd9coSKxqHeGwurdJvhvFFatJ+gxqC9GESzNEa9pfKdwPaaxbu9wM06D4IehwSmw2RuCI/4IyGUuBST5ihPTUf4DUp+cp12cmH8zZBwmQAAmQAAmUM4FcxOr3339vDp6yM1HtGqr42j28yj3oCvd/8sknRq4mPcAKNVXx8+X2229vlsYtA5Ckxuqmm25qfiEefgUdXlW9PR9i9dFOqLGLPsJKAaQzmaWYSgHojDMzVqvnUx03xGqceXocIUqDDrUynDIzY/38MzNWozKHy/kzWoxzo1gtxlUp45j0ZPZcTjCHFLMPO7IxaSbpAdt1FpxYD7GKOp/Y7o9LD13C12h7be8zzCFWQWUF0CZoi3ucZXHrXbr3BNUFjZOxCklqZ53amZwQa1Pn/9Mc8hTWV5JM2rC2tljFvOyDwWypl6tY1RINKpn1gKazeqcOMUsiRcNKGiTpwx0zTKzaZRbsOqlausKttYt+Xelqx5vt2bPFKmS9lsYIkvxxnle3TV2J1Vxi4z2ZBCBU8Z97OBVZkQAJkAAJkAAJkAAJ5EYgF7GKX4Yj4zRIrGarsYoIVbBCfqKcEX5pvnr16tjBo/+dd97ZHBwLwYqrJmIVh2BttdVWkeNnlHjwaoaGHTTlL0dRlIdXmVm7W+zD5hP8+qJ7usrwxx186VrCPma+GqtR2/ozxWpGBmzkirFBbRKgWK1Nuuw77wSw5RlXkBC15eq7387LaKNC1d52HVQ2AILvs+XfCCQt5JWKvbiTgVxFdu17X38UWJrAPVAprlh1pS3KELTdcjtzqrxmRcYRq1F1POOKVcQz9MmLvCxglYpPvz+hRodXQTr+4ckLvcxkzbBNIkVtUWnzTtIH1jtOKQC0s5npwWDIQu3TaV/RDFb7+XGlqy1n0S7sACpbrF55+HlyzBMXhJYhiPu82u0oVnOhVrh7kK2JOqy8SIAESIAESIAESIAE8kMgF7EKEYqfy2oiVnHv2rVrTY3Vd999N9ZkIFXxs+Chhx5qZCj6wFUTsYr+mjZtGmv8fDfyyUKzPb9Szph1kXTJ90DsjwTyTIBiNc9A2V3tEtCalUFCFGJvuybN5du1P3uyCZL0jO6D5JvlS+Tp2X+LVX/VLRMQtXU+asYQkA++9bhc+d7Tpql7KFRcsYp73UxMZP5qtireD+vLzi4Ny7zUedg1Q+1yAm7GKtpDCPZ9ZLiPd8+O+8qcJfNk3NC7otD44rXr1QZt5bclZ1SNVft+FZ0IprbEqtZLxRh4fq4//AJThzasfrB7aJULKmyN3FIAYVnMkeBDGlCs5kqO95EACZAACZAACZAACZQDgVzEKrbxoxxATcQq2H333XemHEBYLXeXL8Zr0qSJ7LDDDqa+asuWLX2HV6GkAP5LUgoAZQBQDqAgl1PrFDVOL9q7IJFwUBJIRIBiNREuNi4kAUi8p2Y+Ly9/PjWrINWM0yM67SdDu5/ghTzl8+kyfcE/5ce1P4fer1mvELQ4DAslBCDKjtq5j3TruFfW2qQYCJmquI7q0i8Dlcq0mojVoFIDdgZqmFiNOr1egw07OArvB4lVvG7fo/24cwx7bsKyY8NqpGY7KMoe47hHRniZtHb2Z5RYxTOGq226rq4tTKOEtC1L8cy0bNLc1E91L+0T66b1e9Fm3pIvvUOswsRxUI1Ve662RM7ls0qxmgs13kMCJEACJEACJEACJFAuBHIRq5j7smXLjMQMO7wqqsYqSgmgxj7+W7duXWycGG+zzTaTXXfd1RwGi638uWasoq9WrVrFHpsNSYAEUgQoVvkkFD0BiLubX7vPO5QJAUM8hdVH1QnpwVH698oViyMzVt3DrDQL1s6QRQ3MY7scEShZIQRxBZUPUCnmyq84Gau2HLSlo13TE+OG9RVURmDf7ffKWHs7s9XOIEXDMLGK92xxi7/XVKzacbgHY5037WETd1gtUlv0um2ixCrGbb9lG2/9bNZRYjXbgV42aM26Rk1c9wo7oEzbBYlVN5N3yoixnhhO+uGmWE1KjO1JgARIgARIgARIgATKiUCuYhWlACBHw8SqW2vVPrwK/BYtWiQzZ840ma+5XMg07datm7Rv397cbmep2l9v2LDBE6/4WjNacQ+kLMtM5UKf99R3AhSr9f0JKPL52xmDkHUD9+pvtvXj0B5cUXI1yfQgVXFVbNXW/ImDry499FwjqZDJOG/pVzJzwcdexizaj+w93JedCmn26vwP5KkTbxFbXNont7uHGaksw5g/jHxVmjVp5oWt87clp12P05V9dvaiuw3dZgkh68Zobyt368AiIBWHbowabNiBUdnWIChj1Y4D2cd21qdb19WdP9ic89zVJls16KCwMLGK+xb/9K05HO2OY6701i6sVmvQnBDb1mOOMG+5wlvb69oF8UUbHO6mJSOC5m73P3fk37wwbBHt3pfkM0CxmoQW25IACZAACZAACZAACZQbgVzFKsoB/PDDD95hVMhQdSWrylWVqmAHsfnLL7/I+++/L19//bWsX78+J6SNGjWS7bffXrp372628mMsXG72qopVLRNgi9Wtt966cGUAcpo1byKB4iBAsVoc68AoQgioeLti76N9hwBBJKG2aFCt1Vxh2ifbR/WBrMiJs1+TRz9+WXZp0U5uP/py2Wm7HcUWXJoxq5my+PvDg24y7XAhy/PR98d7W9bxmi1rIdnQP+SxliMYedg55l6M8+xnU0UlLeK59KVbM/pCCQO9B/dBLEIeKjdIuBaNm4nGqAd8ndx9oA8B1kEPBAsSytpY5482QRmZdqe26A3iDfl4dq9TfaIZ7SAwR718mynTgAsx46AxXE8tmGX+xPPyP4eem3GvLZ7D1lgltj1nbRuViavzd59XXe//ee1us56I+Yy9jvKtDdbbLXOB9cGz9fm3X8mYaWN9z7vWD0bZCTcjOQ7/oPknEauPPJIqczBixIhAlNne/89//iPPPvts6MfsxBNPNCfd41RU/IeT73HpfQceeKDgP/caP368eWnQoEG+t5BBgHjwG/igeHPtF7FhzAULFpjx+vfvL4jd/k2/9q1zipo7+tH56vyDQIUxQFvENGnSJMEJtTjIoEePHhlxhcKP+QaYYg0xDq6OHTuaNXHZ33HHHeZ1d72i1sQOA1viXn31Vdl9992lX7/MMiuY78KFCwMj79ChQ0ZMMafIZiRAAiRAAiRAAvWQQK5iFaggViFGtdaqm6Vqi1UIzuXLl8vSpUvlm2++MX9CsNbkQkmA1q1bS7t27cyf+DkQgteWqEF1VyFfIWMhVnmRAAkkJ0CxmpwZ76hDAipWIYoGdzlSunbaW35eu9JkjiKzD6/bh1XlEpr28eLQezzpGbcfCK2n358g2J6uW9YhOT9Y8LH8tHal183ObXbMKB2gWZLuWG233M5kyaKfn9et8t5u3ngLLz7c+8HXH3vZsogDGbXuZd9jvwep+fmSL33Ng2LUBhCy9qUxBnHSvoPKIdjtw+aPNkFlCtyxcD/Gsjlv2aSZ4aw1Ut173HkExd+59Q5GyIa1zRabzkn7yDZfd23c9dZ70ReeeWTUhj0reN29Pw5Dt78kYnXy5MkyePBgue222zJkJSTmZZddJk8//XSgCIMwPOqoo2TvvfeWFi1aZMxr9OjRpkYUpNxNN93kbYnS+3DPhx9+mLFVaeDA1C8EJkyY4OsT4u3yyy83P7x+/PHHRtraVy79Qn4+9thjMmDAANljjz3MSbBPPPGE6fall14y8ePSvl9++WUjF6Pmbsev8z/44IN98WIeH330kRl77Nix3nuI4bjjjjPvnXbaaWaeYXEFPftxX4Mc7tOnjzkgAesIkYzXwAPjIm69sC3tqquu8mSxvh61JnYsYD1x4kQz3qxZqV+e2BfWHXPG8+Ree+65p1x33XVxp8Z2JEACJEACJEAC9ZxATcTq2rVrzc9etlh1JevPP/9sJCqyU/EzHUQnZKxmktYEP8aCSEX2KiQufmZGFivqpjZr1iy0PADEKiQsDsLiRQIkkJwAxWpyZryjDglAFp05/qqsmam6hT9p9qq99f/moy/PuS4lcECo3f7G/XJI54MCD66qQ2QcigRyJpBErGKQ4cOHy9SpU81/KitVukG82dLPDsqVjWEBh4lVtHelIl4LE6t4HRmV06ZNMzJYM0J1XI0nbr8QdZCotkDFvfhBum/fvuYH07///e+m+zCxqqI122K587fbBslrFYxBcUG4zp8/P1BIJ31g3UYALQAAIABJREFUVHS6chuy9Oyzz/YJ9TCxGrUmGhOY7rPPPnLuuecayR7ELWzdk86L7UmABEiABEiABEigJmIV9H788Udf1ipegziFUF2yZInJasXXOKAq123/cVcJgrVx48bSvHlz8wvqNm3aGMGK7FRcWgYA7ZitGpcq25FAJgGKVT4VJUEA2YOz5n9kYl300xKTpbhr69SWemRaTpn3tikNgJPY9UKdTfvC1unPln8j26XboO0Z3QflVYQizqBsxZKAzCDrPYGkYlWlFzIFNUtU5V5QRqkCrqlYhVRFBqObERsk2CB699prLyPkMC7ucbMeNZ44/WLOFRUVgVmYmB8yeR966CEZN26cyeSsLbGKsWxpGcVUOQRljyZ98MEZGRYqj+373a3/QWI1zppon5rZiudp2LBhRpDbGbFoR7GadAXZngRIgARIgARIIIxATcUqtvPj5yRkoOLrlStXmt1XyFKFUM1HZmrS1dNMVghWZK/i5zMIVpQOQIYrpCu+5kUCJJAbAYrV3LjxriIkgO3wb86bLp99+5XMWTLPHD6l8nXu0i9l+ZqfZfuWbc1r2baLF+HUGBIJ1AmBpGIVQdlZivg7MkIffPDBrHUtoySgTjYsYxWSdMyYMWb7ty1wgwQbskvRHjJVhZ4rZO14ovrV+b711lvedv9si1NbYlX7VdaaRfvVV5klQTQ+ZBijHmyQEE3ygOm6QNJq7diw+4PEapw10f4OOeQQI8YxprKvrKz0lYGgWE2yemxLAiRAAiRAAiSQjUBNxSr6hkjFz1yLFi0ykhUlAorlgmRFFit2WLVv3146depkRCsvEiCB3AlQrObOjneSAAmQQFkRyEWsAoBmqeJrO3s1DI5KQa0DarezRV02sYpDiVBuwM2WRV92jdWuXbuaOqBaZ9MWdTquLT+j+s22PT9ovklrrJ588smelLYFpt03BDEydvGD8AsvvGAkYxy5mDT2bA83eN57772mCTJ4e/fuberpuodLBYnVOGuCfl0RrtnCrrjH3PGPF0h9++LBVWX17YmTIQESIAESIIE6IZAPsYpA//rXv8qyZcvqJOZcB0H26rHHHpvr7fX7vndvkgYHXi03vlMlVx1Qv1Fw9iIUq3wKSCCPBL777jvzP1D8T2qLzTeXVWvWmD/nf/21bNG0qTTdYgvv/W233Va+XrBAWm27rdcOodhttQ8NEfdgDLy++RZbePfjfR0Lf6Ld3LlzzZi45n76qey6227e+J22395rv+y772TV6tWmncaNvu0Lfel7iA9f48I4a1atMjHjtdWrVnnzwdfoV9siZoy1fceOvr5Rq3Lo0KHeazo/vKDtdS7gp2PY89c5YF7KwmYFJkEX1gqMdP7KBW3tdUPMWCv9E+11LMSGbEjMQcfB2KV45SpWta4q5mzXWw1jkO0AJz24CvdmE6s4CEozGPUALVcu6gFb9oFVQVmPrvzM1m9SORkmVoOkMuaMeeE/e/56eJUeWgWRiVqmkNCQqrjqWqxiTKz7q6++KjNmzDDrjvggulX2oo0rVuOuCe61M1v1WUJ9V6ynnXUbdngVD64qxe9CjJkESIAESIAECksgX2IVWasvvvhirddRzZUW6qoec8wxOWerLvm/gdJ28PPO8DfKjKqrJPWTbBld/3laBnaolJHe3JbI0yeeK3LHBBnsPxO3jCbNqSQhQLGahBbbkkAEAfyP+LulS2XpsmXSu08fmYDDXM45R76eP19mzpolrVu1kl59+siDDzxgTs/WU7Tv/9Of5Nz//m95c9o0k4WGQ2Zw9e/f3whSvY4//njBGLvuuqv578Lzz5eBgwZJt/32k/93xx2m/yNwz6efGsm3atUqWTB/vlw9apS579M5c+TI/v2N3MX76ANfT5o0SU499VR5/PHH5WBknvXv7405edIk8/XS774zEhXZZn+bNEl22313QTwPPfig9xraYd7oD8IS8YAF2kI2gsfd6Sw3HeDG0aNNfHpBYM764AMTO8ZDTUUdH39iPgNPOME3f2Sr7b7rrkZwQrjivrPOPtvMGYJ0zty5hiuumTNnSrdu3czXmD/ifHXSJNm2dWvDXdvp11hPrBm2iF97zTXy3IQJZiyVqHgf9yLeTz/91PQNLqV45SpWMdc4Yk+Z5KMUgMpH+wCtCy+80AyhGat4D5mdQZfKWLwXFE9YvypdbVnr9o/MShWe+S4FoOO7WZsQjjicy60fa8eWrY19gJfeg38QJLn0QK3zzz/fyxB2xWrcNcG4O+ywg5G1QZddiiHJs5dkPmxLAiRAAiRAAiRQ/wjkS6yC3Ndff23q7xfjhV1G26eTUpLG987oBtLjmuPlqYV+sWhe/+QpWfzsYGmTtNOSar9ElvynjbShVC2pVavNYClWa5Mu+653BFSsrly92gjL1StXStfu3Y3oq1ywwEg3FYZoM2fOHNm/WzfB1wsqK6VV69ZGcEIsQoJCIEJSquyzxSrgQtA2bdZMbrnlFvnnrFlGICJzUuUrxoW8hcxEZijE3zVXXy0zP/jAZL4i6xIicsJzz5lxr7/hBmnWtKlpD+GJ1yAd0SfugcDE13hPxaqKUfQ/6/33zRwq58+Xik6djFjFBfGI+SxbutQI5X27dvWeDVes4g09nEbnjTgxD/SNC1zs+avMRF8YGxfEGUQTxkWGqcpU8H/zzTfl97//vWkHuQp53XW//YxYxrxw4b6z//u/jRSHrHpv5kzZfffdTQYuhDf6hlSFaMYF2dyxUyfT96OPPlqSz34pilX7AC2FDrGq28Yh+dzt6ZDk9uFLQWI1rF/dnh5WRxafsV69enl1ZvMtVjFH3YZvy8U4whfPKrbsu4c/oU/MF9+P7Evltf2azsetU6ttXMlpi9Uka6KZreD8m9/4f2odMmSI+T6k5R0oVkvy2w2DJgESIAESIIGiJJBPsYoJ/vvf/65xfft8g0JprN/+9rc5dZvKVJUMqWo6w/b4OypSYjW9Vd4epHrb/DtyU4Mp0vcdkR7p7fR9X28gUw6bIXJgD7n6hhlSNUrkpgY95Gqrg2z329vx3Wza6vuQadpWThlvdTpIRbD7npV9a2esmq9PETtX9/inF8uEP6RUMuSyNw+84PWfE27eVCIEKFZLZKEYZmkQgGz77NNPjaxsve22RmL86X//V04YOFDmL1hg3kMmJSTkFltsYTIbIQOR5QkJun2nTkakYrs7XoPQg8jTrE3IUFwqZ48/4QT5YOZM2a9bN3MPxsCY6Atj4IJMQSasCkD0CTH41tSp5n0Iiueef96Msdtuu3n96XZ2ZJBCOEIaog3msMtuuxkxiwvSE31q1ibmZceosSPDs3+/fjJp8mRfRmeQWAVHCF4I504dOxq5i6+RKYrMWVyYI2JHWwhffR+8tm3VyrDQdnZpA/Q3ddo0MxfMAfPEnHA/1glj4QJbzNuUQEivFX7QUvbgiX6VI7Jakf2Kvu3SBqXx5KaiLEWxirhVwuFrbJuHWNXsSfegI7u9ismwDNqgfnG/1vScMmWK7xAlvKeZrnqoVm2IVQjKvn37mkMH7C3xeCbxmr0VX58/ZKvilxPZMm3jPqvIJA2qpatx2fLWFqtJ1iTbQVvuQV0Uq3FXju1IgARIgARIgASiCORbrGI8ZK7iZ7b169dHDV+r72P7P6RqrpmqCM5IyxcGZs9KTcvHfe36o0a0/jMtZCFWVaCmCgeksmBtmblElvymTXXmq287fub9HjjTboIM1Gxaa9yKcW5GbVqm7jlDFu84xjcvX/atN3ZfmdKgh/zTEqnizNU/j+r+q0aVXYGEWn1WS61zitVSWzHGSwJlRsCtsVpm0yup6ZSqWFWhiW3/KlYhGbt06SJjx44NXAPIwQEDBpjszWylCXTruvaLzrSmbMuWLU2tU2QyQyo+9NBDJmPZzmZNWmMV/esBXtnquWq/V111lUCa4kK27NFHHy2I67LLLjOZnmFx1eTB1OxYMMFhWxgHTDBvlNCw6+zaYjXummA+e+21l8k6HzFiREaoblYwxWpNVpP3kgAJkAAJkAAJ2ARqQ6yif5RYMjve0kkidU0dyST45Td+NqvJFV+sWnLT/ABtC0+I0TFSYZUSgJAcs2N15qcXoy/zVcsPZN5fPafw94z0FGTDVktO77XDplRn27qAfGLVH7dISvJKWiK78zC8vhzpG7Mm/HlvcRKgWC3OdWFUJEACJFDnBGoiVnVbtv6ZLXiIsVGjRol9UFVQewi8Z555xquZmu0+CMRhw4YJDiyCjEO91bPOOiujDICOA2n5r3/9y4jXuP3ac8N4+Dt+QEZWLC6I2jPPPNM7fAqvuX3r37PxUS7u/N17MIfp06fLuHHjvMxZN64WLVpInz59MuKq6cMFsYvnRWvYYhzMH1LU3roP6Qn5irICcdfkpJNOMpL67rvvzigDoHFDeO+xxx5mvCTPXk3nzftJgARIgARIgATKm0BtiVWlhp+h8DNoXV74mSmoxFMuMWQVq0aCisxYWCFjnO3yqbHCxWigkMThWKYsAESoLUyziVWM42zrT/eRyiYNmLWO4Wzz90oIUKzm8qjUq3soVuvVcnOyJEACJBBOoCZilVxJgARIgARIgARIgARIoNQJ1LZYBZ9vvvlGPvjgA1myZEmt4mrTpo3st99+0q5du7yNE1lj1ROrTsaqL4LojNWMDNaIjNfwCaYka+UlVYI6rm7Gauh9GXVVK2VkFUoBMGM1bw9TGXVEsVpGi8mpkAAJkEBNCFCs1oQe7yUBEiABEiABEiABEih1AnUhVpURDrbC4aH5FqwQqihVlesBVVFrmMr81OzT6tZefdF0xqpYtUj9ma7xxGqPT/RgKa3BGl0KICV+95UZVVeJ2fBv1UA1YtWu4+pt418sFXe0lVP2rC4T4OsnYY1Vu6QBSwFEPU3l8T7FanmsI2dBAiRAAjUmQLFaY4TsgARIgARIgARIgARIoIQJ1KVYVUxLly6Vr776ytSqX7lyZU70mjVrJp06dRKcI9C6deuc+khyU0o8Pu/cYslWX21UERlULUn92/pTXWTWWPVv57/xnbT8FPRTIY9mZI66grf678d7gtcpESAi3nb/tGS92rvNmktG9uopYs+8uv/MeVCsJnmqSrctxWrprh0jJwESIIG8EqBYzStOdkYCJEACJEACJEACJFBiBAohVm1EOOTq22+/NYddLV++3IjWtWvXyvr1602zRo0aSZMmTQQiFTXucRjVdtttV+NDqUpsmRguCRQVAYrVoloOBkMCJEAChSNAsVo49hyZBEiABEiABEiABEig8AQKLVYLT4ARkAAJJCVAsZqUGNuTAAmQAAmQAAmQAAmQAAmQAAmQAAmUHQGK1bJbUk6IBGqdAMVqrSPmACRAAiRAAiRAAiRAAiRAAiRAAiRAAsVOgGK12FeI8ZFA8RGgWC2+NWFEJEACJEACJEACJEACJEACJEACJEACdUyAYrWOgXM4EigDAhSrZbCInAIJkAAJkAAJkAAJkAAJkAAJkAAJkAAJkAAJkEDdEqBYrVveHI0ESIAESIAESIAESIAESIAESIAESIAESIAESKAMCFCslsEicgokQAIkQAIkQAIkQAIkQAIkQAIkQAIkQAIkQAJ1S4BitW55czQSIAESIAESIAESIAESIAESIAESIAESIAESIIEyIECxWgaLyCmQAAmQAAmQAAmQAAmQAAmQAAmQAAmQAAmQAAnULYEGq1/+Q1XdDsnRSIAESIAESIAESIAEyo5AAxHxfqrEX7JcEW/774xu3CC6iYjEalQ9dGhzTLJh0hBT7X2M8vQEeHFmnx8Yxf+h35lfWKhxkcZtF/ehwUTi9hnYLvjmeM+RG2TcQCLW23QTo68YTUw/CRglmnfOzzBuDAk+1pzi4Un8qUo0+ag1jDuRdD9ZWVp9xe02wbMel5O/yzx9X4/7rEcGqQ95g1gfncjunG/Qyb5nxvy+EHctve4S3xAwzYD/Z0XDyGyRt89KPuYU8/tlLvPM6R78PzP+/2GDhygmLuUWS4L/Iea0/iINVtxS4ycgx6F5GwmQAAmQAAmQAAmQQNkQSPJzeJK2MQAl+vde3LHjtkvy77skfcaYt2kSs88Gcf/dF7cdxo7VtkGGh447NX87a6JxPUFouwBxXCViGEVdGX3GXICofs1DHKOvGE28fmK1Fcn++XE6idlngJUJf2Di9um1i3jw4vYH4rE/GFELiM42idHIahIap/OQxZ1PRjv0ExJTzD4LLlYj40x/biLbxVkaZ7axvr+FPdYhAcXt0ws3LxPL/GVgHBxum4ZFFEuS//llnWu+5oTPWTmJ1XzMJ/YPCRFPY5z/MUc90HF/aIjqJ/z9Bj+NqfETkPvovJMESIAESIAESIAESKD0CSSRTbF/vtWG2f/hU1Ul0jDy5+50X3HHztrOkRU16jPuzSGPiHd79n7iMUr/u7BhFhljhxEr9CqRqoZ5EKvOYLHG1vm47ILnl4yR9hk3kIiPuDd4xD/yYw2X7FnPPu8cuWdMN+SzHGs+6c5iPuvmX7aR3w9SfVZVVUnD6G8e8b4/G5AJxGrk95j0JOLOJ7BdyGc5Zp/+ZhE3xewztT4xGsdokhJZDUWq8vHLG2e2sf6/ku17TPAvb+I+m+knNP7DnPUpjfk9PVsfsb9BRn1c8hCLl45fUyka6yGLmlD6IUjw2Q/sMZ+xxPwGGDqzfKyR+Q6bh+c3H33kK5bsj0KDqjspVmN8WtiEBEiABEiABEiABEggG4Ek/8ZJ0jYO9ST9xc0YyvpvE+vNJD/3B8aZJPgAGN7tEf3EHca0i5mtEqvPhiINAKmmV47lFzLWO8s/GnN6NmJBUJMnsjGEhUkbjfEP4sjhrAcysm16TbK2c96M22fGcqczC93Xk/QX91mPu46IJV9ZeAZ7zM9N5L/znQnEZRTYLkvGatUGEdmY4IOZp+8xicRq1PeO9HMVl1HW2eb4rAeOHfIQJo4zxveEyBXMkyhLtDUkW1D5mFOSD3lULFHPWCTg8MzwOLd6bRI/HCG956OfmqzRRpGNq+P8zyUmnXzMx3yzz0NWcXjIDfY+f4d8PEkxobAZCZAACZAACZAACZAACcQlkK8fqOOOZ7Wrs6HrZqDYo8RtiH9BxG2bA/7MW/I1WHDgiaaTSygoNbDZJrJZ66ZSFSZX6xZoNeJc5pOXNc21k/wFnDdXlOgBynXeudwXxmqD/NK4g2xs1DKhXI0fg47808aG5sleX9VAVm/A1/H1w0ZpKOtk0zr6ZMSPKz6FXFvm7xlPRVBMc8uVCe8rdgJVVRulUcOmssm251lytdijrll8WzRqKI3x+2MZsSc/ZTVjybtJgARIgARIgARIgARIgARKhkAB/vmDIRs3kk07NJeqDQUYv2TWpoQDLcplDQ6qQdUG+bXpTiKbthYRZK4W61WUUIsVFuMigQIT2CibNGgqTdtcLlUbVxY4lroZHlUyzO/VGp21B79b1Q1zjkICJEACJEACJEACJEACJFAPCZh6no0bSeP2zcPLAdRDLpxygQhUrZd1m+8oGzZtJQ0SlQMoULwclgRIoOgJVFVtkE0bbiFNt7u03ohVXRSK1aJ/PBkgCZAACZAACZAACZAACZBAKROgWC3l1SvD2ClWy3BROSUSKCwBitXC8ufoJEACJEACJEACJEACJEACJFC2BChWy3ZpS3NiFKuluW6MmgSKmADFahEvDkMjARIgARIgARIgARIgARIggVImQLFayqtXhrFTrJbhonJKJFBYAhSrheXP0UmABEiABEiABEiABEiABEigbAlQrJbt0pbmxChWS3PdGDUJFDEBitUiXhyGRgIkQAIkQAIkQAIkQAIkQAKlTIBitZRXrwxjp1gtw0XllEigsAQoVgvLn6OTAAmQAAmQAAmQAAmQAAmQQNkSoFgt26UtzYlRrJbmujFqEihiAhSrRbw4DI0ESIAESIAESIAESIAESIAESpkAxWopr14Zxk6xWoaLyimRQGEJUKwWlj9HJwESIAESIAESIAESIAESIIGyJUCxWrZLW5oTo1gtzXVj1CRQxAQoVot4cRgaCZAACZAACZAACZAACZAACZQyAYrVUl69MoydYrUMF5VTIoHCEqBYLSx/jk4CJEACJEACJEACJEACJEACZUuAYrVsl7Y0J0axWprrxqhJoIgJUKwW8eIwNBIgARIgARIgARIgARIgARIoZQIUq6W8emUYO8VqGS4qp0QChSVAsVpY/hydBEiABEiABEiABEiABEiABMqWAMVq2S5taU6MYrU0141Rk0ARE6BYLeLFYWgkQAIkQAIkQAIkQAIkQAIkUMoEKFZLefXKMHaK1TJcVE6JBApLoF6L1R9++KGqsPg5OgmQAAmQAAmQAAmQAAmQAAmQAAmQAAmQAAmQAAmUFoEGFKultWCMlgRIgARIgARIgARIgARIgARIgARIgARIgARIoPAEKFYLvwaMgARIgARIgARIgARIgARIgARIgARIgARIgARIoMQIUKyW2IIxXBIgARIgARIgARIgARIgARIgARIgARIgARIggcIToFgt/BowAhIgARIgARIgARIgARIgARIgARIgARIgARIggRIjQLFaYgvGcEmABEiABEiABEiABEiABEiABEiABEiABEiABApPgGK18GvACEiABEiABEiABEiABEiABEiABEiABEiABEiABEqMAMVqiS0YwyUBEiABEiABEiABEiABEiABEiABEiABEiABEig8AYrVwq8BIyABEiABEiABEiABEiABEiABEiABEiABEiABEigxAhSrJbZgDJcESIAESIAESIAESIAESIAESIAESIAESIAESKDwBGosVn/ZuEZWV/0g6zaukirZWPgZMQISIAESIAESIAESIAESIAESIAESIAESIAESIAESCCDQQBpK44ZbSNMGW8tmDTevEaMaiVVI1R83LJSXP/pIbnplrKxcu7pGwfBmEiABEiABEiABEiABEiABEiABEiABEiABEiABEqgtAltt3kwuP/J0OWrvvaXlJh1qJFdzFqtVVVWyfOMief6fM+SKCffV1lzZLwmQAAmQAAmQAAmQAAmQAAmQAAmQAAmQAAmQAAnklcAtA8+T4/ftIS0atpcGDRrk1HfOYnXjxo2ybMOXcuBNFzBTNSf0vIkESIAESIAESIAESIAESIAESIAESIAESIAESKAQBJC5+vaVd0mrTXaUhg0b5hRCzmJ1w4YNsmzjF9Jl1Fk5DcybSIAESIAESIAESIAESIAESIAESIAESIAESIAESKBQBGaPfkhaNdxJNtlkk5xCoFjNCRtvIgESIAESIAESIAESIAESIAESIAESIAESIAESKGUCFKulvHqMnQRIgARIgARIgARIgARIgARIgARIgARIgARIoCAEKFYLgp2DkgAJkAAJkAAJkAAJkAAJkAAJkAAJkAAJkAAJlDIBitVSXj3GTgIkQAIkQAIkQAIkQAIkQAIkQAIkQAIkQAIkUBACZSpW28vFp50lax+7Vv5UEKwclARIgARIgARIgARIgARIgARIgARIgARIgARIoJwJlKFYbS8XXzJebu/wqVx68Qi5s5xXj3MjARIgARIgARIgARIgARIgARIgARIgARIgARIoCIEyE6tpqbpzc5HV71GsFuSR4qAkQAIkQAIkQAIkQAIkQAIkQAIkQAIkQAIkUP4EykisWlIV60axWv5PL2dIAiRAAiRAAiRAAiRAAiRAAiRAAiRAAiRAAgUiUCZi1ZGqtS5Wr5dP/vd42SVw0f4t4/5rgJxVZwuaikVm7Cl7PlZngxb5QKfJa3eOlH0WjpFWdxBKkS8WwyMBEiABEiABEiABEiABEiABEiABEiCBkiRQBmI1QKpaS7F23TqRX7+T+Uv+Lf/4+DG547X3ZH6NlyolM9t87oq7lND7XdO6lKsUq5nLSbFa40ecHZAACZAACZAACZAACZAACZAACZAACZAACWQlUOJiNbtUDZr52u/fkz89M0IunV2TJyNMrIpcfMkMuX3nZXWYtUqxSrFak2eZ95IACZAACZAACZAACZAACZAACZAACZAACeRCoITFanKp6gH6dZG8MP4MOXHqolyYiUgCsXroI7Js0P7SwhppuZXp+tD1n8gweV7GyfEyrE26kVsfNqCPz7yt/9nFqhG9HT6Vf/y0v/xO+xcno/a0ifJrj9/6WFT3L+KP8Wf5x/gecvgbmp1r3RZV19aZx2cznhfpcZgsNv3pPPDa8bKL9hXBD6OnZHZzL5DPZoyRxXunSwHM7iXLBu0mH5ox0k1Mn9ZrEWMow3ELd5NhOzcXm02ODxBvIwESIAESIAESIAESIAESIAESIAESIAESKHECJSxWRaTL9fLJWcfLLpvmsArrPpZbbhwi1yzN4d5QseqWAgiQnkZitkrLybS0bCOWrEv38dPzsum114qkpZ9YMjYlEiXdRwyxunNzqZa56f7lPbn04hFypysZPVFZnXVrxKovxmrZamI0V7hsNm8HzCPVr4parVtrS99ofn4WqUg0XjPnSLEadwybYS7PDO8hARIgARIgARIgARIgARIgARIgARIgARIoJwKlLVaxEjWQq0v+da10uPf5HNazJodX+UWekYBbpiVnOhLNELXF6hL7cCqfDI0jVv2lCTQD04jVoNk7sjUoxqDbfHG7DQIEbkq2auZohJj1+vPPN3AutsSNFKtBMwkYo07LO+TwSPIWEiABEiABEiABEiABEiABEiABEiABEiCBOiVQ+mI1TK6u/lju/MsrsnbHvaVT021kn9/uJru0rN4ubihHbV0PXYq4EjDdQZat9kEyMkis2qUEUr36Mz3FFq9W3EHiMfQ1azt9df9B2ak6QIBgXpLOtI0jVk2Wq1sKYE/Z8zHn5iz8giWxtT5xxWriMer0c8rBSIAESIAESIAESIAESIAESIAESIAESIAEioy3J9OlAAAgAElEQVRAeYjVILkaIE07dRspDw08WX7XsnF6GRbJ/406Qk5NXA4gplj1ZJ1KUAwbkLEqfhkZmbHqe4hiZKx2+DS17T99ny0jxatPam3BD8pY9cVYLVSD6sVWlwewAg3KWI0SqzH4BYvVVLmDfRbGKAXQXuvLhq9RZIZvkX2oGQ4JkAAJkAAJkAAJkAAJkAAJkAAJkAAJkEDtEygfserK1bBs1NZ/kBcvuVL6t8QNtkxLAjueWE3V//Rvw8+LWDXCUWTcfw2QsxxR684iKAZbFO4aUIrAv0U/IGM1vdXeV55Aa5s6ktiLJ2YpADvzNg6/nDJWrTq3k7pErxHFapLPBtuSAAmQAAmQAAmQAAmQAAmQAAmQAAmQQP0gUF5i1Zarv/rrlvqWs8cDsvC0XtJGFskLdx0hJ85NuthJxKoeMoUx9HCr6sOqYpcC8LbYO4dbxRKr4YdXGbHaJvPAqF0s6ZwRY+iBWs1FspYC2F/sQ7iCDq/KFKvZ+cU7vMoeV9cgJdVTYjXGGE7Wb9Inhu1JgARIgARIgARIgARIgARIgARIgARIgATKi0D5iVWVq4Pby9jLQw5nUsHZZK7c+d8nyqWJ1zSeWEW3KfGntV1TMm9+L8jMlFx957efyLBspQDQSVpkenVWffIyXimAf/y0v/yujU7UFqnpjFTfe89LpztHyu+aWvG6mahOTKYkwPfHy689fhspV3Uen33+nrTZ2X94lVsrNoof6rH624gs//x5+bDD8alSAHc8JuKrn4o5vS5tB2lt1+g1GrvNDLmdYjXxp4Q3kAAJkAAJkAAJkAAJkAAJkAAJkAAJkEA5EyhPsYoVa91eOi1dJPMDV68663Ona68NaVMey17U29itLfmHv1EevDkLEiABEiABEiABEiABEiABEiABEiABEiCB+kGgfMVq1vVLidWW7x0h3Z5ZVNYrXTxi1S1hkP67ZCnZUNYrw8mRAAmQAAmQAAmQAAmQAAmQAAmQAAmQAAmUMoH6KVZb3yZfXLGNPHBxWKmAUl5Sf+zFI1YRV6pswS4aYtgBY+WDnzMhARIgARIgARIgARIgARIgARIgARIgARIoUwL1Uqx2Ou1ZGb/6Yuk2vryzVcv0meW0SIAESIAESIAESIAESIAESIAESIAESIAESKDgBOqhWN1frjhmF/m/Fx8r69qqBX+yGAAJkAAJkAAJkAAJkAAJkAAJkAAJkAAJkAAJlDGB+idWsx5qVcYrzamRAAmQAAmQAAmQAAmQAAmQAAmQAAmQAAmQAAnkjUD9E6t5Q8eOSIAESIAESIAESIAESIAESIAESIAESIAESIAE6isBitX6uvKcNwmQAAmQAAmQAAmQAAmQAAmQAAmQAAmQAAmQQM4EKFZzRscbSYAESIAESIAESIAESIAESIAESIAESIAESIAE6isBitX6uvKcNwmQAAmQAAmQAAmQAAmQAAmQAAmQAAmQAAmQQM4EKFZzRscbSYAESIAESIAESIAESIAESIAESIAESIAESIAE6isBitX6uvKcNwmQAAmQAAmQAAmQAAmQAAmQAAmQAAmQAAmQQM4EKFZzRscbSYAESIAESIAESIAESIAESIAESIAESIAESIAE6iuBgovV+gqe8yYBEiABEiABEiABEiABEiABEiABEiABEiABEihtAq0a7iSbbLJJTpNo8MMPP1TlcueGDRtk2cYvZNfWB+ZyO+8hARIgARIgARIgARIgARIgARIgARIgARIgARIggYIRmLv0HaFYLRh+DkwCJEACJEACJEACJEACJEACJEACJEACJEACJFCKBChWS3HVGDMJkAAJkAAJkAAJkAAJkAAJkAAJkAAJkAAJkEBBCVCsFhQ/BycBEiABEiABEiABEiABEiABEiABEiABEiABEihFAhSrpbhqjJkESIAESIAESIAESIAESIAESIAESIAESIAESKCgBChWC4qfg5MACZAACZAACZAACZAACZAACZAACZAACZAACZQiAYrVUlw1xkwCJEACJEACJEACJEACJEACJEACJEACJEACJFBQAhSrBcXPwUmABEiABEiABEiABEiABEiABEiABEiABEiABEqRAMVqKa4aYyYBEiABEiABEiABEiABEiABEiABEiABEiABEigoAYrVguLn4CRAAiRAAiRAAiRAAiRAAiRAAiRAAiRAAiRAAqVIgGK1FFeNMZMACZAACZAACZAACZAACZAACZAACZAACZAACRSUAMVqQfFzcBIgARIgARIgARIgARIgARIgARIgARIgARIggVIkQLFaiqvGmEmABEiABEiABEiABEiABEiABEiABEiABEiABApKgGK1oPg5OAmQAAmQAAmQAAmQAAmQAAmQAAmQAAmQAAmQQCkSoFgtxVVjzCRAAiRAAiRAAiRAAiRAAiRAAiRAAiRAAiRAAgUlUPJidd26dfLjjz/KmjVrpKqqqqAw6+PgDRo0kM0331xatmwpjRs39iFYu36VfPvzfFmz/meuTYEeDrM+jZrLds07SZNGWxQoCg5LAiRAAiRAAiRAAiRAAiRAAiRAAiRAAuVHoKTFKqTqN998Iy1atJAttthCIJF41S0ByOxVq1bJ8uXLpV27dp5chVSd/8Mn0qhRU2m0yWYiwrWp25XR0apk/YZf5Nf1q6Ri6y6Uq4VZBI5KAiRAAiRAAiRAAiRAAiRAAiRAAiRQhgRKWqwuWbLEiLxmzZqV4dKU1pRWrlwpEN1t2rQxgS/4cY78WrVBGm3iz2ItrVmVT7TrN6yTTRtsIh1b7l4+k+JMSIAESIAESIAESIAESIAESIAESIAESKCABEparFZWVkr79u2ZqVrAB0iHRubqokWLpKKiwrz02bJ3pclmLZipWgRrkwqhStb+slx2aXVA0UTEQEiABEiABEiABEiABEiABEiABEiABEiglAmUtFj997//LR06dChl/mUV+8KFC+W3v/2tmRMerM0bb11W8yv1yaxZ94Ps2vrAUp8G4ycBEiABEiABEiABEiABEiABEiABEiCBoiBAsVoUy1AeQVCsFvc6UqwW9/owOhIgARIgARIgARIgARIgARIgARIggdIiQLFaWutV1NFSrBb18gjFanGvD6MjARIgARIgARIgARIgARIgARIgARIoLQIUq6W1XkUdLcVqUS8PxWpxLw+jIwESIAESIAESIAESIAESIAESIAESKDECFKsltmDFHC7FajGvjlCsFvfyMDoSIAESIAESIAESIAESIAESIAESIIESI0CxWmILVszhUqwW8+pQrBb36jA6EiABEiABEiABEiABEiABEiABEiCBUiNAsVpqK1bE8VKsFvHiCMVqca8OoyMBEiABEiABEiABEiABEiABEiABEig1AhSrpbZiRRwvxWoRLw7FanEvDqMjARIgARIgARIgARIgARIgARIgARIoOQIUqyW3ZMUbcK2L1Y2/yuo1v6YANNhUmjbdtHhhFGFka9b9ILu2PrAII2NIJEACJEACJEACJEACJEACJEACJEACJFB6BChWS2/NijbiWhern4+XoRNeS8//cLn2ykGyY9HSKL7AKFaLb00YEQmQAAmQAAmQAAmQAAmQAAmQAAmQQOkSoFgt3bUrusgpVotuSXwBUawW9/owOhIgARIgARIgARIgARIgARIgARIggdIiQLFaWutV1NFSrBb18gjFanGvD6MjARIgARIgARIgARIgARIgARIgARIoLQIUq2a95sifT7lZXrfX7tAr5alhu+d9NZdNvk4umtFT7rr+MGmV995T85DLn5LT98x755EdFrtY/fKFM+X6ufY0aqmcgClZIEVXqoBiNfIRZgMSIAESIAESIAESIAESIAESIAESIAESiE2AYlWlqiNSjQB9XOT0u66Tw/JoQClWYz+bmQ1rUGM1JVUdkfr92zLmfx8T6T1GRh60VQ0Cc26lWM0fS/ZEAiRAAiRAAiRAAiRAAiRAAiRAAiRAAkVKoH6L1WWvy3UX/Vm+CMlOnTPuFLlZ8pu5SrEa75PwzZT/Jw/MWe1vvOE7WbBaX2sq7ZpvK5v6WjSVg4/9/+TQDvaLK2Tq/46UR74PyU6tDQlaG33Gw5a1FTNW8wCRXZAACZAACZAACZAACZAACZAACZAACZBAmkA9Fqvp7f+xt/yj/Xhpf3lPmX7rn0VOvUuua/eKnHKrr4CA7ITX+2mK6zJ5/dqL5M9fpmnveLpc2WO63GxKAbSTV5xt+37p6txrujhMrnzqdPEKFHzyZ9/4h11+pcitqVIA3WadIje/4X/Oq2PL7PuwPJQPyGcpgMxt+/E+s0cOfFj+sHN128BM1dCuvpL/u/kVaTdwX5k5QTNZv5P/u/lW+Zt9zzanyX3/dZBojqs/1sPl2oEi16dLAQgyZeVyeeK4HVI9mCzZf0q3/7pA+myj0tfu3BLApu1iOdb095q4c4tHpLoVxWpSYmxPAiRAAiRAAiRAAiRAAiRAAiRAAiRAAuEE6r1Yne8ToSLiyMpqmZkWsTue7tVHXbZsmbRqZdcJSMvXdPkAk/H6hiVDNUPW9BEtVpctayV290a8fjMoVfs13ZcRvGmRmxpP5KDDdpK3X3fKGKTnBYFqpOt8ax6m7EEnv7TN4VNTtGJ1qV+EikCg+mVpSlqmX7fF6fcrZMU2W3kSFVggUv/aKlU+YMXb98h500RGGFGKd7XvlCCNEqsrvt9KtjL3pS7T37Lfp0RsulTBx7taYjaHddFbKFZrAI+3kgAJkAAJkAAJkAAJkAAJkAAJkAAJkIBDgGLVFas2ICMvF8kgkyUadjBUePZnUCmB6qzUKLGaDsQVvSp2TWzTpaevBmwqxjUQq5XuAVnV8f/+m9o5QCufYnXFv16T1//tlAJY8ZlMXPhVGswO0mOPXZwDwJrKTj0Pl70sUWmySTPEqr3IqazRbw6uFqviZL16wnPaJ9U3pmWnEaFz9vVlsIpVCiC7WE1356sdKyIqdn3ZrTX/3kWxWnOG7IEESIAESIAESIAESIAESIAESIAESIAElEC9F6uvZysFYKSmpDM5XbGqQnUn64Arf5saiVUVqlZ8vlIBNRCrp+8pXsbrF+knwV/CILcPSD7FamAEORxeFV0KIJVhmpKp9tepCFIZqZ/IXtYBV6bP9Pb+GonV78bL0AmviVgZqb7+KFZzexB5FwmQAAmQAAmQAAmQAAmQAAmQAAmQAAnUAYF6LFYtuRgoV1Wc6lZ+V6wGZbDmT6wKtuebWqyHeVmZ+RGrd0n75y6SRSc8JUawmissGzfZE1iMYlUk++FVKk7tUgB2xqotUZVGvsTq3nMzs10pVpM9c2xNAiRAAiRAAiRAAiRAAiRAAiRAAiRAAoUiUL/FqiUV/Zmr6Xqq5v3sYtW+T2uc6kFQGTVW0wLzdavGanWNV38NVyNWH7fqpPrqsx4mrQJqrBrx+vgXETVWU2L1z52uTNVqxZXuq1MND7AqTrGammJQ5qp96FRWsTrXOlBKs2btUgC+Gqt+kWtKAVilCFJj7mlqshqxat+rNVVZCqBQ3w85LgmQAAmQAAmQAAmQAAmQAAmQAAmQAAnEJkCxastVG5vJYhX58ykzpVtYjVWVnen7vIOh3tDyAG791cPk/2fv3YP0qsp8/4cQI+Eig0yChIm+NIMKRGEGcH7diibOHKjjpL3MOXCGTinmYBgYCDNlmNJ0LMexJMEqYpU0jEhkIlpJjqjjJdFTcJREwe7jOBeiLSAcknbQICGJoMFoyOVX+77W3mtf3713v+/en/wF/e51+6xnrf2s71rr2aMfFFn9pTOck6ha+tBv1jlS92NUdvaWGHuDyB1/+1l5wjthG4q/evZ7RuWN46vt06j2B6q+pduBf90/VG/rqaaGAlAJqEKq8/fgA1M/ODcuxqonlLo5WYLquf9uX+H3wgPo+b5O3vff/lh+8OWn5Z2jl8sf+idmnfRv+28fFPnyN2Se+7ErLa0lqP53kXWfvkfsD1a9+Wm59dP/Lhf7H8bKPK6NDxJjtTt+pIYABCAAAQhAAAIQgAAEIAABCEAAAioBhFXsoTQClZ9YffJ++dA3v+/W90/kvcsvlT8srfbNzwhhtfl9TAshAAEIQAACEIAABCAAAQhAAAIQqI8Awmp9rBtfUuXCauMJVttAhNVq+ZI7BCAAAQhAAAIQgAAEIAABCEAAAu0igLDarv6utLUIq5Xi7TpzhNWuEZIBBCAAAQhAAAIQgAAEIAABCEAAAhDwCSCsYgylEUBYLQ1lJRkhrFaClUwhAAEIQAACEIAABCAAAQhAAAIQaCkBhNWWdnwVzUZYrYJqeXkirJbHkpwgAAEIQAACEIAABCAAAQhAAAIQgADCKjZQGgGE1dJQVpIRwmolWMkUAhCAAAQgAAEIQAACEIAABCAAgZYSQFhtacdX0WyE1Sqolpcnwmp5LMkJAhCAAAQgAAEIQAACEIAABCAAAQggrGIDpRFAWC0NZSUZIaxWgpVMIQABCEAAAhCAAAQgAAEIQAACEGgpAYTVlnZ8Fc1GWK2Canl5IqyWx5KcIAABCEAAAhCAAAQgAAEIQAACEIAAwio2UBoBhNXSUFaSEcJqJVjJFAIQgAAEIAABCEAAAhCAAAQgAIGWEkBYbWnHV9FshNUqqJaXJ8JqeSzJCQIQgAAEIAABCEAAAhCAAAQgAAEIIKxiA6URQFgtDWUlGSGsVoKVTCEAAQhAAAIQgAAEIAABCEAAAhBoKQGE1ZZ2fBXNRlitgmp5eSKslseSnCAAAQhAAAIQgAAEIAABCEAAAhCAAMIqNlAaAYTV0lBWkhHCaiVYyRQCEIAABCAAAQhAAAIQgAAEIACBlhJAWG1px1fRbITVKqiWlyfCanksyQkCEIAABCAAAQhAAAIQgAAEIAABCPS1sLp792455ZRT6MUeIfDLX/5S9u/fb9fm0Et/LTN/d1KP1Ixq0CfYAAQgAAEIQAACEIAABCAAAQhAAAIQiBIYGBgojKWvhdUdO3bI/PnzCzeehBCAAAQgAAEIQAACEIAABCAAAQhAAAIQgED/EThw4EDXld6zZ48grHaNkQwgAAEIQAACEIAABCAAAQhAAAIQgAAEIACBfiGAsHrkCTln7mDh/uLEamF0JIQABCAAAQhAAAIQgAAEIAABCEAAAhCAQN8SQFhFWO1b46XiEIAABCAAAQhAAAIQgAAEIAABCEAAAhCYLgIIqwir02V7lAsBCEAAAhCAAAQgAAEIQAACEIAABCAAgb4lgLCKsNq3xkvFIQABCEAAAhCAAAQgAAEIQAACEIAABCAwXQQQVhFWp8v2KBcCEIAABCAAAQhAAAIQgAAEIAABCEAAAn1LAGEVYbVvjZeKQwACEIAABCAAAQhAAAIQgAAEIAABCEBgugikCatf//rX5e1vf3ti9fbs2SMDAwOFm/Do7gmZM+NsOfbYYwvlccy+ffuOFkl5+PBheRZhtQg60kAAAhCAAAQgAAEIQAACEIAABCAAAQhAoNUEkoRVS1T1/iWJqwir8+e32ohoPAQgAAEIQAACEIAABCAAAQhAAAIQgAAE2kYgTlhVRdU0cRVhFWG1beOG9kIAAhCAAAQgAAEIQAACEIAABCAAAQi0nIBJWDWJqkniKsIqwmrLhxHNhwAEIAABCEAAAhCAAAQgAAEIQAACEGgbgbQYq1l4IKwirGaxE56BAAQgAAEIQAACEIAABCAAAQhAAAIQgEBjCCCs8vGqxhgzDYEABCAAAQhAAAIQgAAEIAABCEAAAhCAQF0EEFYRVuuytb4pxxoUzzzzjOzfv1+OHDnSN/WmohBQCcyYMUNOPPFEOe2002T27NnAaQEB5q7yO5lxVD5TcsxOgDGdnRVPFifAPFecHSm7J8A81z1Dckgn0JR57snnn5R7HrlHHvvlY3LoyKH0hvNELIGZM2bKa095rVx17lVy1slndU0KYRVhtWsjalIG1oB48sknbTHq+OOPF2sS5h8E+pGAtSnwm9/8xt4kOOussxBX+7ETc9SZuSsHrByPMo5ywOLRUgkwpkvFSWYJBJjnMI/pIsA8N13k21duE+Y5S1Rd+b2V8pKZL5FZM2fJMXJM+zqyxBYflaNy8NBBefHQi7LmjWu6FlcRVhFWSzTP/s9qampKTjjhBDnllFPk2GOPlWOOYcLq/15tZwuOHj0qhw8fll/+8pfywgsvSKfTaSeIlrSauauajmYcVcOVXNMJMKbTGfFEOQSY58rhSC75CTDP5WdGimIEmjDPfXjiw/Lkr5+Ul858aTEIpDIS+N2h38lZJ50lHx38aFeEEFYRVrsyoKYlnpyclNe85jXy0pe+1D+tirjatF5ufnss58H6Z+3O/u53v5Of/OQnsmDBguY3vMUtZO4qv/MZR+UzJcfsBBjT2VnxZHECzHPF2ZGyewLMc90zJId0Ak2Z56745hVywnEncFI1vctzPWGdXH3hty/IvW+7N1e68MOesPrwww/nzueCCy6w0+zZs0cGBgZyp/cSPLp7QubMONs+IFjk3zH79u1zVISc/6zTXM8irOak1uzHf/jDH8rrXvc6eclLXsJp1WZ3dStaZzkSL774ovzoRz+S17/+9a1oc1sbydxVXc8zjqpjS87xBBjTWEedBJjn6qRNWR4B5jlsoU4C/T7P/cWWv5DfO/736kTWmrKe+81z8s+L/7mr9iKsIqx2ZUBNS2y94M8//3yZOXNm05pGe1pKwBJWLbtGWG22ATB3Vdu/jKNq+ZJ7lABjGquomwDzXN3EKY95Dhuom0A/z3MIq9VZC8Kqw5YTq9XZWOty5gXfui5vfIMPHTok27dvR1hteE8zd1XbwYyjavmSO8IqNjD9BJjnpr8P2lYDfJe29fj0t7ef5zmE1ersB2EVYbU662ppzrzgW9rxDW52PzsQDe6W0pvG3FU6Ui1DxlG1fMkdYRUbmH4CzHPT3wdtqwG+S9t6fPrb28/zHMJqdfaDsIqwWp11tTRnXvAt7fgGN7ufHYgGd0vpTWPuKh0pwmq1SMk9hQBjGhOpmwD+Qt3EKY95Dhuom0A/z3PlCKuvkvPnzZEXn/tXeeQ3ddPv3fIQVhFWe9c6+7RmvOD7tOOodiyBfnYg6NbsBJi7srMq8iTjqAg10nRDgDHdDT3SFiHAPFeEGmm6IcA81w29/ki7+39/SG5YL3L1HR+Ty+ZMf537eZ7rRlidM/86+ZuBi+VVx70k6ISDu2T7zzfKrY9vn/6OmeYaIKwirE6zCTaveF7wzevTtreonx2ItvddnvYzd+Whlf9ZxlF+ZqTojgBjujt+pM5PgHkuPzNSdEeAea47fj2f+tn75EPX/0z+8t6rZUGPVLaf57miwuqcM1fKx159rhxv9cGh52XXb1+Ql8yaI3NmWSLri7Lr55+UD0y2W1xFWEVY7ZEpqjnV4AXfnL6kJQ6BfnYg6MPsBJi7srMq8iTjqAg10nRDgDHdDT3SFiHAPFeEGmm6IcA81w29Pkj77G7ZPWeuzO2hqvbzPFdIWD3+SvnYG98mr5rxG/npU/fIJx8Zl2fd/njVWTfJ3w2cLyfPeF62T94gt/68hzqq5qogrCKsFjO53ZtlxTtWy3hM6pE7J2T5+cWyFpmUscFlslFEusunaPndpSvjBX/3FVfIfcZqXCYf7qEdu+5IhVJrO5KTcvcV/0v+oEeufJTazj7MrJ8diPJw75XN718sqyesHEdk3cRyfedcnROXrJN1skyWbTA8V16FSs+pjLnLrpQ9lu+Wx70ann213H7zZa5TvFvuW3WD3P2EWv1Xm693/fBuueILf6CkddJMfuYK+ej9QfpXL71dPvZfe8nlNndNK8dRiq9gj6au/IVuh0F/+xtprS9tTLsFWWPvf53RH+MtjQ2/V0OglfOcsm6Jozq0aousXXxqNdBbnmvZ85xYvsfH7hPdt7DWJR+NWZvpPoznoxh9E98/UtdzTt47LV/mov9w/CfNb3I72K6XKOtAJZ3lA7n1jpqDVz+T/6U/fdkNV8vO2xX/Tf3ZVCfvdyMz78c4djo357r/mZH2RdbDWj0mRabhHGs/z3NFhNVzz/+ErHzFHPnNvk3yVz/4ZsTEzl3wcVl5xjyRX39T3j2+KXZGet+bPi9vOcH8866fv1s+YHVnH/9DWHU675h9+/YdLdKPhw8flmePPCHnzB0sktxOs2PHDpk/f37h9PUnDBYismSdTNwQHMzfu2WFLL7ZkluHZPRra2W40Fq3vxc6ZbzgLWFVPnSvXP16tXfdF6KoIkX9vV9qiaqYirBaKtoyM+tnB6I0DtvHZPBaa7vH+RdeJDlzX0fW3SmyzHsuND+WVpeKMipj7rI2xqwFQjB/6fPWblsU1TeIzLGzXEc85Mg7CxYlvbtIOTMyX1YEqYtsWzmOfGE16hOU4S/4eRQea/3tb6SZYzlj2i0lceGcVhN+bwuBVs5zSQdCFN9hejeRmmuBpc5zooqPUfEzujYTcXyYx+Uy1w/xN38NQqT3rEiKsCoSEnbFFU5jhFVXkBXDRnPEb3JNISpkehvjD8olkYMtZp/MySqOmbLRfumH5d736Rf5w76fVh9PgI6k88ry+CGs5h3ZRYTV973x8/KWE38jjzz2V7Lmp6YS3ycfv+wtMu/gI3LP1jXyrZhK2cKqfEfe/dBntCfedvGn5cqXS0L+eVs5Pc8jrDrcEVZz2V/CQiRhEZW9iP5e6JTxgjcLq+7L+6FLIie4srPt4ScRVmvtnJtvvlm2b9dj4Zx//vmyatWqSD3auVDSMUzePijLNih/GxyVLZ8YliadPylj7rJPTIRPmdpj23HUz/jaFfJRCTnYyu/WRwm0E6kmYVVLHxZyax1GwjhK4Z3kE5TiL3Tb3/3tb6S1vpQx7W6WeKeG+uWEeBobfs9OgHkujVXSPNLsOSaNTB2/lzPPuTX1/JEPXSIPfuxuCTZtk30NVSR0/JzL5Ebp8uMAACAASURBVLL7d4Zu3jmi4M/OvEzuuz9JIH1QLll6pty9fqd+myfpxKotrJoEUZMg68qhkROiScKq65vtNBzuSWF2n0FUtWsQ8v0CYfVP5PvW6eC4dJ6Qax80OkPmlnRitS3zXCFh1T5pmkFYPfSIbPr2GomeaXVsLk5YlVetlE+/tiNTscJtHTNJ92UgrCKsFrAi5UpsyimRiBjhlqad9gqdBJMlIzKyYaMTCuCmEdl4a3BKzK+sL2rEn54t0LBSkpTxgjcLq6ErH1ZtDdc+1EWPc23vw3LJQx+Vu60X0N+K3GYFAP+QyEc/dp+zuyrOlRf1X2we7vVdb1c2eDF610Yukw9beXvCSuilaT1viyaeMJLpxKrp6kqDQyKUYoXpmViiquVEqP8sUdUSV8P/EFa9eWZE1n2tI+vtMCjKCTxXIOosGZGNG5T5ypunYq9De6EClDl1GgXbMuYuo+XZ85SzQMgirHp52E52aCMpcsJCyXs6vhTLOEqZazILq6Mit3ihNvQ8vVNe3qnwkSUbZaO9yTEit66akpusWzKWL3LJVu1UedRfEJEkf2PNqEytNIU46q1xmj67B0+UO6add/GDbyIUQJ4+aMKzzHNpvZhdWB15yrndos5jH1yyUW5RN25T10pDMrJEZOMGd+67Yqcdnk31QUbuXCdyrRNWTfsX8kt0v2VIRu9cKNuuVeZBf52nrLfUDHtgPVbmPKf6HfYNG38jN2UT1+DnfFg+qodO8dY89hosRVj1/CVVyEwMBbA7CCeQMTRSvhOrofWbYgNpzOwQBxnqFBZWk9IFZZYnrLZlnisirP7ZRZ+Wq049Xp59eo28/4ePRCfEs/5e/ukP/1Besv878u7v6adR1YfjhFX77y8NRFn7BOvLphSR1jkRK3a4gLfJyj+9Us6dGeQchBGI/qaGL3BOxtqf3/L/BWmtMi6W534+JZ0zzhWJCXuQ9DZAWHXocGI1zWcw/R5eoIRipRmv+YWvxJwexGr1xFZVjJ0nIru0a7e9J6SG0ZTxgo+NsRo6vbX72d0yd44ab0GPTeqc/FJi2BiuVuTOQxMy3Ksh/q5i6KpIScLq7mfnytw5AWn7hfrzv4xcKylixm1Oo+7Oxp1Wtfi0Xlj15i17gXG6H2vV3yAKxVdVn5ElH5SRDbc4ixt/gdIbQmoVc1d0PBlCAaScWPXyMAmr1m/BVTrr/2Lis9Y4sBlHCbAzhgK46l3jcs9XrHyCuMRhH2LoX7xQQ0FcVv+Zd10lQ1+5x477HmzchvwFV3xQn1H9jXNE5NE+GKd5TLsMf0R58yKs5oHfsGeZ55I6NEFYDa17HGHV+UKFtWkU/L+yWZu2VnrDePCdC8uvUOY238+w594pWarEg/fmO3uOTMrDFkvPlI3u9y6C5xPym8b4seXNc6HNI03IzC+s3vuG72s3ePy1i/X3DMLqZeLEq/ev96fFWM3pH+UTVuPan86sX4RVa0y2YZ4rIqzKGTfJ7QvOl5OP7JLxyVvlU097n64SkZe9Q1Ze+N/l3Fkvyk9/+gH50GPKb6FpMz7Gqn4aNklYfeL3DCLsy5+T79z3ARH7ZO0u+79tedc+CXuuPOfGb33bq94m3/ypcp7W/v335Af28244g5RTtwir6c4Nwmo6o9QntNOpg6Py+bduk3dbzoN2AivkfPjCqhp/LXjGEVb12Gx+OYVjqqU2pasHynjBJ4YC0AJ72zJD5GMwWpwfVcQwCJ1OY4vmEX3RamJIKcKq2x3h07lJQdS76sH2JFZ3Z+NOq1o02i2seiJoMA/5Yk7kRGrwTDBPBcKqGl8tkkcPmF0Zc5faDFMsMe3EuvdwzLyU6cRqD8RYZRxlEVbjn7HGxaIH3VAb6ns9JMr6wqriU0SF1QR/wRcfzP6GJ6z2+jjNM1WUO6Y5sZqHfdOeZZ7LJqzGPeVt+ITf/eJ9myLnWklbCxnnNqcmwQaVUjNNjPXmw6g4rAmxrnAam5/yvY26bb+0eS5GuHTiqhYQVt8nyod43TAA/8O7KZh+YtW6haPFIX065eNVEfDK2i42xqn6sSjDx0eVPI1hYDIw6ydhtQ3zXCFhVUTeduHtcuXvnyxy9EV5/tePyI/3vyCzjuvIuafMk+OPsRaLP5VvPfJJuUcVXUM2mRwKQBFAE06sfmd2+DRrUEg0f+cE6+89o34YyxVQ/WSeqKueii02i3Fi1eGGsFrMfgypghfzX7xnSP75c86urOmfvXjJJKzGZNBCYVX/MIz3wlRPbOkv/oiIEREwus2jBmHVdiTuE1GcgriTbKWZcYsy8sIBmGKrehhaLawmftXcXZCId/IeYdWxmeALsGFHvDth1SzsGPOseQwzjmKAZ4yjGhc2yMnVGVcIq/mNujTBwS4aYTV/DzQrBfNcXH9mj6NalrCqfbjPIKyqAmjkRmABYXVUVvsnbY35NUBY1eK7q11trz8skVT9MGfIFmJCHjkh2W6Xj9kxUH8mf3nv1bIgV6xU5dbP//iZ3BB30jXpqn3S5nX4sE7sARxDODovvNv9hnGhMIsXVvU15HSHAvBa0fR5rqiwKjJH/ux1N8nlp7tCqt/tL8qz+54QOeVcmSPPy/+bWif/8Lj+DQ/v0VhhNRR/NTkUQHAS1bvU7133T8pfvBOpEj7R6sV2RVj1+unR3RMyZ8bZcuyxxxZyYhBW82DzrqgYYwEahNWkmIHGRVfyidU8VZ2OZ8tYyMSdWNWFVdPuaV5htds8qhdW/+hfY+IsNvUjXjUbrfcBK1NsVYRV5bSHNo+F4kwbFjXtPbHqiarmOMjdCavmEyO9sNHCOCpJWE3YMDWd8ubEavILowx/JCgBYbXm13PPFcc81zvCatqJVdPtvuQ0ySdWl04tdj7gqczRvXKDsJx5LuZEqi+Y/qX87Pp4YTX68Sr3I53uBz0//KYH5aNeCLNcwmpwilTOfrU8/oR6wjQQO2+U2+JDpJUirJpirGZjFv8RqmRhte6PV3mju+nzXHFh1SV0/Lly0SsulotPOF5e/O0T8oNnviXbfyVy/oKPy9+cMU9eIi/Ks7/YKGu2f0vCQQG6F1Y3yXOnmU+gWvFX7TAB8h1590NenFflxOqvDR/I0j6ahbCKsDodbpcf+0e/cuccaAhipgYnVk1xg9w4asrzkWsyIpIUY1W9rjcdGOLKLOMFHyusutfhnav+4fimwde0s4cC6DaPLDFWla9qhmO8Zvh4lS2srpfgy5heHoQCqM3s23tiNRBQtQ/uadfrzB+0MgmrbYixaozZpViqcyJEF121q27hWMraBkp0vvLDmNhfh71M1IjTtQ2QjAW1chzlPrFqiLHqbmqYrsx2G2NVPdVFjNU0Q0ZYTSPE720NHVTCiVU17FlajNXFT8uYG//U9iuSNne9uNXqdzEKnFj1hdW4/Pr9xGpE7PRGsyde3ihnrr9NnLAA+kj3wh6Z117BDR7/w795hVUtdqrqP4WE1UioOLeeMR/5zBdj1SCspjLzTureLY8bQhF4H2D2uGj1MXwTxGmNd9PS4zApIgtqn3r72Z/rWlhNoB2IqyK/ee6b8o/f3yTq2dV4YdW9nv+CI4o6H5ly4qZaEqn30aldP3eE1XN/p4inShxVW1iNi7FqC6vqR6m8D10RCiDcpZxYrXlKMcbYUepg+hBV8HOwcLL/Fv4I1uCIjMhG2TghMnLTiGy8NfJNSzvg+3L74+W99zGrsoTV+2L6VLta67143Getl9Of/EvwwarIF7hNu5bd5qGlf7VcdqnIfTsvCUQONTbq2VeLtmubQVi1Ygxp13MsQfVvRW67PuZFXfNYaENx/exAdNU/GTeRRvyviZtCAYQ+LKFVqLe+Nl7G3BV7lc7/yFQ0nnPcB6jMJ1GDRYqPsk82WVo5jjIKqyLKKXB1jJjiqZr+ZgkFl2yVwWuj/oIW5z3J3/DHcXjW6K1xmmdOK2NMB+UhrOZh39ZnWznPKWuRtEMfppP3caFQtA1dwweDbRuLEVajc+qIrLtTZJk7Rw4tv1Fk7DYZ9wXdtBir4n+407HtUH6rbpXOzTeFPtRZzygoY567b9UVcveZ7inTULVtv2bnf5U3P/G/5bvGJukf0QzfzIlsKBcQVqOCorMGtsITeFft4/0vEV/UVepfSFj1P4js+nKJzLwNb4PfpqxbPaE6Wp+YdJrPh7Cad5RVKaxa4QLedvHH5MqXO5f0d/3s3fKBHwc1jP94lRWj9RHZ9O014n1aSn32N/u+I1Mve4sTK9UVSL0wAFbuXigAEU8sDcoMfrM0+I/L58+wju3ZqeSRx74m8odXyrkzrfAAT8jZl71FrJOvH7DMqsA/Yqw60AgFUMB4SGImUMYLvp/Z9sK13H7m14t1b+dCqRd7oto6tX3uqpZuW09yVU2V/JMIMKaxj7oJ4C/UQ9z0Yal6Su69Upjneq9Pml6jfp7nqhVWrZ4/X973xr+WoeOek/EffkA+E44H0GDjQFhFWG2weU9P09r+gkdYnR67q7LUfnYgquTStLzbPndV3Z+Mo6oJk3+YAGMam6ibAPNcFcRDYYneMC4r3rFarM8Dp52QraI2vZYn81yv9Ujz69PP81z1wmrz+z+uhQirCKvttf6KWt72FzzCakWGNY3Z9rMDMY3Y+q7ots9dVXcY46hqwuSPsIoNTDcB5rmKekD5JoVXQjj2e0Ul93y2+C4930WNq2A/z3MIq9WZI8Iqwmp11tXSnHnBt7TjG9zsfnYgGtwtpTeNuat0pFqGjKNq+ZJ7lABjGquomwDzXN3EKY95Dhuom0A/z3MIq9VZC8Iqwmp11tXSnHnBt7TjG9zsfnYgGtwtpTeNuat0pAir1SIl9xQCjGlMpG4C+At1E6c85jlsoG4C/TzPIaxWZy0Iqwir1VlXS3PmBd/Sjm9ws/vZgWhwt5TeNOau0pEirFaLlNwRVrGBHiOAv9BjHdKC6uC7tKCTe6yJ/TzPIaxWZ0wIqwir1VlXS3PmBd/Sjm9ws/vZgWhwt5TeNOau0pEirFaLlNwRVrGBHiOAv9BjHdKC6uC7tKCTe6yJ/TzPIaxWZ0wIqwir1VlXS3PmBd/Sjm9ws/vZgWhwt5TeNOau0pEirFaLlNwRVrGBHiOAv9BjHdKC6uC7tKCTe6yJ/TzPIaxWZ0wIqwir1VlXS3OenJyU8847T2bNmtVSAjS7aQQOHjwoP/7xj2XBggVNaxrtUQgwd1VrDoyjavmSe5QAYxqrqJsA81zdxCmPeQ4bqJtAP89zV3zzCjnhuBPkGDmmbmyNLu+oHJUXfvuC3Pu2e7tq54EDB+z0Dz/8cO58LrjgAjvNnj17ZGBgIHd6L8Gjuydkzoyz5dhjjy2UxzH79u07WiTl4cOH5dkjT8g5cweLJLfT7NixQ+bPn184PQl7i8DU1JS87GUvk7lz58oxxzBp9VbvUJu8BI4ePSq7d++WX/3qV9LpdPIm5/k+IsDcVV1nMY6qY0vO8QQY01hHnQSY5+qkTVkeAeY5bKFOAv0+z3144sPy5K+flJfOfGmd2Bpf1u8O/U7OOuks+ejgR7tqK8IqwmpXBtS0xNaAePLJJ+WMM86QU089VWbMmIHA2rRObkF7LMfhyJEjsnfvXvn5z38uZ511lsyePbsFLW9vE5m7yu97xlH5TMkxOwHGdHZWPFmcAPNccXak7J4A81z3DMkhnUBT5rknn39SVn5vpbxk5ktk1sxZnFxN7/rEJ6yTqgcPHZQXD70oa964Rs46+ayuckRYRVjtyoCamNgaFM8884zs37/fFqf4B4F+JGBtCpx44oly2mmnIar2YwcWqDNzVwFoKUkYR+UzJcfsBBjT2VnxZHECzHPF2ZGyewLMc90zJId0Ak2Z5yxx9Z5H7pHHfvmYHDpyKL3hPBFLYOaMmfLaU14rV517VdeiqlUIwirCKsMNAhCAAAQgAAEIQAACEIAABCAAAQhAAAIQyEkAYRVhNafJ8DgEIAABCEAAAhCAAAQgAAEIQAACEIAABCCAsIqwyiiAAAQgAAEIQAACEIAABCAAAQhAAAIQgAAEchJAWEVYzWkyPA4BCEAAAhCAAAQgAAEIQAACEIAABCAAAQggrCKsMgogAAEIQAACEIAABCAAAQhAAAIQgAAEIACBnAQQVhFWc5oMj0MAAhCAAAQgAAEIQAACEIAABCAAAQhAAAIIqwirjAIIQAACEIAABCAAAQhAAAIQgAAEIAABCEAgJwGEVYTVnCbD4xCAAAQgAAEIQAACEIAABCAAAQhAAAIQgADCKsIqowACEIAABCAAAQhAAAIQgAAEIAABCEAAAhDISQBhFWE1p8nwOAQgAAEIQAACEIAABCAAAQhAAAIQgAAEIICwirDKKIAABCAAAQhAAAIQgAAEIAABCEAAAhCAAARyEkBYRVjNaTI8DgEIQAACEIAABCAAAQhAAAIQgAAEIAABCCCsIqwyCiAAAQhAAAIQgAAEIAABCEAAAhCAAAQgAIGcBBBWEVZzmgyPQwACEIAABCAAAQhAAAIQgAAEIAABCEAAAgirCKuMAghAAAIQgAAEIAABCEAAAhCAAAQgAAEIQCAnAYRVhNWcJsPjEIAABCAAAQhAAAIQgAAEIAABCEAAAhCAAMIqwiqjAAIQgAAEIAABCEAAAhCAAAQgAAEIQAACEMhJAGEVYTWnyfA4BCAAAQhAAAIQgAAEIAABCEAAAhCAAAQggLCKsMoogAAEIAABCEAAAhCAAAQgAAEIQAACEIAABHISQFhFWM1pMjwOAQhAAAIQgAAEIAABCEAAAhCAAAQgAAEIIKwirDIKIAABCEAAAhCAAAQgAAEIQAACEIAABCDQlwQ8cbObys+ePbtQcoRVhNVChkMiCEAAAhCAAAQgAAEIQAACEIAABCAAAQhMNwGE1QmZM+NsOfbYYwt1xTH79u07WiTl4cOH5VmE1SLoSAMBCEAAAhCAAAQgAAEIQAACEIAABCAAgWkngLCKsDrtRkgFIAABCEAAAhCAAAQgAAEIQAACEIAABCDQbwQQVhFW+81mqS8EIAABCEAAAhCAAAQgAAEIQAACEIAABKadAMIqwuq0GyEVgAAEIAABCEAAAhCAAAQgAAEIQAACEIBAvxFAWEVY7Tebpb4QgAAEIAABCEAAAhCAAAQgAAEIQAACEJh2AgirCKvTboRUAAIQgAAEIAABCEAAAhCAAAQgAAEIQAAC/UYgTVj9+te/Lm9/+9sTmzV79uxCzfbKfvjhh3Onv+CCC+w0e/bskYGBgdzpvQSP7kZYLQyPhBCAAAQgAAEIQAACEIAABCAAAQhAAAIQaCuBJGHVElW9f0niKsJqAes5fPiwPHvkCTln7mCB1E6SHTt2yPz58wunJyEEIAABCEAAAhCAAAQgAAEIQAACEIAABCBQjECcsKqKqmniKsJqAfYIqwWgkaQSAnu3rJDFN4+LDI7Klk8My6mVlEKmEIAABCAAAQhAAAIQgAAEIAABCECgWQRMwqpJVE0SVxFWC9hEG4TVydsHZdmGEVl3p8iyazfKyJ0Tsvz8ArAKJHHKthKOyLqJ5bKgQB52ku1jMnjtRpEl62TihsK5FC29u3S7N8uKd6yW8XAumoA6KWODy2RjBlHVYzpy04hsvLVPmXRHtKGpXRuIbV3yGPKE+aFVW2Tt4nyyvJ92+Y0iY7fJeAY7jKtmN/VoaMfSLAhAAAI9SiD5vVPYX3T9HinwPtJAxfhPRd5z5g7w2t+lj9qjvZutWt3ZgO+T3jkhix50fP7CdpOtwpU+lXfdgs9Tdnd49jgko19bK8NzQ/l7c4Llp35QZPU7VkvX80zZTegqv4TxqPrmKoekwzj9vH7uimNa4mZxVufhujSeNMLT+XtajNUsdUNYzUIp9EzzhdW9svn9i2W1jMq6t26TZTeP1+fwhBzifna0CpiWk0RhoC4EfMfNE4rt56ZkaQbxmcmzcG/0eMIUZzKl9t04992kDVerzLx6vMOoHgQgAIE+J9Ddeye28WUIq0b/yfVpJ6SkjXaEVZHubKBRPmmBdQs+T9lTYA57LGOeKbv6Xednar8y7+U9qISwGtMjzeLcqHm46zEkgrDKx6tKMCNTFu5kPLBO1skyWbYhZgewgtIdZ0NkZInIxg3jihOsviDcgl2BMdgpdv/u7c6pL4ZLtjqnV9V/bnq7zAdEhibG/ROinqAZyVtEnN+edk6LKvmVcxoi2A0L5+df+7fqfcXO6IlWdVfSa7tdvyEZGhyX8QmRyIlV7TmnMVa5S6cWu6eGgwa2UuSuwMbLzTKLMxndYbVta/5GbUwMrbpVOjffJBs9ByzsWIUWD0ODQzI+MS5DoROrT/snzkPj0U6/TcS1RftXy2avmpLFytgcWvV5WfjAu2W1tQhW/mF/5VoOuUEAAhAoRiD9vRPvO50qsT6b6aSp4tfEpvMbEe8/hYXAoX/R/T6j3xNX9uCQ6y+OyAeXbJRb7BtWbfOVitmA9x43n1jdIp17Fofe/fWtP4qNBZHc65bQesSyvVFZ7YT18v+1+TR0kZ7If2JVuxGoHVhR/NQL/1wu+rdvyL+qVeridlaRlmVLE9f+0KaSt3ZUTu4aORRcPw+tWicLH1jmjOEQp/T5O1tLp/epPuccow1ceqnI/fe38T2mtxlhFWG1/PnFILR5hVQvbAQnZb2rGuOuyCOeWGNP1EMybp2onRD5i/cMyT9/znotOE6I95wmHL3rKhn6yj22aOq0IXjR6A7NiKz7WkfW21fwh+RvbhT55G1B3gt8p39IrnrXuNzzFVdkfcO4K3KW4QCmO6vBAsETeZWFSkh0tdsrbkgEq/1qKABFnB25c53ItY5QfPHii+QHWyw3wnXslHYbr9iUb4XkmJlAur14zow9JkK2ai8ubx4PbRa4/a4Jq+JvJOj5iC6seiKp7aSe7px8nwiPE2scBgsodQxqi9vwBkneHffMDHkQAhCAAASyE0h+7/ibwAYfIuxXaT6b/36KviP8jUDTu8UPY5P+PvTaGKmj9r7T312B6KX7mSLzRGRXS32l4jZg+ZFn3htc//dCAfiL+7569+dft1h++chTiu/l2b3bbn9zuh/DmGWfREp+spiwGvZFAx/ZmoOCdVHksE3P9U18+42HckLCaoSDd/Ai8/p5SEZXdWT1zdYqMjjM4x8QSphf84YhK9lwcmbXx5y196uuDTgQWPMjrCKs5pwQMj7uX5Nwd56kpg8jadczxBdlLCfEc7wST3GG46h6E7n/Ygh2gFWxyXeaNYddEVb9F2gwofqLg9JfrlkWBtFnzKdZvfYGQrJZWNUXC76wamg3wmrGMVTbY8lxzrSNA4Ot6tfRvFPYScJqsHngj6GEGKta/v5L3cn/dPfDa3HCqj/WfWGfExy1mRUFQQACEIglkPDeWbJOtnTWO6fv8vpOoblefUeEF9/mq9QG/ynmVo7u90Vj8Kv5R5716+kKq630lYrbQJqw2lfv/gLrFmtYJYYC4Bp2gbm3iLBqOJCj+amLZKt9MzHwe7W1Vk99u6MbwS/LwaQs62f3AMZgEEYw7iZn/4bC6GPOoTXYAgndBG7le0yfahBWEVYLvHwyJHFf6v5uXeniobkOwQmC0O9LvJAEwQnNyKkDUx1zCqvOC8ATdNUTq+H6ui/Zp4OToPYTpXCqQlgV/+pdkrDqLWIQVjOMkZ55JIu9KB9y8+qthsHIdWI16mCGQwHYn8AKLWa1U67uqQxJEVajiBFWe8bsqAgEINBiAllPK0Z9p8RN6dCHVdR3hC+smt4tGU+smjbUIwt/Q/5REdZrP8KqKjqpvR0VoHSbSTqx2k/CapF1S6ywGg6FUcqaoi3TVAFhNXRCOOqnnikb2yCsmjhETqwmC6taiDxlcy3L/NqaE6vTzTkirAbagK5hZFxXNnBqQVhFWC3drE1xsZxCqhY1lFOV9nV99SNOQRyrKk+sxgqrqc6Noe6FeyYhRpjn8A9eJe+auEe+EreL6l/xj74IEVYLd0yPJsz7AtRtVbuO5scN1k+UOhsGXiiAZGH11oHVcpMXby7sXIWuu6UJq+XELO7RbqNaEIAABPqWQEZhNeGWhHEjOkFY1eK+xy7cE/wn5XRO+JaEtbDXfN9Q/girJkPNawNNFFaLrVvCwqoWX1WNO5+69ujbCaSCihcQVk0h5DQ/tQnCapYYq92fWE0TVpPm12YIq33AGWE1dd7xhNWHH3449dnwAxdccIH9p9mzZ+dOayUoo+w9e/bIwMBAofKtRI/uRlgtDC8pobMD25F1d4osu3ajG3/RPodW3T9fNFTDDgQTlR57qZoYq/EnVkNXowf/Rm6UT8pt1segbBE4cOZLiUNr/KqtsrPkC6sZY6yebn00yIobmxRjNYh5SYzV6sy8/JzThNWw46/bqllY1ePb6cJq9ONt6olVX1jVxNhQjNWsJ1ZDz5VzIrz8HiBHCEAAAu0ikFFUC38IcXBUPv/WbfJu+yM9CddwDe8IX1g1vVv8E6vqhrx6w0m/8pgorBryD8dY9W73EGNVvyatjoGkOLtpoQD8j974p4erPthRcPQWXLeEY6z69hX6hgQ+T55+KSKsGmI5G4XVmLVWz4cCUOe9UPzMkmOsZhZW0+bvPF0+Lc+a7KxPOIdjrCragIOSGKtliJsIqwUG5uHDh+XZI0/IOXMHC6R2kuzYsUPmz59fOH2VCe2dpR1BjJRSxMKUCmsf2FGc5OA60a0yuuMm/Wuh7m5u7JcG83zV0L8OHYQCUJ2/oPruiT0JxEr/tzJ3l01fxzVOfApY9QuMMR8h006sWk5BTPwx7XSIW0QddlClXTcz7+QYq/aL0v8gm0LAs1Wl/7UPvqmwtK+lOgK9+k8PBeDt8Luv6SUjsnGDE8x+9J8Wyrb/uVrGDYtm/8Mk1pOrPi8LH3h36MvAPbqwaqZR0SoIQAACCQTSNvRCVwztnKLxuf0CPN8lMRSAFwPcJ9uouwAAIABJREFU8G752loZnqtU1+g/jcjoqilZ7fp6npgV3IzQ36Uj6rtL+diSDiW4TaX+vR2+UhEb8A4jKOGplG8oqB/Qifjcav/2yNjsZt2i+t5hn2doyYjIho3KB3d7pME9XY0UX9j71kZIUIys30Jz0KmmuST0tfvewJLQfrW+avs+KLLaPXQT4VBo/ezO0cYbBcnzqzZ/9wbQmFr0OedwCEO3lf7hNaXV7XiP6d2MsMqJ1Z6efqhcrxPwdtmsBc+oyC3OF9zbOJn2ek9RPwhAAAIQgAAEIAABCEAAAl0T0D68VvGt1K4r28cZwLlvOg9hFWG1b4yVivYogfCJ1TJP3fZok6kWBCAAAQhAAAIQgAAEIACBVhJA8Kun2+FcD+cSSkFYRVgtwYzIAgIQgAAEIAABCEAAAhCAAAQgAAEIQAAC7SKAsIqw2i6Lp7UQgAAEIAABCEAAAhCAAAQgAAEIQAACECiBAMIqwmoJZkQWEIAABCAAAQhAAAIQgAAEIAABCEAAAhBoFwGEVYTVdlk8rYUABCAAAQhAAAIQgAAEIAABCEAAAhCAQAkEEFYRVkswI7KAAAQgAAEIQAACEIAABCAAAQhAAAIQgEC7CCCsIqy2y+JpLQQgAAEIQAACEIAABCAAAQhAAAIQgAAESiCAsIqwWoIZkQUEIAABCEAAAhCAAAQgAAEIQAACEIAABNpFAGEVYbVdFk9rIQABCEAAAhCAAAQgAAEIQAACEIAABCBQAgGEVYTVEsyILCAAAQhAAAIQgAAEIAABCEAAAhCAAAQg0C4CCKsIq+2yeFoLAQhAAAIQgAAEIAABCEAAAhCAAAQgAIESCCCsIqyWYEZkAQEIQAACEIAABCAAAQhAAAIQgAAEIACBdhFAWEVYzW3xTz31VO40JIAABCAAAQhAAAIQgAAEIAABCEAAAhCAQK8RmD9/fuEqIawirOY2HoTV3MhIAAEIQAACEIAABCAAAQhAAAIQgAAEINCDBBBWBwr3yqO7EVZzwzt69GjuNCSAAAQgAAEIQAACEIAABCAAAQhAAAIQgECvETjmmGMKV4kTqwiruY0HYTU3MhJAAAIQgAAEIAABCEAAAhCAAAQgAAEI9CABhFVOrNZqlgirteKmMAhAAAIQgAAEIAABCEAAAhCAAAQgAIGKCCCsIqxWZFrmbBFWa8VNYRCAAAQgAAEIQAACEIAABCAAAQhAAAIVEUBYRVityLQQVmsFS2EQgAAEIAABCEAAAhCAAAQgAAEIQAACtRJAWEVYrdXgOLFaK24KgwAEIAABCEAAAhCAAAQgAAEIQAACEKiIAMIqwmpFpmXOFmG1VtwUBgEIQAACEIAABCAAAQhAAAIQgAAEIFARAYRVhNWKTAthtVawFAYBCEAAAhCAAAQgAAEIQAACEIAABCBQKwGEVYTVWg2uX0+sHvzPx+Sz394jP5ITZPhPXyuXvnJ2rdwoDAIQgAAEIAABCEAAAhCAAAQgAAEIQKC3CCCsIqzWapF9KazueUxWfGqXHBw4RV4nL8iXdojcdN2b5NLfrxUdhUEAAhCAAAQgAAEIQAACEIAABCAAAQj0EAGEVYTVWs2xp4XVgy/I/oNHIjx2fW+7vPfxU+RLy8+TebJXNo9tl/tf/VpZ88aTouxmnSAnzppRK1MKgwAEIAABCEAAAhCAAAQgAAEIQAACEKifAMIqwmqtVpddWJ2UsaFrRD41LsvPr6eKk198QK55JKas406SsesvlAtlSsbumJJNv4157twBGb+8U0+Fqyxl+5gMXbfJLWFQVn51rQzPtf7X6RfvF+svV4b6aPKOIblG7pLx6xeEamju073fWCHDN0+4z14pd40vFzWlOT+9Hmod0vKzW3HHkKzvbJa1f36qU67WXrVN0fbKEr1tdnkPLJTNa4fFza3KnunpvO2+2qD2ocVvvXR8+zFUP8TeZFNeKnP+uj06z4bsaPdmWfHObbLwq0tl6p3XyCZTH04tNdisW7Kdfo14Vmr/dXCloc/3yuYVw7JGlN9Maa30oTo4JcWln5KloXFhtGMfr8Fu/d8sNotka2gcG7kZxkZS/2i967ZbVgXjTB+bwdPB+I2rd1x/evOSk1esfWTubwN/04irwh4M9uS0R62AwsGug9kubEvy5qUPiKx+5xpR+yHRdgz91tOTDpVrL4GS/RR9flL9njDiJD9I/21Qmf8iHRVbf3f8JvhF7e30oOVp7xN9/oz6lk1iGH33xfsuiTaZ4q9kHyNJNpxjjPRZJ6Xy8X1R3Xfps2bGVzdhTvMTWc98ruP7z5FxrPhCSTzbNL7NwKNr6qjPaKX03mXx4w7O5Y1AhFWE1fKsKUNO6cKqu7B1FYywaJehiMKPWMLq+tP+SNa++RQRS0D9hx2agGjO+GS56+8vtIXAvd99SIaf+YP+F1ZDC3ZVOHw6LJraL9EpW3gd+oEikGpCRkKfhl6wqoiqTfSG/Kbe44ruan0T8tNe6tdtksC5DIl/SpuG51q/bZVFBlFLE2ONIlthU+zPhFY/fHxKOtao8frGFuIThFXXCdPHufPynwovSHPkb9vRjrC4qQiroQ0B29bihNUYocko+FvteUjkyg1TgZhsFMBi2pg5fSAkahsEvuWkCdrm3yPcTP1j7LOoyVp5bZUrZdOOkAMd5uzm54zHp432Et+fyuIk1j4c4T2y+WLqbxP/cNMqsQd3jhwINm1MC2XtbzmF1QnfuU62HVO/9eeERK0bTaBsP0V77ysbE4YN08jc76cdFfn4sOi+ifXeMYgoCfU/NYsf0+jOLdq4vbL5jnEZun5YxN6w7/gb9fEb/kXL6qF0xnefiBjfVdF3TVpL9n5jTMYvXi7DTwf+vnXQIvFQQawNn25vPmcaI2kV67XfE+cQVdRK2rTptUblqE/SnKb5ptfIJm/NFBGaFft801Z/fRm2t1aN70gX5NFJJmXsDpHl1yeMu4Rx3W7OOWxfeRRhFWG1mOUUTJUurHoZOxOH//ItWF6eZAirDi3LWVoto8FpTkUcO/OLQ7L1Teop4qhAEy9SRfvUXsSr+RnEgkh+IYdN7eP0/ByhtLNqSrZ5bYzkZ9VztcgH1sqwWGKhyGjSadSE+uSxv35/1uunzZ31ikiZIPC5Tn/HdCo9wQ4y5R/uE+3E6nrprOrImgdSBD+7Q2IEUO9EYEic805CL50aDk5ExwhgkVPTyknqLOnt2oVPXmvOa9JJ4Zh+Ubkl9U9oARG1XS9/64RwUI/YucHPT3/ezze2PwPBItH+Mva3sf+0xlVnDyobZ1MpEAXCc5y9aWCfRM16YnVKFq6akjWKvZptx9xv/T43Uf/mESjdT7HFKeVdn8fP8HykuxfKts/o/kLcHJ2r/imbKM3r3WItmrxjhey83H0n2Jtki/xbKImbp8WK65lU8e8+wwa179ek3CTyWrd9TFb8bMRZD3QzRjwb/mpH1od86ng/pmcQZ6tIJj5pm97ZiurFp5LmNOfGo+Ozbu2slKkH3HkyzEz1rS/fGT8nt2h8x/d1mk5i/b5Rzly7XBYYOPvj7uJxOJc4oBBWEVZLNKf0rPpHWD0gux5/Wp4+mNKmWSfJ6149R2Y16cRquMmKUy9hIdRwIjGPsBqha1jMhPNz/r8jV27Y5J8ojj3ZbLhyYonGo7I6JB4rNVFfQNq1FusZw3UyhFX/Cru9EXK6ekU5TViNF4Z021AciAz5R06nhIXVr+oni+JtNo8TrDxr7QB7V51Mi+LILr3tcganNdPSu3DKFlY1bomL+Qwnkd32W6fcvVO16ZzNwmp8f3rCapp9ZOnvGP4RYTXjgjRXfzr13/ZWJ2xCogjgzTc5hdWldviHoO5G21HmMrXf0t/sPAGBaSbQtZ+ibKjOTdq0csWBlA1mh0bawjfkd8RtlOBjpBtXSGhx3qfebaMc/ZBeUo89kfbu6+bKefjGVvYxksW3zz1Geox8tDpZ+OTxKXu+wckVDPuQ3trK8l08cT1JWLVPWbqHXCJzclvGdxLi5HktKnSrealpk+wWznlHIcIqwmpem+nq+f4RVvM3szGhANSmh64SRU6ElimsxlwxNgqrN0sQ99UoUgVxU33RVXmBW9cb9FO5epxVP0xAlit5LHrcK2eeSKq+sPMJq+FYS1rf+YvOcP6GGKvh+KURYdU9jezmeXpsKIAcTrBmB0o669RzOD6rNcbCdUxMX16M1eDKfQq3LoRVTbRT2mVfKzKGXFBPSubpT3fRqNU1xv7sfnA4Gvs7jr970sKZFquzBzXuXTXC6nJZkCKcxvVb22NH5/cGSFErgZL8lHB8urgN2yx+kDFedhyUUP21x2L8olr59nxhujCgCnZr/MDobbh+neJ7hQ4KJMZaNd5e8+KYBwaRKVxbrA1njGne8/YXVDB9DsnhQ/RRuyNVjcxpMTcBE4XVBW7cfJO96dfhgzii/Qwtb92ThNXwpkhUVFW/BRFvt3DO2ysIqwireW2mq+ebJaweEjk0U2Sm68Y1Jcaq3ZxgMlUdpywLivwnVr3YQ2bH13xiVf3QUNhRMeWnO96JO3lxQq2FxSQ2Iaw6J+z8D224U4QtHEp8jNVE4U53GPLmn35i1RHkPCHJOsGcLPiln/oIOyYWBXvhYl2zMZxECtcxb3pb5is5FEA5J1bVWGLe68IZ23Yc5lRhNXoiNO3Ealb7SOrvWP7eB+5yCqv5+rOOE6vWRwGDcbXoodAH/AwfJmznYqUrF4fEtRIoz0+JhN+wxSCxY3RaN3W8j8hZ/pA1dpJCIvnzkbJ5ps5RgaBlrr+DMNkvqhVzrxcWOa3qCoBKnHWbfwM/Mpr13RfuQu0asLfxq30rICrM5BkjzkeH423YNEZ63czS6pfEJ/ggb9OFVfOcpq25VDE1QVi1w36pIZHCc3ILxneyzcULq3Fr3Ph3kxJ6Cs5pQz3xd4RVhNWuDChv4sYIq0eel4kv/Ies/NUc2Xj1eTJvZoM+XuU5Q4avlpcurCad1HCNKyLUGq98uWKMezow/AVsL4i/9lV3W/laKZ976zZ5jyb2mE4/uJVBWDUMecPL3eekXz/WErt9b4yx6tqg2PFX8+cfsRnTiVX7JKLj5MoSkU2iivVeTeNjatofL/O/bGpwltOubHebvgJhVeOW1D+24+V8tM6LneX3rWGjIVXA9vMzhwKI70+r/Dz2EdffCf2nxVeuzh5UkTyyQFMGji3YFoixap3UtRd37tjsLNkkUx0n9ID9L6Hf/GfyvvB5HgKVEXBFm5L8lOhCNF4ASfKDrDj012zI8gX6+PqbPzpUGci+zzjaH4ZwDYkbuf2KIO3dFxdjVd/IM7beIFbnGSNJNuxsOmYZI/3VL9n4NFlYjZvTwqcevX4dlJWGuNSev2cJq5m/99HI8Z1m/3HCqnkNGzfukuw28l2VVnJO6wf9d4RVhNV8FtPl040QVn+7S778+cdk7S6RzrkD8tnLO42KsZp0DTVycswgsOQ5sRp/4i4wtGh+IcdEOWFqvQTMX0nXDVd7kSi7c7bwEN6tk9CXupX/jxMkuhwm/ZXceGLXe+HfJXJdQkxK4xWx4MSjfVpaVAHTQ5Ocf3Zh1f2yrXXa1rBAt0uLEf99gWut+wXiyElM104tx/Hq6FX+btPbsnDJJ1aNmxjXbRLtul/i1dQYR8+1kegmRhCCIwhRELWXRGFVjUfrj5x4+4jdsY/rv7B4XKE9qHOXyQnW/pbi4PontAyxWL3TtOGTc5GPRXIav7/m4hbVtmw/JXKiMeHmSqwfFDPXm7olrf5Z/JgWdXdCU81ClbmPnBPIwenBPieY6Ht58e7XiH7QIBC5kkIBmHyLvGPEaMMNFmay8WmusJo0p2kjLXxi9Z3bZKHvZ7n2OXCX2CdW1VPmobXeNepaLLyO6/Ohna36Mf62aYwljLsku7U3ClvPOVtveE8hrCKs5rOYLp/uH2H1iOyffFS2vmxAhl85O2j1/im569M75LP7RU6cN08+e/VrZd4M5+emxFg1XWENroRGr/mGYyxlF1bjdjH1nWxjfqFYUU4dsuVn91Uoxqovttg9qYYkCOWpXZVyzaLl4kOcuOf021vkyg23+B8Z06YPT8gM9aXdA6s2y9KpYfu6ZfTKsjve/Py/I52w+BUW/GNPrNrWYH84aM1AIKBHpjlXTNNPPHt2Gn8dx2bz8htFxm6TyGlp/0NoRdOLLPj/RCb/r2lS/i/yX+T/yP8xztdWvWNOEptOohr6JzauWqzz5iwm5iwXuW3MQMIev7ZUbA4dEdufayVuMyWwv7B9hPs7hb96qtPj2bU9PGvHelUX+KZTqtG5WJkbjXVwKmiNHzu8hbUoMX7kKnTyNqXfIuOrSz+A5BDolkD5fkrUf4iPHxnjB1mbgNdtijTNJGDF19/50F4QG9TLrnkn/Lq1ATt9rP8V7qPmxVhN9r3cGzim98QSR7SKfGfA75A48S/rGEnwxT8lck3GMVKKfdSaSRY+zRVWk+dkpSNC1//19Zdzk3CzfVMoiWfzx3e66Zp91yxrZi9v590kzhpIcc2Ddx+c0/tBfwJhFWE1r8109Xx2YbWrYgolnvziA7L+tD+StW8+ReS5x+UjYz+T+4/MkOFFr5YVb54ns37xYxm9+xnZdkhk1itOk43LzvNFVVueaVSM1UIISQQBCEAAAhCAAAQgAAEIQAACEIAABFpDAGEVYbVWY+8bYVVEDj72b/LeLzwvUyLSmTdbTvzFAZk8IiLHnyx3Lb9QFhyno0NYrdWUKAwCEIAABCAAAQhAAAIQgAAEIAABCEwrAYRVhNVaDbCfhFWRI7Lroe/Le799QPZ7lGJEVetnhNVaTYnCIAABCEAAAhCAAAQgAAEIQAACEIDAtBJAWEVYrdUA+0tYtdAckV3fHZeRrQfl4IxZsvKvhmR4rhtUNUQOYbVWU6IwCEAAAhCAAAQgAAEIQAACEIAABCAwrQQQVhFWazXA/hNWLTwHZPIrP5SdgxfK8CtmxvJCWK3VlCgMAhCAAAQgAAEIQAACEIAABCAAAQhMKwGEVYTVWg2wP4XVbIgQVrNx4ikIQAACEIAABCAAAQhAAAIQgAAEINAEAgirCKu12jHCaq24KQwCEIAABCAAAQhAAAIQgAAEIAABCECgIgIIqwirFZmWOdteF1aveaRLHOcOyPjlnS4zITkEIAABCEAAAhCAAAQgAAEIQAACEIBArxNAWEVYrdVGe1lYlYMvyP6DR7rjMesEOXGW+eNW3WVMaghAAAIQgAAEIAABCEAAAhCAAAQgAIFeIoCwirBaqz32tLBaKwkKgwAEIAABCEAAAhCAAAQgAAEIQAACEOhnAgirCKu12i/Caq24KQwCEIAABCAAAQhAAAIQgAAEIAABCECgIgIIqwirFZmWOVuE1VpxUxgEIAABCEAAAhCAAAQgAAEIQAACEIBARQQQVhFWKzIthNVawVIYBCAAAQhAAAIQgAAEIAABCEAAAhCAQK0EEFYRVms1OE6s1oqbwiAAAQhAAAIQgAAEIAABCEAAAhCAAAQqIoCwirBakWmZs0VYrRU3hUEAAhCAAAQgAAEIQAACEIAABCAAAQhURABhFWG1ItNCWK0VLIVBAAIQgAAEIAABCEAAAhCAAAQgAAEI1EoAYRVhtVaD48RqrbgpDAIQgAAEIAABCEAAAhCAAAQgAAEIQKAiAgirCKsVmZY5W4TVWnFTGAQgAAEIQAACEIAABCAAAQhAAAIQgEBFBBBWEVYrMi2E1VrBUhgEIAABCEAAAhCAAAQgAAEIQAACEIBArQQQVhFWazU4TqzWipvCIAABCEAAAhCAAAQgAAEIQAACEIAABCoigLCKsFqRaZmzfeqpp2otj8IgAAEIQAACEIAABCAAAQhAAAIQgAAEIFAFgfnz5xfO9sCBA3bahx9+OHceF1xwgZ1m9uzZudNaCcooe8+ePTIwgLBaqANIBAEIQAACEIAABCAAAQhAAAIQgAAEIAABCBQjUIa4ibBagP3hw4fl2SNPyDlzBwukdpLs2LFDulHVCxdMQghAAAIQgAAEIAABCEAAAhCAAAQgAAEItJwAwuqEzJlxthx77LGFLOGYffv2HS2SEmG1CDXSQAACEIAABCAAAQhAAAIQgAAEIAABCECgNwggrCKs9oYlUgsIQAACEIAABCAAAQhAAAIQgAAEIAABCPQRAYRVhNU+MleqCgEIQAACEIAABCAAAQhAAAIQgAAEIACB3iCAsIqw2huWSC0gAAEIQAACEIAABCAAAQhAAAIQgAAEINBHBBBWEVb7yFypKgQgAAEIQAACEIAABCAAAQhAAAIQgAAEeoMAwirCam9YIrWAAAQgAAEIQAACEIAABCAAAQhAAAIQgEAfEUBYRVjtI3PtrqoH//NRWf+tPTIpJ8jwn50jl75ydncZkhoCEIAABCAAAQhAAAIQgAAEIAABCECgtQQQVhFW22H8ex6VFf+4Sw6edYoskBfkS0+K/N1fXyKX/n47mk8rIQABCEAAAhCAAAQgAAEIQAACEIAABMolgLCKsFquRU13bgdfkP0Hj0Rqset7D8tVP3m5fPnG82Se7JXNtz0s97/mHFnzxpOiNZ51gpw4a8Z0t4TyIQABCEAAAhCAAAQgAAEIQAACEIAABHqYAMIqwmo15rl9TAav3ejmPSSjX1srw3OrKUrNdfKL35ZlP44p57iTZOyGi+Qi2Sljt0/Jxt/GPHfeWTJxeaf6ylZdQmwfTMrY4DLxeseqxsidE7L8/KBCk7cPyjJZJxM3LAj+mNanuzfLindsk4XGvt4rm9+/WKauCsrZu2WFLL55PNlGrDLv6ciWTwzLqSFeVh3Xd7bI2sXOL5nyq5p5A/K3+37DiKybWC5O71v2sl46xn51bElC9mOnitiQYwOrZTToT9tmVotnBT6+QeUZlalrg6q9OvUNgzfMOYayhlYF9mPsOs3mnSeCsqPjyH0ixE4fa0E5l8qlcr/cbyxY4Z+n3gY+evZOH2x7a7jdTlumlt8oMrZHlvp976RWx1p43CmzRmReCX7z2hPYy8hT6vhXntRsSbcvU1+n9mEDxiRNgEBjCZTsp2T3A5L8IP23xDkmwS/S66K+Uxvbm7kbpjOKvgf0Ob/ZDKO+l8sjjw9gJYnzq5Y4Pn32MRL2q8N+oeLbuHnnNoAeTJDKJ3Gt04MNylultLWelV9obRYZx4oPnzSGmSOja6jkNU38uwnOeQ29mucRVhFWy7cs+6Uz5S/O7YnzgYVGcazswi1hdf3cP5a1bzlFRKZk7CNPagKiubyTZd1HLrJFpL3feVAW757f/8JqQh88HRa87JfolC1+D/2LInaojlJin6oTvVlE916eviillGkJ7mYbcfM1iWzui99f8GTKr2xra2B+Vj/fMiUda9T4IniSsGoSUG0pLiq4Wn30oMjIhqlApA3ZlUPUFWAHQsK+/ffVMjUgslGW+qK/SeiL2Ju70BBVSDX9Te1Sk0ip/c3MxXZudhiE4YgznszVroqxjvn4RKzUsCiweU0tlYkrdmpzt5c2u7AaJ8D7Ofl2YQurVpmGzZtAyAgLsR1FtI6xswYOS5oEgUYSKNtPyeEHRDb+/LSjIrcom8BJIkqSXxQSHoyb1Y3s1G4btVc23z4uQzcMi9ib78Gc32iGRt8rrw8Qz37vljEZf8NyGX468PfjfW83nwQb1v0ud2M2baO6W9OoI33iHJK+1qmjipWWkWn9HlqbRebIwEfd0lmvjWHf17T8vlbPkS6jCac3w4eb9D6elLHbRZbfcLp+QEnh7qzdg7kSzpWOksTMEVYRVku3PmtAW6fSvJOEySfeyi0eYdWVphL64Mx7B2XrJeoJ1ajAo03K7mnQ9D6NEYpsh1Fk4cBqmfLKdf826p1ENZxMtRy3rZ1RmXpAxH/Obp5VzlbprJqSbZ6dZcivXEtrZm5ev9vOkC96pQiAJnE0pj+tE8ZLpxYHJ42NwqortIdFN+/Zr3VkvbJxE3eC0hFXLUdjkWy1TmOanH5XuOyET9zG/d3qdt/xXipT7zAIiXGnrHMLq0mLFUOfxPAxWao+vpW8RN8Uq11Y1fhatxxCwmrYJlwRXj0J38yRSasg0DwCSb5iET/F3oi6RfEXUm68GP2gf1oo29bpPkfSOybOL4rUP+Zd17xe7a5Fk7evkJ1XuDfc7M3YRf7mW9gv7a6k3kod73vF+C6JN4lCbds+JiueGnHWZN2MEd+GLZ9K932iY7m3+GauTSY+GTbFMxfYWw9mWb9H1mZhZt4Nwqmloq8lvI0C5+CVWGs8dS3ayjkyeptTtwjr941y5ieWywIDZ+/dNCqr9YMKCks41zvGEFYRVqu3uBonS11YPSC7frJLdh1MaeKsk+T1r5krs5p0YjXc5KRJ1uCgpTqwxj6NP8FnvTwXPai+RJ3Th/JBx4GOLFy8F8gHRVarCyVF5LVeJMGiJiW/6q28ASUoL/jTVYEtzYmMOgbRhaiSh3ViwgvvYLQj83X1wCb1XdvYq+kJi4Cgs2KcmsQ5y2uLWViNPVVTSFhNOwGqtMQ7dRre1TZaZtAflgDgh9SIaXdtJ1b9jROv3crJZ9smV8t4g64cNmDSoAkQKI9A135Kdj/AFgdSNpidhqUtfJXmJ703EkTe8gD2eU4hIdXbRF9kh6bJ0Q99h6Go75Wloc5BBIehZ88JvndSlrE2rI+7LLXq3WeyzCFpPnHvti53zcJzmmltlltYjQkZ18o5MnleS96wCNJGboBF1htKz7eSc27LL5wAYRVhtbDxZEronvzSruBmSljsIV1YzZ9HY0IBqE0P9UGWBUWisBrbpwZnQ3GUw+WG48gEVyEUx8Y6QacKq8oL3Lompp4Wic8vvx20MoXmQKkv+3QnMvYEpBdXWXuRh09IRmOsRmPa6c6HWt70CquG+Klxwp9RWDXHX3Xa/3Q0tq0W+0ok4BTPJ9aW/bzC8VxUDLRhAAAgAElEQVSDMC5e2uzCalJ7rFjIaSdQrRJVe4sJKeHH7067QtXKkUyjIdB/BEryU7L6AVn8ID8sjRoXPI5skq9rCivTfz1UcY1N4px+XVakvu81VNxYPfs8vlesD2CusUmYyTpGtByNNqxcjY+Li18ryHIKS+eT7hOXU5NpziUyp8WszdKE1XA4jw2GcdzaOTJJWA1viqj2oH+zwhg2Bc7TMoAQVhFWKzK8wCFKjh1SbvH5hdVDIodmisx06tEsYdXcB1kWFGZhNa1Pw86G/lJQyw2uabu76PZLVez4iaergqn2wtYdb9VhTMpP+fxWucbWsNwiweet9tkioSR8vMqFoC4MYsIAhD8wZYuCbxg3xPQ0nFh1HTz9I1eOIGhdc1E/YuZ3S8NPrGqCcgKfePs3OHS9fGJV+bheMPSafIqpYRMMzYGAkUB5fkqSH2C9J7x3kOWT6jdorIrp/ov/PlQ2ytR3ZHhTa/WEaZPHE54aKgiWadGR06pu/HYlXnmd32sos2lpeRX1vXwfwPaj3A1qTeCMCjN5xojzQdssNmy+ZZTW7l78PdtaounCqnlO1kR6dW2WIKxaMfQ1oXrJiIxsEOUEdRb76kVLKatO8T5s3GlV07vJHqnqh3zhXFYH5c4HYRVhNbfRpCdwJ8ppuLKZS1g98ryMf+HfZeXzc2XT+86TeTObJKzG90ExYTVLn4acjdDOum83S9bZcXfMscmcD0dYixT935CMWrHP/qf5C/Kff+s2+dQ0xfVNHw/98ESSyBaNpxVtUZDeWrDqQmfMSWYrHIAV6kGJl+rlGz6FGhX6k8pzcpmuGKuxp70LhQKIi6+mL2SS+DiLI9O/HhVWtY9HeCdWt0jnHuWDMkpzYk8s98Owo44QaDWBcv2ULPEB1XdMXCgAKzzKsg1ZvkCf4BfVfFur380o6pc6QkHzYzCm+V7ZfABj/xvE6jxjxPzxTD1Oprdx25QYq9n4NFlYjZvTwqfHPYtz12ahuNSJfrB3C5E5MiHUjDm8hiOeZng3hYXvd6yWum4O9/u7qNv6I6wirHZrQ5H0qfE5Sy8xyDCzsPrbXfKlzz0qa3eJdM47S+65vNOoGKtJfRCJARn6CqYvSikfisnWp8nORuTE6gMLZYv38aq4eDCGnVCvtyMnVrPkV6Ht9XXWxpg7nsO/TuTaDLE+bSdeQrvRMR+i8k4H2WJ58tXzuI/feTa5TpZFTqx6O7r+aXmTA5fm1JmuJml/M9t7ecJqyheBJ7xQAIaQAcrHA6wTA/mE1dWif8zLcbS9j3/FC5lZFhspoQBcvsFpMF1Y3fZWK0SCFVLAl0e0uvX1GKTyEGgZgUr8lIx+QKwfFPNOMm5N+XGto3MsGz55jNn87jD3kXOzqTE3kRJ9rwlZ7sYW10WRQOSKhk1S3o6G2zyRU78JsRiT3/XLRPyPfhpC9uTp/h56NhufLL5ODzUqR1WyrfVc31QTSNW4qa59DqyTiUu2Bt9UcOMke34cc6S92pbN7zccGjDdHou5UWZ3rzaP6Acv4JxjAJTwKMIqwmoJZqRnEY5P4/xaz1UoXVg9Ivt/9KhsPXlAhl85O6jk/in59J1Pymf3i5w4b57c875zZN4M5+emhAJI7gMlLpJLJRyuIfxyzdan2YVVP3aZcjLVGDIio7CaOb/Srb0ZGca9eB07eLOMbLhFNpqaqp1KN+10x19zsct8+Y0iY3vsL4SqCyXtOlZcoHXXyXjzko1yy4Zw5QzzjeG6fNKixHdWlHie1t8CO42xd8NGhZ1XjhirIuG4p6GT2uqp7/kbFcdV4ZDkhDmzndmhM500V/rZPBdY+V0ql8r9cr9xSHjtCQmrN+vBHXS+1v+pC7bovGUXNQ03I5ox6mkFBKaXQNl+Sj4/IMYPEissUfRtZ3pXxNc/7uZNhpNG09sl01N67MdUwn1UzzqiTgjJvtdSsTdGTaF+jDe/1JrH+ePRk4fmcG1xJxRdGw7VKdWXqhNqV2Vl4dNcYTXbWi8krPo3xBR/TglJoV9Rt8KLWd5+in111Yf9lNjshxsF7phboN7Yg3Nv9DvCKsJqb1hiSbXQhNXnfiJ/f9vP5P4jM2R40WvkprfMk1m/+LGs/MwvZNshkVmveIVsuuY8X1S1pYbvPCiLd8+Xics7JdWIbCAAAQhAAAIQgAAEIAABCEAAAhCAAASaSABhFWG1UXYdDgVw8NF/lau+8LxMiUhn3mw58RcHZPKIiBx/sqy78SJZcJzefITVRpkDjYEABCAAAQhAAAIQgAAEIAABCEAAApURQFhFWK3MuKYj42iM1SOy68H/K1d9+4Ds9yoUI6paPyOsTkevUSYEIAABCEAAAhCAAAQgAAEIQAACEOg/AgirCKv9Z7UJNTZ/vOqI7PrO9+TKrQfl4IxZMnrtG2V4rhtUNZQXwmqjzIHGQAACEIAABCAAAQhAAAIQgAAEIACBygggrCKsVmZc05GxWVi1anJAJr+yXXYOXiTDr5gZWzWE1enoNcqEAAQgAAEIQAACEIAABCAAAQhAAAL9RwBhFWG1/6w2ocbxwmq2ZiKsZuPEUxCAAAQgAAEIQAACEIAABCAAAQhAoO0EEFYRVhs1BhBWG9WdNAYCEIAABCAAAQhAAAIQgAAEIAABCPQsAYRVhNWeNc4iFbOE1WU/LpJSSXPeWTJxeafLTEgOAQhAAAIQgAAEIAABCEAAAhCAAAQg0GQCnrDaTRtnz55dKHkZou6ePXtkYGCgUPlWokd3I6wWhteTCQ++IPsPHumuarNOkBNnmT9u1V3GpIYABCAAAQhAAAIQgAAEIAABCEAAAhBoCgGEVYTVptgy7YAABCAAAQhAAAIQgAAEIAABCEAAAhCAQG0EEFYRVmszNgqCAAQgAAEIQAACEIAABCAAAQhAAAIQgEBTCCCsIqw2xZZpBwQgAAEIQAACEIAABCAAAQhAAAIQgAAEaiOAsIqwWpuxURAEIAABCEAAAhCAAAQgAAEIQAACEIAABJpCAGEVYbUptkw7IAABCEAAAhCAAAQgAAEIQAACEIAABCBQGwGEVYTV2oyNgiAAAQhAAAIQgAAEIAABCEAAAhCAAAQg0BQCCKsIq02xZdoBAQhAAAIQgAAEIAABCEAAAhCAAAQgAIHaCCCsIqzWZmwUBAEIQAACEIAABCAAAQhAAAIQgAAEIACBphBAWEVYbYot0w4IQAACEIAABCAAAQhAAAIQgAAEIAABCNRGAGEVYbU2Y6MgCEAAAhCAAAQgAAEIQAACEIAABCAAAQg0hQDCKsJqU2yZdkAAAhCAAAQgAAEIQAACEIAABCAAAQhAoDYCCKsIq7mN7amnnsqdhgQQgAAEIAABCEAAAhCAAAQgAAEIQAACEOg1AvPnzy9cJYRVhNXcxnP06NHcaUgAAQhAAAIQgAAEIAABCEAAAhCAAAQgAIFeI3DMMccUrhLCKsJqbuNBWM2NjAQQgAAEIAABCEAAAhCAAAQgAAEIQAACPUgAYXWgcK88uhthNTc8hNXcyEgAAQhAAAIQgAAEIAABCEAAAhCAAAQg0IMEEFYRVms1S4TVWnFTGAQgAAEIQAACEIAABCAAAQhAAAIQgEBFBBBWEVYrMi1ztgirteKmMAhAAAIQgAAEIAABCEAAAhCAAAQgAIGKCCCsIqxWZFoIq7WCpTAIQAACEIAABCAAAQhAAAIQgAAEIACBWgkgrCKs1mpwnFitFTeFQQACEIAABCAAAQhAAAIQgAAEIAABCFREAGEVYbUi0zJni7BaK24KgwAEIAABCEAAAhCAAAQgAAEIQAACEKiIAMIqwmpFptUsYfXgfz4mn/32HvmRnCDDf/paufSVs2vlRmEQgAAEIAABCEAAAhCAAAQgAAEIQAACvUUAYRVhtVaL7MsTq3sekxWf2iUHB06R18kL8qUdIjdd9ya59PdrRUdhEIAABCAAAQhAAAIQgAAEIAABCEAAAj1EAGEVYbVWc+xpYfXgC7L/4JEIj13f2y7vffwU+dLy82Se7JXNY9vl/le/Vta88aQou1knyImzZtTKlMIgAAEIQAACEIAABCAAAQhAAAIQgAAE6ieAsIqwWqvVZRJWt4/J0HWb/Hpd+alxWX5+9dWc/OIDcs0jMeUcd5KMXX+hXChTMnbHlGz6bcxz5w7I+OWd6itbdQlaHwzKyq+uleG5VqGTMjZ0jQS9IxLun8k7huQauUvGr18Q1DI2P/eR3ZtlxTu3yUK/nCCpMT/7Z6cuErIP+/kNXvor5a7x5eLUZK9sXjEsaybc35YodYytXyjN4ErZvHZYTq2af5/m77BXmVt9tF46hn6N6z+7ZyM25PaDKPxtm1kjXnf6yJQ+0m1Bh2rb7ekxeViPqvYRsrdFD4XbKSJ2faZkqW9v3t/0Og6u2ixr/9yxoLj66WMqsHOn3LBxqONT/y0uf7UOfgp3DKhl7/3GChm+OULYTjK4/EaRsdsS+Rv7MjS/25kprM3j3dD/fTpGqDYEIFASgZL9FH2+i59Xk/0g3UcyzrVe8xP8Ir0u6ju1JHYNyCbu/eS9w+J9wQY0PtSEqO/lPmDwkxJtMs6vct/R2ceISLoNO+/1qffUs8aro9dT+SSsdeqoX+VlpK31rApYz3yu46+lIuPY9eElxv+MaAKh/CpvY88UEF0Dm31+711mfjelzaPaGkHpt57B0GMVQVhFWK3VJNOF1ZAQY0/SU4qwV111LWF1/Wl/JGvffIqIJaD+ww5NQDSXfLLc9fcX2sLd3u8+JMPP/EH/C6shgciedB9YaL8Enw4LXkr/DP1AEWFUUSohv1M1oVZfyGiTvSZy6WJnVAjq+GKqKtJY/72+44laygvJFtcCQSzS3h2BmKfnUZ0t9mXOVj9/fEo61qjxHeUkYdUkoNpSXFQwt+zsIZErN0wFIq1JyPTE8wFHNC/UX7GOr0HgTLBzR2hdI6IIqb64n1S/yJynlxvYsGMl3jgxbUAZ2+/Wq6NtSFhjarVMDYhskqX6pohrjBHBMwN/uzfVOcMg3npMtr3VGZuxGzPh/u/LQUKlIQCBUgiU7aeE5l3VDwhvpEbmKD/tqMjHFaEoSURJ8otCQkH85nIpJBuUyV7ZfMe4DF0/LI4oY/YFG9RgpylG3yvY2E3yQbKw2PuNMRm/eLkMP62vx5LGSFg8M9lwku+SpV4990ziHKKKWkmbNj3XquwVSlzredm4HLwDEJE50l3fuT6yXngwvoM5OZRf9tr28ZPxa+BooyZl7A6R5defrm9iJAr8cO7GOBBWEVa7sZ/caVOF1cjOk7Pglw94JyZzF5k5AcJqINSsllH/VJ0jdDmnDs/84pBsfZO6uxwVzmxnaSoQZ6z/j8vPOQVryy+xJxvD+QUdatjttgW4Rb4wFKQVGRvaKouU04Teb5s762PrZ7VXE7JauzOaPoxUnkH/JwurxlOeBsaeQLh0ajjoD6Ow5wqNrv3lF1bNp6ADG3VOSFsnR9d3Vkrn5m0xQq+Tz5QmqkZtPWJfxrGQLKxaSZwFSrCI9EvSNhO8vxrGjcfyqx1ZHz51643Q8KZKBv72yPbSXb7TFpp1Qdclq9TTtAAz9n+6SfIEBCDQUAJJfkURP8URp0RGvRspCe96az4y+kF3L5Rtn1HycOe/8GaYN2dn9rNi5tqGdm3hZk3esUJ2Xu6uFWJ9QeUmVeGSeithvO+V7oMEPnhMm7aPyYqfjTjrgW7GSNiG3bwWDqyRKW1N0Vtsc9UmE58UnzhXgb31cJa1nj13dlbK1APuPBlm5vmzyhoy8GeV8a34pVp+vYWk4tqknfi2ft8oZ65dLgsMnOPWR9o8CufcfYiwirCa22i6SZAqrIYzN0wG3ZSflFYXVg/IrseflqcPppQ26yR53avnyKwmnVg19YErtkjcgkK56h0vhLoZGxcJJQmrtkDrCajJL51Y0U2pn9XeiLB6nSjhBaqyxn7LV2GtnQBOcyKjfRTtFyUP68SEdxUl4cSkevrRtKg103Xq4qWNPhMVOEdldbCJoNUnrd1O7kYbtE89qDaWLqwaBeq4/A0nVoMxG9rVViDkObGqMtSF1VCoBENHRIXVmP7vtyFCfSEAgeoIhN7beTeAnZPzwSZ+0qZcrLAaCXmTtvBVcCSJp2zopttNSEh1Nuuz+YLpmffyE0V9ryxtUhlaz2cfI5HcDaewrTFqbVLrYzVLvXr1mSx8svmGvdrCXPWKEdNHPyCy2tvEyiqsRsa3d1JbRMsvVwX7/eHk90tU6FbbG5MWzl0bBcIqwmrXRpQng8zCqhKnJTEeUJ7CU57VhdX8GTcmFIDa9NB15iwLikRh1Xg92paYyjmxGo6jKuYrN2nxqLyrU/ZzfigA7/oF8c4io0NzoNQXdroTqduL4XnNIVd+F3N81CwxTMUQKzf9uqVJ4JTgek2aoByKLWrV0zqBG42ZGrav7oTVaP4i+pyqO1hx49csrEZj3Ibn666F1bj+90+755+rSQEBCDSIQEl+iuMXBFzi4vtn8YP8sC9qXPA45LF+kRuP8LpNkVj2Deq9EppiutkWio8f4wuWUPj0ZpHH9zL4IF68d1MjTMJM1jGi5RcOAaSIN9GxNL04uy09nU+6T9xtHXoifWROU8ao5bvnElbjxre7Eabm1xONr6sSScJqeFMkKqquibyb4FxGzyGsIqyWYUeZ88gsrHo5JsYByVxspgfzC6uHRA7NFJnpZN8sYTVwStXFRZYFhVmYMecXdEw5wqouhLpXpN34sHZMHs+xjAhrcfXTnfPBJVeK7OgE1wUzWVbzHzIGP7fjj1ohGOI+XuVyURcGMWEAwuKgLd5dPB79WJQrrOc9sRp3lV7vuRiB06uztQvvX6NPdp4Tr7ZXfWI1bI6uA6x/oiq6eTBdJ1bDCxWr+nVttjV/5NJCCPQzgfL8lMg7QJmHrZsr3jvI8oeip+z0+d5/HyoxuNV3ZDB/JflFbuzApgqCZZqd4ZRVqi9YZvnTmFdR38s/kW37Ue4GqeYXR4WZPGPE+eCwyYb1fJskrCbxCQJQNF1YNc9pmkivnlLNcmLVML5j85vGsVh/0fHCatxpVdO7ya83nEvpQoRVhNVSDClrJmnCalSUM+2gZC0t33O5hNUjz8vEF/5DVv5qjmy8+jyZN7NJwqrrDEW+iu5cXc5/xS4+vyqEVa1+imh3uh2HUgwfQstSP7empmsS+cysgU8nxOwcXyRb04RVVwy1vgzrxC71PjDmOeYhYdYoZCqWFIrXmRoKIPTBgfgOij85ai9S5EqRDSJL7Ti+zrPmGKtByAEtZqxXcORKaPqJ1XwxVvUWmufc6Jd6swmr0fAG+olVc4xVtQ56OWknmBs4nGgSBCCQgUC5fkqW+IBepZL8ICu+6zUbstxqSfA7kk6wZiDTtkdM4lzkb42MU5vme6X7ILEnVtNEFtvIEkTCOBsOnZr1bdWw3ug3O842hzRZWI2b08Knx72eHZSVhrjUYZ80Or4T8ouEY+k3K8pT3zhh1aybxN7UdIuEcx728c8irCKslmNJGXNJE1adE4VKfMHI6a2MBRV4LLOw+ttd8uXPPyZrd4l0zh2Qz17eaVSM1aSr/BFxxSBKhdOnxlxNcdDi00dfKub6WfYUL/Al1S96Td35eJGzG88/m4Ax/pvXN3eJXJdyYtXLw/7quxg/MDZ+vfrBCdcxtRyyq6MxO/2TGO4X5hOFVUO80fheTRA4/VOfyoLauLAIHEIvFECkfjmFVW8H2nRtVWVhbpfZyTeNia6FVasPw1cC7Uq5TNyvwKrlmMdmkxcmzCkQgEAWApX4KertloTbUrF+UMw7ydSetPqnbghmgdSKZ8zvg3hf0Nr4bMi/RN9rXJbb4YnWiBfaymm17oPECasm38G22RxjJIsNN+7Eaiqf5vov2dZ6SmxU60OBkXlW9wcTxXtvGBtOvTZkhKc0I0ZYNW0ipW4sZbDL1nLOZ00Iqwir+Symy6dThVX/C9fexVRzjMwuq2FMrgurR2T/5KOy9WUDMvzK2cHz+6fkrk/vkM/uFzlx3jz57NWvlXkzXHfluw/J8DN/IOOXd6qoXm15mq7ein8dzbvaE1QnLOiYdhujcR7D/VpOKIDg6pFXP7ecmHicsuQuuUuuMcS59OoXCgVg/Mp7bV3TkwXFiXeOHbxFrtxwi2wy1Vw7oWDa6Y6/5mKX+fIbRcaedU+IBgWopzfVK5zhKnhXOk0xSO1nIycokk+OGk+Nmq7ZL7lLNnfWi/VFaOOJ1chpV73c9LEUtDRVWI37KIrBCcsqrIY5mBe4IYtQriAGzyd/SCvLoq0nBwyVggAEuiZQtp+iCk5e5eJirEb9DHFioIp1MCD6tjOFLomv/6jIx4dljR6bRUSynILtGmv/ZRD7Ya+wr1rfWqIuiMm+11KxN6RTfBCzsBrnj0dPCprHSNyJQnOIoWZ9vEofu1E+GQSsugyo5HKS52SlsJBAFwlnoYakiB3f8fmV3Kwezs68RjIK3DEnxf13E5xL62eEVYTV0owpS0ZZhNUs+VTxjCasPve4fGTsZ3L/kRkyvOjVsuLN82TWL34so3c/I9sOicx6xWmycdl5vqhq1adZMVarIEyeEIAABCAAAQhAAAIQgAAEIAABCECgOQQQVhFWa7XmvhFWReTgY/8m7/3C8zIlIp15s+XEXxyQySMicvzJctfyC2XBcTo6hNVaTYnCIAABCEAAAhCAAAQgAAEIQAACEIDAtBJAWEVYrdUA+0lYFTkiux76vrz32wdkv0cpRlS1fkZYrdWUKAwCEIAABCAAAQhAAAIQgAAEIAABCEwrAYRVhNVaDbC/hFULzRHZ9d1xGdl6UA7OmCUr/2pIhue6QVVD5BBWazUlCoMABCAAAQhAAAIQgAAEIAABCEAAAtNKAGEVYbVWA+w/YdXCc0Amv/JD2Tl4oQy/YmYsL4TVWk2JwiAAAQhAAAIQgAAEIAABCEAAAhCAwLQSQFhFWK3VAPtTWM2GCGE1GyeeggAEIAABCEAAAhCAAAQgAAEIQAACTSCAsIqwWqsdI6zWipvCIAABCEAAAhCAAAQgAAEIQAACEIAABCoigLCKsFqRaZmz7XVh9ZpHusRx7oCMX97pMhOSQwACEIAABCAAAQhAAAIQgAAEIAABCPQ6AYRVhNVabbSXhVU5+ILsP3ikOx6zTpATZ5k/btVdxqSGAAQgAAEIQAACEIAABCAAAQhAAAIQ6CUCCKsIq7XaY08Lq7WSoDAIQAACEIAABCAAAQhAAAIQgAAEIACBfiaAsIqwWqv9IqzWipvCIAABCEAAAhCAAAQgAAEIQAACEIAABCoigLCKsFqRaZmzRVitFTeFQQACEIAABCAAAQhAAAIQgAAEIAABCFREAGEVYbUi00JYrRUshUEAAhCAAAQgAAEIQAACEIAABCAAAQjUSgBhFWG1VoPjxGqtuCkMAhCAAAQgAAEIQAACEIAABCAAAQhAoCICCKsIqxWZljlbhNVacVMYBCAAAQhAAAIQgAAEIAABCEAAAhCAQEUEEFYRVisyLYTVWsFSGAQgAAEIQAACEIAABCAAAQhAAAIQgECtBBBWEVZrNThOrNaKm8IgAAEIQAACEIAABCAAAQhAAAIQgAAEKiKAsIqwWpFpmbNFWK0VN4VBAAIQgAAEIAABCEAAAhCAAAQgAAEIVEQAYRVhtSLTQlitFSyFQQACEIAABCAAAQhAAAIQgAAEIAABCNRKAGEVYbVWg+PEaq24KQwCEIAABCAAAQhAAAIQgAAEIAABCECgIgIIqwirFZmWOdunnnqq1vIoDAIQgAAEIAABCEAAAhCAAAQgAAEIQAACVRCYP39+4WwPHDhQOK2XcPbs2YXy8Mp++OGHc6e/4IIL7DR79uyRgQGE1dwASQABCEAAAhCAAAQgAAEIQAACEIAABCAAAQgUJ4CwOiFzZpwtxx57bCGIx+zbt+9okZSHDx+WZ488IefMHSyS3E6zY8cO6UZVL1wwCSEAAQhAAAIQgAAEIAABCEAAAhCAAAQg0HICCKsIqy0fAjQfAhCAAAQgAAEIQAACEIAABCAAAQhAAAL5CSCsIqzmtxpSQAACEIAABCAAAQhAAAIQgAAEIAABCECg5QQQVhFWWz4EaD4EIAABCEAAAhCAAAQgAAEIQAACEIAABPITQFhFWM1vNaSAAAQgAAEIQAACEIAABCAAAQhAAAIQgEDLCSCsIqy2fAjQfAhAAAIQgAAEIAABCEAAAhCAAAQgAAEI5CeAsIqwmt9qSAEBCEAAAhCAAAQgAAEIQAACEIAABCAAgZYTQFhFWG3NEDj4n4/K+m/tkUk5QYb/7By59JWzW9N2GgoBCEAAAhCAAAQgAAEIQAACEIAABCBQLgGEVYTVci2qV3Pb86is+MddcvCsU2SBvCBfelLk7/76Ern093u1wtQLAhCAAAQgAAEIQAACEIAABCAAAQhAoJcJIKwirPayfeav28EXZP/BI5F0u773sFz1k5fLl288T+bJXtl828Ny/2vOkTVvPClaxqwT5MRZM/KXTQoIQAACEIAABCAAAQhAAAIQgAAEIACB1hBAWEVYrdbYd2+WFe+YkqUTy2VBtSXZuU9+8duy7McxBR13kozdcJFcJDtl7PYp2fjbmOfOO0smLu/UUNuKi9g+JoPXbnQLGZLRr62V4bk2JRkbXCbeL9ZfRu6ckOXnB/WZvH1Qlsk6mbhB6TUtv2gasft6myz0y0nJz/vZYCN7t6yQxTePG+ouov02OCpbPjEsp6oo8+QXapOJRcW91HPZ232/YUTW+WPWtZcI672y+f2LZfVE9Fm5c0IWPRjOR8Sxkbj5wMtPR6LbpuEZtV4p841m14a+F5M9GcZLUEO37Xa5q8WzWOd3j4u5Xc4zQ3LVu8blnq+YzcBqu8Mx/Ls6npXf3DapzKL9mdwPzvNJ5UXnjwiPBKu28l/f2SJLp9+0DzAAACAASURBVBYbynHJufORqS5Dq7bI2sWnOvPA1FJ9jrL7ar10vDkosV96buhRIQi0j0DJfkqS76DDTfKD9N+8OcfYObH1D/kq/vugfV2c1GK9v5Q3ifEdoPoazeNofFdbzTS8xxJt0vjeE5Eljk+ffYzE23C032J8kj7splQ+CWudPmxutMoJc5r/sPXMPR1//RWxh4gv7cyp1tpAXWva+TWdZ6JRRLkk++BJ7yb9N3UdkGrTjTDc3mgEwirCaoWWaBJeKizOFVbXz/1jWfuWU0RkSsY+8qQmIJpLP1nWfeQiW/jd+50HZfHu+f0vrIYEJntSfWCh/RJ8Oiya2i/RKVt4HfoXRdB0nTCHWUiwUNIMz1Unc9250iZzLT+vJww2Yqr7zR1H6Au9zD2RxhJanH8F8ntwUUicqdZGezp3i/0tU9KxRs1VngPk9W/Icfad9yRhNXDmAwfKLKzazsSOkFCuOVxu34r6TOhvWYXVK3baQmgny4ZC2PYjHejwmXIFP9+ylTEXCP9mJ8oSGgMbDi3/XSFS/d0ZV+6Y8B+3WKyWqQGRjRIIjr6Tpo6/BE7RMRUsrhxHLTQX5DRoVVhNare5jQG/kafShNU8/ZKzETwOAQh0T6BsP0XzS9x5y/V7tM1Xy6OJ9YNGRW5ZLFPe+y9p0Z9Q/1MNvkpks7p7gg3MYa9svn1chm4YFgm954wb/k0hYPS9AlFVNP/C9XsGQocfEljs3TIm429YLsNPB/6+ddBCXRuEx4gk2LCVbrWMxvotfdstiXNI/Fqnb9sbrnjSnOY/GzpsEZkjVfs83T2A4STWD0q0gGesYegHLsKHm0KrABm7XWT5DQ5L87vJyU//zV1rJa2pG2O4vdMQhFWE1cqs0XnxLpTOzVOyqMYTqwirjrOkOz2BGHLmvYOy9RJ11zAqlEROg4UcLEfAXC3yQe8UrGVG8YKL+XSZV0/dRqLPWvlulUUTI7JTfXEYLNdkc/H5LZfTm+ocFhzVHqstnfXKaUCnX2WJyFQncKRt1lMdkQ2inEgPhC/rpOX6zqh0bt4WOkEYL6xGhTbdbiPCq91OxYmzBdP4E/L+wizmuUynII3CqnJK0vs9Mma8MaLv2puETLUI4+8mYdT729c6sl5h4KTvth88cdUScxfJVvVUaE5byyWsRk6kBs5jNmE1a7/kbASPQwACXRMo3U+xxSmRUe8Wi3EOdqptzUNGP+ifFsq2dUoe7rOmTaBc9a/59lbXnTNNGUzevkJ2XuH6lVb/KRvfcX7kNFW11GLjfa/opq1rwfrtjKTabB+TFU+NOCJoN2NEsWGJjJ9ScUxfZpn4dLe5PH2NSy85aU5zbjy6c2dnVKYecOfJMDPLK4/cKAoJf1pVmsszA3FdEI0ksLhtlDM/sVwWGDj764P5G7UTxGo2SWvgOm4SpzNo1hMIqwirFVm0J4ZZi3BLFKsvFEAgrB6QXT/ZJbsOpjRx1kny+tfMlVlNOrEabnKiQ5RBWDXlpy5gnNdtrKMXL1hZtpFiI75zLb7At3GDe+lau26S0eYUZz1y5cJ4qraiIdJz2SqOz+nqlX23X+9cKNse/P/bu99gO4o7v/9fhHKDjAjGMjLoF/l3uNTKgNisE1hvSTay5Lj8ZLmFqQpbhVS1WGtEcGz5QeQUlnhg54EvpiryAwtiG9gInJIoYrbY/Yl94jJIFra03vVuIBYI47I4Wfy7YNDlB1mxIjdw+dX86Znunu6ZnvNn7jlz3lRtJdY9M9Pzmp6Zns9091wme9PpIeIH06hx9Q09yLSD1cdlj8zmIW3Zw2U6/Mg3xK0sgMzqV2iwmr75Nacx8B2Q6kZfUo9ChsINpseqq+dOfo6Zb7WVW+hx8Dpnx66ZYDUb/ug5J0NC8PDjMnInIwVCYPIE+m6nmC98y+4Z3mC1MJVRWSBgHaKq+5s2dHbyDm7AHltBatKmVM8PNY5DwKZG6ycVbS/H9Frh5dcNo6XCz5HCNrIXFRvlWDwNVP6L0qkJwgs7Ar8M8aluE47AjgymCPY1TYV7XxWZVc+ABKt9WJdf18p7htsdDTqy9cDBbJSutxds4TrbR/FZtCBAsEqwOpTTIm+02jf1oWwuW2k0x2oerNbfVmumAtB3PR2yrYYShTxQeHsGaHPvFBtS9YLVqjqiTyOQD0HeIQe1oEUPmOqvL3nzmvdEKYZe9WvQGC9hNKD0m706rtule4N6yEnPa6t3pJq/V82xmthK/kbWCGzdVr65gAYbrKr3tPpQJGvagvyqUpiTWP3JPAesuVRL5mvV55lyz6ckouZ7jafuqJxj1Wyc6edv7hZ2HMKCVXOOZreH+/jqPVaL+5XvdzYs0TO3c0iwmpQg5LiM8XlL0RFog8CA2in29dT3cBnSDsquHcb0Mx5sq/zGrxxzX7fhkA12H1yjoOz5yUNeXg62VI2srbLtpY0Ms+6HVYGmK5gJPUf8ddg17Nj9fYVG/Aa8kWqfCQlWC9c07RwVbXQAwWofNbCqJ6+vY5o5DVoybYrk31JxTGFTfKbuo9gs6hUgWCVYHfzpYbwNGfVg9R2Rd5aLLE8fwdsyx6oVKNgfs6k9FYBdS5zzjtUIVuvUkbghKc4hyFm4ct1hbchYRZ3L1lfsRd3moWZVJ7oZaKa/jkPspKdw9EGgbBoJSYfoFXqIFnusxsPPVE+H6C13rY/ZmVMB+ObkrN9j1T0AJjysq9KUfJ+Nj6sNpsdqYbL/tAHs+nhWNGQvcws4DmHBqmOIfQBJ9JPQqQDcq6szFYCnQCXDgwN3gZ8hgMDABPLwrN92SnIP0+ae1u710XVQvchRHwUsawdl90PtRa5+j8wDLXf5Ex714q6lgeDA6kB6v7Tmu48DLm3e9djfM2fuIIvS9LpC2l5qGLZetuxe/bFj+ccznaO48rZunXMk+chQWB0ue/HdtGc/2yvzyVuNbQ9W3dc0I6TXw1SC1T6qnD9Y9fVW9d6bjKmzSupoyTNwHzvCoqkAwSrB6sBPBl8PrPLJmQdTjFo9VhfflGOP/J3sfnO1PHzrelmzvEUfr1KNIccw2pCeGnbA5J4vp/c5VsvqSDI3p/4xHxWURnOsmttU5bpfdji/MK4eoNzrI1jNzzrHzd019Dv68MFTWyTyjh9KCz1QPcGqCtRkqzUnqyqBrxGQlyuqF4OaY9WcQ1a79njnRS0JEn1BnXNY6ICC1bQXppqovmw+K/t8ih+AvMfB7sWt1ZAstKg3FYBdtrBg1d/YdE5tkBVTq0dRXXUNvWWuw8HcbFkLAn0LpKHNANspvrnl7WCqrB0UvUDccSDkC/T+8qupTMyPDvUN1toVFI+HYx7cVl67q9pevjlWk+WOfMr/4cv4hbYVVhfDmpIApqwXtlUT2xSsVl9D2hys+q5pdu9xVQE2yh7HvNRlbdIksDdeEYTPF9y6K6CvrevqwZ9+dNF1b3JOo5J3iAl9Bm4d7xLsEMEqweqQq92I9lh9e04e/f5J2Tsn0ll/uTx0U6dVc6yW9bzUh8/HB9/6Cmb0T4Xl7TdczjdeNXqsFm6q+XAHu1eC/r/j4Q7aW7nCvsTrNeucf32XycEN+oeEJngqAGc4qG7494vcroJF1XshfegsPOj4g9VszkxxPbB67NOGfSf+Gr059CUZKm79W8WDl6ovcbDq6Pli95BJqmlFI9rz9rfQ8yFb16A+XjUriYu7fPpLB6NRlfVudQcHrgck9YY8n5KjRo9Vo26V1A/jmuB7aEyW796Zzt2r906zr2Xx14+jnu7mCxT3cRnybZDVI4BAQWDQ7ZRCj0bnyJr0qh71hhTtq+qqHRSFBH/i/wCivhNV5feNsKAqhAUr7rZq8Zo+1p6lbS/18npWzIA+D7nKpgLw3sv1tk/FOeKsw/YyJesYt2MTdg1pb7Badk0zjqXdY/UGfSqItH5Oa9dXqzOAWS/a61ld/z3BqutZpvT5xjLUzsmNf2329G9rz/9q62Z+QbBKsDrkmraUweqinPnFSTl84bTMfHhFvp9nuvK97/5aHjwjsnLNGnno1itlzbLkz22ZY9XdI1QNR1PhWE5i9yZ23VzN4UquoW2DCVbjKMuYV1IPgELmSyzWOe/6rCHUVfNVDflkWbLV+3obJPVgk2w9cDSeCiDq9WM87NQJVlVgb4dhaq+dw9lFSucxjZbVh7551hH9LFrP9u712cO0+xzxh74HnUcn+f2lcW9OcyC+iO8cKQarzrlGRUT1uHb9PXOp6DG7adtBOWr0AE9fnHiOQ/m1Iz47vXPOijM0t87ntHear9d6tAVjTmXb3Z5j2Zp/Vr+WOYdYOo/Lkp16bBiBiRUYfDul2KvKP1LK0w6Kprm5vXi1d7UN/OXfI/JN8+M+yUEO6QU7gdXBOz2LfYzaN6VCedtruxyPPhbqatdsu1+iF8Rm70q97pSPAtI/POU+R3w9FNM67Jn7fPxrb8g1pL1BYHX7Lz3C1vD/Qlur8I2BqrlEa7ysH/9Kpu2B28UZcFvnnFqJ8Syg3bvsqXXy5wjuQ8OsQgSrBKvDrF+Nr9uYCuCNX8rXvv0b+eHiMpnZ8hH5yifXyNQrz8ruB16RI++ITF1yiTx82/osVG1TsNo4PBtEAAEEEEAAAQQQQAABBBBAAAEEJkyAYJVgtVVV3p5jdeHkz+WWR96Uroh01qyQla+clROLIvK+C+X+L18rV59n7n5beqy26qCyMwgggAACCCCAAAIIIIAAAggggMAIChCsEqyOYLXsvUjFj1ctytxTfyW3PHFWzqjVekLV6M8Eq73bsyQCCCCAAAIIIIAAAggggAACCCAwSQIEqwSrrarvxWA12r1FmfvxT+XmwwuysGxK9tz+cZlZnU6qau09wWqrqgM7gwACCCCAAAIIIIAAAggggAACCAxNgGCVYHVolWspVuwOVqOSnJUTjz0jL264VmYuWe4tGsHqUhw1tokAAggggAACCCCAAAIIIIAAAgiMnwDBKsHq+NXakhL7g9Ww3SRYDXPiVwgggAACCCCAAAIIIIAAAggggMCkCxCsEqy26hwgWG3V4WRnEEAAAQQQQAABBBBAAAEEEEAAgZEVIFglWB3ZytlLwaJgdcezvSypLbP+cjl+U6fPlbA4AggggAACCCCAAAIIIIAAAggggECbBQhWCVbbVb8X3pIzC4v97dPU+bJyyv1xq/5WzNIIIIAAAggggAACCCCAAAIIIIAAAm0RIFglWG1LXWY/EEAAAQQQQAABBBBAAAEEEEAAAQQQaEyAYJVgtbHKxoYQQAABBBBAAAEEEEAAAQQQQAABBBBoiwDBKsFqW+oy+4EAAggggAACCCCAAAIIIIAAAggggEBjAgSrBKuNVTY2hAACCCCAAAIIIIAAAggggAACCCCAQFsECFYJVttSl9kPBBBAAAEEEEAAAQQQQAABBBBAAAEEGhMgWCVYbayysSEEEEAAAQQQQAABBBBAAAEEEEAAAQTaIkCwSrDalrrMfiCAAAIIIIAAAggggAACCCCAAAIIINCYAMEqwWpjlY0NIYAAAggggAACCCCAAAIIIIAAAggg0BYBglWC1bbUZfYDAQQQQAABBBBAAAEEEEAAAQQQQACBxgQIVglWG6tsbAgBBBBAAAEEEEAAAQQQQAABBBBAAIG2CBCsEqy2pS6zHwgggAACCCCAAAIIIIAAAggggAACCDQmQLBKsFq7sr300ku1l2EBBBBAAAEEEEAAAQQQQAABBBBAAAEERk1g7dq1PReJYJVgtXblee+992ovwwIIIIAAAggggAACCCCAAAIIIIAAAgiMmsA555zTc5EIVglWa1cegtXaZCyAAAIIIIAAAggggAACCCCAAAIIIDCCAgSr0z0flZOvEqzWxiNYrU3GAggggAACCCCAAAIIIIAAAggggAACIyhAsEqw2mi1JFhtlJuNIYAAAggggAACCCCAAAIIIIAAAggMSYBglWB1SFXLvVqC1Ua52RgCCCCAAAIIIIAAAggggAACCCCAwJAECFYJVodUtQhWG4VlYwgggAACCCCAAAIIIIAAAggggAACjQoQrBKsNlrh6LHaKDcbQwABBBBAAAEEEEAAAQQQQAABBBAYkgDBKsHqkKqWe7UEq41yszEEEEAAAQQQQAABBBBAAAEEEEAAgSEJEKwSrA6parUrWF34++flwSdOyy/kfJn511fIZz68olE3NoYAAggggAACCCCAAAIIIIAAAgggMFoCBKsEq43WyLHssXr6edn1nTlZmL5IflfekkdPiXzlC5+Qz3ywUTo2hgACCCCAAAIIIIAAAggggAACCCAwQgIEqwSrjVbHkQ5WF96SMwuLBY+5nz4jn3vhInl053pZI/NyaN8z8sN1V8hdH7+gaDd1vqycWtaoKRtDAAEEEEAAAQQQQAABBBBAAAEEEGhegGCVYLXRWlcdrM7LoV0zctdxrVgbdsuhvTOyasglPfGDJ+W25zwbOe8C2ffFa+Qa6cq+e7vy8Nue3101Lcdu6gy5pA2s/pl9svELD6cb2iC7/3yvzKyO/ucJ2bfxNlF/if7l5u8ck52/l5fpxL0b5Ta5T4598er8H431FZeRVw/Jrs8ekc3ZdvR9TOpE94/N7cS/iJfryvZjO0XbWvrv7vXN/+UumXlys1Gn4n/7hqp0+v6KmH+7We6zt9XA4RiXTcTH/oBuVKwvyb5Yjtrx3/g3+rEw99yoa2mdsutftkS8zrtEv5TEf9uW182kvG7dwnp9dc1ePKhcxToblWV/55Ds/UN1pau+FvrLb9Zho4iO8hWPm31ueY6jfm32eWu/qeVd5ah2yrq22Mc423fvfhePv/vYm3Vpw535sSoeO32diZ1855hs+Yl9fpRcw6KrbeF8GpcrAeVEoAGBAbdTytoB5t6UtYPMv+nXiYKIt/y0O0Jqj3m88iXU9du837S77ea9Vzjuy6V1sqLdFH6OlNdh49hobbKQ4z7Kv6n0KX3WGeU9CyxbyTXNaIt9v5M9gxXO47TNKMZzmXl+J20pu0wl7d7A4o/Xz/K2pXoGd7exlYv73lR2HcW5fo0gWCVYrV9r+lgiLFidFblDBXl9bKzmolGwuv9D/1L2brpIJApQ/+MpI0B0r+5Cue9r18Sh3vzRn8jMb//5+AerVoCkB5Ev26FpfBPtxsGrEYgZDaXoYr5fOio01ZaZWa1f6N03RXXRLwZoKnjyBXnW+vQbvh4IGeVJG4MqeI3+pjUAnKFxzXrW2p9H9eburnSisyYLwa1jn+587HhKe2FS0dgshuHRsZ+V7rTIw7LdDPEVsDMITetbevyj+myGmSVHJyhY7bVcSYiWlyWt26K/VHL9W7G85XXUXb6sMaaft8b+uo6jdf45fdLfTCdhdnkAqe9LgGP0c2f4mmzzyKfskLpYX5zlsa4Hycubu0S0INX+t3rBqhnul74cKpxPrb16sGMI1BMYdDulrB1glaxwjc2W3SNyt/YSuOy+VlL+VbQ76tWF7NfzcujeY7LxizOShDKd7EV4q9tuzraXemln3buiUXdR55X0nhwCPf+X++TY7++UmZfz9n7U0cLVScEXnun+8XJd1W4r6TgRUrhR+k3pNaT6WWeUdqWnspRd07IVmm3wVYVrZFn9zM/vYkerE7LvXpGdeoeennZiHBYyO114O5fEu6JcLjU7KFV1Zkqvo5Pt3FtdIFglWO2t5vS4VHWwGl10D8uWJegVSLCaHNSo0TMre7Sec3moctkPNsrhT+g9R4uBi9loSsMPLZyUuGFnh+fuAC4OHe4W2Tx9l3SN7apybpbON7qO+uJZnwpj9PKk29ijekVrDzVR8Gbsb1C41uPJMeaLqeN+qLNfazR7joP14FjaYzlurIrZU1gdhz/vyH5Xj+XI0nuskoZd985Dsr07M9hgtY9y6eFcIXjWHxxLHopKH3R0E8st2fZu6XzjSP4CpDJYja8W+UPaTS86e4/r14PgYDXY8S7pWD3m46akHZh71ucuj15n87qS9yROD0YauEbbj97q+wN6s8dquXN+EXCfT2N+kaD4CAxIYODtlJJ2gP1wGV03nO2gP90sRx4QydoSrmtRuv+1yk+7I6jWnLh3l7x4U9opI2o3/GRL9tK10C4NWuN4/Mjf9kraOYV7VzzyTOvsULabz+yTXb/Zmqyjn3Mkq8Nb5HDotseDPy9lkE8N+zHb/7JrWjLiMWmbHe7slu6T6XXSNkufQfPgPUcwzm/DJmqHHpTL9lojF8fMr35xq15KaC4OZ197HOf6R0JfgmCVYLW/GlRz6cpgNX1YzYfvNte13wxWz8rcCy/LywsVOzh1gfzuuotlqk09Vu1d1hr14nug0IbwVzZgHRf4ZIqBYkNPPcBEwUXxQSYK4KNGmiuIrxGsWkFvafhjB4I16397f67d4C/Vp2co6bGqTxfhe3vq+fe8jllvYXXgkodRdYwHHaz2Uy47WPUFdd7zyxVAWxXOVz617T0ym4fiQcFq2msl6n3iDFbN3qOhwWo/jq5zrGq/jQdPw7HsISiv8/WC1UPid1al951P7b2CsGcI9CXQdzvFfOFbdq3yBquFqYyqHny1PS4LT2l3VFcNK0hN2pSqbVjjOFRvacR+Ua/tVa/wdkeX8HOksB1Vh+8Qmf1sVzrbHpaH1VDu1kwFEOLT3mC1cMzta5p69ovqwN01g9XC+Z1vrRjo1qvl4/vr8utauYtnWZz7rg4EqwSrfVeiOisIC1bz+Qcre2DV2XjFb81gtf6KWzMVQCGcyocShTxQlAc/yeysxTmeHI0N7QJvbzf/374eznWCVTWXYb7jzqEVoXM+1q8647+E0YDSb9jmnD7ZjtoNaWeAWpw/KFnebBB461tgsOqcY9U1r3Nlr6E65XLM/aqdF2UP9c799QXTRs3yly/fnuTDhQIC8vhoqGF9cbBa3C97LtJq7zqOjvmVC2dT+X4Xy2NPLeLr2dN7sLr3D33OaeG959P4XyrYAwQGLpC+kFfTdfTaTsmmREkL6BtiGbL+rDe/MZ2LZ8+t8hu/ot0RUF1co6DM4bIizXXSCCjw4H5S2vay7l3WfOSlc606R68FtpXtvdPrcNyu0KcncE3dMzieptdUfQ2ZkGC1cE3TzlFJRiLGPfuDeqy6zm91ZJdulGvTdau4vbJgtcwlvTYW7k04D+KYEqwSrA6iHgWvozJYLaypuZtQ/WD1HZF3lossT+OetsyxqoVX0UfE9IeLkAeKoB6rhQ9V2cfZvCkY2zXeqPUfrCZzuOZzcSXzNupDz1U42NKGefDZ6/+hmgfX+EUcnoq3J7LxgbNCMKgNMbfnTCr0ao+26vgwRWCwOrA5VvssV+89VkuGq+sHpKR8UU/0zMHqWZJ8GM5/HTaDVTvo7KHHap+OhVoaut9qwQZ6rMY9ZJ3O6b3E9dGG1vTqGcAFh1UgMOB2Slk7ILo+qhcwUXvIPYImD7Gy+6F2zur3yDzQysO/YohLuyO4kjt6WdnT6TTZSSO43AP4Yd22VxZHqXv+7x/LX4gaL5SLbes650jyMR1HHXa0y0JHsgyAa6irqH6WUCaB0zAMtbTDWrn7mmb0ntTD1JBglV6UnoPlD1Z9vVVd96Zs5TgP5KQgWCVYHUhFCl1Ja4LVxTfl+CP/XXb/r4vl4OfXy5rlLfp4lWoMOR7kewlWi0Gr662YFdxYb9az+rXtPrlPbnN+yd18MAnvsVo6L1D0ZtX+cE1oZZ+Y3zlu7lnj2T2fVqFOWMGqf45RrYdkFrh6GhfeYDUPIgc5FYC7nmsfMlH1wVMuO1g1Pu6V1SU7cC4JoK36V1Y+eyh7XBa5WeSASHmwqm3fM8dqaGCsilvP0T3Hqr6OOvsdl6EwBYJnnro0sK0/x2o+513ROSpA2fk0aXOITcxFlB2tLZCGNgNsp/jmllfzA+qhlG+u+Wge+tsOhHyB3l9+5wfzavtMzgLFdmk6l6M+L3/liJNx9Kpqe/nmWA3oJeoIWUrbyukcmpmitxd2MbBtU7BafQ1prrNQ8zXad02ze4+rkm2Q3Y55qe02m+v8TtZQ1sOy+b1vfou+YNXtkvSm9t+bcB7MESRYJVgdTE0KXEtVsGq/VW7yLXNwj9W35+TP/uvzsndOpHPVtDx4U6dVc6yW9TiNL8z63Jj2F7RdE4/bPUCdc0GWNzb8F/wB9Vh9crMcUh+v0kK+6CEpuEdj4DnQup85539TN/z7RL5QfDtfFqxu/BurB7EB5q4n/uHxdg/KtOGX9syIPk4WfHxLH8z6LZf9wSXXUJ3iv5UF0GY9Ky9f9LLCcMh6eapGmGt51VhOfxMYGJd713CMdtA5TFYPm909plV9Kex3IVj1fFnZMfQ4/ONV2sdECs6uj/15wtbWXUjYIQTCBQbdTim0NUumV/G2g6KQ4PMh05O4XhDm+96WoCn8aPbzS/c9w32MrI9g9rPZUVi2tO11THYWht3n95JoNFrZVACuOlj3HPHdE811B4S8o2AdUIYwn/YGq2XXZIPP7rFqjGC0OwuUeLXyZUlARct+UqNTSaUVznXky35LsEqwOqi6FLSeqmA1Wok5R03Im/+gTVf+yAxWF+XMiZNy+J9Ny8yHV+TLnunKfd87JQ+eEVm5Zo08+PkrZM2y5M9tmWPVniMo2Ts1DF4N7clJ7CFsrpurOVzJNaR+6YLVbC60/Itp6fQHvreszdXJyko7Aj/wPQQm9eCTcvOBH+dfmlfltQP57CF2u3Q/e5skM/EW/7t5183y8LFOHoKrn7gaDc4h4CKi9XBy1/VkpYWhmb71RWfHH98ox391RY1yFR++i46O+qcP1SspT2E+Od/HT1K3T257WH7cMb8ebA5rK573yWVht/VCorhf+nr0IbX20Y29ZZ9s/H7g8TXqklVjVLl62G81fNH4mrLDOmju2HiKiqjX9m0i6RBi+2HTHj5Yfj5tz75yPQKnPkVAYMkEBt9OKV5vfXOs5kOcrXZQflODngAAIABJREFUdP36QvHu5Qqw/OXfI3L3jETBl/kf7Q5nZfN+2Mu+Z7VvKqege4WrnbDtPjnU2S9m70pd19ceDz1HqtrO1rFpzTQ3IT7tDVbLr8la/bKG/5vPh1a7suTDfcFB7pLdpYa9YXew6nTxjALN7k04D+xgEawSrA6sMoWsKCRYDVnPMH5jBKtvvCBf3/cb+eHiMpnZsk52bVojU688K3v+9Ldy5B2RqUs+JAd3rM9C1ag8bQlWh2HLOhFAAAEEEEAAAQQQQAABBBBAAIG2CRCsEqw2WqfHJlgVkYXn/1Y+98ib0hWRzpoVsvKVs3JiUUTed6Hct/Maufo8k45gtdGqxMYQQAABBBBAAAEEEEAAAQQQQACBJRUgWCVYbbQCjlOwKrIocz/5mXzuibNyRil5QtXozwSrjVYlNoYAAggggAACCCCAAAIIIIAAAggsqQDBKsFqoxVwvILViGZR5o4ek62HF2Rh2ZTs/rcbZWZ1OqmqJUew2mhVYmMIIIAAAggggAACCCCAAAIIIIDAkgoQrBKsNloBxy9YjXjOyonH/oe8uOEamblkudeLYLXRqsTGEEAAAQQQQAABBBBAAAEEEEAAgSUVIFglWG20Ao5nsBpGRLAa5sSvEEAAAQQQQAABBBBAAAEEEEAAgTYIEKwSrDZajwlWG+VmYwgggAACCCCAAAIIIIAAAggggAACQxIgWCVYHVLVcq921IPV257rk+OqaTl2U6fPlbA4AggggAACCCCAAAIIIIAAAggggMCoCxCsEqw2WkdHOViVhbfkzMJifx5T58vKKffHrfpbMUsjgAACCCCAAAIIIIAAAggggAACCIySAMEqwWqj9XGkg9VGJdgYAggggAACCCCAAAIIIIAAAggggMA4CxCsEqw2Wn8JVhvlZmMIIIAAAggggAACCCCAAAIIIIAAAkMSIFglWB1S1XKvlmC1UW42hgACCCCAAAIIIIAAAggggAACCCAwJAGCVYLVIVUtgtVGYdkYAggggAACCCCAAAIIIIAAAggggECjAgSrBKuNVjh6rDbKzcYQQAABBBBAAAEEEEAAAQQQQAABBIYkQLBKsDqkquVeLcFqo9xsDAEEEEAAAQQQQAABBBBAAAEEEEBgSAIEqwSrQ6paBKuNwrIxBBBAAAEEEEAAAQQQQAABBBBAAIFGBQhWCVYbrXD0WG2Um40hgAACCCCAAAIIIIAAAggggAACCAxJgGCVYHVIVcu9WoLVRrnZGAIIIIAAAggggAACCCCAAAIIIIDAkAQIVglWh1S1CFYbhWVjCCCAAAIIIIAAAggggAACCCCAAAKNChCsEqw2WuHosdooNxtDAAEEEEAAAQQQQAABBBBAAAEEEBiSAMEqweqQqpZ7tS+99FKj22NjCCCAAAIIIIAAAggggAACCCCAAAIIDENg7dq1Pa/27NmzPS+rFlyxYkVP61Dbfvrpp2sv/9GPfjRe5vTp0zI9TbBaG5AFEEAAAQQQQAABBBBAAAEEEEAAAQQQQKB3AYLV43Lxst+Rc889tyfEc15//fX3elny3XffldcWfyVXrt7Qy+LxMqdOnZJ+UvWeN8yCCCCAAAIIIIAAAggggAACCCCAAAIITLgAwSrB6oSfAuw+AggggAACCCCAAAIIIIAAAggggAAC9QUIVglW69calkAAAQQQQAABBBBAAAEEEEAAAQQQQGDCBQhWCVYn/BRg9xFAAAEEEEAAAQQQQAABBBBAAAEEEKgvQLBKsFq/1rAEAggggAACCCCAAAIIIIAAAggggAACEy5AsEqwOuGnALuPAAIIIIAAAggggAACCCCAAAIIIIBAfQGCVYLV+rWGJRBAAAEEEEAAAQQQQAABBBBAAAEEEJhwAYJVgtWJOQUW/v6k7P/RaTkh58vMp6+Uz3x4xcTsOzuKAAIIIIAAAggggAACCCCAAAIIIDBYAYJVgtXB1qhRXdvpk7LrP8/JwuUXydXyljz6a5H/8O+uk898cFQLTLkQQAABBBBAAAEEEEAAAQQQQAABBEZZgGCVYHWU62f9si28JWcWFgvLzf30abnllx+QP/vyelkj83Lo20/LDz9ypdz18QuK25g6X1ZOLau/bZZAAAEEEEAAAQQQQAABBBBAAAEEEJgYAYJVgtUhVfYTsm/DDjmYrn3rd4/Lzt8b0qa01Z74wROy41nPds67QPZ96Vq5Vl6Uffd05eDbnt+tv1yO39QZfmGHvYVn9smG29UR2Ch7/mKvzKyONmoem+hf7ONz4p4NskPul+NfujovpbG+4jLy6iHZdcMR2ZxtR9/BeTn076+X7i1aPfCur1g+2abKYv0t+3dtW3E5urL9+E5JSl+2vmEfhHFYv8MnKvaGPfL4t2ZkVey3XzrWcZ1/fJdc392e1JHYfFaOuXY3Ws9XRWZvmBW583HZe/2q7FdRPdvf0f8tqSezx7UVZeUot4zr7IGtcr9x3IvlTtaS7LM4rkvFup+WSZSH+PdXK2tSHneZ4/Pt0hIzo167/eM1F+p6uneWq7FP1nkXLxFk7C5H0T3xOvIp81hHm4nrzJOb5fFvXSYHU/+tL+2S67/hrDmy8c7HZY/MOv8e/U2vS+NwplFGBBCwBAbcTomvMdn1RG/32PJl7SDzb6XXGm/50+tdVhb93kQtUALm8cpdVJvUvI+227B4L009HO2r0jrpa4+l7Yrwc8RThyvWP+61u9Kn9Fln3PdeREquadneRb95qJM+I9j1xNWmdLe5Tet2n9/umlF0cT87qHtZ2b0pIHexjlsLauvI7QLBKsHqECqlFaJ5Hv6HsGGJgtX9q/+V7P3kRSLSlX1f/3UW7vq3d6Hc//Vr4xBu/sdPyfWvrh3/YNUyzwONGXnZDk3jm2g3Dl43/rX2UFIW7mjLzKzWL+buBxl188wDXCukKazvsGzJArKsCZ6EbtNmyGqGYyqYswM21/qGUQPHcZ2uwCx1jK0lMFjVw2zLIWuIm/XDDFYdAWbUuzw65nqo6SKO1v/NrnSisz0L70sCyShadb08cAWuUd18SmTrgW4eLjuvabrZ1fH6zdA4oG44G+wDDFb/6MU4AO9YgbLbwhVEWEG1010PUKNg3jx/k8D15SzYjoNVFdA7iIwAX/09rU/2fgQI8xMEEBgVgUG3U4x2hO86lOx84ZqXLbtH5JvaS+CyEKWk/KusB9iwa+yoHJilLMe8HLrnmGz80oxIHJJ3spelrTb03EvVS2vzpbTZ1gg5WvOP75NjH9spMy/n7f2oo4X+bJDfq9M11qjD2frjzhtj/F/pNaT6WWeM9zwpetk1Ldu51EG9kC9cI/X6eanRWcLoxFOjfo29a2EHzE4k5Z3PTsi+e0R2fimxzDooGe4huYt13NqHOhJ7RLBKsDr4iriEb0QIVpPDGTWWojAq79GVhzOX/bcNcvg6vQdxMbgphBmFYxpdxGdFvqp6wcaPKs4ALr5Rf1Nk8/SsdNV2y9Ynye/3xL0lzf+ihnVe9mIv2GS/N0vnG908mE2371rf4Cv/OK6xqkfqoILVrmy+syuzWoimh4/xQ9MprVdoRln9EKHq6+Od/VpIVx6sOnt7Oq5dqozbu9fnQannZZF+3tQPVn29aAcdrBYDcGd4WajK/uuE6e65Fhhm+b72FKymgbvRA34cTz3KjMAECwy8nWLf60vaomZbQrtm/ZfNcuR+s/3hu5bXKn+DHQzGuUqduGeXvPhHabsyfqm5JRs5FXafGs+997dhdkjXOTqjon2jMzyzT3a9tDV5HujnHPHVYX3948mflzrIp4b9mHmUXdOSEY/JS6nDnT3SfTK9TjqesYrnavF5rXANnshrpGM0p1Fnor8flMu+tVOudjhn96a1B40exK5qVzhuY1Y3x6W4BKsEqwOvq8kFtSNbDxxckqkA8h6rZ2Xul3Myt1Cxi1MXyL/4yGqZalOPVXuXtRuWGOGkOwSpbMA6w0r/UOEoDN3ylB3oaoXU11cYqqz1PtUb2oWbcLT9qGfqFjkc/7/pVABl6xt47R/HFbqOmx7yVQWvaiqAqh6r0d+jY5P3erSDVV8Pz/L6qDVM4uH1qhxVjV93Q88sg7aOqKeHGvpU0mNVDYGvF6z6h897X1hEVc3TELW3nff0Ub0HehlyZXv63PPGt25pHsM+g9WyXmTjeApSZgQQMK5nvbVTzBe+Zddgb7BamMqo6sHXascY0xBpf1vCDgdjU7WsIDW596m2XI3jMDY7rAraaxsmZEd1w+j34edIYe3OOmyvP6RMo/ybEJ+qtuUo71/NstltTPWsFk3vpTrA9BishtWvmuUdu5+XX9eKQbe+g/mySQeFktzFddzGzmo8CkywSrA68JqaDPuWfE7PBh+CzR6r9XetNVMB6LueDptVQ4lCHii8QZYWUhbneHI0NrSGcnG75lw+2frKhoek+5LNyGjNaZn0ZrUaehM93CTkHNCHN2m/H9Acq/l8omngqR2PaFoKFb6VPQSXBqtGw09vpFQ3fothnzXU3ag72vqiXtWOOWX1c8I9T5J7PtPyIY4D7LGazZlsHXPXXMWFqmOVw+ueLmjY2Y1HK1h1zrGahL+XGnMmqkKVzZ0YUuf5DQIIjJTAgNop9nXXN8QypB2UhFABU9FEkFb5Ddu03dTUtwZG6rgGF8Y1CsocLivS0ut+nTaM1VGgaq5xVzATeo6E1OHy4Cf44I/UD6t9qtuWI7VDvRamcE3TzlF9ZOEggtWJvUaWBatlLy3Me1MybYovd/Ect17rBcuVChCsEqwO/BQphiDN3YTqB6vviLyzXGR5wtCuYDVvlOoN+pAHiqAeq4UPVdnH2bwpOINVVfvKwves0Rn1dtSHRWm9/KJhENmQsYo36BM53KTsNC/pkZp9aCjk41UhPVajXsR5QyLqxdxvsGpOfp/uZxwUuqcwMCT0uuCZBsD+AFX8IPOxY9YH0uKrh/HRptAeq0n583nkikdqGMGquZXK8z3+uVkOv7v64J0dRBc/KBfNj9zTVAANvqwb+A2SFSKAgCYwuHZK4VoaP6xL/IIm6gGrruVRe6g4gsZzfdNeOunXvDzQcpc/2UH1AqulgeAg63Ght2o6D642PVDpfKCDLEvD6+q1DZO1MeL2SPrxUONDlMW2cJ1zJPngcFkdbltvVfURJq09pl1D8k/5NvdM23BVTDfnvqYZIboepvYVrE76NdIfrPpeWmTXC/veZHyrIK+j0bdTsqkBnaNNl6aWtXWrBKsEq4Ov287hPL6vcw9287WC1cU35dgjfye731wtD9+6XtYsb1Owmt6sHD3ReglW3fPlVMyxWhiCn4dexTkZXb0V0t8bwar5ESpVrvtlh/ML7M4eIgSr1knnaSQa7oMMVvMh7J1tB6XbSb7u3tscq45GSUW5rUgxmwxeD3nzh2JPD9ZoGJRjyGfo1AZZGawPJbivhoMLVovnXbpF5xA/Vy9T5VHmnk7Bkc7FFQXne2TW+kCV1WO17serfPM5D/Z2wtoQQGCoAoNvp/jmllfzA6rdKWsHRfPQ7zgQMl2Kv/ylPViHajqeK3e9eJ+MORir2jC+OVbNF7nOo+4Iq0Pm0MzWVdYLO/qRY/3jWfvyUof5tDlY9V3T7N7jymyj7HHMSx0yxyrXyMjQF6y6n4mT3tSOe5M3d0k+xjh73D4zedk3rGsVwSrB6hDqlmvI6BHZXJi7avCbDg5W356TR79/UvbOiXTWXy4P3dRp1RyrZT3QCsOOHeFOYXn7rW0Pb3GNRnLJ+uKeJRL1OEzeD+fljXog7pCol1vyJr3sy+55AGvvb/mw68HXydFfY0mP1bgnpd1TOG8MzE6nx6kqrHb8XQ23KvT8Ef0DVhVDMUsDwftFbg94oRM3SES2HpB8Xt70A3DFr9WnVlFD8k+KPXRrBavpQ0v1l+2rgtVZMdeRNIz1D16oOh8Hq3EvZPPDcL5Q2+h1q5+zQUFsGqB/sysd6Uqn8KG75FzuqccqweroX1YoIQIVAoNupxR6NJb0bPe2gzzXdteuVJXfN2c4FcMWcN/j3Mco6YGc9x4cc82qe2k8b/ysqKm8kr3NQ66yqQBco2bqniNldTh0VM44HaEwn/YGq2Gjl1TbTvt4lTGCMa2f6vlAq7P6B0fbWH/q13VPsOp6pip9zgrMXeixWv8Q1VyCYJVgtWaVCfy51VuxqbmlzGB1Uc784qQcvnBaZj68Ii/4ma5877u/lgfPiKxcs0YeuvVKWbMsba78+Cm5/tW1cvymTuCOjubP3PM7qjdUauhFXnb7+LhuruZwJdfbrvLGht37wL8+682oPrTJ7gVrDHtS+2MPTypZ32gevoZLVawPSQG0Y2zPbRv9Wbd3/V3tRfQ7Zw/PYgCoPzBkCM5jnPzV1zBL6u8m2Xrgm9kH9AxUoye36w29f3hOvM0PfFlk32nZbj3g6cPs9KGn9gFVQ1HtaQay37nK56oV0e+uOywbbj9o/tXqqa4/oLqvDb7eWWbdUNeJcvft2UsR/xyFVo9V5xyrItFDY7G3q/ZgaTTcGz5t2BwCCPQlMPh2SrFXlb/t6WkHSTR9gHU9je6Gji+z+8vv6yUU0gu2L9LxXNgZLsZ3+PglYX402tfLKuhe6mpfbbtfohelZg9t/fD72uOh54ivh6Kqw20NF0N82rrvaWeVA/ZlxHHeWQFdYTqLQrvdblNX1a/xvJTVL7X7WcMZcHtGgRrfJ9HuXd4Rm+qjY/ULyxIBAgSrBKsB1WR8fmIEq2/8Ur727d/IDxeXycyWj8hXPrlGpl55VnY/8IoceUdk6pJL5OHb1mehavy43pJgdXyOGCVFAAEEEEAAAQQQQAABBBBAAAEExlOAYJVgdTxrrqfU9lQACyd/Lrc88qZ0RaSzZoWsfOWsnFgUkfddKPd/+Vq5+jxzRQSrraoO7AwCCCCAAAIIIIAAAggggAACCCAwNAGCVYLVoVWupVhxcY7VRZl76q/klifOyhlVIE+oGv2ZYHUpjhrbRAABBBBAAAEEEEAAAQQQQAABBMZPgGCVYHX8am1Jid0fr1qUuR//VG4+vCALy6Zkz+0fl5nV6aSq1roIVltVHdgZBBBAAAEEEEAAAQQQQAABBBBAYGgCBKsEq0OrXEuxYnewGpXkrJx47Bl5ccO1MnPJcm/RCFaX4qixTQQQQAABBBBAAAEEEEAAAQQQQGD8BAhWCVbHr9aWlNgfrIbtJsFqmBO/QgABBBBAAAEEEEAAAQQQQAABBCZdgGCVYLVV5wDBaqsOJzuDAAIIIIAAAggggAACCCCAAAIIjKwAwSrB6shWzl4KFgWrO57tZUltmfWXy/GbOn2uhMURQAABBBBAAAEEEEAAAQQQQAABBNosQLBKsNqu+r3wlpxZWOxvn6bOl5VT7o9b9bdilkYAAQQQQAABBBBAAAEEEEAAAQQQaIsAwSrBalvqMvuBAAIIIIAAAggggAACCCCAAAIIIIBAYwIEqwSrjVU2NoQAAggggAACCCCAAAIIIIAAAggggEBbBAhWCVbbUpfZDwQQQAABBBBAAAEEEEAAAQQQQAABBBoTIFglWG2ssrEhBBBAAAEEEEAAAQQQQAABBBBAAAEE2iJAsEqw2pa6zH4ggAACCCCAAAIIIIAAAggggAACCCDQmADBKsFqY5WNDSGAAAIIIIAAAggggAACCCCAAAIIINAWAYJVgtW21GX2AwEEEEAAAQQQQAABBBBAAAEEEEAAgcYECFYJVhurbGwIAQQQQAABBBBAAAEEEEAAAQQQQACBtggQrBKstqUusx8IIIAAAggggAACCCCAAAIIIIAAAgg0JkCwSrDaWGVjQwgggAACCCCAAAIIIIAAAggggAACCLRFgGCVYLUtdZn9QAABBBBAAAEEEEAAAQQQQAABBBBAoDEBglWC1dqV7aWXXqq9DAsggAACCCCAAAIIIIAAAggggAACCCAwagJr167tuUgEqwSrtSvPe++9V3sZFkAAAQQQQAABBBBAAAEEEEAAAQQQQGDUBM4555yei0SwSrBau/IQrNYmYwEEEEAAAQQQQAABBBBAAAEEEEAAgREUIFid7vmonHyVYLU2HsFqbTIWQAABBBBAAAEEEEAAAQQQQAABBBAYQQGCVYLVRqslwWqj3GwMAQQQQAABBBBAAAEEEEAAAQQQQGBIAgSrBKtDqlru1RKsNsrNxhBAAAEEEEAAAQQQQAABBBBAAAEEhiRAsEqwOqSqRbDaKCwbQwABBBBAAAEEEEAAAQQQQAABBBBoVIBglWC10QpHj9VGudkYAggggAACCCCAAAIIIIAAAggggMCQBAhWCVaHVLXcqyVYbZSbjSGAAAIIIIAAAggggAACCCCAAAIIDEmAYJVgdUhVq13B6sLfPy8PPnFafiHny8y/vkI+8+EVjbqxMQQQQAABBBBAAAEEEEAAAQQQQACB0RIgWCVYbbRGjmWP1dPPy67vzMnC9EXyu/KWPHpK5Ctf+IR85oON0rExBBBAAAEEEEAAAQQQQAABBBBAAIEREiBYJVhttDqOdLC68JacWVgseMz99Bn53AsXyaM718samZdD+56RH667Qu76+AVFu6nzZeXUskZN2RgCCCCAAAIIIIAAAggggAACCCCAQPMCBKsEq43Wuqpgdf4vd8nMN44XynTzd47Jzt8bblFP/OBJue05zzbOu0D2ffEauUa6su/erjz8tud3V03LsZs6wy1oE2t/Zp9s/MLD6ZY2yO4/3yszq6P/eUL2bbxN1F+if7GPzYl7N8ptcp8c++LV6fLzcmjXjNylHdYNdx6SvX+4Kv67ecxvlvuO7RS1ZLKCZPnuH2t1oJfyvXpIdn32LlHFUGVYyjrXxKFsZBuWbbzNDbvl0N4ZSY6yiBjHLPmnvO4U60he7g3yxzcel+8/5t6TZB3u5Z3XDVdZk9LkdS/+zRHZ/OfbpfvZ2+ThbXp9Tutsd3tSx73rSw3uEJnV6l22F9Y6VT3Xz5OCYbZweh6WlcvgSn1EPybFczlfxDwP43P6gP5v0bL7pZNdF6xjk/mp60YjtZCNIIDAJAn00g5IfYrtFLstord7bNSydpD5N72tUzg03vKHtIsm6UC797Wq7Zbct9SyrrZlewyL9+h03xztk9I66WvPpG0N07zsHCmpw562eBuORqVP29tGJde07PhGv/l+J3s+KJzH2rNDmWeldRsqVOk+JPca0fIR85qnFlbnqf/ehPPgKgvBKsHq4GpTwJqqgtXiKubl0L3HZOMXtYAmYDu9/CQKVvd/6F/K3k0XiUQB6n88ZQSI7nVeKPd97Zo4CJw/+hOZ+e0/H/9gNb7xd2V7GnDGF9wnN8c3wZft0DS+iXbj4HXj32ihuBb46MvHIVvaqOpENwMxb7BlDztZSNZT+ZKArJsFumXBUHN1rpd6OnLLpMdTtLA8KqNxLNPGlhF0uv4t3jl3Y2F/Jw/jC4+5Ub08ZQW5vgasVX/UuuLyqnXYwar1AiGu00awmp8vhePj3F7awMkakK7g0/VvWWmzFxy6qVEuvSCR9U9Ebj7QdYehZY396G93d6UTXQ2zlxsEqyN3HlIgBCZJoKd2gL+dkrz4S9oy0UvkQrtFsy20U7Jl94jcrb0ErrquetpZq6zgwdUumqRDHb6vedtN4k4anexlaasNnffovK1tts3SdsW0+bK4zHj+L/fJsd/fKTMvh58j8fmkhWe5v8Rtl6wt3qagsfQaooda5YF0eH0fsV+WXJOzDhaqc45q+xaOv1Y/P3HYf012bUs730dMZsDFMTuSlHc8OyH77hXZ+cVLzQ5KunvZeT3Rzr0dNoJVgtXeak6PS9UNVk/cu0tevKmZXk8Eq8lBjR4oZmVP1qM0CbqS3mmX/WCjHP6E3nu4GLDY4U5xfXkP1C0/sdZnh1Bxg1Fk8/Rd0k2321v5omDV7GEXNfRcYV2Tda7H02iEFksai3lgnRctqwc3vRj3FI6DdLvXudUQTZbuLVgtHktP+OcJVo0HASNY3S+dOzty15PWG/a+gtV8PyO77d2ZYjCcnI1Jb+/CQ1C6b2XlsoKAyCfajjOgLnm4UcfxUGd/HiZr14SkJ7v1X5selkbobKMoCCAwnHZK/ML3bpE9apSFFQzp7lHbwdkO+tPNcuQBbR3pC0bXNbdWO8Z3z6IyGAJG2y1+mbglGznlfenYAkP/PdrdNtPb9M77t27yzD7Z9ZutyfNAP+dIVoe3you7ZkXu0EfBlYx+GafjE+RT8VJ6nPbXKmvZNU3Vs/ja2dkt3SfT66RtpkYxRu3r6NnBc02OX5yoNnj23HBYthRGPI4xaGXRHaM5jWWivx+Uy/bulKsdztkz8O8fw7nSOvwHBKsEq+G1ZQC/rBWsWg2jAWy+dBVmsHpW5l54WV5eqNjq1AXyu+sulqk29Vh1hiRJjzzxPVBoQ4LrBKvOoM16yx09wBQCWL2M2kOHv3zuYNWcsiAdrq41xodd58Z//QGNxNKHQtfy9YNVNc1A6RA3hV27x2rU6Dd7IvXfYzUpjGrYeANPvZGZTa0RL5m+7CgpV1a5NOPozbR2fmU/8QahWsPtUr0nOz1Wx//cZQ8QaJFAUDsgf0lfDNqia10e+PhevKrrdtUL5kS26sFX8y+7T5aEvC06gv3tSuF5IbpHqaClxnHorxRLsHSP9+igkuqGqj6HnSOF1Wt1OArFss4brarbIdeQgDZz0LEZgx95OsrsiabHUoFpWbAa97IMrG8N5wWjoV9+XSsG3Xqp9WVD6m267EQ61zvaBKsEq/VqTJ+/Dg9WzRO9z80GLW4Gq0GLGD9qzVQA+l7FN8a7RA0l8vbUGESwag8N1y7gxe2mhQwunzUVQLrccWOOyubrXP1aNmpLBDQSBxSs5nOlaQbWPK5Bcy6pY1+g9M2xmvamkDxYvLQwFUA+d6++2niIjhFImhvtP1jdKzO+cqlNGQ8uZb14ozllrdEBxrH+yVrrAAAgAElEQVTTG2IEq6N2JlIeBCZWILgdUBasptPXZHNyFuePV74h7aBstIExr7XnCFnlN37lnTJnYo+2Y8ddbTd73vVJGH5dcY+25rmvehHtCmbsORyDvn/hattn33AQkcJ88+Nbt6t9AtrM47v7eckL1zTtHI3arEHB6tXJlGIl12S9zR9UF9tgm+1DWbBqvxQphqp3afcmnAdXMQhWCVYHV5sC1hQcrC7BW5H6weo7Iu8sF1me7Hi7gtW8UarfrEIeKOr3WFVzD9kfycqHdRS320P54gBKBWAb5OZtIt2ONuXBEtS5gFNmxH8S0EgcULBaNseqG6nmVAD6SuypANLAUQWhe2S2zzlWk40NJFhdna/HKFe6P67J7AsPVJ4eq86Pg8QPQdE8aXy8asRPToqHQMsFemgHpFOXuNop+pycySgIiefojEbCqIf7qD1UHEFj3muy66Y913z6Ydb8+usuf3p3SOfRbmkgOMia6Wi7GXOmq5Ef6bcC8vkeB1mIpVlXr/doYxiwahcbL6qLwUyyrXze2rJzJBmN5mjbp4FbPjVUcYTS0kj2v9Uyn/yDvAFt5v6LsoRrcF/TjJBe76Va0mM1nn7KU9/MDxyrj+Mm1+vC35ZQY7ib9gervt6q/nuT+7zGuf4RJFglWK1fa/pYIjRY9fZQ7GPbVYvWClYX35Tjj/x32f2/LpaDn18va5a3KVhNG0OOt8gDD1bj3nx5j9jsGFlv1rN/z0Kd4pfaVVAVNkQvCaP03y5Fnauqk6P/d/8cq9mcpdGwn6HOseprqHoaHSHz1XmCVTUEX7aJPCzbk/nbqtbn/Xtu1/Mcq1kP08TAKFcS3RYDUNfQO2ew6vDL9mWLHCZYHf3TkxIi0FqBYbdT/AFIWTsomof+tgMhX6D3l1994NP+IGRrD2WfO+ZquxX+reo+3WcZlmbxqnu0b47VZLkjn/J/EDRuv1nTYoXMoZk5+Hphl831GM3jOsb/hfm0OVj1XdPs3uPqIG+Q3Y55qfU5g8u+92F2tijroTnGlaq06L5g1T36MulkUbw3Vc33jXO9+kOwSrBar8b0+euwYHVpbjzBwerbc/Jn//V52Tsn0rlqWh68qdOqOVbLJvkvfFnV8fEhZ08QvaeA9sY66vkR0hNRbyT3Vj7ra71ab5TkjdzS1Lk+T6fRWNzTgDZ6jLiGM3qHOBZ7MJTNd+f62FUMU+gZkXKFPGB5g9X0a9FRzyP14qFqfc6/pw3QrIdI2vA0ho26/k0d8mJ99b6JNib499R1V7DqnPtMNeTuE/kCPVZH4wSkFAhMnkBv7QD/VADx+grtFMf0KOlIA2N+dtUOikKCzyfz0Vf1mqoqf0i7aPKOumuP3W03d1u1ZT3aSu/Rahoiu+NCHnKVTQXganPVPUfCPpQZEPKOSUUP82nvs0bZNc04hHaP1c/q19m0fk7fJ3GPVc81eePfmNfrgv2Y1Jn+ilmj80jJc0pZvcW5/hEiWCVYrV9r+lgiKFhdosnMzWB1Uc6cOCmH/9m0zHx4Rb7HZ7py3/dOyYNnRFauWSMPfv4KWbMs+XNbpgJwDR0WUcPR1NCenMSe18b9UYgZuet4vkzSoJPki+favye/KL5R04PVnstnzK1pDa9bojrXx6k0Wos65y21jqOjF7J7TiR3sOqcYzWqLdk8psV5Tp0PDlVBaBbKRo294kfPsrnzpqMh8arHqnuOVYmC07THbqGaF3qEO97qW3PI5gfd1TjPG6RxuUo+nFJ4aHIEq74wOzm/Pyk3H/imPOyqhdF+RV9zNRrLo1VdKQ0CCIy3QM/tgHS3Q9op/jn7PO0giaYPKF4VXfchf/mTl8Ah7aLxPoIDKr237WYfo/ZNqVB+j9ZH1Fjtk21JaGX2BtSPR/koIL1uus8RXw/FpE0Yz1GfTosRb7U1c6wW97vo095gtfyarNUvq9dyYToLu8OB1ni2p6bLnwtCRgkM6JozMqtxB6vOgNszCtT3LI5z7weZYJVgtffa08OSQcFqD+sdxCJGsPrGC/L1fb+RHy4uk5kt62TXpjUy9cqzsudPfytH3hGZuuRDcnDH+ixUbVOwOghL1oEAAggggAACCCCAAAIIIIAAAgi0XYBglWC10To+NsGqiCw8/7fyuUfelK6IdNaskJWvnJUTiyLyvgvlvp3XyNXnmXRt6bHaaIVgYwgggAACCCCAAAIIIIAAAggggMCYChCsEqw2WnXHKVgVWZS5n/xMPvfEWTmjlDyhavRngtVGqxIbQwABBBBAAAEEEEAAAQQQQAABBJZUgGCVYLXRCjhewWpEsyhzR4/J1sMLsrBsSnb/240yszqdVNWSI1httCqxMQQQQAABBBBAAAEEEEAAAQQQQGBJBQhWCVYbrYDjF6xGPGflxGP/Q17ccI3MXLLc60Ww2mhVYmMIIIAAAggggAACCCCAAAIIIIDAkgoQrBKsNloBxzNYDSMiWA1z4lcIIIAAAggggAACCCCAAAIIIIBAGwQIVglWG63HBKuNcrMxBBBAAAEEEEAAAQQQQAABBBBAAIEhCRCsEqwOqWq5Vzvqweptz/XJcdW0HLup0+dKWBwBBBBAAAEEEEAAAQQQQAABBBBAYNQFCFYJVhuto6McrMrCW3JmYbE/j6nzZeWU++NW/a2YpRFAAAEEEEAAAQQQQAABBBBAAAEERkmAYJVgtdH6ONLBaqMSbAwBBBBAAAEEEEAAAQQQQAABBBBAYJwFCFYJVhutvwSrjXKzMQQQQAABBBBAAAEEEEAAAQQQQACBIQkQrBKsDqlquVdLsNooNxtDAAEEEEAAAQQQQAABBBBAAAEEEBiSAMEqweqQqhbBaqOwbAwBBBBAAAEEEEAAAQQQQAABBBBAoFEBglWC1UYrHD1WG+VmYwgggAACCCCAAAIIIIAAAggggAACQxIgWCVYHVLVcq+WYLVRbjaGAAIIIIAAAggggAACCCCAAAIIIDAkAYJVgtUhVS2C1UZh2RgCCCCAAAIIIIAAAggggAACCCCAQKMCBKsEq41WOHqsNsrNxhBAAAEEEEAAAQQQQAABBBBAAAEEhiRAsEqwOqSq5V4twWqj3GwMAQQQQAABBBBAAAEEEEAAAQQQQGBIAgSrBKtDqloEq43CsjEEEEAAAQQQQAABBBBAAAEEEEAAgUYFCFYJVhutcPRYbZSbjSGAAAIIIIAAAggggAACCCCAAAIIDEmAYJVgdUhVy73al156qdHtsTEEEEAAAQQQQAABBBBAAAEEEEAAAQSGIbB27dqeV3v27Nmel1ULrlixoqd1qG0//fTTtZf/6Ec/Gi9z+vRpmZ4mWK0NyAIIIIAAAggggAACCCCAAAIIIIAAAggg0LsAwepxuXjZ78i5557bE+I5r7/++nu9LPnuu+/Ka4u/kitXb+hl8XiZU6dOST+pes8bZkEEEEAAAQQQQAABBBBAAAEEEEAAAQQmXIBglWB1wk8Bdh8BBBBAAAEEEEAAAQQQQAABBBBAAIH6AgSrBKv1aw1LIIAAAggggAACCCCAAAIIIIAAAgggMOECBKsEqxN+CrD7CCCAAAIIIIAAAggggAACCCCAAAII1BcgWCVYrV9rWAIBBBBAAAEEEEAAAQQQQAABBBBAAIEJFyBYJVid8FOA3UcAAQQQQAABBBBAAAEEEEAAAQQQQKC+AMEqwWr9WsMSCCCAAAIIIIAAAggggAACCCCAAAIITLgAwSrB6sScAgt/f1L2/+i0nJDzZebTV8pnPrxiYvadHUUAAQQQQAABBBBAAAEEEEAAAQQQGKwAwSrB6mBr1Kiu7fRJ2fWf52Th8ovkanlLHv21yH/4d9fJZz44qgWmXAgggAACCCCAAAIIIIAAAggggAACoyxAsEqwOsr1s37ZFt6SMwuLheXmfvq03PLLD8iffXm9rJF5OfTtp+WHH7lS7vr4BcVtTJ0vK6eW1d82SyCAAAIIIIAAAggggAACCCCAAAIITIwAwSrB6lAq+/zju+T6bxxL171R9vzFXplZPZRNGSs98YMnZMeznu2cd4Hs+9K1cq28KPvu6crBtz2/W3+5HL+pM/zCDnsLz+yTDbcfdByDE7Jvww5Rf4l+sPW7x2Xn7+UFOnHPBtkh98vxL11tlTJZVqzfm8d7q9x/fKeYS87LoX9/vXRv0bdjliMvQ/Lb2ePppjfskce/NSOr4v/p/9tS1blhH8bhr79YH+Jt6u6vHpJdN8yKOqONMhnHJ/pLtL790qk859NjKfrx1dfsKZc46pdR15N1GHXaWX5XPRWJ6/4B99/ivYv/bh8V+xpn1dNQT83SvZ3iuapK4ix37f2u2i/rGmE5ua8bqcW0eT0pljc93tvM38XndXe741pUVX/SsroMCnVWu7bo9dFX7x3LF4+XVofi9XRle+G6mJQx3scnN8vjXxWZvWFW5M7HZe/1yRVP1bn9HfPf4j+k5bN/P/xrBltAYEACA26nhLcDytpB5t82Wuejsefe8qfnddYO9t9TBiQ5lqsxj1e+C+r+bV5X223obXs47kOlddJ330rvreHnSEkdttpc9jPEWFbGtNCVPrHvEdlc2cYdU4WSa1q2R9FvHupkz2aF81hrI5V5Vj87jqlhcLGLz9Tlzxj+exPOwehD/SHBKsHq4CtYfFHuZmFq9tCYhWOD32T2APqDJ2T/6n8lez95kYh0Zd/Xf20EiO4tXyj3f/3aOAic//FTcv2ra8c/WLUe5PVj8LIdmmrHa+Nfa4G4EXCYQZHRiLJusK5wRV3w7fA0C1q18kpUvlN52BatT4UKZsiiBTbXHV6yOje82tzUml1BqDre6YNMRTBkljQwWI3qzVMiWw90PSGsez1x/dLqh6SNwEKdvP1gGq4mDZGu9XDsvC5F+/nNrnSiq4bxEiDfQ70+qn9N6ncnfaHgCvysf3N6mgGkazvJvubX1qxUznLX2O80MLbDu+J5m27R6+R48WJdH7JAsOCcNxj1Y+kNVivrjz94dAbArvUFHCcVfNphvPGQXDNYPSZmUO+sC+kxOyxb5eCp/AGnqasG20Ggb4FBt1NqtD0L14Bs2T0i39ReApeFKCXlXxXQLurbr5UrmJdD9xyTjV+aETHuq+lLTecL/xZA+O6pzpdn7peVZQrzj++TYx/bKTMv13g+89XhP3oxftHeUR0sarUPR/xYlV5D9FCruQ5DjYqVXdOygqQOKjwtXCMDn80m+hpZ8kxdOOAnZN89Iju/dKnZQUl3LzuvJ9q50bMn3hjBKsHq4Gtd3EAQ2aOCVNeD9eC3Gq8x6rFKsJq8ZZ6VPVqvpzykuuy/bZDD19k9R80ehlW9xPSep9EDirE+u5GV1ofN07PSVdstqROFECH77UY5Zvd6jcOQLXI8augtUZ0bUlVucLW+IFRrHMUNaX+Pu16CVXWct3evz4LzoPXodSd96Mga+PoKsgbydune4OhB66iDqt4/3tnv6SWZPNwVeg+WvBjIi1TtqZ937jDNfazc5fYcV8+55wvvzNA42ZtSJ2P9rp7qvuXT8t7ZkdknrZ4Qjh6rYfWnGKjr5dd75DvX53lg1I+Ty0cd8+wlQNwTNbTHalc239mVWW2fy+uCp343eAVhUwj0IjDwdkqNtmeh3aJGWvyXzXLkfq396nnppK4jwe2sNoVPvRzswGVO3LNLXvyjdISbat+lI6f87dLAlY/wz/z3cPc9LHxkkEj0QnbXS1uT54F+zhFVh/+iI/uN+5n7Pj/C3P6iBfkEdh4YQ4Cya7IadRpfOzt7pPtkep20zbQ2YtmzWdTJp/TZcQz96he56tyJ/n5QLvvWTrna4Zy1DT92zPsMjHP9o9LPEgSrBKv91B/PstGFYFbkq0njyPfAPoQNW8HqWZn75ZzMLVRsaeoC+RcfWS1Tbeqxau+yFfwMMlgt6DrejkXb2/JUfhNNGpEd2XrgYNajWB/6ZQRXcUAmjukFkrqV7MvS1blh1ONm1+lvJGYPMgMPVrVtRm9atSFF+b6X9FhVvVZKH1bNlwk7DlT1MNAaOJf6h267rmd676ey6125Z7L9I59Khnz7e6za54K/3Emvyar9TsS95S4YVznlf9/6kmsYv295dbzMHmPuh+ne64/73PKsr6THqjpOpQ/76lpYM1jdfnyLHNam0/DWhfS8iRrOzqkCmr2QsDUE+hPou50S3g7wBquF4b1VD77aLpfdjxrsYNDfQVjCpa0gNQkPD8uWeAqVGsdhCXeht01X3RP7mUpNN4xKF36OeNv2hfuZ2XbpzWBUlgrxaW+wWjgKno4ye6I6oDqzlAWrcS/LwDxgIq+R5de1YtCtHyF92ZB6my47kc7NXV8IVglWh1Lbkgf6fNVNzb9j9litv2utmQpA33VrKFHIA0WdHquGsj0sW2so69tNenlJPveuNqQh6lGbD/W2hqTHG9OHUORzbi1Vnatfy0ZtidBg1T3HavHcDmh0Gjd23++Lc+DFcvoUFYHBavKm3Rx6Y8whG/3ZWJe/sWPXs+Ro5uFleLBa9NTnTXNvxzHHXGW5K/Y7rY7BwWrl9vIh+PaQ9nhT3uW1eiB5sH2pa47V4PoTMtdv0qMnD/ftcpQfp+EEqzvlaq1MruDUOF40lEftokp56goMqJ0S2g4IaQdl9wzvPODaTlrlL20X1bWZiN+bwUCyy9a9y5oipTUsIfdE9Y2KtI2t9r10rtW056DZq7o4T3zQ85neto9fPGtTAaR/qyrLuByv6mtIQBt3XHa2rJyFa5p2jkZttKBg9erCdwmc9c1+dmyDX9A+lAWr9ksRfYXptVG7N1XX27Stm02TFlRAflRTgGCVYLVmlan+eWFoZEmPw+q11ftF/WD1HZF3lossT5txbZlj1WqU6jeykAeK+sGqCsH03nHmTaEQrBrDe/WGitmY3rhtq8ipTj61hFYlVE/BeOh2Nselunm4e7nWq1GT8OvQYHVwUwG4QsNio3xwPVadH86zwig1n6hxxK0PKUV/cwaQ1osBX+/BYfRYDS13tl81pwIwg1D7YxbpWkOd1BCx7IMu+vJifPRMOe+R2cK0DP3UH9cZ7V1fNLyqMITf7J0ztGBV66EV9fY365TrpUNYz+RJuKKxj+MkkN/v+22nlLU947nb05f90Xb0ETSJlnm/ya6r2rVNv9bm9yt3+fN1Rh8K5dysrJGF3qppAKjNpx77Rx/5a+B7DZXlHeAP/Pdw855ob9IYBqw+Lmp8WLEYzNQ5R5IP2rra9nlAk5Rpq2zddlDEmGJsgEANrirs+bXtwar7mmb0ntR7qZb0WK1+NvPUrwaP+dJuyh+s+nqr+u9N6jsPrmfgSXdu7igTrBKsDry2hczRMvCNpiusFawuvinHHvk72f3mann41vWyZnmLPl6lGkOewGOgUwH4empYb9azYx6VKfrYVDQ3ajp3Vul8UVmD29HITP8W3bx9c505Q7VhVcCxXK+vkZg2rqKvuQ90KgDH9pxhn7tcRpCV1r3SOVbv6sjs/+P4uE9Vz0tPb1h3z868cRQ9sBsf18rqRLWnvm5/gKsH3I5GmSr3d0V2uKZYqLVfKkg1P8ylz7FsB69qd6uckoc2vQerOfxdXRNkm8hB2V5+rfDWH8/8dFU9XiuG8Ov7Now5VrfHQ19zm862g9LtJFNExP859resp/RYXpYo9AQIpA97A2qn1Gl7lr1gjkfNHAj5Ar2//Ml1cVbE+mjiBBzUnnaxeDz0qZ7se0V6fexpS6O2UMk9PJ4SxjfHasDwe0dYXeccCa/Drt7Go+YcVp4wnzYHq75rmt17XHlulD2OealVO7302SwemTTp10hfsOo+p5JOAMV7U2m9xTns5B/Qr1zB6i233OJd+0MPPVT424oVK3oqzSBC3dOnT8v09HRP248WOvkqwWrPeL4FC2+Vtd5cww65goPVt+fk0e+flL1zIp31l8tDN3VaNcdqWS8q1cszCzXjANT80nidHquhD/Rmw9lqmGh1ZONf6/MyJjd5ib8+ajck8/8d92rTezI0WOcGfgI1vkJXI9GagqF0yL1d4PJGp7tuuZYJCFZVyGQPbdGHFYl7jl4jEHMGc+4Gjz/wVEPjikN0CkNKA8LNoGC1rNwf3yoH/1Ox17YvCHRtT70Zz3qS9etUuvz9Irc7PqIX9W61e40VPmblqXOecCO+BqY9oeIvT/vWFz0w/Emxp7Zt5WrsGv9Wcf5k90zHXKyqN63dQ84Itz1ha+OXEjaIQA2BQbdT6rQ9ve0gzznv2q2q8jPvcWhlCBidkt3rWzYSqeqemg67NwP6POQqG37vvacHtpX9bXtH7+6W9CQOu4a0N1gtHYGjn852j9UbjsjmbH7qvBNB3GPVU9+iF1hcIz3BqqvNWNKOLKu3OIfehwbzO1+46QpXXaFqVAqC1R6OxbvvviuvLf5Krly9oYelk0VOnTola9eu7Xn54S1YfLMVNIfPAApkBquLcuYXJ+XwhdMy82Et/T/Tle9999fy4BmRlWvWyEO3XilrliUbb8scq66hrfk8kMVhpPbxCQ9WfW8xi2/UCj0SrB6teRmsqQCMHh9W2bPAZenq3ACq7RKvwjWsWMSYgzQNqI65SmoMPYt+4Flf9Kdt/0n2nPqKFEIh5xB7T+PV8SIg7sF3+0GjdHqddg61C5gX1XUeuM8tEfMBx3Fe6E6eBpIeekZDV4uNzsS2m54TvgcfvbfA9fawe8+w1PJrRkJbtb28B7r7t+XLb5KtB45Kx/h4jNbLN+7d7h825X0IdNZddX2qWN8Hviyy77RkPUjTGuYKp4t+2jWw5PyJ6k32Ysj5kSvzmPt6CNf6SvQSX3HYPALqeqLPxZ+oqGHzvbRT6rQDPOuPX8SZ95K4VI6ep/5rZvIBvtnj9nEO6QU7gXXDO0e0fYzaN6VC0D3Vdf/Ydr8UewPqdadiJJJWN93PZxVte6PN1aZ6HXINaW+wGtIOjGuZNfy/0MbO2rs+z/Bnx3ZfEd1tUOczuGcUaHJvkvjjt/o9JzmvcW66/pT1GtXDVV+oGpWXYLWHo9buYLUHkAEtYgSrb/xSvvbt38gPF5fJzJaPyFc+uUamXnlWdj/wihx5R2Tqkkvk4dvWZ6Fqm4LVAXGyGgQQQAABBBBAAAEEEEAAAQQQQAABj0DVcPwoXC0LVQlWX3/9vV5qF8FqL2rVy9hTASyc/Lnc8sib0hWRzpoVsvKVs3JiUUTed6Hc/+Vr5erzzHW2pcdqtRS/QAABBBBAAAEEEEAAAQQQQAABBBDoR6AqWA1ZNz1WQ5Ss3xCs9oAWsEhxjtVFmXvqr+SWJ87KGbW8J1SN/kywGoDMTxBAAAEEEEAAAQQQQAABBBBAAAEEhGCVj1e16jRwf7xqUeZ+/FO5+fCCLCybkj23f1xmVqeTqlp7T7DaqurAziCAAAIIIIAAAggggAACCCCAAAJDEyBYJVgdWuVaihW7g9WoJGflxGPPyIsbrpWZS5Z7i0awuhRHjW0igAACCCCAAAIIIIAAAggggAAC4ydAsEqwOn61tqTE/mA1bDcJVsOc+BUCCCCAAAIIIIAAAggggAACCCAw6QIEqwSrrToHCFZbdTjZGQQQQAABBBBAAAEEEEAAAQQQQGBkBQhWCVZHtnL2UrAoWN3xbC9Lasusv1yO39TpcyUsjgACCCCAAAIIIIAAAggggAACCCDQZoFRC1ZvueUWL/dDDz1U+Nvp06dlenq650N08lWC1Z7xWBABBBBAAAEEEEAAAQQQQAABBBBAAAEEmhfwhbqucNUVqkYlJlhdu7b5I8cWEUAAAQQQQAABBBBAAAEEEEAAAQQQQGDJBMp6y+rhqi9UJVg9dUrWEqwuWQVmwwgggAACCCCAAAIIIIAAAggggAACCCyFQNU0BFG4WhaqEqwSrC5FvWWbCCCAAAIIIIAAAggggAACCCCAAAIILKlAVbAaUjimAqDHakg94TcIIIAAAggggAACCCCAAAIIIIAAAgi0RoBgdfFXcuXqDT0f0FP0WO3ZjgURQAABBBBAAAEEEEAAAQQQQAABBBAYVwGCVYLVca27lBsBBBBAAAEEEEAAAQQQQAABBBBAAIElEyBYJVhdssrHhhFAAAEEEEAAAQQQQAABBBBAAAEEEBhXAYJVgtVxrbuUGwEEEEAAAQQQQAABBBBAAAEEEEAAgSUTIFglWF2yyseGEUAAAQQQQAABBBBAAAEEEEAAAQQQGFcBgtUBBKvjevApNwIIIIAAAggggAACCCCAAAIIIIAAAggsrcD09HTPBTj56nG5eNnvyLnnntvTOs55/fXX3+tlyXfffVde6zNY7WW7LIMAAggggAACCCCAAAIIIIAAAggggAACCPQrQLDaryDLI4AAAggggAACCCCAAAIIIIAAAggggMDECRCsTtwhZ4cRQAABBBBAAAEEEEAAAQQQQAABBBBAoF8BgtV+BVkeAQQQQAABBBBAAAEEEEAAAQQQQAABBCZOgGB14g45O4wAAggggAACCCCAAAIIIIAAAggggAAC/QoQrPYryPIIIIAAAggggAACCCCAAAIIIIAAAgggMHECBKsTd8jZYQQQQAABBBBAAAEEEEAAAQQQQAABBBDoV4BgtV9BlkcAAQQQQAABBBBAAAEEEEAAAQQQQACBiRMgWJ24Q84OI4AAAggggAACCCCAAAIIIIAAAggggEC/AgSr/QqyPAIIIIAAAggggAACCCCAAAIIIIAAAghMnADB6sQdcnYYAQQQQAABBBBAAAEEEEAAAQQQQAABBPoVIFjtV5DlEUAAAQQQQAABBBBAAAEEEEAAAQQQQGDiBAhWJ+6Qs8MIIIAAAggggAACCCCAAAIIIIAAAggg0K8AwWq/giyPAAIIIIAAAggggAACCCCAAAIIIIAAAhMnQLA6cYecHUYAAQQQQAABBBBAAAEEEEAAAQQQQACBfgUIVvsVZHkEEEAAAQQQQAABBBBAAAEEEP0pEX4AAAwySURBVEAAAQQQmDiBJQ1WTy/+WtZdfK0sO+fciYNnhxFAAAEEEEAAAQQQQAABBBBAAAEEEEBgPAUW33tXXnjt5/LBZZfLuef2lm2e8/rrr7/Xy+6/++678uZ7c/KBlavlohWX9LIKlkEAAQQQQAABBBBAAAEEEEAAAQQQQAABBBoX+P/OviKvn3lVLjxnTfPB6uLiorz9f87IPyx7WT50QUcuPO9ieq42XgXYIAIIIIAAAggggAACCCCAAAIIIIAAAgiECkQ9Vd98+zX57T905YLFS+W8f7JSli1bFrq48buee6y+9957EvVa/d/v/qP872VvyP+Rs/Ke9NT5taeCsxACCCCAAAIIIIAAAggggAACCCCAAAIIIFBH4Bw5R/6JrJB/uvh++afnvi/urXrOOefUWUX2256D1WgNKlyNAtbo/x/9H/8hgAACCCCAAAIIIIAAAggggAACCCCAAAKjKBCFqNH/RYFqP6FqtG99BasqXCVUHcVqQpkQQAABBBBAAAEEEEAAAQQQQAABBBBAwBZQ4WqvPVXV+voOVjk0CCCAAAIIIIAAAggggAACCCCAAAIIIIDApAkQrE7aEWd/EUAAAQQQQAABBBBAAAEEEEAAAQQQQKBvAYLVvglZAQIIIIAAAggggAACCCCAAAIIIIAAAghMmgDB6qQdcfYXAQQQQAABBBBAAAEEEEAAAQQQQAABBPoWIFjtm5AVIIAAAggggAACCCCAAAIIIIAAAggggMCkCRCsTtoRZ38RQAABBBBAAAEEEEAAAQQQQAABBBBAoG8BgtW+CVkBAggggAACCCCAAAIIIIAAAggggAACCEyaAMHqpB1x9hcBBBBAAAEEEEAAAQQQQACBOgIvPCZ3P/aCc4lV190qt25cVbq2+WMPyANPzUvIb90rekEeu/sxeWHVJrn11g1SvrWqHUvXJevkxjtulHVVP6/x9xf+4m557PnBr7dGERr46bwcf+ABOTq/Sjbdeqts6PFgJFZ2cU27Qr1R9bC0HqjyDf44qPKsu/EOuTGrOPXqk/tcUOvQPVLf+eTc6/3cqa4SIceisJb0WETl2vTaA8mxvOJGueOGQZ5R9lbVsc3/PT4Wq47LAw8clXnt5/kxUrZafbWuZ/3aEqxW1zF+gQACCCCAAAIIIIAAAggggAACUi9EUmAEq22qOv0Hq6o+GDHiqlUyPz8vooWmvQWrTVvXOydc54IKNrOALyhAHtx+qu2rMDILWsuC0ixY/Tey/rlH5ZVNetg8uLLpazLsPvJCGqZ25KpVXXkuqjrRS54PHk1fAq2TT183Lz96SsWtKljNQ+x1N94o8thjEr0yMsPyeuUnWK3nxa8RQAABBBBAAAEEEEAAAQQQmFABR4hk92ZNgzFJe6ka4dl1SQhzVOtalgQado89u7eh6rF6rVwrP5ef97q8cdTWSZKraD1xo7JH/6b1ftPDl2TxYkAT//MVN8qN8pjVC9PsdZht3mNk9JybN3vhecuR9mjM1h2HYZL08M03KJtu3SSvPJD/26qrOjL/XDcLlLJw7Q/WyQs/03snR8dik8zHvVSNo1lYZ2bjLFPakzHdr1VXrJMXnn8h6eX4iXl54IFXZP1183JU69lcGqzGx+lZkVXzEuWx6hjcccOqtEdtGrhJ2stZea66Sjrzz0m3zKZQT5PjuO6XSc/r4rGIVrZObrz1Ejlq9Jw0lzPPhbynd+mLh/T8ev///X5543++ka5ilWy6cb08+5jqpVlSz7xOec9SO1g1yzPvqEu3ygatJ21U7yOXzpWrpHtS0p7MeQB/1WXz8tyL2t7b50pPPdHV+lWwap+X6hpivwjQ/3eM03fva4LVCb0dstsIIIAAAggggAACCCCAAAII1BOwg1VzmO2qnyTDu1ddc63I3/5c5uPh9nkol4VDWZgWBUPr5A+ueEF+Fi0XTysQBTlH5RJjmHm6nfe9T+Qf/1EL48KWN3oEZj3a1sgamZO5NCh1l/1GkXTIutEbbtUm+fTFR+VHcZlvlPXPPRaHjmv+L5G5/zcdEn3ls0nPuSzIS4If33ZWRUH0a5vyodRZsJoERO5yqJBQC9aOXqKVTevBZ5Vjw6o0YLpYC2L1gEsLzJPAbN5yXyUqMDNt3GXKpnCI9+sV2ZSG2kZPQW14eTS9RHWwGh3/aN9VQBb1PLxVLjkahWUqOJ83QlF1jMrKrALUZGh7EtRGPTI3nU6CVec69KkltFDcdy7Yw8+LvXjNsDQ7d1Ztkk0XH5Wj0dD7VZvkxquelceiXpmV9cx2ynuYuqcCsOqr3hs0qiebXpEH0ikKVLCqAuf56LeqR6nW6zXfjn3O151PIp8SYFUWgocGqyKF/e0p2M2vnASr9e4i/BoBBBBAAAEEEEAAAQQQQACBCRXwBatp7zAVjKlg1eqZqcKhJFSStGdhsmwcLKphu4WgwwxW6y5v9shT+6CCVfNQZkFYWoZ511ygWrCqB4PO7WSBl2WUhch5L1IjZMx6WCY9Ln3luPXWdfKC1pvUmPNS3zW7HCJpcLkq67mbh1TRgutkU9qDVAWrpnserBq9jmO3YpmyeXitYDXvsfqsrL9ulRx9Kp9PNChYteqYEazesV6evfsxmc/C7zzQM466w0aMnthmHVXBqtnbWl/3Ktmk9sVzLpTP66mdZ2kAbZw76uWA/oLCV8882/fX26hiqN7S+T4VjrEzWL1D1p+8Wx57LQ981316k8z/KO1Ze8Um2fTa0Tj0Vi9TXEPwjeDTmo4gD6BVkGr3SLWvUdbfVW9q6/zuZ55VgtUJvR2y2wgggAACCCCAAAIIIIAAAgjUE+ilx2re29LdY1Ufyqv3PHR8IMjZY7V6eaPHajY3Yx6sBgWaVsCTr7PYY9UMocwenFmP1XQofhwsZr1btY9z+YJVvRz6b7IpDLSAzyizYxoHY7oBs0ej3hPX6LGaTTPg6bH6/o68/42uvGFMq6BN7aCmAsh6lqY18Iob5daLjxofOctCNHvqBH3dpcFqXvfirehD0EtsVO/g6DjGQWHam1r1zDR6rGb1yXRX00KYPVatnsfxR98cH1fSeyvXDlY9PaMLTsUeq9l5kIXKVs9SFeh6e6zeEU+HkX/oTp8eQZ++oDxY9V2T3FMm6L1XzTlWk4/TeYJVqzc9wWq9OwG/RgABBBBAAAEEEEAAAQQQQACB2gJDmmPVCGNcXxevmGM1dHljfx1zrEb9NFUPu6zXrOOL7a55TLXQzte7L9u8o1dnPndr+isrWF2VBXDaTjjmdXXPWRuZ/oGse/5n8oI+ZD2K9VSPXBU0WnO7JlvLPxCUbz0K8Mx5W9U+qPBY/dbulZj3OswDVztETQaHF78CH89lGgVmlo+a09fssar9zjc3bhy4Wja2QSGUzD96lHtE5Up6yOoz1EYm114j8vO/NSaoTae9SIfA2/MUpyuN3dK6Xd1jNR+eb9QzFbgHBKv25cBdl8wpCqJAMp8KIAprraBTm9LBWP8FIvIP9T4a5Z6ywDW3rb7e4sfWmAqg9oWfBRBAAAEEEEAAAQQQQAABBBBAAAEERkXAG5LFvQz5D4HxEWAqgPE5VpQUAQQQQAABBBBAAAEEEEAAAQQQQAABBEZEgGB1RA4ExUAAAQQQQAABBBBAAAEEEEAAAQQQQACB8REgWB2fY0VJEUAAAQQQQAABBBBAAAEEEEAAAQQQQGBEBAhWR+RAUAwEEEAAAQQQQAABBBBAAAEEEEAAAQQQGB8BgtXxOVaUFAEEEEAAAQQQQAABBBBAAAEEEEAAAQRGRIBgdUQOBMVAAAEEEEAAAQQQQAABBBBAAAEEEEAAgfERIFgdn2NFSRFAAAEEEEAAAQQQQAABBBBAAAEEEEBgRAQIVkfkQFAMBBBAAAEEEEAAAQQQQAABBBBAAAEEEBgfAYLV8TlWlBQBBBBAAAEEEEAAAQQQQAABBBBAAAEERkSAYHVEDgTFQAABBBBAAAEEEEAAAQQQQAABBBBAAIHxESBYHZ9jRUkRQAABBBBAAAEEEEAAAQQQQAABBBBAYEQECFZH5EBQDAQQQAABBBBAAAEEEEAAAQQQQAABBBAYHwGC1fE5VpQUAQQQQAABBBBAAAEEEEAAAQQQQAABBEZEgGB1RA4ExUAAAQQQQAABBBBAAAEEEEAAAQQQQACB8RH4/wEE/31OBe4/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21" name="20 Grupo"/>
          <p:cNvGrpSpPr/>
          <p:nvPr/>
        </p:nvGrpSpPr>
        <p:grpSpPr>
          <a:xfrm>
            <a:off x="3169919" y="1751012"/>
            <a:ext cx="1373367" cy="1874156"/>
            <a:chOff x="5729176" y="1775902"/>
            <a:chExt cx="1191284" cy="1140874"/>
          </a:xfrm>
        </p:grpSpPr>
        <p:cxnSp>
          <p:nvCxnSpPr>
            <p:cNvPr id="22" name="2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6" name="15 Rectángulo redondeado"/>
          <p:cNvSpPr/>
          <p:nvPr/>
        </p:nvSpPr>
        <p:spPr>
          <a:xfrm>
            <a:off x="904239" y="5323840"/>
            <a:ext cx="2265679" cy="34544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3187521" y="3625168"/>
            <a:ext cx="1352712" cy="187415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12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1973374"/>
            <a:ext cx="8505825" cy="42030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graduar a un estudiante presione el botón «Graduar»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846176" y="203237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Graduar</a:t>
            </a:r>
            <a:endParaRPr lang="es-CO" sz="2200" b="1" dirty="0"/>
          </a:p>
        </p:txBody>
      </p:sp>
      <p:sp>
        <p:nvSpPr>
          <p:cNvPr id="4" name="AutoShape 4" descr="data:image/png;base64,iVBORw0KGgoAAAANSUhEUgAABVYAAAKjCAYAAAD2wVQ2AAAgAElEQVR4Xuy9CZgURba+f0AURFBQQZZB6FFxxw1QQcDBBXFUVEQdBBVEr9dd/1x33HAffu46XhcY1+uI6OAyiDqMoOACjoqDKOo0yCAILqCsCvT/+aLqZEdGZVZmVld3Lf3l8/jQVEVGnHgjq23ePnGiQVVVVZXwIgESIAESIAESIAESIAESIAESIAESIAESIAESIAESiE2gAcVqbFZsSAIkQAIkQAIkQAIkQAIkQAIkQAIkQAIkQAIkQAKGAMUqHwQSIAESIAESIAESIAESIAESIAESIAESIAESIAESSEiAYjUhMDYnARIgARIgARIgARIgARIgARIgARIgARIgARIgAYpVPgMkQAIkQAIkQAIkQAIkQAIkQAIkQAIkQAIkQAIkkJAAxWpCYGxOAiRAAiRAAiRAAiRAAiRAAiRAAiRQfgSef/55Of7448tvYpwRCZBArRGgWK01tOyYBEiABEiABEiABEiABEiABEiABEigVAhQrJbKSjFOEigeAhSrxbMWjIQESIAESIAE6i2Bd955Rzp06CC/+c1v6i0DTpwESIAESIAESKCwBChWC8ufo5NAKRKgWC3FVWPMJEACJFALBB5++GE588wza6FndkkC2QmMHz9eHnzwQXnhhRdkyy23JC4SIAESIAESIAESKAgBitWCYOegJFDSBChWS3r5GDwJkAAJ5I8AxWr+WLKnZAQmT54sBx54IKVqMmxsTQIkQAIkQAIkkGcChRarv/76q/zyyy+yfv1689+GDRtk48aNUlVVZWbaoEEDadiwoWyyySbmv0033VQ222wz8ycvEiCBwhCgWC0Md45KAiRAAkVHIKlYxdbtq6++Wj766CMzlwEDBshdd93lybGBAwfKhAkTzHs//fST3HHHHfLEE0/I8uXLpaKiQi677DIZNGiQIFvxmWeeCeRx8skny+677y6jRo0KfB/9f/rpp+b9/v37y4gRI3ztLrnkElmwYIEXh76JWNBvv379AvvVPu03e/bsafrXjMqwuPfcc0+57rrrMvrFayeeeKLstttuZs7ghzjsy26Drz/55JOMfpQp3sD9Tz/9tFRWVhqmgwcPFsxZr6A+EB/a6DywTh07dsyI5ZFHHpFJkybJ6NGjTcxx2Cm3N998U1q0aCFDhw71sbDnh/7QfsyYMTJx4kTvGRo5cqQ3nvY3btw4n3QFP1x4fniRAAmQAAmQAAmQQL4IFEKsQqSuXbvW/AeRmssFydqkSRPzH0QrLxIggbojQLFad6w5EgmQAAkUNYEkYhWitG/fvnLvvfeaTEMVpxCBKv622WYb+f77782cIQD/85//GMkGoQepeP7555v7UVdz4cKFpp0rzPQ9CNwbb7wxgx/GRl9DhgyRli1byqxZs7w2GK9Pnz5G5GoceBOxHnfccabd3//+98A1UWlsjwk+kLS6XV3n5Mq9rbbayicidQAITEhDxIx7b7rpJrntttt8Mthug68hiyGA7Qv34wLLt956Sx577DFTlxTzPe2006RXr16ezAzqA/NYsWKFb50gQadOneqrb9q1a1f58ccf5cknnzQxR7GDBD311FPNvCCsNZ7f//73nuy156frc8UVV3gMIHNvueUWLxasw1FHHWWk/dixYz0MKqRtiVzUHy4GRwIkQAIkQAIkUBIE6lKsrlmzRlavXm0yVN0LmalRl2axuu0gVps2bSqbb755VBd8nwRIIA8EKFbzAJFdkAAJkEA5EEgiViG8kGloZ0+CAYSXyi5brNpCTVmhD1wq7fR+/GkLs7Cx7H4QC6Tn448/7klNSDrIPohHW6zidchP9IsMVDsb0+3Tnd/w4cON7IRMTSr3XLEKsTht2jT561//6glNV6yqiHWfL9x77LHHypQpU3yZnJDG++yzjycmg7ijL3tt8DWELDhoxq9KUmSy2jFkY2ez0XgR5zXXXONJUTserLE9pt6jwhp/6tpDjl966aVehnFS9uXw+eQcSIAESIAESIAEap9AXYjVdevWycqVK7MKVUhTZK9qSQAtB6BlABo1auRt/4eEDZKsKA/QvHlzady4cd7Aff/ihXKDXCN3H7ON12fQa3kbMN1R3sb46C7pOq2vzLqgS0CIs+WurlOk76yLJOjd5HP6XiZecIPI1XfLgNbJ7879jpqNO/uerjKl9yy5aO/cI6hvd1Ks1rcV53xJgARIIIRAErGqAg+ZhMhODKqP6WasYsv62WefLT169AiUmQgrSJjFFavY4o7MTZWDEH0nnXSS2R5vi1VkYkJIol/U9nS34yOOsDHR/i9/+YsRhUnlnitWMQ6yd2fMmBEoHsOkKO5TaRwUuy0sg/rAvTgoSrN7sU5YG52X9g8pigxkW6xmY7fDDjvIhx9+mLVOqh0P2rtZshhbM1m/+uorbx1QjgDZsCqSk7Lnh54ESIAESIAESIAE4hCobbGKn6FXrVrlC0WzUyFH8R8kKmqt/vDDD+Y/tEdWK97TLf/YqdWmTRuz9R+v6RUkWJG9iqSCfFyFEqv5iD26j3IRq9EzzdaCYjU5P4rV5Mx4Rx0TGPP6AzJnybzYo155+Hmy03Y7hrb/4tsv5ebX7ovd3+5tOsvIw86J3Z4NSaBUCSQRq5ij1seEHENGISSrXR/TFqtoDxn2yiuvmJqsQfVAtQ3+dDNWsR3cvQ4++GCTMasSFPIN5QWwvV/FL+ScHQfaotyAijkVhe5J9GFi1X5dt/O7cV111VW++PX9ILGKeeL1s846ywhqN2MVtUrt6+WXX/ZKCbictJ0tHdGf2we42XVTlY8tRg855BBTpgG1a1WsRrFz1zvoc2DPL1t7fc/ljXVFCQSK1VL9LsO4SYAESIAESKC4CdSWWIUoRSkm/KmXClX9E/IUInXJkiWydOlS01Zlq0sN90Cqdu7cWdq2betlr6pYdQUrMlxR+qmmh1xFi1XIyeHypAl4iIxF9ufSiXLhjSLX3DNAUnmutsC024vIqWNl1gUid11QKRU7jpbRX46SyfcMEPEyZRdZ/YtIj9T76BdC8NFOkzOyaZ+QvlJ5w2ipeGSWXCSasdpeJl7QT0bPSJEdgvf2TsVVcU2ljL5hunm95zXV/aH/4Y/rSqTmJvdcKJWdKmT0DZUy6m93y4Bv7pKuI1Kzlx5DZIhUSoWbsYqsWW1j5pvKjwXbfulxRXqm+pOJcuEzIn2/HC2jdxwrkzs9Kjqf6abNNSI3Yh5p1qmeqjNl7Xi8+Syq5puej86zOgb0fYZUHqlr6Wdd3J/iuo+OYrXumXPEhASGPXGRQG7GkastNm8uQ7ufIPtuv1foKP/8+mN54v3nZPmanyMj0XHHDb0rsi0bkECpE0gqVu35QrI+++yz5nAqzVoME2eQY8j8RNakXX8T/dUkYxWSFaIUW+sh5PRwKDsOiExsv8cWd1yQvLfeemvGIUjZMlYfeughI3STyr0wsWpv6x82bJgnMrNlrGYbW+vYqrRVMarb++1yCWCgfNAemcf4D2UGkNHqbt3Pxi5fYhXPB8Q7sozddYDwRd1bLSPBGqul/l2H8ZMACZAACZBAcRGoDbGKQ6mQhKCy0xWqIADpioQA/PwDoYoyAGE1VJUY+sE2fyQIbL311kawYus/riDBivaQqxCyuV5RYtWWm0ZEyliZdXJluFhd+r1833qbtHBVIZgSemJkZypSHfeM+f0seYr2/WTKoX6Zas/NiMI3+nryVdKlACAo+80/IyU1IX6PrJQzZvWVKV2HS6XKVPP6FOkLwdn6e/l+6TayTXpLvx2PmaORoxCzj0qFaY9/aECgpoWrVwrAbpOSyjrP75d+L9u0TpdY0JIFYOfFoPK1olpYH5kSxkO/vrB6Pp5YdTh680m9HjzPlKBGKYC+02xRHc0612eqHO6jWC2HVSzzOUCs4npqQfWhNGFTPqVjVzm/z7BIsXrv1HGx+8NYFKtl/pBxeoZAErEKsafZgza+sIxESDecXG9nhgbJy5qKVUhFlAPA9nqUAUAWqAo/zWLFYUx6QWpC8LqHWIWJVXubfb7EKmJBX//617/MD9UqQrOJVZWk9mFdOifIZZWnbh8Q2rfffrt3ABfuUT5a5gClGvSgMb0fB2ihdms2dlp6AcztCzJUD9iy4wmqyYr7kFE8adIkUx7BXQc99AwZzHiWKFb5zYsESIAESIAESCCfBPItVnFAFaSqXrZU1a9//vln+fzzz2XZsmWBdVej5odSAMhEhVjdZZddIrNXIVdzPdgqSqymJOVomW5lkprXQjNW07PT+0wWJsSfv9apLTLt+p9RtVcz3rfEqlsr1p9Ji7iCapWmBCMyXZHlCdFbHY9bSiC41qlmhdrZsPYae5mxyGZ1pLR/PtZ4vtqxfkFd/S8fjBLE1x+nLVaTsI56Tsv5fYrVcl7dMpkbxOr2LdvK7CVfyCtLPgucVY8W7aViq7bmvThi9ZIXb5YZyxfJDk22lK/W/pTRJ/rD+9pvXLGKMgM/r/PXzNHsWfu95o23CC1XYLdru+V20rZFGy++lWtXyrylX3l/79x6B2nWpFlG/IuXL5HFP33rez2XtnHHC5q3Dp5trkFxzlvypZlzu622y1rSwZ4c+pk6b7r8tHaleXnnNjtKn849Qz8B7rzQMIxPUNuf166Uz5d8KV07pX6Fmi1DOiwIMPvH59PlrN6nxf6kItvavWbN/0jagVeLNqFziDtAErGqdTBfeuklr14qZN/RRx8dmLGqAsyuCYrXIMcgQ/WqqVhFDCgHMH/+fPNbf1wqDlFbVIWhzUS3vduHWAWJVT2xXjNy8ylWEQ/iQNyQl8gazSZW0R7vI/PWZYpDvPTQraA+IDT32GOPwEPGUA6gU6dOpgwAeOj9c+bMiWSn0lYlKmJEbNOnTw+MB4yHDBkiQc+QMghaBzwvyIw+99xzKVbjfrjZjgRIgARIgARIIBaBfIpVZKr++OOP3rhBUhVvQqoiAQGHWtXkQh3VLl26mOxVXHYZATf7FTVac8lcjRSrOgEVpQFy0BaYotvrjYg9SN42hz0VoVj1ttSntugf9G7qEK9cxKoiUsFqyhC0SwtpLUugJQtqLFatDFrv4cougClWk38KKVaTM+MddUxApd3o1+6Vz5Z/EyhCIUj/ePiFseSSirKJs1+Vr39cHJi5+vs2u0iLxs3k9P0HJRJ8L8+eLGOmjfWk7cXdT/LEGd579P3xZg6I9agu/qwuxYp2//Pa3WaeELsvj3jUk6cQiLe/cb/c/9k/5Ob9B8sp3Y73iVftQ8sdoB2uqLZgq9L6ir2PlrMPOs30i/EefPsxueWjl+TcXX4nlx56buB4Ojf0gbU4YLvOZtzKFYuN8A4T04jTzh5GxvHydSu9WO7rfWakeMTYx784WrBm/Tv3kncWfGjW9PHDL5aTuw8MfFptjmiQbW42A7TVZwNfv/vtPLNOmPODx1yVVea6gVz83Cizju+een9sMfvQtMfkzvf/4j0b+ssEcMYvAnStc60JnESsYixkFl5++eVGxOE33+62entrOLJFsc0dbfbee2+B/IMUHDdunC+LNUysBtVYRQyoOYprzJgxnrxDxmbv3r094ahx2Jmc9noEHQQFoeeO6daQDauxir7tw7J0rLBSAPo+pHCvXr3MnOKIVWWqLIOYBolVzdzVg6OCSiVoJqzeD1ntlhBA3C47ZYI6rogHP+CrpEV7Nx59hvBM4HKfoSCxivj79u1rDiVjxmod/w+Zw5EACZAACZBAmRPIl1jFdn78PBi0/R+CVSUr2uFnMhxQFbX1Pwo9ROlOO+0k+EU5Lles2v1jfPwMmLTmasbWepPVqdvxxXxdOTy9hR9ZlGMrZPLVIjeYrfYXCTbMp4Riaju7Eau6ld63VT08Y7W6jmr09vRsGavBpQDscd1apZLagm/NOVOsWiLTV0ogvXpe2YEUC690wgFv+7b8h5VRyCVj1Sup4GUOV8gTXUPm2ZqlAKI+Z0HvU6zmQo33FIQApNJ50x4OHfuXq99OFJcr9eyb45QUCBtM40QfrlDEexB/URmwyNLV0geQfneeMNobDqKv430nSNR8Mb8DHj/X3BfVVvtEW1dIquided6zgdmxGljQvBEDBPb1R10WujZBcap0DGJodwRJvvWYI4yAfvO8v3hv4f44tXaVTxy5udmNB5n+7bYYf9TLtxlBCrk6ZcTYQPHsTt7m7a5v1EOsz4YrnZ95f4Kc+tqd5vbnjxkVKu6z9Z9UrGpfWu8S28XdQ6Dc8ZAxunDhQiPc7AzRqHnz/XACyrRDhw6mDEKhL4hPZLgmWWN9hiCUeZEACZAACZAACZBAoQjkS6x+99133kFVbqaqitWNGzca+Tpz5swaZ6uCFyRp+/btTfkmXEFi1ZarONCqVatWCVFXb4X3brQOYPJKAZg30wcwtXYOZjp1iAx5XKSvkZTW4VU9Rskoc2DVMBk441f5fVrEoqdqoZj88Crfln9vy3z44VWpuMyo1YdApYVj6vCqnjLqmtSBVcNOmC6/HlFdCzZVVzXo8Krq2qrIdvUOqbJKJtiHVw25ZlTqwK0/jpLKF6oP/komVp3DtLz1yJ6xmopDeHhVgk8GxWoCWGxaWAL1TaxqNiSouxINki9KliYRqxhDZaYrKfXwsKgsyGxCOduTExSn9hUlHfVeZJG+MOIRbxi87pZRCIohSJaGxRrWVuVu0DqF9WVnnqLNgvOeiyVk0TZMrNrvuTzifnJzFatx+2c7EiABEiABEiABEiABEihmAvkQq/glMzJQcYVJVby+fv16WbRokXzyySc51VZ1OWqd1W7dupm3IG5VroaVBWjatKn5ZTgvEiCB3AlQrObOjnfWMYH6JlYP7LiPzF36pcmGxGVnIdaGWEWN0sOeTWWWalamZlbGEX9BYjWXOCEqj3rkDLO1PSqTFGUidn/4dBMzslvBDHVPw+qluo9sPsQq+lTZGZVhq+MffN9Jcv3hF8jZL95ktvWjVEOUuNZ7s4lV+zMSJd6DPr4Uq3X8TY3DkQAJkAAJkAAJkAAJFBWBmopV1En94YcfzJyySdWGDRuajFbU1587d27exGq7du1ExSpkahy5ipqsjRs3Lqp1YDAkUEoEKFZLabXqeaz1UawO7j5Qhj55kak5iq3mLw69xxzolIuwjPP4QPhBaKLOKrbvgznkrl2KIKyfsPWJEnx2xioE46Mfp2pmxt1Wf9wjIwIPNYuzHb4QYhUCG0J17si/yZjXH5Ar33varG1UqQWK1ThPMNuQAAmQAAmQAAmQAAmQQO4EaipWsbX/l19+8cSqbvu3/4RUxd9VrKLOvt6Te+Qim222mTnDQGvXa5ZqkFy1SwIg03XbbbetydC8lwTqNQGK1Xq9/MU3edTz/Pu8t2X+8sXmkCdbruUqVpEB+cc37jcnxtuCsNhrrCL7EifGIyvzmCcu8A5JApN811jVJ8Gu0/nDyFdN5igyK/t07hn5sLgZq7pFPolYnXPmn70M1GyHT7nBQFZ+vuRL7+AqvA9ZCXmZ7cq3WI2TeYqSC7hQA/ab5UvMwVu44ohgtIuTseqWc4hcvHSD+paxih9iV6xYYQ6K4kUCJEACJEACJEACJEACNRGra9askeXLl2dIVbygMhVCVb9GKQCcPfDxxx/nRazq4VU4x8AuAWCLVXyNyy4NgL/jINrNN9+cDwAJkEAOBChWc4DGW2qHALadPzXzeVm0YnHgYUC5iFVbSiJq1CrFVvF9t99LSkWsIm47qxP1M5HBmkRYRrXVFbXrhWJbO06btw+FyrbyYYdXgXW2y62xqv3EOQwK8b45b7rvoCa7PEDUvPMhVm1mUaULtLQC2OoFxsgSjitD49RY1YzjpJ/U+iRWceDTXnvtJbfddpuMGDEiKSq2JwESIAESIAESIIE6IhBwWBCOz7lmstx9zDZ1FEPqpPDhX46SyfcMkLobtc6m5w1UE7Eala0KoWoLVkjOb7/9Vt5//31Zu3ZtjSeLeqk4THaHHXbIqK2KsWzB6spVZLtus005r2yN8bIDEgglQLHKh6OgBCCaXpo9WZ6e/TdPLvXptK90235vObhzT98p9EnFKvo+57mr5ce1P5u+9dI6mLUtVoO2d0OKaSZqNvBB7ZDNq9mNuDdKGiY9vErjufbl2+SWj14yf3UPzcoWc9jhVZjLlYefZ0oYBF1unHaN1aiapbqG44be5XWt8jJKVNoCNkqIovMwCau8og7aQh9gNGneW76Dtux1jRNHmFjVfpKUFXDXoz6J1TvuuEMgV/EnLxIgARIgARIgARIoRgLeKeH2qesmUD1JvfrU9dqOn2I1O2Fs5YdYxRW0/d/OVFW5irYrV66Uv//974Js15peW2yxhUkc6NSpkxGrbqZqVEkAiFUIVl4kQALJCFCsJuPF1nkiAPn14NuPGYEHIXVI54Nkv+33ynoyei5itXmTZt5BSBgHB0FBPB3RaT+zFfveqePkqQWzMmYFoXd+n2EmszXppWIP90HuDe5ypOkCQs0tbxDUtwrhLm12kv859FyfXLalZzaxCjn59PsT5LxpD5shXj/xtljb+dHWFo5xDq3SOWi9UGTUjjr8fPl57UqzPf/O9/8SuiXfjVPFon2QVja5q1IWbY7u0s+Ecvsb95t1zjZnjAsReeprd5p7UHbgqC79fKzttbHXFG07t9nRbOOf8PEk8/zg2Rp91GWh9yvXM8dfJfjFAerX6mX3jefu3kE3Zu1Ha8oiK3VAlyMM5ynz3jafJTxvDw+6KVRiRz3LNRGr77zzjjlRFFuPsl3Yfv/qq6+aJh06dJB+/frJlltuGXpLtn4hRrF9yr3wm/qgPtFXtkvv036zzUf70ntw+uucOXNMloA7Nt6bPHmyF+sRRxyRlZPLCKUKfvOb30QtX+j7Ght4B/WjJRHcDoJKJOTCBv2Clz1+tjIMLstsbMEV3HGBPWJW/mHPhz1PjSmMQdQzrWO46x71rCEGxOrOzeXkrkkYi3w/Mzk/bLyRBEiABEggfwQ+uku6jngyS2aqZrIOkbGzLpIu+Rs5sCeK1eyA8f/oVatWmUZB9VTdUgD4Oy7UWX3llVdk9erVNV5BbOXHz+K77LKLT6yqUHX/xIB2SQBkvOJnH14kQALJCFCsJuPF1nkgoNvzITcvPfTcrDLVHi6pWMW9KgkhrPrt3MuINIhVnMQOiVcbYhXjQvg98f5z8ur8D8xYuCDfzul1WqT0gqCcs2SeuWfgXv1929zxGt5/+fOpWbfoQxpC+tlXtqxRd1khcJs3bh77pHpwvvm1+0KfDjuj1G6ULU7E8PWPi03zsNhV0D/72VSPM8TuRb2HZRXJQfFm42OviR3/7m06S9+de8YS8Mg01cteV/t1vI8+Rx52TiDLIF5ouH3LtibLG3K4JleuYhVya/DgwWboysrKQKmJHzaHDRsmb775pimojzpOH330kbnn1ltvlUGDBmWEHtUvsk1vuummwCkffPDBMm7cOF8sUdubXn75ZSO77H6D5mPHpfdAiB111FGif9egxo8fL5dffrn5K+aNuluYd1B8QYwWLFhgmJ5//vly3XXX5bS8uO/ee+814yMjwr0GDhxo1iXocsfNhQ36BfurrrpKLrnkEjOMjvn0008buW5fLssgthCJp556qmEDlrj0eXrppZfMPyqyPR86nsaUjQGe1SeffDKwFu8hhxxixnU5RT1rGB9ZLe7c0B+uoHXC67qW+lzW1jOT04PGm0iABEiABPJIIKY0TcvXIY/Mkov2FklluFbI2Fl9ZUrX4fKk2BmtmuVqhdkjeGu/lylrmqb6qHimuhSAeOO4Qjc1RqWvTEFQKQO/DM4edx6xxugq11IAS5culQ0bNnhSFUPZW/9VpOpr+BNSEz8PTJ06NS+lABo1aiStW7eWXr16ySabbGJmqyUAXKlq12DVg6xwD+7nRQIkkIwAxWoyXmydBwJ68jwO6zH/gJz3tny4ZJ7Zrm9nJ+qWcK3xCYm2+KdvQyMIyi6FnIN0e/CYq8xJ7H88/EJ59P3x0qJxM7n56Mvlg68/NpmHuOYu/VK2bNJM2m/ZRtq1aBOZQZsHFOyCBIqKQK5iFbIMwhA/FAZJUsif4447zsz1scce87Im8TpEEV576623MrI4o/pVcabbrhQmxCeEGX7j/sILL3hy1ZV7YfC1Xwi1oPkgrokTJ5o5ZxOrkKpnn312Rh1XyLQhQ4ZInz59ZOzYsV4YkGrz58/PkHiPPPKIXHbZZTnL1a5du0rv3r0NZxyO4GatQirimjBhghcL1ubZZ5+VW265RQYMGOCVTMiFDToNE6tg/OGHH/oEeByxipghnadMmeLdq5IRovOrr77KWN6geWqjsPeQkXraaaeZdXH71Dq9eH/atGkya1bm7gf0Hybdg97TZyZondBe11JLWNTWM1NU35gYDAmQAAnURwKR2arBUKqFqFsiIC1VfSUFguVtqg8xMnWAcWxod4NMkekyXVIiNr5YTY+Rvk8reJrs18erYwyPu+4XPxexiqzT7777zkhVXJqxqlmqdrYq5KX+Hfd99tlnMnfu3LwcXoWxkbX6u9/9ziQxII4gsRpUEkBJb7vttrLpppvWPXiOSAIlTIBitYQXr1RD33XMkV52IeaADMOTuvSXn9auNKe6a3YjTqjHhW3XE2e/6glPZOUh4xDXA289JneeMNpkiLbdcjtf9qu9TRw1XLEFG1unD3j8XJOtaotY3WIfVdOzVJlnixuZwOD+7rfz5MWh90Rm1JYjg6g5acYqGM0879msW/Wj+irm93MRq5BZFRUV8uCDDxqBBCHkZtupGAySRbh/n332kaFDh/oyMuP0GyZWwRgZjfhtvZ0lmVSsQphBntryE33jQADIRojKbGJV2wXVcdXYNfNQhVqQYMaY2j5MuIU9V5pdi/uOPfZYk1XrZr5mE466dm42bxI2iC1IrEKM/vjjjxmCOY5YDVtL3DtmzBgZPS8+z0AAACAASURBVHp0hqjPRawidmXoZiODI17761//auqZBWXf4v4kYjXs8xAUR209M8X8PYqxkQAJkEB9IaCiUTNR48479D4jaistWZru0cl4laUT5cIjR4u4B2OlX5+eznCNLVbT91WkM2q9eTjj5DrfuFyStMtFrGIb/4oVKwLFqi1X3QxWiFVI1XyK1SZNmkj37t2lffv2Jms1SqzifVyatYqSSqjVyosESCA+AYrV+KzYMk8EIDxnzf8oIytUtzljS/alL91qTr7Xuqj20JCfqGuJLf27tGhn2un2fq07imzXbvedaN7v1KKtLF/zsxG2yJat2Kqt2VrerHEzI2JVqkLw9u/cy8QVd0u11uqEFB7cfWDJCTc98KimtTnz9GgUZTdaggLPxwMn3Bi7dEVRTiYiqFzEKsQbshqRzacy05WDyKrDb83tjMgoPnH6zSZW0f/w4cNNVqOK3qRiFaIMJQ7scgA6R30vTKyGybiweWeTfrhHRbMtiqMYKgP8CTlsM7XvjRobgljFtzJPwgZjBYlVvN6/f3+TjWtLyThiFZmbuCA149afzVWshglMcLniiitkxIgR5llTzu66JBGruBcZ0UEZsO7rUeuW6zMT57liGxIgARIggdolEC4ag7bVi0g6EzUz2zQiTlesun/3bvdnnsYWq2HDB4pVO0u2dvlm6z0XsQqpCrmqmaro35WoeA+iUw+xwvsQq19++aXMnj1b1q1bl5dJQ6yitFXbtm0zxGpYrVXWWc0LenZSjwlQrNbjxS+mqSMDFTL1x7U/m5IAuG7ef7A8+vHLcsB2nT2Rql/j4B4c1oM2qDfasklz6dlxX682pZ6cPufMP8s/Pp9upKceVuSKWRwodW3vM2S/jnvJBws+NmOf3D21NRblB16aPdl8fVbv08yfEMNaPuB/XrvbHISFWqroQ+8rJrZhsWit2xN36ZNxSFYpxF8XMeohWtkO0KqLOOpqjFzEKqQpsvU0KxPCy82KjCs07XnG6TdKrLrvIw7U4+zZs2cGUhxipHVe7fsgzx544AGvDiiyFL/++ms588wzfTVVXXkWFZsbQBxGUSLN7dPO+sXcdOu6m1kZ1a/9fi5sEFeYWIVsR//Yvo9SEpCkccQqBPfRRx9tMopROxbZyfhHhFuv1WYSJVbR14033ujDiIOx8IsDnK5rZ2LbmcCIWeVrUE3epGLVlvc6H13L2267zYjcIKZB3yei1rauvrdwHBIgARIggWQE4mdwpoXnjmNl1gVdrBqrwYdZpbbgZ8bir9EaLDjtw6uSilV/zdbq8XumM2Ora6zW/iFcUSuRi1hFWapffvkl66FVEKmuWF2/fr0sWrRI3n333bzUWMXcUApAkxogcSFN7azVqIOsNttsM/NzW00vs6Zv9DWlI2reW02j4f0kULsEKFZrly97jyCAjM8/vnG/kaTIOkUt1MOevcxkqqLuKrJLcbXYvLk56R0iFQc7HdhxH3Pa/HZNmpst/qijqlu09XR6tNVDgCBDT3n2CtMXDpNSMYsxsf0d1zFPXGAkbuWKxfLyiEfl6fcnmDFUnGIsXCp+dWrIZOzSZqeSk5MQq9+s+DbrIU/1/QEGo5/XrYp1OFU5sEoqVlUA2VukId7uv/9+Xz3KONLQ5he33yh5GSRWUbagY8eOGcu15557elvk7fv0sCVbHCPDEjLNPqyqGMWqZqjaNUwh2lB71i5vECXfwsRqXDaAnU2sQvii3iwEKURrHLGKPrUO7KRJk7zDt8Lq4qJ9lFgNOsAL/aHsA4Q6tsbphQxVZKdoFrZu4dcMVvsBSypWca9bSzWo9mqcz1XU2pbD9y3OgQRIgATKkkDsGqv+2qmhgjLdX4qVVX/V2aqfLeM1J7GqJQTSi1Rd2sB/yFWpi1UcXAVhaddYdTNW7UOrtDwApCd+nnj99ddNxmtNL4yPn1ewIwiCFJeKVRysFSRV9TVtG/cAqwxJ76vfi/WdIn1nZRHleCan9ZVZF7Q3NXzlaq3pW1MK/vsR56OdJsvdx/j1btjrIoj9Uanwagw7h755B775s8f1lwQY3feLBOuAOP8vGNIHuDmfkYzPKF4wbSrlDMMz4BA6EUlaNiS/lNkbxSqfgYIRQA3V66c9KsiYhFhFVmDXTnubGqiaVQppia38OFQKbR4//GJzDy5s80eW6qIVi42ExSFXmmGIre2Qo82aNBMVrbgH/eLCKeqa8Xp2r1Nl6JMXmXHQz8jew80BVygxgPH+MnuSKREAyQrx2m/nXnLqa3f6DtpyIWL7+KR5b5k+9NJSA5r5GnbCu54YH3QS/b2DbsxabuDi50aZsgd6BZ0wD8mMmrVT5//TJ4kRH3ie0u34jO3u7sn1p+8/KFDIuu10Li4fCMubX7sv67OH2INiwU1agmHy52+ZbGa9IMohwod2PyFDhgbxxH0oC7HTdjtmxOLORRugpETU2qFt0ByDxsKa4ZcGC857LrTMQNh4dtB4ps8+6LQalSpIKlYh1lBnVE9lRzx66j1qrmoGqL2VPM43nLj9RolVyLAnnnjCk7xxRBTis/tFZuI555zjK3WArERkMmYTq1qbNCiDMYhBHEbIPoAUdmu+hjGFnEMNUwhLvVAaATHZtVqj5Js9bi5sMHY2sYr3NQMUGZm77757VrZh80Uft99+u8l+DapVGyVW0a+KUj20CmJ13LhxPqmqmb+upMe4LVu2zDjEKhex6j4/QWtfG89MnM8n25AACZAACdQFgbQ8saRM4KgqTH2lACpkrE9oBR8gZfpza6DWtBSAs8U/Jd/SAsk3gfISq0uWpA5D1lIA9uFVKlE1W9XOWtXDpbArZtmyZaY0gNY8TfqUYRyUAcDPivvvv7+5PShbVbNX9T0tA6B/IqY2bdpkGT7oefKvZ6zYPbHaJVbzxI2sXybY0lPCXk8P4B6s5gpY876MlcmdHrUyclPzF9QSlruk69gKL1PXu/+Aty05KmLiMGLZmT8+Q89UyN3e68GHzFXzmC13XVApQ5kZnPgRyecNFKv5pMm+YhGAFBv18m1m+/xTJ95i6q1CWiLjdPGKJbL7w6ebjNVzeqW23tvSC/fOW/qVOahq5bqV5j1s18eFeqmQVNovDqfS+ql4H1IVUlTFLDJXIWBxaRYqxBwyUx8edJMRf24tVy1P8MfDLwytw3rcIyOMUIWoPKP7IFOzdcrn001ZA1xzR/7N/Im4MRdk6OoFkdunc08zF4g5lDE4b9rDvvfDyg1ovVRtDFH9u517+vjZkhlZu307HyTNmzTz4gMTMHDnBxn7xPvPGQGISzN9XSGJdvdOHWe4vX7ibdK59Q6Bok/X8ZIXb/bYI572W7YxB2mpLMX6QJjbl5Yw0PU7u/uJ5oAzlGeY8PEk7170d/1R1Wxdnuj7jmOuNDFCwLuXO2c8kypssXaQ+BDsQWuH13SOo1+715P0qN1rj4V+Ot53gunCzrB2Y3HHA/+Lu59kmuFgNn1+g3jF+lCmGyUVqxA7kHbu1npsNe/SpYsnAN1ap25Mur1ehWHcfqPEqiujchGrugUbc4IgQxkAxBmVVRm0nduet4q7Sy+91Gxfj2IUtBU829rq+Dhkyq1BetNNN4m9pTybcHTHtZnHZYM4o8Qq2oABygHceuutcvbZZ4ceDIbszWeeeSawZm+2uqJJxCri0SxUzaRV3io9Ue/WXVP8osGVurmIVbuMA0ocBB2Ole9nJsn3CrYlARIgARKoAwKRWatW5lpWserParUjzyw5ENbWL3pTpQAySwZofymRJTLxgn4yWkZlbgd35lbqGauLFy/OKlWDslXtjNZvv/1W5s2bJwsXLpQ1a9bk9HChBAB+ht51112lefPmPqmarRyAZqzadVZRnzXsCtviXy0gFxnJ+KR2EJLhOeTUIfKkOBmr3+CQtfSdPYbIEKmUCpPJGpY1KhKeeZoKAPHeINdkZKwGvm5kZ4WM+nKKl0GL/qf0niUXpfMUzPznn5ESq/PPSItRyM9U1u1B7zrjqUDtPcUvUgPFKvp5Qiruqc70TcXZVypuqAzMAJ59z4VSeXLtZPvm9CDW05soVuvpwhdq2lpLFeM/MeQueXPedDn+xdFZsz9zjRUS0a7R+u6p9xuJhjH3234vWfzTt0bGQXxC7h7dpZ95LUi0Ie4nZ04QHFK1a+sdvXqrbmwqNyG+3NPjNesQGY/2hQO1VIzp4Vv6PuQeMni9/y8FiEZ9T+vK6t9/GPmqT+LpIUx4HwLXFbS2sEQb1Ke1xalmA2v/EMdYQ1dKYhzIUXeeQetox4z1gQzHZTOxX4dg7PvIcFPOIWx8zQBFP66stHlCtEfFaDMLqrOqEj2MKV7fdcyRJov2zhNGZyCw+w96ZtwbNrvxIPOSHbse1AYmuLJlvkZ9lpKI1aCtydq/+57+3T1VHe1VXmG7NaRdkn6ziVXNgLQzZ3MRq4gRAguZizhQCMIPNS6jxCruQ8YosgaCDu3S2DVzVPuz47XXC1m8EydOFHtbf7b1DDsACfckOQQJ0vvee+/1Mlxd5nHYYMw4YlWfBbRH5nPUwWBBrLIJ6KRiFXHYmbRa29Tdpm+vQ9B7uYhVXSc8H6gfCxazZlVn5+P9fD8zUd8f+D4JkAAJkEDdE/C2Dvu2WVdnmk6XntKzx3SZHlFj1c3Cw0zsbclB25irtxanMuamSE+ZLumambp92Y4rIBMwsFasXZYgqxCue94YMZcaq9nEqitVNYNV/9Q6qPjZZ+bMmUau5nJhxw9+EYusVVwqSt36qm7Gqi1W9b4osRokKjVmv+hMPzuHTpZr5AZHRPaT0ea51VIAZ0jlkdYWfPOMTZG+f7tbKp6xt/NX9+lu7w/iFl+saubnQfK2VZogTKym4u4no2ekRvVlxVqBBN5/w3SRgGz0jFi97FUJLq1Q21m/uTyI9fQeitV6uvCFmraKNMiyeUu+NBl/9rb9bHFBQiGzVQWS3RaS7fajL/cyWDUTFLLKbY+2LRo3M3VbsW3e3kqufUJcnd9nmC8cCNejHjnDOyir7849M7abq9QLknYQlxNnv+bVfdXObbkYJlbBSOXr88eMysiWVWFoz9fuy86MxPxfGPFIIGpb9LlzCBoDWZyuMMyHWLWZ2ILXlqa2cLUnA9G49ZgjvJds0ZhUrKJchWalBolVO0s4iKu+HxarLZDND3IBa2vPLUis4n2blyvUk3zWk4hVSCr8AGgf6KNjBWUN6gFFyEZEhibqP0EMXX311TJ//nzv4KIk/arkg3SyL8gwlABQWavvQe4hg1NLFLhscIAVsjtdeQjZiwxPewt9HLGqbRDHyJEjZbfddjMiGRmPyBo9//zzvbquiEVLICATEhIPjJDZes011xip6opExIlsRvxnXyoohw4d6utf26gsVHGpzO2Dm9AH2iED0x43FzYYN45YRTuNDV+HiVW8h2xkPDf284QsXTDF60ECOhexirE0kxbZtPjHDkpAuAeAKVstP2GPn6tYVRYoOTB48GDzfLhX0mcmyfcDtiUBEiABEigWAv5ajhqV7+CndOZceOZnZh++rNIZTo1GX03W1HtDv3YOI8qoDYkt/31lStfhUpk+lAqxhtXi1NcRh5FuN7glDArDPxexGlQKAFv+bYlqC1bIVFus4u8rV66UDz74QL744ovEE8f9BxxwgMlWVVFri1U7YxW1Vt0MVvwdl/6ZrRRAmKjUoINEIkQs1tgnZDNqrEKs2nVZq7NAIVbdrNFsctcGGE+sVo81oLX9der5TZKxOqB1evTQshqp9zPjcuvS2n8PqlnrjzPxQ8Mb8kqAYjWvONlZFAEVQ7YodDMjw/oIqluqbdHfPm06mxqp7uFS2WKy47DbQZLZ9VH1PYhLvSBsXWEWloGZLYY4YhXCDZm9uIK2e9v1QFUU22I1ShBqfK6UtCWdSkls8bfLF7jCsaZiFQIa5SBwuZmZKkyxDlpSIYitLWDt+JKKVbt9kFjF2MhIVXnvPsuIQ+v/unFqBjCyh1XeRm3lDxOrGkPU/VGfz7hiVWtM2tvJ3b4ho2bPnu1l2UHUQcoh+9G+UJ919OjRRjom7Vclnzs2tm7/4Q9/8E5P1/ejTjiF0ISocuWhimL0qyI5jljFuGgH2QcpqxeyX88999xAUaYHTkFa6wWxBhHrnngfloGrWb9BdUa972U77OCJZwjHoIObIIRPOukk37i5sMGYccUq2uLZgUjOJlaxJpCYEL9hz5P7XOQqVu2SAMhARmxfffVV4MdJSzDYMjpXsYoBkAHr1sR1B07yzER9D+D7JEACJEACJFDfCeQiVu3Dq1yZqhI1qByAXZMVJQBQrx11/JNejRo1kh49ekjnzp09OWrL0yRiFXG2bq12MDOSsFIAKgrPmN8vUIIWtVgNPEAq9QuFvtOCxepYGR4ie9MlMNJZ5ErQFbSmvrFdS9XNPnV+uZHqxzl47kaRa1hbNenHpVbaU6zWClZ2GkZAxRDeD6rlmY0csv/GTBsbKE5VkEKIXtR7mHy+5EuvNimk5M7b7SCXvnSrJ0u1fZhYxesVW7UVHL6EUgG4UC7APpAK0s89TMrO+MQ92s+BHfeRndvsGHrgU5AMxf0q9iBJ7exGO7NRs1EhPP/83ngvA9cWq7ZoRDvUcQ27wrbh27G487TjyVWsoiZq88bNvVq0qCE6uPtAr9RAEilqx2fXWk3Sh80fX4eJVbdurdZ11XUJy0LFmsxfvthkD4cxd9coSKxqHeGwurdJvhvFFatJ+gxqC9GESzNEa9pfKdwPaaxbu9wM06D4IehwSmw2RuCI/4IyGUuBST5ihPTUf4DUp+cp12cmH8zZBwmQAAmQAAmUM4FcxOr3339vDp6yM1HtGqr42j28yj3oCvd/8sknRq4mPcAKNVXx8+X2229vlsYtA5Ckxuqmm25qfiEefgUdXlW9PR9i9dFOqLGLPsJKAaQzmaWYSgHojDMzVqvnUx03xGqceXocIUqDDrUynDIzY/38MzNWozKHy/kzWoxzo1gtxlUp45j0ZPZcTjCHFLMPO7IxaSbpAdt1FpxYD7GKOp/Y7o9LD13C12h7be8zzCFWQWUF0CZoi3ucZXHrXbr3BNUFjZOxCklqZ53amZwQa1Pn/9Mc8hTWV5JM2rC2tljFvOyDwWypl6tY1RINKpn1gKazeqcOMUsiRcNKGiTpwx0zTKzaZRbsOqlausKttYt+Xelqx5vt2bPFKmS9lsYIkvxxnle3TV2J1Vxi4z2ZBCBU8Z97OBVZkQAJkAAJkAAJkAAJ5EYgF7GKX4Yj4zRIrGarsYoIVbBCfqKcEX5pvnr16tjBo/+dd97ZHBwLwYqrJmIVh2BttdVWkeNnlHjwaoaGHTTlL0dRlIdXmVm7W+zD5hP8+qJ7usrwxx186VrCPma+GqtR2/ozxWpGBmzkirFBbRKgWK1Nuuw77wSw5RlXkBC15eq7387LaKNC1d52HVQ2AILvs+XfCCQt5JWKvbiTgVxFdu17X38UWJrAPVAprlh1pS3KELTdcjtzqrxmRcYRq1F1POOKVcQz9MmLvCxglYpPvz+hRodXQTr+4ckLvcxkzbBNIkVtUWnzTtIH1jtOKQC0s5npwWDIQu3TaV/RDFb7+XGlqy1n0S7sACpbrF55+HlyzBMXhJYhiPu82u0oVnOhVrh7kK2JOqy8SIAESIAESIAESIAE8kMgF7EKEYqfy2oiVnHv2rVrTY3Vd999N9ZkIFXxs+Chhx5qZCj6wFUTsYr+mjZtGmv8fDfyyUKzPb9Szph1kXTJ90DsjwTyTIBiNc9A2V3tEtCalUFCFGJvuybN5du1P3uyCZL0jO6D5JvlS+Tp2X+LVX/VLRMQtXU+asYQkA++9bhc+d7Tpql7KFRcsYp73UxMZP5qtireD+vLzi4Ny7zUedg1Q+1yAm7GKtpDCPZ9ZLiPd8+O+8qcJfNk3NC7otD44rXr1QZt5bclZ1SNVft+FZ0IprbEqtZLxRh4fq4//AJThzasfrB7aJULKmyN3FIAYVnMkeBDGlCs5kqO95EACZAACZAACZAACZQDgVzEKrbxoxxATcQq2H333XemHEBYLXeXL8Zr0qSJ7LDDDqa+asuWLX2HV6GkAP5LUgoAZQBQDqAgl1PrFDVOL9q7IJFwUBJIRIBiNREuNi4kAUi8p2Y+Ly9/PjWrINWM0yM67SdDu5/ghTzl8+kyfcE/5ce1P4fer1mvELQ4DAslBCDKjtq5j3TruFfW2qQYCJmquI7q0i8Dlcq0mojVoFIDdgZqmFiNOr1egw07OArvB4lVvG7fo/24cwx7bsKyY8NqpGY7KMoe47hHRniZtHb2Z5RYxTOGq226rq4tTKOEtC1L8cy0bNLc1E91L+0T66b1e9Fm3pIvvUOswsRxUI1Ve662RM7ls0qxmgs13kMCJEACJEACJEACJFAuBHIRq5j7smXLjMQMO7wqqsYqSgmgxj7+W7duXWycGG+zzTaTXXfd1RwGi638uWasoq9WrVrFHpsNSYAEUgQoVvkkFD0BiLubX7vPO5QJAUM8hdVH1QnpwVH698oViyMzVt3DrDQL1s6QRQ3MY7scEShZIQRxBZUPUCnmyq84Gau2HLSlo13TE+OG9RVURmDf7ffKWHs7s9XOIEXDMLGK92xxi7/XVKzacbgHY5037WETd1gtUlv0um2ixCrGbb9lG2/9bNZRYjXbgV42aM26Rk1c9wo7oEzbBYlVN5N3yoixnhhO+uGmWE1KjO1JgARIgARIgARIgATKiUCuYhWlACBHw8SqW2vVPrwK/BYtWiQzZ840ma+5XMg07datm7Rv397cbmep2l9v2LDBE6/4WjNacQ+kLMtM5UKf99R3AhSr9f0JKPL52xmDkHUD9+pvtvXj0B5cUXI1yfQgVXFVbNXW/ImDry499FwjqZDJOG/pVzJzwcdexizaj+w93JedCmn26vwP5KkTbxFbXNont7uHGaksw5g/jHxVmjVp5oWt87clp12P05V9dvaiuw3dZgkh68Zobyt368AiIBWHbowabNiBUdnWIChj1Y4D2cd21qdb19WdP9ic89zVJls16KCwMLGK+xb/9K05HO2OY6701i6sVmvQnBDb1mOOMG+5wlvb69oF8UUbHO6mJSOC5m73P3fk37wwbBHt3pfkM0CxmoQW25IACZAACZAACZAACZQbgVzFKsoB/PDDD95hVMhQdSWrylWVqmAHsfnLL7/I+++/L19//bWsX78+J6SNGjWS7bffXrp372628mMsXG72qopVLRNgi9Wtt966cGUAcpo1byKB4iBAsVoc68AoQgioeLti76N9hwBBJKG2aFCt1Vxh2ifbR/WBrMiJs1+TRz9+WXZp0U5uP/py2Wm7HcUWXJoxq5my+PvDg24y7XAhy/PR98d7W9bxmi1rIdnQP+SxliMYedg55l6M8+xnU0UlLeK59KVbM/pCCQO9B/dBLEIeKjdIuBaNm4nGqAd8ndx9oA8B1kEPBAsSytpY5482QRmZdqe26A3iDfl4dq9TfaIZ7SAwR718mynTgAsx46AxXE8tmGX+xPPyP4eem3GvLZ7D1lgltj1nbRuViavzd59XXe//ee1us56I+Yy9jvKtDdbbLXOB9cGz9fm3X8mYaWN9z7vWD0bZCTcjOQ7/oPknEauPPJIqczBixIhAlNne/89//iPPPvts6MfsxBNPNCfd41RU/IeT73HpfQceeKDgP/caP368eWnQoEG+t5BBgHjwG/igeHPtF7FhzAULFpjx+vfvL4jd/k2/9q1zipo7+tH56vyDQIUxQFvENGnSJMEJtTjIoEePHhlxhcKP+QaYYg0xDq6OHTuaNXHZ33HHHeZ1d72i1sQOA1viXn31Vdl9992lX7/MMiuY78KFCwMj79ChQ0ZMMafIZiRAAiRAAiRAAvWQQK5iFaggViFGtdaqm6Vqi1UIzuXLl8vSpUvlm2++MX9CsNbkQkmA1q1bS7t27cyf+DkQgteWqEF1VyFfIWMhVnmRAAkkJ0CxmpwZ76hDAipWIYoGdzlSunbaW35eu9JkjiKzD6/bh1XlEpr28eLQezzpGbcfCK2n358g2J6uW9YhOT9Y8LH8tHal183ObXbMKB2gWZLuWG233M5kyaKfn9et8t5u3ngLLz7c+8HXH3vZsogDGbXuZd9jvwep+fmSL33Ng2LUBhCy9qUxBnHSvoPKIdjtw+aPNkFlCtyxcD/Gsjlv2aSZ4aw1Ut173HkExd+59Q5GyIa1zRabzkn7yDZfd23c9dZ70ReeeWTUhj0reN29Pw5Dt78kYnXy5MkyePBgue222zJkJSTmZZddJk8//XSgCIMwPOqoo2TvvfeWFi1aZMxr9OjRpkYUpNxNN93kbYnS+3DPhx9+mLFVaeDA1C8EJkyY4OsT4u3yyy83P7x+/PHHRtraVy79Qn4+9thjMmDAANljjz3MSbBPPPGE6fall14y8ePSvl9++WUjF6Pmbsev8z/44IN98WIeH330kRl77Nix3nuI4bjjjjPvnXbaaWaeYXEFPftxX4Mc7tOnjzkgAesIkYzXwAPjIm69sC3tqquu8mSxvh61JnYsYD1x4kQz3qxZqV+e2BfWHXPG8+Ree+65p1x33XVxp8Z2JEACJEACJEAC9ZxATcTq2rVrzc9etlh1JevPP/9sJCqyU/EzHUQnZKxmktYEP8aCSEX2KiQufmZGFivqpjZr1iy0PADEKiQsDsLiRQIkkJwAxWpyZryjDglAFp05/qqsmam6hT9p9qq99f/moy/PuS4lcECo3f7G/XJI54MCD66qQ2QcigRyJpBErGKQ4cOHy9SpU81/KitVukG82dLPDsqVjWEBh4lVtHelIl4LE6t4HRmV06ZNMzJYM0J1XI0nbr8QdZCotkDFvfhBum/fvuYH07///e+m+zCxqqI122K587fbBslrFYxBcUG4zp8/P1BIJ31g3UYALQAAIABJREFUVHS6chuy9Oyzz/YJ9TCxGrUmGhOY7rPPPnLuuecayR7ELWzdk86L7UmABEiABEiABEigJmIV9H788Udf1ipegziFUF2yZInJasXXOKAq123/cVcJgrVx48bSvHlz8wvqNm3aGMGK7FRcWgYA7ZitGpcq25FAJgGKVT4VJUEA2YOz5n9kYl300xKTpbhr69SWemRaTpn3tikNgJPY9UKdTfvC1unPln8j26XboO0Z3QflVYQizqBsxZKAzCDrPYGkYlWlFzIFNUtU5V5QRqkCrqlYhVRFBqObERsk2CB699prLyPkMC7ucbMeNZ44/WLOFRUVgVmYmB8yeR966CEZN26cyeSsLbGKsWxpGcVUOQRljyZ98MEZGRYqj+373a3/QWI1zppon5rZiudp2LBhRpDbGbFoR7GadAXZngRIgARIgARIIIxATcUqtvPj5yRkoOLrlStXmt1XyFKFUM1HZmrS1dNMVghWZK/i5zMIVpQOQIYrpCu+5kUCJJAbAYrV3LjxriIkgO3wb86bLp99+5XMWTLPHD6l8nXu0i9l+ZqfZfuWbc1r2baLF+HUGBIJ1AmBpGIVQdlZivg7MkIffPDBrHUtoySgTjYsYxWSdMyYMWb7ty1wgwQbskvRHjJVhZ4rZO14ovrV+b711lvedv9si1NbYlX7VdaaRfvVV5klQTQ+ZBijHmyQEE3ygOm6QNJq7diw+4PEapw10f4OOeQQI8YxprKvrKz0lYGgWE2yemxLAiRAAiRAAiSQjUBNxSr6hkjFz1yLFi0ykhUlAorlgmRFFit2WLVv3146depkRCsvEiCB3AlQrObOjneSAAmQQFkRyEWsAoBmqeJrO3s1DI5KQa0DarezRV02sYpDiVBuwM2WRV92jdWuXbuaOqBaZ9MWdTquLT+j+s22PT9ovklrrJ588smelLYFpt03BDEydvGD8AsvvGAkYxy5mDT2bA83eN57772mCTJ4e/fuberpuodLBYnVOGuCfl0RrtnCrrjH3PGPF0h9++LBVWX17YmTIQESIAESIIE6IZAPsYpA//rXv8qyZcvqJOZcB0H26rHHHpvr7fX7vndvkgYHXi03vlMlVx1Qv1Fw9iIUq3wKSCCPBL777jvzP1D8T2qLzTeXVWvWmD/nf/21bNG0qTTdYgvv/W233Va+XrBAWm27rdcOodhttQ8NEfdgDLy++RZbePfjfR0Lf6Ld3LlzzZi45n76qey6227e+J22395rv+y772TV6tWmncaNvu0Lfel7iA9f48I4a1atMjHjtdWrVnnzwdfoV9siZoy1fceOvr5Rq3Lo0KHeazo/vKDtdS7gp2PY89c5YF7KwmYFJkEX1gqMdP7KBW3tdUPMWCv9E+11LMSGbEjMQcfB2KV45SpWta4q5mzXWw1jkO0AJz24CvdmE6s4CEozGPUALVcu6gFb9oFVQVmPrvzM1m9SORkmVoOkMuaMeeE/e/56eJUeWgWRiVqmkNCQqrjqWqxiTKz7q6++KjNmzDDrjvggulX2oo0rVuOuCe61M1v1WUJ9V6ynnXUbdngVD64qxe9CjJkESIAESIAECksgX2IVWasvvvhirddRzZUW6qoec8wxOWerLvm/gdJ28PPO8DfKjKqrJPWTbBld/3laBnaolJHe3JbI0yeeK3LHBBnsPxO3jCbNqSQhQLGahBbbkkAEAfyP+LulS2XpsmXSu08fmYDDXM45R76eP19mzpolrVu1kl59+siDDzxgTs/WU7Tv/9Of5Nz//m95c9o0k4WGQ2Zw9e/f3whSvY4//njBGLvuuqv578Lzz5eBgwZJt/32k/93xx2m/yNwz6efGsm3atUqWTB/vlw9apS579M5c+TI/v2N3MX76ANfT5o0SU499VR5/PHH5WBknvXv7405edIk8/XS774zEhXZZn+bNEl22313QTwPPfig9xraYd7oD8IS8YAF2kI2gsfd6Sw3HeDG0aNNfHpBYM764AMTO8ZDTUUdH39iPgNPOME3f2Sr7b7rrkZwQrjivrPOPtvMGYJ0zty5hiuumTNnSrdu3czXmD/ifHXSJNm2dWvDXdvp11hPrBm2iF97zTXy3IQJZiyVqHgf9yLeTz/91PQNLqV45SpWMdc4Yk+Z5KMUgMpH+wCtCy+80AyhGat4D5mdQZfKWLwXFE9YvypdbVnr9o/MShWe+S4FoOO7WZsQjjicy60fa8eWrY19gJfeg38QJLn0QK3zzz/fyxB2xWrcNcG4O+ywg5G1QZddiiHJs5dkPmxLAiRAAiRAAiRQ/wjkS6yC3Ndff23q7xfjhV1G26eTUpLG987oBtLjmuPlqYV+sWhe/+QpWfzsYGmTtNOSar9ElvynjbShVC2pVavNYClWa5Mu+653BFSsrly92gjL1StXStfu3Y3oq1ywwEg3FYZoM2fOHNm/WzfB1wsqK6VV69ZGcEIsQoJCIEJSquyzxSrgQtA2bdZMbrnlFvnnrFlGICJzUuUrxoW8hcxEZijE3zVXXy0zP/jAZL4i6xIicsJzz5lxr7/hBmnWtKlpD+GJ1yAd0SfugcDE13hPxaqKUfQ/6/33zRwq58+Xik6djFjFBfGI+SxbutQI5X27dvWeDVes4g09nEbnjTgxD/SNC1zs+avMRF8YGxfEGUQTxkWGqcpU8H/zzTfl97//vWkHuQp53XW//YxYxrxw4b6z//u/jRSHrHpv5kzZfffdTQYuhDf6hlSFaMYF2dyxUyfT96OPPlqSz34pilX7AC2FDrGq28Yh+dzt6ZDk9uFLQWI1rF/dnh5WRxafsV69enl1ZvMtVjFH3YZvy8U4whfPKrbsu4c/oU/MF9+P7Evltf2azsetU6ttXMlpi9Uka6KZreD8m9/4f2odMmSI+T6k5R0oVkvy2w2DJgESIAESIIGiJJBPsYoJ/vvf/65xfft8g0JprN/+9rc5dZvKVJUMqWo6w/b4OypSYjW9Vd4epHrb/DtyU4Mp0vcdkR7p7fR9X28gUw6bIXJgD7n6hhlSNUrkpgY95Gqrg2z329vx3Wza6vuQadpWThlvdTpIRbD7npV9a2esmq9PETtX9/inF8uEP6RUMuSyNw+84PWfE27eVCIEKFZLZKEYZmkQgGz77NNPjaxsve22RmL86X//V04YOFDmL1hg3kMmJSTkFltsYTIbIQOR5QkJun2nTkakYrs7XoPQg8jTrE3IUFwqZ48/4QT5YOZM2a9bN3MPxsCY6Atj4IJMQSasCkD0CTH41tSp5n0Iiueef96Msdtuu3n96XZ2ZJBCOEIaog3msMtuuxkxiwvSE31q1ibmZceosSPDs3+/fjJp8mRfRmeQWAVHCF4I504dOxq5i6+RKYrMWVyYI2JHWwhffR+8tm3VyrDQdnZpA/Q3ddo0MxfMAfPEnHA/1glj4QJbzNuUQEivFX7QUvbgiX6VI7Jakf2Kvu3SBqXx5KaiLEWxirhVwuFrbJuHWNXsSfegI7u9ismwDNqgfnG/1vScMmWK7xAlvKeZrnqoVm2IVQjKvn37mkMH7C3xeCbxmr0VX58/ZKvilxPZMm3jPqvIJA2qpatx2fLWFqtJ1iTbQVvuQV0Uq3FXju1IgARIgARIgASiCORbrGI8ZK7iZ7b169dHDV+r72P7P6RqrpmqCM5IyxcGZs9KTcvHfe36o0a0/jMtZCFWVaCmCgeksmBtmblElvymTXXmq287fub9HjjTboIM1Gxaa9yKcW5GbVqm7jlDFu84xjcvX/atN3ZfmdKgh/zTEqnizNU/j+r+q0aVXYGEWn1WS61zitVSWzHGSwJlRsCtsVpm0yup6ZSqWFWhiW3/KlYhGbt06SJjx44NXAPIwQEDBpjszWylCXTruvaLzrSmbMuWLU2tU2QyQyo+9NBDJmPZzmZNWmMV/esBXtnquWq/V111lUCa4kK27NFHHy2I67LLLjOZnmFx1eTB1OxYMMFhWxgHTDBvlNCw6+zaYjXummA+e+21l8k6HzFiREaoblYwxWpNVpP3kgAJkAAJkAAJ2ARqQ6yif5RYMjve0kkidU0dyST45Td+NqvJFV+sWnLT/ABtC0+I0TFSYZUSgJAcs2N15qcXoy/zVcsPZN5fPafw94z0FGTDVktO77XDplRn27qAfGLVH7dISvJKWiK78zC8vhzpG7Mm/HlvcRKgWC3OdWFUJEACJFDnBGoiVnVbtv6ZLXiIsVGjRol9UFVQewi8Z555xquZmu0+CMRhw4YJDiyCjEO91bPOOiujDICOA2n5r3/9y4jXuP3ac8N4+Dt+QEZWLC6I2jPPPNM7fAqvuX3r37PxUS7u/N17MIfp06fLuHHjvMxZN64WLVpInz59MuKq6cMFsYvnRWvYYhzMH1LU3roP6Qn5irICcdfkpJNOMpL67rvvzigDoHFDeO+xxx5mvCTPXk3nzftJgARIgARIgATKm0BtiVWlhp+h8DNoXV74mSmoxFMuMWQVq0aCisxYWCFjnO3yqbHCxWigkMThWKYsAESoLUyziVWM42zrT/eRyiYNmLWO4Wzz90oIUKzm8qjUq3soVuvVcnOyJEACJBBOoCZilVxJgARIgARIgARIgARIoNQJ1LZYBZ9vvvlGPvjgA1myZEmt4mrTpo3st99+0q5du7yNE1lj1ROrTsaqL4LojNWMDNaIjNfwCaYka+UlVYI6rm7Gauh9GXVVK2VkFUoBMGM1bw9TGXVEsVpGi8mpkAAJkEBNCFCs1oQe7yUBEiABEiABEiABEih1AnUhVpURDrbC4aH5FqwQqihVlesBVVFrmMr81OzT6tZefdF0xqpYtUj9ma7xxGqPT/RgKa3BGl0KICV+95UZVVeJ2fBv1UA1YtWu4+pt418sFXe0lVP2rC4T4OsnYY1Vu6QBSwFEPU3l8T7FanmsI2dBAiRAAjUmQLFaY4TsgARIgARIgARIgARIoIQJ1KVYVUxLly6Vr776ytSqX7lyZU70mjVrJp06dRKcI9C6deuc+khyU0o8Pu/cYslWX21UERlULUn92/pTXWTWWPVv57/xnbT8FPRTIY9mZI66grf678d7gtcpESAi3nb/tGS92rvNmktG9uopYs+8uv/MeVCsJnmqSrctxWrprh0jJwESIIG8EqBYzStOdkYCJEACJEACJEACJFBiBAohVm1EOOTq22+/NYddLV++3IjWtWvXyvr1602zRo0aSZMmTQQiFTXucRjVdtttV+NDqUpsmRguCRQVAYrVoloOBkMCJEAChSNAsVo49hyZBEiABEiABEiABEig8AQKLVYLT4ARkAAJJCVAsZqUGNuTAAmQAAmQAAmQAAmQAAmQAAmQAAmUHQGK1bJbUk6IBGqdAMVqrSPmACRAAiRAAiRAAiRAAiRAAiRAAiRAAsVOgGK12FeI8ZFA8RGgWC2+NWFEJEACJEACJEACJEACJEACJEACJEACdUyAYrWOgXM4EigDAhSrZbCInAIJkAAJkAAJkAAJkAAJkAAJkAAJkAAJkAAJkEDdEqBYrVveHI0ESIAESIAESIAESIAESIAESIAESIAESIAESKAMCFCslsEicgokQAIkQAIkQAIkQAIkQAIkQAIkQAIkQAIkQAJ1S4BitW55czQSIAESIAESIAESIAESIAESIAESIAESIAESIIEyIECxWgaLyCmQAAmQAAmQAAmQAAmQAAmQAAmQAAmQAAmQAAnULYEGq1/+Q1XdDsnRSIAESIAESIAESIAEyo5AAxHxfqrEX7JcEW/774xu3CC6iYjEalQ9dGhzTLJh0hBT7X2M8vQEeHFmnx8Yxf+h35lfWKhxkcZtF/ehwUTi9hnYLvjmeM+RG2TcQCLW23QTo68YTUw/CRglmnfOzzBuDAk+1pzi4Un8qUo0+ag1jDuRdD9ZWVp9xe02wbMel5O/yzx9X4/7rEcGqQ95g1gfncjunG/Qyb5nxvy+EHctve4S3xAwzYD/Z0XDyGyRt89KPuYU8/tlLvPM6R78PzP+/2GDhygmLuUWS4L/Iea0/iINVtxS4ycgx6F5GwmQAAmQAAmQAAmQQNkQSPJzeJK2MQAl+vde3LHjtkvy77skfcaYt2kSs88Gcf/dF7cdxo7VtkGGh447NX87a6JxPUFouwBxXCViGEVdGX3GXICofs1DHKOvGE28fmK1Fcn++XE6idlngJUJf2Di9um1i3jw4vYH4rE/GFELiM42idHIahIap/OQxZ1PRjv0ExJTzD4LLlYj40x/biLbxVkaZ7axvr+FPdYhAcXt0ws3LxPL/GVgHBxum4ZFFEuS//llnWu+5oTPWTmJ1XzMJ/YPCRFPY5z/MUc90HF/aIjqJ/z9Bj+NqfETkPvovJMESIAESIAESIAESKD0CSSRTbF/vtWG2f/hU1Ul0jDy5+50X3HHztrOkRU16jPuzSGPiHd79n7iMUr/u7BhFhljhxEr9CqRqoZ5EKvOYLHG1vm47ILnl4yR9hk3kIiPuDd4xD/yYw2X7FnPPu8cuWdMN+SzHGs+6c5iPuvmX7aR3w9SfVZVVUnD6G8e8b4/G5AJxGrk95j0JOLOJ7BdyGc5Zp/+ZhE3xewztT4xGsdokhJZDUWq8vHLG2e2sf6/ku17TPAvb+I+m+knNP7DnPUpjfk9PVsfsb9BRn1c8hCLl45fUyka6yGLmlD6IUjw2Q/sMZ+xxPwGGDqzfKyR+Q6bh+c3H33kK5bsj0KDqjspVmN8WtiEBEiABEiABEiABEggG4Ek/8ZJ0jYO9ST9xc0YyvpvE+vNJD/3B8aZJPgAGN7tEf3EHca0i5mtEqvPhiINAKmmV47lFzLWO8s/GnN6NmJBUJMnsjGEhUkbjfEP4sjhrAcysm16TbK2c96M22fGcqczC93Xk/QX91mPu46IJV9ZeAZ7zM9N5L/znQnEZRTYLkvGatUGEdmY4IOZp+8xicRq1PeO9HMVl1HW2eb4rAeOHfIQJo4zxveEyBXMkyhLtDUkW1D5mFOSD3lULFHPWCTg8MzwOLd6bRI/HCG956OfmqzRRpGNq+P8zyUmnXzMx3yzz0NWcXjIDfY+f4d8PEkxobAZCZAACZAACZAACZAACcQlkK8fqOOOZ7Wrs6HrZqDYo8RtiH9BxG2bA/7MW/I1WHDgiaaTSygoNbDZJrJZ66ZSFSZX6xZoNeJc5pOXNc21k/wFnDdXlOgBynXeudwXxmqD/NK4g2xs1DKhXI0fg47808aG5sleX9VAVm/A1/H1w0ZpKOtk0zr6ZMSPKz6FXFvm7xlPRVBMc8uVCe8rdgJVVRulUcOmssm251lytdijrll8WzRqKI3x+2MZsSc/ZTVjybtJgARIgARIgARIgARIgARKhkAB/vmDIRs3kk07NJeqDQUYv2TWpoQDLcplDQ6qQdUG+bXpTiKbthYRZK4W61WUUIsVFuMigQIT2CibNGgqTdtcLlUbVxY4lroZHlUyzO/VGp21B79b1Q1zjkICJEACJEACJEACJEACJFAPCZh6no0bSeP2zcPLAdRDLpxygQhUrZd1m+8oGzZtJQ0SlQMoULwclgRIoOgJVFVtkE0bbiFNt7u03ohVXRSK1aJ/PBkgCZAACZAACZAACZAACZBAKROgWC3l1SvD2ClWy3BROSUSKCwBitXC8ufoJEACJEACJEACJEACJEACJFC2BChWy3ZpS3NiFKuluW6MmgSKmADFahEvDkMjARIgARIgARIgARIgARIggVImQLFayqtXhrFTrJbhonJKJFBYAhSrheXP0UmABEiABEiABEiABEiABEigbAlQrJbt0pbmxChWS3PdGDUJFDEBitUiXhyGRgIkQAIkQAIkQAIkQAIkQAKlTIBitZRXrwxjp1gtw0XllEigsAQoVgvLn6OTAAmQAAmQAAmQAAmQAAmQQNkSoFgt26UtzYlRrJbmujFqEihiAhSrRbw4DI0ESIAESIAESIAESIAESIAESpkAxWopr14Zxk6xWoaLyimRQGEJUKwWlj9HJwESIAESIAESIAESIAESIIGyJUCxWrZLW5oTo1gtzXVj1CRQxAQoVot4cRgaCZAACZAACZAACZAACZAACZQyAYrVUl69MoydYrUMF5VTIoHCEqBYLSx/jk4CJEACJEACJEACJEACJEACZUuAYrVsl7Y0J0axWprrxqhJoIgJUKwW8eIwNBIgARIgARIgARIgARIgARIoZQIUq6W8emUYO8VqGS4qp0QChSVAsVpY/hydBEiABEiABEiABEiABEiABMqWAMVq2S5taU6MYrU0141Rk0ARE6BYLeLFYWgkQAIkQAIkQAIkQAIkQAIkUMoEKFZLefXKMHaK1TJcVE6JBApLoF6L1R9++KGqsPg5OgmQAAmQAAmQAAmQAAmQAAmQAAmQAAmQAAmQAAmUFoEGFKultWCMlgRIgARIgARIgARIgARIgARIgARIgARIgARIoPAEKFYLvwaMgARIgARIgARIgARIgARIgARIgARIgARIgARIoMQIUKyW2IIxXBIgARIgARIgARIgARIgARIgARIgARIgARIggcIToFgt/BowAhIgARIgARIgARIgARIgARIgARIgARIgARIggRIjQLFaYgvGcEmABEiABEiABEiABEiABEiABEiABEiABEiABApPgGK18GvACEiABEiABEiABEiABEiABEiABEiABEiABEiABEqMAMVqiS0YwyUBEiABEiABEiABEiABEiABEiABEiABEiABEig8AYrVwq8BIyABEiABEiABEiABEiABEiABEiABEiABEiABEigxAhSrJbZgDJcESIAESIAESIAESIAESIAESIAESIAESIAESKDwBGosVn/ZuEZWV/0g6zaukirZWPgZMQISIAESIAESIAESIAESIAESIAESIAESIAESIAESCCDQQBpK44ZbSNMGW8tmDTevEaMaiVVI1R83LJSXP/pIbnplrKxcu7pGwfBmEiABEiABEiABEiABEiABEiABEiABEiABEiABEqgtAltt3kwuP/J0OWrvvaXlJh1qJFdzFqtVVVWyfOMief6fM+SKCffV1lzZLwmQAAmQAAmQAAmQAAmQAAmQAAmQAAmQAAmQAAnklcAtA8+T4/ftIS0atpcGDRrk1HfOYnXjxo2ybMOXcuBNFzBTNSf0vIkESIAESIAESIAESIAESIAESIAESIAESIAESKAQBJC5+vaVd0mrTXaUhg0b5hRCzmJ1w4YNsmzjF9Jl1Fk5DcybSIAESIAESIAESIAESIAESIAESIAESIAESIAESKBQBGaPfkhaNdxJNtlkk5xCoFjNCRtvIgESIAESIAESIAESIAESIAESIAESIAESIAESKGUCFKulvHqMnQRIgARIgARIgARIgARIgARIgARIgARIgARIoCAEKFYLgp2DkgAJkAAJkAAJkAAJkAAJkAAJkAAJkAAJkAAJlDIBitVSXj3GTgIkQAIkQAIkQAIkQAIkQAIkQAIkQAIkQAIkUBACZSpW28vFp50lax+7Vv5UEKwclARIgARIgARIgARIgARIgARIgARIgARIgARIoJwJlKFYbS8XXzJebu/wqVx68Qi5s5xXj3MjARIgARIgARIgARIgARIgARIgARIgARIgARIoCIEyE6tpqbpzc5HV71GsFuSR4qAkQAIkQAIkQAIkQAIkQAIkQAIkQAIkQAIkUP4EykisWlIV60axWv5PL2dIAiRAAiRAAiRAAiRAAiRAAiRAAiRAAiRAAgUiUCZi1ZGqtS5Wr5dP/vd42SVw0f4t4/5rgJxVZwuaikVm7Cl7PlZngxb5QKfJa3eOlH0WjpFWdxBKkS8WwyMBEiABEiABEiABEiABEiABEiABEiCBkiRQBmI1QKpaS7F23TqRX7+T+Uv+Lf/4+DG547X3ZH6NlyolM9t87oq7lND7XdO6lKsUq5nLSbFa40ecHZAACZAACZAACZAACZAACZAACZAACZAACWQlUOJiNbtUDZr52u/fkz89M0IunV2TJyNMrIpcfMkMuX3nZXWYtUqxSrFak2eZ95IACZAACZAACZAACZAACZAACZAACZAACeRCoITFanKp6gH6dZG8MP4MOXHqolyYiUgCsXroI7Js0P7SwhppuZXp+tD1n8gweV7GyfEyrE26kVsfNqCPz7yt/9nFqhG9HT6Vf/y0v/xO+xcno/a0ifJrj9/6WFT3L+KP8Wf5x/gecvgbmp1r3RZV19aZx2cznhfpcZgsNv3pPPDa8bKL9hXBD6OnZHZzL5DPZoyRxXunSwHM7iXLBu0mH5ox0k1Mn9ZrEWMow3ELd5NhOzcXm02ODxBvIwESIAESIAESIAESIAESIAESIAESIAESKHECJSxWRaTL9fLJWcfLLpvmsArrPpZbbhwi1yzN4d5QseqWAgiQnkZitkrLybS0bCOWrEv38dPzsum114qkpZ9YMjYlEiXdRwyxunNzqZa56f7lPbn04hFypysZPVFZnXVrxKovxmrZamI0V7hsNm8HzCPVr4parVtrS99ofn4WqUg0XjPnSLEadwybYS7PDO8hARIgARIgARIgARIgARIgARIgARIgARIoJwKlLVaxEjWQq0v+da10uPf5HNazJodX+UWekYBbpiVnOhLNELXF6hL7cCqfDI0jVv2lCTQD04jVoNk7sjUoxqDbfHG7DQIEbkq2auZohJj1+vPPN3AutsSNFKtBMwkYo07LO+TwSPIWEiABEiABEiABEiABEiABEiABEiABEiCBOiVQ+mI1TK6u/lju/MsrsnbHvaVT021kn9/uJru0rN4ubihHbV0PXYq4EjDdQZat9kEyMkis2qUEUr36Mz3FFq9W3EHiMfQ1azt9df9B2ak6QIBgXpLOtI0jVk2Wq1sKYE/Z8zHn5iz8giWxtT5xxWriMer0c8rBSIAESIAESIAESIAESIAESIAESIAESIAEioy3J9OlAAAgAElEQVRAeYjVILkaIE07dRspDw08WX7XsnF6GRbJ/406Qk5NXA4gplj1ZJ1KUAwbkLEqfhkZmbHqe4hiZKx2+DS17T99ny0jxatPam3BD8pY9cVYLVSD6sVWlwewAg3KWI0SqzH4BYvVVLmDfRbGKAXQXuvLhq9RZIZvkX2oGQ4JkAAJkAAJkAAJkAAJkAAJkAAJkAAJkEDtEygfserK1bBs1NZ/kBcvuVL6t8QNtkxLAjueWE3V//Rvw8+LWDXCUWTcfw2QsxxR684iKAZbFO4aUIrAv0U/IGM1vdXeV55Aa5s6ktiLJ2YpADvzNg6/nDJWrTq3k7pErxHFapLPBtuSAAmQAAmQAAmQAAmQAAmQAAmQAAmQQP0gUF5i1Zarv/rrlvqWs8cDsvC0XtJGFskLdx0hJ85NuthJxKoeMoUx9HCr6sOqYpcC8LbYO4dbxRKr4YdXGbHaJvPAqF0s6ZwRY+iBWs1FspYC2F/sQ7iCDq/KFKvZ+cU7vMoeV9cgJdVTYjXGGE7Wb9Inhu1JgARIgARIgARIgARIgARIgARIgARIgATKi0D5iVWVq4Pby9jLQw5nUsHZZK7c+d8nyqWJ1zSeWEW3KfGntV1TMm9+L8jMlFx957efyLBspQDQSVpkenVWffIyXimAf/y0v/yujU7UFqnpjFTfe89LpztHyu+aWvG6mahOTKYkwPfHy689fhspV3Uen33+nrTZ2X94lVsrNoof6rH624gs//x5+bDD8alSAHc8JuKrn4o5vS5tB2lt1+g1GrvNDLmdYjXxp4Q3kAAJkAAJkAAJkAAJkAAJkAAJkAAJkEA5EyhPsYoVa91eOi1dJPMDV68663Ona68NaVMey17U29itLfmHv1EevDkLEiABEiABEiABEiABEiABEiABEiABEiCB+kGgfMVq1vVLidWW7x0h3Z5ZVNYrXTxi1S1hkP67ZCnZUNYrw8mRAAmQAAmQAAmQAAmQAAmQAAmQAAmQAAmUMoH6KVZb3yZfXLGNPHBxWKmAUl5Sf+zFI1YRV6pswS4aYtgBY+WDnzMhARIgARIgARIgARIgARIgARIgARIgARIoUwL1Uqx2Ou1ZGb/6Yuk2vryzVcv0meW0SIAESIAESIAESIAESIAESIAESIAESIAESKDgBOqhWN1frjhmF/m/Fx8r69qqBX+yGAAJkAAJkAAJkAAJkAAJkAAJkAAJkAAJkAAJlDGB+idWsx5qVcYrzamRAAmQAAmQAAmQAAmQAAmQAAmQAAmQAAmQAAnkjUD9E6t5Q8eOSIAESIAESIAESIAESIAESIAESIAESIAESIAE6isBitX6uvKcNwmQAAmQAAmQAAmQAAmQAAmQAAmQAAmQAAmQQM4EKFZzRscbSYAESIAESIAESIAESIAESIAESIAESIAESIAE6isBitX6uvKcNwmQAAmQAAmQAAmQAAmQAAmQAAmQAAmQAAmQQM4EKFZzRscbSYAESIAESIAESIAESIAESIAESIAESIAESIAE6isBitX6uvKcNwmQAAmQAAmQAAmQAAmQAAmQAAmQAAmQAAmQQM4EKFZzRscbSYAESIAESIAESIAESIAESIAESIAESIAESIAE6iuBgovV+gqe8yYBEiABEiABEiABEiABEiABEiABEiABEiABEihtAq0a7iSbbLJJTpNo8MMPP1TlcueGDRtk2cYvZNfWB+ZyO+8hARIgARIgARIgARIgARIgARIgARIgARIgARIggYIRmLv0HaFYLRh+DkwCJEACJEACJEACJEACJEACJEACJEACJEACJFCKBChWS3HVGDMJkAAJkAAJkAAJkAAJkAAJkAAJkAAJkAAJkEBBCVCsFhQ/BycBEiABEiABEiABEiABEiABEiABEiABEiABEihFAhSrpbhqjJkESIAESIAESIAESIAESIAESIAESIAESIAESKCgBChWC4qfg5MACZAACZAACZAACZAACZAACZAACZAACZAACZQiAYrVUlw1xkwCJEACJEACJEACJEACJEACJEACJEACJEACJFBQAhSrBcXPwUmABEiABEiABEiABEiABEiABEiABEiABEiABEqRAMVqKa4aYyYBEiABEiABEiABEiABEiABEiABEiABEiABEigoAYrVguLn4CRAAiRAAiRAAiRAAiRAAiRAAiRAAiRAAiRAAqVIgGK1FFeNMZMACZAACZAACZAACZAACZAACZAACZAACZAACRSUAMVqQfFzcBIgARIgARIgARIgARIgARIgARIgARIgARIggVIkQLFaiqvGmEmABEiABEiABEiABEiABEiABEiABEiABEiABApKgGK1oPg5OAmQAAmQAAmQAAmQAAmQAAmQAAmQAAmQAAmQQCkSoFgtxVVjzCRAAiRAAiRAAiRAAiRAAiRAAiRAAiRAAiRAAgUlUPJidd26dfLjjz/KmjVrpKqqqqAw6+PgDRo0kM0331xatmwpjRs39iFYu36VfPvzfFmz/meuTYEeDrM+jZrLds07SZNGWxQoCg5LAiRAAiRAAiRAAiRAAiRAAiRAAiRAAuVHoKTFKqTqN998Iy1atJAttthCIJF41S0ByOxVq1bJ8uXLpV27dp5chVSd/8Mn0qhRU2m0yWYiwrWp25XR0apk/YZf5Nf1q6Ri6y6Uq4VZBI5KAiRAAiRAAiRAAiRAAiRAAiRAAiRQhgRKWqwuWbLEiLxmzZqV4dKU1pRWrlwpEN1t2rQxgS/4cY78WrVBGm3iz2ItrVmVT7TrN6yTTRtsIh1b7l4+k+JMSIAESIAESIAESIAESIAESIAESIAESKCABEparFZWVkr79u2ZqVrAB0iHRubqokWLpKKiwrz02bJ3pclmLZipWgRrkwqhStb+slx2aXVA0UTEQEiABEiABEiABEiABEiABEiABEiABEiglAmUtFj997//LR06dChl/mUV+8KFC+W3v/2tmRMerM0bb11W8yv1yaxZ94Ps2vrAUp8G4ycBEiABEiABEiABEiABEiABEiABEiCBoiBAsVoUy1AeQVCsFvc6UqwW9/owOhIgARIgARIgARIgARIgARIgARIggdIiQLFaWutV1NFSrBb18gjFanGvD6MjARIgARIgARIgARIgARIgARIgARIoLQIUq6W1XkUdLcVqUS8PxWpxLw+jIwESIAESIAESIAESIAESIAESIAESKDECFKsltmDFHC7FajGvjlCsFvfyMDoSIAESIAESIAESIAESIAESIAESIIESI0CxWmILVszhUqwW8+pQrBb36jA6EiABEiABEiABEiABEiABEiABEiCBUiNAsVpqK1bE8VKsFvHiCMVqca8OoyMBEiABEiABEiABEiABEiABEiABEig1AhSrpbZiRRwvxWoRLw7FanEvDqMjARIgARIgARIgARIgARIgARIgARIoOQIUqyW3ZMUbcK2L1Y2/yuo1v6YANNhUmjbdtHhhFGFka9b9ILu2PrAII2NIJEACJEACJEACJEACJEACJEACJEACJFB6BChWS2/NijbiWhern4+XoRNeS8//cLn2ykGyY9HSKL7AKFaLb00YEQmQAAmQAAmQAAmQAAmQAAmQAAmQQOkSoFgt3bUrusgpVotuSXwBUawW9/owOhIgARIgARIgARIgARIgARIgARIggdIiQLFaWutV1NFSrBb18gjFanGvD6MjARIgARIgARIgARIgARIgARIgARIoLQIUq2a95sifT7lZXrfX7tAr5alhu+d9NZdNvk4umtFT7rr+MGmV995T85DLn5LT98x755EdFrtY/fKFM+X6ufY0aqmcgClZIEVXqoBiNfIRZgMSIAESIAESIAESIAESIAESIAESIAESiE2AYlWlqiNSjQB9XOT0u66Tw/JoQClWYz+bmQ1rUGM1JVUdkfr92zLmfx8T6T1GRh60VQ0Cc26lWM0fS/ZEAiRAAiRAAiRAAiRAAiRAAiRAAiRAAkVKoH6L1WWvy3UX/Vm+CMlOnTPuFLlZ8pu5SrEa75PwzZT/Jw/MWe1vvOE7WbBaX2sq7ZpvK5v6WjSVg4/9/+TQDvaLK2Tq/46UR74PyU6tDQlaG33Gw5a1FTNW8wCRXZAACZAACZAACZAACZAACZAACZAACZBAmkA9Fqvp7f+xt/yj/Xhpf3lPmX7rn0VOvUuua/eKnHKrr4CA7ITX+2mK6zJ5/dqL5M9fpmnveLpc2WO63GxKAbSTV5xt+37p6txrujhMrnzqdPEKFHzyZ9/4h11+pcitqVIA3WadIje/4X/Oq2PL7PuwPJQPyGcpgMxt+/E+s0cOfFj+sHN128BM1dCuvpL/u/kVaTdwX5k5QTNZv5P/u/lW+Zt9zzanyX3/dZBojqs/1sPl2oEi16dLAQgyZeVyeeK4HVI9mCzZf0q3/7pA+myj0tfu3BLApu1iOdb095q4c4tHpLoVxWpSYmxPAiRAAiRAAiRAAiRAAiRAAiRAAiRAAuEE6r1Yne8ToSLiyMpqmZkWsTue7tVHXbZsmbRqZdcJSMvXdPkAk/H6hiVDNUPW9BEtVpctayV290a8fjMoVfs13ZcRvGmRmxpP5KDDdpK3X3fKGKTnBYFqpOt8ax6m7EEnv7TN4VNTtGJ1qV+EikCg+mVpSlqmX7fF6fcrZMU2W3kSFVggUv/aKlU+YMXb98h500RGGFGKd7XvlCCNEqsrvt9KtjL3pS7T37Lfp0RsulTBx7taYjaHddFbKFZrAI+3kgAJkAAJkAAJkAAJkAAJkAAJkAAJkIBDgGLVFas2ICMvF8kgkyUadjBUePZnUCmB6qzUKLGaDsQVvSp2TWzTpaevBmwqxjUQq5XuAVnV8f/+m9o5QCufYnXFv16T1//tlAJY8ZlMXPhVGswO0mOPXZwDwJrKTj0Pl70sUWmySTPEqr3IqazRbw6uFqviZL16wnPaJ9U3pmWnEaFz9vVlsIpVCiC7WE1356sdKyIqdn3ZrTX/3kWxWnOG7IEESIAESIAESIAESIAESIAESIAESIAElEC9F6uvZysFYKSmpDM5XbGqQnUn64Arf5saiVUVqlZ8vlIBNRCrp+8pXsbrF+knwV/CILcPSD7FamAEORxeFV0KIJVhmpKp9tepCFIZqZ/IXtYBV6bP9Pb+GonV78bL0AmviVgZqb7+KFZzexB5FwmQAAmQAAmQAAmQAAmQAAmQAAmQAAnUAYF6LFYtuRgoV1Wc6lZ+V6wGZbDmT6wKtuebWqyHeVmZ+RGrd0n75y6SRSc8JUawmissGzfZE1iMYlUk++FVKk7tUgB2xqotUZVGvsTq3nMzs10pVpM9c2xNAiRAAiRAAiRAAiRAAiRAAiRAAiRAAoUiUL/FqiUV/Zmr6Xqq5v3sYtW+T2uc6kFQGTVW0wLzdavGanWNV38NVyNWH7fqpPrqsx4mrQJqrBrx+vgXETVWU2L1z52uTNVqxZXuq1MND7AqTrGammJQ5qp96FRWsTrXOlBKs2btUgC+Gqt+kWtKAVilCFJj7mlqshqxat+rNVVZCqBQ3w85LgmQAAmQAAmQAAmQAAmQAAmQAAmQAAnEJkCxastVG5vJYhX58ykzpVtYjVWVnen7vIOh3tDyAG791cPk/2fv3YP0qsp8/4cQI+Eig0yChIm+NIMKRGEGcH7diibOHKjjpL3MOXCGTinmYBgYCDNlmNJ0LMexJMEqYpU0jEhkIlpJjqjjJdFTcJREwe7jOBeiLSAcknbQICGJoMFoyOVX+77W3mtf3713v+/en/wF/e51+6xnrf2s71rr2aMfFFn9pTOck6ha+tBv1jlS92NUdvaWGHuDyB1/+1l5wjthG4q/evZ7RuWN46vt06j2B6q+pduBf90/VG/rqaaGAlAJqEKq8/fgA1M/ODcuxqonlLo5WYLquf9uX+H3wgPo+b5O3vff/lh+8OWn5Z2jl8sf+idmnfRv+28fFPnyN2Se+7ErLa0lqP53kXWfvkfsD1a9+Wm59dP/Lhf7H8bKPK6NDxJjtTt+pIYABCAAAQhAAAIQgAAEIAABCEAAAioBhFXsoTQClZ9YffJ++dA3v+/W90/kvcsvlT8srfbNzwhhtfl9TAshAAEIQAACEIAABCAAAQhAAAIQqI8Awmp9rBtfUuXCauMJVttAhNVq+ZI7BCAAAQhAAAIQgAAEIAABCEAAAu0igLDarv6utLUIq5Xi7TpzhNWuEZIBBCAAAQhAAAIQgAAEIAABCEAAAhDwCSCsYgylEUBYLQ1lJRkhrFaClUwhAAEIQAACEIAABCAAAQhAAAIQaCkBhNWWdnwVzUZYrYJqeXkirJbHkpwgAAEIQAACEIAABCAAAQhAAAIQgADCKjZQGgGE1dJQVpIRwmolWMkUAhCAAAQgAAEIQAACEIAABCAAgZYSQFhtacdX0WyE1Sqolpcnwmp5LMkJAhCAAAQgAAEIQAACEIAABCAAAQggrGIDpRFAWC0NZSUZIaxWgpVMIQABCEAAAhCAAAQgAAEIQAACEGgpAYTVlnZ8Fc1GWK2Canl5IqyWx5KcIAABCEAAAhCAAAQgAAEIQAACEIAAwio2UBoBhNXSUFaSEcJqJVjJFAIQgAAEIAABCEAAAhCAAAQgAIGWEkBYbWnHV9FshNUqqJaXJ8JqeSzJCQIQgAAEIAABCEAAAhCAAAQgAAEIIKxiA6URQFgtDWUlGSGsVoKVTCEAAQhAAAIQgAAEIAABCEAAAhBoKQGE1ZZ2fBXNRlitgmp5eSKslseSnCAAAQhAAAIQgAAEIAABCEAAAhCAAMIqNlAaAYTV0lBWkhHCaiVYyRQCEIAABCAAAQhAAAIQgAAEIACBlhJAWG1px1fRbITVKqiWlyfCanksyQkCEIAABCAAAQhAAAIQgAAEIAABCPS1sLp792455ZRT6MUeIfDLX/5S9u/fb9fm0Et/LTN/d1KP1Ixq0CfYAAQgAAEIQAACEIAABCAAAQhAAAIQiBIYGBgojKWvhdUdO3bI/PnzCzeehBCAAAQgAAEIQAACEIAABCAAAQhAAAIQgED/EThw4EDXld6zZ48grHaNkQwgAAEIQAACEIAABCAAAQhAAAIQgAAEIACBfiGAsHrkCTln7mDh/uLEamF0JIQABCAAAQhAAAIQgAAEIAABCEAAAhCAQN8SQFhFWO1b46XiEIAABCAAAQhAAAIQgAAEIAABCEAAAhCYLgIIqwir02V7lAsBCEAAAhCAAAQgAAEIQAACEIAABCAAgb4lgLCKsNq3xkvFIQABCEAAAhCAAAQgAAEIQAACEIAABCAwXQQQVhFWp8v2KBcCEIAABCAAAQhAAAIQgAAEIAABCEAAAn1LAGEVYbVvjZeKQwACEIAABCAAAQhAAAIQgAAEIAABCEBgugikCatf//rX5e1vf3ti9fbs2SMDAwOFm/Do7gmZM+NsOfbYYwvlccy+ffuOFkl5+PBheRZhtQg60kAAAhCAAAQgAAEIQAACEIAABCAAAQhAoNUEkoRVS1T1/iWJqwir8+e32ohoPAQgAAEIQAACEIAABCAAAQhAAAIQgAAE2kYgTlhVRdU0cRVhFWG1beOG9kIAAhCAAAQgAAEIQAACEIAABCAAAQi0nIBJWDWJqkniKsIqwmrLhxHNhwAEIAABCEAAAhCAAAQgAAEIQAACEGgbgbQYq1l4IKwirGaxE56BAAQgAAEIQAACEIAABCAAAQhAAAIQgEBjCCCs8vGqxhgzDYEABCAAAQhAAAIQgAAEIAABCEAAAhCAQF0EEFYRVuuytb4pxxoUzzzzjOzfv1+OHDnSN/WmohBQCcyYMUNOPPFEOe2002T27NnAaQEB5q7yO5lxVD5TcsxOgDGdnRVPFifAPFecHSm7J8A81z1Dckgn0JR57snnn5R7HrlHHvvlY3LoyKH0hvNELIGZM2bKa095rVx17lVy1slndU0KYRVhtWsjalIG1oB48sknbTHq+OOPF2sS5h8E+pGAtSnwm9/8xt4kOOussxBX+7ETc9SZuSsHrByPMo5ywOLRUgkwpkvFSWYJBJjnMI/pIsA8N13k21duE+Y5S1Rd+b2V8pKZL5FZM2fJMXJM+zqyxBYflaNy8NBBefHQi7LmjWu6FlcRVhFWSzTP/s9qampKTjjhBDnllFPk2GOPlWOOYcLq/15tZwuOHj0qhw8fll/+8pfywgsvSKfTaSeIlrSauauajmYcVcOVXNMJMKbTGfFEOQSY58rhSC75CTDP5WdGimIEmjDPfXjiw/Lkr5+Ul858aTEIpDIS+N2h38lZJ50lHx38aFeEEFYRVrsyoKYlnpyclNe85jXy0pe+1D+tirjatF5ufnss58H6Z+3O/u53v5Of/OQnsmDBguY3vMUtZO4qv/MZR+UzJcfsBBjT2VnxZHECzHPF2ZGyewLMc90zJId0Ak2Z56745hVywnEncFI1vctzPWGdXH3hty/IvW+7N1e68MOesPrwww/nzueCCy6w0+zZs0cGBgZyp/cSPLp7QubMONs+IFjk3zH79u1zVISc/6zTXM8irOak1uzHf/jDH8rrXvc6eclLXsJp1WZ3dStaZzkSL774ovzoRz+S17/+9a1oc1sbydxVXc8zjqpjS87xBBjTWEedBJjn6qRNWR4B5jlsoU4C/T7P/cWWv5DfO/736kTWmrKe+81z8s+L/7mr9iKsIqx2ZUBNS2y94M8//3yZOXNm05pGe1pKwBJWLbtGWG22ATB3Vdu/jKNq+ZJ7lABjGquomwDzXN3EKY95Dhuom0A/z3MIq9VZC8Kqw5YTq9XZWOty5gXfui5vfIMPHTok27dvR1hteE8zd1XbwYyjavmSO8IqNjD9BJjnpr8P2lYDfJe29fj0t7ef5zmE1ersB2EVYbU662ppzrzgW9rxDW52PzsQDe6W0pvG3FU6Ui1DxlG1fMkdYRUbmH4CzHPT3wdtqwG+S9t6fPrb28/zHMJqdfaDsIqwWp11tTRnXvAt7fgGN7ufHYgGd0vpTWPuKh0pwmq1SMk9hQBjGhOpmwD+Qt3EKY95Dhuom0A/z3PlCKuvkvPnzZEXn/tXeeQ3ddPv3fIQVhFWe9c6+7RmvOD7tOOodiyBfnYg6NbsBJi7srMq8iTjqAg10nRDgDHdDT3SFiHAPFeEGmm6IcA81w29/ki7+39/SG5YL3L1HR+Ty+ZMf537eZ7rRlidM/86+ZuBi+VVx70k6ISDu2T7zzfKrY9vn/6OmeYaIKwirE6zCTaveF7wzevTtreonx2ItvddnvYzd+Whlf9ZxlF+ZqTojgBjujt+pM5PgHkuPzNSdEeAea47fj2f+tn75EPX/0z+8t6rZUGPVLaf57miwuqcM1fKx159rhxv9cGh52XXb1+Ql8yaI3NmWSLri7Lr55+UD0y2W1xFWEVY7ZEpqjnV4AXfnL6kJQ6BfnYg6MPsBJi7srMq8iTjqAg10nRDgDHdDT3SFiHAPFeEGmm6IcA81w29Pkj77G7ZPWeuzO2hqvbzPFdIWD3+SvnYG98mr5rxG/npU/fIJx8Zl2fd/njVWTfJ3w2cLyfPeF62T94gt/68hzqq5qogrCKsFjO53ZtlxTtWy3hM6pE7J2T5+cWyFpmUscFlslFEusunaPndpSvjBX/3FVfIfcZqXCYf7qEdu+5IhVJrO5KTcvcV/0v+oEeufJTazj7MrJ8diPJw75XN718sqyesHEdk3cRyfedcnROXrJN1skyWbTA8V16FSs+pjLnLrpQ9lu+Wx70ann213H7zZa5TvFvuW3WD3P2EWv1Xm693/fBuueILf6CkddJMfuYK+ej9QfpXL71dPvZfe8nlNndNK8dRiq9gj6au/IVuh0F/+xtprS9tTLsFWWPvf53RH+MtjQ2/V0OglfOcsm6Jozq0aousXXxqNdBbnmvZ85xYvsfH7hPdt7DWJR+NWZvpPoznoxh9E98/UtdzTt47LV/mov9w/CfNb3I72K6XKOtAJZ3lA7n1jpqDVz+T/6U/fdkNV8vO2xX/Tf3ZVCfvdyMz78c4djo357r/mZH2RdbDWj0mRabhHGs/z3NFhNVzz/+ErHzFHPnNvk3yVz/4ZsTEzl3wcVl5xjyRX39T3j2+KXZGet+bPi9vOcH8866fv1s+YHVnH/9DWHU675h9+/YdLdKPhw8flmePPCHnzB0sktxOs2PHDpk/f37h9PUnDBYismSdTNwQHMzfu2WFLL7ZkluHZPRra2W40Fq3vxc6ZbzgLWFVPnSvXP16tXfdF6KoIkX9vV9qiaqYirBaKtoyM+tnB6I0DtvHZPBaa7vH+RdeJDlzX0fW3SmyzHsuND+WVpeKMipj7rI2xqwFQjB/6fPWblsU1TeIzLGzXEc85Mg7CxYlvbtIOTMyX1YEqYtsWzmOfGE16hOU4S/4eRQea/3tb6SZYzlj2i0lceGcVhN+bwuBVs5zSQdCFN9hejeRmmuBpc5zooqPUfEzujYTcXyYx+Uy1w/xN38NQqT3rEiKsCoSEnbFFU5jhFVXkBXDRnPEb3JNISpkehvjD8olkYMtZp/MySqOmbLRfumH5d736Rf5w76fVh9PgI6k88ry+CGs5h3ZRYTV973x8/KWE38jjzz2V7Lmp6YS3ycfv+wtMu/gI3LP1jXyrZhK2cKqfEfe/dBntCfedvGn5cqXS0L+eVs5Pc8jrDrcEVZz2V/CQiRhEZW9iP5e6JTxgjcLq+7L+6FLIie4srPt4ScRVmvtnJtvvlm2b9dj4Zx//vmyatWqSD3auVDSMUzePijLNih/GxyVLZ8YliadPylj7rJPTIRPmdpj23HUz/jaFfJRCTnYyu/WRwm0E6kmYVVLHxZyax1GwjhK4Z3kE5TiL3Tb3/3tb6S1vpQx7W6WeKeG+uWEeBobfs9OgHkujVXSPNLsOSaNTB2/lzPPuTX1/JEPXSIPfuxuCTZtk30NVSR0/JzL5Ebp8uMAACAASURBVLL7d4Zu3jmi4M/OvEzuuz9JIH1QLll6pty9fqd+myfpxKotrJoEUZMg68qhkROiScKq65vtNBzuSWF2n0FUtWsQ8v0CYfVP5PvW6eC4dJ6Qax80OkPmlnRitS3zXCFh1T5pmkFYPfSIbPr2GomeaXVsLk5YlVetlE+/tiNTscJtHTNJ92UgrCKsFrAi5UpsyimRiBjhlqad9gqdBJMlIzKyYaMTCuCmEdl4a3BKzK+sL2rEn54t0LBSkpTxgjcLq6ErH1ZtDdc+1EWPc23vw3LJQx+Vu60X0N+K3GYFAP+QyEc/dp+zuyrOlRf1X2we7vVdb1c2eDF610Yukw9beXvCSuilaT1viyaeMJLpxKrp6kqDQyKUYoXpmViiquVEqP8sUdUSV8P/EFa9eWZE1n2tI+vtMCjKCTxXIOosGZGNG5T5ypunYq9De6EClDl1GgXbMuYuo+XZ85SzQMgirHp52E52aCMpcsJCyXs6vhTLOEqZazILq6Mit3ihNvQ8vVNe3qnwkSUbZaO9yTEit66akpusWzKWL3LJVu1UedRfEJEkf2PNqEytNIU46q1xmj67B0+UO6add/GDbyIUQJ4+aMKzzHNpvZhdWB15yrndos5jH1yyUW5RN25T10pDMrJEZOMGd+67Yqcdnk31QUbuXCdyrRNWTfsX8kt0v2VIRu9cKNuuVeZBf52nrLfUDHtgPVbmPKf6HfYNG38jN2UT1+DnfFg+qodO8dY89hosRVj1/CVVyEwMBbA7CCeQMTRSvhOrofWbYgNpzOwQBxnqFBZWk9IFZZYnrLZlnisirP7ZRZ+Wq049Xp59eo28/4ePRCfEs/5e/ukP/1Besv878u7v6adR1YfjhFX77y8NRFn7BOvLphSR1jkRK3a4gLfJyj+9Us6dGeQchBGI/qaGL3BOxtqf3/L/BWmtMi6W534+JZ0zzhWJCXuQ9DZAWHXocGI1zWcw/R5eoIRipRmv+YWvxJwexGr1xFZVjJ0nIru0a7e9J6SG0ZTxgo+NsRo6vbX72d0yd44ab0GPTeqc/FJi2BiuVuTOQxMy3Ksh/q5i6KpIScLq7mfnytw5AWn7hfrzv4xcKylixm1Oo+7Oxp1Wtfi0Xlj15i17gXG6H2vV3yAKxVdVn5ElH5SRDbc4ixt/gdIbQmoVc1d0PBlCAaScWPXyMAmr1m/BVTrr/2Lis9Y4sBlHCbAzhgK46l3jcs9XrHyCuMRhH2LoX7xQQ0FcVv+Zd10lQ1+5x477HmzchvwFV3xQn1H9jXNE5NE+GKd5TLsMf0R58yKs5oHfsGeZ55I6NEFYDa17HGHV+UKFtWkU/L+yWZu2VnrDePCdC8uvUOY238+w594pWarEg/fmO3uOTMrDFkvPlI3u9y6C5xPym8b4seXNc6HNI03IzC+s3vuG72s3ePy1i/X3DMLqZeLEq/ev96fFWM3pH+UTVuPan86sX4RVa0y2YZ4rIqzKGTfJ7QvOl5OP7JLxyVvlU097n64SkZe9Q1Ze+N/l3Fkvyk9/+gH50GPKb6FpMz7Gqn4aNklYfeL3DCLsy5+T79z3ARH7ZO0u+79tedc+CXuuPOfGb33bq94m3/ypcp7W/v335Af28244g5RTtwir6c4Nwmo6o9QntNOpg6Py+bduk3dbzoN2AivkfPjCqhp/LXjGEVb12Gx+OYVjqqU2pasHynjBJ4YC0AJ72zJD5GMwWpwfVcQwCJ1OY4vmEX3RamJIKcKq2x3h07lJQdS76sH2JFZ3Z+NOq1o02i2seiJoMA/5Yk7kRGrwTDBPBcKqGl8tkkcPmF0Zc5faDFMsMe3EuvdwzLyU6cRqD8RYZRxlEVbjn7HGxaIH3VAb6ns9JMr6wqriU0SF1QR/wRcfzP6GJ6z2+jjNM1WUO6Y5sZqHfdOeZZ7LJqzGPeVt+ITf/eJ9myLnWklbCxnnNqcmwQaVUjNNjPXmw6g4rAmxrnAam5/yvY26bb+0eS5GuHTiqhYQVt8nyod43TAA/8O7KZh+YtW6haPFIX065eNVEfDK2i42xqn6sSjDx0eVPI1hYDIw6ydhtQ3zXCFhVUTeduHtcuXvnyxy9EV5/tePyI/3vyCzjuvIuafMk+OPsRaLP5VvPfJJuUcVXUM2mRwKQBFAE06sfmd2+DRrUEg0f+cE6+89o34YyxVQ/WSeqKueii02i3Fi1eGGsFrMfgypghfzX7xnSP75c86urOmfvXjJJKzGZNBCYVX/MIz3wlRPbOkv/oiIEREwus2jBmHVdiTuE1GcgriTbKWZcYsy8sIBmGKrehhaLawmftXcXZCId/IeYdWxmeALsGFHvDth1SzsGPOseQwzjmKAZ4yjGhc2yMnVGVcIq/mNujTBwS4aYTV/DzQrBfNcXH9mj6NalrCqfbjPIKyqAmjkRmABYXVUVvsnbY35NUBY1eK7q11trz8skVT9MGfIFmJCHjkh2W6Xj9kxUH8mf3nv1bIgV6xU5dbP//iZ3BB30jXpqn3S5nX4sE7sARxDODovvNv9hnGhMIsXVvU15HSHAvBa0fR5rqiwKjJH/ux1N8nlp7tCqt/tL8qz+54QOeVcmSPPy/+bWif/8Lj+DQ/v0VhhNRR/NTkUQHAS1bvU7133T8pfvBOpEj7R6sV2RVj1+unR3RMyZ8bZcuyxxxZyYhBW82DzrqgYYwEahNWkmIHGRVfyidU8VZ2OZ8tYyMSdWNWFVdPuaV5htds8qhdW/+hfY+IsNvUjXjUbrfcBK1NsVYRV5bSHNo+F4kwbFjXtPbHqiarmOMjdCavmEyO9sNHCOCpJWE3YMDWd8ubEavILowx/JCgBYbXm13PPFcc81zvCatqJVdPtvuQ0ySdWl04tdj7gqczRvXKDsJx5LuZEqi+Y/qX87Pp4YTX68Sr3I53uBz0//KYH5aNeCLNcwmpwilTOfrU8/oR6wjQQO2+U2+JDpJUirJpirGZjFv8RqmRhte6PV3mju+nzXHFh1SV0/Lly0SsulotPOF5e/O0T8oNnviXbfyVy/oKPy9+cMU9eIi/Ks7/YKGu2f0vCQQG6F1Y3yXOnmU+gWvFX7TAB8h1590NenFflxOqvDR/I0j6ahbCKsDodbpcf+0e/cuccaAhipgYnVk1xg9w4asrzkWsyIpIUY1W9rjcdGOLKLOMFHyusutfhnav+4fimwde0s4cC6DaPLDFWla9qhmO8Zvh4lS2srpfgy5heHoQCqM3s23tiNRBQtQ/uadfrzB+0MgmrbYixaozZpViqcyJEF121q27hWMraBkp0vvLDmNhfh71M1IjTtQ2QjAW1chzlPrFqiLHqbmqYrsx2G2NVPdVFjNU0Q0ZYTSPE720NHVTCiVU17FlajNXFT8uYG//U9iuSNne9uNXqdzEKnFj1hdW4/Pr9xGpE7PRGsyde3ihnrr9NnLAA+kj3wh6Z117BDR7/w795hVUtdqrqP4WE1UioOLeeMR/5zBdj1SCspjLzTureLY8bQhF4H2D2uGj1MXwTxGmNd9PS4zApIgtqn3r72Z/rWlhNoB2IqyK/ee6b8o/f3yTq2dV4YdW9nv+CI4o6H5ly4qZaEqn30aldP3eE1XN/p4inShxVW1iNi7FqC6vqR6m8D10RCiDcpZxYrXlKMcbYUepg+hBV8HOwcLL/Fv4I1uCIjMhG2TghMnLTiGy8NfJNSzvg+3L74+W99zGrsoTV+2L6VLta67143Getl9Of/EvwwarIF7hNu5bd5qGlf7VcdqnIfTsvCUQONTbq2VeLtmubQVi1Ygxp13MsQfVvRW67PuZFXfNYaENx/exAdNU/GTeRRvyviZtCAYQ+LKFVqLe+Nl7G3BV7lc7/yFQ0nnPcB6jMJ1GDRYqPsk82WVo5jjIKqyLKKXB1jJjiqZr+ZgkFl2yVwWuj/oIW5z3J3/DHcXjW6K1xmmdOK2NMB+UhrOZh39ZnWznPKWuRtEMfppP3caFQtA1dwweDbRuLEVajc+qIrLtTZJk7Rw4tv1Fk7DYZ9wXdtBir4n+407HtUH6rbpXOzTeFPtRZzygoY567b9UVcveZ7inTULVtv2bnf5U3P/G/5bvGJukf0QzfzIlsKBcQVqOCorMGtsITeFft4/0vEV/UVepfSFj1P4js+nKJzLwNb4PfpqxbPaE6Wp+YdJrPh7Cad5RVKaxa4QLedvHH5MqXO5f0d/3s3fKBHwc1jP94lRWj9RHZ9O014n1aSn32N/u+I1Mve4sTK9UVSL0wAFbuXigAEU8sDcoMfrM0+I/L58+wju3ZqeSRx74m8odXyrkzrfAAT8jZl71FrJOvH7DMqsA/Yqw60AgFUMB4SGImUMYLvp/Z9sK13H7m14t1b+dCqRd7oto6tX3uqpZuW09yVU2V/JMIMKaxj7oJ4C/UQ9z0Yal6Su69Upjneq9Pml6jfp7nqhVWrZ4/X973xr+WoeOek/EffkA+E44H0GDjQFhFWG2weU9P09r+gkdYnR67q7LUfnYgquTStLzbPndV3Z+Mo6oJk3+YAGMam6ibAPNcFcRDYYneMC4r3rFarM8Dp52QraI2vZYn81yv9Ujz69PP81z1wmrz+z+uhQirCKvttf6KWt72FzzCakWGNY3Z9rMDMY3Y+q7ots9dVXcY46hqwuSPsIoNTDcB5rmKekD5JoVXQjj2e0Ul93y2+C4930WNq2A/z3MIq9WZI8Iqwmp11tXSnHnBt7TjG9zsfnYgGtwtpTeNuat0pFqGjKNq+ZJ7lABjGquomwDzXN3EKY95Dhuom0A/z3MIq9VZC8Iqwmp11tXSnHnBt7TjG9zsfnYgGtwtpTeNuat0pAir1SIl9xQCjGlMpG4C+At1E6c85jlsoG4C/TzPIaxWZy0Iqwir1VlXS3PmBd/Sjm9ws/vZgWhwt5TeNOau0pEirFaLlNwRVrGBHiOAv9BjHdKC6uC7tKCTe6yJ/TzPIaxWZ0wIqwir1VlXS3PmBd/Sjm9ws/vZgWhwt5TeNOau0pEirFaLlNwRVrGBHiOAv9BjHdKC6uC7tKCTe6yJ/TzPIaxWZ0wIqwir1VlXS3PmBd/Sjm9ws/vZgWhwt5TeNOau0pEirFaLlNwRVrGBHiOAv9BjHdKC6uC7tKCTe6yJ/TzPIaxWZ0wIqwir1VlXS3OenJyU8847T2bNmtVSAjS7aQQOHjwoP/7xj2XBggVNaxrtUQgwd1VrDoyjavmSe5QAYxqrqJsA81zdxCmPeQ4bqJtAP89zV3zzCjnhuBPkGDmmbmyNLu+oHJUXfvuC3Pu2e7tq54EDB+z0Dz/8cO58LrjgAjvNnj17ZGBgIHd6L8Gjuydkzoyz5dhjjy2UxzH79u07WiTl4cOH5dkjT8g5cweLJLfT7NixQ+bPn184PQl7i8DU1JS87GUvk7lz58oxxzBp9VbvUJu8BI4ePSq7d++WX/3qV9LpdPIm5/k+IsDcVV1nMY6qY0vO8QQY01hHnQSY5+qkTVkeAeY5bKFOAv0+z3144sPy5K+flJfOfGmd2Bpf1u8O/U7OOuks+ejgR7tqK8IqwmpXBtS0xNaAePLJJ+WMM86QU089VWbMmIHA2rRObkF7LMfhyJEjsnfvXvn5z38uZ511lsyePbsFLW9vE5m7yu97xlH5TMkxOwHGdHZWPFmcAPNccXak7J4A81z3DMkhnUBT5rknn39SVn5vpbxk5ktk1sxZnFxN7/rEJ6yTqgcPHZQXD70oa964Rs46+ayuckRYRVjtyoCamNgaFM8884zs37/fFqf4B4F+JGBtCpx44oly2mmnIar2YwcWqDNzVwFoKUkYR+UzJcfsBBjT2VnxZHECzHPF2ZGyewLMc90zJId0Ak2Z5yxx9Z5H7pHHfvmYHDpyKL3hPBFLYOaMmfLaU14rV517VdeiqlUIwirCKsMNAhCAAAQgAAEIQAACEIAABCAAAQhAAAIQyEkAYRVhNafJ8DgEIAABCEAAAhCAAAQgAAEIQAACEIAABCCAsIqwyiiAAAQgAAEIQAACEIAABCAAAQhAAAIQgAAEchJAWEVYzWkyPA4BCEAAAhCAAAQgAAEIQAACEIAABCAAAQggrCKsMgogAAEIQAACEIAABCAAAQhAAAIQgAAEIACBnAQQVhFWc5oMj0MAAhCAAAQgAAEIQAACEIAABCAAAQhAAAIIqwirjAIIQAACEIAABCAAAQhAAAIQgAAEIAABCEAgJwGEVYTVnCbD4xCAAAQgAAEIQAACEIAABCAAAQhAAAIQgADCKsIqowACEIAABCAAAQhAAAIQgAAEIAABCEAAAhDISQBhFWE1p8nwOAQgAAEIQAACEIAABCAAAQhAAAIQgAAEIICwirDKKIAABCAAAQhAAAIQgAAEIAABCEAAAhCAAARyEkBYRVjNaTI8DgEIQAACEIAABCAAAQhAAAIQgAAEIAABCCCsIqwyCiAAAQhAAAIQgAAEIAABCEAAAhCAAAQgAIGcBBBWEVZzmgyPQwACEIAABCAAAQhAAAIQgAAEIAABCEAAAgirCKuMAghAAAIQgAAEIAABCEAAAhCAAAQgAAEIQCAnAYRVhNWcJsPjEIAABCAAAQhAAAIQgAAEIAABCEAAAhCAAMIqwiqjAAIQgAAEIAABCEAAAhCAAAQgAAEIQAACEMhJAGEVYTWnyfA4BCAAAQhAAAIQgAAEIAABCEAAAhCAAAQggLCKsMoogAAEIAABCEAAAhCAAAQgAAEIQAACEIAABHISQFhFWM1pMjwOAQhAAAIQgAAEIAABCEAAAhCAAAQgAAEIIKwirDIKIAABCEAAAhCAAAQgAAEIQAACEIAABCDQlwQ8cbObys+ePbtQcoRVhNVChkMiCEAAAhCAAAQgAAEIQAACEIAABCAAAQhMNwGE1QmZM+NsOfbYYwt1xTH79u07WiTl4cOH5VmE1SLoSAMBCEAAAhCAAAQgAAEIQAACEIAABCAAgWkngLCKsDrtRkgFIAABCEAAAhCAAAQgAAEIQAACEIAABCDQbwQQVhFW+81mqS8EIAABCEAAAhCAAAQgAAEIQAACEIAABKadAMIqwuq0GyEVgAAEIAABCEAAAhCAAAQgAAEIQAACEIBAvxFAWEVY7Tebpb4QgAAEIAABCEAAAhCAAAQgAAEIQAACEJh2AgirCKvTboRUAAIQgAAEIAABCEAAAhCAAAQgAAEIQAAC/UYgTVj9+te/Lm9/+9sTmzV79uxCzfbKfvjhh3Onv+CCC+w0e/bskYGBgdzpvQSP7kZYLQyPhBCAAAQgAAEIQAACEIAABCAAAQhAAAIQaCuBJGHVElW9f0niKsJqAes5fPiwPHvkCTln7mCB1E6SHTt2yPz58wunJyEEIAABCEAAAhCAAAQgAAEIQAACEIAABCBQjECcsKqKqmniKsJqAfYIqwWgkaQSAnu3rJDFN4+LDI7Klk8My6mVlEKmEIAABCAAAQhAAAIQgAAEIAABCECgWQRMwqpJVE0SVxFWC9hEG4TVydsHZdmGEVl3p8iyazfKyJ0Tsvz8ArAKJHHKthKOyLqJ5bKgQB52ku1jMnjtRpEl62TihsK5FC29u3S7N8uKd6yW8XAumoA6KWODy2RjBlHVYzpy04hsvLVPmXRHtKGpXRuIbV3yGPKE+aFVW2Tt4nyyvJ92+Y0iY7fJeAY7jKtmN/VoaMfSLAhAAAI9SiD5vVPYX3T9HinwPtJAxfhPRd5z5g7w2t+lj9qjvZutWt3ZgO+T3jkhix50fP7CdpOtwpU+lXfdgs9Tdnd49jgko19bK8NzQ/l7c4Llp35QZPU7VkvX80zZTegqv4TxqPrmKoekwzj9vH7uimNa4mZxVufhujSeNMLT+XtajNUsdUNYzUIp9EzzhdW9svn9i2W1jMq6t26TZTeP1+fwhBzifna0CpiWk0RhoC4EfMfNE4rt56ZkaQbxmcmzcG/0eMIUZzKl9t04992kDVerzLx6vMOoHgQgAIE+J9Ddeye28WUIq0b/yfVpJ6SkjXaEVZHubKBRPmmBdQs+T9lTYA57LGOeKbv6Xednar8y7+U9qISwGtMjzeLcqHm46zEkgrDKx6tKMCNTFu5kPLBO1skyWbYhZgewgtIdZ0NkZInIxg3jihOsviDcgl2BMdgpdv/u7c6pL4ZLtjqnV9V/bnq7zAdEhibG/ROinqAZyVtEnN+edk6LKvmVcxoi2A0L5+df+7fqfcXO6IlWdVfSa7tdvyEZGhyX8QmRyIlV7TmnMVa5S6cWu6eGgwa2UuSuwMbLzTKLMxndYbVta/5GbUwMrbpVOjffJBs9ByzsWIUWD0ODQzI+MS5DoROrT/snzkPj0U6/TcS1RftXy2avmpLFytgcWvV5WfjAu2W1tQhW/mF/5VoOuUEAAhAoRiD9vRPvO50qsT6b6aSp4tfEpvMbEe8/hYXAoX/R/T6j3xNX9uCQ6y+OyAeXbJRb7BtWbfOVitmA9x43n1jdIp17Fofe/fWtP4qNBZHc65bQesSyvVFZ7YT18v+1+TR0kZ7If2JVuxGoHVhR/NQL/1wu+rdvyL+qVeridlaRlmVLE9f+0KaSt3ZUTu4aORRcPw+tWicLH1jmjOEQp/T5O1tLp/epPuccow1ceqnI/fe38T2mtxlhFWG1/PnFILR5hVQvbAQnZb2rGuOuyCOeWGNP1EMybp2onRD5i/cMyT9/znotOE6I95wmHL3rKhn6yj22aOq0IXjR6A7NiKz7WkfW21fwh+RvbhT55G1B3gt8p39IrnrXuNzzFVdkfcO4K3KW4QCmO6vBAsETeZWFSkh0tdsrbkgEq/1qKABFnB25c53ItY5QfPHii+QHWyw3wnXslHYbr9iUb4XkmJlAur14zow9JkK2ai8ubx4PbRa4/a4Jq+JvJOj5iC6seiKp7aSe7px8nwiPE2scBgsodQxqi9vwBkneHffMDHkQAhCAAASyE0h+7/ibwAYfIuxXaT6b/36KviP8jUDTu8UPY5P+PvTaGKmj9r7T312B6KX7mSLzRGRXS32l4jZg+ZFn3htc//dCAfiL+7569+dft1h++chTiu/l2b3bbn9zuh/DmGWfREp+spiwGvZFAx/ZmoOCdVHksE3P9U18+42HckLCaoSDd/Ai8/p5SEZXdWT1zdYqMjjM4x8QSphf84YhK9lwcmbXx5y196uuDTgQWPMjrCKs5pwQMj7uX5Nwd56kpg8jadczxBdlLCfEc7wST3GG46h6E7n/Ygh2gFWxyXeaNYddEVb9F2gwofqLg9JfrlkWBtFnzKdZvfYGQrJZWNUXC76wamg3wmrGMVTbY8lxzrSNA4Ot6tfRvFPYScJqsHngj6GEGKta/v5L3cn/dPfDa3HCqj/WfWGfExy1mRUFQQACEIglkPDeWbJOtnTWO6fv8vpOoblefUeEF9/mq9QG/ynmVo7u90Vj8Kv5R5716+kKq630lYrbQJqw2lfv/gLrFmtYJYYC4Bp2gbm3iLBqOJCj+amLZKt9MzHwe7W1Vk99u6MbwS/LwaQs62f3AMZgEEYw7iZn/4bC6GPOoTXYAgndBG7le0yfahBWEVYLvHwyJHFf6v5uXeniobkOwQmC0O9LvJAEwQnNyKkDUx1zCqvOC8ATdNUTq+H6ui/Zp4OToPYTpXCqQlgV/+pdkrDqLWIQVjOMkZ55JIu9KB9y8+qthsHIdWI16mCGQwHYn8AKLWa1U67uqQxJEVajiBFWe8bsqAgEINBiAllPK0Z9p8RN6dCHVdR3hC+smt4tGU+smjbUIwt/Q/5REdZrP8KqKjqpvR0VoHSbSTqx2k/CapF1S6ywGg6FUcqaoi3TVAFhNXRCOOqnnikb2yCsmjhETqwmC6taiDxlcy3L/NqaE6vTzTkirAbagK5hZFxXNnBqQVhFWC3drE1xsZxCqhY1lFOV9nV99SNOQRyrKk+sxgqrqc6Noe6FeyYhRpjn8A9eJe+auEe+EreL6l/xj74IEVYLd0yPJsz7AtRtVbuO5scN1k+UOhsGXiiAZGH11oHVcpMXby7sXIWuu6UJq+XELO7RbqNaEIAABPqWQEZhNeGWhHEjOkFY1eK+xy7cE/wn5XRO+JaEtbDXfN9Q/girJkPNawNNFFaLrVvCwqoWX1WNO5+69ujbCaSCihcQVk0h5DQ/tQnCapYYq92fWE0TVpPm12YIq33AGWE1dd7xhNWHH3449dnwAxdccIH9p9mzZ+dOayUoo+w9e/bIwMBAofKtRI/uRlgtDC8pobMD25F1d4osu3ajG3/RPodW3T9fNFTDDgQTlR57qZoYq/EnVkNXowf/Rm6UT8pt1segbBE4cOZLiUNr/KqtsrPkC6sZY6yebn00yIobmxRjNYh5SYzV6sy8/JzThNWw46/bqllY1ePb6cJq9ONt6olVX1jVxNhQjNWsJ1ZDz5VzIrz8HiBHCEAAAu0ikFFUC38IcXBUPv/WbfJu+yM9CddwDe8IX1g1vVv8E6vqhrx6w0m/8pgorBryD8dY9W73EGNVvyatjoGkOLtpoQD8j974p4erPthRcPQWXLeEY6z69hX6hgQ+T55+KSKsGmI5G4XVmLVWz4cCUOe9UPzMkmOsZhZW0+bvPF0+Lc+a7KxPOIdjrCragIOSGKtliJsIqwUG5uHDh+XZI0/IOXMHC6R2kuzYsUPmz59fOH2VCe2dpR1BjJRSxMKUCmsf2FGc5OA60a0yuuMm/Wuh7m5u7JcG83zV0L8OHYQCUJ2/oPruiT0JxEr/tzJ3l01fxzVOfApY9QuMMR8h006sWk5BTPwx7XSIW0QddlClXTcz7+QYq/aL0v8gm0LAs1Wl/7UPvqmwtK+lOgK9+k8PBeDt8Luv6SUjsnGDE8x+9J8Wyrb/uVrGDYtm/8Mk1pOrPi8LH3h36MvAPbqwaqZR0SoIQAACCQTSNvRCVwztnKLxuf0CPN8lMRSAFwPcJ9uouwAAIABJREFU8G752loZnqtU1+g/jcjoqilZ7fp6npgV3IzQ36Uj6rtL+diSDiW4TaX+vR2+UhEb8A4jKOGplG8oqB/Qifjcav/2yNjsZt2i+t5hn2doyYjIho3KB3d7pME9XY0UX9j71kZIUIys30Jz0KmmuST0tfvewJLQfrW+avs+KLLaPXQT4VBo/ezO0cYbBcnzqzZ/9wbQmFr0OedwCEO3lf7hNaXV7XiP6d2MsMqJ1Z6efqhcrxPwdtmsBc+oyC3OF9zbOJn2ek9RPwhAAAIQgAAEIAABCEAAAl0T0D68VvGt1K4r28cZwLlvOg9hFWG1b4yVivYogfCJ1TJP3fZok6kWBCAAAQhAAAIQgAAEIACBVhJA8Kun2+FcD+cSSkFYRVgtwYzIAgIQgAAEIAABCEAAAhCAAAQgAAEIQAAC7SKAsIqw2i6Lp7UQgAAEIAABCEAAAhCAAAQgAAEIQAACECiBAMIqwmoJZkQWEIAABCAAAQhAAAIQgAAEIAABCEAAAhBoFwGEVYTVdlk8rYUABCAAAQhAAAIQgAAEIAABCEAAAhCAQAkEEFYRVkswI7KAAAQgAAEIQAACEIAABCAAAQhAAAIQgEC7CCCsIqy2y+JpLQQgAAEIQAACEIAABCAAAQhAAAIQgAAESiCAsIqwWoIZkQUEIAABCEAAAhCAAAQgAAEIQAACEIAABNpFAGEVYbVdFk9rIQABCEAAAhCAAAQgAAEIQAACEIAABCBQAgGEVYTVEsyILCAAAQhAAAIQgAAEIAABCEAAAhCAAAQg0C4CCKsIq+2yeFoLAQhAAAIQgAAEIAABCEAAAhCAAAQgAIESCCCsIqyWYEZkAQEIQAACEIAABCAAAQhAAAIQgAAEIACBdhFAWEVYzW3xTz31VO40JIAABCAAAQhAAAIQgAAEIAABCEAAAhCAQK8RmD9/fuEqIawirOY2HoTV3MhIAAEIQAACEIAABCAAAQhAAAIQgAAEINCDBBBWBwr3yqO7EVZzwzt69GjuNCSAAAQgAAEIQAACEIAABCAAAQhAAAIQgECvETjmmGMKV4kTqwiruY0HYTU3MhJAAAIQgAAEIAABCEAAAhCAAAQgAAEI9CABhFVOrNZqlgirteKmMAhAAAIQgAAEIAABCEAAAhCAAAQgAIGKCCCsIqxWZFrmbBFWa8VNYRCAAAQgAAEIQAACEIAABCAAAQhAAAIVEUBYRVityLQQVmsFS2EQgAAEIAABCEAAAhCAAAQgAAEIQAACtRJAWEVYrdXgOLFaK24KgwAEIAABCEAAAhCAAAQgAAEIQAACEKiIAMIqwmpFpmXOFmG1VtwUBgEIQAACEIAABCAAAQhAAAIQgAAEIFARAYRVhNWKTAthtVawFAYBCEAAAhCAAAQgAAEIQAACEIAABCBQKwGEVYTVWg2uX0+sHvzPx+Sz394jP5ITZPhPXyuXvnJ2rdwoDAIQgAAEIAABCEAAAhCAAAQgAAEIQKC3CCCsIqzWapF9KazueUxWfGqXHBw4RV4nL8iXdojcdN2b5NLfrxUdhUEAAhCAAAQgAAEIQAACEIAABCAAAQj0EAGEVYTVWs2xp4XVgy/I/oNHIjx2fW+7vPfxU+RLy8+TebJXNo9tl/tf/VpZ88aTouxmnSAnzppRK1MKgwAEIAABCEAAAhCAAAQgAAEIQAACEKifAMIqwmqtVpddWJ2UsaFrRD41LsvPr6eKk198QK55JKas406SsesvlAtlSsbumJJNv4157twBGb+8U0+Fqyxl+5gMXbfJLWFQVn51rQzPtf7X6RfvF+svV4b6aPKOIblG7pLx6xeEamju073fWCHDN0+4z14pd40vFzWlOT+9Hmod0vKzW3HHkKzvbJa1f36qU67WXrVN0fbKEr1tdnkPLJTNa4fFza3KnunpvO2+2qD2ocVvvXR8+zFUP8TeZFNeKnP+uj06z4bsaPdmWfHObbLwq0tl6p3XyCZTH04tNdisW7Kdfo14Vmr/dXCloc/3yuYVw7JGlN9Maa30oTo4JcWln5KloXFhtGMfr8Fu/d8sNotka2gcG7kZxkZS/2i967ZbVgXjTB+bwdPB+I2rd1x/evOSk1esfWTubwN/04irwh4M9uS0R62AwsGug9kubEvy5qUPiKx+5xpR+yHRdgz91tOTDpVrL4GS/RR9flL9njDiJD9I/21Qmf8iHRVbf3f8JvhF7e30oOVp7xN9/oz6lk1iGH33xfsuiTaZ4q9kHyNJNpxjjPRZJ6Xy8X1R3Xfps2bGVzdhTvMTWc98ruP7z5FxrPhCSTzbNL7NwKNr6qjPaKX03mXx4w7O5Y1AhFWE1fKsKUNO6cKqu7B1FYywaJehiMKPWMLq+tP+SNa++RQRS0D9hx2agGjO+GS56+8vtIXAvd99SIaf+YP+F1ZDC3ZVOHw6LJraL9EpW3gd+oEikGpCRkKfhl6wqoiqTfSG/Kbe44ruan0T8tNe6tdtksC5DIl/SpuG51q/bZVFBlFLE2ONIlthU+zPhFY/fHxKOtao8frGFuIThFXXCdPHufPynwovSHPkb9vRjrC4qQiroQ0B29bihNUYocko+FvteUjkyg1TgZhsFMBi2pg5fSAkahsEvuWkCdrm3yPcTP1j7LOoyVp5bZUrZdOOkAMd5uzm54zHp432Et+fyuIk1j4c4T2y+WLqbxP/cNMqsQd3jhwINm1MC2XtbzmF1QnfuU62HVO/9eeERK0bTaBsP0V77ysbE4YN08jc76cdFfn4sOi+ifXeMYgoCfU/NYsf0+jOLdq4vbL5jnEZun5YxN6w7/gb9fEb/kXL6qF0xnefiBjfVdF3TVpL9n5jTMYvXi7DTwf+vnXQIvFQQawNn25vPmcaI2kV67XfE+cQVdRK2rTptUblqE/SnKb5ptfIJm/NFBGaFft801Z/fRm2t1aN70gX5NFJJmXsDpHl1yeMu4Rx3W7OOWxfeRRhFWG1mOUUTJUurHoZOxOH//ItWF6eZAirDi3LWVoto8FpTkUcO/OLQ7L1Teop4qhAEy9SRfvUXsSr+RnEgkh+IYdN7eP0/ByhtLNqSrZ5bYzkZ9VztcgH1sqwWGKhyGjSadSE+uSxv35/1uunzZ31ikiZIPC5Tn/HdCo9wQ4y5R/uE+3E6nrprOrImgdSBD+7Q2IEUO9EYEic805CL50aDk5ExwhgkVPTyknqLOnt2oVPXmvOa9JJ4Zh+Ubkl9U9oARG1XS9/64RwUI/YucHPT3/ezze2PwPBItH+Mva3sf+0xlVnDyobZ1MpEAXCc5y9aWCfRM16YnVKFq6akjWKvZptx9xv/T43Uf/mESjdT7HFKeVdn8fP8HykuxfKts/o/kLcHJ2r/imbKM3r3WItmrxjhey83H0n2Jtki/xbKImbp8WK65lU8e8+wwa179ek3CTyWrd9TFb8bMRZD3QzRjwb/mpH1od86ng/pmcQZ6tIJj5pm97ZiurFp5LmNOfGo+Ozbu2slKkH3HkyzEz1rS/fGT8nt2h8x/d1mk5i/b5Rzly7XBYYOPvj7uJxOJc4oBBWEVZLNKf0rPpHWD0gux5/Wp4+mNKmWSfJ6149R2Y16cRquMmKUy9hIdRwIjGPsBqha1jMhPNz/r8jV27Y5J8ojj3ZbLhyYonGo7I6JB4rNVFfQNq1FusZw3UyhFX/Cru9EXK6ekU5TViNF4Z021AciAz5R06nhIXVr+oni+JtNo8TrDxr7QB7V51Mi+LILr3tcganNdPSu3DKFlY1bomL+Qwnkd32W6fcvVO16ZzNwmp8f3rCapp9ZOnvGP4RYTXjgjRXfzr13/ZWJ2xCogjgzTc5hdWldviHoO5G21HmMrXf0t/sPAGBaSbQtZ+ibKjOTdq0csWBlA1mh0bawjfkd8RtlOBjpBtXSGhx3qfebaMc/ZBeUo89kfbu6+bKefjGVvYxksW3zz1Geox8tDpZ+OTxKXu+wckVDPuQ3trK8l08cT1JWLVPWbqHXCJzclvGdxLi5HktKnSrealpk+wWznlHIcIqwmpem+nq+f4RVvM3szGhANSmh64SRU6ElimsxlwxNgqrN0sQ99UoUgVxU33RVXmBW9cb9FO5epxVP0xAlit5LHrcK2eeSKq+sPMJq+FYS1rf+YvOcP6GGKvh+KURYdU9jezmeXpsKIAcTrBmB0o669RzOD6rNcbCdUxMX16M1eDKfQq3LoRVTbRT2mVfKzKGXFBPSubpT3fRqNU1xv7sfnA4Gvs7jr970sKZFquzBzXuXTXC6nJZkCKcxvVb22NH5/cGSFErgZL8lHB8urgN2yx+kDFedhyUUP21x2L8olr59nxhujCgCnZr/MDobbh+neJ7hQ4KJMZaNd5e8+KYBwaRKVxbrA1njGne8/YXVDB9DsnhQ/RRuyNVjcxpMTcBE4XVBW7cfJO96dfhgzii/Qwtb92ThNXwpkhUVFW/BRFvt3DO2ysIqwireW2mq+ebJaweEjk0U2Sm68Y1Jcaq3ZxgMlUdpywLivwnVr3YQ2bH13xiVf3QUNhRMeWnO96JO3lxQq2FxSQ2Iaw6J+z8D224U4QtHEp8jNVE4U53GPLmn35i1RHkPCHJOsGcLPiln/oIOyYWBXvhYl2zMZxECtcxb3pb5is5FEA5J1bVWGLe68IZ23Yc5lRhNXoiNO3Ealb7SOrvWP7eB+5yCqv5+rOOE6vWRwGDcbXoodAH/AwfJmznYqUrF4fEtRIoz0+JhN+wxSCxY3RaN3W8j8hZ/pA1dpJCIvnzkbJ5ps5RgaBlrr+DMNkvqhVzrxcWOa3qCoBKnHWbfwM/Mpr13RfuQu0asLfxq30rICrM5BkjzkeH423YNEZ63czS6pfEJ/ggb9OFVfOcpq25VDE1QVi1w36pIZHCc3ILxneyzcULq3Fr3Ph3kxJ6Cs5pQz3xd4RVhNWuDChv4sYIq0eel4kv/Ies/NUc2Xj1eTJvZoM+XuU5Q4avlpcurCad1HCNKyLUGq98uWKMezow/AVsL4i/9lV3W/laKZ976zZ5jyb2mE4/uJVBWDUMecPL3eekXz/WErt9b4yx6tqg2PFX8+cfsRnTiVX7JKLj5MoSkU2iivVeTeNjatofL/O/bGpwltOubHebvgJhVeOW1D+24+V8tM6LneX3rWGjIVXA9vMzhwKI70+r/Dz2EdffCf2nxVeuzh5UkTyyQFMGji3YFoixap3UtRd37tjsLNkkUx0n9ID9L6Hf/GfyvvB5HgKVEXBFm5L8lOhCNF4ASfKDrDj012zI8gX6+PqbPzpUGci+zzjaH4ZwDYkbuf2KIO3dFxdjVd/IM7beIFbnGSNJNuxsOmYZI/3VL9n4NFlYjZvTwqcevX4dlJWGuNSev2cJq5m/99HI8Z1m/3HCqnkNGzfukuw28l2VVnJO6wf9d4RVhNV8FtPl040QVn+7S778+cdk7S6RzrkD8tnLO42KsZp0DTVycswgsOQ5sRp/4i4wtGh+IcdEOWFqvQTMX0nXDVd7kSi7c7bwEN6tk9CXupX/jxMkuhwm/ZXceGLXe+HfJXJdQkxK4xWx4MSjfVpaVAHTQ5Ocf3Zh1f2yrXXa1rBAt0uLEf99gWut+wXiyElM104tx/Hq6FX+btPbsnDJJ1aNmxjXbRLtul/i1dQYR8+1kegmRhCCIwhRELWXRGFVjUfrj5x4+4jdsY/rv7B4XKE9qHOXyQnW/pbi4PontAyxWL3TtOGTc5GPRXIav7/m4hbVtmw/JXKiMeHmSqwfFDPXm7olrf5Z/JgWdXdCU81ClbmPnBPIwenBPieY6Ht58e7XiH7QIBC5kkIBmHyLvGPEaMMNFmay8WmusJo0p2kjLXxi9Z3bZKHvZ7n2OXCX2CdW1VPmobXeNepaLLyO6/Ohna36Mf62aYwljLsku7U3ClvPOVtveE8hrCKs5rOYLp/uH2H1iOyffFS2vmxAhl85O2j1/im569M75LP7RU6cN08+e/VrZd4M5+emxFg1XWENroRGr/mGYyxlF1bjdjH1nWxjfqFYUU4dsuVn91Uoxqovttg9qYYkCOWpXZVyzaLl4kOcuOf021vkyg23+B8Z06YPT8gM9aXdA6s2y9KpYfu6ZfTKsjve/Py/I52w+BUW/GNPrNrWYH84aM1AIKBHpjlXTNNPPHt2Gn8dx2bz8htFxm6TyGlp/0NoRdOLLPj/RCb/r2lS/i/yX+T/yP8xztdWvWNOEptOohr6JzauWqzz5iwm5iwXuW3MQMIev7ZUbA4dEdufayVuMyWwv7B9hPs7hb96qtPj2bU9PGvHelUX+KZTqtG5WJkbjXVwKmiNHzu8hbUoMX7kKnTyNqXfIuOrSz+A5BDolkD5fkrUf4iPHxnjB1mbgNdtijTNJGDF19/50F4QG9TLrnkn/Lq1ATt9rP8V7qPmxVhN9r3cGzim98QSR7SKfGfA75A48S/rGEnwxT8lck3GMVKKfdSaSRY+zRVWk+dkpSNC1//19Zdzk3CzfVMoiWfzx3e66Zp91yxrZi9v590kzhpIcc2Ddx+c0/tBfwJhFWE1r8109Xx2YbWrYgolnvziA7L+tD+StW8+ReS5x+UjYz+T+4/MkOFFr5YVb54ns37xYxm9+xnZdkhk1itOk43LzvNFVVueaVSM1UIISQQBCEAAAhCAAAQgAAEIQAACEIAABFpDAGEVYbVWY+8bYVVEDj72b/LeLzwvUyLSmTdbTvzFAZk8IiLHnyx3Lb9QFhyno0NYrdWUKAwCEIAABCAAAQhAAAIQgAAEIAABCEwrAYRVhNVaDbCfhFWRI7Lroe/Le799QPZ7lGJEVetnhNVaTYnCIAABCEAAAhCAAAQgAAEIQAACEIDAtBJAWEVYrdUA+0tYtdAckV3fHZeRrQfl4IxZsvKvhmR4rhtUNUQOYbVWU6IwCEAAAhCAAAQgAAEIQAACEIAABCAwrQQQVhFWazXA/hNWLTwHZPIrP5SdgxfK8CtmxvJCWK3VlCgMAhCAAAQgAAEIQAACEIAABCAAAQhMKwGEVYTVWg2wP4XVbIgQVrNx4ikIQAACEIAABCAAAQhAAAIQgAAEINAEAgirCKu12jHCaq24KQwCEIAABCAAAQhAAAIQgAAEIAABCECgIgIIqwirFZmWOdteF1aveaRLHOcOyPjlnS4zITkEIAABCEAAAhCAAAQgAAEIQAACEIBArxNAWEVYrdVGe1lYlYMvyP6DR7rjMesEOXGW+eNW3WVMaghAAAIQgAAEIAABCEAAAhCAAAQgAIFeIoCwirBaqz32tLBaKwkKgwAEIAABCEAAAhCAAAQgAAEIQAACEOhnAgirCKu12i/Caq24KQwCEIAABCAAAQhAAAIQgAAEIAABCECgIgIIqwirFZmWOVuE1VpxUxgEIAABCEAAAhCAAAQgAAEIQAACEIBARQQQVhFWKzIthNVawVIYBCAAAQhAAAIQgAAEIAABCEAAAhCAQK0EEFYRVms1OE6s1oqbwiAAAQhAAAIQgAAEIAABCEAAAhCAAAQqIoCwirBakWmZs0VYrRU3hUEAAhCAAAQgAAEIQAACEIAABCAAAQhURABhFWG1ItNCWK0VLIVBAAIQgAAEIAABCEAAAhCAAAQgAAEI1EoAYRVhtVaD48RqrbgpDAIQgAAEIAABCEAAAhCAAAQgAAEIQKAiAgirCKsVmZY5W4TVWnFTGAQgAAEIQAACEIAABCAAAQhAAAIQgEBFBBBWEVYrMi2E1VrBUhgEIAABCEAAAhCAAAQgAAEIQAACEIBArQQQVhFWazU4TqzWipvCIAABCEAAAhCAAAQgAAEIQAACEIAABCoigLCKsFqRaZmzfeqpp2otj8IgAAEIQAACEIAABCAAAQhAAAIQgAAEIFAFgfnz5xfO9sCBA3bahx9+OHceF1xwgZ1m9uzZudNaCcooe8+ePTIwgLBaqANIBAEIQAACEIAABCAAAQhAAAIQgAAEIAABCBQjUIa4ibBagP3hw4fl2SNPyDlzBwukdpLs2LFDulHVCxdMQghAAAIQgAAEIAABCEAAAhCAAAQgAAEItJwAwuqEzJlxthx77LGFLOGYffv2HS2SEmG1CDXSQAACEIAABCAAAQhAAAIQgAAEIAABCECgNwggrCKs9oYlUgsIQAACEIAABCAAAQhAAAIQgAAEIAABCPQRAYRVhNU+MleqCgEIQAACEIAABCAAAQhAAAIQgAAEIACB3iCAsIqw2huWSC0gAAEIQAACEIAABCAAAQhAAAIQgAAEINBHBBBWEVb7yFypKgQgAAEIQAACEIAABCAAAQhAAAIQgAAEeoMAwirCam9YIrWAAAQgAAEIQAACEIAABCAAAQhAAAIQgEAfEUBYRVjtI3PtrqoH//NRWf+tPTIpJ8jwn50jl75ydncZkhoCEIAABCAAAQhAAAIQgAAEIAABCECgtQQQVhFW22H8ex6VFf+4Sw6edYoskBfkS0+K/N1fXyKX/n47mk8rIQABCEAAAhCAAAQgAAEIQAACEIAABMolgLCKsFquRU13bgdfkP0Hj0Rqset7D8tVP3m5fPnG82Se7JXNtz0s97/mHFnzxpOiNZ51gpw4a8Z0t4TyIQABCEAAAhCAAAQgAAEIQAACEIAABHqYAMIqwmo15rl9TAav3ejmPSSjX1srw3OrKUrNdfKL35ZlP44p57iTZOyGi+Qi2Sljt0/Jxt/GPHfeWTJxeaf6ylZdQmwfTMrY4DLxeseqxsidE7L8/KBCk7cPyjJZJxM3LAj+mNanuzfLindsk4XGvt4rm9+/WKauCsrZu2WFLL55PNlGrDLv6ciWTwzLqSFeVh3Xd7bI2sXOL5nyq5p5A/K3+37DiKybWC5O71v2sl46xn51bElC9mOnitiQYwOrZTToT9tmVotnBT6+QeUZlalrg6q9OvUNgzfMOYayhlYF9mPsOs3mnSeCsqPjyH0ixE4fa0E5l8qlcr/cbyxY4Z+n3gY+evZOH2x7a7jdTlumlt8oMrZHlvp976RWx1p43CmzRmReCX7z2hPYy8hT6vhXntRsSbcvU1+n9mEDxiRNgEBjCZTsp2T3A5L8IP23xDkmwS/S66K+Uxvbm7kbpjOKvgf0Ob/ZDKO+l8sjjw9gJYnzq5Y4Pn32MRL2q8N+oeLbuHnnNoAeTJDKJ3Gt04MNylultLWelV9obRYZx4oPnzSGmSOja6jkNU38uwnOeQ29mucRVhFWy7cs+6Uz5S/O7YnzgYVGcazswi1hdf3cP5a1bzlFRKZk7CNPagKiubyTZd1HLrJFpL3feVAW757f/8JqQh88HRa87JfolC1+D/2LInaojlJin6oTvVlE916eviillGkJ7mYbcfM1iWzui99f8GTKr2xra2B+Vj/fMiUda9T4IniSsGoSUG0pLiq4Wn30oMjIhqlApA3ZlUPUFWAHQsK+/ffVMjUgslGW+qK/SeiL2Ju70BBVSDX9Te1Sk0ip/c3MxXZudhiE4YgznszVroqxjvn4RKzUsCiweU0tlYkrdmpzt5c2u7AaJ8D7Ofl2YQurVpmGzZtAyAgLsR1FtI6xswYOS5oEgUYSKNtPyeEHRDb+/LSjIrcom8BJIkqSXxQSHoyb1Y3s1G4btVc23z4uQzcMi9ib78Gc32iGRt8rrw8Qz37vljEZf8NyGX468PfjfW83nwQb1v0ud2M2baO6W9OoI33iHJK+1qmjipWWkWn9HlqbRebIwEfd0lmvjWHf17T8vlbPkS6jCac3w4eb9D6elLHbRZbfcLp+QEnh7qzdg7kSzpWOksTMEVYRVku3PmtAW6fSvJOEySfeyi0eYdWVphL64Mx7B2XrJeoJ1ajAo03K7mnQ9D6NEYpsh1Fk4cBqmfLKdf826p1ENZxMtRy3rZ1RmXpAxH/Obp5VzlbprJqSbZ6dZcivXEtrZm5ev9vOkC96pQiAJnE0pj+tE8ZLpxYHJ42NwqortIdFN+/Zr3VkvbJxE3eC0hFXLUdjkWy1TmOanH5XuOyET9zG/d3qdt/xXipT7zAIiXGnrHMLq0mLFUOfxPAxWao+vpW8RN8Uq11Y1fhatxxCwmrYJlwRXj0J38yRSasg0DwCSb5iET/F3oi6RfEXUm68GP2gf1oo29bpPkfSOybOL4rUP+Zd17xe7a5Fk7evkJ1XuDfc7M3YRf7mW9gv7a6k3kod73vF+C6JN4lCbds+JiueGnHWZN2MEd+GLZ9K932iY7m3+GauTSY+GTbFMxfYWw9mWb9H1mZhZt4Nwqmloq8lvI0C5+CVWGs8dS3ayjkyeptTtwjr941y5ieWywIDZ+/dNCqr9YMKCks41zvGEFYRVqu3uBonS11YPSC7frJLdh1MaeKsk+T1r5krs5p0YjXc5KRJ1uCgpTqwxj6NP8FnvTwXPai+RJ3Th/JBx4GOLFy8F8gHRVarCyVF5LVeJMGiJiW/6q28ASUoL/jTVYEtzYmMOgbRhaiSh3ViwgvvYLQj83X1wCb1XdvYq+kJi4Cgs2KcmsQ5y2uLWViNPVVTSFhNOwGqtMQ7dRre1TZaZtAflgDgh9SIaXdtJ1b9jROv3crJZ9smV8t4g64cNmDSoAkQKI9A135Kdj/AFgdSNpidhqUtfJXmJ703EkTe8gD2eU4hIdXbRF9kh6bJ0Q99h6Go75Wloc5BBIehZ88JvndSlrE2rI+7LLXq3WeyzCFpPnHvti53zcJzmmltlltYjQkZ18o5MnleS96wCNJGboBF1htKz7eSc27LL5wAYRVhtbDxZEronvzSruBmSljsIV1YzZ9HY0IBqE0P9UGWBUWisBrbpwZnQ3GUw+WG48gEVyEUx8Y6QacKq8oL3Lompp4Wic8vvx20MoXmQKkv+3QnMvYEpBdXWXuRh09IRmOsRmPa6c6HWt70CquG+Klxwp9RWDXHX3Xa/3Q0tq0W+0ok4BTPJ9aW/bzC8VxUDLRhAAAgAElEQVSDMC5e2uzCalJ7rFjIaSdQrRJVe4sJKeHH7067QtXKkUyjIdB/BEryU7L6AVn8ID8sjRoXPI5skq9rCivTfz1UcY1N4px+XVakvu81VNxYPfs8vlesD2CusUmYyTpGtByNNqxcjY+Li18ryHIKS+eT7hOXU5NpziUyp8WszdKE1XA4jw2GcdzaOTJJWA1viqj2oH+zwhg2Bc7TMoAQVhFWKzK8wCFKjh1SbvH5hdVDIodmisx06tEsYdXcB1kWFGZhNa1Pw86G/lJQyw2uabu76PZLVez4iaergqn2wtYdb9VhTMpP+fxWucbWsNwiweet9tkioSR8vMqFoC4MYsIAhD8wZYuCbxg3xPQ0nFh1HTz9I1eOIGhdc1E/YuZ3S8NPrGqCcgKfePs3OHS9fGJV+bheMPSafIqpYRMMzYGAkUB5fkqSH2C9J7x3kOWT6jdorIrp/ov/PlQ2ytR3ZHhTa/WEaZPHE54aKgiWadGR06pu/HYlXnmd32sos2lpeRX1vXwfwPaj3A1qTeCMCjN5xojzQdssNmy+ZZTW7l78PdtaounCqnlO1kR6dW2WIKxaMfQ1oXrJiIxsEOUEdRb76kVLKatO8T5s3GlV07vJHqnqh3zhXFYH5c4HYRVhNbfRpCdwJ8ppuLKZS1g98ryMf+HfZeXzc2XT+86TeTObJKzG90ExYTVLn4acjdDOum83S9bZcXfMscmcD0dYixT935CMWrHP/qf5C/Kff+s2+dQ0xfVNHw/98ESSyBaNpxVtUZDeWrDqQmfMSWYrHIAV6kGJl+rlGz6FGhX6k8pzcpmuGKuxp70LhQKIi6+mL2SS+DiLI9O/HhVWtY9HeCdWt0jnHuWDMkpzYk8s98Owo44QaDWBcv2ULPEB1XdMXCgAKzzKsg1ZvkCf4BfVfFur380o6pc6QkHzYzCm+V7ZfABj/xvE6jxjxPzxTD1Oprdx25QYq9n4NFlYjZvTwqfHPYtz12ahuNSJfrB3C5E5MiHUjDm8hiOeZng3hYXvd6yWum4O9/u7qNv6I6wirHZrQ5H0qfE5Sy8xyDCzsPrbXfKlzz0qa3eJdM47S+65vNOoGKtJfRCJARn6CqYvSikfisnWp8nORuTE6gMLZYv38aq4eDCGnVCvtyMnVrPkV6Ht9XXWxpg7nsO/TuTaDLE+bSdeQrvRMR+i8k4H2WJ58tXzuI/feTa5TpZFTqx6O7r+aXmTA5fm1JmuJml/M9t7ecJqyheBJ7xQAIaQAcrHA6wTA/mE1dWif8zLcbS9j3/FC5lZFhspoQBcvsFpMF1Y3fZWK0SCFVLAl0e0uvX1GKTyEGgZgUr8lIx+QKwfFPNOMm5N+XGto3MsGz55jNn87jD3kXOzqTE3kRJ9rwlZ7sYW10WRQOSKhk1S3o6G2zyRU78JsRiT3/XLRPyPfhpC9uTp/h56NhufLL5ODzUqR1WyrfVc31QTSNW4qa59DqyTiUu2Bt9UcOMke34cc6S92pbN7zccGjDdHou5UWZ3rzaP6Acv4JxjAJTwKMIqwmoJZqRnEY5P4/xaz1UoXVg9Ivt/9KhsPXlAhl85O6jk/in59J1Pymf3i5w4b57c875zZN4M5+emhAJI7gMlLpJLJRyuIfxyzdan2YVVP3aZcjLVGDIio7CaOb/Srb0ZGca9eB07eLOMbLhFNpqaqp1KN+10x19zsct8+Y0iY3vsL4SqCyXtOlZcoHXXyXjzko1yy4Zw5QzzjeG6fNKixHdWlHie1t8CO42xd8NGhZ1XjhirIuG4p6GT2uqp7/kbFcdV4ZDkhDmzndmhM500V/rZPBdY+V0ql8r9cr9xSHjtCQmrN+vBHXS+1v+pC7bovGUXNQ03I5ox6mkFBKaXQNl+Sj4/IMYPEissUfRtZ3pXxNc/7uZNhpNG09sl01N67MdUwn1UzzqiTgjJvtdSsTdGTaF+jDe/1JrH+ePRk4fmcG1xJxRdGw7VKdWXqhNqV2Vl4dNcYTXbWi8krPo3xBR/TglJoV9Rt8KLWd5+in111Yf9lNjshxsF7phboN7Yg3Nv9DvCKsJqb1hiSbXQhNXnfiJ/f9vP5P4jM2R40WvkprfMk1m/+LGs/MwvZNshkVmveIVsuuY8X1S1pYbvPCiLd8+Xics7JdWIbCAAAQhAAAIQgAAEIAABCEAAAhCAAASaSABhFWG1UXYdDgVw8NF/lau+8LxMiUhn3mw58RcHZPKIiBx/sqy78SJZcJzefITVRpkDjYEABCAAAQhAAAIQgAAEIAABCEAAApURQFhFWK3MuKYj42iM1SOy68H/K1d9+4Ds9yoUI6paPyOsTkevUSYEIAABCEAAAhCAAAQgAAEIQAACEOg/AgirCKv9Z7UJNTZ/vOqI7PrO9+TKrQfl4IxZMnrtG2V4rhtUNZQXwmqjzIHGQAACEIAABCAAAQhAAAIQgAAEIACBygggrCKsVmZc05GxWVi1anJAJr+yXXYOXiTDr5gZWzWE1enoNcqEAAQgAAEIQAACEIAABCAAAQhAAAL9RwBhFWG1/6w2ocbxwmq2ZiKsZuPEUxCAAAQgAAEIQAACEIAABCAAAQhAoO0EEFYRVhs1BhBWG9WdNAYCEIAABCAAAQhAAAIQgAAEIAABCPQsAYRVhNWeNc4iFbOE1WU/LpJSSXPeWTJxeafLTEgOAQhAAAIQgAAEIAABCEAAAhCAAAQg0GQCnrDaTRtnz55dKHkZou6ePXtkYGCgUPlWokd3I6wWhteTCQ++IPsPHumuarNOkBNnmT9u1V3GpIYABCAAAQhAAAIQgAAEIAABCEAAAhBoCgGEVYTVptgy7YAABCAAAQhAAAIQgAAEIAABCEAAAhCAQG0EEFYRVmszNgqCAAQgAAEIQAACEIAABCAAAQhAAAIQgEBTCCCsIqw2xZZpBwQgAAEIQAACEIAABCAAAQhAAAIQgAAEaiOAsIqwWpuxURAEIAABCEAAAhCAAAQgAAEIQAACEIAABJpCAGEVYbUptkw7IAABCEAAAhCAAAQgAAEIQAACEIAABCBQGwGEVYTV2oyNgiAAAQhAAAIQgAAEIAABCEAAAhCAAAQg0BQCCKsIq02xZdoBAQhAAAIQgAAEIAABCEAAAhCAAAQgAIHaCCCsIqzWZmwUBAEIQAACEIAABCAAAQhAAAIQgAAEIACBphBAWEVYbYot0w4IQAACEIAABCAAAQhAAAIQgAAEIAABCNRGAGEVYbU2Y6MgCEAAAhCAAAQgAAEIQAACEIAABCAAAQg0hQDCKsJqU2yZdkAAAhCAAAQgAAEIQAACEIAABCAAAQhAoDYCCKsIq7mN7amnnsqdhgQQgAAEIAABCEAAAhCAAAQgAAEIQAACEOg1AvPnzy9cJYRVhNXcxnP06NHcaUgAAQhAAAIQgAAEIAABCEAAAhCAAAQgAIFeI3DMMccUrhLCKsJqbuNBWM2NjAQQgAAEIAABCEAAAhCAAAQgAAEIQAACPUgAYXWgcK88uhthNTc8hNXcyEgAAQhAAAIQgAAEIAABCEAAAhCAAAQg0IMEEFYRVms1S4TVWnFTGAQgAAEIQAACEIAABCAAAQhAAAIQgEBFBBBWEVYrMi1ztgirteKmMAhAAAIQgAAEIAABCEAAAhCAAAQgAIGKCCCsIqxWZFoIq7WCpTAIQAACEIAABCAAAQhAAAIQgAAEIACBWgkgrCKs1mpwnFitFTeFQQACEIAABCAAAQhAAAIQgAAEIAABCFREAGEVYbUi0zJni7BaK24KgwAEIAABCEAAAhCAAAQgAAEIQAACEKiIAMIqwmpFptUsYfXgfz4mn/32HvmRnCDDf/paufSVs2vlRmEQgAAEIAABCEAAAhCAAAQgAAEIQAACvUUAYRVhtVaL7MsTq3sekxWf2iUHB06R18kL8qUdIjdd9ya59PdrRUdhEIAABCAAAQhAAAIQgAAEIAABCEAAAj1EAGEVYbVWc+xpYfXgC7L/4JEIj13f2y7vffwU+dLy82Se7JXNY9vl/le/Vta88aQou1knyImzZtTKlMIgAAEIQAACEIAABCAAAQhAAAIQgAAE6ieAsIqwWqvVZRJWt4/J0HWb/Hpd+alxWX5+9dWc/OIDcs0jMeUcd5KMXX+hXChTMnbHlGz6bcxz5w7I+OWd6itbdQlaHwzKyq+uleG5VqGTMjZ0jQS9IxLun8k7huQauUvGr18Q1DI2P/eR3ZtlxTu3yUK/nCCpMT/7Z6cuErIP+/kNXvor5a7x5eLUZK9sXjEsaybc35YodYytXyjN4ErZvHZYTq2af5/m77BXmVt9tF46hn6N6z+7ZyM25PaDKPxtm1kjXnf6yJQ+0m1Bh2rb7ekxeViPqvYRsrdFD4XbKSJ2faZkqW9v3t/0Og6u2ixr/9yxoLj66WMqsHOn3LBxqONT/y0uf7UOfgp3DKhl7/3GChm+OULYTjK4/EaRsdsS+Rv7MjS/25kprM3j3dD/fTpGqDYEIFASgZL9FH2+i59Xk/0g3UcyzrVe8xP8Ir0u6ju1JHYNyCbu/eS9w+J9wQY0PtSEqO/lPmDwkxJtMs6vct/R2ceISLoNO+/1qffUs8aro9dT+SSsdeqoX+VlpK31rApYz3yu46+lIuPY9eElxv+MaAKh/CpvY88UEF0Dm31+711mfjelzaPaGkHpt57B0GMVQVhFWK3VJNOF1ZAQY0/SU4qwV111LWF1/Wl/JGvffIqIJaD+ww5NQDSXfLLc9fcX2sLd3u8+JMPP/EH/C6shgciedB9YaL8Enw4LXkr/DP1AEWFUUSohv1M1oVZfyGiTvSZy6WJnVAjq+GKqKtJY/72+44laygvJFtcCQSzS3h2BmKfnUZ0t9mXOVj9/fEo61qjxHeUkYdUkoNpSXFQwt+zsIZErN0wFIq1JyPTE8wFHNC/UX7GOr0HgTLBzR2hdI6IIqb64n1S/yJynlxvYsGMl3jgxbUAZ2+/Wq6NtSFhjarVMDYhskqX6pohrjBHBMwN/uzfVOcMg3npMtr3VGZuxGzPh/u/LQUKlIQCBUgiU7aeE5l3VDwhvpEbmKD/tqMjHFaEoSURJ8otCQkH85nIpJBuUyV7ZfMe4DF0/LI4oY/YFG9RgpylG3yvY2E3yQbKw2PuNMRm/eLkMP62vx5LGSFg8M9lwku+SpV4990ziHKKKWkmbNj3XquwVSlzredm4HLwDEJE50l3fuT6yXngwvoM5OZRf9tr28ZPxa+BooyZl7A6R5defrm9iJAr8cO7GOBBWEVa7sZ/caVOF1cjOk7Pglw94JyZzF5k5AcJqINSsllH/VJ0jdDmnDs/84pBsfZO6uxwVzmxnaSoQZ6z/j8vPOQVryy+xJxvD+QUdatjttgW4Rb4wFKQVGRvaKouU04Teb5s762PrZ7VXE7JauzOaPoxUnkH/JwurxlOeBsaeQLh0ajjoD6Ow5wqNrv3lF1bNp6ADG3VOSFsnR9d3Vkrn5m0xQq+Tz5QmqkZtPWJfxrGQLKxaSZwFSrCI9EvSNhO8vxrGjcfyqx1ZHz51643Q8KZKBv72yPbSXb7TFpp1Qdclq9TTtAAz9n+6SfIEBCDQUAJJfkURP8URp0RGvRspCe96az4y+kF3L5Rtn1HycOe/8GaYN2dn9rNi5tqGdm3hZk3esUJ2Xu6uFWJ9QeUmVeGSeithvO+V7oMEPnhMm7aPyYqfjTjrgW7GSNiG3bwWDqyRKW1N0Vtsc9UmE58UnzhXgb31cJa1nj13dlbK1APuPBlm5vmzyhoy8GeV8a34pVp+vYWk4tqknfi2ft8oZ65dLgsMnOPWR9o8CufcfYiwirCa22i6SZAqrIYzN0wG3ZSflFYXVg/IrseflqcPppQ26yR53avnyKwmnVg19YErtkjcgkK56h0vhLoZGxcJJQmrtkDrCajJL51Y0U2pn9XeiLB6nSjhBaqyxn7LV2GtnQBOcyKjfRTtFyUP68SEdxUl4cSkevrRtKg103Xq4qWNPhMVOEdldbCJoNUnrd1O7kYbtE89qDaWLqwaBeq4/A0nVoMxG9rVViDkObGqMtSF1VCoBENHRIXVmP7vtyFCfSEAgeoIhN7beTeAnZPzwSZ+0qZcrLAaCXmTtvBVcCSJp2zopttNSEh1Nuuz+YLpmffyE0V9ryxtUhlaz2cfI5HcDaewrTFqbVLrYzVLvXr1mSx8svmGvdrCXPWKEdNHPyCy2tvEyiqsRsa3d1JbRMsvVwX7/eHk90tU6FbbG5MWzl0bBcIqwmrXRpQng8zCqhKnJTEeUJ7CU57VhdX8GTcmFIDa9NB15iwLikRh1Xg92paYyjmxGo6jKuYrN2nxqLyrU/ZzfigA7/oF8c4io0NzoNQXdroTqduL4XnNIVd+F3N81CwxTMUQKzf9uqVJ4JTgek2aoByKLWrV0zqBG42ZGrav7oTVaP4i+pyqO1hx49csrEZj3Ibn666F1bj+90+755+rSQEBCDSIQEl+iuMXBFzi4vtn8YP8sC9qXPA45LF+kRuP8LpNkVj2Deq9EppiutkWio8f4wuWUPj0ZpHH9zL4IF68d1MjTMJM1jGi5RcOAaSIN9GxNL04uy09nU+6T9xtHXoifWROU8ao5bvnElbjxre7Eabm1xONr6sSScJqeFMkKqquibyb4FxGzyGsIqyWYUeZ88gsrHo5JsYByVxspgfzC6uHRA7NFJnpZN8sYTVwStXFRZYFhVmYMecXdEw5wqouhLpXpN34sHZMHs+xjAhrcfXTnfPBJVeK7OgE1wUzWVbzHzIGP7fjj1ohGOI+XuVyURcGMWEAwuKgLd5dPB79WJQrrOc9sRp3lV7vuRiB06uztQvvX6NPdp4Tr7ZXfWI1bI6uA6x/oiq6eTBdJ1bDCxWr+nVttjV/5NJCCPQzgfL8lMg7QJmHrZsr3jvI8oeip+z0+d5/HyoxuNV3ZDB/JflFbuzApgqCZZqd4ZRVqi9YZvnTmFdR38s/kW37Ue4GqeYXR4WZPGPE+eCwyYb1fJskrCbxCQJQNF1YNc9pmkivnlLNcmLVML5j85vGsVh/0fHCatxpVdO7ya83nEvpQoRVhNVSDClrJmnCalSUM+2gZC0t33O5hNUjz8vEF/5DVv5qjmy8+jyZN7NJwqrrDEW+iu5cXc5/xS4+vyqEVa1+imh3uh2HUgwfQstSP7empmsS+cysgU8nxOwcXyRb04RVVwy1vgzrxC71PjDmOeYhYdYoZCqWFIrXmRoKIPTBgfgOij85ai9S5EqRDSJL7Ti+zrPmGKtByAEtZqxXcORKaPqJ1XwxVvUWmufc6Jd6swmr0fAG+olVc4xVtQ56OWknmBs4nGgSBCCQgUC5fkqW+IBepZL8ICu+6zUbstxqSfA7kk6wZiDTtkdM4lzkb42MU5vme6X7ILEnVtNEFtvIEkTCOBsOnZr1bdWw3ug3O842hzRZWI2b08Knx72eHZSVhrjUYZ80Or4T8ouEY+k3K8pT3zhh1aybxN7UdIuEcx728c8irCKslmNJGXNJE1adE4VKfMHI6a2MBRV4LLOw+ttd8uXPPyZrd4l0zh2Qz17eaVSM1aSr/BFxxSBKhdOnxlxNcdDi00dfKub6WfYUL/Al1S96Td35eJGzG88/m4Ax/pvXN3eJXJdyYtXLw/7quxg/MDZ+vfrBCdcxtRyyq6MxO/2TGO4X5hOFVUO80fheTRA4/VOfyoLauLAIHEIvFECkfjmFVW8H2nRtVWVhbpfZyTeNia6FVasPw1cC7Uq5TNyvwKrlmMdmkxcmzCkQgEAWApX4KertloTbUrF+UMw7ydSetPqnbghmgdSKZ8zvg3hf0Nr4bMi/RN9rXJbb4YnWiBfaymm17oPECasm38G22RxjJIsNN+7Eaiqf5vov2dZ6SmxU60OBkXlW9wcTxXtvGBtOvTZkhKc0I0ZYNW0ipW4sZbDL1nLOZ00Iqwir+Symy6dThVX/C9fexVRzjMwuq2FMrgurR2T/5KOy9WUDMvzK2cHz+6fkrk/vkM/uFzlx3jz57NWvlXkzXHfluw/J8DN/IOOXd6qoXm15mq7ein8dzbvaE1QnLOiYdhujcR7D/VpOKIDg6pFXP7ecmHicsuQuuUuuMcS59OoXCgVg/Mp7bV3TkwXFiXeOHbxFrtxwi2wy1Vw7oWDa6Y6/5mKX+fIbRcaedU+IBgWopzfVK5zhKnhXOk0xSO1nIycokk+OGk+Nmq7ZL7lLNnfWi/VFaOOJ1chpV73c9LEUtDRVWI37KIrBCcsqrIY5mBe4IYtQriAGzyd/SCvLoq0nBwyVggAEuiZQtp+iCk5e5eJirEb9DHFioIp1MCD6tjOFLomv/6jIx4dljR6bRUSynILtGmv/ZRD7Ya+wr1rfWqIuiMm+11KxN6RTfBCzsBrnj0dPCprHSNyJQnOIoWZ9vEofu1E+GQSsugyo5HKS52SlsJBAFwlnoYakiB3f8fmV3Kwezs68RjIK3DEnxf13E5xL62eEVYTV0owpS0ZZhNUs+VTxjCasPve4fGTsZ3L/kRkyvOjVsuLN82TWL34so3c/I9sOicx6xWmycdl5vqhq1adZMVarIEyeEIAABCAAAQhAAAIQgAAEIAABCECgOQQQVhFWa7XmvhFWReTgY/8m7/3C8zIlIp15s+XEXxyQySMicvzJctfyC2XBcTo6hNVaTYnCIAABCEAAAhCAAAQgAAEIQAACEIDAtBJAWEVYrdUA+0lYFTkiux76vrz32wdkv0cpRlS1fkZYrdWUKAwCEIAABCAAAQhAAAIQgAAEIAABCEwrAYRVhNVaDbC/hFULzRHZ9d1xGdl6UA7OmCUr/2pIhue6QVVD5BBWazUlCoMABCAAAQhAAAIQgAAEIAABCEAAAtNKAGEVYbVWA+w/YdXCc0Amv/JD2Tl4oQy/YmYsL4TVWk2JwiAAAQhAAAIQgAAEIAABCEAAAhCAwLQSQFhFWK3VAPtTWM2GCGE1GyeeggAEIAABCEAAAhCAAAQgAAEIQAACTSCAsIqwWqsdI6zWipvCIAABCEAAAhCAAAQgAAEIQAACEIAABCoigLCKsFqRaZmz7XVh9ZpHusRx7oCMX97pMhOSQwACEIAABCAAAQhAAAIQgAAEIAABCPQ6AYRVhNVabbSXhVU5+ILsP3ikOx6zTpATZ5k/btVdxqSGAAQgAAEIQAACEIAABCAAAQhAAAIQ6CUCCKsIq7XaY08Lq7WSoDAIQAACEIAABCAAAQhAAAIQgAAEIACBfiaAsIqwWqv9IqzWipvCIAABCEAAAhCAAAQgAAEIQAACEIAABCoigLCKsFqRaZmzRVitFTeFQQACEIAABCAAAQhAAAIQgAAEIAABCFREAGEVYbUi00JYrRUshUEAAhCAAAQgAAEIQAACEIAABCAAAQjUSgBhFWG1VoPjxGqtuCkMAhCAAAQgAAEIQAACEIAABCAAAQhAoCICCKsIqxWZljlbhNVacVMYBCAAAQhAAAIQgAAEIAABCEAAAhCAQEUEEFYRVisyLYTVWsFSGAQgAAEIQAACEIAABCAAAQhAAAIQgECtBBBWEVZrNThOrNaKm8IgAAEIQAACEIAABCAAAQhAAAIQgAAEKiKAsIqwWpFpmbNFWK0VN4VBAAIQgAAEIAABCEAAAhCAAAQgAAEIVEQAYRVhtSLTQlitFSyFQQACEIAABCAAAQhAAAIQgAAEIAABCNRKAGEVYbVWg+PEaq24KQwCEIAABCAAAQhAAAIQgAAEIAABCECgIgIIqwirFZmWOdunnnqq1vIoDAIQgAAEIAABCEAAAhCAAAQgAAEIQAACVRCYP39+4WwPHDhQOK2XcPbs2YXy8Mp++OGHc6e/4IIL7DR79uyRgQGE1dwASQABCEAAAhCAAAQgAAEIQAACEIAABCAAAQgUJ4CwOiFzZpwtxx57bCGIx+zbt+9okZSHDx+WZ488IefMHSyS3E6zY8cO6UZVL1wwCSEAAQhAAAIQgAAEIAABCEAAAhCAAAQg0HICCKsIqy0fAjQfAhCAAAQgAAEIQAACEIAABCAAAQhAAAL5CSCsIqzmtxpSQAACEIAABCAAAQhAAAIQgAAEIAABCECg5QQQVhFWWz4EaD4EIAABCEAAAhCAAAQgAAEIQAACEIAABPITQFhFWM1vNaSAAAQgAAEIQAACEIAABCAAAQhAAAIQgEDLCSCsIqy2fAjQfAhAAAIQgAAEIAABCEAAAhCAAAQgAAEI5CeAsIqwmt9qSAEBCEAAAhCAAAQgAAEIQAACEIAABCAAgZYTQFhFWG3NEDj4n4/K+m/tkUk5QYb/7By59JWzW9N2GgoBCEAAAhCAAAQgAAEIQAACEIAABCBQLgGEVYTVci2qV3Pb86is+MddcvCsU2SBvCBfelLk7/76Ern093u1wtQLAhCAAAQgAAEIQAACEIAABCAAAQhAoJcJIKwirPayfeav28EXZP/BI5F0u773sFz1k5fLl288T+bJXtl828Ny/2vOkTVvPClaxqwT5MRZM/KXTQoIQAACEIAABCAAAQhAAAIQgAAEIACB1hBAWEVYrdbYd2+WFe+YkqUTy2VBtSXZuU9+8duy7McxBR13kozdcJFcJDtl7PYp2fjbmOfOO0smLu/UUNuKi9g+JoPXbnQLGZLRr62V4bk2JRkbXCbeL9ZfRu6ckOXnB/WZvH1Qlsk6mbhB6TUtv2gasft6myz0y0nJz/vZYCN7t6yQxTePG+ouov02OCpbPjEsp6oo8+QXapOJRcW91HPZ232/YUTW+WPWtZcI672y+f2LZfVE9Fm5c0IWPRjOR8Sxkbj5wMtPR6LbpuEZtV4p841m14a+F5M9GcZLUEO37Xa5q8WzWOd3j4u5Xc4zQ3LVu8blnq+YzcBqu8Mx/Ls6npXf3DapzKL9mdwPzvNJ5UXnjwiPBKu28l/f2SJLp9+0DzAAACAASURBVBYbynHJufORqS5Dq7bI2sWnOvPA1FJ9jrL7ar10vDkosV96buhRIQi0j0DJfkqS76DDTfKD9N+8OcfYObH1D/kq/vugfV2c1GK9v5Q3ifEdoPoazeNofFdbzTS8xxJt0vjeE5Eljk+ffYzE23C032J8kj7splQ+CWudPmxutMoJc5r/sPXMPR1//RWxh4gv7cyp1tpAXWva+TWdZ6JRRLkk++BJ7yb9N3UdkGrTjTDc3mgEwirCaoWWaBJeKizOFVbXz/1jWfuWU0RkSsY+8qQmIJpLP1nWfeQiW/jd+50HZfHu+f0vrIYEJntSfWCh/RJ8Oiya2i/RKVt4HfoXRdB0nTCHWUiwUNIMz1Unc9250iZzLT+vJww2Yqr7zR1H6Au9zD2RxhJanH8F8ntwUUicqdZGezp3i/0tU9KxRs1VngPk9W/Icfad9yRhNXDmAwfKLKzazsSOkFCuOVxu34r6TOhvWYXVK3baQmgny4ZC2PYjHejwmXIFP9+ylTEXCP9mJ8oSGgMbDi3/XSFS/d0ZV+6Y8B+3WKyWqQGRjRIIjr6Tpo6/BE7RMRUsrhxHLTQX5DRoVVhNare5jQG/kafShNU8/ZKzETwOAQh0T6BsP0XzS9x5y/V7tM1Xy6OJ9YNGRW5ZLFPe+y9p0Z9Q/1MNvkpks7p7gg3MYa9svn1chm4YFgm954wb/k0hYPS9AlFVNP/C9XsGQocfEljs3TIm429YLsNPB/6+ddBCXRuEx4gk2LCVbrWMxvotfdstiXNI/Fqnb9sbrnjSnOY/GzpsEZkjVfs83T2A4STWD0q0gGesYegHLsKHm0KrABm7XWT5DQ5L87vJyU//zV1rJa2pG2O4vdMQhFWE1cqs0XnxLpTOzVOyqMYTqwirjrOkOz2BGHLmvYOy9RJ11zAqlEROg4UcLEfAXC3yQe8UrGVG8YKL+XSZV0/dRqLPWvlulUUTI7JTfXEYLNdkc/H5LZfTm+ocFhzVHqstnfXKaUCnX2WJyFQncKRt1lMdkQ2inEgPhC/rpOX6zqh0bt4WOkEYL6xGhTbdbiPCq91OxYmzBdP4E/L+wizmuUynII3CqnJK0vs9Mma8MaLv2puETLUI4+8mYdT729c6sl5h4KTvth88cdUScxfJVvVUaE5byyWsRk6kBs5jNmE1a7/kbASPQwACXRMo3U+xxSmRUe8Wi3EOdqptzUNGP+ifFsq2dUoe7rOmTaBc9a/59lbXnTNNGUzevkJ2XuH6lVb/KRvfcX7kNFW11GLjfa/opq1rwfrtjKTabB+TFU+NOCJoN2NEsWGJjJ9ScUxfZpn4dLe5PH2NSy85aU5zbjy6c2dnVKYecOfJMDPLK4/cKAoJf1pVmsszA3FdEI0ksLhtlDM/sVwWGDj764P5G7UTxGo2SWvgOm4SpzNo1hMIqwirFVm0J4ZZi3BLFKsvFEAgrB6QXT/ZJbsOpjRx1kny+tfMlVlNOrEabnKiQ5RBWDXlpy5gnNdtrKMXL1hZtpFiI75zLb7At3GDe+lau26S0eYUZz1y5cJ4qraiIdJz2SqOz+nqlX23X+9cKNse/P/bu99gO4o7v/9fhHKDjAjGMjLoF/l3uNTKgNisE1hvSTay5Lj8ZLmFqQpbhVS1WGtEcGz5QeQUlnhg54EvpiryAwtiG9gInJIoYrbY/Yl94jJIFra03vVuIBYI47I4Wfy7YNDlB1mxIjdw+dX86Znunu6ZnvNn7jlz3lRtJdY9M9Pzmp6Zns9091wme9PpIeIH06hx9Q09yLSD1cdlj8zmIW3Zw2U6/Mg3xK0sgMzqV2iwmr75Nacx8B2Q6kZfUo9ChsINpseqq+dOfo6Zb7WVW+hx8Dpnx66ZYDUb/ug5J0NC8PDjMnInIwVCYPIE+m6nmC98y+4Z3mC1MJVRWSBgHaKq+5s2dHbyDm7AHltBatKmVM8PNY5DwKZG6ycVbS/H9Frh5dcNo6XCz5HCNrIXFRvlWDwNVP6L0qkJwgs7Ar8M8aluE47AjgymCPY1TYV7XxWZVc+ABKt9WJdf18p7htsdDTqy9cDBbJSutxds4TrbR/FZtCBAsEqwOpTTIm+02jf1oWwuW2k0x2oerNbfVmumAtB3PR2yrYYShTxQeHsGaHPvFBtS9YLVqjqiTyOQD0HeIQe1oEUPmOqvL3nzmvdEKYZe9WvQGC9hNKD0m706rtule4N6yEnPa6t3pJq/V82xmthK/kbWCGzdVr65gAYbrKr3tPpQJGvagvyqUpiTWP3JPAesuVRL5mvV55lyz6ckouZ7jafuqJxj1Wyc6edv7hZ2HMKCVXOOZreH+/jqPVaL+5XvdzYs0TO3c0iwmpQg5LiM8XlL0RFog8CA2in29dT3cBnSDsquHcb0Mx5sq/zGrxxzX7fhkA12H1yjoOz5yUNeXg62VI2srbLtpY0Ms+6HVYGmK5gJPUf8ddg17Nj9fYVG/Aa8kWqfCQlWC9c07RwVbXQAwWofNbCqJ6+vY5o5DVoybYrk31JxTGFTfKbuo9gs6hUgWCVYHfzpYbwNGfVg9R2Rd5aLLE8fwdsyx6oVKNgfs6k9FYBdS5zzjtUIVuvUkbghKc4hyFm4ct1hbchYRZ3L1lfsRd3moWZVJ7oZaKa/jkPspKdw9EGgbBoJSYfoFXqIFnusxsPPVE+H6C13rY/ZmVMB+ObkrN9j1T0AJjysq9KUfJ+Nj6sNpsdqYbL/tAHs+nhWNGQvcws4DmHBqmOIfQBJ9JPQqQDcq6szFYCnQCXDgwN3gZ8hgMDABPLwrN92SnIP0+ae1u710XVQvchRHwUsawdl90PtRa5+j8wDLXf5Ex714q6lgeDA6kB6v7Tmu48DLm3e9djfM2fuIIvS9LpC2l5qGLZetuxe/bFj+ccznaO48rZunXMk+chQWB0ue/HdtGc/2yvzyVuNbQ9W3dc0I6TXw1SC1T6qnD9Y9fVW9d6bjKmzSupoyTNwHzvCoqkAwSrB6sBPBl8PrPLJmQdTjFo9VhfflGOP/J3sfnO1PHzrelmzvEUfr1KNIccw2pCeGnbA5J4vp/c5VsvqSDI3p/4xHxWURnOsmttU5bpfdji/MK4eoNzrI1jNzzrHzd019Dv68MFTWyTyjh9KCz1QPcGqCtRkqzUnqyqBrxGQlyuqF4OaY9WcQ1a79njnRS0JEn1BnXNY6ICC1bQXppqovmw+K/t8ih+AvMfB7sWt1ZAstKg3FYBdtrBg1d/YdE5tkBVTq0dRXXUNvWWuw8HcbFkLAn0LpKHNANspvrnl7WCqrB0UvUDccSDkC/T+8qupTMyPDvUN1toVFI+HYx7cVl67q9pevjlWk+WOfMr/4cv4hbYVVhfDmpIApqwXtlUT2xSsVl9D2hys+q5pdu9xVQE2yh7HvNRlbdIksDdeEYTPF9y6K6CvrevqwZ9+dNF1b3JOo5J3iAl9Bm4d7xLsEMEqweqQq92I9lh9e04e/f5J2Tsn0ll/uTx0U6dVc6yW9bzUh8/HB9/6Cmb0T4Xl7TdczjdeNXqsFm6q+XAHu1eC/r/j4Q7aW7nCvsTrNeucf32XycEN+oeEJngqAGc4qG7494vcroJF1XshfegsPOj4g9VszkxxPbB67NOGfSf+Gr059CUZKm79W8WDl6ovcbDq6Pli95BJqmlFI9rz9rfQ8yFb16A+XjUriYu7fPpLB6NRlfVudQcHrgck9YY8n5KjRo9Vo26V1A/jmuB7aEyW796Zzt2r906zr2Xx14+jnu7mCxT3cRnybZDVI4BAQWDQ7ZRCj0bnyJr0qh71hhTtq+qqHRSFBH/i/wCivhNV5feNsKAqhAUr7rZq8Zo+1p6lbS/18npWzIA+D7nKpgLw3sv1tk/FOeKsw/YyJesYt2MTdg1pb7Badk0zjqXdY/UGfSqItH5Oa9dXqzOAWS/a61ld/z3BqutZpvT5xjLUzsmNf2329G9rz/9q62Z+QbBKsDrkmraUweqinPnFSTl84bTMfHhFvp9nuvK97/5aHjwjsnLNGnno1itlzbLkz22ZY9XdI1QNR1PhWE5i9yZ23VzN4UquoW2DCVbjKMuYV1IPgELmSyzWOe/6rCHUVfNVDflkWbLV+3obJPVgk2w9cDSeCiDq9WM87NQJVlVgb4dhaq+dw9lFSucxjZbVh7551hH9LFrP9u712cO0+xzxh74HnUcn+f2lcW9OcyC+iO8cKQarzrlGRUT1uHb9PXOp6DG7adtBOWr0AE9fnHiOQ/m1Iz47vXPOijM0t87ntHear9d6tAVjTmXb3Z5j2Zp/Vr+WOYdYOo/Lkp16bBiBiRUYfDul2KvKP1LK0w6Kprm5vXi1d7UN/OXfI/JN8+M+yUEO6QU7gdXBOz2LfYzaN6VCedtruxyPPhbqatdsu1+iF8Rm70q97pSPAtI/POU+R3w9FNM67Jn7fPxrb8g1pL1BYHX7Lz3C1vD/Qlur8I2BqrlEa7ysH/9Kpu2B28UZcFvnnFqJ8Syg3bvsqXXy5wjuQ8OsQgSrBKvDrF+Nr9uYCuCNX8rXvv0b+eHiMpnZ8hH5yifXyNQrz8ruB16RI++ITF1yiTx82/osVG1TsNo4PBtEAAEEEEAAAQQQQAABBBBAAAEEJkyAYJVgtVVV3p5jdeHkz+WWR96Uroh01qyQla+clROLIvK+C+X+L18rV59n7n5beqy26qCyMwgggAACCCCAAAIIIIAAAggggMAIChCsEqyOYLXsvUjFj1ctytxTfyW3PHFWzqjVekLV6M8Eq73bsyQCCCCAAAIIIIAAAggggAACCCAwSQIEqwSrrarvxWA12r1FmfvxT+XmwwuysGxK9tz+cZlZnU6qau09wWqrqgM7gwACCCCAAAIIIIAAAggggAACCAxNgGCVYHVolWspVuwOVqOSnJUTjz0jL264VmYuWe4tGsHqUhw1tokAAggggAACCCCAAAIIIIAAAgiMnwDBKsHq+NXakhL7g9Ww3SRYDXPiVwgggAACCCCAAAIIIIAAAggggMCkCxCsEqy26hwgWG3V4WRnEEAAAQQQQAABBBBAAAEEEEAAgZEVIFglWB3ZytlLwaJgdcezvSypLbP+cjl+U6fPlbA4AggggAACCCCAAAIIIIAAAggggECbBQhWCVbbVb8X3pIzC4v97dPU+bJyyv1xq/5WzNIIIIAAAggggAACCCCAAAIIIIAAAm0RIFglWG1LXWY/EEAAAQQQQAABBBBAAAEEEEAAAQQQaEyAYJVgtbHKxoYQQAABBBBAAAEEEEAAAQQQQAABBBBoiwDBKsFqW+oy+4EAAggggAACCCCAAAIIIIAAAggggEBjAgSrBKuNVTY2hAACCCCAAAIIIIAAAggggAACCCCAQFsECFYJVttSl9kPBBBAAAEEEEAAAQQQQAABBBBAAAEEGhMgWCVYbayysSEEEEAAAQQQQAABBBBAAAEEEEAAAQTaIkCwSrDalrrMfiCAAAIIIIAAAggggAACCCCAAAIIINCYAMEqwWpjlY0NIYAAAggggAACCCCAAAIIIIAAAggg0BYBglWC1bbUZfYDAQQQQAABBBBAAAEEEEAAAQQQQACBxgQIVglWG6tsbAgBBBBAAAEEEEAAAQQQQAABBBBAAIG2CBCsEqy2pS6zHwgggAACCCCAAAIIIIAAAggggAACCDQmQLBKsFq7sr300ku1l2EBBBBAAAEEEEAAAQQQQAABBBBAAAEERk1g7dq1PReJYJVgtXblee+992ovwwIIIIAAAggggAACCCCAAAIIIIAAAgiMmsA555zTc5EIVglWa1cegtXaZCyAAAIIIIAAAggggAACCCCAAAIIIDCCAgSr0z0flZOvEqzWxiNYrU3GAggggAACCCCAAAIIIIAAAggggAACIyhAsEqw2mi1JFhtlJuNIYAAAggggAACCCCAAAIIIIAAAggMSYBglWB1SFXLvVqC1Ua52RgCCCCAAAIIIIAAAggggAACCCCAwJAECFYJVodUtQhWG4VlYwgggAACCCCAAAIIIIAAAggggAACjQoQrBKsNlrh6LHaKDcbQwABBBBAAAEEEEAAAQQQQAABBBAYkgDBKsHqkKqWe7UEq41yszEEEEAAAQQQQAABBBBAAAEEEEAAgSEJEKwSrA6parUrWF34++flwSdOyy/kfJn511fIZz68olE3NoYAAggggAACCCCAAAIIIIAAAgggMFoCBKsEq43WyLHssXr6edn1nTlZmL5IflfekkdPiXzlC5+Qz3ywUTo2hgACCCCAAAIIIIAAAggggAACCCAwQgIEqwSrjVbHkQ5WF96SMwuLBY+5nz4jn3vhInl053pZI/NyaN8z8sN1V8hdH7+gaDd1vqycWtaoKRtDAAEEEEAAAQQQQAABBBBAAAEEEGhegGCVYLXRWlcdrM7LoV0zctdxrVgbdsuhvTOyasglPfGDJ+W25zwbOe8C2ffFa+Qa6cq+e7vy8Nue3101Lcdu6gy5pA2s/pl9svELD6cb2iC7/3yvzKyO/ucJ2bfxNlF/if7l5u8ck52/l5fpxL0b5Ta5T4598er8H431FZeRVw/Jrs8ekc3ZdvR9TOpE94/N7cS/iJfryvZjO0XbWvrv7vXN/+UumXlys1Gn4n/7hqp0+v6KmH+7We6zt9XA4RiXTcTH/oBuVKwvyb5Yjtrx3/g3+rEw99yoa2mdsutftkS8zrtEv5TEf9uW182kvG7dwnp9dc1ePKhcxToblWV/55Ds/UN1pau+FvrLb9Zho4iO8hWPm31ueY6jfm32eWu/qeVd5ah2yrq22Mc423fvfhePv/vYm3Vpw535sSoeO32diZ1855hs+Yl9fpRcw6KrbeF8GpcrAeVEoAGBAbdTytoB5t6UtYPMv+nXiYKIt/y0O0Jqj3m88iXU9du837S77ea9Vzjuy6V1sqLdFH6OlNdh49hobbKQ4z7Kv6n0KX3WGeU9CyxbyTXNaIt9v5M9gxXO47TNKMZzmXl+J20pu0wl7d7A4o/Xz/K2pXoGd7exlYv73lR2HcW5fo0gWCVYrV9r+lgiLFidFblDBXl9bKzmolGwuv9D/1L2brpIJApQ/+MpI0B0r+5Cue9r18Sh3vzRn8jMb//5+AerVoCkB5Ev26FpfBPtxsGrEYgZDaXoYr5fOio01ZaZWa1f6N03RXXRLwZoKnjyBXnW+vQbvh4IGeVJG4MqeI3+pjUAnKFxzXrW2p9H9eburnSisyYLwa1jn+587HhKe2FS0dgshuHRsZ+V7rTIw7LdDPEVsDMITetbevyj+myGmSVHJyhY7bVcSYiWlyWt26K/VHL9W7G85XXUXb6sMaaft8b+uo6jdf45fdLfTCdhdnkAqe9LgGP0c2f4mmzzyKfskLpYX5zlsa4Hycubu0S0INX+t3rBqhnul74cKpxPrb16sGMI1BMYdDulrB1glaxwjc2W3SNyt/YSuOy+VlL+VbQ76tWF7NfzcujeY7LxizOShDKd7EV4q9tuzraXemln3buiUXdR55X0nhwCPf+X++TY7++UmZfz9n7U0cLVScEXnun+8XJd1W4r6TgRUrhR+k3pNaT6WWeUdqWnspRd07IVmm3wVYVrZFn9zM/vYkerE7LvXpGdeoeennZiHBYyO114O5fEu6JcLjU7KFV1Zkqvo5Pt3FtdIFglWO2t5vS4VHWwGl10D8uWJegVSLCaHNSo0TMre7Sec3moctkPNsrhT+g9R4uBi9loSsMPLZyUuGFnh+fuAC4OHe4W2Tx9l3SN7apybpbON7qO+uJZnwpj9PKk29ijekVrDzVR8Gbsb1C41uPJMeaLqeN+qLNfazR7joP14FjaYzlurIrZU1gdhz/vyH5Xj+XI0nuskoZd985Dsr07M9hgtY9y6eFcIXjWHxxLHopKH3R0E8st2fZu6XzjSP4CpDJYja8W+UPaTS86e4/r14PgYDXY8S7pWD3m46akHZh71ucuj15n87qS9yROD0YauEbbj97q+wN6s8dquXN+EXCfT2N+kaD4CAxIYODtlJJ2gP1wGV03nO2gP90sRx4QydoSrmtRuv+1yk+7I6jWnLh3l7x4U9opI2o3/GRL9tK10C4NWuN4/Mjf9kraOYV7VzzyTOvsULabz+yTXb/Zmqyjn3Mkq8Nb5HDotseDPy9lkE8N+zHb/7JrWjLiMWmbHe7slu6T6XXSNkufQfPgPUcwzm/DJmqHHpTL9lojF8fMr35xq15KaC4OZ197HOf6R0JfgmCVYLW/GlRz6cpgNX1YzYfvNte13wxWz8rcCy/LywsVOzh1gfzuuotlqk09Vu1d1hr14nug0IbwVzZgHRf4ZIqBYkNPPcBEwUXxQSYK4KNGmiuIrxGsWkFvafhjB4I16397f67d4C/Vp2co6bGqTxfhe3vq+fe8jllvYXXgkodRdYwHHaz2Uy47WPUFdd7zyxVAWxXOVz617T0ym4fiQcFq2msl6n3iDFbN3qOhwWo/jq5zrGq/jQdPw7HsISiv8/WC1UPid1al951P7b2CsGcI9CXQdzvFfOFbdq3yBquFqYyqHny1PS4LT2l3VFcNK0hN2pSqbVjjOFRvacR+Ua/tVa/wdkeX8HOksB1Vh+8Qmf1sVzrbHpaH1VDu1kwFEOLT3mC1cMzta5p69ovqwN01g9XC+Z1vrRjo1qvl4/vr8utauYtnWZz7rg4EqwSrfVeiOisIC1bz+Qcre2DV2XjFb81gtf6KWzMVQCGcyocShTxQlAc/yeysxTmeHI0N7QJvbzf/374eznWCVTWXYb7jzqEVoXM+1q8647+E0YDSb9jmnD7ZjtoNaWeAWpw/KFnebBB461tgsOqcY9U1r3Nlr6E65XLM/aqdF2UP9c799QXTRs3yly/fnuTDhQIC8vhoqGF9cbBa3C97LtJq7zqOjvmVC2dT+X4Xy2NPLeLr2dN7sLr3D33OaeG959P4XyrYAwQGLpC+kFfTdfTaTsmmREkL6BtiGbL+rDe/MZ2LZ8+t8hu/ot0RUF1co6DM4bIizXXSCCjw4H5S2vay7l3WfOSlc606R68FtpXtvdPrcNyu0KcncE3dMzieptdUfQ2ZkGC1cE3TzlFJRiLGPfuDeqy6zm91ZJdulGvTdau4vbJgtcwlvTYW7k04D+KYEqwSrA6iHgWvozJYLaypuZtQ/WD1HZF3lossT+OetsyxqoVX0UfE9IeLkAeKoB6rhQ9V2cfZvCkY2zXeqPUfrCZzuOZzcSXzNupDz1U42NKGefDZ6/+hmgfX+EUcnoq3J7LxgbNCMKgNMbfnTCr0ao+26vgwRWCwOrA5VvssV+89VkuGq+sHpKR8UU/0zMHqWZJ8GM5/HTaDVTvo7KHHap+OhVoaut9qwQZ6rMY9ZJ3O6b3E9dGG1vTqGcAFh1UgMOB2Slk7ILo+qhcwUXvIPYImD7Gy+6F2zur3yDzQysO/YohLuyO4kjt6WdnT6TTZSSO43AP4Yd22VxZHqXv+7x/LX4gaL5SLbes650jyMR1HHXa0y0JHsgyAa6irqH6WUCaB0zAMtbTDWrn7mmb0ntTD1JBglV6UnoPlD1Z9vVVd96Zs5TgP5KQgWCVYHUhFCl1Ja4LVxTfl+CP/XXb/r4vl4OfXy5rlLfp4lWoMOR7kewlWi0Gr662YFdxYb9az+rXtPrlPbnN+yd18MAnvsVo6L1D0ZtX+cE1oZZ+Y3zlu7lnj2T2fVqFOWMGqf45RrYdkFrh6GhfeYDUPIgc5FYC7nmsfMlH1wVMuO1g1Pu6V1SU7cC4JoK36V1Y+eyh7XBa5WeSASHmwqm3fM8dqaGCsilvP0T3Hqr6OOvsdl6EwBYJnnro0sK0/x2o+513ROSpA2fk0aXOITcxFlB2tLZCGNgNsp/jmllfzA+qhlG+u+Wge+tsOhHyB3l9+5wfzavtMzgLFdmk6l6M+L3/liJNx9Kpqe/nmWA3oJeoIWUrbyukcmpmitxd2MbBtU7BafQ1prrNQ8zXad02ze4+rkm2Q3Y55qe02m+v8TtZQ1sOy+b1vfou+YNXtkvSm9t+bcB7MESRYJVgdTE0KXEtVsGq/VW7yLXNwj9W35+TP/uvzsndOpHPVtDx4U6dVc6yW9TiNL8z63Jj2F7RdE4/bPUCdc0GWNzb8F/wB9Vh9crMcUh+v0kK+6CEpuEdj4DnQup85539TN/z7RL5QfDtfFqxu/BurB7EB5q4n/uHxdg/KtOGX9syIPk4WfHxLH8z6LZf9wSXXUJ3iv5UF0GY9Ky9f9LLCcMh6eapGmGt51VhOfxMYGJd713CMdtA5TFYPm909plV9Kex3IVj1fFnZMfQ4/ONV2sdECs6uj/15wtbWXUjYIQTCBQbdTim0NUumV/G2g6KQ4PMh05O4XhDm+96WoCn8aPbzS/c9w32MrI9g9rPZUVi2tO11THYWht3n95JoNFrZVACuOlj3HPHdE811B4S8o2AdUIYwn/YGq2XXZIPP7rFqjGC0OwuUeLXyZUlARct+UqNTSaUVznXky35LsEqwOqi6FLSeqmA1Wok5R03Im/+gTVf+yAxWF+XMiZNy+J9Ny8yHV+TLnunKfd87JQ+eEVm5Zo08+PkrZM2y5M9tmWPVniMo2Ts1DF4N7clJ7CFsrpurOVzJNaR+6YLVbC60/Itp6fQHvreszdXJyko7Aj/wPQQm9eCTcvOBH+dfmlfltQP57CF2u3Q/e5skM/EW/7t5183y8LFOHoKrn7gaDc4h4CKi9XBy1/VkpYWhmb71RWfHH98ox391RY1yFR++i46O+qcP1SspT2E+Od/HT1K3T257WH7cMb8ebA5rK573yWVht/VCorhf+nr0IbX20Y29ZZ9s/H7g8TXqklVjVLl62G81fNH4mrLDOmju2HiKiqjX9m0i6RBi+2HTHj5Yfj5tz75yPQKnPkVAYMkEBt9OKV5vfXOs5kOcrXZQflODngAAIABJREFUdP36QvHu5Qqw/OXfI3L3jETBl/kf7Q5nZfN+2Mu+Z7VvKqege4WrnbDtPjnU2S9m70pd19ceDz1HqtrO1rFpzTQ3IT7tDVbLr8la/bKG/5vPh1a7suTDfcFB7pLdpYa9YXew6nTxjALN7k04D+xgEawSrA6sMoWsKCRYDVnPMH5jBKtvvCBf3/cb+eHiMpnZsk52bVojU688K3v+9Ldy5B2RqUs+JAd3rM9C1ag8bQlWh2HLOhFAAAEEEEAAAQQQQAABBBBAAIG2CRCsEqw2WqfHJlgVkYXn/1Y+98ib0hWRzpoVsvKVs3JiUUTed6Hct/Maufo8k45gtdGqxMYQQAABBBBAAAEEEEAAAQQQQACBJRUgWCVYbbQCjlOwKrIocz/5mXzuibNyRil5QtXozwSrjVYlNoYAAggggAACCCCAAAIIIIAAAggsqQDBKsFqoxVwvILViGZR5o4ek62HF2Rh2ZTs/rcbZWZ1OqmqJUew2mhVYmMIIIAAAggggAACCCCAAAIIIIDAkgoQrBKsNloBxy9YjXjOyonH/oe8uOEamblkudeLYLXRqsTGEEAAAQQQQAABBBBAAAEEEEAAgSUVIFglWG20Ao5nsBpGRLAa5sSvEEAAAQQQQAABBBBAAAEEEEAAgTYIEKwSrDZajwlWG+VmYwgggAACCCCAAAIIIIAAAggggAACQxIgWCVYHVLVcq921IPV257rk+OqaTl2U6fPlbA4AggggAACCCCAAAIIIIAAAggggMCoCxCsEqw2WkdHOViVhbfkzMJifx5T58vKKffHrfpbMUsjgAACCCCAAAIIIIAAAggggAACCIySAMEqwWqj9XGkg9VGJdgYAggggAACCCCAAAIIIIAAAggggMA4CxCsEqw2Wn8JVhvlZmMIIIAAAggggAACCCCAAAIIIIAAAkMSIFglWB1S1XKvlmC1UW42hgACCCCAAAIIIIAAAggggAACCCAwJAGCVYLVIVUtgtVGYdkYAggggAACCCCAAAIIIIAAAggggECjAgSrBKuNVjh6rDbKzcYQQAABBBBAAAEEEEAAAQQQQAABBIYkQLBKsDqkquVeLcFqo9xsDAEEEEAAAQQQQAABBBBAAAEEEEBgSAIEqwSrQ6paBKuNwrIxBBBAAAEEEEAAAQQQQAABBBBAAIFGBQhWCVYbrXD0WG2Um40hgAACCCCAAAIIIIAAAggggAACCAxJgGCVYHVIVcu9WoLVRrnZGAIIIIAAAggggAACCCCAAAIIIIDAkAQIVglWh1S1CFYbhWVjCCCAAAIIIIAAAggggAACCCCAAAKNChCsEqw2WuHosdooNxtDAAEEEEAAAQQQQAABBBBAAAEEEBiSAMEqweqQqpZ7tS+99FKj22NjCCCAAAIIIIAAAggggAACCCCAAAIIDENg7dq1Pa/27NmzPS+rFlyxYkVP61Dbfvrpp2sv/9GPfjRe5vTp0zI9TbBaG5AFEEAAAQQQQAABBBBAAAEEEEAAAQQQQKB3AYLV43Lxst+Rc889tyfEc15//fX3elny3XffldcWfyVXrt7Qy+LxMqdOnZJ+UvWeN8yCCCCAAAIIIIAAAggggAACCCCAAAIITLgAwSrB6oSfAuw+AggggAACCCCAAAIIIIAAAggggAAC9QUIVglW69calkAAAQQQQAABBBBAAAEEEEAAAQQQQGDCBQhWCVYn/BRg9xFAAAEEEEAAAQQQQAABBBBAAAEEEKgvQLBKsFq/1rAEAggggAACCCCAAAIIIIAAAggggAACEy5AsEqwOuGnALuPAAIIIIAAAggggAACCCCAAAIIIIBAfQGCVYLV+rWGJRBAAAEEEEAAAQQQQAABBBBAAAEEEJhwAYJVgtWJOQUW/v6k7P/RaTkh58vMp6+Uz3x4xcTsOzuKAAIIIIAAAggggAACCCCAAAIIIDBYAYJVgtXB1qhRXdvpk7LrP8/JwuUXydXyljz6a5H/8O+uk898cFQLTLkQQAABBBBAAAEEEEAAAQQQQAABBEZZgGCVYHWU62f9si28JWcWFgvLzf30abnllx+QP/vyelkj83Lo20/LDz9ypdz18QuK25g6X1ZOLau/bZZAAAEEEEAAAQQQQAABBBBAAAEEEJgYAYJVgtUhVfYTsm/DDjmYrn3rd4/Lzt8b0qa01Z74wROy41nPds67QPZ96Vq5Vl6Uffd05eDbnt+tv1yO39QZfmGHvYVn9smG29UR2Ch7/mKvzKyONmoem+hf7ONz4p4NskPul+NfujovpbG+4jLy6iHZdcMR2ZxtR9/BeTn076+X7i1aPfCur1g+2abKYv0t+3dtW3E5urL9+E5JSl+2vmEfhHFYv8MnKvaGPfL4t2ZkVey3XzrWcZ1/fJdc392e1JHYfFaOuXY3Ws9XRWZvmBW583HZe/2q7FdRPdvf0f8tqSezx7UVZeUot4zr7IGtcr9x3IvlTtaS7LM4rkvFup+WSZSH+PdXK2tSHneZ4/Pt0hIzo167/eM1F+p6uneWq7FP1nkXLxFk7C5H0T3xOvIp81hHm4nrzJOb5fFvXSYHU/+tL+2S67/hrDmy8c7HZY/MOv8e/U2vS+NwplFGBBCwBAbcTomvMdn1RG/32PJl7SDzb6XXGm/50+tdVhb93kQtUALm8cpdVJvUvI+227B4L009HO2r0jrpa4+l7Yrwc8RThyvWP+61u9Kn9Fln3PdeREquadneRb95qJM+I9j1xNWmdLe5Tet2n9/umlF0cT87qHtZ2b0pIHexjlsLauvI7QLBKsHqECqlFaJ5Hv6HsGGJgtX9q/+V7P3kRSLSlX1f/3UW7vq3d6Hc//Vr4xBu/sdPyfWvrh3/YNUyzwONGXnZDk3jm2g3Dl43/rX2UFIW7mjLzKzWL+buBxl188wDXCukKazvsGzJArKsCZ6EbtNmyGqGYyqYswM21/qGUQPHcZ2uwCx1jK0lMFjVw2zLIWuIm/XDDFYdAWbUuzw65nqo6SKO1v/NrnSisz0L70sCyShadb08cAWuUd18SmTrgW4eLjuvabrZ1fH6zdA4oG44G+wDDFb/6MU4AO9YgbLbwhVEWEG1010PUKNg3jx/k8D15SzYjoNVFdA7iIwAX/09rU/2fgQI8xMEEBgVgUG3U4x2hO86lOx84ZqXLbtH5JvaS+CyEKWk/KusB9iwa+yoHJilLMe8HLrnmGz80oxIHJJ3spelrTb03EvVS2vzpbTZ1gg5WvOP75NjH9spMy/n7f2oo4X+bJDfq9M11qjD2frjzhtj/F/pNaT6WWeM9zwpetk1Ldu51EG9kC9cI/X6eanRWcLoxFOjfo29a2EHzE4k5Z3PTsi+e0R2fimxzDooGe4huYt13NqHOhJ7RLBKsDr4iriEb0QIVpPDGTWWojAq79GVhzOX/bcNcvg6vQdxMbgphBmFYxpdxGdFvqp6wcaPKs4ALr5Rf1Nk8/SsdNV2y9Ynye/3xL0lzf+ihnVe9mIv2GS/N0vnG908mE2371rf4Cv/OK6xqkfqoILVrmy+syuzWoimh4/xQ9MprVdoRln9EKHq6+Od/VpIVx6sOnt7Oq5dqozbu9fnQannZZF+3tQPVn29aAcdrBYDcGd4WajK/uuE6e65Fhhm+b72FKymgbvRA34cTz3KjMAECwy8nWLf60vaomZbQrtm/ZfNcuR+s/3hu5bXKn+DHQzGuUqduGeXvPhHabsyfqm5JRs5FXafGs+997dhdkjXOTqjon2jMzyzT3a9tDV5HujnHPHVYX3948mflzrIp4b9mHmUXdOSEY/JS6nDnT3SfTK9TjqesYrnavF5rXANnshrpGM0p1Fnor8flMu+tVOudjhn96a1B40exK5qVzhuY1Y3x6W4BKsEqwOvq8kFtSNbDxxckqkA8h6rZ2Xul3Myt1Cxi1MXyL/4yGqZalOPVXuXtRuWGOGkOwSpbMA6w0r/UOEoDN3ylB3oaoXU11cYqqz1PtUb2oWbcLT9qGfqFjkc/7/pVABl6xt47R/HFbqOmx7yVQWvaiqAqh6r0d+jY5P3erSDVV8Pz/L6qDVM4uH1qhxVjV93Q88sg7aOqKeHGvpU0mNVDYGvF6z6h897X1hEVc3TELW3nff0Ub0HehlyZXv63PPGt25pHsM+g9WyXmTjeApSZgQQMK5nvbVTzBe+Zddgb7BamMqo6sHXascY0xBpf1vCDgdjU7WsIDW596m2XI3jMDY7rAraaxsmZEd1w+j34edIYe3OOmyvP6RMo/ybEJ+qtuUo71/NstltTPWsFk3vpTrA9BishtWvmuUdu5+XX9eKQbe+g/mySQeFktzFddzGzmo8CkywSrA68JqaDPuWfE7PBh+CzR6r9XetNVMB6LueDptVQ4lCHii8QZYWUhbneHI0NrSGcnG75lw+2frKhoek+5LNyGjNaZn0ZrUaehM93CTkHNCHN2m/H9Acq/l8omngqR2PaFoKFb6VPQSXBqtGw09vpFQ3fothnzXU3ag72vqiXtWOOWX1c8I9T5J7PtPyIY4D7LGazZlsHXPXXMWFqmOVw+ueLmjY2Y1HK1h1zrGahL+XGnMmqkKVzZ0YUuf5DQIIjJTAgNop9nXXN8QypB2UhFABU9FEkFb5Ddu03dTUtwZG6rgGF8Y1CsocLivS0ut+nTaM1VGgaq5xVzATeo6E1OHy4Cf44I/UD6t9qtuWI7VDvRamcE3TzlF9ZOEggtWJvUaWBatlLy3Me1MybYovd/Ect17rBcuVChCsEqwO/BQphiDN3YTqB6vviLyzXGR5wtCuYDVvlOoN+pAHiqAeq4UPVdnH2bwpOINVVfvKwves0Rn1dtSHRWm9/KJhENmQsYo36BM53KTsNC/pkZp9aCjk41UhPVajXsR5QyLqxdxvsGpOfp/uZxwUuqcwMCT0uuCZBsD+AFX8IPOxY9YH0uKrh/HRptAeq0n583nkikdqGMGquZXK8z3+uVkOv7v64J0dRBc/KBfNj9zTVAANvqwb+A2SFSKAgCYwuHZK4VoaP6xL/IIm6gGrruVRe6g4gsZzfdNeOunXvDzQcpc/2UH1AqulgeAg63Ght2o6D642PVDpfKCDLEvD6+q1DZO1MeL2SPrxUONDlMW2cJ1zJPngcFkdbltvVfURJq09pl1D8k/5NvdM23BVTDfnvqYZIboepvYVrE76NdIfrPpeWmTXC/veZHyrIK+j0bdTsqkBnaNNl6aWtXWrBKsEq4Ov287hPL6vcw9287WC1cU35dgjfye731wtD9+6XtYsb1Owmt6sHD3ReglW3fPlVMyxWhiCn4dexTkZXb0V0t8bwar5ESpVrvtlh/ML7M4eIgSr1knnaSQa7oMMVvMh7J1tB6XbSb7u3tscq45GSUW5rUgxmwxeD3nzh2JPD9ZoGJRjyGfo1AZZGawPJbivhoMLVovnXbpF5xA/Vy9T5VHmnk7Bkc7FFQXne2TW+kCV1WO17serfPM5D/Z2wtoQQGCoAoNvp/jmllfzA6rdKWsHRfPQ7zgQMl2Kv/ylPViHajqeK3e9eJ+MORir2jC+OVbNF7nOo+4Iq0Pm0MzWVdYLO/qRY/3jWfvyUof5tDlY9V3T7N7jymyj7HHMSx0yxyrXyMjQF6y6n4mT3tSOe5M3d0k+xjh73D4zedk3rGsVwSrB6hDqlmvI6BHZXJi7avCbDg5W356TR79/UvbOiXTWXy4P3dRp1RyrZT3QCsOOHeFOYXn7rW0Pb3GNRnLJ+uKeJRL1OEzeD+fljXog7pCol1vyJr3sy+55AGvvb/mw68HXydFfY0mP1bgnpd1TOG8MzE6nx6kqrHb8XQ23KvT8Ef0DVhVDMUsDwftFbg94oRM3SES2HpB8Xt70A3DFr9WnVlFD8k+KPXRrBavpQ0v1l+2rgtVZMdeRNIz1D16oOh8Hq3EvZPPDcL5Q2+h1q5+zQUFsGqB/sysd6Uqn8KG75FzuqccqweroX1YoIQIVAoNupxR6NJb0bPe2gzzXdteuVJXfN2c4FcMWcN/j3Mco6YGc9x4cc82qe2k8b/ysqKm8kr3NQ66yqQBco2bqniNldTh0VM44HaEwn/YGq2Gjl1TbTvt4lTGCMa2f6vlAq7P6B0fbWH/q13VPsOp6pip9zgrMXeixWv8Q1VyCYJVgtWaVCfy51VuxqbmlzGB1Uc784qQcvnBaZj68Ii/4ma5877u/lgfPiKxcs0YeuvVKWbMsba78+Cm5/tW1cvymTuCOjubP3PM7qjdUauhFXnb7+LhuruZwJdfbrvLGht37wL8+682oPrTJ7gVrDHtS+2MPTypZ32gevoZLVawPSQG0Y2zPbRv9Wbd3/V3tRfQ7Zw/PYgCoPzBkCM5jnPzV1zBL6u8m2Xrgm9kH9AxUoye36w29f3hOvM0PfFlk32nZbj3g6cPs9KGn9gFVQ1HtaQay37nK56oV0e+uOywbbj9o/tXqqa4/oLqvDb7eWWbdUNeJcvft2UsR/xyFVo9V5xyrItFDY7G3q/ZgaTTcGz5t2BwCCPQlMPh2SrFXlb/t6WkHSTR9gHU9je6Gji+z+8vv6yUU0gu2L9LxXNgZLsZ3+PglYX402tfLKuhe6mpfbbtfohelZg9t/fD72uOh54ivh6Kqw20NF0N82rrvaWeVA/ZlxHHeWQFdYTqLQrvdblNX1a/xvJTVL7X7WcMZcHtGgRrfJ9HuXd4Rm+qjY/ULyxIBAgSrBKsB1WR8fmIEq2/8Ur727d/IDxeXycyWj8hXPrlGpl55VnY/8IoceUdk6pJL5OHb1mehavy43pJgdXyOGCVFAAEEEEAAAQQQQAABBBBAAAEExlOAYJVgdTxrrqfU9lQACyd/Lrc88qZ0RaSzZoWsfOWsnFgUkfddKPd/+Vq5+jxzRQSrraoO7AwCCCCAAAIIIIAAAggggAACCCAwNAGCVYLVoVWupVhxcY7VRZl76q/klifOyhlVIE+oGv2ZYHUpjhrbRAABBBBAAAEEEEAAAQQQQAABBMZPgGCVYHX8am1Jid0fr1qUuR//VG4+vCALy6Zkz+0fl5nV6aSq1roIVltVHdgZBBBAAAEEEEAAAQQQQAABBBBAYGgCBKsEq0OrXEuxYnewGpXkrJx47Bl5ccO1MnPJcm/RCFaX4qixTQQQQAABBBBAAAEEEEAAAQQQQGD8BAhWCVbHr9aWlNgfrIbtJsFqmBO/QgABBBBAAAEEEEAAAQQQQAABBCZdgGCVYLVV5wDBaqsOJzuDAAIIIIAAAggggAACCCCAAAIIjKwAwSrB6shWzl4KFgWrO57tZUltmfWXy/GbOn2uhMURQAABBBBAAAEEEEAAAQQQQAABBNosQLBKsNqu+r3wlpxZWOxvn6bOl5VT7o9b9bdilkYAAQQQQAABBBBAAAEEEEAAAQQQaIsAwSrBalvqMvuBAAIIIIAAAggggAACCCCAAAIIIIBAYwIEqwSrjVU2NoQAAggggAACCCCAAAIIIIAAAggggEBbBAhWCVbbUpfZDwQQQAABBBBAAAEEEEAAAQQQQAABBBoTIFglWG2ssrEhBBBAAAEEEEAAAQQQQAABBBBAAAEE2iJAsEqw2pa6zH4ggAACCCCAAAIIIIAAAggggAACCCDQmADBKsFqY5WNDSGAAAIIIIAAAggggAACCCCAAAIIINAWAYJVgtW21GX2AwEEEEAAAQQQQAABBBBAAAEEEEAAgcYECFYJVhurbGwIAQQQQAABBBBAAAEEEEAAAQQQQACBtggQrBKstqUusx8IIIAAAggggAACCCCAAAIIIIAAAgg0JkCwSrDaWGVjQwgggAACCCCAAAIIIIAAAggggAACCLRFgGCVYLUtdZn9QAABBBBAAAEEEEAAAQQQQAABBBBAoDEBglWC1dqV7aWXXqq9DAsggAACCCCAAAIIIIAAAggggAACCCAwagJr167tuUgEqwSrtSvPe++9V3sZFkAAAQQQQAABBBBAAAEEEEAAAQQQQGDUBM4555yei0SwSrBau/IQrNYmYwEEEEAAAQQQQAABBBBAAAEEEEAAgREUIFid7vmonHyVYLU2HsFqbTIWQAABBBBAAAEEEEAAAQQQQAABBBAYQQGCVYLVRqslwWqj3GwMAQQQQAABBBBAAAEEEEAAAQQQQGBIAgSrBKtDqlru1RKsNsrNxhBAAAEEEEAAAQQQQAABBBBAAAEEhiRAsEqwOqSqRbDaKCwbQwABBBBAAAEEEEAAAQQQQAABBBBoVIBglWC10QpHj9VGudkYAggggAACCCCAAAIIIIAAAggggMCQBAhWCVaHVLXcqyVYbZSbjSGAAAIIIIAAAggggAACCCCAAAIIDEmAYJVgdUhVq13B6sLfPy8PPnFafiHny8y/vkI+8+EVjbqxMQQQQAABBBBAAAEEEEAAAQQQQACB0RIgWCVYbbRGjmWP1dPPy67vzMnC9EXyu/KWPHpK5Ctf+IR85oON0rExBBBAAAEEEEAAAQQQQAABBBBAAIEREiBYJVhttDqOdLC68JacWVgseMz99Bn53AsXyaM718samZdD+56RH667Qu76+AVFu6nzZeXUskZN2RgCCCCAAAIIIIAAAggggAACCCCAQPMCBKsEq43Wuqpgdf4vd8nMN44XynTzd47Jzt8bblFP/OBJue05zzbOu0D2ffEauUa6su/erjz8tud3V03LsZs6wy1oE2t/Zp9s/MLD6ZY2yO4/3yszq6P/eUL2bbxN1F+if7GPzYl7N8ptcp8c++LV6fLzcmjXjNylHdYNdx6SvX+4Kv67ecxvlvuO7RS1ZLKCZPnuH2t1oJfyvXpIdn32LlHFUGVYyjrXxKFsZBuWbbzNDbvl0N4ZSY6yiBjHLPmnvO4U60he7g3yxzcel+8/5t6TZB3u5Z3XDVdZk9LkdS/+zRHZ/OfbpfvZ2+ThbXp9Tutsd3tSx73rSw3uEJnV6l22F9Y6VT3Xz5OCYbZweh6WlcvgSn1EPybFczlfxDwP43P6gP5v0bL7pZNdF6xjk/mp60YjtZCNIIDAJAn00g5IfYrtFLstord7bNSydpD5N72tUzg03vKHtIsm6UC797Wq7Zbct9SyrrZlewyL9+h03xztk9I66WvPpG0N07zsHCmpw562eBuORqVP29tGJde07PhGv/l+J3s+KJzH2rNDmWeldRsqVOk+JPca0fIR85qnFlbnqf/ehPPgKgvBKsHq4GpTwJqqgtXiKubl0L3HZOMXtYAmYDu9/CQKVvd/6F/K3k0XiUQB6n88ZQSI7nVeKPd97Zo4CJw/+hOZ+e0/H/9gNb7xd2V7GnDGF9wnN8c3wZft0DS+iXbj4HXj32ihuBb46MvHIVvaqOpENwMxb7BlDztZSNZT+ZKArJsFumXBUHN1rpd6OnLLpMdTtLA8KqNxLNPGlhF0uv4t3jl3Y2F/Jw/jC4+5Ub08ZQW5vgasVX/UuuLyqnXYwar1AiGu00awmp8vhePj3F7awMkakK7g0/VvWWmzFxy6qVEuvSCR9U9Ebj7QdYehZY396G93d6UTXQ2zlxsEqyN3HlIgBCZJoKd2gL+dkrz4S9oy0UvkQrtFsy20U7Jl94jcrb0ErrquetpZq6zgwdUumqRDHb6vedtN4k4anexlaasNnffovK1tts3SdsW0+bK4zHj+L/fJsd/fKTMvh58j8fmkhWe5v8Rtl6wt3qagsfQaooda5YF0eH0fsV+WXJOzDhaqc45q+xaOv1Y/P3HYf012bUs730dMZsDFMTuSlHc8OyH77hXZ+cVLzQ5KunvZeT3Rzr0dNoJVgtXeak6PS9UNVk/cu0tevKmZXk8Eq8lBjR4oZmVP1qM0CbqS3mmX/WCjHP6E3nu4GLDY4U5xfXkP1C0/sdZnh1Bxg1Fk8/Rd0k2321v5omDV7GEXNfRcYV2Tda7H02iEFksai3lgnRctqwc3vRj3FI6DdLvXudUQTZbuLVgtHktP+OcJVo0HASNY3S+dOzty15PWG/a+gtV8PyO77d2ZYjCcnI1Jb+/CQ1C6b2XlsoKAyCfajjOgLnm4UcfxUGd/HiZr14SkJ7v1X5selkbobKMoCCAwnHZK/ML3bpE9apSFFQzp7lHbwdkO+tPNcuQBbR3pC0bXNbdWO8Z3z6IyGAJG2y1+mbglGznlfenYAkP/PdrdNtPb9M77t27yzD7Z9ZutyfNAP+dIVoe3you7ZkXu0EfBlYx+GafjE+RT8VJ6nPbXKmvZNU3Vs/ja2dkt3SfT66RtpkYxRu3r6NnBc02OX5yoNnj23HBYthRGPI4xaGXRHaM5jWWivx+Uy/bulKsdztkz8O8fw7nSOvwHBKsEq+G1ZQC/rBWsWg2jAWy+dBVmsHpW5l54WV5eqNjq1AXyu+sulqk29Vh1hiRJjzzxPVBoQ4LrBKvOoM16yx09wBQCWL2M2kOHv3zuYNWcsiAdrq41xodd58Z//QGNxNKHQtfy9YNVNc1A6RA3hV27x2rU6Dd7IvXfYzUpjGrYeANPvZGZTa0RL5m+7CgpV1a5NOPozbR2fmU/8QahWsPtUr0nOz1Wx//cZQ8QaJFAUDsgf0lfDNqia10e+PhevKrrdtUL5kS26sFX8y+7T5aEvC06gv3tSuF5IbpHqaClxnHorxRLsHSP9+igkuqGqj6HnSOF1Wt1OArFss4brarbIdeQgDZz0LEZgx95OsrsiabHUoFpWbAa97IMrG8N5wWjoV9+XSsG3Xqp9WVD6m267EQ61zvaBKsEq/VqTJ+/Dg9WzRO9z80GLW4Gq0GLGD9qzVQA+l7FN8a7RA0l8vbUGESwag8N1y7gxe2mhQwunzUVQLrccWOOyubrXP1aNmpLBDQSBxSs5nOlaQbWPK5Bcy6pY1+g9M2xmvamkDxYvLQwFUA+d6++2niIjhFImhvtP1jdKzO+cqlNGQ8uZb14ozllrdEBxrH+yVrrAAAgAElEQVTTG2IEq6N2JlIeBCZWILgdUBasptPXZHNyFuePV74h7aBstIExr7XnCFnlN37lnTJnYo+2Y8ddbTd73vVJGH5dcY+25rmvehHtCmbsORyDvn/hattn33AQkcJ88+Nbt6t9AtrM47v7eckL1zTtHI3arEHB6tXJlGIl12S9zR9UF9tgm+1DWbBqvxQphqp3afcmnAdXMQhWCVYHV5sC1hQcrC7BW5H6weo7Iu8sF1me7Hi7gtW8UarfrEIeKOr3WFVzD9kfycqHdRS320P54gBKBWAb5OZtIt2ONuXBEtS5gFNmxH8S0EgcULBaNseqG6nmVAD6SuypANLAUQWhe2S2zzlWk40NJFhdna/HKFe6P67J7AsPVJ4eq86Pg8QPQdE8aXy8asRPToqHQMsFemgHpFOXuNop+pycySgIiefojEbCqIf7qD1UHEFj3muy66Y913z6Ydb8+usuf3p3SOfRbmkgOMia6Wi7GXOmq5Ef6bcC8vkeB1mIpVlXr/doYxiwahcbL6qLwUyyrXze2rJzJBmN5mjbp4FbPjVUcYTS0kj2v9Uyn/yDvAFt5v6LsoRrcF/TjJBe76Va0mM1nn7KU9/MDxyrj+Mm1+vC35ZQY7ib9gervt6q/nuT+7zGuf4RJFglWK1fa/pYIjRY9fZQ7GPbVYvWClYX35Tjj/x32f2/LpaDn18va5a3KVhNG0OOt8gDD1bj3nx5j9jsGFlv1rN/z0Kd4pfaVVAVNkQvCaP03y5Fnauqk6P/d/8cq9mcpdGwn6HOseprqHoaHSHz1XmCVTUEX7aJPCzbk/nbqtbn/Xtu1/Mcq1kP08TAKFcS3RYDUNfQO2ew6vDL9mWLHCZYHf3TkxIi0FqBYbdT/AFIWTsomof+tgMhX6D3l1994NP+IGRrD2WfO+ZquxX+reo+3WcZlmbxqnu0b47VZLkjn/J/EDRuv1nTYoXMoZk5+Hphl831GM3jOsb/hfm0OVj1XdPs3uPqIG+Q3Y55qfU5g8u+92F2tijroTnGlaq06L5g1T36MulkUbw3Vc33jXO9+kOwSrBar8b0+euwYHVpbjzBwerbc/Jn//V52Tsn0rlqWh68qdOqOVbLJvkvfFnV8fEhZ08QvaeA9sY66vkR0hNRbyT3Vj7ra71ab5TkjdzS1Lk+T6fRWNzTgDZ6jLiGM3qHOBZ7MJTNd+f62FUMU+gZkXKFPGB5g9X0a9FRzyP14qFqfc6/pw3QrIdI2vA0ho26/k0d8mJ99b6JNib499R1V7DqnPtMNeTuE/kCPVZH4wSkFAhMnkBv7QD/VADx+grtFMf0KOlIA2N+dtUOikKCzyfz0Vf1mqoqf0i7aPKOumuP3W03d1u1ZT3aSu/Rahoiu+NCHnKVTQXganPVPUfCPpQZEPKOSUUP82nvs0bZNc04hHaP1c/q19m0fk7fJ3GPVc81eePfmNfrgv2Y1Jn+ilmj80jJc0pZvcW5/hEiWCVYrV9r+lgiKFhdosnMzWB1Uc6cOCmH/9m0zHx4Rb7HZ7py3/dOyYNnRFauWSMPfv4KWbMs+XNbpgJwDR0WUcPR1NCenMSe18b9UYgZuet4vkzSoJPki+favye/KL5R04PVnstnzK1pDa9bojrXx6k0Wos65y21jqOjF7J7TiR3sOqcYzWqLdk8psV5Tp0PDlVBaBbKRo294kfPsrnzpqMh8arHqnuOVYmC07THbqGaF3qEO97qW3PI5gfd1TjPG6RxuUo+nFJ4aHIEq74wOzm/Pyk3H/imPOyqhdF+RV9zNRrLo1VdKQ0CCIy3QM/tgHS3Q9op/jn7PO0giaYPKF4VXfchf/mTl8Ah7aLxPoIDKr237WYfo/ZNqVB+j9ZH1Fjtk21JaGX2BtSPR/koIL1uus8RXw/FpE0Yz1GfTosRb7U1c6wW97vo095gtfyarNUvq9dyYToLu8OB1ni2p6bLnwtCRgkM6JozMqtxB6vOgNszCtT3LI5z7weZYJVgtffa08OSQcFqD+sdxCJGsPrGC/L1fb+RHy4uk5kt62TXpjUy9cqzsudPfytH3hGZuuRDcnDH+ixUbVOwOghL1oEAAggggAACCCCAAAIIIIAAAgi0XYBglWC10To+NsGqiCw8/7fyuUfelK6IdNaskJWvnJUTiyLyvgvlvp3XyNXnmXRt6bHaaIVgYwgggAACCCCAAAIIIIAAAggggMCYChCsEqw2WnXHKVgVWZS5n/xMPvfEWTmjlDyhavRngtVGqxIbQwABBBBAAAEEEEAAAQQQQAABBJZUgGCVYLXRCjhewWpEsyhzR4/J1sMLsrBsSnb/240yszqdVNWSI1httCqxMQQQQAABBBBAAAEEEEAAAQQQQGBJBQhWCVYbrYDjF6xGPGflxGP/Q17ccI3MXLLc60Ww2mhVYmMIIIAAAggggAACCCCAAAIIIIDAkgoQrBKsNloBxzNYDSMiWA1z4lcIIIAAAggggAACCCCAAAIIIIBAGwQIVglWG63HBKuNcrMxBBBAAAEEEEAAAQQQQAABBBBAAIEhCRCsEqwOqWq5Vzvqweptz/XJcdW0HLup0+dKWBwBBBBAAAEEEEAAAQQQQAABBBBAYNQFCFYJVhuto6McrMrCW3JmYbE/j6nzZeWU++NW/a2YpRFAAAEEEEAAAQQQQAABBBBAAAEERkmAYJVgtdH6ONLBaqMSbAwBBBBAAAEEEEAAAQQQQAABBBBAYJwFCFYJVhutvwSrjXKzMQQQQAABBBBAAAEEEEAAAQQQQACBIQkQrBKsDqlquVdLsNooNxtDAAEEEEAAAQQQQAABBBBAAAEEEBiSAMEqweqQqhbBaqOwbAwBBBBAAAEEEEAAAQQQQAABBBBAoFEBglWC1UYrHD1WG+VmYwgggAACCCCAAAIIIIAAAggggAACQxIgWCVYHVLVcq+WYLVRbjaGAAIIIIAAAggggAACCCCAAAIIIDAkAYJVgtUhVS2C1UZh2RgCCCCAAAIIIIAAAggggAACCCCAQKMCBKsEq41WOHqsNsrNxhBAAAEEEEAAAQQQQAABBBBAAAEEhiRAsEqwOqSq5V4twWqj3GwMAQQQQAABBBBAAAEEEEAAAQQQQGBIAgSrBKtDqloEq43CsjEEEEAAAQQQQAABBBBAAAEEEEAAgUYFCFYJVhutcPRYbZSbjSGAAAIIIIAAAggggAACCCCAAAIIDEmAYJVgdUhVy73al156qdHtsTEEEEAAAQQQQAABBBBAAAEEEEAAAQSGIbB27dqeV3v27Nmel1ULrlixoqd1qG0//fTTtZf/6Ec/Gi9z+vRpmZ4mWK0NyAIIIIAAAggggAACCCCAAAIIIIAAAggg0LsAwepxuXjZ78i5557bE+I5r7/++nu9LPnuu+/Ka4u/kitXb+hl8XiZU6dOST+pes8bZkEEEEAAAQQQQAABBBBAAAEEEEAAAQQmXIBglWB1wk8Bdh8BBBBAAAEEEEAAAQQQQAABBBBAAIH6AgSrBKv1aw1LIIAAAggggAACCCCAAAIIIIAAAgggMOECBKsEqxN+CrD7CCCAAAIIIIAAAggggAACCCCAAAII1BcgWCVYrV9rWAIBBBBAAAEEEEAAAQQQQAABBBBAAIEJFyBYJVid8FOA3UcAAQQQQAABBBBAAAEEEEAAAQQQQKC+AMEqwWr9WsMSCCCAAAIIIIAAAggggAACCCCAAAIITLgAwSrB6sScAgt/f1L2/+i0nJDzZebTV8pnPrxiYvadHUUAAQQQQAABBBBAAAEEEEAAAQQQGKwAwSrB6mBr1Kiu7fRJ2fWf52Th8ovkanlLHv21yH/4d9fJZz44qgWmXAgggAACCCCAAAIIIIAAAggggAACoyxAsEqwOsr1s37ZFt6SMwuLheXmfvq03PLLD8iffXm9rJF5OfTtp+WHH7lS7vr4BcVtTJ0vK6eW1d82SyCAAAIIIIAAAggggAACCCCAAAIITIwAwSrB6lAq+/zju+T6bxxL171R9vzFXplZPZRNGSs98YMnZMeznu2cd4Hs+9K1cq28KPvu6crBtz2/W3+5HL+pM/zCDnsLz+yTDbcfdByDE7Jvww5Rf4l+sPW7x2Xn7+UFOnHPBtkh98vxL11tlTJZVqzfm8d7q9x/fKeYS87LoX9/vXRv0bdjliMvQ/Lb2ePppjfskce/NSOr4v/p/9tS1blhH8bhr79YH+Jt6u6vHpJdN8yKOqONMhnHJ/pLtL790qk859NjKfrx1dfsKZc46pdR15N1GHXaWX5XPRWJ6/4B99/ivYv/bh8V+xpn1dNQT83SvZ3iuapK4ix37f2u2i/rGmE5ua8bqcW0eT0pljc93tvM38XndXe741pUVX/SsroMCnVWu7bo9dFX7x3LF4+XVofi9XRle+G6mJQx3scnN8vjXxWZvWFW5M7HZe/1yRVP1bn9HfPf4j+k5bN/P/xrBltAYEACA26nhLcDytpB5t82Wuejsefe8qfnddYO9t9TBiQ5lqsxj1e+C+r+bV5X223obXs47kOlddJ330rvreHnSEkdttpc9jPEWFbGtNCVPrHvEdlc2cYdU4WSa1q2R9FvHupkz2aF81hrI5V5Vj87jqlhcLGLz9Tlzxj+exPOwehD/SHBKsHq4CtYfFHuZmFq9tCYhWOD32T2APqDJ2T/6n8lez95kYh0Zd/Xf20EiO4tXyj3f/3aOAic//FTcv2ra8c/WLUe5PVj8LIdmmrHa+Nfa4G4EXCYQZHRiLJusK5wRV3w7fA0C1q18kpUvlN52BatT4UKZsiiBTbXHV6yOje82tzUml1BqDre6YNMRTBkljQwWI3qzVMiWw90PSGsez1x/dLqh6SNwEKdvP1gGq4mDZGu9XDsvC5F+/nNrnSiq4bxEiDfQ70+qn9N6ncnfaHgCvysf3N6mgGkazvJvubX1qxUznLX2O80MLbDu+J5m27R6+R48WJdH7JAsOCcNxj1Y+kNVivrjz94dAbArvUFHCcVfNphvPGQXDNYPSZmUO+sC+kxOyxb5eCp/AGnqasG20Ggb4FBt1NqtD0L14Bs2T0i39ReApeFKCXlXxXQLurbr5UrmJdD9xyTjV+aETHuq+lLTecL/xZA+O6pzpdn7peVZQrzj++TYx/bKTMv13g+89XhP3oxftHeUR0sarUPR/xYlV5D9FCruQ5DjYqVXdOygqQOKjwtXCMDn80m+hpZ8kxdOOAnZN89Iju/dKnZQUl3LzuvJ9q50bMn3hjBKsHq4Gtd3EAQ2aOCVNeD9eC3Gq8x6rFKsJq8ZZ6VPVqvpzykuuy/bZDD19k9R80ehlW9xPSep9EDirE+u5GV1ofN07PSVdstqROFECH77UY5Zvd6jcOQLXI8augtUZ0bUlVucLW+IFRrHMUNaX+Pu16CVXWct3evz4LzoPXodSd96Mga+PoKsgbydune4OhB66iDqt4/3tnv6SWZPNwVeg+WvBjIi1TtqZ937jDNfazc5fYcV8+55wvvzNA42ZtSJ2P9rp7qvuXT8t7ZkdknrZ4Qjh6rYfWnGKjr5dd75DvX53lg1I+Ty0cd8+wlQNwTNbTHalc239mVWW2fy+uCp343eAVhUwj0IjDwdkqNtmeh3aJGWvyXzXLkfq396nnppK4jwe2sNoVPvRzswGVO3LNLXvyjdISbat+lI6f87dLAlY/wz/z3cPc9LHxkkEj0QnbXS1uT54F+zhFVh/+iI/uN+5n7Pj/C3P6iBfkEdh4YQ4Cya7IadRpfOzt7pPtkep20zbQ2YtmzWdTJp/TZcQz96he56tyJ/n5QLvvWTrna4Zy1DT92zPsMjHP9o9LPEgSrBKv91B/PstGFYFbkq0njyPfAPoQNW8HqWZn75ZzMLVRsaeoC+RcfWS1Tbeqxau+yFfwMMlgt6DrejkXb2/JUfhNNGpEd2XrgYNajWB/6ZQRXcUAmjukFkrqV7MvS1blh1ONm1+lvJGYPMgMPVrVtRm9atSFF+b6X9FhVvVZKH1bNlwk7DlT1MNAaOJf6h267rmd676ey6125Z7L9I59Khnz7e6za54K/3Emvyar9TsS95S4YVznlf9/6kmsYv295dbzMHmPuh+ne64/73PKsr6THqjpOpQ/76lpYM1jdfnyLHNam0/DWhfS8iRrOzqkCmr2QsDUE+hPou50S3g7wBquF4b1VD77aLpfdjxrsYNDfQVjCpa0gNQkPD8uWeAqVGsdhCXeht01X3RP7mUpNN4xKF36OeNv2hfuZ2XbpzWBUlgrxaW+wWjgKno4ye6I6oDqzlAWrcS/LwDxgIq+R5de1YtCtHyF92ZB6my47kc7NXV8IVglWh1Lbkgf6fNVNzb9j9litv2utmQpA33VrKFHIA0WdHquGsj0sW2so69tNenlJPveuNqQh6lGbD/W2hqTHG9OHUORzbi1Vnatfy0ZtidBg1T3HavHcDmh0Gjd23++Lc+DFcvoUFYHBavKm3Rx6Y8whG/3ZWJe/sWPXs+Ro5uFleLBa9NTnTXNvxzHHXGW5K/Y7rY7BwWrl9vIh+PaQ9nhT3uW1eiB5sH2pa47V4PoTMtdv0qMnD/ftcpQfp+EEqzvlaq1MruDUOF40lEftokp56goMqJ0S2g4IaQdl9wzvPODaTlrlL20X1bWZiN+bwUCyy9a9y5oipTUsIfdE9Y2KtI2t9r10rtW056DZq7o4T3zQ85neto9fPGtTAaR/qyrLuByv6mtIQBt3XHa2rJyFa5p2jkZttKBg9erCdwmc9c1+dmyDX9A+lAWr9ksRfYXptVG7N1XX27Stm02TFlRAflRTgGCVYLVmlan+eWFoZEmPw+q11ftF/WD1HZF3lossT5txbZlj1WqU6jeykAeK+sGqCsH03nHmTaEQrBrDe/WGitmY3rhtq8ipTj61hFYlVE/BeOh2Nselunm4e7nWq1GT8OvQYHVwUwG4QsNio3xwPVadH86zwig1n6hxxK0PKUV/cwaQ1osBX+/BYfRYDS13tl81pwIwg1D7YxbpWkOd1BCx7IMu+vJifPRMOe+R2cK0DP3UH9cZ7V1fNLyqMITf7J0ztGBV66EV9fY365TrpUNYz+RJuKKxj+MkkN/v+22nlLU947nb05f90Xb0ETSJlnm/ya6r2rVNv9bm9yt3+fN1Rh8K5dysrJGF3qppAKjNpx77Rx/5a+B7DZXlHeAP/Pdw855ob9IYBqw+Lmp8WLEYzNQ5R5IP2rra9nlAk5Rpq2zddlDEmGJsgEANrirs+bXtwar7mmb0ntR7qZb0WK1+NvPUrwaP+dJuyh+s+nqr+u9N6jsPrmfgSXdu7igTrBKsDry2hczRMvCNpiusFawuvinHHvk72f3mann41vWyZnmLPl6lGkOewGOgUwH4empYb9azYx6VKfrYVDQ3ajp3Vul8UVmD29HITP8W3bx9c505Q7VhVcCxXK+vkZg2rqKvuQ90KgDH9pxhn7tcRpCV1r3SOVbv6sjs/+P4uE9Vz0tPb1h3z868cRQ9sBsf18rqRLWnvm5/gKsH3I5GmSr3d0V2uKZYqLVfKkg1P8ylz7FsB69qd6uckoc2vQerOfxdXRNkm8hB2V5+rfDWH8/8dFU9XiuG8Ov7Now5VrfHQ19zm862g9LtJFNExP859resp/RYXpYo9AQIpA97A2qn1Gl7lr1gjkfNHAj5Ar2//Ml1cVbE+mjiBBzUnnaxeDz0qZ7se0V6fexpS6O2UMk9PJ4SxjfHasDwe0dYXeccCa/Drt7Go+YcVp4wnzYHq75rmt17XHlulD2OealVO7302SwemTTp10hfsOo+p5JOAMV7U2m9xTns5B/Qr1zB6i233OJd+0MPPVT424oVK3oqzSBC3dOnT8v09HRP248WOvkqwWrPeL4FC2+Vtd5cww65goPVt+fk0e+flL1zIp31l8tDN3VaNcdqWS8q1cszCzXjANT80nidHquhD/Rmw9lqmGh1ZONf6/MyJjd5ib8+ajck8/8d92rTezI0WOcGfgI1vkJXI9GagqF0yL1d4PJGp7tuuZYJCFZVyGQPbdGHFYl7jl4jEHMGc+4Gjz/wVEPjikN0CkNKA8LNoGC1rNwf3yoH/1Ox17YvCHRtT70Zz3qS9etUuvz9Irc7PqIX9W61e40VPmblqXOecCO+BqY9oeIvT/vWFz0w/Emxp7Zt5WrsGv9Wcf5k90zHXKyqN63dQ84Itz1ha+OXEjaIQA2BQbdT6rQ9ve0gzznv2q2q8jPvcWhlCBidkt3rWzYSqeqemg67NwP6POQqG37vvacHtpX9bXtH7+6W9CQOu4a0N1gtHYGjn852j9UbjsjmbH7qvBNB3GPVU9+iF1hcIz3BqqvNWNKOLKu3OIfehwbzO1+46QpXXaFqVAqC1R6OxbvvviuvLf5Krly9oYelk0VOnTola9eu7Xn54S1YfLMVNIfPAApkBquLcuYXJ+XwhdMy82Et/T/Tle9999fy4BmRlWvWyEO3XilrliUbb8scq66hrfk8kMVhpPbxCQ9WfW8xi2/UCj0SrB6teRmsqQCMHh9W2bPAZenq3ACq7RKvwjWsWMSYgzQNqI65SmoMPYt+4Flf9Kdt/0n2nPqKFEIh5xB7T+PV8SIg7sF3+0GjdHqddg61C5gX1XUeuM8tEfMBx3Fe6E6eBpIeekZDV4uNzsS2m54TvgcfvbfA9fawe8+w1PJrRkJbtb28B7r7t+XLb5KtB45Kx/h4jNbLN+7d7h825X0IdNZddX2qWN8Hviyy77RkPUjTGuYKp4t+2jWw5PyJ6k32Ysj5kSvzmPt6CNf6SvQSX3HYPALqeqLPxZ+oqGHzvbRT6rQDPOuPX8SZ95K4VI6ep/5rZvIBvtnj9nEO6QU7gXXDO0e0fYzaN6VC0D3Vdf/Ydr8UewPqdadiJJJWN93PZxVte6PN1aZ6HXINaW+wGtIOjGuZNfy/0MbO2rs+z/Bnx3ZfEd1tUOczuGcUaHJvkvjjt/o9JzmvcW66/pT1GtXDVV+oGpWXYLWHo9buYLUHkAEtYgSrb/xSvvbt38gPF5fJzJaPyFc+uUamXnlWdj/wihx5R2Tqkkvk4dvWZ6Fqm4LVAXGyGgQQQAABBBBAAAEEEEAAAQQQQAABj0DVcPwoXC0LVQlWX3/9vV5qF8FqL2rVy9hTASyc/Lnc8sib0hWRzpoVsvKVs3JiUUTed6Hc/+Vr5erzzHW2pcdqtRS/QAABBBBAAAEEEEAAAQQQQAABBBDoR6AqWA1ZNz1WQ5Ss3xCs9oAWsEhxjtVFmXvqr+SWJ87KGbW8J1SN/kywGoDMTxBAAAEEEEAAAQQQQAABBBBAAAEEhGCVj1e16jRwf7xqUeZ+/FO5+fCCLCybkj23f1xmVqeTqlp7T7DaqurAziCAAAIIIIAAAggggAACCCCAAAJDEyBYJVgdWuVaihW7g9WoJGflxGPPyIsbrpWZS5Z7i0awuhRHjW0igAACCCCAAAIIIIAAAggggAAC4ydAsEqwOn61tqTE/mA1bDcJVsOc+BUCCCCAAAIIIIAAAggggAACCCAw6QIEqwSrrToHCFZbdTjZGQQQQAABBBBAAAEEEEAAAQQQQGBkBQhWCVZHtnL2UrAoWN3xbC9Lasusv1yO39TpcyUsjgACCCCAAAIIIIAAAggggAACCCDQZoFRC1ZvueUWL/dDDz1U+Nvp06dlenq650N08lWC1Z7xWBABBBBAAAEEEEAAAQQQQAABBBBAAAEEmhfwhbqucNUVqkYlJlhdu7b5I8cWEUAAAQQQQAABBBBAAAEEEEAAAQQQQGDJBMp6y+rhqi9UJVg9dUrWEqwuWQVmwwgggAACCCCAAAIIIIAAAggggAACCCyFQNU0BFG4WhaqEqwSrC5FvWWbCCCAAAIIIIAAAggggAACCCCAAAIILKlAVbAaUjimAqDHakg94TcIIIAAAggggAACCCCAAAIIIIAAAgi0RoBgdfFXcuXqDT0f0FP0WO3ZjgURQAABBBBAAAEEEEAAAQQQQAABBBAYVwGCVYLVca27lBsBBBBAAAEEEEAAAQQQQAABBBBAAIElEyBYJVhdssrHhhFAAAEEEEAAAQQQQAABBBBAAAEEEBhXAYJVgtVxrbuUGwEEEEAAAQQQQAABBBBAAAEEEEAAgSUTIFglWF2yyseGEUAAAQQQQAABBBBAAAEEEEAAAQQQGFcBgtUBBKvjevApNwIIIIAAAggggAACCCCAAAIIIIAAAggsrcD09HTPBTj56nG5eNnvyLnnntvTOs55/fXX3+tlyXfffVde6zNY7WW7LIMAAggggAACCCCAAAIIIIAAAggggAACCPQrQLDaryDLI4AAAggggAACCCCAAAIIIIAAAggggMDECRCsTtwhZ4cRQAABBBBAAAEEEEAAAQQQQAABBBBAoF8BgtV+BVkeAQQQQAABBBBAAAEEEEAAAQQQQAABBCZOgGB14g45O4wAAggggAACCCCAAAIIIIAAAggggAAC/QoQrPYryPIIIIAAAggggAACCCCAAAIIIIAAAgggMHECBKsTd8jZYQQQQAABBBBAAAEEEEAAAQQQQAABBBDoV4BgtV9BlkcAAQQQQAABBBBAAAEEEEAAAQQQQACBiRMgWJ24Q84OI4AAAggggAACCCCAAAIIIIAAAggggEC/AgSr/QqyPAIIIIAAAggggAACCCCAAAIIIIAAAghMnADB6sQdcnYYAQQQQAABBBBAAAEEEEAAAQQQQAABBPoVIFjtV5DlEUAAAQQQQAABBBBAAAEEEEAAAQQQQGDiBAhWJ+6Qs8MIIIAAAggggAACCCCAAAIIIIAAAggg0K8AwWq/giyPAAIIIIAAAggggAACCCCAAAIIIIAAAhMnQLA6cYecHUYAAQQQQAABBBBAAAEEEEAAAQQQQACBfgUIVvsVZHkEEEAAAQQQQAABBBBAAAEEEP0pEX4AAAwySURBVEAAAQQQmDiBJQ1WTy/+WtZdfK0sO+fciYNnhxFAAAEEEEAAAQQQQAABBBBAAAEEEEBgPAUW33tXXnjt5/LBZZfLuef2lm2e8/rrr7/Xy+6/++678uZ7c/KBlavlohWX9LIKlkEAAQQQQAABBBBAAAEEEEAAAQQQQAABBBoX+P/OviKvn3lVLjxnTfPB6uLiorz9f87IPyx7WT50QUcuPO9ieq42XgXYIAIIIIAAAggggAACCCCAAAIIIIAAAgiECkQ9Vd98+zX57T905YLFS+W8f7JSli1bFrq48buee6y+9957EvVa/d/v/qP872VvyP+Rs/Ke9NT5taeCsxACCCCAAAIIIIAAAggggAACCCCAAAIIIFBH4Bw5R/6JrJB/uvh++afnvi/urXrOOefUWUX2256D1WgNKlyNAtbo/x/9H/8hgAACCCCAAAIIIIAAAggggAACCCCAAAKjKBCFqNH/RYFqP6FqtG99BasqXCVUHcVqQpkQQAABBBBAAAEEEEAAAQQQQAABBBBAwBZQ4WqvPVXV+voOVjk0CCCAAAIIIIAAAggggAACCCCAAAIIIIDApAkQrE7aEWd/EUAAAQQQQAABBBBAAAEEEEAAAQQQQKBvAYLVvglZAQIIIIAAAggggAACCCCAAAIIIIAAAghMmgDB6qQdcfYXAQQQQAABBBBAAAEEEEAAAQQQQAABBPoWIFjtm5AVIIAAAggggAACCCCAAAIIIIAAAggggMCkCRCsTtoRZ38RQAABBBBAAAEEEEAAAQQQQAABBBBAoG8BgtW+CVkBAggggAACCCCAAAIIIIAAAggggAACCEyaAMHqpB1x9hcBBBBAAAEEEEAAAQQQQACBOgIvPCZ3P/aCc4lV190qt25cVbq2+WMPyANPzUvIb90rekEeu/sxeWHVJrn11g1SvrWqHUvXJevkxjtulHVVP6/x9xf+4m557PnBr7dGERr46bwcf+ABOTq/Sjbdeqts6PFgJFZ2cU27Qr1R9bC0HqjyDf44qPKsu/EOuTGrOPXqk/tcUOvQPVLf+eTc6/3cqa4SIceisJb0WETl2vTaA8mxvOJGueOGQZ5R9lbVsc3/PT4Wq47LAw8clXnt5/kxUrZafbWuZ/3aEqxW1zF+gQACCCCAAAIIIIAAAggggAACUi9EUmAEq22qOv0Hq6o+GDHiqlUyPz8vooWmvQWrTVvXOydc54IKNrOALyhAHtx+qu2rMDILWsuC0ixY/Tey/rlH5ZVNetg8uLLpazLsPvJCGqZ25KpVXXkuqjrRS54PHk1fAq2TT183Lz96SsWtKljNQ+x1N94o8thjEr0yMsPyeuUnWK3nxa8RQAABBBBAAAEEEEAAAQQQmFABR4hk92ZNgzFJe6ka4dl1SQhzVOtalgQado89u7eh6rF6rVwrP5ef97q8cdTWSZKraD1xo7JH/6b1ftPDl2TxYkAT//MVN8qN8pjVC9PsdZht3mNk9JybN3vhecuR9mjM1h2HYZL08M03KJtu3SSvPJD/26qrOjL/XDcLlLJw7Q/WyQs/03snR8dik8zHvVSNo1lYZ2bjLFPakzHdr1VXrJMXnn8h6eX4iXl54IFXZP1183JU69lcGqzGx+lZkVXzEuWx6hjcccOqtEdtGrhJ2stZea66Sjrzz0m3zKZQT5PjuO6XSc/r4rGIVrZObrz1Ejlq9Jw0lzPPhbynd+mLh/T8ev///X5543++ka5ilWy6cb08+5jqpVlSz7xOec9SO1g1yzPvqEu3ygatJ21U7yOXzpWrpHtS0p7MeQB/1WXz8tyL2t7b50pPPdHV+lWwap+X6hpivwjQ/3eM03fva4LVCb0dstsIIIAAAggggAACCCCAAAII1BOwg1VzmO2qnyTDu1ddc63I3/5c5uPh9nkol4VDWZgWBUPr5A+ueEF+Fi0XTysQBTlH5RJjmHm6nfe9T+Qf/1EL48KWN3oEZj3a1sgamZO5NCh1l/1GkXTIutEbbtUm+fTFR+VHcZlvlPXPPRaHjmv+L5G5/zcdEn3ls0nPuSzIS4If33ZWRUH0a5vyodRZsJoERO5yqJBQC9aOXqKVTevBZ5Vjw6o0YLpYC2L1gEsLzJPAbN5yXyUqMDNt3GXKpnCI9+sV2ZSG2kZPQW14eTS9RHWwGh3/aN9VQBb1PLxVLjkahWUqOJ83QlF1jMrKrALUZGh7EtRGPTI3nU6CVec69KkltFDcdy7Yw8+LvXjNsDQ7d1Ztkk0XH5Wj0dD7VZvkxquelceiXpmV9cx2ynuYuqcCsOqr3hs0qiebXpEH0ikKVLCqAuf56LeqR6nW6zXfjn3O151PIp8SYFUWgocGqyKF/e0p2M2vnASr9e4i/BoBBBBAAAEEEEAAAQQQQACBCRXwBatp7zAVjKlg1eqZqcKhJFSStGdhsmwcLKphu4WgwwxW6y5v9shT+6CCVfNQZkFYWoZ511ygWrCqB4PO7WSBl2WUhch5L1IjZMx6WCY9Ln3luPXWdfKC1pvUmPNS3zW7HCJpcLkq67mbh1TRgutkU9qDVAWrpnserBq9jmO3YpmyeXitYDXvsfqsrL9ulRx9Kp9PNChYteqYEazesV6evfsxmc/C7zzQM466w0aMnthmHVXBqtnbWl/3Ktmk9sVzLpTP66mdZ2kAbZw76uWA/oLCV8882/fX26hiqN7S+T4VjrEzWL1D1p+8Wx57LQ981316k8z/KO1Ze8Um2fTa0Tj0Vi9TXEPwjeDTmo4gD6BVkGr3SLWvUdbfVW9q6/zuZ55VgtUJvR2y2wgggAACCCCAAAIIIIAAAgjUE+ilx2re29LdY1Ufyqv3PHR8IMjZY7V6eaPHajY3Yx6sBgWaVsCTr7PYY9UMocwenFmP1XQofhwsZr1btY9z+YJVvRz6b7IpDLSAzyizYxoHY7oBs0ej3hPX6LGaTTPg6bH6/o68/42uvGFMq6BN7aCmAsh6lqY18Iob5daLjxofOctCNHvqBH3dpcFqXvfirehD0EtsVO/g6DjGQWHam1r1zDR6rGb1yXRX00KYPVatnsfxR98cH1fSeyvXDlY9PaMLTsUeq9l5kIXKVs9SFeh6e6zeEU+HkX/oTp8eQZ++oDxY9V2T3FMm6L1XzTlWk4/TeYJVqzc9wWq9OwG/RgABBBBAAAEEEEAAAQQQQACB2gJDmmPVCGNcXxevmGM1dHljfx1zrEb9NFUPu6zXrOOL7a55TLXQzte7L9u8o1dnPndr+isrWF2VBXDaTjjmdXXPWRuZ/oGse/5n8oI+ZD2K9VSPXBU0WnO7JlvLPxCUbz0K8Mx5W9U+qPBY/dbulZj3OswDVztETQaHF78CH89lGgVmlo+a09fssar9zjc3bhy4Wja2QSGUzD96lHtE5Up6yOoz1EYm114j8vO/NSaoTae9SIfA2/MUpyuN3dK6Xd1jNR+eb9QzFbgHBKv25cBdl8wpCqJAMp8KIAprraBTm9LBWP8FIvIP9T4a5Z6ywDW3rb7e4sfWmAqg9oWfBRBAAAEEEEAAAQQQQAABBBBAAAEERkXAG5LFvQz5D4HxEWAqgPE5VpQUAQQQQAABBBBAAAEEEEAAAQQQQAABBEZEgGB1RA4ExUAAAQQQQAABBBBAAAEEEEAAAQQQQACB8REgWB2fY0VJEUAAAQQQQAABBBBAAAEEEEAAAQQQQGBEBAhWR+RAUAwEEEAAAQQQQAABBBBAAAEEEEAAAQQQGB8BgtXxOVaUFAEEEEAAAQQQQAABBBBAAAEEEEAAAQRGRIBgdUQOBMVAAAEEEEAAAQQQQAABBBBAAAEEEEAAgfERIFgdn2NFSRFAAAEEEEAAAQQQQAABBBBAAAEEEEBgRAQIVkfkQFAMBBBAAAEEEEAAAQQQQAABBBBAAAEEEBgfAYLV8TlWlBQBBBBAAAEEEEAAAQQQQAABBBBAAAEERkSAYHVEDgTFQAABBBBAAAEEEEAAAQQQQAABBBBAAIHxESBYHZ9jRUkRQAABBBBAAAEEEEAAAQQQQAABBBBAYEQECFZH5EBQDAQQQAABBBBAAAEEEEAAAQQQQAABBBAYHwGC1fE5VpQUAQQQQAABBBBAAAEEEEAAAQQQQAABBEZEgGB1RA4ExUAAAQQQQAABBBBAAAEEEEAAAQQQQACB8RH4/wEE/31OBe4/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6" name="15 Rectángulo redondeado"/>
          <p:cNvSpPr/>
          <p:nvPr/>
        </p:nvSpPr>
        <p:spPr>
          <a:xfrm>
            <a:off x="2445026" y="5572318"/>
            <a:ext cx="724892" cy="34544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3187521" y="3625168"/>
            <a:ext cx="1352712" cy="187415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31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3" y="1973374"/>
            <a:ext cx="8505825" cy="42030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Complete la información solicitada sobre la información de graduación, y finalice el proceso presionando el botón «Guardar»</a:t>
            </a:r>
            <a:endParaRPr lang="es-CO" sz="1600" dirty="0"/>
          </a:p>
        </p:txBody>
      </p:sp>
      <p:sp>
        <p:nvSpPr>
          <p:cNvPr id="1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Graduar</a:t>
            </a:r>
            <a:endParaRPr lang="es-CO" sz="2200" b="1" dirty="0"/>
          </a:p>
        </p:txBody>
      </p:sp>
      <p:sp>
        <p:nvSpPr>
          <p:cNvPr id="4" name="AutoShape 4" descr="data:image/png;base64,iVBORw0KGgoAAAANSUhEUgAABVYAAAKjCAYAAAD2wVQ2AAAgAElEQVR4Xuy9CZgURba+f0AURFBQQZZB6FFxxw1QQcDBBXFUVEQdBBVEr9dd/1x33HAffu46XhcY1+uI6OAyiDqMoOACjoqDKOo0yCAILqCsCvT/+aLqZEdGZVZmVld3Lf3l8/jQVEVGnHgjq23ePnGiQVVVVZXwIgESIAESIAESIAESIAESIAESIAESIAESIAESIAESiE2gAcVqbFZsSAIkQAIkQAIkQAIkQAIkQAIkQAIkQAIkQAIkQAKGAMUqHwQSIAESIAESIAESIAESIAESIAESIAESIAESIAESSEiAYjUhMDYnARIgARIgARIgARIgARIgARIgARIgARIgARIgAYpVPgMkQAIkQAIkQAIkQAIkQAIkQAIkQAIkQAIkQAIkkJAAxWpCYGxOAiRAAiRAAiRAAiRAAiRAAiRAAiRQfgSef/55Of7448tvYpwRCZBArRGgWK01tOyYBEiABEiABEiABEiABEiABEiABEigVAhQrJbKSjFOEigeAhSrxbMWjIQESIAESIAE6i2Bd955Rzp06CC/+c1v6i0DTpwESIAESIAESKCwBChWC8ufo5NAKRKgWC3FVWPMJEACJFALBB5++GE588wza6FndkkC2QmMHz9eHnzwQXnhhRdkyy23JC4SIAESIAESIAESKAgBitWCYOegJFDSBChWS3r5GDwJkAAJ5I8AxWr+WLKnZAQmT54sBx54IKVqMmxsTQIkQAIkQAIkkGcChRarv/76q/zyyy+yfv1689+GDRtk48aNUlVVZWbaoEEDadiwoWyyySbmv0033VQ222wz8ycvEiCBwhCgWC0Md45KAiRAAkVHIKlYxdbtq6++Wj766CMzlwEDBshdd93lybGBAwfKhAkTzHs//fST3HHHHfLEE0/I8uXLpaKiQi677DIZNGiQIFvxmWeeCeRx8skny+677y6jRo0KfB/9f/rpp+b9/v37y4gRI3ztLrnkElmwYIEXh76JWNBvv379AvvVPu03e/bsafrXjMqwuPfcc0+57rrrMvrFayeeeKLstttuZs7ghzjsy26Drz/55JOMfpQp3sD9Tz/9tFRWVhqmgwcPFsxZr6A+EB/a6DywTh07dsyI5ZFHHpFJkybJ6NGjTcxx2Cm3N998U1q0aCFDhw71sbDnh/7QfsyYMTJx4kTvGRo5cqQ3nvY3btw4n3QFP1x4fniRAAmQAAmQAAmQQL4IFEKsQqSuXbvW/AeRmssFydqkSRPzH0QrLxIggbojQLFad6w5EgmQAAkUNYEkYhWitG/fvnLvvfeaTEMVpxCBKv622WYb+f77782cIQD/85//GMkGoQepeP7555v7UVdz4cKFpp0rzPQ9CNwbb7wxgx/GRl9DhgyRli1byqxZs7w2GK9Pnz5G5GoceBOxHnfccabd3//+98A1UWlsjwk+kLS6XV3n5Mq9rbbayicidQAITEhDxIx7b7rpJrntttt8Mthug68hiyGA7Qv34wLLt956Sx577DFTlxTzPe2006RXr16ezAzqA/NYsWKFb50gQadOneqrb9q1a1f58ccf5cknnzQxR7GDBD311FPNvCCsNZ7f//73nuy156frc8UVV3gMIHNvueUWLxasw1FHHWWk/dixYz0MKqRtiVzUHy4GRwIkQAIkQAIkUBIE6lKsrlmzRlavXm0yVN0LmalRl2axuu0gVps2bSqbb755VBd8nwRIIA8EKFbzAJFdkAAJkEA5EEgiViG8kGloZ0+CAYSXyi5brNpCTVmhD1wq7fR+/GkLs7Cx7H4QC6Tn448/7klNSDrIPohHW6zidchP9IsMVDsb0+3Tnd/w4cON7IRMTSr3XLEKsTht2jT561//6glNV6yqiHWfL9x77LHHypQpU3yZnJDG++yzjycmg7ijL3tt8DWELDhoxq9KUmSy2jFkY2ez0XgR5zXXXONJUTserLE9pt6jwhp/6tpDjl966aVehnFS9uXw+eQcSIAESIAESIAEap9AXYjVdevWycqVK7MKVUhTZK9qSQAtB6BlABo1auRt/4eEDZKsKA/QvHlzady4cd7Aff/ihXKDXCN3H7ON12fQa3kbMN1R3sb46C7pOq2vzLqgS0CIs+WurlOk76yLJOjd5HP6XiZecIPI1XfLgNbJ7879jpqNO/uerjKl9yy5aO/cI6hvd1Ks1rcV53xJgARIIIRAErGqAg+ZhMhODKqP6WasYsv62WefLT169AiUmQgrSJjFFavY4o7MTZWDEH0nnXSS2R5vi1VkYkJIol/U9nS34yOOsDHR/i9/+YsRhUnlnitWMQ6yd2fMmBEoHsOkKO5TaRwUuy0sg/rAvTgoSrN7sU5YG52X9g8pigxkW6xmY7fDDjvIhx9+mLVOqh0P2rtZshhbM1m/+uorbx1QjgDZsCqSk7Lnh54ESIAESIAESIAE4hCobbGKn6FXrVrlC0WzUyFH8R8kKmqt/vDDD+Y/tEdWK97TLf/YqdWmTRuz9R+v6RUkWJG9iqSCfFyFEqv5iD26j3IRq9EzzdaCYjU5P4rV5Mx4Rx0TGPP6AzJnybzYo155+Hmy03Y7hrb/4tsv5ebX7ovd3+5tOsvIw86J3Z4NSaBUCSQRq5ij1seEHENGISSrXR/TFqtoDxn2yiuvmJqsQfVAtQ3+dDNWsR3cvQ4++GCTMasSFPIN5QWwvV/FL+ScHQfaotyAijkVhe5J9GFi1X5dt/O7cV111VW++PX9ILGKeeL1s846ywhqN2MVtUrt6+WXX/ZKCbictJ0tHdGf2we42XVTlY8tRg855BBTpgG1a1WsRrFz1zvoc2DPL1t7fc/ljXVFCQSK1VL9LsO4SYAESIAESKC4CdSWWIUoRSkm/KmXClX9E/IUInXJkiWydOlS01Zlq0sN90Cqdu7cWdq2betlr6pYdQUrMlxR+qmmh1xFi1XIyeHypAl4iIxF9ufSiXLhjSLX3DNAUnmutsC024vIqWNl1gUid11QKRU7jpbRX46SyfcMEPEyZRdZ/YtIj9T76BdC8NFOkzOyaZ+QvlJ5w2ipeGSWXCSasdpeJl7QT0bPSJEdgvf2TsVVcU2ljL5hunm95zXV/aH/4Y/rSqTmJvdcKJWdKmT0DZUy6m93y4Bv7pKuI1Kzlx5DZIhUSoWbsYqsWW1j5pvKjwXbfulxRXqm+pOJcuEzIn2/HC2jdxwrkzs9Kjqf6abNNSI3Yh5p1qmeqjNl7Xi8+Syq5puej86zOgb0fYZUHqlr6Wdd3J/iuo+OYrXumXPEhASGPXGRQG7GkastNm8uQ7ufIPtuv1foKP/8+mN54v3nZPmanyMj0XHHDb0rsi0bkECpE0gqVu35QrI+++yz5nAqzVoME2eQY8j8RNakXX8T/dUkYxWSFaIUW+sh5PRwKDsOiExsv8cWd1yQvLfeemvGIUjZMlYfeughI3STyr0wsWpv6x82bJgnMrNlrGYbW+vYqrRVMarb++1yCWCgfNAemcf4D2UGkNHqbt3Pxi5fYhXPB8Q7sozddYDwRd1bLSPBGqul/l2H8ZMACZAACZBAcRGoDbGKQ6mQhKCy0xWqIADpioQA/PwDoYoyAGE1VJUY+sE2fyQIbL311kawYus/riDBivaQqxCyuV5RYtWWm0ZEyliZdXJluFhd+r1833qbtHBVIZgSemJkZypSHfeM+f0seYr2/WTKoX6Zas/NiMI3+nryVdKlACAo+80/IyU1IX6PrJQzZvWVKV2HS6XKVPP6FOkLwdn6e/l+6TayTXpLvx2PmaORoxCzj0qFaY9/aECgpoWrVwrAbpOSyjrP75d+L9u0TpdY0JIFYOfFoPK1olpYH5kSxkO/vrB6Pp5YdTh680m9HjzPlKBGKYC+02xRHc0612eqHO6jWC2HVSzzOUCs4npqQfWhNGFTPqVjVzm/z7BIsXrv1HGx+8NYFKtl/pBxeoZAErEKsafZgza+sIxESDecXG9nhgbJy5qKVUhFlAPA9nqUAUAWqAo/zWLFYUx6QWpC8LqHWIWJVXubfb7EKmJBX//617/MD9UqQrOJVZWk9mFdOifIZZWnbh8Q2rfffrt3ABfuUT5a5gClGvSgMb0fB2ihdms2dlp6AcztCzJUD9iy4wmqyYr7kFE8adIkUx7BXQc99AwZzHiWKFb5zYsESIAESIAESCCfBPItVnFAFaSqXrZU1a9//vln+fzzz2XZsmWBdVej5odSAMhEhVjdZZddIrNXIVdzPdgqSqymJOVomW5lkprXQjNW07PT+0wWJsSfv9apLTLt+p9RtVcz3rfEqlsr1p9Ji7iCapWmBCMyXZHlCdFbHY9bSiC41qlmhdrZsPYae5mxyGZ1pLR/PtZ4vtqxfkFd/S8fjBLE1x+nLVaTsI56Tsv5fYrVcl7dMpkbxOr2LdvK7CVfyCtLPgucVY8W7aViq7bmvThi9ZIXb5YZyxfJDk22lK/W/pTRJ/rD+9pvXLGKMgM/r/PXzNHsWfu95o23CC1XYLdru+V20rZFGy++lWtXyrylX3l/79x6B2nWpFlG/IuXL5HFP33rez2XtnHHC5q3Dp5trkFxzlvypZlzu622y1rSwZ4c+pk6b7r8tHaleXnnNjtKn849Qz8B7rzQMIxPUNuf166Uz5d8KV07pX6Fmi1DOiwIMPvH59PlrN6nxf6kItvavWbN/0jagVeLNqFziDtAErGqdTBfeuklr14qZN/RRx8dmLGqAsyuCYrXIMcgQ/WqqVhFDCgHMH/+fPNbf1wqDlFbVIWhzUS3vduHWAWJVT2xXjNy8ylWEQ/iQNyQl8gazSZW0R7vI/PWZYpDvPTQraA+IDT32GOPwEPGUA6gU6dOpgwAeOj9c+bMiWSn0lYlKmJEbNOnTw+MB4yHDBkiQc+QMghaBzwvyIw+99xzKVbjfrjZjgRIgARIgARIIBaBfIpVZKr++OOP3rhBUhVvQqoiAQGHWtXkQh3VLl26mOxVXHYZATf7FTVac8lcjRSrOgEVpQFy0BaYotvrjYg9SN42hz0VoVj1ttSntugf9G7qEK9cxKoiUsFqyhC0SwtpLUugJQtqLFatDFrv4cougClWk38KKVaTM+MddUxApd3o1+6Vz5Z/EyhCIUj/ePiFseSSirKJs1+Vr39cHJi5+vs2u0iLxs3k9P0HJRJ8L8+eLGOmjfWk7cXdT/LEGd579P3xZg6I9agu/qwuxYp2//Pa3WaeELsvj3jUk6cQiLe/cb/c/9k/5Ob9B8sp3Y73iVftQ8sdoB2uqLZgq9L6ir2PlrMPOs30i/EefPsxueWjl+TcXX4nlx56buB4Ojf0gbU4YLvOZtzKFYuN8A4T04jTzh5GxvHydSu9WO7rfWakeMTYx784WrBm/Tv3kncWfGjW9PHDL5aTuw8MfFptjmiQbW42A7TVZwNfv/vtPLNOmPODx1yVVea6gVz83Cizju+een9sMfvQtMfkzvf/4j0b+ssEcMYvAnStc60JnESsYixkFl5++eVGxOE33+62entrOLJFsc0dbfbee2+B/IMUHDdunC+LNUysBtVYRQyoOYprzJgxnrxDxmbv3r094ahx2Jmc9noEHQQFoeeO6daQDauxir7tw7J0rLBSAPo+pHCvXr3MnOKIVWWqLIOYBolVzdzVg6OCSiVoJqzeD1ntlhBA3C47ZYI6rogHP+CrpEV7Nx59hvBM4HKfoSCxivj79u1rDiVjxmod/w+Zw5EACZAACZBAmRPIl1jFdn78PBi0/R+CVSUr2uFnMhxQFbX1Pwo9ROlOO+0k+EU5Lles2v1jfPwMmLTmasbWepPVqdvxxXxdOTy9hR9ZlGMrZPLVIjeYrfYXCTbMp4Riaju7Eau6ld63VT08Y7W6jmr09vRsGavBpQDscd1apZLagm/NOVOsWiLTV0ogvXpe2YEUC690wgFv+7b8h5VRyCVj1Sup4GUOV8gTXUPm2ZqlAKI+Z0HvU6zmQo33FIQApNJ50x4OHfuXq99OFJcr9eyb45QUCBtM40QfrlDEexB/URmwyNLV0geQfneeMNobDqKv430nSNR8Mb8DHj/X3BfVVvtEW1dIquided6zgdmxGljQvBEDBPb1R10WujZBcap0DGJodwRJvvWYI4yAfvO8v3hv4f44tXaVTxy5udmNB5n+7bYYf9TLtxlBCrk6ZcTYQPHsTt7m7a5v1EOsz4YrnZ95f4Kc+tqd5vbnjxkVKu6z9Z9UrGpfWu8S28XdQ6Dc8ZAxunDhQiPc7AzRqHnz/XACyrRDhw6mDEKhL4hPZLgmWWN9hiCUeZEACZAACZAACZBAoQjkS6x+99133kFVbqaqitWNGzca+Tpz5swaZ6uCFyRp+/btTfkmXEFi1ZarONCqVatWCVFXb4X3brQOYPJKAZg30wcwtXYOZjp1iAx5XKSvkZTW4VU9Rskoc2DVMBk441f5fVrEoqdqoZj88Crfln9vy3z44VWpuMyo1YdApYVj6vCqnjLqmtSBVcNOmC6/HlFdCzZVVzXo8Krq2qrIdvUOqbJKJtiHVw25ZlTqwK0/jpLKF6oP/komVp3DtLz1yJ6xmopDeHhVgk8GxWoCWGxaWAL1TaxqNiSouxINki9KliYRqxhDZaYrKfXwsKgsyGxCOduTExSn9hUlHfVeZJG+MOIRbxi87pZRCIohSJaGxRrWVuVu0DqF9WVnnqLNgvOeiyVk0TZMrNrvuTzifnJzFatx+2c7EiABEiABEiABEiABEihmAvkQq/glMzJQcYVJVby+fv16WbRokXzyySc51VZ1OWqd1W7dupm3IG5VroaVBWjatKn5ZTgvEiCB3AlQrObOjnfWMYH6JlYP7LiPzF36pcmGxGVnIdaGWEWN0sOeTWWWalamZlbGEX9BYjWXOCEqj3rkDLO1PSqTFGUidn/4dBMzslvBDHVPw+qluo9sPsQq+lTZGZVhq+MffN9Jcv3hF8jZL95ktvWjVEOUuNZ7s4lV+zMSJd6DPr4Uq3X8TY3DkQAJkAAJkAAJkAAJFBWBmopV1En94YcfzJyySdWGDRuajFbU1587d27exGq7du1ExSpkahy5ipqsjRs3Lqp1YDAkUEoEKFZLabXqeaz1UawO7j5Qhj55kak5iq3mLw69xxzolIuwjPP4QPhBaKLOKrbvgznkrl2KIKyfsPWJEnx2xioE46Mfp2pmxt1Wf9wjIwIPNYuzHb4QYhUCG0J17si/yZjXH5Ar33varG1UqQWK1ThPMNuQAAmQAAmQAAmQAAmQQO4EaipWsbX/l19+8cSqbvu3/4RUxd9VrKLOvt6Te+Qim222mTnDQGvXa5ZqkFy1SwIg03XbbbetydC8lwTqNQGK1Xq9/MU3edTz/Pu8t2X+8sXmkCdbruUqVpEB+cc37jcnxtuCsNhrrCL7EifGIyvzmCcu8A5JApN811jVJ8Gu0/nDyFdN5igyK/t07hn5sLgZq7pFPolYnXPmn70M1GyHT7nBQFZ+vuRL7+AqvA9ZCXmZ7cq3WI2TeYqSC7hQA/ab5UvMwVu44ohgtIuTseqWc4hcvHSD+paxih9iV6xYYQ6K4kUCJEACJEACJEACJEACNRGra9askeXLl2dIVbygMhVCVb9GKQCcPfDxxx/nRazq4VU4x8AuAWCLVXyNyy4NgL/jINrNN9+cDwAJkEAOBChWc4DGW2qHALadPzXzeVm0YnHgYUC5iFVbSiJq1CrFVvF9t99LSkWsIm47qxP1M5HBmkRYRrXVFbXrhWJbO06btw+FyrbyYYdXgXW2y62xqv3EOQwK8b45b7rvoCa7PEDUvPMhVm1mUaULtLQC2OoFxsgSjitD49RY1YzjpJ/U+iRWceDTXnvtJbfddpuMGDEiKSq2JwESIAESIAESIIE6IhBwWBCOz7lmstx9zDZ1FEPqpPDhX46SyfcMkLobtc6m5w1UE7Eala0KoWoLVkjOb7/9Vt5//31Zu3ZtjSeLeqk4THaHHXbIqK2KsWzB6spVZLtus005r2yN8bIDEgglQLHKh6OgBCCaXpo9WZ6e/TdPLvXptK90235vObhzT98p9EnFKvo+57mr5ce1P5u+9dI6mLUtVoO2d0OKaSZqNvBB7ZDNq9mNuDdKGiY9vErjufbl2+SWj14yf3UPzcoWc9jhVZjLlYefZ0oYBF1unHaN1aiapbqG44be5XWt8jJKVNoCNkqIovMwCau8og7aQh9gNGneW76Dtux1jRNHmFjVfpKUFXDXoz6J1TvuuEMgV/EnLxIgARIgARIgARIoRgLeKeH2qesmUD1JvfrU9dqOn2I1O2Fs5YdYxRW0/d/OVFW5irYrV66Uv//974Js15peW2yxhUkc6NSpkxGrbqZqVEkAiFUIVl4kQALJCFCsJuPF1nkiAPn14NuPGYEHIXVI54Nkv+33ynoyei5itXmTZt5BSBgHB0FBPB3RaT+zFfveqePkqQWzMmYFoXd+n2EmszXppWIP90HuDe5ypOkCQs0tbxDUtwrhLm12kv859FyfXLalZzaxCjn59PsT5LxpD5shXj/xtljb+dHWFo5xDq3SOWi9UGTUjjr8fPl57UqzPf/O9/8SuiXfjVPFon2QVja5q1IWbY7u0s+Ecvsb95t1zjZnjAsReeprd5p7UHbgqC79fKzttbHXFG07t9nRbOOf8PEk8/zg2Rp91GWh9yvXM8dfJfjFAerX6mX3jefu3kE3Zu1Ha8oiK3VAlyMM5ynz3jafJTxvDw+6KVRiRz3LNRGr77zzjjlRFFuPsl3Yfv/qq6+aJh06dJB+/frJlltuGXpLtn4hRrF9yr3wm/qgPtFXtkvv036zzUf70ntw+uucOXNMloA7Nt6bPHmyF+sRRxyRlZPLCKUKfvOb30QtX+j7Ght4B/WjJRHcDoJKJOTCBv2Clz1+tjIMLstsbMEV3HGBPWJW/mHPhz1PjSmMQdQzrWO46x71rCEGxOrOzeXkrkkYi3w/Mzk/bLyRBEiABEggfwQ+uku6jngyS2aqZrIOkbGzLpIu+Rs5sCeK1eyA8f/oVatWmUZB9VTdUgD4Oy7UWX3llVdk9erVNV5BbOXHz+K77LKLT6yqUHX/xIB2SQBkvOJnH14kQALJCFCsJuPF1nkgoNvzITcvPfTcrDLVHi6pWMW9KgkhrPrt3MuINIhVnMQOiVcbYhXjQvg98f5z8ur8D8xYuCDfzul1WqT0gqCcs2SeuWfgXv1929zxGt5/+fOpWbfoQxpC+tlXtqxRd1khcJs3bh77pHpwvvm1+0KfDjuj1G6ULU7E8PWPi03zsNhV0D/72VSPM8TuRb2HZRXJQfFm42OviR3/7m06S9+de8YS8Mg01cteV/t1vI8+Rx52TiDLIF5ouH3LtibLG3K4JleuYhVya/DgwWboysrKQKmJHzaHDRsmb775pimojzpOH330kbnn1ltvlUGDBmWEHtUvsk1vuummwCkffPDBMm7cOF8sUdubXn75ZSO77H6D5mPHpfdAiB111FGif9egxo8fL5dffrn5K+aNuluYd1B8QYwWLFhgmJ5//vly3XXX5bS8uO/ee+814yMjwr0GDhxo1iXocsfNhQ36BfurrrpKLrnkEjOMjvn0008buW5fLssgthCJp556qmEDlrj0eXrppZfMPyqyPR86nsaUjQGe1SeffDKwFu8hhxxixnU5RT1rGB9ZLe7c0B+uoHXC67qW+lzW1jOT04PGm0iABEiABPJIIKY0TcvXIY/Mkov2FklluFbI2Fl9ZUrX4fKk2BmtmuVqhdkjeGu/lylrmqb6qHimuhSAeOO4Qjc1RqWvTEFQKQO/DM4edx6xxugq11IAS5culQ0bNnhSFUPZW/9VpOpr+BNSEz8PTJ06NS+lABo1aiStW7eWXr16ySabbGJmqyUAXKlq12DVg6xwD+7nRQIkkIwAxWoyXmydBwJ68jwO6zH/gJz3tny4ZJ7Zrm9nJ+qWcK3xCYm2+KdvQyMIyi6FnIN0e/CYq8xJ7H88/EJ59P3x0qJxM7n56Mvlg68/NpmHuOYu/VK2bNJM2m/ZRtq1aBOZQZsHFOyCBIqKQK5iFbIMwhA/FAZJUsif4447zsz1scce87Im8TpEEV576623MrI4o/pVcabbrhQmxCeEGX7j/sILL3hy1ZV7YfC1Xwi1oPkgrokTJ5o5ZxOrkKpnn312Rh1XyLQhQ4ZInz59ZOzYsV4YkGrz58/PkHiPPPKIXHbZZTnL1a5du0rv3r0NZxyO4GatQirimjBhghcL1ubZZ5+VW265RQYMGOCVTMiFDToNE6tg/OGHH/oEeByxipghnadMmeLdq5IRovOrr77KWN6geWqjsPeQkXraaaeZdXH71Dq9eH/atGkya1bm7gf0Hybdg97TZyZondBe11JLWNTWM1NU35gYDAmQAAnURwKR2arBUKqFqFsiIC1VfSUFguVtqg8xMnWAcWxod4NMkekyXVIiNr5YTY+Rvk8reJrs18erYwyPu+4XPxexiqzT7777zkhVXJqxqlmqdrYq5KX+Hfd99tlnMnfu3LwcXoWxkbX6u9/9ziQxII4gsRpUEkBJb7vttrLpppvWPXiOSAIlTIBitYQXr1RD33XMkV52IeaADMOTuvSXn9auNKe6a3YjTqjHhW3XE2e/6glPZOUh4xDXA289JneeMNpkiLbdcjtf9qu9TRw1XLEFG1unD3j8XJOtaotY3WIfVdOzVJlnixuZwOD+7rfz5MWh90Rm1JYjg6g5acYqGM0879msW/Wj+irm93MRq5BZFRUV8uCDDxqBBCHkZtupGAySRbh/n332kaFDh/oyMuP0GyZWwRgZjfhtvZ0lmVSsQphBntryE33jQADIRojKbGJV2wXVcdXYNfNQhVqQYMaY2j5MuIU9V5pdi/uOPfZYk1XrZr5mE466dm42bxI2iC1IrEKM/vjjjxmCOY5YDVtL3DtmzBgZPS8+z0AAACAASURBVHp0hqjPRawidmXoZiODI17761//auqZBWXf4v4kYjXs8xAUR209M8X8PYqxkQAJkEB9IaCiUTNR48479D4jaistWZru0cl4laUT5cIjR4u4B2OlX5+eznCNLVbT91WkM2q9eTjj5DrfuFyStMtFrGIb/4oVKwLFqi1X3QxWiFVI1XyK1SZNmkj37t2lffv2Jms1SqzifVyatYqSSqjVyosESCA+AYrV+KzYMk8EIDxnzf8oIytUtzljS/alL91qTr7Xuqj20JCfqGuJLf27tGhn2un2fq07imzXbvedaN7v1KKtLF/zsxG2yJat2Kqt2VrerHEzI2JVqkLw9u/cy8QVd0u11uqEFB7cfWDJCTc98KimtTnz9GgUZTdaggLPxwMn3Bi7dEVRTiYiqFzEKsQbshqRzacy05WDyKrDb83tjMgoPnH6zSZW0f/w4cNNVqOK3qRiFaIMJQ7scgA6R30vTKyGybiweWeTfrhHRbMtiqMYKgP8CTlsM7XvjRobgljFtzJPwgZjBYlVvN6/f3+TjWtLyThiFZmbuCA149afzVWshglMcLniiitkxIgR5llTzu66JBGruBcZ0UEZsO7rUeuW6zMT57liGxIgARIggdolEC4ag7bVi0g6EzUz2zQiTlesun/3bvdnnsYWq2HDB4pVO0u2dvlm6z0XsQqpCrmqmaro35WoeA+iUw+xwvsQq19++aXMnj1b1q1bl5dJQ6yitFXbtm0zxGpYrVXWWc0LenZSjwlQrNbjxS+mqSMDFTL1x7U/m5IAuG7ef7A8+vHLcsB2nT2Rql/j4B4c1oM2qDfasklz6dlxX682pZ6cPufMP8s/Pp9upKceVuSKWRwodW3vM2S/jnvJBws+NmOf3D21NRblB16aPdl8fVbv08yfEMNaPuB/XrvbHISFWqroQ+8rJrZhsWit2xN36ZNxSFYpxF8XMeohWtkO0KqLOOpqjFzEKqQpsvU0KxPCy82KjCs07XnG6TdKrLrvIw7U4+zZs2cGUhxipHVe7fsgzx544AGvDiiyFL/++ms588wzfTVVXXkWFZsbQBxGUSLN7dPO+sXcdOu6m1kZ1a/9fi5sEFeYWIVsR//Yvo9SEpCkccQqBPfRRx9tMopROxbZyfhHhFuv1WYSJVbR14033ujDiIOx8IsDnK5rZ2LbmcCIWeVrUE3epGLVlvc6H13L2267zYjcIKZB3yei1rauvrdwHBIgARIggWQE4mdwpoXnjmNl1gVdrBqrwYdZpbbgZ8bir9EaLDjtw6uSilV/zdbq8XumM2Ora6zW/iFcUSuRi1hFWapffvkl66FVEKmuWF2/fr0sWrRI3n333bzUWMXcUApAkxogcSFN7azVqIOsNttsM/NzW00vs6Zv9DWlI2reW02j4f0kULsEKFZrly97jyCAjM8/vnG/kaTIOkUt1MOevcxkqqLuKrJLcbXYvLk56R0iFQc7HdhxH3Pa/HZNmpst/qijqlu09XR6tNVDgCBDT3n2CtMXDpNSMYsxsf0d1zFPXGAkbuWKxfLyiEfl6fcnmDFUnGIsXCp+dWrIZOzSZqeSk5MQq9+s+DbrIU/1/QEGo5/XrYp1OFU5sEoqVlUA2VukId7uv/9+Xz3KONLQ5he33yh5GSRWUbagY8eOGcu15557elvk7fv0sCVbHCPDEjLNPqyqGMWqZqjaNUwh2lB71i5vECXfwsRqXDaAnU2sQvii3iwEKURrHLGKPrUO7KRJk7zDt8Lq4qJ9lFgNOsAL/aHsA4Q6tsbphQxVZKdoFrZu4dcMVvsBSypWca9bSzWo9mqcz1XU2pbD9y3OgQRIgATKkkDsGqv+2qmhgjLdX4qVVX/V2aqfLeM1J7GqJQTSi1Rd2sB/yFWpi1UcXAVhaddYdTNW7UOrtDwApCd+nnj99ddNxmtNL4yPn1ewIwiCFJeKVRysFSRV9TVtG/cAqwxJ76vfi/WdIn1nZRHleCan9ZVZF7Q3NXzlaq3pW1MK/vsR56OdJsvdx/j1btjrIoj9Uanwagw7h755B775s8f1lwQY3feLBOuAOP8vGNIHuDmfkYzPKF4wbSrlDMMz4BA6EUlaNiS/lNkbxSqfgYIRQA3V66c9KsiYhFhFVmDXTnubGqiaVQppia38OFQKbR4//GJzDy5s80eW6qIVi42ExSFXmmGIre2Qo82aNBMVrbgH/eLCKeqa8Xp2r1Nl6JMXmXHQz8jew80BVygxgPH+MnuSKREAyQrx2m/nXnLqa3f6DtpyIWL7+KR5b5k+9NJSA5r5GnbCu54YH3QS/b2DbsxabuDi50aZsgd6BZ0wD8mMmrVT5//TJ4kRH3ie0u34jO3u7sn1p+8/KFDIuu10Li4fCMubX7sv67OH2INiwU1agmHy52+ZbGa9IMohwod2PyFDhgbxxH0oC7HTdjtmxOLORRugpETU2qFt0ByDxsKa4ZcGC857LrTMQNh4dtB4ps8+6LQalSpIKlYh1lBnVE9lRzx66j1qrmoGqL2VPM43nLj9RolVyLAnnnjCk7xxRBTis/tFZuI555zjK3WArERkMmYTq1qbNCiDMYhBHEbIPoAUdmu+hjGFnEMNUwhLvVAaATHZtVqj5Js9bi5sMHY2sYr3NQMUGZm77757VrZh80Uft99+u8l+DapVGyVW0a+KUj20CmJ13LhxPqmqmb+upMe4LVu2zDjEKhex6j4/QWtfG89MnM8n25AACZAACdQFgbQ8saRM4KgqTH2lACpkrE9oBR8gZfpza6DWtBSAs8U/Jd/SAsk3gfISq0uWpA5D1lIA9uFVKlE1W9XOWtXDpbArZtmyZaY0gNY8TfqUYRyUAcDPivvvv7+5PShbVbNX9T0tA6B/IqY2bdpkGT7oefKvZ6zYPbHaJVbzxI2sXybY0lPCXk8P4B6s5gpY876MlcmdHrUyclPzF9QSlruk69gKL1PXu/+Aty05KmLiMGLZmT8+Q89UyN3e68GHzFXzmC13XVApQ5kZnPgRyecNFKv5pMm+YhGAFBv18m1m+/xTJ95i6q1CWiLjdPGKJbL7w6ebjNVzeqW23tvSC/fOW/qVOahq5bqV5j1s18eFeqmQVNovDqfS+ql4H1IVUlTFLDJXIWBxaRYqxBwyUx8edJMRf24tVy1P8MfDLwytw3rcIyOMUIWoPKP7IFOzdcrn001ZA1xzR/7N/Im4MRdk6OoFkdunc08zF4g5lDE4b9rDvvfDyg1ovVRtDFH9u517+vjZkhlZu307HyTNmzTz4gMTMHDnBxn7xPvPGQGISzN9XSGJdvdOHWe4vX7ibdK59Q6Bok/X8ZIXb/bYI572W7YxB2mpLMX6QJjbl5Yw0PU7u/uJ5oAzlGeY8PEk7170d/1R1Wxdnuj7jmOuNDFCwLuXO2c8kypssXaQ+BDsQWuH13SOo1+715P0qN1rj4V+Ot53gunCzrB2Y3HHA/+Lu59kmuFgNn1+g3jF+lCmGyUVqxA7kHbu1npsNe/SpYsnAN1ap25Mur1ehWHcfqPEqiujchGrugUbc4IgQxkAxBmVVRm0nduet4q7Sy+91Gxfj2IUtBU829rq+Dhkyq1BetNNN4m9pTybcHTHtZnHZYM4o8Qq2oABygHceuutcvbZZ4ceDIbszWeeeSawZm+2uqJJxCri0SxUzaRV3io9Ue/WXVP8osGVurmIVbuMA0ocBB2Ole9nJsn3CrYlARIgARKoAwKRWatW5lpWserParUjzyw5ENbWL3pTpQAySwZofymRJTLxgn4yWkZlbgd35lbqGauLFy/OKlWDslXtjNZvv/1W5s2bJwsXLpQ1a9bk9HChBAB+ht51112lefPmPqmarRyAZqzadVZRnzXsCtviXy0gFxnJ+KR2EJLhOeTUIfKkOBmr3+CQtfSdPYbIEKmUCpPJGpY1KhKeeZoKAPHeINdkZKwGvm5kZ4WM+nKKl0GL/qf0niUXpfMUzPznn5ESq/PPSItRyM9U1u1B7zrjqUDtPcUvUgPFKvp5Qiruqc70TcXZVypuqAzMAJ59z4VSeXLtZPvm9CDW05soVuvpwhdq2lpLFeM/MeQueXPedDn+xdFZsz9zjRUS0a7R+u6p9xuJhjH3234vWfzTt0bGQXxC7h7dpZ95LUi0Ie4nZ04QHFK1a+sdvXqrbmwqNyG+3NPjNesQGY/2hQO1VIzp4Vv6PuQeMni9/y8FiEZ9T+vK6t9/GPmqT+LpIUx4HwLXFbS2sEQb1Ke1xalmA2v/EMdYQ1dKYhzIUXeeQetox4z1gQzHZTOxX4dg7PvIcFPOIWx8zQBFP66stHlCtEfFaDMLqrOqEj2MKV7fdcyRJov2zhNGZyCw+w96ZtwbNrvxIPOSHbse1AYmuLJlvkZ9lpKI1aCtydq/+57+3T1VHe1VXmG7NaRdkn6ziVXNgLQzZ3MRq4gRAguZizhQCMIPNS6jxCruQ8YosgaCDu3S2DVzVPuz47XXC1m8EydOFHtbf7b1DDsACfckOQQJ0vvee+/1Mlxd5nHYYMw4YlWfBbRH5nPUwWBBrLIJ6KRiFXHYmbRa29Tdpm+vQ9B7uYhVXSc8H6gfCxazZlVn5+P9fD8zUd8f+D4JkAAJkEDdE/C2Dvu2WVdnmk6XntKzx3SZHlFj1c3Cw0zsbclB25irtxanMuamSE+ZLumambp92Y4rIBMwsFasXZYgqxCue94YMZcaq9nEqitVNYNV/9Q6qPjZZ+bMmUau5nJhxw9+EYusVVwqSt36qm7Gqi1W9b4osRokKjVmv+hMPzuHTpZr5AZHRPaT0ea51VIAZ0jlkdYWfPOMTZG+f7tbKp6xt/NX9+lu7w/iFl+saubnQfK2VZogTKym4u4no2ekRvVlxVqBBN5/w3SRgGz0jFi97FUJLq1Q21m/uTyI9fQeitV6uvCFmraKNMiyeUu+NBl/9rb9bHFBQiGzVQWS3RaS7fajL/cyWDUTFLLKbY+2LRo3M3VbsW3e3kqufUJcnd9nmC8cCNejHjnDOyir7849M7abq9QLknYQlxNnv+bVfdXObbkYJlbBSOXr88eMysiWVWFoz9fuy86MxPxfGPFIIGpb9LlzCBoDWZyuMMyHWLWZ2ILXlqa2cLUnA9G49ZgjvJds0ZhUrKJchWalBolVO0s4iKu+HxarLZDND3IBa2vPLUis4n2blyvUk3zWk4hVSCr8AGgf6KNjBWUN6gFFyEZEhibqP0EMXX311TJ//nzv4KIk/arkg3SyL8gwlABQWavvQe4hg1NLFLhscIAVsjtdeQjZiwxPewt9HLGqbRDHyJEjZbfddjMiGRmPyBo9//zzvbquiEVLICATEhIPjJDZes011xip6opExIlsRvxnXyoohw4d6utf26gsVHGpzO2Dm9AH2iED0x43FzYYN45YRTuNDV+HiVW8h2xkPDf284QsXTDF60ECOhexirE0kxbZtPjHDkpAuAeAKVstP2GPn6tYVRYoOTB48GDzfLhX0mcmyfcDtiUBEiABEigWAv5ajhqV7+CndOZceOZnZh++rNIZTo1GX03W1HtDv3YOI8qoDYkt/31lStfhUpk+lAqxhtXi1NcRh5FuN7glDArDPxexGlQKAFv+bYlqC1bIVFus4u8rV66UDz74QL744ovEE8f9BxxwgMlWVVFri1U7YxW1Vt0MVvwdl/6ZrRRAmKjUoINEIkQs1tgnZDNqrEKs2nVZq7NAIVbdrNFsctcGGE+sVo81oLX9der5TZKxOqB1evTQshqp9zPjcuvS2n8PqlnrjzPxQ8Mb8kqAYjWvONlZFAEVQ7YodDMjw/oIqluqbdHfPm06mxqp7uFS2WKy47DbQZLZ9VH1PYhLvSBsXWEWloGZLYY4YhXCDZm9uIK2e9v1QFUU22I1ShBqfK6UtCWdSkls8bfLF7jCsaZiFQIa5SBwuZmZKkyxDlpSIYitLWDt+JKKVbt9kFjF2MhIVXnvPsuIQ+v/unFqBjCyh1XeRm3lDxOrGkPU/VGfz7hiVWtM2tvJ3b4ho2bPnu1l2UHUQcoh+9G+UJ919OjRRjom7Vclnzs2tm7/4Q9/8E5P1/ejTjiF0ISocuWhimL0qyI5jljFuGgH2QcpqxeyX88999xAUaYHTkFa6wWxBhHrnngfloGrWb9BdUa972U77OCJZwjHoIObIIRPOukk37i5sMGYccUq2uLZgUjOJlaxJpCYEL9hz5P7XOQqVu2SAMhARmxfffVV4MdJSzDYMjpXsYoBkAHr1sR1B07yzER9D+D7JEACJEACJFDfCeQiVu3Dq1yZqhI1qByAXZMVJQBQrx11/JNejRo1kh49ekjnzp09OWrL0yRiFXG2bq12MDOSsFIAKgrPmN8vUIIWtVgNPEAq9QuFvtOCxepYGR4ie9MlMNJZ5ErQFbSmvrFdS9XNPnV+uZHqxzl47kaRa1hbNenHpVbaU6zWClZ2GkZAxRDeD6rlmY0csv/GTBsbKE5VkEKIXtR7mHy+5EuvNimk5M7b7SCXvnSrJ0u1fZhYxesVW7UVHL6EUgG4UC7APpAK0s89TMrO+MQ92s+BHfeRndvsGHrgU5AMxf0q9iBJ7exGO7NRs1EhPP/83ngvA9cWq7ZoRDvUcQ27wrbh27G487TjyVWsoiZq88bNvVq0qCE6uPtAr9RAEilqx2fXWk3Sh80fX4eJVbdurdZ11XUJy0LFmsxfvthkD4cxd9coSKxqHeGwurdJvhvFFatJ+gxqC9GESzNEa9pfKdwPaaxbu9wM06D4IehwSmw2RuCI/4IyGUuBST5ihPTUf4DUp+cp12cmH8zZBwmQAAmQAAmUM4FcxOr3339vDp6yM1HtGqr42j28yj3oCvd/8sknRq4mPcAKNVXx8+X2229vlsYtA5Ckxuqmm25qfiEefgUdXlW9PR9i9dFOqLGLPsJKAaQzmaWYSgHojDMzVqvnUx03xGqceXocIUqDDrUynDIzY/38MzNWozKHy/kzWoxzo1gtxlUp45j0ZPZcTjCHFLMPO7IxaSbpAdt1FpxYD7GKOp/Y7o9LD13C12h7be8zzCFWQWUF0CZoi3ucZXHrXbr3BNUFjZOxCklqZ53amZwQa1Pn/9Mc8hTWV5JM2rC2tljFvOyDwWypl6tY1RINKpn1gKazeqcOMUsiRcNKGiTpwx0zTKzaZRbsOqlausKttYt+Xelqx5vt2bPFKmS9lsYIkvxxnle3TV2J1Vxi4z2ZBCBU8Z97OBVZkQAJkAAJkAAJkAAJ5EYgF7GKX4Yj4zRIrGarsYoIVbBCfqKcEX5pvnr16tjBo/+dd97ZHBwLwYqrJmIVh2BttdVWkeNnlHjwaoaGHTTlL0dRlIdXmVm7W+zD5hP8+qJ7usrwxx186VrCPma+GqtR2/ozxWpGBmzkirFBbRKgWK1Nuuw77wSw5RlXkBC15eq7387LaKNC1d52HVQ2AILvs+XfCCQt5JWKvbiTgVxFdu17X38UWJrAPVAprlh1pS3KELTdcjtzqrxmRcYRq1F1POOKVcQz9MmLvCxglYpPvz+hRodXQTr+4ckLvcxkzbBNIkVtUWnzTtIH1jtOKQC0s5npwWDIQu3TaV/RDFb7+XGlqy1n0S7sACpbrF55+HlyzBMXhJYhiPu82u0oVnOhVrh7kK2JOqy8SIAESIAESIAESIAE8kMgF7EKEYqfy2oiVnHv2rVrTY3Vd999N9ZkIFXxs+Chhx5qZCj6wFUTsYr+mjZtGmv8fDfyyUKzPb9Szph1kXTJ90DsjwTyTIBiNc9A2V3tEtCalUFCFGJvuybN5du1P3uyCZL0jO6D5JvlS+Tp2X+LVX/VLRMQtXU+asYQkA++9bhc+d7Tpql7KFRcsYp73UxMZP5qtireD+vLzi4Ny7zUedg1Q+1yAm7GKtpDCPZ9ZLiPd8+O+8qcJfNk3NC7otD44rXr1QZt5bclZ1SNVft+FZ0IprbEqtZLxRh4fq4//AJThzasfrB7aJULKmyN3FIAYVnMkeBDGlCs5kqO95EACZAACZAACZAACZQDgVzEKrbxoxxATcQq2H333XemHEBYLXeXL8Zr0qSJ7LDDDqa+asuWLX2HV6GkAP5LUgoAZQBQDqAgl1PrFDVOL9q7IJFwUBJIRIBiNREuNi4kAUi8p2Y+Ly9/PjWrINWM0yM67SdDu5/ghTzl8+kyfcE/5ce1P4fer1mvELQ4DAslBCDKjtq5j3TruFfW2qQYCJmquI7q0i8Dlcq0mojVoFIDdgZqmFiNOr1egw07OArvB4lVvG7fo/24cwx7bsKyY8NqpGY7KMoe47hHRniZtHb2Z5RYxTOGq226rq4tTKOEtC1L8cy0bNLc1E91L+0T66b1e9Fm3pIvvUOswsRxUI1Ve662RM7ls0qxmgs13kMCJEACJEACJEACJFAuBHIRq5j7smXLjMQMO7wqqsYqSgmgxj7+W7duXWycGG+zzTaTXXfd1RwGi638uWasoq9WrVrFHpsNSYAEUgQoVvkkFD0BiLubX7vPO5QJAUM8hdVH1QnpwVH698oViyMzVt3DrDQL1s6QRQ3MY7scEShZIQRxBZUPUCnmyq84Gau2HLSlo13TE+OG9RVURmDf7ffKWHs7s9XOIEXDMLGK92xxi7/XVKzacbgHY5037WETd1gtUlv0um2ixCrGbb9lG2/9bNZRYjXbgV42aM26Rk1c9wo7oEzbBYlVN5N3yoixnhhO+uGmWE1KjO1JgARIgARIgARIgATKiUCuYhWlACBHw8SqW2vVPrwK/BYtWiQzZ840ma+5XMg07datm7Rv397cbmep2l9v2LDBE6/4WjNacQ+kLMtM5UKf99R3AhSr9f0JKPL52xmDkHUD9+pvtvXj0B5cUXI1yfQgVXFVbNXW/ImDry499FwjqZDJOG/pVzJzwcdexizaj+w93JedCmn26vwP5KkTbxFbXNont7uHGaksw5g/jHxVmjVp5oWt87clp12P05V9dvaiuw3dZgkh68Zobyt368AiIBWHbowabNiBUdnWIChj1Y4D2cd21qdb19WdP9ic89zVJls16KCwMLGK+xb/9K05HO2OY6701i6sVmvQnBDb1mOOMG+5wlvb69oF8UUbHO6mJSOC5m73P3fk37wwbBHt3pfkM0CxmoQW25IACZAACZAACZAACZQbgVzFKsoB/PDDD95hVMhQdSWrylWVqmAHsfnLL7/I+++/L19//bWsX78+J6SNGjWS7bffXrp372628mMsXG72qopVLRNgi9Wtt966cGUAcpo1byKB4iBAsVoc68AoQgioeLti76N9hwBBJKG2aFCt1Vxh2ifbR/WBrMiJs1+TRz9+WXZp0U5uP/py2Wm7HcUWXJoxq5my+PvDg24y7XAhy/PR98d7W9bxmi1rIdnQP+SxliMYedg55l6M8+xnU0UlLeK59KVbM/pCCQO9B/dBLEIeKjdIuBaNm4nGqAd8ndx9oA8B1kEPBAsSytpY5482QRmZdqe26A3iDfl4dq9TfaIZ7SAwR718mynTgAsx46AxXE8tmGX+xPPyP4eem3GvLZ7D1lgltj1nbRuViavzd59XXe//ee1us56I+Yy9jvKtDdbbLXOB9cGz9fm3X8mYaWN9z7vWD0bZCTcjOQ7/oPknEauPPJIqczBixIhAlNne/89//iPPPvts6MfsxBNPNCfd41RU/IeT73HpfQceeKDgP/caP368eWnQoEG+t5BBgHjwG/igeHPtF7FhzAULFpjx+vfvL4jd/k2/9q1zipo7+tH56vyDQIUxQFvENGnSJMEJtTjIoEePHhlxhcKP+QaYYg0xDq6OHTuaNXHZ33HHHeZ1d72i1sQOA1viXn31Vdl9992lX7/MMiuY78KFCwMj79ChQ0ZMMafIZiRAAiRAAiRAAvWQQK5iFaggViFGtdaqm6Vqi1UIzuXLl8vSpUvlm2++MX9CsNbkQkmA1q1bS7t27cyf+DkQgteWqEF1VyFfIWMhVnmRAAkkJ0CxmpwZ76hDAipWIYoGdzlSunbaW35eu9JkjiKzD6/bh1XlEpr28eLQezzpGbcfCK2n358g2J6uW9YhOT9Y8LH8tHal183ObXbMKB2gWZLuWG233M5kyaKfn9et8t5u3ngLLz7c+8HXH3vZsogDGbXuZd9jvwep+fmSL33Ng2LUBhCy9qUxBnHSvoPKIdjtw+aPNkFlCtyxcD/Gsjlv2aSZ4aw1Ut173HkExd+59Q5GyIa1zRabzkn7yDZfd23c9dZ70ReeeWTUhj0reN29Pw5Dt78kYnXy5MkyePBgue222zJkJSTmZZddJk8//XSgCIMwPOqoo2TvvfeWFi1aZMxr9OjRpkYUpNxNN93kbYnS+3DPhx9+mLFVaeDA1C8EJkyY4OsT4u3yyy83P7x+/PHHRtraVy79Qn4+9thjMmDAANljjz3MSbBPPPGE6fall14y8ePSvl9++WUjF6Pmbsev8z/44IN98WIeH330kRl77Nix3nuI4bjjjjPvnXbaaWaeYXEFPftxX4Mc7tOnjzkgAesIkYzXwAPjIm69sC3tqquu8mSxvh61JnYsYD1x4kQz3qxZqV+e2BfWHXPG8+Ree+65p1x33XVxp8Z2JEACJEACJEAC9ZxATcTq2rVrzc9etlh1JevPP/9sJCqyU/EzHUQnZKxmktYEP8aCSEX2KiQufmZGFivqpjZr1iy0PADEKiQsDsLiRQIkkJwAxWpyZryjDglAFp05/qqsmam6hT9p9qq99f/moy/PuS4lcECo3f7G/XJI54MCD66qQ2QcigRyJpBErGKQ4cOHy9SpU81/KitVukG82dLPDsqVjWEBh4lVtHelIl4LE6t4HRmV06ZNMzJYM0J1XI0nbr8QdZCotkDFvfhBum/fvuYH07///e+m+zCxqqI122K587fbBslrFYxBcUG4zp8/P1BIJ31g3UYALQAAIABJREFUVHS6chuy9Oyzz/YJ9TCxGrUmGhOY7rPPPnLuuecayR7ELWzdk86L7UmABEiABEiABEigJmIV9H788Udf1ipegziFUF2yZInJasXXOKAq123/cVcJgrVx48bSvHlz8wvqNm3aGMGK7FRcWgYA7ZitGpcq25FAJgGKVT4VJUEA2YOz5n9kYl300xKTpbhr69SWemRaTpn3tikNgJPY9UKdTfvC1unPln8j26XboO0Z3QflVYQizqBsxZKAzCDrPYGkYlWlFzIFNUtU5V5QRqkCrqlYhVRFBqObERsk2CB699prLyPkMC7ucbMeNZ44/WLOFRUVgVmYmB8yeR966CEZN26cyeSsLbGKsWxpGcVUOQRljyZ98MEZGRYqj+373a3/QWI1zppon5rZiudp2LBhRpDbGbFoR7GadAXZngRIgARIgARIIIxATcUqtvPj5yRkoOLrlStXmt1XyFKFUM1HZmrS1dNMVghWZK/i5zMIVpQOQIYrpCu+5kUCJJAbAYrV3LjxriIkgO3wb86bLp99+5XMWTLPHD6l8nXu0i9l+ZqfZfuWbc1r2baLF+HUGBIJ1AmBpGIVQdlZivg7MkIffPDBrHUtoySgTjYsYxWSdMyYMWb7ty1wgwQbskvRHjJVhZ4rZO14ovrV+b711lvedv9si1NbYlX7VdaaRfvVV5klQTQ+ZBijHmyQEE3ygOm6QNJq7diw+4PEapw10f4OOeQQI8YxprKvrKz0lYGgWE2yemxLAiRAAiRAAiSQjUBNxSr6hkjFz1yLFi0ykhUlAorlgmRFFit2WLVv3146depkRCsvEiCB3AlQrObOjneSAAmQQFkRyEWsAoBmqeJrO3s1DI5KQa0DarezRV02sYpDiVBuwM2WRV92jdWuXbuaOqBaZ9MWdTquLT+j+s22PT9ovklrrJ588smelLYFpt03BDEydvGD8AsvvGAkYxy5mDT2bA83eN57772mCTJ4e/fuberpuodLBYnVOGuCfl0RrtnCrrjH3PGPF0h9++LBVWX17YmTIQESIAESIIE6IZAPsYpA//rXv8qyZcvqJOZcB0H26rHHHpvr7fX7vndvkgYHXi03vlMlVx1Qv1Fw9iIUq3wKSCCPBL777jvzP1D8T2qLzTeXVWvWmD/nf/21bNG0qTTdYgvv/W233Va+XrBAWm27rdcOodhttQ8NEfdgDLy++RZbePfjfR0Lf6Ld3LlzzZi45n76qey6227e+J22395rv+y772TV6tWmncaNvu0Lfel7iA9f48I4a1atMjHjtdWrVnnzwdfoV9siZoy1fceOvr5Rq3Lo0KHeazo/vKDtdS7gp2PY89c5YF7KwmYFJkEX1gqMdP7KBW3tdUPMWCv9E+11LMSGbEjMQcfB2KV45SpWta4q5mzXWw1jkO0AJz24CvdmE6s4CEozGPUALVcu6gFb9oFVQVmPrvzM1m9SORkmVoOkMuaMeeE/e/56eJUeWgWRiVqmkNCQqrjqWqxiTKz7q6++KjNmzDDrjvggulX2oo0rVuOuCe61M1v1WUJ9V6ynnXUbdngVD64qxe9CjJkESIAESIAECksgX2IVWasvvvhirddRzZUW6qoec8wxOWerLvm/gdJ28PPO8DfKjKqrJPWTbBld/3laBnaolJHe3JbI0yeeK3LHBBnsPxO3jCbNqSQhQLGahBbbkkAEAfyP+LulS2XpsmXSu08fmYDDXM45R76eP19mzpolrVu1kl59+siDDzxgTs/WU7Tv/9Of5Nz//m95c9o0k4WGQ2Zw9e/f3whSvY4//njBGLvuuqv578Lzz5eBgwZJt/32k/93xx2m/yNwz6efGsm3atUqWTB/vlw9apS579M5c+TI/v2N3MX76ANfT5o0SU499VR5/PHH5WBknvXv7405edIk8/XS774zEhXZZn+bNEl22313QTwPPfig9xraYd7oD8IS8YAF2kI2gsfd6Sw3HeDG0aNNfHpBYM764AMTO8ZDTUUdH39iPgNPOME3f2Sr7b7rrkZwQrjivrPOPtvMGYJ0zty5hiuumTNnSrdu3czXmD/ifHXSJNm2dWvDXdvp11hPrBm2iF97zTXy3IQJZiyVqHgf9yLeTz/91PQNLqV45SpWMdc4Yk+Z5KMUgMpH+wCtCy+80AyhGat4D5mdQZfKWLwXFE9YvypdbVnr9o/MShWe+S4FoOO7WZsQjjicy60fa8eWrY19gJfeg38QJLn0QK3zzz/fyxB2xWrcNcG4O+ywg5G1QZddiiHJs5dkPmxLAiRAAiRAAiRQ/wjkS6yC3Ndff23q7xfjhV1G26eTUpLG987oBtLjmuPlqYV+sWhe/+QpWfzsYGmTtNOSar9ElvynjbShVC2pVavNYClWa5Mu+653BFSsrly92gjL1StXStfu3Y3oq1ywwEg3FYZoM2fOHNm/WzfB1wsqK6VV69ZGcEIsQoJCIEJSquyzxSrgQtA2bdZMbrnlFvnnrFlGICJzUuUrxoW8hcxEZijE3zVXXy0zP/jAZL4i6xIicsJzz5lxr7/hBmnWtKlpD+GJ1yAd0SfugcDE13hPxaqKUfQ/6/33zRwq58+Xik6djFjFBfGI+SxbutQI5X27dvWeDVes4g09nEbnjTgxD/SNC1zs+avMRF8YGxfEGUQTxkWGqcpU8H/zzTfl97//vWkHuQp53XW//YxYxrxw4b6z//u/jRSHrHpv5kzZfffdTQYuhDf6hlSFaMYF2dyxUyfT96OPPlqSz34pilX7AC2FDrGq28Yh+dzt6ZDk9uFLQWI1rF/dnh5WRxafsV69enl1ZvMtVjFH3YZvy8U4whfPKrbsu4c/oU/MF9+P7Evltf2azsetU6ttXMlpi9Uka6KZreD8m9/4f2odMmSI+T6k5R0oVkvy2w2DJgESIAESIIGiJJBPsYoJ/vvf/65xfft8g0JprN/+9rc5dZvKVJUMqWo6w/b4OypSYjW9Vd4epHrb/DtyU4Mp0vcdkR7p7fR9X28gUw6bIXJgD7n6hhlSNUrkpgY95Gqrg2z329vx3Wza6vuQadpWThlvdTpIRbD7npV9a2esmq9PETtX9/inF8uEP6RUMuSyNw+84PWfE27eVCIEKFZLZKEYZmkQgGz77NNPjaxsve22RmL86X//V04YOFDmL1hg3kMmJSTkFltsYTIbIQOR5QkJun2nTkakYrs7XoPQg8jTrE3IUFwqZ48/4QT5YOZM2a9bN3MPxsCY6Atj4IJMQSasCkD0CTH41tSp5n0Iiueef96Msdtuu3n96XZ2ZJBCOEIaog3msMtuuxkxiwvSE31q1ibmZceosSPDs3+/fjJp8mRfRmeQWAVHCF4I504dOxq5i6+RKYrMWVyYI2JHWwhffR+8tm3VyrDQdnZpA/Q3ddo0MxfMAfPEnHA/1glj4QJbzNuUQEivFX7QUvbgiX6VI7Jakf2Kvu3SBqXx5KaiLEWxirhVwuFrbJuHWNXsSfegI7u9ismwDNqgfnG/1vScMmWK7xAlvKeZrnqoVm2IVQjKvn37mkMH7C3xeCbxmr0VX58/ZKvilxPZMm3jPqvIJA2qpatx2fLWFqtJ1iTbQVvuQV0Uq3FXju1IgARIgARIgASiCORbrGI8ZK7iZ7b169dHDV+r72P7P6RqrpmqCM5IyxcGZs9KTcvHfe36o0a0/jMtZCFWVaCmCgeksmBtmblElvymTXXmq287fub9HjjTboIM1Gxaa9yKcW5GbVqm7jlDFu84xjcvX/atN3ZfmdKgh/zTEqnizNU/j+r+q0aVXYGEWn1WS61zitVSWzHGSwJlRsCtsVpm0yup6ZSqWFWhiW3/KlYhGbt06SJjx44NXAPIwQEDBpjszWylCXTruvaLzrSmbMuWLU2tU2QyQyo+9NBDJmPZzmZNWmMV/esBXtnquWq/V111lUCa4kK27NFHHy2I67LLLjOZnmFx1eTB1OxYMMFhWxgHTDBvlNCw6+zaYjXummA+e+21l8k6HzFiREaoblYwxWpNVpP3kgAJkAAJkAAJ2ARqQ6yif5RYMjve0kkidU0dyST45Td+NqvJFV+sWnLT/ABtC0+I0TFSYZUSgJAcs2N15qcXoy/zVcsPZN5fPafw94z0FGTDVktO77XDplRn27qAfGLVH7dISvJKWiK78zC8vhzpG7Mm/HlvcRKgWC3OdWFUJEACJFDnBGoiVnVbtv6ZLXiIsVGjRol9UFVQewi8Z555xquZmu0+CMRhw4YJDiyCjEO91bPOOiujDICOA2n5r3/9y4jXuP3ac8N4+Dt+QEZWLC6I2jPPPNM7fAqvuX3r37PxUS7u/N17MIfp06fLuHHjvMxZN64WLVpInz59MuKq6cMFsYvnRWvYYhzMH1LU3roP6Qn5irICcdfkpJNOMpL67rvvzigDoHFDeO+xxx5mvCTPXk3nzftJgARIgARIgATKm0BtiVWlhp+h8DNoXV74mSmoxFMuMWQVq0aCisxYWCFjnO3yqbHCxWigkMThWKYsAESoLUyziVWM42zrT/eRyiYNmLWO4Wzz90oIUKzm8qjUq3soVuvVcnOyJEACJBBOoCZilVxJgARIgARIgARIgARIoNQJ1LZYBZ9vvvlGPvjgA1myZEmt4mrTpo3st99+0q5du7yNE1lj1ROrTsaqL4LojNWMDNaIjNfwCaYka+UlVYI6rm7Gauh9GXVVK2VkFUoBMGM1bw9TGXVEsVpGi8mpkAAJkEBNCFCs1oQe7yUBEiABEiABEiABEih1AnUhVpURDrbC4aH5FqwQqihVlesBVVFrmMr81OzT6tZefdF0xqpYtUj9ma7xxGqPT/RgKa3BGl0KICV+95UZVVeJ2fBv1UA1YtWu4+pt418sFXe0lVP2rC4T4OsnYY1Vu6QBSwFEPU3l8T7FanmsI2dBAiRAAjUmQLFaY4TsgARIgARIgARIgARIoIQJ1KVYVUxLly6Vr776ytSqX7lyZU70mjVrJp06dRKcI9C6deuc+khyU0o8Pu/cYslWX21UERlULUn92/pTXWTWWPVv57/xnbT8FPRTIY9mZI66grf678d7gtcpESAi3nb/tGS92rvNmktG9uopYs+8uv/MeVCsJnmqSrctxWrprh0jJwESIIG8EqBYzStOdkYCJEACJEACJEACJFBiBAohVm1EOOTq22+/NYddLV++3IjWtWvXyvr1602zRo0aSZMmTQQiFTXucRjVdtttV+NDqUpsmRguCRQVAYrVoloOBkMCJEAChSNAsVo49hyZBEiABEiABEiABEig8AQKLVYLT4ARkAAJJCVAsZqUGNuTAAmQAAmQAAmQAAmQAAmQAAmQAAmUHQGK1bJbUk6IBGqdAMVqrSPmACRAAiRAAiRAAiRAAiRAAiRAAiRAAsVOgGK12FeI8ZFA8RGgWC2+NWFEJEACJEACJEACJEACJEACJEACJEACdUyAYrWOgXM4EigDAhSrZbCInAIJkAAJkAAJkAAJkAAJkAAJkAAJkAAJkAAJkEDdEqBYrVveHI0ESIAESIAESIAESIAESIAESIAESIAESIAESKAMCFCslsEicgokQAIkQAIkQAIkQAIkQAIkQAIkQAIkQAIkQAJ1S4BitW55czQSIAESIAESIAESIAESIAESIAESIAESIAESIIEyIECxWgaLyCmQAAmQAAmQAAmQAAmQAAmQAAmQAAmQAAmQAAnULYEGq1/+Q1XdDsnRSIAESIAESIAESIAEyo5AAxHxfqrEX7JcEW/774xu3CC6iYjEalQ9dGhzTLJh0hBT7X2M8vQEeHFmnx8Yxf+h35lfWKhxkcZtF/ehwUTi9hnYLvjmeM+RG2TcQCLW23QTo68YTUw/CRglmnfOzzBuDAk+1pzi4Un8qUo0+ag1jDuRdD9ZWVp9xe02wbMel5O/yzx9X4/7rEcGqQ95g1gfncjunG/Qyb5nxvy+EHctve4S3xAwzYD/Z0XDyGyRt89KPuYU8/tlLvPM6R78PzP+/2GDhygmLuUWS4L/Iea0/iINVtxS4ycgx6F5GwmQAAmQAAmQAAmQQNkQSPJzeJK2MQAl+vde3LHjtkvy77skfcaYt2kSs88Gcf/dF7cdxo7VtkGGh447NX87a6JxPUFouwBxXCViGEVdGX3GXICofs1DHKOvGE28fmK1Fcn++XE6idlngJUJf2Di9um1i3jw4vYH4rE/GFELiM42idHIahIap/OQxZ1PRjv0ExJTzD4LLlYj40x/biLbxVkaZ7axvr+FPdYhAcXt0ws3LxPL/GVgHBxum4ZFFEuS//llnWu+5oTPWTmJ1XzMJ/YPCRFPY5z/MUc90HF/aIjqJ/z9Bj+NqfETkPvovJMESIAESIAESIAESKD0CSSRTbF/vtWG2f/hU1Ul0jDy5+50X3HHztrOkRU16jPuzSGPiHd79n7iMUr/u7BhFhljhxEr9CqRqoZ5EKvOYLHG1vm47ILnl4yR9hk3kIiPuDd4xD/yYw2X7FnPPu8cuWdMN+SzHGs+6c5iPuvmX7aR3w9SfVZVVUnD6G8e8b4/G5AJxGrk95j0JOLOJ7BdyGc5Zp/+ZhE3xewztT4xGsdokhJZDUWq8vHLG2e2sf6/ku17TPAvb+I+m+knNP7DnPUpjfk9PVsfsb9BRn1c8hCLl45fUyka6yGLmlD6IUjw2Q/sMZ+xxPwGGDqzfKyR+Q6bh+c3H33kK5bsj0KDqjspVmN8WtiEBEiABEiABEiABEggG4Ek/8ZJ0jYO9ST9xc0YyvpvE+vNJD/3B8aZJPgAGN7tEf3EHca0i5mtEqvPhiINAKmmV47lFzLWO8s/GnN6NmJBUJMnsjGEhUkbjfEP4sjhrAcysm16TbK2c96M22fGcqczC93Xk/QX91mPu46IJV9ZeAZ7zM9N5L/znQnEZRTYLkvGatUGEdmY4IOZp+8xicRq1PeO9HMVl1HW2eb4rAeOHfIQJo4zxveEyBXMkyhLtDUkW1D5mFOSD3lULFHPWCTg8MzwOLd6bRI/HCG956OfmqzRRpGNq+P8zyUmnXzMx3yzz0NWcXjIDfY+f4d8PEkxobAZCZAACZAACZAACZAACcQlkK8fqOOOZ7Wrs6HrZqDYo8RtiH9BxG2bA/7MW/I1WHDgiaaTSygoNbDZJrJZ66ZSFSZX6xZoNeJc5pOXNc21k/wFnDdXlOgBynXeudwXxmqD/NK4g2xs1DKhXI0fg47808aG5sleX9VAVm/A1/H1w0ZpKOtk0zr6ZMSPKz6FXFvm7xlPRVBMc8uVCe8rdgJVVRulUcOmssm251lytdijrll8WzRqKI3x+2MZsSc/ZTVjybtJgARIgARIgARIgARIgARKhkAB/vmDIRs3kk07NJeqDQUYv2TWpoQDLcplDQ6qQdUG+bXpTiKbthYRZK4W61WUUIsVFuMigQIT2CibNGgqTdtcLlUbVxY4lroZHlUyzO/VGp21B79b1Q1zjkICJEACJEACJEACJEACJFAPCZh6no0bSeP2zcPLAdRDLpxygQhUrZd1m+8oGzZtJQ0SlQMoULwclgRIoOgJVFVtkE0bbiFNt7u03ohVXRSK1aJ/PBkgCZAACZAACZAACZAACZBAKROgWC3l1SvD2ClWy3BROSUSKCwBitXC8ufoJEACJEACJEACJEACJEACJFC2BChWy3ZpS3NiFKuluW6MmgSKmADFahEvDkMjARIgARIgARIgARIgARIggVImQLFayqtXhrFTrJbhonJKJFBYAhSrheXP0UmABEiABEiABEiABEiABEigbAlQrJbt0pbmxChWS3PdGDUJFDEBitUiXhyGRgIkQAIkQAIkQAIkQAIkQAKlTIBitZRXrwxjp1gtw0XllEigsAQoVgvLn6OTAAmQAAmQAAmQAAmQAAmQQNkSoFgt26UtzYlRrJbmujFqEihiAhSrRbw4DI0ESIAESIAESIAESIAESIAESpkAxWopr14Zxk6xWoaLyimRQGEJUKwWlj9HJwESIAESIAESIAESIAESIIGyJUCxWrZLW5oTo1gtzXVj1CRQxAQoVot4cRgaCZAACZAACZAACZAACZAACZQyAYrVUl69MoydYrUMF5VTIoHCEqBYLSx/jk4CJEACJEACJEACJEACJEACZUuAYrVsl7Y0J0axWprrxqhJoIgJUKwW8eIwNBIgARIgARIgARIgARIgARIoZQIUq6W8emUYO8VqGS4qp0QChSVAsVpY/hydBEiABEiABEiABEiABEiABMqWAMVq2S5taU6MYrU0141Rk0ARE6BYLeLFYWgkQAIkQAIkQAIkQAIkQAIkUMoEKFZLefXKMHaK1TJcVE6JBApLoF6L1R9++KGqsPg5OgmQAAmQAAmQAAmQAAmQAAmQAAmQAAmQAAmQAAmUFoEGFKultWCMlgRIgARIgARIgARIgARIgARIgARIgARIgARIoPAEKFYLvwaMgARIgARIgARIgARIgARIgARIgARIgARIgARIoMQIUKyW2IIxXBIgARIgARIgARIgARIgARIgARIgARIgARIggcIToFgt/BowAhIgARIgARIgARIgARIgARIgARIgARIgARIggRIjQLFaYgvGcEmABEiABEiABEiABEiABEiABEiABEiABEiABApPgGK18GvACEiABEiABEiABEiABEiABEiABEiABEiABEiABEqMAMVqiS0YwyUBEiABEiABEiABEiABEiABEiABEiABEiABEig8AYrVwq8BIyABEiABEiABEiABEiABEiABEiABEiABEiABEigxAhSrJbZgDJcESIAESIAESIAESIAESIAESIAESIAESIAESKDwBGosVn/ZuEZWV/0g6zaukirZWPgZMQISIAESIAESIAESIAESIAESIAESIAESIAESIAESCCDQQBpK44ZbSNMGW8tmDTevEaMaiVVI1R83LJSXP/pIbnplrKxcu7pGwfBmEiABEiABEiABEiABEiABEiABEiABEiABEiABEqgtAltt3kwuP/J0OWrvvaXlJh1qJFdzFqtVVVWyfOMief6fM+SKCffV1lzZLwmQAAmQAAmQAAmQAAmQAAmQAAmQAAmQAAmQAAnklcAtA8+T4/ftIS0atpcGDRrk1HfOYnXjxo2ybMOXcuBNFzBTNSf0vIkESIAESIAESIAESIAESIAESIAESIAESIAESKAQBJC5+vaVd0mrTXaUhg0b5hRCzmJ1w4YNsmzjF9Jl1Fk5DcybSIAESIAESIAESIAESIAESIAESIAESIAESIAESKBQBGaPfkhaNdxJNtlkk5xCoFjNCRtvIgESIAESIAESIAESIAESIAESIAESIAESIAESKGUCFKulvHqMnQRIgARIgARIgARIgARIgARIgARIgARIgARIoCAEKFYLgp2DkgAJkAAJkAAJkAAJkAAJkAAJkAAJkAAJkAAJlDIBitVSXj3GTgIkQAIkQAIkQAIkQAIkQAIkQAIkQAIkQAIkUBACZSpW28vFp50lax+7Vv5UEKwclARIgARIgARIgARIgARIgARIgARIgARIgARIoJwJlKFYbS8XXzJebu/wqVx68Qi5s5xXj3MjARIgARIgARIgARIgARIgARIgARIgARIgARIoCIEyE6tpqbpzc5HV71GsFuSR4qAkQAIkQAIkQAIkQAIkQAIkQAIkQAIkQAIkUP4EykisWlIV60axWv5PL2dIAiRAAiRAAiRAAiRAAiRAAiRAAiRAAiRAAgUiUCZi1ZGqtS5Wr5dP/vd42SVw0f4t4/5rgJxVZwuaikVm7Cl7PlZngxb5QKfJa3eOlH0WjpFWdxBKkS8WwyMBEiABEiABEiABEiABEiABEiABEiCBkiRQBmI1QKpaS7F23TqRX7+T+Uv+Lf/4+DG547X3ZH6NlyolM9t87oq7lND7XdO6lKsUq5nLSbFa40ecHZAACZAACZAACZAACZAACZAACZAACZAACWQlUOJiNbtUDZr52u/fkz89M0IunV2TJyNMrIpcfMkMuX3nZXWYtUqxSrFak2eZ95IACZAACZAACZAACZAACZAACZAACZAACeRCoITFanKp6gH6dZG8MP4MOXHqolyYiUgCsXroI7Js0P7SwhppuZXp+tD1n8gweV7GyfEyrE26kVsfNqCPz7yt/9nFqhG9HT6Vf/y0v/xO+xcno/a0ifJrj9/6WFT3L+KP8Wf5x/gecvgbmp1r3RZV19aZx2cznhfpcZgsNv3pPPDa8bKL9hXBD6OnZHZzL5DPZoyRxXunSwHM7iXLBu0mH5ox0k1Mn9ZrEWMow3ELd5NhOzcXm02ODxBvIwESIAESIAESIAESIAESIAESIAESIAESKHECJSxWRaTL9fLJWcfLLpvmsArrPpZbbhwi1yzN4d5QseqWAgiQnkZitkrLybS0bCOWrEv38dPzsum114qkpZ9YMjYlEiXdRwyxunNzqZa56f7lPbn04hFypysZPVFZnXVrxKovxmrZamI0V7hsNm8HzCPVr4parVtrS99ofn4WqUg0XjPnSLEadwybYS7PDO8hARIgARIgARIgARIgARIgARIgARIgARIoJwKlLVaxEjWQq0v+da10uPf5HNazJodX+UWekYBbpiVnOhLNELXF6hL7cCqfDI0jVv2lCTQD04jVoNk7sjUoxqDbfHG7DQIEbkq2auZohJj1+vPPN3AutsSNFKtBMwkYo07LO+TwSPIWEiABEiABEiABEiABEiABEiABEiABEiCBOiVQ+mI1TK6u/lju/MsrsnbHvaVT021kn9/uJru0rN4ubihHbV0PXYq4EjDdQZat9kEyMkis2qUEUr36Mz3FFq9W3EHiMfQ1azt9df9B2ak6QIBgXpLOtI0jVk2Wq1sKYE/Z8zHn5iz8giWxtT5xxWriMer0c8rBSIAESIAESIAESIAESIAESIAESIAESIAEioy3J9OlAAAgAElEQVRAeYjVILkaIE07dRspDw08WX7XsnF6GRbJ/406Qk5NXA4gplj1ZJ1KUAwbkLEqfhkZmbHqe4hiZKx2+DS17T99ny0jxatPam3BD8pY9cVYLVSD6sVWlwewAg3KWI0SqzH4BYvVVLmDfRbGKAXQXuvLhq9RZIZvkX2oGQ4JkAAJkAAJkAAJkAAJkAAJkAAJkAAJkEDtEygfserK1bBs1NZ/kBcvuVL6t8QNtkxLAjueWE3V//Rvw8+LWDXCUWTcfw2QsxxR684iKAZbFO4aUIrAv0U/IGM1vdXeV55Aa5s6ktiLJ2YpADvzNg6/nDJWrTq3k7pErxHFapLPBtuSAAmQAAmQAAmQAAmQAAmQAAmQAAmQQP0gUF5i1Zarv/rrlvqWs8cDsvC0XtJGFskLdx0hJ85NuthJxKoeMoUx9HCr6sOqYpcC8LbYO4dbxRKr4YdXGbHaJvPAqF0s6ZwRY+iBWs1FspYC2F/sQ7iCDq/KFKvZ+cU7vMoeV9cgJdVTYjXGGE7Wb9Inhu1JgARIgARIgARIgARIgARIgARIgARIgATKi0D5iVWVq4Pby9jLQw5nUsHZZK7c+d8nyqWJ1zSeWEW3KfGntV1TMm9+L8jMlFx957efyLBspQDQSVpkenVWffIyXimAf/y0v/yujU7UFqnpjFTfe89LpztHyu+aWvG6mahOTKYkwPfHy689fhspV3Uen33+nrTZ2X94lVsrNoof6rH624gs//x5+bDD8alSAHc8JuKrn4o5vS5tB2lt1+g1GrvNDLmdYjXxp4Q3kAAJkAAJkAAJkAAJkAAJkAAJkAAJkEA5EyhPsYoVa91eOi1dJPMDV68663Ona68NaVMey17U29itLfmHv1EevDkLEiABEiABEiABEiABEiABEiABEiABEiCB+kGgfMVq1vVLidWW7x0h3Z5ZVNYrXTxi1S1hkP67ZCnZUNYrw8mRAAmQAAmQAAmQAAmQAAmQAAmQAAmQAAmUMoH6KVZb3yZfXLGNPHBxWKmAUl5Sf+zFI1YRV6pswS4aYtgBY+WDnzMhARIgARIgARIgARIgARIgARIgARIgARIoUwL1Uqx2Ou1ZGb/6Yuk2vryzVcv0meW0SIAESIAESIAESIAESIAESIAESIAESIAESKDgBOqhWN1frjhmF/m/Fx8r69qqBX+yGAAJkAAJkAAJkAAJkAAJkAAJkAAJkAAJkAAJlDGB+idWsx5qVcYrzamRAAmQAAmQAAmQAAmQAAmQAAmQAAmQAAmQAAnkjUD9E6t5Q8eOSIAESIAESIAESIAESIAESIAESIAESIAESIAE6isBitX6uvKcNwmQAAmQAAmQAAmQAAmQAAmQAAmQAAmQAAmQQM4EKFZzRscbSYAESIAESIAESIAESIAESIAESIAESIAESIAE6isBitX6uvKcNwmQAAmQAAmQAAmQAAmQAAmQAAmQAAmQAAmQQM4EKFZzRscbSYAESIAESIAESIAESIAESIAESIAESIAESIAE6isBitX6uvKcNwmQAAmQAAmQAAmQAAmQAAmQAAmQAAmQAAmQQM4EKFZzRscbSYAESIAESIAESIAESIAESIAESIAESIAESIAE6iuBgovV+gqe8yYBEiABEiABEiABEiABEiABEiABEiABEiABEihtAq0a7iSbbLJJTpNo8MMPP1TlcueGDRtk2cYvZNfWB+ZyO+8hARIgARIgARIgARIgARIgARIgARIgARIgARIggYIRmLv0HaFYLRh+DkwCJEACJEACJEACJEACJEACJEACJEACJEACJFCKBChWS3HVGDMJkAAJkAAJkAAJkAAJkAAJkAAJkAAJkAAJkEBBCVCsFhQ/BycBEiABEiABEiABEiABEiABEiABEiABEiABEihFAhSrpbhqjJkESIAESIAESIAESIAESIAESIAESIAESIAESKCgBChWC4qfg5MACZAACZAACZAACZAACZAACZAACZAACZAACZQiAYrVUlw1xkwCJEACJEACJEACJEACJEACJEACJEACJEACJFBQAhSrBcXPwUmABEiABEiABEiABEiABEiABEiABEiABEiABEqRAMVqKa4aYyYBEiABEiABEiABEiABEiABEiABEiABEiABEigoAYrVguLn4CRAAiRAAiRAAiRAAiRAAiRAAiRAAiRAAiRAAqVIgGK1FFeNMZMACZAACZAACZAACZAACZAACZAACZAACZAACRSUAMVqQfFzcBIgARIgARIgARIgARIgARIgARIgARIgARIggVIkQLFaiqvGmEmABEiABEiABEiABEiABEiABEiABEiABEiABApKgGK1oPg5OAmQAAmQAAmQAAmQAAmQAAmQAAmQAAmQAAmQQCkSoFgtxVVjzCRAAiRAAiRAAiRAAiRAAiRAAiRAAiRAAiRAAgUlUPJidd26dfLjjz/KmjVrpKqqqqAw6+PgDRo0kM0331xatmwpjRs39iFYu36VfPvzfFmz/meuTYEeDrM+jZrLds07SZNGWxQoCg5LAiRAAiRAAiRAAiRAAiRAAiRAAiRAAuVHoKTFKqTqN998Iy1atJAttthCIJF41S0ByOxVq1bJ8uXLpV27dp5chVSd/8Mn0qhRU2m0yWYiwrWp25XR0apk/YZf5Nf1q6Ri6y6Uq4VZBI5KAiRAAiRAAiRAAiRAAiRAAiRAAiRQhgRKWqwuWbLEiLxmzZqV4dKU1pRWrlwpEN1t2rQxgS/4cY78WrVBGm3iz2ItrVmVT7TrN6yTTRtsIh1b7l4+k+JMSIAESIAESIAESIAESIAESIAESIAESKCABEparFZWVkr79u2ZqVrAB0iHRubqokWLpKKiwrz02bJ3pclmLZipWgRrkwqhStb+slx2aXVA0UTEQEiABEiABEiABEiABEiABEiABEiABEiglAmUtFj997//LR06dChl/mUV+8KFC+W3v/2tmRMerM0bb11W8yv1yaxZ94Ps2vrAUp8G4ycBEiABEiABEiABEiABEiABEiABEiCBoiBAsVoUy1AeQVCsFvc6UqwW9/owOhIgARIgARIgARIgARIgARIgARIggdIiQLFaWutV1NFSrBb18gjFanGvD6MjARIgARIgARIgARIgARIgARIgARIoLQIUq6W1XkUdLcVqUS8PxWpxLw+jIwESIAESIAESIAESIAESIAESIAESKDECFKsltmDFHC7FajGvjlCsFvfyMDoSIAESIAESIAESIAESIAESIAESIIESI0CxWmILVszhUqwW8+pQrBb36jA6EiABEiABEiABEiABEiABEiABEiCBUiNAsVpqK1bE8VKsFvHiCMVqca8OoyMBEiABEiABEiABEiABEiABEiABEig1AhSrpbZiRRwvxWoRLw7FanEvDqMjARIgARIgARIgARIgARIgARIgARIoOQIUqyW3ZMUbcK2L1Y2/yuo1v6YANNhUmjbdtHhhFGFka9b9ILu2PrAII2NIJEACJEACJEACJEACJEACJEACJEACJFB6BChWS2/NijbiWhern4+XoRNeS8//cLn2ykGyY9HSKL7AKFaLb00YEQmQAAmQAAmQAAmQAAmQAAmQAAmQQOkSoFgt3bUrusgpVotuSXwBUawW9/owOhIgARIgARIgARIgARIgARIgARIggdIiQLFaWutV1NFSrBb18gjFanGvD6MjARIgARIgARIgARIgARIgARIgARIoLQIUq2a95sifT7lZXrfX7tAr5alhu+d9NZdNvk4umtFT7rr+MGmV995T85DLn5LT98x755EdFrtY/fKFM+X6ufY0aqmcgClZIEVXqoBiNfIRZgMSIAESIAESIAESIAESIAESIAESIAESiE2AYlWlqiNSjQB9XOT0u66Tw/JoQClWYz+bmQ1rUGM1JVUdkfr92zLmfx8T6T1GRh60VQ0Cc26lWM0fS/ZEAiRAAiRAAiRAAiRAAiRAAiRAAiRAAkVKoH6L1WWvy3UX/Vm+CMlOnTPuFLlZ8pu5SrEa75PwzZT/Jw/MWe1vvOE7WbBaX2sq7ZpvK5v6WjSVg4/9/+TQDvaLK2Tq/46UR74PyU6tDQlaG33Gw5a1FTNW8wCRXZAACZAACZAACZAACZAACZAACZAACZBAmkA9Fqvp7f+xt/yj/Xhpf3lPmX7rn0VOvUuua/eKnHKrr4CA7ITX+2mK6zJ5/dqL5M9fpmnveLpc2WO63GxKAbSTV5xt+37p6txrujhMrnzqdPEKFHzyZ9/4h11+pcitqVIA3WadIje/4X/Oq2PL7PuwPJQPyGcpgMxt+/E+s0cOfFj+sHN128BM1dCuvpL/u/kVaTdwX5k5QTNZv5P/u/lW+Zt9zzanyX3/dZBojqs/1sPl2oEi16dLAQgyZeVyeeK4HVI9mCzZf0q3/7pA+myj0tfu3BLApu1iOdb095q4c4tHpLoVxWpSYmxPAiRAAiRAAiRAAiRAAiRAAiRAAiRAAuEE6r1Yne8ToSLiyMpqmZkWsTue7tVHXbZsmbRqZdcJSMvXdPkAk/H6hiVDNUPW9BEtVpctayV290a8fjMoVfs13ZcRvGmRmxpP5KDDdpK3X3fKGKTnBYFqpOt8ax6m7EEnv7TN4VNTtGJ1qV+EikCg+mVpSlqmX7fF6fcrZMU2W3kSFVggUv/aKlU+YMXb98h500RGGFGKd7XvlCCNEqsrvt9KtjL3pS7T37Lfp0RsulTBx7taYjaHddFbKFZrAI+3kgAJkAAJkAAJkAAJkAAJkAAJkAAJkIBDgGLVFas2ICMvF8kgkyUadjBUePZnUCmB6qzUKLGaDsQVvSp2TWzTpaevBmwqxjUQq5XuAVnV8f/+m9o5QCufYnXFv16T1//tlAJY8ZlMXPhVGswO0mOPXZwDwJrKTj0Pl70sUWmySTPEqr3IqazRbw6uFqviZL16wnPaJ9U3pmWnEaFz9vVlsIpVCiC7WE1356sdKyIqdn3ZrTX/3kWxWnOG7IEESIAESIAESIAESIAESIAESIAESIAElEC9F6uvZysFYKSmpDM5XbGqQnUn64Arf5saiVUVqlZ8vlIBNRCrp+8pXsbrF+knwV/CILcPSD7FamAEORxeFV0KIJVhmpKp9tepCFIZqZ/IXtYBV6bP9Pb+GonV78bL0AmviVgZqb7+KFZzexB5FwmQAAmQAAmQAAmQAAmQAAmQAAmQAAnUAYF6LFYtuRgoV1Wc6lZ+V6wGZbDmT6wKtuebWqyHeVmZ+RGrd0n75y6SRSc8JUawmissGzfZE1iMYlUk++FVKk7tUgB2xqotUZVGvsTq3nMzs10pVpM9c2xNAiRAAiRAAiRAAiRAAiRAAiRAAiRAAoUiUL/FqiUV/Zmr6Xqq5v3sYtW+T2uc6kFQGTVW0wLzdavGanWNV38NVyNWH7fqpPrqsx4mrQJqrBrx+vgXETVWU2L1z52uTNVqxZXuq1MND7AqTrGammJQ5qp96FRWsTrXOlBKs2btUgC+Gqt+kWtKAVilCFJj7mlqshqxat+rNVVZCqBQ3w85LgmQAAmQAAmQAAmQAAmQAAmQAAmQAAnEJkCxastVG5vJYhX58ykzpVtYjVWVnen7vIOh3tDyAG791cPk/2fv3YP0qsp8/4cQI+Eig0yChIm+NIMKRGEGcH7diibOHKjjpL3MOXCGTinmYBgYCDNlmNJ0LMexJMEqYpU0jEhkIlpJjqjjJdFTcJREwe7jOBeiLSAcknbQICGJoMFoyOVX+77W3mtf3713v+/en/wF/e51+6xnrf2s71rr2aMfFFn9pTOck6ha+tBv1jlS92NUdvaWGHuDyB1/+1l5wjthG4q/evZ7RuWN46vt06j2B6q+pduBf90/VG/rqaaGAlAJqEKq8/fgA1M/ODcuxqonlLo5WYLquf9uX+H3wgPo+b5O3vff/lh+8OWn5Z2jl8sf+idmnfRv+28fFPnyN2Se+7ErLa0lqP53kXWfvkfsD1a9+Wm59dP/Lhf7H8bKPK6NDxJjtTt+pIYABCAAAQhAAAIQgAAEIAABCEAAAioBhFXsoTQClZ9YffJ++dA3v+/W90/kvcsvlT8srfbNzwhhtfl9TAshAAEIQAACEIAABCAAAQhAAAIQqI8Awmp9rBtfUuXCauMJVttAhNVq+ZI7BCAAAQhAAAIQgAAEIAABCEAAAu0igLDarv6utLUIq5Xi7TpzhNWuEZIBBCAAAQhAAAIQgAAEIAABCEAAAhDwCSCsYgylEUBYLQ1lJRkhrFaClUwhAAEIQAACEIAABCAAAQhAAAIQaCkBhNWWdnwVzUZYrYJqeXkirJbHkpwgAAEIQAACEIAABCAAAQhAAAIQgADCKjZQGgGE1dJQVpIRwmolWMkUAhCAAAQgAAEIQAACEIAABCAAgZYSQFhtacdX0WyE1Sqolpcnwmp5LMkJAhCAAAQgAAEIQAACEIAABCAAAQggrGIDpRFAWC0NZSUZIaxWgpVMIQABCEAAAhCAAAQgAAEIQAACEGgpAYTVlnZ8Fc1GWK2Canl5IqyWx5KcIAABCEAAAhCAAAQgAAEIQAACEIAAwio2UBoBhNXSUFaSEcJqJVjJFAIQgAAEIAABCEAAAhCAAAQgAIGWEkBYbWnHV9FshNUqqJaXJ8JqeSzJCQIQgAAEIAABCEAAAhCAAAQgAAEIIKxiA6URQFgtDWUlGSGsVoKVTCEAAQhAAAIQgAAEIAABCEAAAhBoKQGE1ZZ2fBXNRlitgmp5eSKslseSnCAAAQhAAAIQgAAEIAABCEAAAhCAAMIqNlAaAYTV0lBWkhHCaiVYyRQCEIAABCAAAQhAAAIQgAAEIACBlhJAWG1px1fRbITVKqiWlyfCanksyQkCEIAABCAAAQhAAAIQgAAEIAABCPS1sLp792455ZRT6MUeIfDLX/5S9u/fb9fm0Et/LTN/d1KP1Ixq0CfYAAQgAAEIQAACEIAABCAAAQhAAAIQiBIYGBgojKWvhdUdO3bI/PnzCzeehBCAAAQgAAEIQAACEIAABCAAAQhAAAIQgED/EThw4EDXld6zZ48grHaNkQwgAAEIQAACEIAABCAAAQhAAAIQgAAEIACBfiGAsHrkCTln7mDh/uLEamF0JIQABCAAAQhAAAIQgAAEIAABCEAAAhCAQN8SQFhFWO1b46XiEIAABCAAAQhAAAIQgAAEIAABCEAAAhCYLgIIqwir02V7lAsBCEAAAhCAAAQgAAEIQAACEIAABCAAgb4lgLCKsNq3xkvFIQABCEAAAhCAAAQgAAEIQAACEIAABCAwXQQQVhFWp8v2KBcCEIAABCAAAQhAAAIQgAAEIAABCEAAAn1LAGEVYbVvjZeKQwACEIAABCAAAQhAAAIQgAAEIAABCEBgugikCatf//rX5e1vf3ti9fbs2SMDAwOFm/Do7gmZM+NsOfbYYwvlccy+ffuOFkl5+PBheRZhtQg60kAAAhCAAAQgAAEIQAACEIAABCAAAQhAoNUEkoRVS1T1/iWJqwir8+e32ohoPAQgAAEIQAACEIAABCAAAQhAAAIQgAAE2kYgTlhVRdU0cRVhFWG1beOG9kIAAhCAAAQgAAEIQAACEIAABCAAAQi0nIBJWDWJqkniKsIqwmrLhxHNhwAEIAABCEAAAhCAAAQgAAEIQAACEGgbgbQYq1l4IKwirGaxE56BAAQgAAEIQAACEIAABCAAAQhAAAIQgEBjCCCs8vGqxhgzDYEABCAAAQhAAAIQgAAEIAABCEAAAhCAQF0EEFYRVuuytb4pxxoUzzzzjOzfv1+OHDnSN/WmohBQCcyYMUNOPPFEOe2002T27NnAaQEB5q7yO5lxVD5TcsxOgDGdnRVPFifAPFecHSm7J8A81z1Dckgn0JR57snnn5R7HrlHHvvlY3LoyKH0hvNELIGZM2bKa095rVx17lVy1slndU0KYRVhtWsjalIG1oB48sknbTHq+OOPF2sS5h8E+pGAtSnwm9/8xt4kOOussxBX+7ETc9SZuSsHrByPMo5ywOLRUgkwpkvFSWYJBJjnMI/pIsA8N13k21duE+Y5S1Rd+b2V8pKZL5FZM2fJMXJM+zqyxBYflaNy8NBBefHQi7LmjWu6FlcRVhFWSzTP/s9qampKTjjhBDnllFPk2GOPlWOOYcLq/15tZwuOHj0qhw8fll/+8pfywgsvSKfTaSeIlrSauauajmYcVcOVXNMJMKbTGfFEOQSY58rhSC75CTDP5WdGimIEmjDPfXjiw/Lkr5+Ul858aTEIpDIS+N2h38lZJ50lHx38aFeEEFYRVrsyoKYlnpyclNe85jXy0pe+1D+tirjatF5ufnss58H6Z+3O/u53v5Of/OQnsmDBguY3vMUtZO4qv/MZR+UzJcfsBBjT2VnxZHECzHPF2ZGyewLMc90zJId0Ak2Z56745hVywnEncFI1vctzPWGdXH3hty/IvW+7N1e68MOesPrwww/nzueCCy6w0+zZs0cGBgZyp/cSPLp7QubMONs+IFjk3zH79u1zVISc/6zTXM8irOak1uzHf/jDH8rrXvc6eclLXsJp1WZ3dStaZzkSL774ovzoRz+S17/+9a1oc1sbydxVXc8zjqpjS87xBBjTWEedBJjn6qRNWR4B5jlsoU4C/T7P/cWWv5DfO/736kTWmrKe+81z8s+L/7mr9iKsIqx2ZUBNS2y94M8//3yZOXNm05pGe1pKwBJWLbtGWG22ATB3Vdu/jKNq+ZJ7lABjGquomwDzXN3EKY95Dhuom0A/z3MIq9VZC8Kqw5YTq9XZWOty5gXfui5vfIMPHTok27dvR1hteE8zd1XbwYyjavmSO8IqNjD9BJjnpr8P2lYDfJe29fj0t7ef5zmE1ersB2EVYbU662ppzrzgW9rxDW52PzsQDe6W0pvG3FU6Ui1DxlG1fMkdYRUbmH4CzHPT3wdtqwG+S9t6fPrb28/zHMJqdfaDsIqwWp11tTRnXvAt7fgGN7ufHYgGd0vpTWPuKh0pwmq1SMk9hQBjGhOpmwD+Qt3EKY95Dhuom0A/z3PlCKuvkvPnzZEXn/tXeeQ3ddPv3fIQVhFWe9c6+7RmvOD7tOOodiyBfnYg6NbsBJi7srMq8iTjqAg10nRDgDHdDT3SFiHAPFeEGmm6IcA81w29/ki7+39/SG5YL3L1HR+Ty+ZMf537eZ7rRlidM/86+ZuBi+VVx70k6ISDu2T7zzfKrY9vn/6OmeYaIKwirE6zCTaveF7wzevTtreonx2ItvddnvYzd+Whlf9ZxlF+ZqTojgBjujt+pM5PgHkuPzNSdEeAea47fj2f+tn75EPX/0z+8t6rZUGPVLaf57miwuqcM1fKx159rhxv9cGh52XXb1+Ql8yaI3NmWSLri7Lr55+UD0y2W1xFWEVY7ZEpqjnV4AXfnL6kJQ6BfnYg6MPsBJi7srMq8iTjqAg10nRDgDHdDT3SFiHAPFeEGmm6IcA81w29Pkj77G7ZPWeuzO2hqvbzPFdIWD3+SvnYG98mr5rxG/npU/fIJx8Zl2fd/njVWTfJ3w2cLyfPeF62T94gt/68hzqq5qogrCKsFjO53ZtlxTtWy3hM6pE7J2T5+cWyFpmUscFlslFEusunaPndpSvjBX/3FVfIfcZqXCYf7qEdu+5IhVJrO5KTcvcV/0v+oEeufJTazj7MrJ8diPJw75XN718sqyesHEdk3cRyfedcnROXrJN1skyWbTA8V16FSs+pjLnLrpQ9lu+Wx70ann213H7zZa5TvFvuW3WD3P2EWv1Xm693/fBuueILf6CkddJMfuYK+ej9QfpXL71dPvZfe8nlNndNK8dRiq9gj6au/IVuh0F/+xtprS9tTLsFWWPvf53RH+MtjQ2/V0OglfOcsm6Jozq0aousXXxqNdBbnmvZ85xYvsfH7hPdt7DWJR+NWZvpPoznoxh9E98/UtdzTt47LV/mov9w/CfNb3I72K6XKOtAJZ3lA7n1jpqDVz+T/6U/fdkNV8vO2xX/Tf3ZVCfvdyMz78c4djo357r/mZH2RdbDWj0mRabhHGs/z3NFhNVzz/+ErHzFHPnNvk3yVz/4ZsTEzl3wcVl5xjyRX39T3j2+KXZGet+bPi9vOcH8866fv1s+YHVnH/9DWHU675h9+/YdLdKPhw8flmePPCHnzB0sktxOs2PHDpk/f37h9PUnDBYismSdTNwQHMzfu2WFLL7ZkluHZPRra2W40Fq3vxc6ZbzgLWFVPnSvXP16tXfdF6KoIkX9vV9qiaqYirBaKtoyM+tnB6I0DtvHZPBaa7vH+RdeJDlzX0fW3SmyzHsuND+WVpeKMipj7rI2xqwFQjB/6fPWblsU1TeIzLGzXEc85Mg7CxYlvbtIOTMyX1YEqYtsWzmOfGE16hOU4S/4eRQea/3tb6SZYzlj2i0lceGcVhN+bwuBVs5zSQdCFN9hejeRmmuBpc5zooqPUfEzujYTcXyYx+Uy1w/xN38NQqT3rEiKsCoSEnbFFU5jhFVXkBXDRnPEb3JNISpkehvjD8olkYMtZp/MySqOmbLRfumH5d736Rf5w76fVh9PgI6k88ry+CGs5h3ZRYTV973x8/KWE38jjzz2V7Lmp6YS3ycfv+wtMu/gI3LP1jXyrZhK2cKqfEfe/dBntCfedvGn5cqXS0L+eVs5Pc8jrDrcEVZz2V/CQiRhEZW9iP5e6JTxgjcLq+7L+6FLIie4srPt4ScRVmvtnJtvvlm2b9dj4Zx//vmyatWqSD3auVDSMUzePijLNih/GxyVLZ8YliadPylj7rJPTIRPmdpj23HUz/jaFfJRCTnYyu/WRwm0E6kmYVVLHxZyax1GwjhK4Z3kE5TiL3Tb3/3tb6S1vpQx7W6WeKeG+uWEeBobfs9OgHkujVXSPNLsOSaNTB2/lzPPuTX1/JEPXSIPfuxuCTZtk30NVSR0/JzL5Ebp8uMAACAASURBVLL7d4Zu3jmi4M/OvEzuuz9JIH1QLll6pty9fqd+myfpxKotrJoEUZMg68qhkROiScKq65vtNBzuSWF2n0FUtWsQ8v0CYfVP5PvW6eC4dJ6Qax80OkPmlnRitS3zXCFh1T5pmkFYPfSIbPr2GomeaXVsLk5YlVetlE+/tiNTscJtHTNJ92UgrCKsFrAi5UpsyimRiBjhlqad9gqdBJMlIzKyYaMTCuCmEdl4a3BKzK+sL2rEn54t0LBSkpTxgjcLq6ErH1ZtDdc+1EWPc23vw3LJQx+Vu60X0N+K3GYFAP+QyEc/dp+zuyrOlRf1X2we7vVdb1c2eDF610Yukw9beXvCSuilaT1viyaeMJLpxKrp6kqDQyKUYoXpmViiquVEqP8sUdUSV8P/EFa9eWZE1n2tI+vtMCjKCTxXIOosGZGNG5T5ypunYq9De6EClDl1GgXbMuYuo+XZ85SzQMgirHp52E52aCMpcsJCyXs6vhTLOEqZazILq6Mit3ihNvQ8vVNe3qnwkSUbZaO9yTEit66akpusWzKWL3LJVu1UedRfEJEkf2PNqEytNIU46q1xmj67B0+UO6add/GDbyIUQJ4+aMKzzHNpvZhdWB15yrndos5jH1yyUW5RN25T10pDMrJEZOMGd+67Yqcdnk31QUbuXCdyrRNWTfsX8kt0v2VIRu9cKNuuVeZBf52nrLfUDHtgPVbmPKf6HfYNG38jN2UT1+DnfFg+qodO8dY89hosRVj1/CVVyEwMBbA7CCeQMTRSvhOrofWbYgNpzOwQBxnqFBZWk9IFZZYnrLZlnisirP7ZRZ+Wq049Xp59eo28/4ePRCfEs/5e/ukP/1Besv878u7v6adR1YfjhFX77y8NRFn7BOvLphSR1jkRK3a4gLfJyj+9Us6dGeQchBGI/qaGL3BOxtqf3/L/BWmtMi6W534+JZ0zzhWJCXuQ9DZAWHXocGI1zWcw/R5eoIRipRmv+YWvxJwexGr1xFZVjJ0nIru0a7e9J6SG0ZTxgo+NsRo6vbX72d0yd44ab0GPTeqc/FJi2BiuVuTOQxMy3Ksh/q5i6KpIScLq7mfnytw5AWn7hfrzv4xcKylixm1Oo+7Oxp1Wtfi0Xlj15i17gXG6H2vV3yAKxVdVn5ElH5SRDbc4ixt/gdIbQmoVc1d0PBlCAaScWPXyMAmr1m/BVTrr/2Lis9Y4sBlHCbAzhgK46l3jcs9XrHyCuMRhH2LoX7xQQ0FcVv+Zd10lQ1+5x477HmzchvwFV3xQn1H9jXNE5NE+GKd5TLsMf0R58yKs5oHfsGeZ55I6NEFYDa17HGHV+UKFtWkU/L+yWZu2VnrDePCdC8uvUOY238+w594pWarEg/fmO3uOTMrDFkvPlI3u9y6C5xPym8b4seXNc6HNI03IzC+s3vuG72s3ePy1i/X3DMLqZeLEq/ev96fFWM3pH+UTVuPan86sX4RVa0y2YZ4rIqzKGTfJ7QvOl5OP7JLxyVvlU097n64SkZe9Q1Ze+N/l3Fkvyk9/+gH50GPKb6FpMz7Gqn4aNklYfeL3DCLsy5+T79z3ARH7ZO0u+79tedc+CXuuPOfGb33bq94m3/ypcp7W/v335Af28244g5RTtwir6c4Nwmo6o9QntNOpg6Py+bduk3dbzoN2AivkfPjCqhp/LXjGEVb12Gx+OYVjqqU2pasHynjBJ4YC0AJ72zJD5GMwWpwfVcQwCJ1OY4vmEX3RamJIKcKq2x3h07lJQdS76sH2JFZ3Z+NOq1o02i2seiJoMA/5Yk7kRGrwTDBPBcKqGl8tkkcPmF0Zc5faDFMsMe3EuvdwzLyU6cRqD8RYZRxlEVbjn7HGxaIH3VAb6ns9JMr6wqriU0SF1QR/wRcfzP6GJ6z2+jjNM1WUO6Y5sZqHfdOeZZ7LJqzGPeVt+ITf/eJ9myLnWklbCxnnNqcmwQaVUjNNjPXmw6g4rAmxrnAam5/yvY26bb+0eS5GuHTiqhYQVt8nyod43TAA/8O7KZh+YtW6haPFIX065eNVEfDK2i42xqn6sSjDx0eVPI1hYDIw6ydhtQ3zXCFhVUTeduHtcuXvnyxy9EV5/tePyI/3vyCzjuvIuafMk+OPsRaLP5VvPfJJuUcVXUM2mRwKQBFAE06sfmd2+DRrUEg0f+cE6+89o34YyxVQ/WSeqKueii02i3Fi1eGGsFrMfgypghfzX7xnSP75c86urOmfvXjJJKzGZNBCYVX/MIz3wlRPbOkv/oiIEREwus2jBmHVdiTuE1GcgriTbKWZcYsy8sIBmGKrehhaLawmftXcXZCId/IeYdWxmeALsGFHvDth1SzsGPOseQwzjmKAZ4yjGhc2yMnVGVcIq/mNujTBwS4aYTV/DzQrBfNcXH9mj6NalrCqfbjPIKyqAmjkRmABYXVUVvsnbY35NUBY1eK7q11trz8skVT9MGfIFmJCHjkh2W6Xj9kxUH8mf3nv1bIgV6xU5dbP//iZ3BB30jXpqn3S5nX4sE7sARxDODovvNv9hnGhMIsXVvU15HSHAvBa0fR5rqiwKjJH/ux1N8nlp7tCqt/tL8qz+54QOeVcmSPPy/+bWif/8Lj+DQ/v0VhhNRR/NTkUQHAS1bvU7133T8pfvBOpEj7R6sV2RVj1+unR3RMyZ8bZcuyxxxZyYhBW82DzrqgYYwEahNWkmIHGRVfyidU8VZ2OZ8tYyMSdWNWFVdPuaV5htds8qhdW/+hfY+IsNvUjXjUbrfcBK1NsVYRV5bSHNo+F4kwbFjXtPbHqiarmOMjdCavmEyO9sNHCOCpJWE3YMDWd8ubEavILowx/JCgBYbXm13PPFcc81zvCatqJVdPtvuQ0ySdWl04tdj7gqczRvXKDsJx5LuZEqi+Y/qX87Pp4YTX68Sr3I53uBz0//KYH5aNeCLNcwmpwilTOfrU8/oR6wjQQO2+U2+JDpJUirJpirGZjFv8RqmRhte6PV3mju+nzXHFh1SV0/Lly0SsulotPOF5e/O0T8oNnviXbfyVy/oKPy9+cMU9eIi/Ks7/YKGu2f0vCQQG6F1Y3yXOnmU+gWvFX7TAB8h1590NenFflxOqvDR/I0j6ahbCKsDodbpcf+0e/cuccaAhipgYnVk1xg9w4asrzkWsyIpIUY1W9rjcdGOLKLOMFHyusutfhnav+4fimwde0s4cC6DaPLDFWla9qhmO8Zvh4lS2srpfgy5heHoQCqM3s23tiNRBQtQ/uadfrzB+0MgmrbYixaozZpViqcyJEF121q27hWMraBkp0vvLDmNhfh71M1IjTtQ2QjAW1chzlPrFqiLHqbmqYrsx2G2NVPdVFjNU0Q0ZYTSPE720NHVTCiVU17FlajNXFT8uYG//U9iuSNne9uNXqdzEKnFj1hdW4/Pr9xGpE7PRGsyde3ihnrr9NnLAA+kj3wh6Z117BDR7/w795hVUtdqrqP4WE1UioOLeeMR/5zBdj1SCspjLzTureLY8bQhF4H2D2uGj1MXwTxGmNd9PS4zApIgtqn3r72Z/rWlhNoB2IqyK/ee6b8o/f3yTq2dV4YdW9nv+CI4o6H5ly4qZaEqn30aldP3eE1XN/p4inShxVW1iNi7FqC6vqR6m8D10RCiDcpZxYrXlKMcbYUepg+hBV8HOwcLL/Fv4I1uCIjMhG2TghMnLTiGy8NfJNSzvg+3L74+W99zGrsoTV+2L6VLta67143Getl9Of/EvwwarIF7hNu5bd5qGlf7VcdqnIfTsvCUQONTbq2VeLtmubQVi1Ygxp13MsQfVvRW67PuZFXfNYaENx/exAdNU/GTeRRvyviZtCAYQ+LKFVqLe+Nl7G3BV7lc7/yFQ0nnPcB6jMJ1GDRYqPsk82WVo5jjIKqyLKKXB1jJjiqZr+ZgkFl2yVwWuj/oIW5z3J3/DHcXjW6K1xmmdOK2NMB+UhrOZh39ZnWznPKWuRtEMfppP3caFQtA1dwweDbRuLEVajc+qIrLtTZJk7Rw4tv1Fk7DYZ9wXdtBir4n+407HtUH6rbpXOzTeFPtRZzygoY567b9UVcveZ7inTULVtv2bnf5U3P/G/5bvGJukf0QzfzIlsKBcQVqOCorMGtsITeFft4/0vEV/UVepfSFj1P4js+nKJzLwNb4PfpqxbPaE6Wp+YdJrPh7Cad5RVKaxa4QLedvHH5MqXO5f0d/3s3fKBHwc1jP94lRWj9RHZ9O014n1aSn32N/u+I1Mve4sTK9UVSL0wAFbuXigAEU8sDcoMfrM0+I/L58+wju3ZqeSRx74m8odXyrkzrfAAT8jZl71FrJOvH7DMqsA/Yqw60AgFUMB4SGImUMYLvp/Z9sK13H7m14t1b+dCqRd7oto6tX3uqpZuW09yVU2V/JMIMKaxj7oJ4C/UQ9z0Yal6Su69Upjneq9Pml6jfp7nqhVWrZ4/X973xr+WoeOek/EffkA+E44H0GDjQFhFWG2weU9P09r+gkdYnR67q7LUfnYgquTStLzbPndV3Z+Mo6oJk3+YAGMam6ibAPNcFcRDYYneMC4r3rFarM8Dp52QraI2vZYn81yv9Ujz69PP81z1wmrz+z+uhQirCKvttf6KWt72FzzCakWGNY3Z9rMDMY3Y+q7ots9dVXcY46hqwuSPsIoNTDcB5rmKekD5JoVXQjj2e0Ul93y2+C4930WNq2A/z3MIq9WZI8Iqwmp11tXSnHnBt7TjG9zsfnYgGtwtpTeNuat0pFqGjKNq+ZJ7lABjGquomwDzXN3EKY95Dhuom0A/z3MIq9VZC8Iqwmp11tXSnHnBt7TjG9zsfnYgGtwtpTeNuat0pAir1SIl9xQCjGlMpG4C+At1E6c85jlsoG4C/TzPIaxWZy0Iqwir1VlXS3PmBd/Sjm9ws/vZgWhwt5TeNOau0pEirFaLlNwRVrGBHiOAv9BjHdKC6uC7tKCTe6yJ/TzPIaxWZ0wIqwir1VlXS3PmBd/Sjm9ws/vZgWhwt5TeNOau0pEirFaLlNwRVrGBHiOAv9BjHdKC6uC7tKCTe6yJ/TzPIaxWZ0wIqwir1VlXS3PmBd/Sjm9ws/vZgWhwt5TeNOau0pEirFaLlNwRVrGBHiOAv9BjHdKC6uC7tKCTe6yJ/TzPIaxWZ0wIqwir1VlXS3OenJyU8847T2bNmtVSAjS7aQQOHjwoP/7xj2XBggVNaxrtUQgwd1VrDoyjavmSe5QAYxqrqJsA81zdxCmPeQ4bqJtAP89zV3zzCjnhuBPkGDmmbmyNLu+oHJUXfvuC3Pu2e7tq54EDB+z0Dz/8cO58LrjgAjvNnj17ZGBgIHd6L8Gjuydkzoyz5dhjjy2UxzH79u07WiTl4cOH5dkjT8g5cweLJLfT7NixQ+bPn184PQl7i8DU1JS87GUvk7lz58oxxzBp9VbvUJu8BI4ePSq7d++WX/3qV9LpdPIm5/k+IsDcVV1nMY6qY0vO8QQY01hHnQSY5+qkTVkeAeY5bKFOAv0+z3144sPy5K+flJfOfGmd2Bpf1u8O/U7OOuks+ejgR7tqK8IqwmpXBtS0xNaAePLJJ+WMM86QU089VWbMmIHA2rRObkF7LMfhyJEjsnfvXvn5z38uZ511lsyePbsFLW9vE5m7yu97xlH5TMkxOwHGdHZWPFmcAPNccXak7J4A81z3DMkhnUBT5rknn39SVn5vpbxk5ktk1sxZnFxN7/rEJ6yTqgcPHZQXD70oa964Rs46+ayuckRYRVjtyoCamNgaFM8884zs37/fFqf4B4F+JGBtCpx44oly2mmnIar2YwcWqDNzVwFoKUkYR+UzJcfsBBjT2VnxZHECzHPF2ZGyewLMc90zJId0Ak2Z5yxx9Z5H7pHHfvmYHDpyKL3hPBFLYOaMmfLaU14rV517VdeiqlUIwirCKsMNAhCAAAQgAAEIQAACEIAABCAAAQhAAAIQyEkAYRVhNafJ8DgEIAABCEAAAhCAAAQgAAEIQAACEIAABCCAsIqwyiiAAAQgAAEIQAACEIAABCAAAQhAAAIQgAAEchJAWEVYzWkyPA4BCEAAAhCAAAQgAAEIQAACEIAABCAAAQggrCKsMgogAAEIQAACEIAABCAAAQhAAAIQgAAEIACBnAQQVhFWc5oMj0MAAhCAAAQgAAEIQAACEIAABCAAAQhAAAIIqwirjAIIQAACEIAABCAAAQhAAAIQgAAEIAABCEAgJwGEVYTVnCbD4xCAAAQgAAEIQAACEIAABCAAAQhAAAIQgADCKsIqowACEIAABCAAAQhAAAIQgAAEIAABCEAAAhDISQBhFWE1p8nwOAQgAAEIQAACEIAABCAAAQhAAAIQgAAEIICwirDKKIAABCAAAQhAAAIQgAAEIAABCEAAAhCAAARyEkBYRVjNaTI8DgEIQAACEIAABCAAAQhAAAIQgAAEIAABCCCsIqwyCiAAAQhAAAIQgAAEIAABCEAAAhCAAAQgAIGcBBBWEVZzmgyPQwACEIAABCAAAQhAAAIQgAAEIAABCEAAAgirCKuMAghAAAIQgAAEIAABCEAAAhCAAAQgAAEIQCAnAYRVhNWcJsPjEIAABCAAAQhAAAIQgAAEIAABCEAAAhCAAMIqwiqjAAIQgAAEIAABCEAAAhCAAAQgAAEIQAACEMhJAGEVYTWnyfA4BCAAAQhAAAIQgAAEIAABCEAAAhCAAAQggLCKsMoogAAEIAABCEAAAhCAAAQgAAEIQAACEIAABHISQFhFWM1pMjwOAQhAAAIQgAAEIAABCEAAAhCAAAQgAAEIIKwirDIKIAABCEAAAhCAAAQgAAEIQAACEIAABCDQlwQ8cbObys+ePbtQcoRVhNVChkMiCEAAAhCAAAQgAAEIQAACEIAABCAAAQhMNwGE1QmZM+NsOfbYYwt1xTH79u07WiTl4cOH5VmE1SLoSAMBCEAAAhCAAAQgAAEIQAACEIAABCAAgWkngLCKsDrtRkgFIAABCEAAAhCAAAQgAAEIQAACEIAABCDQbwQQVhFW+81mqS8EIAABCEAAAhCAAAQgAAEIQAACEIAABKadAMIqwuq0GyEVgAAEIAABCEAAAhCAAAQgAAEIQAACEIBAvxFAWEVY7Tebpb4QgAAEIAABCEAAAhCAAAQgAAEIQAACEJh2AgirCKvTboRUAAIQgAAEIAABCEAAAhCAAAQgAAEIQAAC/UYgTVj9+te/Lm9/+9sTmzV79uxCzfbKfvjhh3Onv+CCC+w0e/bskYGBgdzpvQSP7kZYLQyPhBCAAAQgAAEIQAACEIAABCAAAQhAAAIQaCuBJGHVElW9f0niKsJqAes5fPiwPHvkCTln7mCB1E6SHTt2yPz58wunJyEEIAABCEAAAhCAAAQgAAEIQAACEIAABCBQjECcsKqKqmniKsJqAfYIqwWgkaQSAnu3rJDFN4+LDI7Klk8My6mVlEKmEIAABCAAAQhAAAIQgAAEIAABCECgWQRMwqpJVE0SVxFWC9hEG4TVydsHZdmGEVl3p8iyazfKyJ0Tsvz8ArAKJHHKthKOyLqJ5bKgQB52ku1jMnjtRpEl62TihsK5FC29u3S7N8uKd6yW8XAumoA6KWODy2RjBlHVYzpy04hsvLVPmXRHtKGpXRuIbV3yGPKE+aFVW2Tt4nyyvJ92+Y0iY7fJeAY7jKtmN/VoaMfSLAhAAAI9SiD5vVPYX3T9HinwPtJAxfhPRd5z5g7w2t+lj9qjvZutWt3ZgO+T3jkhix50fP7CdpOtwpU+lXfdgs9Tdnd49jgko19bK8NzQ/l7c4Llp35QZPU7VkvX80zZTegqv4TxqPrmKoekwzj9vH7uimNa4mZxVufhujSeNMLT+XtajNUsdUNYzUIp9EzzhdW9svn9i2W1jMq6t26TZTeP1+fwhBzifna0CpiWk0RhoC4EfMfNE4rt56ZkaQbxmcmzcG/0eMIUZzKl9t04992kDVerzLx6vMOoHgQgAIE+J9Ddeye28WUIq0b/yfVpJ6SkjXaEVZHubKBRPmmBdQs+T9lTYA57LGOeKbv6Xednar8y7+U9qISwGtMjzeLcqHm46zEkgrDKx6tKMCNTFu5kPLBO1skyWbYhZgewgtIdZ0NkZInIxg3jihOsviDcgl2BMdgpdv/u7c6pL4ZLtjqnV9V/bnq7zAdEhibG/ROinqAZyVtEnN+edk6LKvmVcxoi2A0L5+df+7fqfcXO6IlWdVfSa7tdvyEZGhyX8QmRyIlV7TmnMVa5S6cWu6eGgwa2UuSuwMbLzTKLMxndYbVta/5GbUwMrbpVOjffJBs9ByzsWIUWD0ODQzI+MS5DoROrT/snzkPj0U6/TcS1RftXy2avmpLFytgcWvV5WfjAu2W1tQhW/mF/5VoOuUEAAhAoRiD9vRPvO50qsT6b6aSp4tfEpvMbEe8/hYXAoX/R/T6j3xNX9uCQ6y+OyAeXbJRb7BtWbfOVitmA9x43n1jdIp17Fofe/fWtP4qNBZHc65bQesSyvVFZ7YT18v+1+TR0kZ7If2JVuxGoHVhR/NQL/1wu+rdvyL+qVeridlaRlmVLE9f+0KaSt3ZUTu4aORRcPw+tWicLH1jmjOEQp/T5O1tLp/epPuccow1ceqnI/fe38T2mtxlhFWG1/PnFILR5hVQvbAQnZb2rGuOuyCOeWGNP1EMybp2onRD5i/cMyT9/znotOE6I95wmHL3rKhn6yj22aOq0IXjR6A7NiKz7WkfW21fwh+RvbhT55G1B3gt8p39IrnrXuNzzFVdkfcO4K3KW4QCmO6vBAsETeZWFSkh0tdsrbkgEq/1qKABFnB25c53ItY5QfPHii+QHWyw3wnXslHYbr9iUb4XkmJlAur14zow9JkK2ai8ubx4PbRa4/a4Jq+JvJOj5iC6seiKp7aSe7px8nwiPE2scBgsodQxqi9vwBkneHffMDHkQAhCAAASyE0h+7/ibwAYfIuxXaT6b/36KviP8jUDTu8UPY5P+PvTaGKmj9r7T312B6KX7mSLzRGRXS32l4jZg+ZFn3htc//dCAfiL+7569+dft1h++chTiu/l2b3bbn9zuh/DmGWfREp+spiwGvZFAx/ZmoOCdVHksE3P9U18+42HckLCaoSDd/Ai8/p5SEZXdWT1zdYqMjjM4x8QSphf84YhK9lwcmbXx5y196uuDTgQWPMjrCKs5pwQMj7uX5Nwd56kpg8jadczxBdlLCfEc7wST3GG46h6E7n/Ygh2gFWxyXeaNYddEVb9F2gwofqLg9JfrlkWBtFnzKdZvfYGQrJZWNUXC76wamg3wmrGMVTbY8lxzrSNA4Ot6tfRvFPYScJqsHngj6GEGKta/v5L3cn/dPfDa3HCqj/WfWGfExy1mRUFQQACEIglkPDeWbJOtnTWO6fv8vpOoblefUeEF9/mq9QG/ynmVo7u90Vj8Kv5R5716+kKq630lYrbQJqw2lfv/gLrFmtYJYYC4Bp2gbm3iLBqOJCj+amLZKt9MzHwe7W1Vk99u6MbwS/LwaQs62f3AMZgEEYw7iZn/4bC6GPOoTXYAgndBG7le0yfahBWEVYLvHwyJHFf6v5uXeniobkOwQmC0O9LvJAEwQnNyKkDUx1zCqvOC8ATdNUTq+H6ui/Zp4OToPYTpXCqQlgV/+pdkrDqLWIQVjOMkZ55JIu9KB9y8+qthsHIdWI16mCGQwHYn8AKLWa1U67uqQxJEVajiBFWe8bsqAgEINBiAllPK0Z9p8RN6dCHVdR3hC+smt4tGU+smjbUIwt/Q/5REdZrP8KqKjqpvR0VoHSbSTqx2k/CapF1S6ywGg6FUcqaoi3TVAFhNXRCOOqnnikb2yCsmjhETqwmC6taiDxlcy3L/NqaE6vTzTkirAbagK5hZFxXNnBqQVhFWC3drE1xsZxCqhY1lFOV9nV99SNOQRyrKk+sxgqrqc6Noe6FeyYhRpjn8A9eJe+auEe+EreL6l/xj74IEVYLd0yPJsz7AtRtVbuO5scN1k+UOhsGXiiAZGH11oHVcpMXby7sXIWuu6UJq+XELO7RbqNaEIAABPqWQEZhNeGWhHEjOkFY1eK+xy7cE/wn5XRO+JaEtbDXfN9Q/girJkPNawNNFFaLrVvCwqoWX1WNO5+69ujbCaSCihcQVk0h5DQ/tQnCapYYq92fWE0TVpPm12YIq33AGWE1dd7xhNWHH3449dnwAxdccIH9p9mzZ+dOayUoo+w9e/bIwMBAofKtRI/uRlgtDC8pobMD25F1d4osu3ajG3/RPodW3T9fNFTDDgQTlR57qZoYq/EnVkNXowf/Rm6UT8pt1segbBE4cOZLiUNr/KqtsrPkC6sZY6yebn00yIobmxRjNYh5SYzV6sy8/JzThNWw46/bqllY1ePb6cJq9ONt6olVX1jVxNhQjNWsJ1ZDz5VzIrz8HiBHCEAAAu0ikFFUC38IcXBUPv/WbfJu+yM9CddwDe8IX1g1vVv8E6vqhrx6w0m/8pgorBryD8dY9W73EGNVvyatjoGkOLtpoQD8j974p4erPthRcPQWXLeEY6z69hX6hgQ+T55+KSKsGmI5G4XVmLVWz4cCUOe9UPzMkmOsZhZW0+bvPF0+Lc+a7KxPOIdjrCragIOSGKtliJsIqwUG5uHDh+XZI0/IOXMHC6R2kuzYsUPmz59fOH2VCe2dpR1BjJRSxMKUCmsf2FGc5OA60a0yuuMm/Wuh7m5u7JcG83zV0L8OHYQCUJ2/oPruiT0JxEr/tzJ3l01fxzVOfApY9QuMMR8h006sWk5BTPwx7XSIW0QddlClXTcz7+QYq/aL0v8gm0LAs1Wl/7UPvqmwtK+lOgK9+k8PBeDt8Luv6SUjsnGDE8x+9J8Wyrb/uVrGDYtm/8Mk1pOrPi8LH3h36MvAPbqwaqZR0SoIQAACCQTSNvRCVwztnKLxuf0CPN8lMRSAFwPcJ9uouwAAIABJREFU8G752loZnqtU1+g/jcjoqilZ7fp6npgV3IzQ36Uj6rtL+diSDiW4TaX+vR2+UhEb8A4jKOGplG8oqB/Qifjcav/2yNjsZt2i+t5hn2doyYjIho3KB3d7pME9XY0UX9j71kZIUIys30Jz0KmmuST0tfvewJLQfrW+avs+KLLaPXQT4VBo/ezO0cYbBcnzqzZ/9wbQmFr0OedwCEO3lf7hNaXV7XiP6d2MsMqJ1Z6efqhcrxPwdtmsBc+oyC3OF9zbOJn2ek9RPwhAAAIQgAAEIAABCEAAAl0T0D68VvGt1K4r28cZwLlvOg9hFWG1b4yVivYogfCJ1TJP3fZok6kWBCAAAQhAAAIQgAAEIACBVhJA8Kun2+FcD+cSSkFYRVgtwYzIAgIQgAAEIAABCEAAAhCAAAQgAAEIQAAC7SKAsIqw2i6Lp7UQgAAEIAABCEAAAhCAAAQgAAEIQAACECiBAMIqwmoJZkQWEIAABCAAAQhAAAIQgAAEIAABCEAAAhBoFwGEVYTVdlk8rYUABCAAAQhAAAIQgAAEIAABCEAAAhCAQAkEEFYRVkswI7KAAAQgAAEIQAACEIAABCAAAQhAAAIQgEC7CCCsIqy2y+JpLQQgAAEIQAACEIAABCAAAQhAAAIQgAAESiCAsIqwWoIZkQUEIAABCEAAAhCAAAQgAAEIQAACEIAABNpFAGEVYbVdFk9rIQABCEAAAhCAAAQgAAEIQAACEIAABCBQAgGEVYTVEsyILCAAAQhAAAIQgAAEIAABCEAAAhCAAAQg0C4CCKsIq+2yeFoLAQhAAAIQgAAEIAABCEAAAhCAAAQgAIESCCCsIqyWYEZkAQEIQAACEIAABCAAAQhAAAIQgAAEIACBdhFAWEVYzW3xTz31VO40JIAABCAAAQhAAAIQgAAEIAABCEAAAhCAQK8RmD9/fuEqIawirOY2HoTV3MhIAAEIQAACEIAABCAAAQhAAAIQgAAEINCDBBBWBwr3yqO7EVZzwzt69GjuNCSAAAQgAAEIQAACEIAABCAAAQhAAAIQgECvETjmmGMKV4kTqwiruY0HYTU3MhJAAAIQgAAEIAABCEAAAhCAAAQgAAEI9CABhFVOrNZqlgirteKmMAhAAAIQgAAEIAABCEAAAhCAAAQgAIGKCCCsIqxWZFrmbBFWa8VNYRCAAAQgAAEIQAACEIAABCAAAQhAAAIVEUBYRVityLQQVmsFS2EQgAAEIAABCEAAAhCAAAQgAAEIQAACtRJAWEVYrdXgOLFaK24KgwAEIAABCEAAAhCAAAQgAAEIQAACEKiIAMIqwmpFpmXOFmG1VtwUBgEIQAACEIAABCAAAQhAAAIQgAAEIFARAYRVhNWKTAthtVawFAYBCEAAAhCAAAQgAAEIQAACEIAABCBQKwGEVYTVWg2uX0+sHvzPx+Sz394jP5ITZPhPXyuXvnJ2rdwoDAIQgAAEIAABCEAAAhCAAAQgAAEIQKC3CCCsIqzWapF9KazueUxWfGqXHBw4RV4nL8iXdojcdN2b5NLfrxUdhUEAAhCAAAQgAAEIQAACEIAABCAAAQj0EAGEVYTVWs2xp4XVgy/I/oNHIjx2fW+7vPfxU+RLy8+TebJXNo9tl/tf/VpZ88aTouxmnSAnzppRK1MKgwAEIAABCEAAAhCAAAQgAAEIQAACEKifAMIqwmqtVpddWJ2UsaFrRD41LsvPr6eKk198QK55JKas406SsesvlAtlSsbumJJNv4157twBGb+8U0+Fqyxl+5gMXbfJLWFQVn51rQzPtf7X6RfvF+svV4b6aPKOIblG7pLx6xeEamju073fWCHDN0+4z14pd40vFzWlOT+9Hmod0vKzW3HHkKzvbJa1f36qU67WXrVN0fbKEr1tdnkPLJTNa4fFza3KnunpvO2+2qD2ocVvvXR8+zFUP8TeZFNeKnP+uj06z4bsaPdmWfHObbLwq0tl6p3XyCZTH04tNdisW7Kdfo14Vmr/dXCloc/3yuYVw7JGlN9Maa30oTo4JcWln5KloXFhtGMfr8Fu/d8sNotka2gcG7kZxkZS/2i967ZbVgXjTB+bwdPB+I2rd1x/evOSk1esfWTubwN/04irwh4M9uS0R62AwsGug9kubEvy5qUPiKx+5xpR+yHRdgz91tOTDpVrL4GS/RR9flL9njDiJD9I/21Qmf8iHRVbf3f8JvhF7e30oOVp7xN9/oz6lk1iGH33xfsuiTaZ4q9kHyNJNpxjjPRZJ6Xy8X1R3Xfps2bGVzdhTvMTWc98ruP7z5FxrPhCSTzbNL7NwKNr6qjPaKX03mXx4w7O5Y1AhFWE1fKsKUNO6cKqu7B1FYywaJehiMKPWMLq+tP+SNa++RQRS0D9hx2agGjO+GS56+8vtIXAvd99SIaf+YP+F1ZDC3ZVOHw6LJraL9EpW3gd+oEikGpCRkKfhl6wqoiqTfSG/Kbe44ruan0T8tNe6tdtksC5DIl/SpuG51q/bZVFBlFLE2ONIlthU+zPhFY/fHxKOtao8frGFuIThFXXCdPHufPynwovSHPkb9vRjrC4qQiroQ0B29bihNUYocko+FvteUjkyg1TgZhsFMBi2pg5fSAkahsEvuWkCdrm3yPcTP1j7LOoyVp5bZUrZdOOkAMd5uzm54zHp432Et+fyuIk1j4c4T2y+WLqbxP/cNMqsQd3jhwINm1MC2XtbzmF1QnfuU62HVO/9eeERK0bTaBsP0V77ysbE4YN08jc76cdFfn4sOi+ifXeMYgoCfU/NYsf0+jOLdq4vbL5jnEZun5YxN6w7/gb9fEb/kXL6qF0xnefiBjfVdF3TVpL9n5jTMYvXi7DTwf+vnXQIvFQQawNn25vPmcaI2kV67XfE+cQVdRK2rTptUblqE/SnKb5ptfIJm/NFBGaFft801Z/fRm2t1aN70gX5NFJJmXsDpHl1yeMu4Rx3W7OOWxfeRRhFWG1mOUUTJUurHoZOxOH//ItWF6eZAirDi3LWVoto8FpTkUcO/OLQ7L1Teop4qhAEy9SRfvUXsSr+RnEgkh+IYdN7eP0/ByhtLNqSrZ5bYzkZ9VztcgH1sqwWGKhyGjSadSE+uSxv35/1uunzZ31ikiZIPC5Tn/HdCo9wQ4y5R/uE+3E6nrprOrImgdSBD+7Q2IEUO9EYEic805CL50aDk5ExwhgkVPTyknqLOnt2oVPXmvOa9JJ4Zh+Ubkl9U9oARG1XS9/64RwUI/YucHPT3/ezze2PwPBItH+Mva3sf+0xlVnDyobZ1MpEAXCc5y9aWCfRM16YnVKFq6akjWKvZptx9xv/T43Uf/mESjdT7HFKeVdn8fP8HykuxfKts/o/kLcHJ2r/imbKM3r3WItmrxjhey83H0n2Jtki/xbKImbp8WK65lU8e8+wwa179ek3CTyWrd9TFb8bMRZD3QzRjwb/mpH1od86ng/pmcQZ6tIJj5pm97ZiurFp5LmNOfGo+Ozbu2slKkH3HkyzEz1rS/fGT8nt2h8x/d1mk5i/b5Rzly7XBYYOPvj7uJxOJc4oBBWEVZLNKf0rPpHWD0gux5/Wp4+mNKmWSfJ6149R2Y16cRquMmKUy9hIdRwIjGPsBqha1jMhPNz/r8jV27Y5J8ojj3ZbLhyYonGo7I6JB4rNVFfQNq1FusZw3UyhFX/Cru9EXK6ekU5TViNF4Z021AciAz5R06nhIXVr+oni+JtNo8TrDxr7QB7V51Mi+LILr3tcganNdPSu3DKFlY1bomL+Qwnkd32W6fcvVO16ZzNwmp8f3rCapp9ZOnvGP4RYTXjgjRXfzr13/ZWJ2xCogjgzTc5hdWldviHoO5G21HmMrXf0t/sPAGBaSbQtZ+ibKjOTdq0csWBlA1mh0bawjfkd8RtlOBjpBtXSGhx3qfebaMc/ZBeUo89kfbu6+bKefjGVvYxksW3zz1Geox8tDpZ+OTxKXu+wckVDPuQ3trK8l08cT1JWLVPWbqHXCJzclvGdxLi5HktKnSrealpk+wWznlHIcIqwmpem+nq+f4RVvM3szGhANSmh64SRU6ElimsxlwxNgqrN0sQ99UoUgVxU33RVXmBW9cb9FO5epxVP0xAlit5LHrcK2eeSKq+sPMJq+FYS1rf+YvOcP6GGKvh+KURYdU9jezmeXpsKIAcTrBmB0o669RzOD6rNcbCdUxMX16M1eDKfQq3LoRVTbRT2mVfKzKGXFBPSubpT3fRqNU1xv7sfnA4Gvs7jr970sKZFquzBzXuXTXC6nJZkCKcxvVb22NH5/cGSFErgZL8lHB8urgN2yx+kDFedhyUUP21x2L8olr59nxhujCgCnZr/MDobbh+neJ7hQ4KJMZaNd5e8+KYBwaRKVxbrA1njGne8/YXVDB9DsnhQ/RRuyNVjcxpMTcBE4XVBW7cfJO96dfhgzii/Qwtb92ThNXwpkhUVFW/BRFvt3DO2ysIqwireW2mq+ebJaweEjk0U2Sm68Y1Jcaq3ZxgMlUdpywLivwnVr3YQ2bH13xiVf3QUNhRMeWnO96JO3lxQq2FxSQ2Iaw6J+z8D224U4QtHEp8jNVE4U53GPLmn35i1RHkPCHJOsGcLPiln/oIOyYWBXvhYl2zMZxECtcxb3pb5is5FEA5J1bVWGLe68IZ23Yc5lRhNXoiNO3Ealb7SOrvWP7eB+5yCqv5+rOOE6vWRwGDcbXoodAH/AwfJmznYqUrF4fEtRIoz0+JhN+wxSCxY3RaN3W8j8hZ/pA1dpJCIvnzkbJ5ps5RgaBlrr+DMNkvqhVzrxcWOa3qCoBKnHWbfwM/Mpr13RfuQu0asLfxq30rICrM5BkjzkeH423YNEZ63czS6pfEJ/ggb9OFVfOcpq25VDE1QVi1w36pIZHCc3ILxneyzcULq3Fr3Ph3kxJ6Cs5pQz3xd4RVhNWuDChv4sYIq0eel4kv/Ies/NUc2Xj1eTJvZoM+XuU5Q4avlpcurCad1HCNKyLUGq98uWKMezow/AVsL4i/9lV3W/laKZ976zZ5jyb2mE4/uJVBWDUMecPL3eekXz/WErt9b4yx6tqg2PFX8+cfsRnTiVX7JKLj5MoSkU2iivVeTeNjatofL/O/bGpwltOubHebvgJhVeOW1D+24+V8tM6LneX3rWGjIVXA9vMzhwKI70+r/Dz2EdffCf2nxVeuzh5UkTyyQFMGji3YFoixap3UtRd37tjsLNkkUx0n9ID9L6Hf/GfyvvB5HgKVEXBFm5L8lOhCNF4ASfKDrDj012zI8gX6+PqbPzpUGci+zzjaH4ZwDYkbuf2KIO3dFxdjVd/IM7beIFbnGSNJNuxsOmYZI/3VL9n4NFlYjZvTwqcevX4dlJWGuNSev2cJq5m/99HI8Z1m/3HCqnkNGzfukuw28l2VVnJO6wf9d4RVhNV8FtPl040QVn+7S778+cdk7S6RzrkD8tnLO42KsZp0DTVycswgsOQ5sRp/4i4wtGh+IcdEOWFqvQTMX0nXDVd7kSi7c7bwEN6tk9CXupX/jxMkuhwm/ZXceGLXe+HfJXJdQkxK4xWx4MSjfVpaVAHTQ5Ocf3Zh1f2yrXXa1rBAt0uLEf99gWut+wXiyElM104tx/Hq6FX+btPbsnDJJ1aNmxjXbRLtul/i1dQYR8+1kegmRhCCIwhRELWXRGFVjUfrj5x4+4jdsY/rv7B4XKE9qHOXyQnW/pbi4PontAyxWL3TtOGTc5GPRXIav7/m4hbVtmw/JXKiMeHmSqwfFDPXm7olrf5Z/JgWdXdCU81ClbmPnBPIwenBPieY6Ht58e7XiH7QIBC5kkIBmHyLvGPEaMMNFmay8WmusJo0p2kjLXxi9Z3bZKHvZ7n2OXCX2CdW1VPmobXeNepaLLyO6/Ohna36Mf62aYwljLsku7U3ClvPOVtveE8hrCKs5rOYLp/uH2H1iOyffFS2vmxAhl85O2j1/im569M75LP7RU6cN08+e/VrZd4M5+emxFg1XWENroRGr/mGYyxlF1bjdjH1nWxjfqFYUU4dsuVn91Uoxqovttg9qYYkCOWpXZVyzaLl4kOcuOf021vkyg23+B8Z06YPT8gM9aXdA6s2y9KpYfu6ZfTKsjve/Py/I52w+BUW/GNPrNrWYH84aM1AIKBHpjlXTNNPPHt2Gn8dx2bz8htFxm6TyGlp/0NoRdOLLPj/RCb/r2lS/i/yX+T/yP8xztdWvWNOEptOohr6JzauWqzz5iwm5iwXuW3MQMIev7ZUbA4dEdufayVuMyWwv7B9hPs7hb96qtPj2bU9PGvHelUX+KZTqtG5WJkbjXVwKmiNHzu8hbUoMX7kKnTyNqXfIuOrSz+A5BDolkD5fkrUf4iPHxnjB1mbgNdtijTNJGDF19/50F4QG9TLrnkn/Lq1ATt9rP8V7qPmxVhN9r3cGzim98QSR7SKfGfA75A48S/rGEnwxT8lck3GMVKKfdSaSRY+zRVWk+dkpSNC1//19Zdzk3CzfVMoiWfzx3e66Zp91yxrZi9v590kzhpIcc2Ddx+c0/tBfwJhFWE1r8109Xx2YbWrYgolnvziA7L+tD+StW8+ReS5x+UjYz+T+4/MkOFFr5YVb54ns37xYxm9+xnZdkhk1itOk43LzvNFVVueaVSM1UIISQQBCEAAAhCAAAQgAAEIQAACEIAABFpDAGEVYbVWY+8bYVVEDj72b/LeLzwvUyLSmTdbTvzFAZk8IiLHnyx3Lb9QFhyno0NYrdWUKAwCEIAABCAAAQhAAAIQgAAEIAABCEwrAYRVhNVaDbCfhFWRI7Lroe/Le799QPZ7lGJEVetnhNVaTYnCIAABCEAAAhCAAAQgAAEIQAACEIDAtBJAWEVYrdUA+0tYtdAckV3fHZeRrQfl4IxZsvKvhmR4rhtUNUQOYbVWU6IwCEAAAhCAAAQgAAEIQAACEIAABCAwrQQQVhFWazXA/hNWLTwHZPIrP5SdgxfK8CtmxvJCWK3VlCgMAhCAAAQgAAEIQAACEIAABCAAAQhMKwGEVYTVWg2wP4XVbIgQVrNx4ikIQAACEIAABCAAAQhAAAIQgAAEINAEAgirCKu12jHCaq24KQwCEIAABCAAAQhAAAIQgAAEIAABCECgIgIIqwirFZmWOdteF1aveaRLHOcOyPjlnS4zITkEIAABCEAAAhCAAAQgAAEIQAACEIBArxNAWEVYrdVGe1lYlYMvyP6DR7rjMesEOXGW+eNW3WVMaghAAAIQgAAEIAABCEAAAhCAAAQgAIFeIoCwirBaqz32tLBaKwkKgwAEIAABCEAAAhCAAAQgAAEIQAACEOhnAgirCKu12i/Caq24KQwCEIAABCAAAQhAAAIQgAAEIAABCECgIgIIqwirFZmWOVuE1VpxUxgEIAABCEAAAhCAAAQgAAEIQAACEIBARQQQVhFWKzIthNVawVIYBCAAAQhAAAIQgAAEIAABCEAAAhCAQK0EEFYRVms1OE6s1oqbwiAAAQhAAAIQgAAEIAABCEAAAhCAAAQqIoCwirBakWmZs0VYrRU3hUEAAhCAAAQgAAEIQAACEIAABCAAAQhURABhFWG1ItNCWK0VLIVBAAIQgAAEIAABCEAAAhCAAAQgAAEI1EoAYRVhtVaD48RqrbgpDAIQgAAEIAABCEAAAhCAAAQgAAEIQKAiAgirCKsVmZY5W4TVWnFTGAQgAAEIQAACEIAABCAAAQhAAAIQgEBFBBBWEVYrMi2E1VrBUhgEIAABCEAAAhCAAAQgAAEIQAACEIBArQQQVhFWazU4TqzWipvCIAABCEAAAhCAAAQgAAEIQAACEIAABCoigLCKsFqRaZmzfeqpp2otj8IgAAEIQAACEIAABCAAAQhAAAIQgAAEIFAFgfnz5xfO9sCBA3bahx9+OHceF1xwgZ1m9uzZudNaCcooe8+ePTIwgLBaqANIBAEIQAACEIAABCAAAQhAAAIQgAAEIAABCBQjUIa4ibBagP3hw4fl2SNPyDlzBwukdpLs2LFDulHVCxdMQghAAAIQgAAEIAABCEAAAhCAAAQgAAEItJwAwuqEzJlxthx77LGFLOGYffv2HS2SEmG1CDXSQAACEIAABCAAAQhAAAIQgAAEIAABCECgNwggrCKs9oYlUgsIQAACEIAABCAAAQhAAAIQgAAEIAABCPQRAYRVhNU+MleqCgEIQAACEIAABCAAAQhAAAIQgAAEIACB3iCAsIqw2huWSC0gAAEIQAACEIAABCAAAQhAAAIQgAAEINBHBBBWEVb7yFypKgQgAAEIQAACEIAABCAAAQhAAAIQgAAEeoMAwirCam9YIrWAAAQgAAEIQAACEIAABCAAAQhAAAIQgEAfEUBYRVjtI3PtrqoH//NRWf+tPTIpJ8jwn50jl75ydncZkhoCEIAABCAAAQhAAAIQgAAEIAABCECgtQQQVhFW22H8ex6VFf+4Sw6edYoskBfkS0+K/N1fXyKX/n47mk8rIQABCEAAAhCAAAQgAAEIQAACEIAABMolgLCKsFquRU13bgdfkP0Hj0Rqset7D8tVP3m5fPnG82Se7JXNtz0s97/mHFnzxpOiNZ51gpw4a8Z0t4TyIQABCEAAAhCAAAQgAAEIQAACEIAABHqYAMIqwmo15rl9TAav3ejmPSSjX1srw3OrKUrNdfKL35ZlP44p57iTZOyGi+Qi2Sljt0/Jxt/GPHfeWTJxeaf6ylZdQmwfTMrY4DLxeseqxsidE7L8/KBCk7cPyjJZJxM3LAj+mNanuzfLindsk4XGvt4rm9+/WKauCsrZu2WFLL55PNlGrDLv6ciWTwzLqSFeVh3Xd7bI2sXOL5nyq5p5A/K3+37DiKybWC5O71v2sl46xn51bElC9mOnitiQYwOrZTToT9tmVotnBT6+QeUZlalrg6q9OvUNgzfMOYayhlYF9mPsOs3mnSeCsqPjyH0ixE4fa0E5l8qlcr/cbyxY4Z+n3gY+evZOH2x7a7jdTlumlt8oMrZHlvp976RWx1p43CmzRmReCX7z2hPYy8hT6vhXntRsSbcvU1+n9mEDxiRNgEBjCZTsp2T3A5L8IP23xDkmwS/S66K+Uxvbm7kbpjOKvgf0Ob/ZDKO+l8sjjw9gJYnzq5Y4Pn32MRL2q8N+oeLbuHnnNoAeTJDKJ3Gt04MNylultLWelV9obRYZx4oPnzSGmSOja6jkNU38uwnOeQ29mucRVhFWy7cs+6Uz5S/O7YnzgYVGcazswi1hdf3cP5a1bzlFRKZk7CNPagKiubyTZd1HLrJFpL3feVAW757f/8JqQh88HRa87JfolC1+D/2LInaojlJin6oTvVlE916eviillGkJ7mYbcfM1iWzui99f8GTKr2xra2B+Vj/fMiUda9T4IniSsGoSUG0pLiq4Wn30oMjIhqlApA3ZlUPUFWAHQsK+/ffVMjUgslGW+qK/SeiL2Ju70BBVSDX9Te1Sk0ip/c3MxXZudhiE4YgznszVroqxjvn4RKzUsCiweU0tlYkrdmpzt5c2u7AaJ8D7Ofl2YQurVpmGzZtAyAgLsR1FtI6xswYOS5oEgUYSKNtPyeEHRDb+/LSjIrcom8BJIkqSXxQSHoyb1Y3s1G4btVc23z4uQzcMi9ib78Gc32iGRt8rrw8Qz37vljEZf8NyGX468PfjfW83nwQb1v0ud2M2baO6W9OoI33iHJK+1qmjipWWkWn9HlqbRebIwEfd0lmvjWHf17T8vlbPkS6jCac3w4eb9D6elLHbRZbfcLp+QEnh7qzdg7kSzpWOksTMEVYRVku3PmtAW6fSvJOEySfeyi0eYdWVphL64Mx7B2XrJeoJ1ajAo03K7mnQ9D6NEYpsh1Fk4cBqmfLKdf826p1ENZxMtRy3rZ1RmXpAxH/Obp5VzlbprJqSbZ6dZcivXEtrZm5ev9vOkC96pQiAJnE0pj+tE8ZLpxYHJ42NwqortIdFN+/Zr3VkvbJxE3eC0hFXLUdjkWy1TmOanH5XuOyET9zG/d3qdt/xXipT7zAIiXGnrHMLq0mLFUOfxPAxWao+vpW8RN8Uq11Y1fhatxxCwmrYJlwRXj0J38yRSasg0DwCSb5iET/F3oi6RfEXUm68GP2gf1oo29bpPkfSOybOL4rUP+Zd17xe7a5Fk7evkJ1XuDfc7M3YRf7mW9gv7a6k3kod73vF+C6JN4lCbds+JiueGnHWZN2MEd+GLZ9K932iY7m3+GauTSY+GTbFMxfYWw9mWb9H1mZhZt4Nwqmloq8lvI0C5+CVWGs8dS3ayjkyeptTtwjr941y5ieWywIDZ+/dNCqr9YMKCks41zvGEFYRVqu3uBonS11YPSC7frJLdh1MaeKsk+T1r5krs5p0YjXc5KRJ1uCgpTqwxj6NP8FnvTwXPai+RJ3Th/JBx4GOLFy8F8gHRVarCyVF5LVeJMGiJiW/6q28ASUoL/jTVYEtzYmMOgbRhaiSh3ViwgvvYLQj83X1wCb1XdvYq+kJi4Cgs2KcmsQ5y2uLWViNPVVTSFhNOwGqtMQ7dRre1TZaZtAflgDgh9SIaXdtJ1b9jROv3crJZ9smV8t4g64cNmDSoAkQKI9A135Kdj/AFgdSNpidhqUtfJXmJ703EkTe8gD2eU4hIdXbRF9kh6bJ0Q99h6Go75Wloc5BBIehZ88JvndSlrE2rI+7LLXq3WeyzCFpPnHvti53zcJzmmltlltYjQkZ18o5MnleS96wCNJGboBF1htKz7eSc27LL5wAYRVhtbDxZEronvzSruBmSljsIV1YzZ9HY0IBqE0P9UGWBUWisBrbpwZnQ3GUw+WG48gEVyEUx8Y6QacKq8oL3Lompp4Wic8vvx20MoXmQKkv+3QnMvYEpBdXWXuRh09IRmOsRmPa6c6HWt70CquG+Klxwp9RWDXHX3Xa/3Q0tq0W+0ok4BTPJ9aW/bzC8VxUDLRhAAAgAElEQVSDMC5e2uzCalJ7rFjIaSdQrRJVe4sJKeHH7067QtXKkUyjIdB/BEryU7L6AVn8ID8sjRoXPI5skq9rCivTfz1UcY1N4px+XVakvu81VNxYPfs8vlesD2CusUmYyTpGtByNNqxcjY+Li18ryHIKS+eT7hOXU5NpziUyp8WszdKE1XA4jw2GcdzaOTJJWA1viqj2oH+zwhg2Bc7TMoAQVhFWKzK8wCFKjh1SbvH5hdVDIodmisx06tEsYdXcB1kWFGZhNa1Pw86G/lJQyw2uabu76PZLVez4iaergqn2wtYdb9VhTMpP+fxWucbWsNwiweet9tkioSR8vMqFoC4MYsIAhD8wZYuCbxg3xPQ0nFh1HTz9I1eOIGhdc1E/YuZ3S8NPrGqCcgKfePs3OHS9fGJV+bheMPSafIqpYRMMzYGAkUB5fkqSH2C9J7x3kOWT6jdorIrp/ov/PlQ2ytR3ZHhTa/WEaZPHE54aKgiWadGR06pu/HYlXnmd32sos2lpeRX1vXwfwPaj3A1qTeCMCjN5xojzQdssNmy+ZZTW7l78PdtaounCqnlO1kR6dW2WIKxaMfQ1oXrJiIxsEOUEdRb76kVLKatO8T5s3GlV07vJHqnqh3zhXFYH5c4HYRVhNbfRpCdwJ8ppuLKZS1g98ryMf+HfZeXzc2XT+86TeTObJKzG90ExYTVLn4acjdDOum83S9bZcXfMscmcD0dYixT935CMWrHP/qf5C/Kff+s2+dQ0xfVNHw/98ESSyBaNpxVtUZDeWrDqQmfMSWYrHIAV6kGJl+rlGz6FGhX6k8pzcpmuGKuxp70LhQKIi6+mL2SS+DiLI9O/HhVWtY9HeCdWt0jnHuWDMkpzYk8s98Owo44QaDWBcv2ULPEB1XdMXCgAKzzKsg1ZvkCf4BfVfFur380o6pc6QkHzYzCm+V7ZfABj/xvE6jxjxPzxTD1Oprdx25QYq9n4NFlYjZvTwqfHPYtz12ahuNSJfrB3C5E5MiHUjDm8hiOeZng3hYXvd6yWum4O9/u7qNv6I6wirHZrQ5H0qfE5Sy8xyDCzsPrbXfKlzz0qa3eJdM47S+65vNOoGKtJfRCJARn6CqYvSikfisnWp8nORuTE6gMLZYv38aq4eDCGnVCvtyMnVrPkV6Ht9XXWxpg7nsO/TuTaDLE+bSdeQrvRMR+i8k4H2WJ58tXzuI/feTa5TpZFTqx6O7r+aXmTA5fm1JmuJml/M9t7ecJqyheBJ7xQAIaQAcrHA6wTA/mE1dWif8zLcbS9j3/FC5lZFhspoQBcvsFpMF1Y3fZWK0SCFVLAl0e0uvX1GKTyEGgZgUr8lIx+QKwfFPNOMm5N+XGto3MsGz55jNn87jD3kXOzqTE3kRJ9rwlZ7sYW10WRQOSKhk1S3o6G2zyRU78JsRiT3/XLRPyPfhpC9uTp/h56NhufLL5ODzUqR1WyrfVc31QTSNW4qa59DqyTiUu2Bt9UcOMke34cc6S92pbN7zccGjDdHou5UWZ3rzaP6Acv4JxjAJTwKMIqwmoJZqRnEY5P4/xaz1UoXVg9Ivt/9KhsPXlAhl85O6jk/in59J1Pymf3i5w4b57c875zZN4M5+emhAJI7gMlLpJLJRyuIfxyzdan2YVVP3aZcjLVGDIio7CaOb/Srb0ZGca9eB07eLOMbLhFNpqaqp1KN+10x19zsct8+Y0iY3vsL4SqCyXtOlZcoHXXyXjzko1yy4Zw5QzzjeG6fNKixHdWlHie1t8CO42xd8NGhZ1XjhirIuG4p6GT2uqp7/kbFcdV4ZDkhDmzndmhM500V/rZPBdY+V0ql8r9cr9xSHjtCQmrN+vBHXS+1v+pC7bovGUXNQ03I5ox6mkFBKaXQNl+Sj4/IMYPEissUfRtZ3pXxNc/7uZNhpNG09sl01N67MdUwn1UzzqiTgjJvtdSsTdGTaF+jDe/1JrH+ePRk4fmcG1xJxRdGw7VKdWXqhNqV2Vl4dNcYTXbWi8krPo3xBR/TglJoV9Rt8KLWd5+in111Yf9lNjshxsF7phboN7Yg3Nv9DvCKsJqb1hiSbXQhNXnfiJ/f9vP5P4jM2R40WvkprfMk1m/+LGs/MwvZNshkVmveIVsuuY8X1S1pYbvPCiLd8+Xics7JdWIbCAAAQhAAAIQgAAEIAABCEAAAhCAAASaSABhFWG1UXYdDgVw8NF/lau+8LxMiUhn3mw58RcHZPKIiBx/sqy78SJZcJzefITVRpkDjYEABCAAAQhAAAIQgAAEIAABCEAAApURQFhFWK3MuKYj42iM1SOy68H/K1d9+4Ds9yoUI6paPyOsTkevUSYEIAABCEAAAhCAAAQgAAEIQAACEOg/AgirCKv9Z7UJNTZ/vOqI7PrO9+TKrQfl4IxZMnrtG2V4rhtUNZQXwmqjzIHGQAACEIAABCAAAQhAAAIQgAAEIACBygggrCKsVmZc05GxWVi1anJAJr+yXXYOXiTDr5gZWzWE1enoNcqEAAQgAAEIQAACEIAABCAAAQhAAAL9RwBhFWG1/6w2ocbxwmq2ZiKsZuPEUxCAAAQgAAEIQAACEIAABCAAAQhAoO0EEFYRVhs1BhBWG9WdNAYCEIAABCAAAQhAAAIQgAAEIAABCPQsAYRVhNWeNc4iFbOE1WU/LpJSSXPeWTJxeafLTEgOAQhAAAIQgAAEIAABCEAAAhCAAAQg0GQCnrDaTRtnz55dKHkZou6ePXtkYGCgUPlWokd3I6wWhteTCQ++IPsPHumuarNOkBNnmT9u1V3GpIYABCAAAQhAAAIQgAAEIAABCEAAAhBoCgGEVYTVptgy7YAABCAAAQhAAAIQgAAEIAABCEAAAhCAQG0EEFYRVmszNgqCAAQgAAEIQAACEIAABCAAAQhAAAIQgEBTCCCsIqw2xZZpBwQgAAEIQAACEIAABCAAAQhAAAIQgAAEaiOAsIqwWpuxURAEIAABCEAAAhCAAAQgAAEIQAACEIAABJpCAGEVYbUptkw7IAABCEAAAhCAAAQgAAEIQAACEIAABCBQGwGEVYTV2oyNgiAAAQhAAAIQgAAEIAABCEAAAhCAAAQg0BQCCKsIq02xZdoBAQhAAAIQgAAEIAABCEAAAhCAAAQgAIHaCCCsIqzWZmwUBAEIQAACEIAABCAAAQhAAAIQgAAEIACBphBAWEVYbYot0w4IQAACEIAABCAAAQhAAAIQgAAEIAABCNRGAGEVYbU2Y6MgCEAAAhCAAAQgAAEIQAACEIAABCAAAQg0hQDCKsJqU2yZdkAAAhCAAAQgAAEIQAACEIAABCAAAQhAoDYCCKsIq7mN7amnnsqdhgQQgAAEIAABCEAAAhCAAAQgAAEIQAACEOg1AvPnzy9cJYRVhNXcxnP06NHcaUgAAQhAAAIQgAAEIAABCEAAAhCAAAQgAIFeI3DMMccUrhLCKsJqbuNBWM2NjAQQgAAEIAABCEAAAhCAAAQgAAEIQAACPUgAYXWgcK88uhthNTc8hNXcyEgAAQhAAAIQgAAEIAABCEAAAhCAAAQg0IMEEFYRVms1S4TVWnFTGAQgAAEIQAACEIAABCAAAQhAAAIQgEBFBBBWEVYrMi1ztgirteKmMAhAAAIQgAAEIAABCEAAAhCAAAQgAIGKCCCsIqxWZFoIq7WCpTAIQAACEIAABCAAAQhAAAIQgAAEIACBWgkgrCKs1mpwnFitFTeFQQACEIAABCAAAQhAAAIQgAAEIAABCFREAGEVYbUi0zJni7BaK24KgwAEIAABCEAAAhCAAAQgAAEIQAACEKiIAMIqwmpFptUsYfXgfz4mn/32HvmRnCDDf/paufSVs2vlRmEQgAAEIAABCEAAAhCAAAQgAAEIQAACvUUAYRVhtVaL7MsTq3sekxWf2iUHB06R18kL8qUdIjdd9ya59PdrRUdhEIAABCAAAQhAAAIQgAAEIAABCEAAAj1EAGEVYbVWc+xpYfXgC7L/4JEIj13f2y7vffwU+dLy82Se7JXNY9vl/le/Vta88aQou1knyImzZtTKlMIgAAEIQAACEIAABCAAAQhAAAIQgAAE6ieAsIqwWqvVZRJWt4/J0HWb/Hpd+alxWX5+9dWc/OIDcs0jMeUcd5KMXX+hXChTMnbHlGz6bcxz5w7I+OWd6itbdQlaHwzKyq+uleG5VqGTMjZ0jQS9IxLun8k7huQauUvGr18Q1DI2P/eR3ZtlxTu3yUK/nCCpMT/7Z6cuErIP+/kNXvor5a7x5eLUZK9sXjEsaybc35YodYytXyjN4ErZvHZYTq2af5/m77BXmVt9tF46hn6N6z+7ZyM25PaDKPxtm1kjXnf6yJQ+0m1Bh2rb7ekxeViPqvYRsrdFD4XbKSJ2faZkqW9v3t/0Og6u2ixr/9yxoLj66WMqsHOn3LBxqONT/y0uf7UOfgp3DKhl7/3GChm+OULYTjK4/EaRsdsS+Rv7MjS/25kprM3j3dD/fTpGqDYEIFASgZL9FH2+i59Xk/0g3UcyzrVe8xP8Ir0u6ju1JHYNyCbu/eS9w+J9wQY0PtSEqO/lPmDwkxJtMs6vct/R2ceISLoNO+/1qffUs8aro9dT+SSsdeqoX+VlpK31rApYz3yu46+lIuPY9eElxv+MaAKh/CpvY88UEF0Dm31+711mfjelzaPaGkHpt57B0GMVQVhFWK3VJNOF1ZAQY0/SU4qwV111LWF1/Wl/JGvffIqIJaD+ww5NQDSXfLLc9fcX2sLd3u8+JMPP/EH/C6shgciedB9YaL8Enw4LXkr/DP1AEWFUUSohv1M1oVZfyGiTvSZy6WJnVAjq+GKqKtJY/72+44laygvJFtcCQSzS3h2BmKfnUZ0t9mXOVj9/fEo61qjxHeUkYdUkoNpSXFQwt+zsIZErN0wFIq1JyPTE8wFHNC/UX7GOr0HgTLBzR2hdI6IIqb64n1S/yJynlxvYsGMl3jgxbUAZ2+/Wq6NtSFhjarVMDYhskqX6pohrjBHBMwN/uzfVOcMg3npMtr3VGZuxGzPh/u/LQUKlIQCBUgiU7aeE5l3VDwhvpEbmKD/tqMjHFaEoSURJ8otCQkH85nIpJBuUyV7ZfMe4DF0/LI4oY/YFG9RgpylG3yvY2E3yQbKw2PuNMRm/eLkMP62vx5LGSFg8M9lwku+SpV4990ziHKKKWkmbNj3XquwVSlzredm4HLwDEJE50l3fuT6yXngwvoM5OZRf9tr28ZPxa+BooyZl7A6R5defrm9iJAr8cO7GOBBWEVa7sZ/caVOF1cjOk7Pglw94JyZzF5k5AcJqINSsllH/VJ0jdDmnDs/84pBsfZO6uxwVzmxnaSoQZ6z/j8vPOQVryy+xJxvD+QUdatjttgW4Rb4wFKQVGRvaKouU04Teb5s762PrZ7VXE7JauzOaPoxUnkH/JwurxlOeBsaeQLh0ajjoD6Ow5wqNrv3lF1bNp6ADG3VOSFsnR9d3Vkrn5m0xQq+Tz5QmqkZtPWJfxrGQLKxaSZwFSrCI9EvSNhO8vxrGjcfyqx1ZHz51643Q8KZKBv72yPbSXb7TFpp1Qdclq9TTtAAz9n+6SfIEBCDQUAJJfkURP8URp0RGvRspCe96az4y+kF3L5Rtn1HycOe/8GaYN2dn9rNi5tqGdm3hZk3esUJ2Xu6uFWJ9QeUmVeGSeithvO+V7oMEPnhMm7aPyYqfjTjrgW7GSNiG3bwWDqyRKW1N0Vtsc9UmE58UnzhXgb31cJa1nj13dlbK1APuPBlm5vmzyhoy8GeV8a34pVp+vYWk4tqknfi2ft8oZ65dLgsMnOPWR9o8CufcfYiwirCa22i6SZAqrIYzN0wG3ZSflFYXVg/IrseflqcPppQ26yR53avnyKwmnVg19YErtkjcgkK56h0vhLoZGxcJJQmrtkDrCajJL51Y0U2pn9XeiLB6nSjhBaqyxn7LV2GtnQBOcyKjfRTtFyUP68SEdxUl4cSkevrRtKg103Xq4qWNPhMVOEdldbCJoNUnrd1O7kYbtE89qDaWLqwaBeq4/A0nVoMxG9rVViDkObGqMtSF1VCoBENHRIXVmP7vtyFCfSEAgeoIhN7beTeAnZPzwSZ+0qZcrLAaCXmTtvBVcCSJp2zopttNSEh1Nuuz+YLpmffyE0V9ryxtUhlaz2cfI5HcDaewrTFqbVLrYzVLvXr1mSx8svmGvdrCXPWKEdNHPyCy2tvEyiqsRsa3d1JbRMsvVwX7/eHk90tU6FbbG5MWzl0bBcIqwmrXRpQng8zCqhKnJTEeUJ7CU57VhdX8GTcmFIDa9NB15iwLikRh1Xg92paYyjmxGo6jKuYrN2nxqLyrU/ZzfigA7/oF8c4io0NzoNQXdroTqduL4XnNIVd+F3N81CwxTMUQKzf9uqVJ4JTgek2aoByKLWrV0zqBG42ZGrav7oTVaP4i+pyqO1hx49csrEZj3Ibn666F1bj+90+755+rSQEBCDSIQEl+iuMXBFzi4vtn8YP8sC9qXPA45LF+kRuP8LpNkVj2Deq9EppiutkWio8f4wuWUPj0ZpHH9zL4IF68d1MjTMJM1jGi5RcOAaSIN9GxNL04uy09nU+6T9xtHXoifWROU8ao5bvnElbjxre7Eabm1xONr6sSScJqeFMkKqquibyb4FxGzyGsIqyWYUeZ88gsrHo5JsYByVxspgfzC6uHRA7NFJnpZN8sYTVwStXFRZYFhVmYMecXdEw5wqouhLpXpN34sHZMHs+xjAhrcfXTnfPBJVeK7OgE1wUzWVbzHzIGP7fjj1ohGOI+XuVyURcGMWEAwuKgLd5dPB79WJQrrOc9sRp3lV7vuRiB06uztQvvX6NPdp4Tr7ZXfWI1bI6uA6x/oiq6eTBdJ1bDCxWr+nVttjV/5NJCCPQzgfL8lMg7QJmHrZsr3jvI8oeip+z0+d5/HyoxuNV3ZDB/JflFbuzApgqCZZqd4ZRVqi9YZvnTmFdR38s/kW37Ue4GqeYXR4WZPGPE+eCwyYb1fJskrCbxCQJQNF1YNc9pmkivnlLNcmLVML5j85vGsVh/0fHCatxpVdO7ya83nEvpQoRVhNVSDClrJmnCalSUM+2gZC0t33O5hNUjz8vEF/5DVv5qjmy8+jyZN7NJwqrrDEW+iu5cXc5/xS4+vyqEVa1+imh3uh2HUgwfQstSP7empmsS+cysgU8nxOwcXyRb04RVVwy1vgzrxC71PjDmOeYhYdYoZCqWFIrXmRoKIPTBgfgOij85ai9S5EqRDSJL7Ti+zrPmGKtByAEtZqxXcORKaPqJ1XwxVvUWmufc6Jd6swmr0fAG+olVc4xVtQ56OWknmBs4nGgSBCCQgUC5fkqW+IBepZL8ICu+6zUbstxqSfA7kk6wZiDTtkdM4lzkb42MU5vme6X7ILEnVtNEFtvIEkTCOBsOnZr1bdWw3ug3O842hzRZWI2b08Knx72eHZSVhrjUYZ80Or4T8ouEY+k3K8pT3zhh1aybxN7UdIuEcx728c8irCKslmNJGXNJE1adE4VKfMHI6a2MBRV4LLOw+ttd8uXPPyZrd4l0zh2Qz17eaVSM1aSr/BFxxSBKhdOnxlxNcdDi00dfKub6WfYUL/Al1S96Td35eJGzG88/m4Ax/pvXN3eJXJdyYtXLw/7quxg/MDZ+vfrBCdcxtRyyq6MxO/2TGO4X5hOFVUO80fheTRA4/VOfyoLauLAIHEIvFECkfjmFVW8H2nRtVWVhbpfZyTeNia6FVasPw1cC7Uq5TNyvwKrlmMdmkxcmzCkQgEAWApX4KertloTbUrF+UMw7ydSetPqnbghmgdSKZ8zvg3hf0Nr4bMi/RN9rXJbb4YnWiBfaymm17oPECasm38G22RxjJIsNN+7Eaiqf5vov2dZ6SmxU60OBkXlW9wcTxXtvGBtOvTZkhKc0I0ZYNW0ipW4sZbDL1nLOZ00Iqwir+Symy6dThVX/C9fexVRzjMwuq2FMrgurR2T/5KOy9WUDMvzK2cHz+6fkrk/vkM/uFzlx3jz57NWvlXkzXHfluw/J8DN/IOOXd6qoXm15mq7ein8dzbvaE1QnLOiYdhujcR7D/VpOKIDg6pFXP7ecmHicsuQuuUuuMcS59OoXCgVg/Mp7bV3TkwXFiXeOHbxFrtxwi2wy1Vw7oWDa6Y6/5mKX+fIbRcaedU+IBgWopzfVK5zhKnhXOk0xSO1nIycokk+OGk+Nmq7ZL7lLNnfWi/VFaOOJ1chpV73c9LEUtDRVWI37KIrBCcsqrIY5mBe4IYtQriAGzyd/SCvLoq0nBwyVggAEuiZQtp+iCk5e5eJirEb9DHFioIp1MCD6tjOFLomv/6jIx4dljR6bRUSynILtGmv/ZRD7Ya+wr1rfWqIuiMm+11KxN6RTfBCzsBrnj0dPCprHSNyJQnOIoWZ9vEofu1E+GQSsugyo5HKS52SlsJBAFwlnoYakiB3f8fmV3Kwezs68RjIK3DEnxf13E5xL62eEVYTV0owpS0ZZhNUs+VTxjCasPve4fGTsZ3L/kRkyvOjVsuLN82TWL34so3c/I9sOicx6xWmycdl5vqhq1adZMVarIEyeEIAABCAAAQhAAAIQgAAEIAABCECgOQQQVhFWa7XmvhFWReTgY/8m7/3C8zIlIp15s+XEXxyQySMicvzJctfyC2XBcTo6hNVaTYnCIAABCEAAAhCAAAQgAAEIQAACEIDAtBJAWEVYrdUA+0lYFTkiux76vrz32wdkv0cpRlS1fkZYrdWUKAwCEIAABCAAAQhAAAIQgAAEIAABCEwrAYRVhNVaDbC/hFULzRHZ9d1xGdl6UA7OmCUr/2pIhue6QVVD5BBWazUlCoMABCAAAQhAAAIQgAAEIAABCEAAAtNKAGEVYbVWA+w/YdXCc0Amv/JD2Tl4oQy/YmYsL4TVWk2JwiAAAQhAAAIQgAAEIAABCEAAAhCAwLQSQFhFWK3VAPtTWM2GCGE1GyeeggAEIAABCEAAAhCAAAQgAAEIQAACTSCAsIqwWqsdI6zWipvCIAABCEAAAhCAAAQgAAEIQAACEIAABCoigLCKsFqRaZmz7XVh9ZpHusRx7oCMX97pMhOSQwACEIAABCAAAQhAAAIQgAAEIAABCPQ6AYRVhNVabbSXhVU5+ILsP3ikOx6zTpATZ5k/btVdxqSGAAQgAAEIQAACEIAABCAAAQhAAAIQ6CUCCKsIq7XaY08Lq7WSoDAIQAACEIAABCAAAQhAAAIQgAAEIACBfiaAsIqwWqv9IqzWipvCIAABCEAAAhCAAAQgAAEIQAACEIAABCoigLCKsFqRaZmzRVitFTeFQQACEIAABCAAAQhAAAIQgAAEIAABCFREAGEVYbUi00JYrRUshUEAAhCAAAQgAAEIQAACEIAABCAAAQjUSgBhFWG1VoPjxGqtuCkMAhCAAAQgAAEIQAACEIAABCAAAQhAoCICCKsIqxWZljlbhNVacVMYBCAAAQhAAAIQgAAEIAABCEAAAhCAQEUEEFYRVisyLYTVWsFSGAQgAAEIQAACEIAABCAAAQhAAAIQgECtBBBWEVZrNThOrNaKm8IgAAEIQAACEIAABCAAAQhAAAIQgAAEKiKAsIqwWpFpmbNFWK0VN4VBAAIQgAAEIAABCEAAAhCAAAQgAAEIVEQAYRVhtSLTQlitFSyFQQACEIAABCAAAQhAAAIQgAAEIAABCNRKAGEVYbVWg+PEaq24KQwCEIAABCAAAQhAAAIQgAAEIAABCECgIgIIqwirFZmWOdunnnqq1vIoDAIQgAAEIAABCEAAAhCAAAQgAAEIQAACVRCYP39+4WwPHDhQOK2XcPbs2YXy8Mp++OGHc6e/4IIL7DR79uyRgQGE1dwASQABCEAAAhCAAAQgAAEIQAACEIAABCAAAQgUJ4CwOiFzZpwtxx57bCGIx+zbt+9okZSHDx+WZ488IefMHSyS3E6zY8cO6UZVL1wwCSEAAQhAAAIQgAAEIAABCEAAAhCAAAQg0HICCKsIqy0fAjQfAhCAAAQgAAEIQAACEIAABCAAAQhAAAL5CSCsIqzmtxpSQAACEIAABCAAAQhAAAIQgAAEIAABCECg5QQQVhFWWz4EaD4EIAABCEAAAhCAAAQgAAEIQAACEIAABPITQFhFWM1vNaSAAAQgAAEIQAACEIAABCAAAQhAAAIQgEDLCSCsIqy2fAjQfAhAAAIQgAAEIAABCEAAAhCAAAQgAAEI5CeAsIqwmt9qSAEBCEAAAhCAAAQgAAEIQAACEIAABCAAgZYTQFhFWG3NEDj4n4/K+m/tkUk5QYb/7By59JWzW9N2GgoBCEAAAhCAAAQgAAEIQAACEIAABCBQLgGEVYTVci2qV3Pb86is+MddcvCsU2SBvCBfelLk7/76Ern093u1wtQLAhCAAAQgAAEIQAACEIAABCAAAQhAoJcJIKwirPayfeav28EXZP/BI5F0u773sFz1k5fLl288T+bJXtl828Ny/2vOkTVvPClaxqwT5MRZM/KXTQoIQAACEIAABCAAAQhAAAIQgAAEIACB1hBAWEVYrdbYd2+WFe+YkqUTy2VBtSXZuU9+8duy7McxBR13kozdcJFcJDtl7PYp2fjbmOfOO0smLu/UUNuKi9g+JoPXbnQLGZLRr62V4bk2JRkbXCbeL9ZfRu6ckOXnB/WZvH1Qlsk6mbhB6TUtv2gasft6myz0y0nJz/vZYCN7t6yQxTePG+ouov02OCpbPjEsp6oo8+QXapOJRcW91HPZ232/YUTW+WPWtZcI672y+f2LZfVE9Fm5c0IWPRjOR8Sxkbj5wMtPR6LbpuEZtV4p841m14a+F5M9GcZLUEO37Xa5q8WzWOd3j4u5Xc4zQ3LVu8blnq+YzcBqu8Mx/Ls6npXf3DapzKL9mdwPzvNJ5UXnjwiPBKu28l/f2SJLp9+0DzAAACAASURBVBYbynHJufORqS5Dq7bI2sWnOvPA1FJ9jrL7ar10vDkosV96buhRIQi0j0DJfkqS76DDTfKD9N+8OcfYObH1D/kq/vugfV2c1GK9v5Q3ifEdoPoazeNofFdbzTS8xxJt0vjeE5Eljk+ffYzE23C032J8kj7splQ+CWudPmxutMoJc5r/sPXMPR1//RWxh4gv7cyp1tpAXWva+TWdZ6JRRLkk++BJ7yb9N3UdkGrTjTDc3mgEwirCaoWWaBJeKizOFVbXz/1jWfuWU0RkSsY+8qQmIJpLP1nWfeQiW/jd+50HZfHu+f0vrIYEJntSfWCh/RJ8Oiya2i/RKVt4HfoXRdB0nTCHWUiwUNIMz1Unc9250iZzLT+vJww2Yqr7zR1H6Au9zD2RxhJanH8F8ntwUUicqdZGezp3i/0tU9KxRs1VngPk9W/Icfad9yRhNXDmAwfKLKzazsSOkFCuOVxu34r6TOhvWYXVK3baQmgny4ZC2PYjHejwmXIFP9+ylTEXCP9mJ8oSGgMbDi3/XSFS/d0ZV+6Y8B+3WKyWqQGRjRIIjr6Tpo6/BE7RMRUsrhxHLTQX5DRoVVhNare5jQG/kafShNU8/ZKzETwOAQh0T6BsP0XzS9x5y/V7tM1Xy6OJ9YNGRW5ZLFPe+y9p0Z9Q/1MNvkpks7p7gg3MYa9svn1chm4YFgm954wb/k0hYPS9AlFVNP/C9XsGQocfEljs3TIm429YLsNPB/6+ddBCXRuEx4gk2LCVbrWMxvotfdstiXNI/Fqnb9sbrnjSnOY/GzpsEZkjVfs83T2A4STWD0q0gGesYegHLsKHm0KrABm7XWT5DQ5L87vJyU//zV1rJa2pG2O4vdMQhFWE1cqs0XnxLpTOzVOyqMYTqwirjrOkOz2BGHLmvYOy9RJ11zAqlEROg4UcLEfAXC3yQe8UrGVG8YKL+XSZV0/dRqLPWvlulUUTI7JTfXEYLNdkc/H5LZfTm+ocFhzVHqstnfXKaUCnX2WJyFQncKRt1lMdkQ2inEgPhC/rpOX6zqh0bt4WOkEYL6xGhTbdbiPCq91OxYmzBdP4E/L+wizmuUynII3CqnJK0vs9Mma8MaLv2puETLUI4+8mYdT729c6sl5h4KTvth88cdUScxfJVvVUaE5byyWsRk6kBs5jNmE1a7/kbASPQwACXRMo3U+xxSmRUe8Wi3EOdqptzUNGP+ifFsq2dUoe7rOmTaBc9a/59lbXnTNNGUzevkJ2XuH6lVb/KRvfcX7kNFW11GLjfa/opq1rwfrtjKTabB+TFU+NOCJoN2NEsWGJjJ9ScUxfZpn4dLe5PH2NSy85aU5zbjy6c2dnVKYecOfJMDPLK4/cKAoJf1pVmsszA3FdEI0ksLhtlDM/sVwWGDj764P5G7UTxGo2SWvgOm4SpzNo1hMIqwirFVm0J4ZZi3BLFKsvFEAgrB6QXT/ZJbsOpjRx1kny+tfMlVlNOrEabnKiQ5RBWDXlpy5gnNdtrKMXL1hZtpFiI75zLb7At3GDe+lau26S0eYUZz1y5cJ4qraiIdJz2SqOz+nqlX23X+9cKNse/P/bu99gO4o7v/9fhHKDjAjGMjLoF/l3uNTKgNisE1hvSTay5Lj8ZLmFqQpbhVS1WGtEcGz5QeQUlnhg54EvpiryAwtiG9gInJIoYrbY/Yl94jJIFra03vVuIBYI47I4Wfy7YNDlB1mxIjdw+dX86Znunu6ZnvNn7jlz3lRtJdY9M9Pzmp6Zns9091wme9PpIeIH06hx9Q09yLSD1cdlj8zmIW3Zw2U6/Mg3xK0sgMzqV2iwmr75Nacx8B2Q6kZfUo9ChsINpseqq+dOfo6Zb7WVW+hx8Dpnx66ZYDUb/ug5J0NC8PDjMnInIwVCYPIE+m6nmC98y+4Z3mC1MJVRWSBgHaKq+5s2dHbyDm7AHltBatKmVM8PNY5DwKZG6ycVbS/H9Frh5dcNo6XCz5HCNrIXFRvlWDwNVP6L0qkJwgs7Ar8M8aluE47AjgymCPY1TYV7XxWZVc+ABKt9WJdf18p7htsdDTqy9cDBbJSutxds4TrbR/FZtCBAsEqwOpTTIm+02jf1oWwuW2k0x2oerNbfVmumAtB3PR2yrYYShTxQeHsGaHPvFBtS9YLVqjqiTyOQD0HeIQe1oEUPmOqvL3nzmvdEKYZe9WvQGC9hNKD0m706rtule4N6yEnPa6t3pJq/V82xmthK/kbWCGzdVr65gAYbrKr3tPpQJGvagvyqUpiTWP3JPAesuVRL5mvV55lyz6ckouZ7jafuqJxj1Wyc6edv7hZ2HMKCVXOOZreH+/jqPVaL+5XvdzYs0TO3c0iwmpQg5LiM8XlL0RFog8CA2in29dT3cBnSDsquHcb0Mx5sq/zGrxxzX7fhkA12H1yjoOz5yUNeXg62VI2srbLtpY0Ms+6HVYGmK5gJPUf8ddg17Nj9fYVG/Aa8kWqfCQlWC9c07RwVbXQAwWofNbCqJ6+vY5o5DVoybYrk31JxTGFTfKbuo9gs6hUgWCVYHfzpYbwNGfVg9R2Rd5aLLE8fwdsyx6oVKNgfs6k9FYBdS5zzjtUIVuvUkbghKc4hyFm4ct1hbchYRZ3L1lfsRd3moWZVJ7oZaKa/jkPspKdw9EGgbBoJSYfoFXqIFnusxsPPVE+H6C13rY/ZmVMB+ObkrN9j1T0AJjysq9KUfJ+Nj6sNpsdqYbL/tAHs+nhWNGQvcws4DmHBqmOIfQBJ9JPQqQDcq6szFYCnQCXDgwN3gZ8hgMDABPLwrN92SnIP0+ae1u710XVQvchRHwUsawdl90PtRa5+j8wDLXf5Ex714q6lgeDA6kB6v7Tmu48DLm3e9djfM2fuIIvS9LpC2l5qGLZetuxe/bFj+ccznaO48rZunXMk+chQWB0ue/HdtGc/2yvzyVuNbQ9W3dc0I6TXw1SC1T6qnD9Y9fVW9d6bjKmzSupoyTNwHzvCoqkAwSrB6sBPBl8PrPLJmQdTjFo9VhfflGOP/J3sfnO1PHzrelmzvEUfr1KNIccw2pCeGnbA5J4vp/c5VsvqSDI3p/4xHxWURnOsmttU5bpfdji/MK4eoNzrI1jNzzrHzd019Dv68MFTWyTyjh9KCz1QPcGqCtRkqzUnqyqBrxGQlyuqF4OaY9WcQ1a79njnRS0JEn1BnXNY6ICC1bQXppqovmw+K/t8ih+AvMfB7sWt1ZAstKg3FYBdtrBg1d/YdE5tkBVTq0dRXXUNvWWuw8HcbFkLAn0LpKHNANspvrnl7WCqrB0UvUDccSDkC/T+8qupTMyPDvUN1toVFI+HYx7cVl67q9pevjlWk+WOfMr/4cv4hbYVVhfDmpIApqwXtlUT2xSsVl9D2hys+q5pdu9xVQE2yh7HvNRlbdIksDdeEYTPF9y6K6CvrevqwZ9+dNF1b3JOo5J3iAl9Bm4d7xLsEMEqweqQq92I9lh9e04e/f5J2Tsn0ll/uTx0U6dVc6yW9bzUh8/HB9/6Cmb0T4Xl7TdczjdeNXqsFm6q+XAHu1eC/r/j4Q7aW7nCvsTrNeucf32XycEN+oeEJngqAGc4qG7494vcroJF1XshfegsPOj4g9VszkxxPbB67NOGfSf+Gr059CUZKm79W8WDl6ovcbDq6Pli95BJqmlFI9rz9rfQ8yFb16A+XjUriYu7fPpLB6NRlfVudQcHrgck9YY8n5KjRo9Vo26V1A/jmuB7aEyW796Zzt2r906zr2Xx14+jnu7mCxT3cRnybZDVI4BAQWDQ7ZRCj0bnyJr0qh71hhTtq+qqHRSFBH/i/wCivhNV5feNsKAqhAUr7rZq8Zo+1p6lbS/18npWzIA+D7nKpgLw3sv1tk/FOeKsw/YyJesYt2MTdg1pb7Badk0zjqXdY/UGfSqItH5Oa9dXqzOAWS/a61ld/z3BqutZpvT5xjLUzsmNf2329G9rz/9q62Z+QbBKsDrkmraUweqinPnFSTl84bTMfHhFvp9nuvK97/5aHjwjsnLNGnno1itlzbLkz22ZY9XdI1QNR1PhWE5i9yZ23VzN4UquoW2DCVbjKMuYV1IPgELmSyzWOe/6rCHUVfNVDflkWbLV+3obJPVgk2w9cDSeCiDq9WM87NQJVlVgb4dhaq+dw9lFSucxjZbVh7551hH9LFrP9u712cO0+xzxh74HnUcn+f2lcW9OcyC+iO8cKQarzrlGRUT1uHb9PXOp6DG7adtBOWr0AE9fnHiOQ/m1Iz47vXPOijM0t87ntHear9d6tAVjTmXb3Z5j2Zp/Vr+WOYdYOo/Lkp16bBiBiRUYfDul2KvKP1LK0w6Kprm5vXi1d7UN/OXfI/JN8+M+yUEO6QU7gdXBOz2LfYzaN6VCedtruxyPPhbqatdsu1+iF8Rm70q97pSPAtI/POU+R3w9FNM67Jn7fPxrb8g1pL1BYHX7Lz3C1vD/Qlur8I2BqrlEa7ysH/9Kpu2B28UZcFvnnFqJ8Syg3bvsqXXy5wjuQ8OsQgSrBKvDrF+Nr9uYCuCNX8rXvv0b+eHiMpnZ8hH5yifXyNQrz8ruB16RI++ITF1yiTx82/osVG1TsNo4PBtEAAEEEEAAAQQQQAABBBBAAAEEJkyAYJVgtVVV3p5jdeHkz+WWR96Uroh01qyQla+clROLIvK+C+X+L18rV59n7n5beqy26qCyMwgggAACCCCAAAIIIIAAAggggMAIChCsEqyOYLXsvUjFj1ctytxTfyW3PHFWzqjVekLV6M8Eq73bsyQCCCCAAAIIIIAAAggggAACCCAwSQIEqwSrrarvxWA12r1FmfvxT+XmwwuysGxK9tz+cZlZnU6qau09wWqrqgM7gwACCCCAAAIIIIAAAggggAACCAxNgGCVYHVolWspVuwOVqOSnJUTjz0jL264VmYuWe4tGsHqUhw1tokAAggggAACCCCAAAIIIIAAAgiMnwDBKsHq+NXakhL7g9Ww3SRYDXPiVwgggAACCCCAAAIIIIAAAggggMCkCxCsEqy26hwgWG3V4WRnEEAAAQQQQAABBBBAAAEEEEAAgZEVIFglWB3ZytlLwaJgdcezvSypLbP+cjl+U6fPlbA4AggggAACCCCAAAIIIIAAAggggECbBQhWCVbbVb8X3pIzC4v97dPU+bJyyv1xq/5WzNIIIIAAAggggAACCCCAAAIIIIAAAm0RIFglWG1LXWY/EEAAAQQQQAABBBBAAAEEEEAAAQQQaEyAYJVgtbHKxoYQQAABBBBAAAEEEEAAAQQQQAABBBBoiwDBKsFqW+oy+4EAAggggAACCCCAAAIIIIAAAggggEBjAgSrBKuNVTY2hAACCCCAAAIIIIAAAggggAACCCCAQFsECFYJVttSl9kPBBBAAAEEEEAAAQQQQAABBBBAAAEEGhMgWCVYbayysSEEEEAAAQQQQAABBBBAAAEEEEAAAQTaIkCwSrDalrrMfiCAAAIIIIAAAggggAACCCCAAAIIINCYAMEqwWpjlY0NIYAAAggggAACCCCAAAIIIIAAAggg0BYBglWC1bbUZfYDAQQQQAABBBBAAAEEEEAAAQQQQACBxgQIVglWG6tsbAgBBBBAAAEEEEAAAQQQQAABBBBAAIG2CBCsEqy2pS6zHwgggAACCCCAAAIIIIAAAggggAACCDQmQLBKsFq7sr300ku1l2EBBBBAAAEEEEAAAQQQQAABBBBAAAEERk1g7dq1PReJYJVgtXblee+992ovwwIIIIAAAggggAACCCCAAAIIIIAAAgiMmsA555zTc5EIVglWa1cegtXaZCyAAAIIIIAAAggggAACCCCAAAIIIDCCAgSr0z0flZOvEqzWxiNYrU3GAggggAACCCCAAAIIIIAAAggggAACIyhAsEqw2mi1JFhtlJuNIYAAAggggAACCCCAAAIIIIAAAggMSYBglWB1SFXLvVqC1Ua52RgCCCCAAAIIIIAAAggggAACCCCAwJAECFYJVodUtQhWG4VlYwgggAACCCCAAAIIIIAAAggggAACjQoQrBKsNlrh6LHaKDcbQwABBBBAAAEEEEAAAQQQQAABBBAYkgDBKsHqkKqWe7UEq41yszEEEEAAAQQQQAABBBBAAAEEEEAAgSEJEKwSrA6parUrWF34++flwSdOyy/kfJn511fIZz68olE3NoYAAggggAACCCCAAAIIIIAAAgggMFoCBKsEq43WyLHssXr6edn1nTlZmL5IflfekkdPiXzlC5+Qz3ywUTo2hgACCCCAAAIIIIAAAggggAACCCAwQgIEqwSrjVbHkQ5WF96SMwuLBY+5nz4jn3vhInl053pZI/NyaN8z8sN1V8hdH7+gaDd1vqycWtaoKRtDAAEEEEAAAQQQQAABBBBAAAEEEGhegGCVYLXRWlcdrM7LoV0zctdxrVgbdsuhvTOyasglPfGDJ+W25zwbOe8C2ffFa+Qa6cq+e7vy8Nue3101Lcdu6gy5pA2s/pl9svELD6cb2iC7/3yvzKyO/ucJ2bfxNlF/if7l5u8ck52/l5fpxL0b5Ta5T4598er8H431FZeRVw/Jrs8ekc3ZdvR9TOpE94/N7cS/iJfryvZjO0XbWvrv7vXN/+UumXlys1Gn4n/7hqp0+v6KmH+7We6zt9XA4RiXTcTH/oBuVKwvyb5Yjtrx3/g3+rEw99yoa2mdsutftkS8zrtEv5TEf9uW182kvG7dwnp9dc1ePKhcxToblWV/55Ds/UN1pau+FvrLb9Zho4iO8hWPm31ueY6jfm32eWu/qeVd5ah2yrq22Mc423fvfhePv/vYm3Vpw535sSoeO32diZ1855hs+Yl9fpRcw6KrbeF8GpcrAeVEoAGBAbdTytoB5t6UtYPMv+nXiYKIt/y0O0Jqj3m88iXU9du837S77ea9Vzjuy6V1sqLdFH6OlNdh49hobbKQ4z7Kv6n0KX3WGeU9CyxbyTXNaIt9v5M9gxXO47TNKMZzmXl+J20pu0wl7d7A4o/Xz/K2pXoGd7exlYv73lR2HcW5fo0gWCVYrV9r+lgiLFidFblDBXl9bKzmolGwuv9D/1L2brpIJApQ/+MpI0B0r+5Cue9r18Sh3vzRn8jMb//5+AerVoCkB5Ev26FpfBPtxsGrEYgZDaXoYr5fOio01ZaZWa1f6N03RXXRLwZoKnjyBXnW+vQbvh4IGeVJG4MqeI3+pjUAnKFxzXrW2p9H9eburnSisyYLwa1jn+587HhKe2FS0dgshuHRsZ+V7rTIw7LdDPEVsDMITetbevyj+myGmSVHJyhY7bVcSYiWlyWt26K/VHL9W7G85XXUXb6sMaaft8b+uo6jdf45fdLfTCdhdnkAqe9LgGP0c2f4mmzzyKfskLpYX5zlsa4Hycubu0S0INX+t3rBqhnul74cKpxPrb16sGMI1BMYdDulrB1glaxwjc2W3SNyt/YSuOy+VlL+VbQ76tWF7NfzcujeY7LxizOShDKd7EV4q9tuzraXemln3buiUXdR55X0nhwCPf+X++TY7++UmZfz9n7U0cLVScEXnun+8XJd1W4r6TgRUrhR+k3pNaT6WWeUdqWnspRd07IVmm3wVYVrZFn9zM/vYkerE7LvXpGdeoeennZiHBYyO114O5fEu6JcLjU7KFV1Zkqvo5Pt3FtdIFglWO2t5vS4VHWwGl10D8uWJegVSLCaHNSo0TMre7Sec3moctkPNsrhT+g9R4uBi9loSsMPLZyUuGFnh+fuAC4OHe4W2Tx9l3SN7apybpbON7qO+uJZnwpj9PKk29ijekVrDzVR8Gbsb1C41uPJMeaLqeN+qLNfazR7joP14FjaYzlurIrZU1gdhz/vyH5Xj+XI0nuskoZd985Dsr07M9hgtY9y6eFcIXjWHxxLHopKH3R0E8st2fZu6XzjSP4CpDJYja8W+UPaTS86e4/r14PgYDXY8S7pWD3m46akHZh71ucuj15n87qS9yROD0YauEbbj97q+wN6s8dquXN+EXCfT2N+kaD4CAxIYODtlJJ2gP1wGV03nO2gP90sRx4QydoSrmtRuv+1yk+7I6jWnLh3l7x4U9opI2o3/GRL9tK10C4NWuN4/Mjf9kraOYV7VzzyTOvsULabz+yTXb/Zmqyjn3Mkq8Nb5HDotseDPy9lkE8N+zHb/7JrWjLiMWmbHe7slu6T6XXSNkufQfPgPUcwzm/DJmqHHpTL9lojF8fMr35xq15KaC4OZ197HOf6R0JfgmCVYLW/GlRz6cpgNX1YzYfvNte13wxWz8rcCy/LywsVOzh1gfzuuotlqk09Vu1d1hr14nug0IbwVzZgHRf4ZIqBYkNPPcBEwUXxQSYK4KNGmiuIrxGsWkFvafhjB4I16397f67d4C/Vp2co6bGqTxfhe3vq+fe8jllvYXXgkodRdYwHHaz2Uy47WPUFdd7zyxVAWxXOVz617T0ym4fiQcFq2msl6n3iDFbN3qOhwWo/jq5zrGq/jQdPw7HsISiv8/WC1UPid1al951P7b2CsGcI9CXQdzvFfOFbdq3yBquFqYyqHny1PS4LT2l3VFcNK0hN2pSqbVjjOFRvacR+Ua/tVa/wdkeX8HOksB1Vh+8Qmf1sVzrbHpaH1VDu1kwFEOLT3mC1cMzta5p69ovqwN01g9XC+Z1vrRjo1qvl4/vr8utauYtnWZz7rg4EqwSrfVeiOisIC1bz+Qcre2DV2XjFb81gtf6KWzMVQCGcyocShTxQlAc/yeysxTmeHI0N7QJvbzf/374eznWCVTWXYb7jzqEVoXM+1q8647+E0YDSb9jmnD7ZjtoNaWeAWpw/KFnebBB461tgsOqcY9U1r3Nlr6E65XLM/aqdF2UP9c799QXTRs3yly/fnuTDhQIC8vhoqGF9cbBa3C97LtJq7zqOjvmVC2dT+X4Xy2NPLeLr2dN7sLr3D33OaeG959P4XyrYAwQGLpC+kFfTdfTaTsmmREkL6BtiGbL+rDe/MZ2LZ8+t8hu/ot0RUF1co6DM4bIizXXSCCjw4H5S2vay7l3WfOSlc606R68FtpXtvdPrcNyu0KcncE3dMzieptdUfQ2ZkGC1cE3TzlFJRiLGPfuDeqy6zm91ZJdulGvTdau4vbJgtcwlvTYW7k04D+KYEqwSrA6iHgWvozJYLaypuZtQ/WD1HZF3lossT+OetsyxqoVX0UfE9IeLkAeKoB6rhQ9V2cfZvCkY2zXeqPUfrCZzuOZzcSXzNupDz1U42NKGefDZ6/+hmgfX+EUcnoq3J7LxgbNCMKgNMbfnTCr0ao+26vgwRWCwOrA5VvssV+89VkuGq+sHpKR8UU/0zMHqWZJ8GM5/HTaDVTvo7KHHap+OhVoaut9qwQZ6rMY9ZJ3O6b3E9dGG1vTqGcAFh1UgMOB2Slk7ILo+qhcwUXvIPYImD7Gy+6F2zur3yDzQysO/YohLuyO4kjt6WdnT6TTZSSO43AP4Yd22VxZHqXv+7x/LX4gaL5SLbes650jyMR1HHXa0y0JHsgyAa6irqH6WUCaB0zAMtbTDWrn7mmb0ntTD1JBglV6UnoPlD1Z9vVVd96Zs5TgP5KQgWCVYHUhFCl1Ja4LVxTfl+CP/XXb/r4vl4OfXy5rlLfp4lWoMOR7kewlWi0Gr662YFdxYb9az+rXtPrlPbnN+yd18MAnvsVo6L1D0ZtX+cE1oZZ+Y3zlu7lnj2T2fVqFOWMGqf45RrYdkFrh6GhfeYDUPIgc5FYC7nmsfMlH1wVMuO1g1Pu6V1SU7cC4JoK36V1Y+eyh7XBa5WeSASHmwqm3fM8dqaGCsilvP0T3Hqr6OOvsdl6EwBYJnnro0sK0/x2o+513ROSpA2fk0aXOITcxFlB2tLZCGNgNsp/jmllfzA+qhlG+u+Wge+tsOhHyB3l9+5wfzavtMzgLFdmk6l6M+L3/liJNx9Kpqe/nmWA3oJeoIWUrbyukcmpmitxd2MbBtU7BafQ1prrNQ8zXad02ze4+rkm2Q3Y55qe02m+v8TtZQ1sOy+b1vfou+YNXtkvSm9t+bcB7MESRYJVgdTE0KXEtVsGq/VW7yLXNwj9W35+TP/uvzsndOpHPVtDx4U6dVc6yW9TiNL8z63Jj2F7RdE4/bPUCdc0GWNzb8F/wB9Vh9crMcUh+v0kK+6CEpuEdj4DnQup85539TN/z7RL5QfDtfFqxu/BurB7EB5q4n/uHxdg/KtOGX9syIPk4WfHxLH8z6LZf9wSXXUJ3iv5UF0GY9Ky9f9LLCcMh6eapGmGt51VhOfxMYGJd713CMdtA5TFYPm909plV9Kex3IVj1fFnZMfQ4/ONV2sdECs6uj/15wtbWXUjYIQTCBQbdTim0NUumV/G2g6KQ4PMh05O4XhDm+96WoCn8aPbzS/c9w32MrI9g9rPZUVi2tO11THYWht3n95JoNFrZVACuOlj3HPHdE811B4S8o2AdUIYwn/YGq2XXZIPP7rFqjGC0OwuUeLXyZUlARct+UqNTSaUVznXky35LsEqwOqi6FLSeqmA1Wok5R03Im/+gTVf+yAxWF+XMiZNy+J9Ny8yHV+TLnunKfd87JQ+eEVm5Zo08+PkrZM2y5M9tmWPVniMo2Ts1DF4N7clJ7CFsrpurOVzJNaR+6YLVbC60/Itp6fQHvreszdXJyko7Aj/wPQQm9eCTcvOBH+dfmlfltQP57CF2u3Q/e5skM/EW/7t5183y8LFOHoKrn7gaDc4h4CKi9XBy1/VkpYWhmb71RWfHH98ox391RY1yFR++i46O+qcP1SspT2E+Od/HT1K3T257WH7cMb8ebA5rK573yWVht/VCorhf+nr0IbX20Y29ZZ9s/H7g8TXqklVjVLl62G81fNH4mrLDOmju2HiKiqjX9m0i6RBi+2HTHj5Yfj5tz75yPQKnPkVAYMkEBt9OKV5vfXOs5kOcrXZQflODngAAIABJREFUdP36QvHu5Qqw/OXfI3L3jETBl/kf7Q5nZfN+2Mu+Z7VvKqege4WrnbDtPjnU2S9m70pd19ceDz1HqtrO1rFpzTQ3IT7tDVbLr8la/bKG/5vPh1a7suTDfcFB7pLdpYa9YXew6nTxjALN7k04D+xgEawSrA6sMoWsKCRYDVnPMH5jBKtvvCBf3/cb+eHiMpnZsk52bVojU688K3v+9Ldy5B2RqUs+JAd3rM9C1ag8bQlWh2HLOhFAAAEEEEAAAQQQQAABBBBAAIG2CRCsEqw2WqfHJlgVkYXn/1Y+98ib0hWRzpoVsvKVs3JiUUTed6Hct/Maufo8k45gtdGqxMYQQAABBBBAAAEEEEAAAQQQQACBJRUgWCVYbbQCjlOwKrIocz/5mXzuibNyRil5QtXozwSrjVYlNoYAAggggAACCCCAAAIIIIAAAggsqQDBKsFqoxVwvILViGZR5o4ek62HF2Rh2ZTs/rcbZWZ1OqmqJUew2mhVYmMIIIAAAggggAACCCCAAAIIIIDAkgoQrBKsNloBxy9YjXjOyonH/oe8uOEamblkudeLYLXRqsTGEEAAAQQQQAABBBBAAAEEEEAAgSUVIFglWG20Ao5nsBpGRLAa5sSvEEAAAQQQQAABBBBAAAEEEEAAgTYIEKwSrDZajwlWG+VmYwgggAACCCCAAAIIIIAAAggggAACQxIgWCVYHVLVcq921IPV257rk+OqaTl2U6fPlbA4AggggAACCCCAAAIIIIAAAggggMCoCxCsEqw2WkdHOViVhbfkzMJifx5T58vKKffHrfpbMUsjgAACCCCAAAIIIIAAAggggAACCIySAMEqwWqj9XGkg9VGJdgYAggggAACCCCAAAIIIIAAAggggMA4CxCsEqw2Wn8JVhvlZmMIIIAAAggggAACCCCAAAIIIIAAAkMSIFglWB1S1XKvlmC1UW42hgACCCCAAAIIIIAAAggggAACCCAwJAGCVYLVIVUtgtVGYdkYAggggAACCCCAAAIIIIAAAggggECjAgSrBKuNVjh6rDbKzcYQQAABBBBAAAEEEEAAAQQQQAABBIYkQLBKsDqkquVeLcFqo9xsDAEEEEAAAQQQQAABBBBAAAEEEEBgSAIEqwSrQ6paBKuNwrIxBBBAAAEEEEAAAQQQQAABBBBAAIFGBQhWCVYbrXD0WG2Um40hgAACCCCAAAIIIIAAAggggAACCAxJgGCVYHVIVcu9WoLVRrnZGAIIIIAAAggggAACCCCAAAIIIIDAkAQIVglWh1S1CFYbhWVjCCCAAAIIIIAAAggggAACCCCAAAKNChCsEqw2WuHosdooNxtDAAEEEEAAAQQQQAABBBBAAAEEEBiSAMEqweqQqpZ7tS+99FKj22NjCCCAAAIIIIAAAggggAACCCCAAAIIDENg7dq1Pa/27NmzPS+rFlyxYkVP61Dbfvrpp2sv/9GPfjRe5vTp0zI9TbBaG5AFEEAAAQQQQAABBBBAAAEEEEAAAQQQQKB3AYLV43Lxst+Rc889tyfEc15//fX3elny3XffldcWfyVXrt7Qy+LxMqdOnZJ+UvWeN8yCCCCAAAIIIIAAAggggAACCCCAAAIITLgAwSrB6oSfAuw+AggggAACCCCAAAIIIIAAAggggAAC9QUIVglW69calkAAAQQQQAABBBBAAAEEEEAAAQQQQGDCBQhWCVYn/BRg9xFAAAEEEEAAAQQQQAABBBBAAAEEEKgvQLBKsFq/1rAEAggggAACCCCAAAIIIIAAAggggAACEy5AsEqwOuGnALuPAAIIIIAAAggggAACCCCAAAIIIIBAfQGCVYLV+rWGJRBAAAEEEEAAAQQQQAABBBBAAAEEEJhwAYJVgtWJOQUW/v6k7P/RaTkh58vMp6+Uz3x4xcTsOzuKAAIIIIAAAggggAACCCCAAAIIIDBYAYJVgtXB1qhRXdvpk7LrP8/JwuUXydXyljz6a5H/8O+uk898cFQLTLkQQAABBBBAAAEEEEAAAQQQQAABBEZZgGCVYHWU62f9si28JWcWFgvLzf30abnllx+QP/vyelkj83Lo20/LDz9ypdz18QuK25g6X1ZOLau/bZZAAAEEEEAAAQQQQAABBBBAAAEEEJgYAYJVgtUhVfYTsm/DDjmYrn3rd4/Lzt8b0qa01Z74wROy41nPds67QPZ96Vq5Vl6Uffd05eDbnt+tv1yO39QZfmGHvYVn9smG29UR2Ch7/mKvzKyONmoem+hf7ONz4p4NskPul+NfujovpbG+4jLy6iHZdcMR2ZxtR9/BeTn076+X7i1aPfCur1g+2abKYv0t+3dtW3E5urL9+E5JSl+2vmEfhHFYv8MnKvaGPfL4t2ZkVey3XzrWcZ1/fJdc392e1JHYfFaOuXY3Ws9XRWZvmBW583HZe/2q7FdRPdvf0f8tqSezx7UVZeUot4zr7IGtcr9x3IvlTtaS7LM4rkvFup+WSZSH+PdXK2tSHneZ4/Pt0hIzo167/eM1F+p6uneWq7FP1nkXLxFk7C5H0T3xOvIp81hHm4nrzJOb5fFvXSYHU/+tL+2S67/hrDmy8c7HZY/MOv8e/U2vS+NwplFGBBCwBAbcTomvMdn1RG/32PJl7SDzb6XXGm/50+tdVhb93kQtUALm8cpdVJvUvI+227B4L009HO2r0jrpa4+l7Yrwc8RThyvWP+61u9Kn9Fln3PdeREquadneRb95qJM+I9j1xNWmdLe5Tet2n9/umlF0cT87qHtZ2b0pIHexjlsLauvI7QLBKsHqECqlFaJ5Hv6HsGGJgtX9q/+V7P3kRSLSlX1f/3UW7vq3d6Hc//Vr4xBu/sdPyfWvrh3/YNUyzwONGXnZDk3jm2g3Dl43/rX2UFIW7mjLzKzWL+buBxl188wDXCukKazvsGzJArKsCZ6EbtNmyGqGYyqYswM21/qGUQPHcZ2uwCx1jK0lMFjVw2zLIWuIm/XDDFYdAWbUuzw65nqo6SKO1v/NrnSisz0L70sCyShadb08cAWuUd18SmTrgW4eLjuvabrZ1fH6zdA4oG44G+wDDFb/6MU4AO9YgbLbwhVEWEG1010PUKNg3jx/k8D15SzYjoNVFdA7iIwAX/09rU/2fgQI8xMEEBgVgUG3U4x2hO86lOx84ZqXLbtH5JvaS+CyEKWk/KusB9iwa+yoHJilLMe8HLrnmGz80oxIHJJ3spelrTb03EvVS2vzpbTZ1gg5WvOP75NjH9spMy/n7f2oo4X+bJDfq9M11qjD2frjzhtj/F/pNaT6WWeM9zwpetk1Ldu51EG9kC9cI/X6eanRWcLoxFOjfo29a2EHzE4k5Z3PTsi+e0R2fimxzDooGe4huYt13NqHOhJ7RLBKsDr4iriEb0QIVpPDGTWWojAq79GVhzOX/bcNcvg6vQdxMbgphBmFYxpdxGdFvqp6wcaPKs4ALr5Rf1Nk8/SsdNV2y9Ynye/3xL0lzf+ihnVe9mIv2GS/N0vnG908mE2371rf4Cv/OK6xqkfqoILVrmy+syuzWoimh4/xQ9MprVdoRln9EKHq6+Od/VpIVx6sOnt7Oq5dqozbu9fnQannZZF+3tQPVn29aAcdrBYDcGd4WajK/uuE6e65Fhhm+b72FKymgbvRA34cTz3KjMAECwy8nWLf60vaomZbQrtm/ZfNcuR+s/3hu5bXKn+DHQzGuUqduGeXvPhHabsyfqm5JRs5FXafGs+997dhdkjXOTqjon2jMzyzT3a9tDV5HujnHPHVYX3948mflzrIp4b9mHmUXdOSEY/JS6nDnT3SfTK9TjqesYrnavF5rXANnshrpGM0p1Fnor8flMu+tVOudjhn96a1B40exK5qVzhuY1Y3x6W4BKsEqwOvq8kFtSNbDxxckqkA8h6rZ2Xul3Myt1Cxi1MXyL/4yGqZalOPVXuXtRuWGOGkOwSpbMA6w0r/UOEoDN3ylB3oaoXU11cYqqz1PtUb2oWbcLT9qGfqFjkc/7/pVABl6xt47R/HFbqOmx7yVQWvaiqAqh6r0d+jY5P3erSDVV8Pz/L6qDVM4uH1qhxVjV93Q88sg7aOqKeHGvpU0mNVDYGvF6z6h897X1hEVc3TELW3nff0Ub0HehlyZXv63PPGt25pHsM+g9WyXmTjeApSZgQQMK5nvbVTzBe+Zddgb7BamMqo6sHXascY0xBpf1vCDgdjU7WsIDW596m2XI3jMDY7rAraaxsmZEd1w+j34edIYe3OOmyvP6RMo/ybEJ+qtuUo71/NstltTPWsFk3vpTrA9BishtWvmuUdu5+XX9eKQbe+g/mySQeFktzFddzGzmo8CkywSrA68JqaDPuWfE7PBh+CzR6r9XetNVMB6LueDptVQ4lCHii8QZYWUhbneHI0NrSGcnG75lw+2frKhoek+5LNyGjNaZn0ZrUaehM93CTkHNCHN2m/H9Acq/l8omngqR2PaFoKFb6VPQSXBqtGw09vpFQ3fothnzXU3ag72vqiXtWOOWX1c8I9T5J7PtPyIY4D7LGazZlsHXPXXMWFqmOVw+ueLmjY2Y1HK1h1zrGahL+XGnMmqkKVzZ0YUuf5DQIIjJTAgNop9nXXN8QypB2UhFABU9FEkFb5Ddu03dTUtwZG6rgGF8Y1CsocLivS0ut+nTaM1VGgaq5xVzATeo6E1OHy4Cf44I/UD6t9qtuWI7VDvRamcE3TzlF9ZOEggtWJvUaWBatlLy3Me1MybYovd/Ect17rBcuVChCsEqwO/BQphiDN3YTqB6vviLyzXGR5wtCuYDVvlOoN+pAHiqAeq4UPVdnH2bwpOINVVfvKwves0Rn1dtSHRWm9/KJhENmQsYo36BM53KTsNC/pkZp9aCjk41UhPVajXsR5QyLqxdxvsGpOfp/uZxwUuqcwMCT0uuCZBsD+AFX8IPOxY9YH0uKrh/HRptAeq0n583nkikdqGMGquZXK8z3+uVkOv7v64J0dRBc/KBfNj9zTVAANvqwb+A2SFSKAgCYwuHZK4VoaP6xL/IIm6gGrruVRe6g4gsZzfdNeOunXvDzQcpc/2UH1AqulgeAg63Ght2o6D642PVDpfKCDLEvD6+q1DZO1MeL2SPrxUONDlMW2cJ1zJPngcFkdbltvVfURJq09pl1D8k/5NvdM23BVTDfnvqYZIboepvYVrE76NdIfrPpeWmTXC/veZHyrIK+j0bdTsqkBnaNNl6aWtXWrBKsEq4Ov287hPL6vcw9287WC1cU35dgjfye731wtD9+6XtYsb1Owmt6sHD3ReglW3fPlVMyxWhiCn4dexTkZXb0V0t8bwar5ESpVrvtlh/ML7M4eIgSr1knnaSQa7oMMVvMh7J1tB6XbSb7u3tscq45GSUW5rUgxmwxeD3nzh2JPD9ZoGJRjyGfo1AZZGawPJbivhoMLVovnXbpF5xA/Vy9T5VHmnk7Bkc7FFQXne2TW+kCV1WO17serfPM5D/Z2wtoQQGCoAoNvp/jmllfzA6rdKWsHRfPQ7zgQMl2Kv/ylPViHajqeK3e9eJ+MORir2jC+OVbNF7nOo+4Iq0Pm0MzWVdYLO/qRY/3jWfvyUof5tDlY9V3T7N7jymyj7HHMSx0yxyrXyMjQF6y6n4mT3tSOe5M3d0k+xjh73D4zedk3rGsVwSrB6hDqlmvI6BHZXJi7avCbDg5W356TR79/UvbOiXTWXy4P3dRp1RyrZT3QCsOOHeFOYXn7rW0Pb3GNRnLJ+uKeJRL1OEzeD+fljXog7pCol1vyJr3sy+55AGvvb/mw68HXydFfY0mP1bgnpd1TOG8MzE6nx6kqrHb8XQ23KvT8Ef0DVhVDMUsDwftFbg94oRM3SES2HpB8Xt70A3DFr9WnVlFD8k+KPXRrBavpQ0v1l+2rgtVZMdeRNIz1D16oOh8Hq3EvZPPDcL5Q2+h1q5+zQUFsGqB/sysd6Uqn8KG75FzuqccqweroX1YoIQIVAoNupxR6NJb0bPe2gzzXdteuVJXfN2c4FcMWcN/j3Mco6YGc9x4cc82qe2k8b/ysqKm8kr3NQ66yqQBco2bqniNldTh0VM44HaEwn/YGq2Gjl1TbTvt4lTGCMa2f6vlAq7P6B0fbWH/q13VPsOp6pip9zgrMXeixWv8Q1VyCYJVgtWaVCfy51VuxqbmlzGB1Uc784qQcvnBaZj68Ii/4ma5877u/lgfPiKxcs0YeuvVKWbMsba78+Cm5/tW1cvymTuCOjubP3PM7qjdUauhFXnb7+LhuruZwJdfbrvLGht37wL8+682oPrTJ7gVrDHtS+2MPTypZ32gevoZLVawPSQG0Y2zPbRv9Wbd3/V3tRfQ7Zw/PYgCoPzBkCM5jnPzV1zBL6u8m2Xrgm9kH9AxUoye36w29f3hOvM0PfFlk32nZbj3g6cPs9KGn9gFVQ1HtaQay37nK56oV0e+uOywbbj9o/tXqqa4/oLqvDb7eWWbdUNeJcvft2UsR/xyFVo9V5xyrItFDY7G3q/ZgaTTcGz5t2BwCCPQlMPh2SrFXlb/t6WkHSTR9gHU9je6Gji+z+8vv6yUU0gu2L9LxXNgZLsZ3+PglYX402tfLKuhe6mpfbbtfohelZg9t/fD72uOh54ivh6Kqw20NF0N82rrvaWeVA/ZlxHHeWQFdYTqLQrvdblNX1a/xvJTVL7X7WcMZcHtGgRrfJ9HuXd4Rm+qjY/ULyxIBAgSrBKsB1WR8fmIEq2/8Ur727d/IDxeXycyWj8hXPrlGpl55VnY/8IoceUdk6pJL5OHb1mehavy43pJgdXyOGCVFAAEEEEAAAQQQQAABBBBAAAEExlOAYJVgdTxrrqfU9lQACyd/Lrc88qZ0RaSzZoWsfOWsnFgUkfddKPd/+Vq5+jxzRQSrraoO7AwCCCCAAAIIIIAAAggggAACCCAwNAGCVYLVoVWupVhxcY7VRZl76q/klifOyhlVIE+oGv2ZYHUpjhrbRAABBBBAAAEEEEAAAQQQQAABBMZPgGCVYHX8am1Jid0fr1qUuR//VG4+vCALy6Zkz+0fl5nV6aSq1roIVltVHdgZBBBAAAEEEEAAAQQQQAABBBBAYGgCBKsEq0OrXEuxYnewGpXkrJx47Bl5ccO1MnPJcm/RCFaX4qixTQQQQAABBBBAAAEEEEAAAQQQQGD8BAhWCVbHr9aWlNgfrIbtJsFqmBO/QgABBBBAAAEEEEAAAQQQQAABBCZdgGCVYLVV5wDBaqsOJzuDAAIIIIAAAggggAACCCCAAAIIjKwAwSrB6shWzl4KFgWrO57tZUltmfWXy/GbOn2uhMURQAABBBBAAAEEEEAAAQQQQAABBNosQLBKsNqu+r3wlpxZWOxvn6bOl5VT7o9b9bdilkYAAQQQQAABBBBAAAEEEEAAAQQQaIsAwSrBalvqMvuBAAIIIIAAAggggAACCCCAAAIIIIBAYwIEqwSrjVU2NoQAAggggAACCCCAAAIIIIAAAggggEBbBAhWCVbbUpfZDwQQQAABBBBAAAEEEEAAAQQQQAABBBoTIFglWG2ssrEhBBBAAAEEEEAAAQQQQAABBBBAAAEE2iJAsEqw2pa6zH4ggAACCCCAAAIIIIAAAggggAACCCDQmADBKsFqY5WNDSGAAAIIIIAAAggggAACCCCAAAIIINAWAYJVgtW21GX2AwEEEEAAAQQQQAABBBBAAAEEEEAAgcYECFYJVhurbGwIAQQQQAABBBBAAAEEEEAAAQQQQACBtggQrBKstqUusx8IIIAAAggggAACCCCAAAIIIIAAAgg0JkCwSrDaWGVjQwgggAACCCCAAAIIIIAAAggggAACCLRFgGCVYLUtdZn9QAABBBBAAAEEEEAAAQQQQAABBBBAoDEBglWC1dqV7aWXXqq9DAsggAACCCCAAAIIIIAAAggggAACCCAwagJr167tuUgEqwSrtSvPe++9V3sZFkAAAQQQQAABBBBAAAEEEEAAAQQQQGDUBM4555yei0SwSrBau/IQrNYmYwEEEEAAAQQQQAABBBBAAAEEEEAAgREUIFid7vmonHyVYLU2HsFqbTIWQAABBBBAAAEEEEAAAQQQQAABBBAYQQGCVYLVRqslwWqj3GwMAQQQQAABBBBAAAEEEEAAAQQQQGBIAgSrBKtDqlru1RKsNsrNxhBAAAEEEEAAAQQQQAABBBBAAAEEhiRAsEqwOqSqRbDaKCwbQwABBBBAAAEEEEAAAQQQQAABBBBoVIBglWC10QpHj9VGudkYAggggAACCCCAAAIIIIAAAggggMCQBAhWCVaHVLXcqyVYbZSbjSGAAAIIIIAAAggggAACCCCAAAIIDEmAYJVgdUhVq13B6sLfPy8PPnFafiHny8y/vkI+8+EVjbqxMQQQQAABBBBAAAEEEEAAAQQQQACB0RIgWCVYbbRGjmWP1dPPy67vzMnC9EXyu/KWPHpK5Ctf+IR85oON0rExBBBAAAEEEEAAAQQQQAABBBBAAIEREiBYJVhttDqOdLC68JacWVgseMz99Bn53AsXyaM718samZdD+56RH667Qu76+AVFu6nzZeXUskZN2RgCCCCAAAIIIIAAAggggAACCCCAQPMCBKsEq43Wuqpgdf4vd8nMN44XynTzd47Jzt8bblFP/OBJue05zzbOu0D2ffEauUa6su/erjz8tud3V03LsZs6wy1oE2t/Zp9s/MLD6ZY2yO4/3yszq6P/eUL2bbxN1F+if7GPzYl7N8ptcp8c++LV6fLzcmjXjNylHdYNdx6SvX+4Kv67ecxvlvuO7RS1ZLKCZPnuH2t1oJfyvXpIdn32LlHFUGVYyjrXxKFsZBuWbbzNDbvl0N4ZSY6yiBjHLPmnvO4U60he7g3yxzcel+8/5t6TZB3u5Z3XDVdZk9LkdS/+zRHZ/OfbpfvZ2+ThbXp9Tutsd3tSx73rSw3uEJnV6l22F9Y6VT3Xz5OCYbZweh6WlcvgSn1EPybFczlfxDwP43P6gP5v0bL7pZNdF6xjk/mp60YjtZCNIIDAJAn00g5IfYrtFLstord7bNSydpD5N72tUzg03vKHtIsm6UC797Wq7Zbct9SyrrZlewyL9+h03xztk9I66WvPpG0N07zsHCmpw562eBuORqVP29tGJde07PhGv/l+J3s+KJzH2rNDmWeldRsqVOk+JPca0fIR85qnFlbnqf/ehPPgKgvBKsHq4GpTwJqqgtXiKubl0L3HZOMXtYAmYDu9/CQKVvd/6F/K3k0XiUQB6n88ZQSI7nVeKPd97Zo4CJw/+hOZ+e0/H/9gNb7xd2V7GnDGF9wnN8c3wZft0DS+iXbj4HXj32ihuBb46MvHIVvaqOpENwMxb7BlDztZSNZT+ZKArJsFumXBUHN1rpd6OnLLpMdTtLA8KqNxLNPGlhF0uv4t3jl3Y2F/Jw/jC4+5Ub08ZQW5vgasVX/UuuLyqnXYwar1AiGu00awmp8vhePj3F7awMkakK7g0/VvWWmzFxy6qVEuvSCR9U9Ebj7QdYehZY396G93d6UTXQ2zlxsEqyN3HlIgBCZJoKd2gL+dkrz4S9oy0UvkQrtFsy20U7Jl94jcrb0ErrquetpZq6zgwdUumqRDHb6vedtN4k4anexlaasNnffovK1tts3SdsW0+bK4zHj+L/fJsd/fKTMvh58j8fmkhWe5v8Rtl6wt3qagsfQaooda5YF0eH0fsV+WXJOzDhaqc45q+xaOv1Y/P3HYf012bUs730dMZsDFMTuSlHc8OyH77hXZ+cVLzQ5KunvZeT3Rzr0dNoJVgtXeak6PS9UNVk/cu0tevKmZXk8Eq8lBjR4oZmVP1qM0CbqS3mmX/WCjHP6E3nu4GLDY4U5xfXkP1C0/sdZnh1Bxg1Fk8/Rd0k2321v5omDV7GEXNfRcYV2Tda7H02iEFksai3lgnRctqwc3vRj3FI6DdLvXudUQTZbuLVgtHktP+OcJVo0HASNY3S+dOzty15PWG/a+gtV8PyO77d2ZYjCcnI1Jb+/CQ1C6b2XlsoKAyCfajjOgLnm4UcfxUGd/HiZr14SkJ7v1X5selkbobKMoCCAwnHZK/ML3bpE9apSFFQzp7lHbwdkO+tPNcuQBbR3pC0bXNbdWO8Z3z6IyGAJG2y1+mbglGznlfenYAkP/PdrdNtPb9M77t27yzD7Z9ZutyfNAP+dIVoe3you7ZkXu0EfBlYx+GafjE+RT8VJ6nPbXKmvZNU3Vs/ja2dkt3SfT66RtpkYxRu3r6NnBc02OX5yoNnj23HBYthRGPI4xaGXRHaM5jWWivx+Uy/bulKsdztkz8O8fw7nSOvwHBKsEq+G1ZQC/rBWsWg2jAWy+dBVmsHpW5l54WV5eqNjq1AXyu+sulqk29Vh1hiRJjzzxPVBoQ4LrBKvOoM16yx09wBQCWL2M2kOHv3zuYNWcsiAdrq41xodd58Z//QGNxNKHQtfy9YNVNc1A6RA3hV27x2rU6Dd7IvXfYzUpjGrYeANPvZGZTa0RL5m+7CgpV1a5NOPozbR2fmU/8QahWsPtUr0nOz1Wx//cZQ8QaJFAUDsgf0lfDNqia10e+PhevKrrdtUL5kS26sFX8y+7T5aEvC06gv3tSuF5IbpHqaClxnHorxRLsHSP9+igkuqGqj6HnSOF1Wt1OArFss4brarbIdeQgDZz0LEZgx95OsrsiabHUoFpWbAa97IMrG8N5wWjoV9+XSsG3Xqp9WVD6m267EQ61zvaBKsEq/VqTJ+/Dg9WzRO9z80GLW4Gq0GLGD9qzVQA+l7FN8a7RA0l8vbUGESwag8N1y7gxe2mhQwunzUVQLrccWOOyubrXP1aNmpLBDQSBxSs5nOlaQbWPK5Bcy6pY1+g9M2xmvamkDxYvLQwFUA+d6++2niIjhFImhvtP1jdKzO+cqlNGQ8uZb14ozllrdEBxrH+yVrrAAAgAElEQVTTG2IEq6N2JlIeBCZWILgdUBasptPXZHNyFuePV74h7aBstIExr7XnCFnlN37lnTJnYo+2Y8ddbTd73vVJGH5dcY+25rmvehHtCmbsORyDvn/hattn33AQkcJ88+Nbt6t9AtrM47v7eckL1zTtHI3arEHB6tXJlGIl12S9zR9UF9tgm+1DWbBqvxQphqp3afcmnAdXMQhWCVYHV5sC1hQcrC7BW5H6weo7Iu8sF1me7Hi7gtW8UarfrEIeKOr3WFVzD9kfycqHdRS320P54gBKBWAb5OZtIt2ONuXBEtS5gFNmxH8S0EgcULBaNseqG6nmVAD6SuypANLAUQWhe2S2zzlWk40NJFhdna/HKFe6P67J7AsPVJ4eq86Pg8QPQdE8aXy8asRPToqHQMsFemgHpFOXuNop+pycySgIiefojEbCqIf7qD1UHEFj3muy66Y913z6Ydb8+usuf3p3SOfRbmkgOMia6Wi7GXOmq5Ef6bcC8vkeB1mIpVlXr/doYxiwahcbL6qLwUyyrXze2rJzJBmN5mjbp4FbPjVUcYTS0kj2v9Uyn/yDvAFt5v6LsoRrcF/TjJBe76Va0mM1nn7KU9/MDxyrj+Mm1+vC35ZQY7ib9gervt6q/nuT+7zGuf4RJFglWK1fa/pYIjRY9fZQ7GPbVYvWClYX35Tjj/x32f2/LpaDn18va5a3KVhNG0OOt8gDD1bj3nx5j9jsGFlv1rN/z0Kd4pfaVVAVNkQvCaP03y5Fnauqk6P/d/8cq9mcpdGwn6HOseprqHoaHSHz1XmCVTUEX7aJPCzbk/nbqtbn/Xtu1/Mcq1kP08TAKFcS3RYDUNfQO2ew6vDL9mWLHCZYHf3TkxIi0FqBYbdT/AFIWTsomof+tgMhX6D3l1994NP+IGRrD2WfO+ZquxX+reo+3WcZlmbxqnu0b47VZLkjn/J/EDRuv1nTYoXMoZk5+Hphl831GM3jOsb/hfm0OVj1XdPs3uPqIG+Q3Y55qfU5g8u+92F2tijroTnGlaq06L5g1T36MulkUbw3Vc33jXO9+kOwSrBar8b0+euwYHVpbjzBwerbc/Jn//V52Tsn0rlqWh68qdOqOVbLJvkvfFnV8fEhZ08QvaeA9sY66vkR0hNRbyT3Vj7ra71ab5TkjdzS1Lk+T6fRWNzTgDZ6jLiGM3qHOBZ7MJTNd+f62FUMU+gZkXKFPGB5g9X0a9FRzyP14qFqfc6/pw3QrIdI2vA0ho26/k0d8mJ99b6JNib499R1V7DqnPtMNeTuE/kCPVZH4wSkFAhMnkBv7QD/VADx+grtFMf0KOlIA2N+dtUOikKCzyfz0Vf1mqoqf0i7aPKOumuP3W03d1u1ZT3aSu/Rahoiu+NCHnKVTQXganPVPUfCPpQZEPKOSUUP82nvs0bZNc04hHaP1c/q19m0fk7fJ3GPVc81eePfmNfrgv2Y1Jn+ilmj80jJc0pZvcW5/hEiWCVYrV9r+lgiKFhdosnMzWB1Uc6cOCmH/9m0zHx4Rb7HZ7py3/dOyYNnRFauWSMPfv4KWbMs+XNbpgJwDR0WUcPR1NCenMSe18b9UYgZuet4vkzSoJPki+favye/KL5R04PVnstnzK1pDa9bojrXx6k0Wos65y21jqOjF7J7TiR3sOqcYzWqLdk8psV5Tp0PDlVBaBbKRo294kfPsrnzpqMh8arHqnuOVYmC07THbqGaF3qEO97qW3PI5gfd1TjPG6RxuUo+nFJ4aHIEq74wOzm/Pyk3H/imPOyqhdF+RV9zNRrLo1VdKQ0CCIy3QM/tgHS3Q9op/jn7PO0giaYPKF4VXfchf/mTl8Ah7aLxPoIDKr237WYfo/ZNqVB+j9ZH1Fjtk21JaGX2BtSPR/koIL1uus8RXw/FpE0Yz1GfTosRb7U1c6wW97vo095gtfyarNUvq9dyYToLu8OB1ni2p6bLnwtCRgkM6JozMqtxB6vOgNszCtT3LI5z7weZYJVgtffa08OSQcFqD+sdxCJGsPrGC/L1fb+RHy4uk5kt62TXpjUy9cqzsudPfytH3hGZuuRDcnDH+ixUbVOwOghL1oEAAggggAACCCCAAAIIIIAAAgi0XYBglWC10To+NsGqiCw8/7fyuUfelK6IdNaskJWvnJUTiyLyvgvlvp3XyNXnmXRt6bHaaIVgYwgggAACCCCAAAIIIIAAAggggMCYChCsEqw2WnXHKVgVWZS5n/xMPvfEWTmjlDyhavRngtVGqxIbQwABBBBAAAEEEEAAAQQQQAABBJZUgGCVYLXRCjhewWpEsyhzR4/J1sMLsrBsSnb/240yszqdVNWSI1httCqxMQQQQAABBBBAAAEEEEAAAQQQQGBJBQhWCVYbrYDjF6xGPGflxGP/Q17ccI3MXLLc60Ww2mhVYmMIIIAAAggggAACCCCAAAIIIIDAkgoQrBKsNloBxzNYDSMiWA1z4lcIIIAAAggggAACCCCAAAIIIIBAGwQIVglWG63HBKuNcrMxBBBAAAEEEEAAAQQQQAABBBBAAIEhCRCsEqwOqWq5Vzvqweptz/XJcdW0HLup0+dKWBwBBBBAAAEEEEAAAQQQQAABBBBAYNQFCFYJVhuto6McrMrCW3JmYbE/j6nzZeWU++NW/a2YpRFAAAEEEEAAAQQQQAABBBBAAAEERkmAYJVgtdH6ONLBaqMSbAwBBBBAAAEEEEAAAQQQQAABBBBAYJwFCFYJVhutvwSrjXKzMQQQQAABBBBAAAEEEEAAAQQQQACBIQkQrBKsDqlquVdLsNooNxtDAAEEEEAAAQQQQAABBBBAAAEEEBiSAMEqweqQqhbBaqOwbAwBBBBAAAEEEEAAAQQQQAABBBBAoFEBglWC1UYrHD1WG+VmYwgggAACCCCAAAIIIIAAAggggAACQxIgWCVYHVLVcq+WYLVRbjaGAAIIIIAAAggggAACCCCAAAIIIDAkAYJVgtUhVS2C1UZh2RgCCCCAAAIIIIAAAggggAACCCCAQKMCBKsEq41WOHqsNsrNxhBAAAEEEEAAAQQQQAABBBBAAAEEhiRAsEqwOqSq5V4twWqj3GwMAQQQQAABBBBAAAEEEEAAAQQQQGBIAgSrBKtDqloEq43CsjEEEEAAAQQQQAABBBBAAAEEEEAAgUYFCFYJVhutcPRYbZSbjSGAAAIIIIAAAggggAACCCCAAAIIDEmAYJVgdUhVy73al156qdHtsTEEEEAAAQQQQAABBBBAAAEEEEAAAQSGIbB27dqeV3v27Nmel1ULrlixoqd1qG0//fTTtZf/6Ec/Gi9z+vRpmZ4mWK0NyAIIIIAAAggggAACCCCAAAIIIIAAAggg0LsAwepxuXjZ78i5557bE+I5r7/++nu9LPnuu+/Ka4u/kitXb+hl8XiZU6dOST+pes8bZkEEEEAAAQQQQAABBBBAAAEEEEAAAQQmXIBglWB1wk8Bdh8BBBBAAAEEEEAAAQQQQAABBBBAAIH6AgSrBKv1aw1LIIAAAggggAACCCCAAAIIIIAAAgggMOECBKsEqxN+CrD7CCCAAAIIIIAAAggggAACCCCAAAII1BcgWCVYrV9rWAIBBBBAAAEEEEAAAQQQQAABBBBAAIEJFyBYJVid8FOA3UcAAQQQQAABBBBAAAEEEEAAAQQQQKC+AMEqwWr9WsMSCCCAAAIIIIAAAggggAACCCCAAAIITLgAwSrB6sScAgt/f1L2/+i0nJDzZebTV8pnPrxiYvadHUUAAQQQQAABBBBAAAEEEEAAAQQQGKwAwSrB6mBr1Kiu7fRJ2fWf52Th8ovkanlLHv21yH/4d9fJZz44qgWmXAgggAACCCCAAAIIIIAAAggggAACoyxAsEqwOsr1s37ZFt6SMwuLheXmfvq03PLLD8iffXm9rJF5OfTtp+WHH7lS7vr4BcVtTJ0vK6eW1d82SyCAAAIIIIAAAggggAACCCCAAAIITIwAwSrB6lAq+/zju+T6bxxL171R9vzFXplZPZRNGSs98YMnZMeznu2cd4Hs+9K1cq28KPvu6crBtz2/W3+5HL+pM/zCDnsLz+yTDbcfdByDE7Jvww5Rf4l+sPW7x2Xn7+UFOnHPBtkh98vxL11tlTJZVqzfm8d7q9x/fKeYS87LoX9/vXRv0bdjliMvQ/Lb2ePppjfskce/NSOr4v/p/9tS1blhH8bhr79YH+Jt6u6vHpJdN8yKOqONMhnHJ/pLtL790qk859NjKfrx1dfsKZc46pdR15N1GHXaWX5XPRWJ6/4B99/ivYv/bh8V+xpn1dNQT83SvZ3iuapK4ix37f2u2i/rGmE5ua8bqcW0eT0pljc93tvM38XndXe741pUVX/SsroMCnVWu7bo9dFX7x3LF4+XVofi9XRle+G6mJQx3scnN8vjXxWZvWFW5M7HZe/1yRVP1bn9HfPf4j+k5bN/P/xrBltAYEACA26nhLcDytpB5t82Wuejsefe8qfnddYO9t9TBiQ5lqsxj1e+C+r+bV5X223obXs47kOlddJ330rvreHnSEkdttpc9jPEWFbGtNCVPrHvEdlc2cYdU4WSa1q2R9FvHupkz2aF81hrI5V5Vj87jqlhcLGLz9Tlzxj+exPOwehD/SHBKsHq4CtYfFHuZmFq9tCYhWOD32T2APqDJ2T/6n8lez95kYh0Zd/Xf20EiO4tXyj3f/3aOAic//FTcv2ra8c/WLUe5PVj8LIdmmrHa+Nfa4G4EXCYQZHRiLJusK5wRV3w7fA0C1q18kpUvlN52BatT4UKZsiiBTbXHV6yOje82tzUml1BqDre6YNMRTBkljQwWI3qzVMiWw90PSGsez1x/dLqh6SNwEKdvP1gGq4mDZGu9XDsvC5F+/nNrnSiq4bxEiDfQ70+qn9N6ncnfaHgCvysf3N6mgGkazvJvubX1qxUznLX2O80MLbDu+J5m27R6+R48WJdH7JAsOCcNxj1Y+kNVivrjz94dAbArvUFHCcVfNphvPGQXDNYPSZmUO+sC+kxOyxb5eCp/AGnqasG20Ggb4FBt1NqtD0L14Bs2T0i39ReApeFKCXlXxXQLurbr5UrmJdD9xyTjV+aETHuq+lLTecL/xZA+O6pzpdn7peVZQrzj++TYx/bKTMv13g+89XhP3oxftHeUR0sarUPR/xYlV5D9FCruQ5DjYqVXdOygqQOKjwtXCMDn80m+hpZ8kxdOOAnZN89Iju/dKnZQUl3LzuvJ9q50bMn3hjBKsHq4Gtd3EAQ2aOCVNeD9eC3Gq8x6rFKsJq8ZZ6VPVqvpzykuuy/bZDD19k9R80ehlW9xPSep9EDirE+u5GV1ofN07PSVdstqROFECH77UY5Zvd6jcOQLXI8augtUZ0bUlVucLW+IFRrHMUNaX+Pu16CVXWct3evz4LzoPXodSd96Mga+PoKsgbydune4OhB66iDqt4/3tnv6SWZPNwVeg+WvBjIi1TtqZ937jDNfazc5fYcV8+55wvvzNA42ZtSJ2P9rp7qvuXT8t7ZkdknrZ4Qjh6rYfWnGKjr5dd75DvX53lg1I+Ty0cd8+wlQNwTNbTHalc239mVWW2fy+uCp343eAVhUwj0IjDwdkqNtmeh3aJGWvyXzXLkfq396nnppK4jwe2sNoVPvRzswGVO3LNLXvyjdISbat+lI6f87dLAlY/wz/z3cPc9LHxkkEj0QnbXS1uT54F+zhFVh/+iI/uN+5n7Pj/C3P6iBfkEdh4YQ4Cya7IadRpfOzt7pPtkep20zbQ2YtmzWdTJp/TZcQz96he56tyJ/n5QLvvWTrna4Zy1DT92zPsMjHP9o9LPEgSrBKv91B/PstGFYFbkq0njyPfAPoQNW8HqWZn75ZzMLVRsaeoC+RcfWS1Tbeqxau+yFfwMMlgt6DrejkXb2/JUfhNNGpEd2XrgYNajWB/6ZQRXcUAmjukFkrqV7MvS1blh1ONm1+lvJGYPMgMPVrVtRm9atSFF+b6X9FhVvVZKH1bNlwk7DlT1MNAaOJf6h267rmd676ey6125Z7L9I59Khnz7e6za54K/3Emvyar9TsS95S4YVznlf9/6kmsYv295dbzMHmPuh+ne64/73PKsr6THqjpOpQ/76lpYM1jdfnyLHNam0/DWhfS8iRrOzqkCmr2QsDUE+hPou50S3g7wBquF4b1VD77aLpfdjxrsYNDfQVjCpa0gNQkPD8uWeAqVGsdhCXeht01X3RP7mUpNN4xKF36OeNv2hfuZ2XbpzWBUlgrxaW+wWjgKno4ye6I6oDqzlAWrcS/LwDxgIq+R5de1YtCtHyF92ZB6my47kc7NXV8IVglWh1Lbkgf6fNVNzb9j9litv2utmQpA33VrKFHIA0WdHquGsj0sW2so69tNenlJPveuNqQh6lGbD/W2hqTHG9OHUORzbi1Vnatfy0ZtidBg1T3HavHcDmh0Gjd23++Lc+DFcvoUFYHBavKm3Rx6Y8whG/3ZWJe/sWPXs+Ro5uFleLBa9NTnTXNvxzHHXGW5K/Y7rY7BwWrl9vIh+PaQ9nhT3uW1eiB5sH2pa47V4PoTMtdv0qMnD/ftcpQfp+EEqzvlaq1MruDUOF40lEftokp56goMqJ0S2g4IaQdl9wzvPODaTlrlL20X1bWZiN+bwUCyy9a9y5oipTUsIfdE9Y2KtI2t9r10rtW056DZq7o4T3zQ85neto9fPGtTAaR/qyrLuByv6mtIQBt3XHa2rJyFa5p2jkZttKBg9erCdwmc9c1+dmyDX9A+lAWr9ksRfYXptVG7N1XX27Stm02TFlRAflRTgGCVYLVmlan+eWFoZEmPw+q11ftF/WD1HZF3lossT5txbZlj1WqU6jeykAeK+sGqCsH03nHmTaEQrBrDe/WGitmY3rhtq8ipTj61hFYlVE/BeOh2Nselunm4e7nWq1GT8OvQYHVwUwG4QsNio3xwPVadH86zwig1n6hxxK0PKUV/cwaQ1osBX+/BYfRYDS13tl81pwIwg1D7YxbpWkOd1BCx7IMu+vJifPRMOe+R2cK0DP3UH9cZ7V1fNLyqMITf7J0ztGBV66EV9fY365TrpUNYz+RJuKKxj+MkkN/v+22nlLU947nb05f90Xb0ETSJlnm/ya6r2rVNv9bm9yt3+fN1Rh8K5dysrJGF3qppAKjNpx77Rx/5a+B7DZXlHeAP/Pdw855ob9IYBqw+Lmp8WLEYzNQ5R5IP2rra9nlAk5Rpq2zddlDEmGJsgEANrirs+bXtwar7mmb0ntR7qZb0WK1+NvPUrwaP+dJuyh+s+nqr+u9N6jsPrmfgSXdu7igTrBKsDry2hczRMvCNpiusFawuvinHHvk72f3mann41vWyZnmLPl6lGkOewGOgUwH4empYb9azYx6VKfrYVDQ3ajp3Vul8UVmD29HITP8W3bx9c505Q7VhVcCxXK+vkZg2rqKvuQ90KgDH9pxhn7tcRpCV1r3SOVbv6sjs/+P4uE9Vz0tPb1h3z868cRQ9sBsf18rqRLWnvm5/gKsH3I5GmSr3d0V2uKZYqLVfKkg1P8ylz7FsB69qd6uckoc2vQerOfxdXRNkm8hB2V5+rfDWH8/8dFU9XiuG8Ov7Now5VrfHQ19zm862g9LtJFNExP859resp/RYXpYo9AQIpA97A2qn1Gl7lr1gjkfNHAj5Ar2//Ml1cVbE+mjiBBzUnnaxeDz0qZ7se0V6fexpS6O2UMk9PJ4SxjfHasDwe0dYXeccCa/Drt7Go+YcVp4wnzYHq75rmt17XHlulD2OealVO7302SwemTTp10hfsOo+p5JOAMV7U2m9xTns5B/Qr1zB6i233OJd+0MPPVT424oVK3oqzSBC3dOnT8v09HRP248WOvkqwWrPeL4FC2+Vtd5cww65goPVt+fk0e+flL1zIp31l8tDN3VaNcdqWS8q1cszCzXjANT80nidHquhD/Rmw9lqmGh1ZONf6/MyJjd5ib8+ajck8/8d92rTezI0WOcGfgI1vkJXI9GagqF0yL1d4PJGp7tuuZYJCFZVyGQPbdGHFYl7jl4jEHMGc+4Gjz/wVEPjikN0CkNKA8LNoGC1rNwf3yoH/1Ox17YvCHRtT70Zz3qS9etUuvz9Irc7PqIX9W61e40VPmblqXOecCO+BqY9oeIvT/vWFz0w/Emxp7Zt5WrsGv9Wcf5k90zHXKyqN63dQ84Itz1ha+OXEjaIQA2BQbdT6rQ9ve0gzznv2q2q8jPvcWhlCBidkt3rWzYSqeqemg67NwP6POQqG37vvacHtpX9bXtH7+6W9CQOu4a0N1gtHYGjn852j9UbjsjmbH7qvBNB3GPVU9+iF1hcIz3BqqvNWNKOLKu3OIfehwbzO1+46QpXXaFqVAqC1R6OxbvvviuvLf5Krly9oYelk0VOnTola9eu7Xn54S1YfLMVNIfPAApkBquLcuYXJ+XwhdMy82Et/T/Tle9999fy4BmRlWvWyEO3XilrliUbb8scq66hrfk8kMVhpPbxCQ9WfW8xi2/UCj0SrB6teRmsqQCMHh9W2bPAZenq3ACq7RKvwjWsWMSYgzQNqI65SmoMPYt+4Flf9Kdt/0n2nPqKFEIh5xB7T+PV8SIg7sF3+0GjdHqddg61C5gX1XUeuM8tEfMBx3Fe6E6eBpIeekZDV4uNzsS2m54TvgcfvbfA9fawe8+w1PJrRkJbtb28B7r7t+XLb5KtB45Kx/h4jNbLN+7d7h825X0IdNZddX2qWN8Hviyy77RkPUjTGuYKp4t+2jWw5PyJ6k32Ysj5kSvzmPt6CNf6SvQSX3HYPALqeqLPxZ+oqGHzvbRT6rQDPOuPX8SZ95K4VI6ep/5rZvIBvtnj9nEO6QU7gXXDO0e0fYzaN6VC0D3Vdf/Ydr8UewPqdadiJJJWN93PZxVte6PN1aZ6HXINaW+wGtIOjGuZNfy/0MbO2rs+z/Bnx3ZfEd1tUOczuGcUaHJvkvjjt/o9JzmvcW66/pT1GtXDVV+oGpWXYLWHo9buYLUHkAEtYgSrb/xSvvbt38gPF5fJzJaPyFc+uUamXnlWdj/wihx5R2Tqkkvk4dvWZ6Fqm4LVAXGyGgQQQAABBBBAAAEEEEAAAQQQQAABj0DVcPwoXC0LVQlWX3/9vV5qF8FqL2rVy9hTASyc/Lnc8sib0hWRzpoVsvKVs3JiUUTed6Hc/+Vr5erzzHW2pcdqtRS/QAABBBBAAAEEEEAAAQQQQAABBBDoR6AqWA1ZNz1WQ5Ss3xCs9oAWsEhxjtVFmXvqr+SWJ87KGbW8J1SN/kywGoDMTxBAAAEEEEAAAQQQQAABBBBAAAEEhGCVj1e16jRwf7xqUeZ+/FO5+fCCLCybkj23f1xmVqeTqlp7T7DaqurAziCAAAIIIIAAAggggAACCCCAAAJDEyBYJVgdWuVaihW7g9WoJGflxGPPyIsbrpWZS5Z7i0awuhRHjW0igAACCCCAAAIIIIAAAggggAAC4ydAsEqwOn61tqTE/mA1bDcJVsOc+BUCCCCAAAIIIIAAAggggAACCCAw6QIEqwSrrToHCFZbdTjZGQQQQAABBBBAAAEEEEAAAQQQQGBkBQhWCVZHtnL2UrAoWN3xbC9Lasusv1yO39TpcyUsjgACCCCAAAIIIIAAAggggAACCCDQZoFRC1ZvueUWL/dDDz1U+Nvp06dlenq650N08lWC1Z7xWBABBBBAAAEEEEAAAQQQQAABBBBAAAEEmhfwhbqucNUVqkYlJlhdu7b5I8cWEUAAAQQQQAABBBBAAAEEEEAAAQQQQGDJBMp6y+rhqi9UJVg9dUrWEqwuWQVmwwgggAACCCCAAAIIIIAAAggggAACCCyFQNU0BFG4WhaqEqwSrC5FvWWbCCCAAAIIIIAAAggggAACCCCAAAIILKlAVbAaUjimAqDHakg94TcIIIAAAggggAACCCCAAAIIIIAAAgi0RoBgdfFXcuXqDT0f0FP0WO3ZjgURQAABBBBAAAEEEEAAAQQQQAABBBAYVwGCVYLVca27lBsBBBBAAAEEEEAAAQQQQAABBBBAAIElEyBYJVhdssrHhhFAAAEEEEAAAQQQQAABBBBAAAEEEBhXAYJVgtVxrbuUGwEEEEAAAQQQQAABBBBAAAEEEEAAgSUTIFglWF2yyseGEUAAAQQQQAABBBBAAAEEEEAAAQQQGFcBgtUBBKvjevApNwIIIIAAAggggAACCCCAAAIIIIAAAggsrcD09HTPBTj56nG5eNnvyLnnntvTOs55/fXX3+tlyXfffVde6zNY7WW7LIMAAggggAACCCCAAAIIIIAAAggggAACCPQrQLDaryDLI4AAAggggAACCCCAAAIIIIAAAggggMDECRCsTtwhZ4cRQAABBBBAAAEEEEAAAQQQQAABBBBAoF8BgtV+BVkeAQQQQAABBBBAAAEEEEAAAQQQQAABBCZOgGB14g45O4wAAggggAACCCCAAAIIIIAAAggggAAC/QoQrPYryPIIIIAAAggggAACCCCAAAIIIIAAAgggMHECBKsTd8jZYQQQQAABBBBAAAEEEEAAAQQQQAABBBDoV4BgtV9BlkcAAQQQQAABBBBAAAEEEEAAAQQQQACBiRMgWJ24Q84OI4AAAggggAACCCCAAAIIIIAAAggggEC/AgSr/QqyPAIIIIAAAggggAACCCCAAAIIIIAAAghMnADB6sQdcnYYAQQQQAABBBBAAAEEEEAAAQQQQAABBPoVIFjtV5DlEUAAAQQQQAABBBBAAAEEEEAAAQQQQGDiBAhWJ+6Qs8MIIIAAAggggAACCCCAAAIIIIAAAggg0K8AwWq/giyPAAIIIIAAAggggAACCCCAAAIIIIAAAhMnQLA6cYecHUYAAQQQQAABBBBAAAEEEEAAAQQQQACBfgUIVvsVZHkEEEAAAQQQQAABBBBAAAEEEP0pEX4AAAwySURBVEAAAQQQmDiBJQ1WTy/+WtZdfK0sO+fciYNnhxFAAAEEEEAAAQQQQAABBBBAAAEEEEBgPAUW33tXXnjt5/LBZZfLuef2lm2e8/rrr7/Xy+6/++678uZ7c/KBlavlohWX9LIKlkEAAQQQQAABBBBAAAEEEEAAAQQQQAABBBoX+P/OviKvn3lVLjxnTfPB6uLiorz9f87IPyx7WT50QUcuPO9ieq42XgXYIAIIIIAAAggggAACCCCAAAIIIIAAAgiECkQ9Vd98+zX57T905YLFS+W8f7JSli1bFrq48buee6y+9957EvVa/d/v/qP872VvyP+Rs/Ke9NT5taeCsxACCCCAAAIIIIAAAggggAACCCCAAAIIIFBH4Bw5R/6JrJB/uvh++afnvi/urXrOOefUWUX2256D1WgNKlyNAtbo/x/9H/8hgAACCCCAAAIIIIAAAggggAACCCCAAAKjKBCFqNH/RYFqP6FqtG99BasqXCVUHcVqQpkQQAABBBBAAAEEEEAAAQQQQAABBBBAwBZQ4WqvPVXV+voOVjk0CCCAAAIIIIAAAggggAACCCCAAAIIIIDApAkQrE7aEWd/EUAAAQQQQAABBBBAAAEEEEAAAQQQQKBvAYLVvglZAQIIIIAAAggggAACCCCAAAIIIIAAAghMmgDB6qQdcfYXAQQQQAABBBBAAAEEEEAAAQQQQAABBPoWIFjtm5AVIIAAAggggAACCCCAAAIIIIAAAggggMCkCRCsTtoRZ38RQAABBBBAAAEEEEAAAQQQQAABBBBAoG8BgtW+CVkBAggggAACCCCAAAIIIIAAAggggAACCEyaAMHqpB1x9hcBBBBAAAEEEEAAAQQQQACBOgIvPCZ3P/aCc4lV190qt25cVbq2+WMPyANPzUvIb90rekEeu/sxeWHVJrn11g1SvrWqHUvXJevkxjtulHVVP6/x9xf+4m557PnBr7dGERr46bwcf+ABOTq/Sjbdeqts6PFgJFZ2cU27Qr1R9bC0HqjyDf44qPKsu/EOuTGrOPXqk/tcUOvQPVLf+eTc6/3cqa4SIceisJb0WETl2vTaA8mxvOJGueOGQZ5R9lbVsc3/PT4Wq47LAw8clXnt5/kxUrZafbWuZ/3aEqxW1zF+gQACCCCAAAIIIIAAAggggAACUi9EUmAEq22qOv0Hq6o+GDHiqlUyPz8vooWmvQWrTVvXOydc54IKNrOALyhAHtx+qu2rMDILWsuC0ixY/Tey/rlH5ZVNetg8uLLpazLsPvJCGqZ25KpVXXkuqjrRS54PHk1fAq2TT183Lz96SsWtKljNQ+x1N94o8thjEr0yMsPyeuUnWK3nxa8RQAABBBBAAAEEEEAAAQQQmFABR4hk92ZNgzFJe6ka4dl1SQhzVOtalgQado89u7eh6rF6rVwrP5ef97q8cdTWSZKraD1xo7JH/6b1ftPDl2TxYkAT//MVN8qN8pjVC9PsdZht3mNk9JybN3vhecuR9mjM1h2HYZL08M03KJtu3SSvPJD/26qrOjL/XDcLlLJw7Q/WyQs/03snR8dik8zHvVSNo1lYZ2bjLFPakzHdr1VXrJMXnn8h6eX4iXl54IFXZP1183JU69lcGqzGx+lZkVXzEuWx6hjcccOqtEdtGrhJ2stZea66Sjrzz0m3zKZQT5PjuO6XSc/r4rGIVrZObrz1Ejlq9Jw0lzPPhbynd+mLh/T8ev///X5543++ka5ilWy6cb08+5jqpVlSz7xOec9SO1g1yzPvqEu3ygatJ21U7yOXzpWrpHtS0p7MeQB/1WXz8tyL2t7b50pPPdHV+lWwap+X6hpivwjQ/3eM03fva4LVCb0dstsIIIAAAggggAACCCCAAAII1BOwg1VzmO2qnyTDu1ddc63I3/5c5uPh9nkol4VDWZgWBUPr5A+ueEF+Fi0XTysQBTlH5RJjmHm6nfe9T+Qf/1EL48KWN3oEZj3a1sgamZO5NCh1l/1GkXTIutEbbtUm+fTFR+VHcZlvlPXPPRaHjmv+L5G5/zcdEn3ls0nPuSzIS4If33ZWRUH0a5vyodRZsJoERO5yqJBQC9aOXqKVTevBZ5Vjw6o0YLpYC2L1gEsLzJPAbN5yXyUqMDNt3GXKpnCI9+sV2ZSG2kZPQW14eTS9RHWwGh3/aN9VQBb1PLxVLjkahWUqOJ83QlF1jMrKrALUZGh7EtRGPTI3nU6CVec69KkltFDcdy7Yw8+LvXjNsDQ7d1Ztkk0XH5Wj0dD7VZvkxquelceiXpmV9cx2ynuYuqcCsOqr3hs0qiebXpEH0ikKVLCqAuf56LeqR6nW6zXfjn3O151PIp8SYFUWgocGqyKF/e0p2M2vnASr9e4i/BoBBBBAAAEEEEAAAQQQQACBCRXwBatp7zAVjKlg1eqZqcKhJFSStGdhsmwcLKphu4WgwwxW6y5v9shT+6CCVfNQZkFYWoZ511ygWrCqB4PO7WSBl2WUhch5L1IjZMx6WCY9Ln3luPXWdfKC1pvUmPNS3zW7HCJpcLkq67mbh1TRgutkU9qDVAWrpnserBq9jmO3YpmyeXitYDXvsfqsrL9ulRx9Kp9PNChYteqYEazesV6evfsxmc/C7zzQM466w0aMnthmHVXBqtnbWl/3Ktmk9sVzLpTP66mdZ2kAbZw76uWA/oLCV8882/fX26hiqN7S+T4VjrEzWL1D1p+8Wx57LQ981316k8z/KO1Ze8Um2fTa0Tj0Vi9TXEPwjeDTmo4gD6BVkGr3SLWvUdbfVW9q6/zuZ55VgtUJvR2y2wgggAACCCCAAAIIIIAAAgjUE+ilx2re29LdY1Ufyqv3PHR8IMjZY7V6eaPHajY3Yx6sBgWaVsCTr7PYY9UMocwenFmP1XQofhwsZr1btY9z+YJVvRz6b7IpDLSAzyizYxoHY7oBs0ej3hPX6LGaTTPg6bH6/o68/42uvGFMq6BN7aCmAsh6lqY18Iob5daLjxofOctCNHvqBH3dpcFqXvfirehD0EtsVO/g6DjGQWHam1r1zDR6rGb1yXRX00KYPVatnsfxR98cH1fSeyvXDlY9PaMLTsUeq9l5kIXKVs9SFeh6e6zeEU+HkX/oTp8eQZ++oDxY9V2T3FMm6L1XzTlWk4/TeYJVqzc9wWq9OwG/RgABBBBAAAEEEEAAAQQQQACB2gJDmmPVCGNcXxevmGM1dHljfx1zrEb9NFUPu6zXrOOL7a55TLXQzte7L9u8o1dnPndr+isrWF2VBXDaTjjmdXXPWRuZ/oGse/5n8oI+ZD2K9VSPXBU0WnO7JlvLPxCUbz0K8Mx5W9U+qPBY/dbulZj3OswDVztETQaHF78CH89lGgVmlo+a09fssar9zjc3bhy4Wja2QSGUzD96lHtE5Up6yOoz1EYm114j8vO/NSaoTae9SIfA2/MUpyuN3dK6Xd1jNR+eb9QzFbgHBKv25cBdl8wpCqJAMp8KIAprraBTm9LBWP8FIvIP9T4a5Z6ywDW3rb7e4sfWmAqg9oWfBRBAAAEEEEAAAQQQQAABBBBAAAEERkXAG5LFvQz5D4HxEWAqgPE5VpQUAQQQQAABBBBAAAEEEEAAAQQQQAABBEZEgGB1RA4ExUAAAQQQQAABBBBAAAEEEEAAAQQQQACB8REgWB2fY0VJEUAAAQQQQAABBBBAAAEEEEAAAQQQQGBEBAhWR+RAUAwEEEAAAQQQQAABBBBAAAEEEEAAAQQQGB8BgtXxOVaUFAEEEEAAAQQQQAABBBBAAAEEEEAAAQRGRIBgdUQOBMVAAAEEEEAAAQQQQAABBBBAAAEEEEAAgfERIFgdn2NFSRFAAAEEEEAAAQQQQAABBBBAAAEEEEBgRAQIVkfkQFAMBBBAAAEEEEAAAQQQQAABBBBAAAEEEBgfAYLV8TlWlBQBBBBAAAEEEEAAAQQQQAABBBBAAAEERkSAYHVEDgTFQAABBBBAAAEEEEAAAQQQQAABBBBAAIHxESBYHZ9jRUkRQAABBBBAAAEEEEAAAQQQQAABBBBAYEQECFZH5EBQDAQQQAABBBBAAAEEEEAAAQQQQAABBBAYHwGC1fE5VpQUAQQQQAABBBBAAAEEEEAAAQQQQAABBEZEgGB1RA4ExUAAAQQQQAABBBBAAAEEEEAAAQQQQACB8RH4/wEE/31OBe4/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6" name="15 Rectángulo redondeado"/>
          <p:cNvSpPr/>
          <p:nvPr/>
        </p:nvSpPr>
        <p:spPr>
          <a:xfrm>
            <a:off x="2902228" y="2186794"/>
            <a:ext cx="3319668" cy="3372164"/>
          </a:xfrm>
          <a:prstGeom prst="roundRect">
            <a:avLst>
              <a:gd name="adj" fmla="val 330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5" name="14 Conector recto de flecha"/>
          <p:cNvCxnSpPr/>
          <p:nvPr/>
        </p:nvCxnSpPr>
        <p:spPr>
          <a:xfrm>
            <a:off x="4547164" y="1741072"/>
            <a:ext cx="0" cy="42584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6" b="93588"/>
          <a:stretch/>
        </p:blipFill>
        <p:spPr bwMode="auto">
          <a:xfrm flipH="1">
            <a:off x="7838111" y="1991281"/>
            <a:ext cx="610149" cy="264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508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F4A88A9B-ECC6-405F-8CBF-49EEE598E466}"/>
</file>

<file path=customXml/itemProps2.xml><?xml version="1.0" encoding="utf-8"?>
<ds:datastoreItem xmlns:ds="http://schemas.openxmlformats.org/officeDocument/2006/customXml" ds:itemID="{1C9814B5-3D33-4738-BF1D-AB432B727CA3}"/>
</file>

<file path=customXml/itemProps3.xml><?xml version="1.0" encoding="utf-8"?>
<ds:datastoreItem xmlns:ds="http://schemas.openxmlformats.org/officeDocument/2006/customXml" ds:itemID="{444D283B-6A12-40CB-BFED-9C9C505A52BE}"/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213</Words>
  <Application>Microsoft Office PowerPoint</Application>
  <PresentationFormat>Presentación en pantalla (4:3)</PresentationFormat>
  <Paragraphs>23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59</cp:revision>
  <dcterms:created xsi:type="dcterms:W3CDTF">2017-01-26T20:10:20Z</dcterms:created>
  <dcterms:modified xsi:type="dcterms:W3CDTF">2018-03-13T20:18:39Z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