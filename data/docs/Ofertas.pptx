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72" r:id="rId8"/>
    <p:sldId id="266" r:id="rId9"/>
    <p:sldId id="265" r:id="rId10"/>
    <p:sldId id="267" r:id="rId11"/>
    <p:sldId id="268" r:id="rId12"/>
    <p:sldId id="269" r:id="rId13"/>
    <p:sldId id="270" r:id="rId14"/>
    <p:sldId id="264" r:id="rId15"/>
    <p:sldId id="271" r:id="rId16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-1458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30/01/2020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MX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PARA MANTENIMIENTO DE OFERTAS</a:t>
            </a:r>
            <a:endParaRPr lang="es-CO" sz="280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>
                <a:latin typeface="Calibri" pitchFamily="34" charset="0"/>
              </a:rPr>
              <a:t>Ingrese desde su navegador al sitio web de la Universidad: </a:t>
            </a:r>
            <a:r>
              <a:rPr lang="es-CO" sz="1600" dirty="0" smtClean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</a:t>
            </a:r>
            <a:r>
              <a:rPr lang="es-CO" sz="1600" dirty="0" smtClean="0">
                <a:latin typeface="Calibri" pitchFamily="34" charset="0"/>
              </a:rPr>
              <a:t>seleccionar en menú </a:t>
            </a:r>
            <a:r>
              <a:rPr lang="es-CO" sz="1600" dirty="0">
                <a:latin typeface="Calibri" pitchFamily="34" charset="0"/>
              </a:rPr>
              <a:t>principal la opción </a:t>
            </a:r>
            <a:r>
              <a:rPr lang="es-CO" sz="1600" dirty="0" smtClean="0">
                <a:latin typeface="Calibri" pitchFamily="34" charset="0"/>
              </a:rPr>
              <a:t>«Portales»</a:t>
            </a:r>
            <a:endParaRPr lang="es-CO" sz="1600" dirty="0">
              <a:latin typeface="Calibri" pitchFamily="34" charset="0"/>
            </a:endParaRP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8" y="1821641"/>
            <a:ext cx="8504445" cy="41401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48257" y="1621608"/>
            <a:ext cx="2492796" cy="190326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976788" y="310137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lh3.googleusercontent.com/-laU4GwPIEZo/XjM_wSWFHcI/AAAAAAAAEI8/v5WkBjlnU7cjZ2PPffcsVgBMRTC8bb73wCK8BGAsYHg/s0/2020-01-3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61" y="2191886"/>
            <a:ext cx="7685298" cy="351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</a:t>
            </a:r>
            <a:r>
              <a:rPr lang="es-CO" sz="1600" dirty="0" smtClean="0"/>
              <a:t>modulo de matricula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«Ofertas»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818247" y="1504790"/>
            <a:ext cx="290453" cy="306147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799488" y="394836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7099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4" b="-1"/>
          <a:stretch/>
        </p:blipFill>
        <p:spPr>
          <a:xfrm>
            <a:off x="0" y="2082800"/>
            <a:ext cx="9144000" cy="444342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CuadroTexto 2"/>
          <p:cNvSpPr txBox="1"/>
          <p:nvPr/>
        </p:nvSpPr>
        <p:spPr>
          <a:xfrm>
            <a:off x="330200" y="748065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Se procede a seleccionar los filtros de: Documento, Año, Periodo, Nivel, Programa y estado. </a:t>
            </a:r>
            <a:r>
              <a:rPr lang="es-MX" sz="1600" dirty="0" smtClean="0"/>
              <a:t>Posterior a eso se presiona el botón “Buscar”.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23826" y="2476500"/>
            <a:ext cx="5810250" cy="6286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705350" y="1493826"/>
            <a:ext cx="0" cy="77128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90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6664"/>
            <a:ext cx="9144000" cy="461682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748065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Una vez llenado los filtros se ven los registros según lo filtrado y se muestran una serie de botones a la derecha.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14300" y="2724056"/>
            <a:ext cx="8915400" cy="6286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5591175" y="1419225"/>
            <a:ext cx="0" cy="6667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>
            <a:off x="6096000" y="1419225"/>
            <a:ext cx="0" cy="6667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8 Conector recto de flecha"/>
          <p:cNvCxnSpPr/>
          <p:nvPr/>
        </p:nvCxnSpPr>
        <p:spPr>
          <a:xfrm>
            <a:off x="6648450" y="1419225"/>
            <a:ext cx="0" cy="6667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>
            <a:off x="7172325" y="1419225"/>
            <a:ext cx="0" cy="6667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86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95"/>
          <a:stretch/>
        </p:blipFill>
        <p:spPr>
          <a:xfrm>
            <a:off x="0" y="1930400"/>
            <a:ext cx="9144000" cy="450307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199" y="823457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El botón “crear </a:t>
            </a:r>
            <a:r>
              <a:rPr lang="es-MX" sz="1600" dirty="0" smtClean="0"/>
              <a:t>“ es para crear oferta, </a:t>
            </a:r>
            <a:r>
              <a:rPr lang="es-MX" sz="1600" dirty="0"/>
              <a:t>s</a:t>
            </a:r>
            <a:r>
              <a:rPr lang="es-MX" sz="1600" dirty="0" smtClean="0"/>
              <a:t>e llenan los campos y se presiona el botón “Aceptar” y la oferta entrara en estado parametrizado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176712" y="5076731"/>
            <a:ext cx="790575" cy="6286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 flipH="1">
            <a:off x="5143500" y="5705334"/>
            <a:ext cx="590550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41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03561"/>
            <a:ext cx="9144000" cy="4527177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199" y="76734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Una vez la oferta creada se selecciona un registro con el checkbox como se señala a la izquierda y se oprime el boton “Valores” para llenar el formulario que se muestra a continuación. Una vez llenado todo se oprime “Aceptar”.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176712" y="4762429"/>
            <a:ext cx="790575" cy="6286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 flipH="1">
            <a:off x="5143500" y="5076730"/>
            <a:ext cx="590550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>
            <a:off x="225424" y="2209800"/>
            <a:ext cx="0" cy="68570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3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199" y="76734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Para activar la oferta se selecciona un registro con el checkbox y se presiona el boton “Activar” y se despliega la siguiente ventana. “Si” para activar y “No” para cancelar la operación.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176712" y="4762429"/>
            <a:ext cx="790575" cy="6286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 flipH="1">
            <a:off x="5143500" y="5076730"/>
            <a:ext cx="590550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" name="7 Conector recto de flecha"/>
          <p:cNvCxnSpPr/>
          <p:nvPr/>
        </p:nvCxnSpPr>
        <p:spPr>
          <a:xfrm>
            <a:off x="225424" y="2209800"/>
            <a:ext cx="0" cy="68570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" name="1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/>
          <a:stretch/>
        </p:blipFill>
        <p:spPr>
          <a:xfrm>
            <a:off x="-1" y="2108200"/>
            <a:ext cx="9144000" cy="4488778"/>
          </a:xfrm>
          <a:prstGeom prst="rect">
            <a:avLst/>
          </a:prstGeom>
        </p:spPr>
      </p:pic>
      <p:cxnSp>
        <p:nvCxnSpPr>
          <p:cNvPr id="9" name="8 Conector recto de flecha"/>
          <p:cNvCxnSpPr/>
          <p:nvPr/>
        </p:nvCxnSpPr>
        <p:spPr>
          <a:xfrm>
            <a:off x="234948" y="2895505"/>
            <a:ext cx="0" cy="68570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3935410" y="4179003"/>
            <a:ext cx="1208090" cy="40499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808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1872"/>
            <a:ext cx="9144000" cy="3939253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199" y="76734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Para anular la oferta se selecciona un registro con el checkbox y se presiona el boton “Anular” y se despliega la siguiente ventana. “Si” para anular y “No” para cancelar la operación.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152396" y="2768504"/>
            <a:ext cx="0" cy="68570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3935410" y="4179003"/>
            <a:ext cx="1208090" cy="40499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2476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4"/>
          <a:stretch/>
        </p:blipFill>
        <p:spPr>
          <a:xfrm>
            <a:off x="0" y="2070100"/>
            <a:ext cx="9144000" cy="444156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917342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El boton Excel para exportar la información filtrada en un archivo Excel.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382001" y="2759999"/>
            <a:ext cx="660400" cy="3323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7540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/>
          <a:stretch/>
        </p:blipFill>
        <p:spPr>
          <a:xfrm>
            <a:off x="0" y="2247900"/>
            <a:ext cx="9144000" cy="4395856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777488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 smtClean="0"/>
              <a:t>Cuando el tipo de documento no se encuentra activo se despliega el siguiente formulario y se filtra por: Documento, Año y Periodo y se oprime el boton “Buscar”. Si se desea hacer un cambio se presiona el boton “Enviar” en la parte de abajo a la derecha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14300" y="2569498"/>
            <a:ext cx="5257799" cy="3323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30723" y="1608485"/>
            <a:ext cx="0" cy="90459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 redondeado"/>
          <p:cNvSpPr/>
          <p:nvPr/>
        </p:nvSpPr>
        <p:spPr>
          <a:xfrm>
            <a:off x="1943099" y="3781063"/>
            <a:ext cx="5257799" cy="161643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 rot="16200000">
            <a:off x="7954782" y="4970281"/>
            <a:ext cx="762000" cy="161643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4395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1E93AD3-42B7-4AEE-B7DA-60F76606E4B2}"/>
</file>

<file path=customXml/itemProps2.xml><?xml version="1.0" encoding="utf-8"?>
<ds:datastoreItem xmlns:ds="http://schemas.openxmlformats.org/officeDocument/2006/customXml" ds:itemID="{8D71DD80-5B95-4BFD-8079-AD3BA95BFAD3}"/>
</file>

<file path=customXml/itemProps3.xml><?xml version="1.0" encoding="utf-8"?>
<ds:datastoreItem xmlns:ds="http://schemas.openxmlformats.org/officeDocument/2006/customXml" ds:itemID="{E3DB8022-A7BE-4BBF-BEC7-F2BB06291082}"/>
</file>

<file path=docProps/app.xml><?xml version="1.0" encoding="utf-8"?>
<Properties xmlns="http://schemas.openxmlformats.org/officeDocument/2006/extended-properties" xmlns:vt="http://schemas.openxmlformats.org/officeDocument/2006/docPropsVTypes">
  <TotalTime>4682</TotalTime>
  <Words>360</Words>
  <Application>Microsoft Office PowerPoint</Application>
  <PresentationFormat>Presentación en pantalla (4:3)</PresentationFormat>
  <Paragraphs>17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Guido Quintero Vides</cp:lastModifiedBy>
  <cp:revision>132</cp:revision>
  <dcterms:created xsi:type="dcterms:W3CDTF">2018-01-24T15:16:31Z</dcterms:created>
  <dcterms:modified xsi:type="dcterms:W3CDTF">2020-01-30T21:18:20Z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