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9" r:id="rId2"/>
    <p:sldId id="265" r:id="rId3"/>
    <p:sldId id="266" r:id="rId4"/>
    <p:sldId id="268" r:id="rId5"/>
    <p:sldId id="267" r:id="rId6"/>
    <p:sldId id="273" r:id="rId7"/>
    <p:sldId id="277" r:id="rId8"/>
    <p:sldId id="262" r:id="rId9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47" autoAdjust="0"/>
    <p:restoredTop sz="98669" autoAdjust="0"/>
  </p:normalViewPr>
  <p:slideViewPr>
    <p:cSldViewPr snapToGrid="0" snapToObjects="1" showGuides="1">
      <p:cViewPr varScale="1">
        <p:scale>
          <a:sx n="96" d="100"/>
          <a:sy n="96" d="100"/>
        </p:scale>
        <p:origin x="-89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26/02/2018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26/02/2018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EL REPORTE DE SEGUIMIENTO DE MERCADEO</a:t>
            </a: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smtClean="0"/>
              <a:t>Acceso</a:t>
            </a:r>
            <a:endParaRPr lang="es-CO" sz="2200" b="1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smtClean="0"/>
              <a:t>Ingrese desde su navegador al sitio web de la Universidad: </a:t>
            </a:r>
            <a:r>
              <a:rPr lang="es-CO" sz="1600" smtClean="0">
                <a:hlinkClick r:id="rId3"/>
              </a:rPr>
              <a:t>http://www.unisimon.edu.co/</a:t>
            </a:r>
            <a:r>
              <a:rPr lang="es-CO" sz="1600"/>
              <a:t> y </a:t>
            </a:r>
            <a:r>
              <a:rPr lang="es-CO" sz="1600" smtClean="0"/>
              <a:t>seleccionar en menú </a:t>
            </a:r>
            <a:r>
              <a:rPr lang="es-CO" sz="1600"/>
              <a:t>principal la opción </a:t>
            </a:r>
            <a:r>
              <a:rPr lang="es-CO" sz="1600" smtClean="0"/>
              <a:t>«Portales»</a:t>
            </a:r>
            <a:endParaRPr lang="es-CO" sz="1600"/>
          </a:p>
          <a:p>
            <a:pPr algn="ctr"/>
            <a:endParaRPr lang="es-CO" sz="160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36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smtClean="0"/>
              <a:t>Dirigirse a la sección «Portal Profesores y Administrativos»</a:t>
            </a:r>
            <a:endParaRPr lang="es-CO" sz="1600"/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67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smtClean="0"/>
              <a:t>Digite su </a:t>
            </a:r>
            <a:r>
              <a:rPr lang="es-CO" sz="1600"/>
              <a:t>usuario y contraseña para acceder al sistema y luego presione sobre el botón </a:t>
            </a:r>
            <a:r>
              <a:rPr lang="es-CO" sz="1600" smtClean="0"/>
              <a:t>«Acceder»</a:t>
            </a:r>
            <a:endParaRPr lang="es-CO" sz="1600"/>
          </a:p>
          <a:p>
            <a:pPr algn="ctr"/>
            <a:endParaRPr lang="es-CO" sz="160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023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1760361"/>
            <a:ext cx="8377953" cy="41521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/>
              <a:t>Luego de ingresar </a:t>
            </a:r>
            <a:r>
              <a:rPr lang="es-CO" sz="1600" smtClean="0"/>
              <a:t>al sistema deberá </a:t>
            </a:r>
            <a:r>
              <a:rPr lang="es-CO" sz="1600"/>
              <a:t>seleccionar el módulo </a:t>
            </a:r>
            <a:r>
              <a:rPr lang="es-CO" sz="1600" smtClean="0"/>
              <a:t>«Mercadeo»</a:t>
            </a:r>
            <a:endParaRPr lang="es-CO" sz="160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519175" y="1603320"/>
            <a:ext cx="2398458" cy="2813232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/>
          </a:p>
        </p:txBody>
      </p:sp>
      <p:sp>
        <p:nvSpPr>
          <p:cNvPr id="15" name="14 Rectángulo redondeado"/>
          <p:cNvSpPr/>
          <p:nvPr/>
        </p:nvSpPr>
        <p:spPr>
          <a:xfrm>
            <a:off x="6929532" y="3927556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5450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49348"/>
            <a:ext cx="8400178" cy="41631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/>
              <a:t>Luego de ingresar al módulo deberá </a:t>
            </a:r>
            <a:r>
              <a:rPr lang="es-CO" sz="1600" smtClean="0"/>
              <a:t>acceder a la sección «Reportes»</a:t>
            </a:r>
            <a:endParaRPr lang="es-CO" sz="1600"/>
          </a:p>
        </p:txBody>
      </p:sp>
      <p:grpSp>
        <p:nvGrpSpPr>
          <p:cNvPr id="17" name="16 Grupo"/>
          <p:cNvGrpSpPr/>
          <p:nvPr/>
        </p:nvGrpSpPr>
        <p:grpSpPr>
          <a:xfrm flipH="1">
            <a:off x="2505456" y="1504790"/>
            <a:ext cx="445754" cy="1715879"/>
            <a:chOff x="5729176" y="1788714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88714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/>
          </a:p>
        </p:txBody>
      </p:sp>
      <p:sp>
        <p:nvSpPr>
          <p:cNvPr id="15" name="14 Rectángulo redondeado"/>
          <p:cNvSpPr/>
          <p:nvPr/>
        </p:nvSpPr>
        <p:spPr>
          <a:xfrm>
            <a:off x="2969498" y="2740941"/>
            <a:ext cx="1063006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90593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1646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smtClean="0"/>
              <a:t>Seleccionar el reporte «Mercadeo / Seguimiento»</a:t>
            </a:r>
            <a:endParaRPr lang="es-CO" sz="1600"/>
          </a:p>
        </p:txBody>
      </p:sp>
      <p:grpSp>
        <p:nvGrpSpPr>
          <p:cNvPr id="17" name="16 Grupo"/>
          <p:cNvGrpSpPr/>
          <p:nvPr/>
        </p:nvGrpSpPr>
        <p:grpSpPr>
          <a:xfrm>
            <a:off x="2107096" y="1504791"/>
            <a:ext cx="1143000" cy="1693110"/>
            <a:chOff x="5729176" y="1788714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88714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/>
          </a:p>
        </p:txBody>
      </p:sp>
      <p:sp>
        <p:nvSpPr>
          <p:cNvPr id="15" name="14 Rectángulo redondeado"/>
          <p:cNvSpPr/>
          <p:nvPr/>
        </p:nvSpPr>
        <p:spPr>
          <a:xfrm>
            <a:off x="912098" y="2740940"/>
            <a:ext cx="1155242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4883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36563"/>
            <a:ext cx="8377952" cy="413991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smtClean="0"/>
              <a:t>Para generar el reporte de un seguimiento seleccione los filtros el Año, Periodo y Programa, y presione el botón «Generar», este creará un documento en Excel.</a:t>
            </a:r>
            <a:endParaRPr lang="es-CO" sz="1600"/>
          </a:p>
        </p:txBody>
      </p:sp>
      <p:sp>
        <p:nvSpPr>
          <p:cNvPr id="15" name="14 Rectángulo redondeado"/>
          <p:cNvSpPr/>
          <p:nvPr/>
        </p:nvSpPr>
        <p:spPr>
          <a:xfrm>
            <a:off x="695325" y="2916496"/>
            <a:ext cx="7638991" cy="1287756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/>
          </a:p>
        </p:txBody>
      </p:sp>
      <p:sp>
        <p:nvSpPr>
          <p:cNvPr id="13" name="7 Rectángulo"/>
          <p:cNvSpPr/>
          <p:nvPr/>
        </p:nvSpPr>
        <p:spPr>
          <a:xfrm>
            <a:off x="7760451" y="20895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4349333" y="1751011"/>
            <a:ext cx="0" cy="1145607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4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037DDAC4-AA28-463A-904D-C06BC718E6D9}"/>
</file>

<file path=customXml/itemProps2.xml><?xml version="1.0" encoding="utf-8"?>
<ds:datastoreItem xmlns:ds="http://schemas.openxmlformats.org/officeDocument/2006/customXml" ds:itemID="{654C9AEC-124C-4CA5-8A12-A4433A5C21AA}"/>
</file>

<file path=customXml/itemProps3.xml><?xml version="1.0" encoding="utf-8"?>
<ds:datastoreItem xmlns:ds="http://schemas.openxmlformats.org/officeDocument/2006/customXml" ds:itemID="{FF58B9E8-B225-46C0-86F5-BA5C55A980B9}"/>
</file>

<file path=docProps/app.xml><?xml version="1.0" encoding="utf-8"?>
<Properties xmlns="http://schemas.openxmlformats.org/officeDocument/2006/extended-properties" xmlns:vt="http://schemas.openxmlformats.org/officeDocument/2006/docPropsVTypes">
  <TotalTime>1052</TotalTime>
  <Words>129</Words>
  <Application>Microsoft Office PowerPoint</Application>
  <PresentationFormat>Presentación en pantalla (4:3)</PresentationFormat>
  <Paragraphs>11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60</cp:revision>
  <dcterms:created xsi:type="dcterms:W3CDTF">2017-01-26T20:10:20Z</dcterms:created>
  <dcterms:modified xsi:type="dcterms:W3CDTF">2018-02-26T21:14:07Z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