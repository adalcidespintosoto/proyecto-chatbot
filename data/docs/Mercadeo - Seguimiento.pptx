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5" r:id="rId3"/>
    <p:sldId id="266" r:id="rId4"/>
    <p:sldId id="268" r:id="rId5"/>
    <p:sldId id="267" r:id="rId6"/>
    <p:sldId id="273" r:id="rId7"/>
    <p:sldId id="262" r:id="rId8"/>
    <p:sldId id="274" r:id="rId9"/>
    <p:sldId id="275" r:id="rId10"/>
    <p:sldId id="276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7" autoAdjust="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SEGUIMIENTO DE MERCADEO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60361"/>
            <a:ext cx="8377953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«Mercadeo»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19175" y="1603320"/>
            <a:ext cx="2398458" cy="2813232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929532" y="392755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8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</a:t>
            </a:r>
            <a:r>
              <a:rPr lang="es-CO" sz="1600" dirty="0" smtClean="0"/>
              <a:t>acceder a la sección «Seguimiento»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212136" y="1554330"/>
            <a:ext cx="516834" cy="1620619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21242" y="2750086"/>
            <a:ext cx="1251138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9059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8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búsqueda de un seguimiento seleccione entre los filtros el Año, Periodo y Programa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95325" y="2896618"/>
            <a:ext cx="5705475" cy="3323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349333" y="1455208"/>
            <a:ext cx="0" cy="144141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12196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250688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visualización del seguimiento presione el botón «      » correspondiente al registro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529839" y="2600961"/>
            <a:ext cx="3962401" cy="1584960"/>
          </a:xfrm>
          <a:prstGeom prst="roundRect">
            <a:avLst>
              <a:gd name="adj" fmla="val 837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954157" y="3559557"/>
            <a:ext cx="1530625" cy="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16 Rectángulo redondeado"/>
          <p:cNvSpPr/>
          <p:nvPr/>
        </p:nvSpPr>
        <p:spPr>
          <a:xfrm>
            <a:off x="629478" y="3408240"/>
            <a:ext cx="294862" cy="303990"/>
          </a:xfrm>
          <a:prstGeom prst="roundRect">
            <a:avLst>
              <a:gd name="adj" fmla="val 837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1" name="20 Conector recto de flecha"/>
          <p:cNvCxnSpPr/>
          <p:nvPr/>
        </p:nvCxnSpPr>
        <p:spPr>
          <a:xfrm>
            <a:off x="781374" y="1504790"/>
            <a:ext cx="0" cy="1812941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3" t="41801" r="93469" b="53421"/>
          <a:stretch/>
        </p:blipFill>
        <p:spPr bwMode="auto">
          <a:xfrm>
            <a:off x="5782146" y="1234051"/>
            <a:ext cx="308112" cy="308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CuadroTexto 2"/>
          <p:cNvSpPr txBox="1"/>
          <p:nvPr/>
        </p:nvSpPr>
        <p:spPr>
          <a:xfrm>
            <a:off x="403088" y="77198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 smtClean="0"/>
              <a:t>VISUALIZAR SEGUIMIENTO</a:t>
            </a:r>
            <a:endParaRPr lang="es-CO" sz="1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646" b="93868"/>
          <a:stretch/>
        </p:blipFill>
        <p:spPr bwMode="auto">
          <a:xfrm>
            <a:off x="7750588" y="2035580"/>
            <a:ext cx="566531" cy="24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327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12196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250688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eliminación de un seguimiento presione el botón «      » correspondiente al registro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529839" y="2846015"/>
            <a:ext cx="282935" cy="245055"/>
          </a:xfrm>
          <a:prstGeom prst="roundRect">
            <a:avLst>
              <a:gd name="adj" fmla="val 837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403088" y="77198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 smtClean="0"/>
              <a:t>ELIMINAR SEGUIMIENTO</a:t>
            </a:r>
            <a:endParaRPr lang="es-CO" sz="16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4" t="20429" r="70795" b="75165"/>
          <a:stretch/>
        </p:blipFill>
        <p:spPr bwMode="auto">
          <a:xfrm>
            <a:off x="5896334" y="1186114"/>
            <a:ext cx="264160" cy="284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13 Grupo"/>
          <p:cNvGrpSpPr/>
          <p:nvPr/>
        </p:nvGrpSpPr>
        <p:grpSpPr>
          <a:xfrm flipH="1">
            <a:off x="1879505" y="1470222"/>
            <a:ext cx="630456" cy="1526381"/>
            <a:chOff x="5729176" y="1788714"/>
            <a:chExt cx="1191284" cy="114087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17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646" b="93868"/>
          <a:stretch/>
        </p:blipFill>
        <p:spPr bwMode="auto">
          <a:xfrm>
            <a:off x="7750588" y="2035580"/>
            <a:ext cx="566531" cy="24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80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12196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250688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creación de un seguimiento presione el botón «Nuevo», posteriormente complete la información solicitada en el formulario desplegado y finalice presionando el botón «Guardar»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263887" y="5476460"/>
            <a:ext cx="487018" cy="304359"/>
          </a:xfrm>
          <a:prstGeom prst="roundRect">
            <a:avLst>
              <a:gd name="adj" fmla="val 837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403088" y="77198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 smtClean="0"/>
              <a:t>CREAR SEGUIMIENTO</a:t>
            </a:r>
            <a:endParaRPr lang="es-CO" sz="1600" b="1" dirty="0"/>
          </a:p>
        </p:txBody>
      </p:sp>
      <p:grpSp>
        <p:nvGrpSpPr>
          <p:cNvPr id="14" name="13 Grupo"/>
          <p:cNvGrpSpPr/>
          <p:nvPr/>
        </p:nvGrpSpPr>
        <p:grpSpPr>
          <a:xfrm flipH="1">
            <a:off x="2087217" y="1992317"/>
            <a:ext cx="2132274" cy="3641247"/>
            <a:chOff x="5729176" y="1782486"/>
            <a:chExt cx="1191284" cy="114087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917811" y="1782486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17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96" t="6468" r="37912" b="46766"/>
          <a:stretch/>
        </p:blipFill>
        <p:spPr bwMode="auto">
          <a:xfrm>
            <a:off x="5931748" y="2703442"/>
            <a:ext cx="2417119" cy="2315817"/>
          </a:xfrm>
          <a:prstGeom prst="rect">
            <a:avLst/>
          </a:prstGeom>
          <a:solidFill>
            <a:srgbClr val="FFFFFF">
              <a:shade val="85000"/>
            </a:srgbClr>
          </a:solidFill>
          <a:ln w="38100">
            <a:solidFill>
              <a:srgbClr val="F9A713"/>
            </a:solidFill>
            <a:miter lim="800000"/>
            <a:headEnd/>
            <a:tailEnd/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extLst/>
        </p:spPr>
      </p:pic>
      <p:grpSp>
        <p:nvGrpSpPr>
          <p:cNvPr id="19" name="18 Grupo"/>
          <p:cNvGrpSpPr/>
          <p:nvPr/>
        </p:nvGrpSpPr>
        <p:grpSpPr>
          <a:xfrm rot="16200000" flipH="1">
            <a:off x="5693260" y="4181595"/>
            <a:ext cx="549748" cy="2344346"/>
            <a:chOff x="5729176" y="1782486"/>
            <a:chExt cx="1191284" cy="1140874"/>
          </a:xfrm>
        </p:grpSpPr>
        <p:cxnSp>
          <p:nvCxnSpPr>
            <p:cNvPr id="20" name="19 Conector recto de flecha"/>
            <p:cNvCxnSpPr/>
            <p:nvPr/>
          </p:nvCxnSpPr>
          <p:spPr>
            <a:xfrm>
              <a:off x="6917811" y="1782486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646" b="93868"/>
          <a:stretch/>
        </p:blipFill>
        <p:spPr bwMode="auto">
          <a:xfrm>
            <a:off x="7750588" y="2035580"/>
            <a:ext cx="566531" cy="24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965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C52C7AD-3F3A-4E92-B292-E6363AC19EAC}"/>
</file>

<file path=customXml/itemProps2.xml><?xml version="1.0" encoding="utf-8"?>
<ds:datastoreItem xmlns:ds="http://schemas.openxmlformats.org/officeDocument/2006/customXml" ds:itemID="{03D376B2-F2F2-4975-B030-25CCD38DA6CD}"/>
</file>

<file path=customXml/itemProps3.xml><?xml version="1.0" encoding="utf-8"?>
<ds:datastoreItem xmlns:ds="http://schemas.openxmlformats.org/officeDocument/2006/customXml" ds:itemID="{5AA45134-E3C2-468D-AF44-D8DC541FE1EA}"/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169</Words>
  <Application>Microsoft Office PowerPoint</Application>
  <PresentationFormat>Presentación en pantalla (4:3)</PresentationFormat>
  <Paragraphs>16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57</cp:revision>
  <dcterms:created xsi:type="dcterms:W3CDTF">2017-01-26T20:10:20Z</dcterms:created>
  <dcterms:modified xsi:type="dcterms:W3CDTF">2018-02-26T21:13:43Z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