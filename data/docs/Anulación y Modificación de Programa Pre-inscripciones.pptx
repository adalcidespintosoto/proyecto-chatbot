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Relationship Id="rId21" Type="http://schemas.openxmlformats.org/officeDocument/2006/relationships/customXml" Target="../customXml/item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7" Type="http://schemas.openxmlformats.org/officeDocument/2006/relationships/slide" Target="slides/slide3.xml"/><Relationship Id="rId20" Type="http://customschemas.google.com/relationships/presentationmetadata" Target="metadata"/><Relationship Id="rId2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5" Type="http://schemas.openxmlformats.org/officeDocument/2006/relationships/slide" Target="slides/slide1.xml"/><Relationship Id="rId23" Type="http://schemas.openxmlformats.org/officeDocument/2006/relationships/customXml" Target="../customXml/item3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eea54d67d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eea54d67df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eea54d67d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ed872d6ec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ed872d6e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(arial 60 en negrita alineado a la izquierda)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Configuración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435899" y="815630"/>
            <a:ext cx="7425211" cy="7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3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- Configuración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435900" y="1459097"/>
            <a:ext cx="11086082" cy="173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esté submódulo podrá modificar la información básica del aplicativo, incluyendo el periodo académico en curso, de esté dato dependerá el periodo académico para la creación de nuevas elecciones.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finalizar la modificación de los campos, seleccione el botón “Guardar” que aparece en la parte inferior de la ventana para guardar los cambios realizados.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3"/>
          <p:cNvGrpSpPr/>
          <p:nvPr/>
        </p:nvGrpSpPr>
        <p:grpSpPr>
          <a:xfrm>
            <a:off x="612872" y="3224291"/>
            <a:ext cx="10909110" cy="3186566"/>
            <a:chOff x="612872" y="3060518"/>
            <a:chExt cx="10909110" cy="3186566"/>
          </a:xfrm>
        </p:grpSpPr>
        <p:pic>
          <p:nvPicPr>
            <p:cNvPr id="100" name="Google Shape;10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2872" y="3060518"/>
              <a:ext cx="10909110" cy="31865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3"/>
            <p:cNvSpPr/>
            <p:nvPr/>
          </p:nvSpPr>
          <p:spPr>
            <a:xfrm>
              <a:off x="2294130" y="3686360"/>
              <a:ext cx="1486300" cy="298786"/>
            </a:xfrm>
            <a:prstGeom prst="roundRect">
              <a:avLst>
                <a:gd fmla="val 16667" name="adj"/>
              </a:avLst>
            </a:prstGeom>
            <a:noFill/>
            <a:ln cap="flat" cmpd="sng" w="571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900" y="2879535"/>
            <a:ext cx="109156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435899" y="952110"/>
            <a:ext cx="5446285" cy="7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3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 -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435900" y="1636521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esté submódulo podrá listar todos los usuarios que tienen acceso a los módulos de gestión del aplicativo, crear nuevos usuarios, y modificar o inactivar los ya existentes.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44288" y="3548418"/>
            <a:ext cx="1666649" cy="262719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341159" y="1036020"/>
            <a:ext cx="11086082" cy="1862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nuevo usuario, selecciones el botón “Nuevo agente”. Luego diligencie todos los campos de la ventana emergente que se abrirá.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Deberá diligenciar al menos los campos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usuario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Apellidos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Cargo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la contraseña y los módulos a los que se le asignará permisos.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7"/>
          <p:cNvGrpSpPr/>
          <p:nvPr/>
        </p:nvGrpSpPr>
        <p:grpSpPr>
          <a:xfrm>
            <a:off x="846160" y="2896737"/>
            <a:ext cx="9717206" cy="3417774"/>
            <a:chOff x="846160" y="2896737"/>
            <a:chExt cx="9717206" cy="3417774"/>
          </a:xfrm>
        </p:grpSpPr>
        <p:pic>
          <p:nvPicPr>
            <p:cNvPr id="116" name="Google Shape;116;p17"/>
            <p:cNvPicPr preferRelativeResize="0"/>
            <p:nvPr/>
          </p:nvPicPr>
          <p:blipFill rotWithShape="1">
            <a:blip r:embed="rId3">
              <a:alphaModFix/>
            </a:blip>
            <a:srcRect b="9993" l="67523" r="0" t="0"/>
            <a:stretch/>
          </p:blipFill>
          <p:spPr>
            <a:xfrm>
              <a:off x="846160" y="3186954"/>
              <a:ext cx="3538835" cy="27948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4200" y="2898028"/>
              <a:ext cx="4160112" cy="34164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7"/>
            <p:cNvSpPr/>
            <p:nvPr/>
          </p:nvSpPr>
          <p:spPr>
            <a:xfrm>
              <a:off x="2906973" y="3821373"/>
              <a:ext cx="1351128" cy="532263"/>
            </a:xfrm>
            <a:prstGeom prst="roundRect">
              <a:avLst>
                <a:gd fmla="val 16667" name="adj"/>
              </a:avLst>
            </a:prstGeom>
            <a:noFill/>
            <a:ln cap="flat" cmpd="sng" w="571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5418161" y="2896737"/>
              <a:ext cx="5145205" cy="3416483"/>
            </a:xfrm>
            <a:prstGeom prst="roundRect">
              <a:avLst>
                <a:gd fmla="val 16667" name="adj"/>
              </a:avLst>
            </a:prstGeom>
            <a:noFill/>
            <a:ln cap="flat" cmpd="sng" w="571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501271" y="3807229"/>
              <a:ext cx="863875" cy="53226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435900" y="952110"/>
            <a:ext cx="6183264" cy="7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3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 - Personalizar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35900" y="1636521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esté submódulo podrá modificar los aspectos visuales del aplicativo tales como colores, imágenes de fondo e inicio de sesión y logotipo.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33067" l="0" r="0" t="7508"/>
          <a:stretch/>
        </p:blipFill>
        <p:spPr>
          <a:xfrm>
            <a:off x="1162845" y="2818262"/>
            <a:ext cx="9632192" cy="308762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1162845" y="3630306"/>
            <a:ext cx="1666649" cy="341194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082" y="2692397"/>
            <a:ext cx="11427725" cy="350910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3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- Elecciones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435900" y="1636521"/>
            <a:ext cx="110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lang="es-CO" sz="2000">
                <a:solidFill>
                  <a:schemeClr val="dk1"/>
                </a:solidFill>
              </a:rPr>
              <a:t>este</a:t>
            </a: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submódulo podrá crear, modificar o eliminar elecciones dirigidas a la comunidad estudiantil.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2241018" y="3330054"/>
            <a:ext cx="1666649" cy="290014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051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una elección dirigida a estudiantes, seleccione el botón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1"/>
          <p:cNvGrpSpPr/>
          <p:nvPr/>
        </p:nvGrpSpPr>
        <p:grpSpPr>
          <a:xfrm>
            <a:off x="745663" y="2526134"/>
            <a:ext cx="10700673" cy="3835021"/>
            <a:chOff x="435900" y="2143996"/>
            <a:chExt cx="10700673" cy="3835021"/>
          </a:xfrm>
        </p:grpSpPr>
        <p:grpSp>
          <p:nvGrpSpPr>
            <p:cNvPr id="148" name="Google Shape;148;p21"/>
            <p:cNvGrpSpPr/>
            <p:nvPr/>
          </p:nvGrpSpPr>
          <p:grpSpPr>
            <a:xfrm>
              <a:off x="435900" y="2143996"/>
              <a:ext cx="4176215" cy="2216460"/>
              <a:chOff x="435900" y="2143996"/>
              <a:chExt cx="4176215" cy="2216460"/>
            </a:xfrm>
          </p:grpSpPr>
          <p:pic>
            <p:nvPicPr>
              <p:cNvPr id="149" name="Google Shape;149;p21"/>
              <p:cNvPicPr preferRelativeResize="0"/>
              <p:nvPr/>
            </p:nvPicPr>
            <p:blipFill rotWithShape="1">
              <a:blip r:embed="rId3">
                <a:alphaModFix/>
              </a:blip>
              <a:srcRect b="36837" l="28668" r="34785" t="0"/>
              <a:stretch/>
            </p:blipFill>
            <p:spPr>
              <a:xfrm>
                <a:off x="435900" y="2143996"/>
                <a:ext cx="4176215" cy="2216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1"/>
              <p:cNvSpPr/>
              <p:nvPr/>
            </p:nvSpPr>
            <p:spPr>
              <a:xfrm>
                <a:off x="435900" y="2758146"/>
                <a:ext cx="1666649" cy="290014"/>
              </a:xfrm>
              <a:prstGeom prst="roundRect">
                <a:avLst>
                  <a:gd fmla="val 16667" name="adj"/>
                </a:avLst>
              </a:prstGeom>
              <a:noFill/>
              <a:ln cap="flat" cmpd="sng" w="5715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1" name="Google Shape;151;p21"/>
            <p:cNvPicPr preferRelativeResize="0"/>
            <p:nvPr/>
          </p:nvPicPr>
          <p:blipFill rotWithShape="1">
            <a:blip r:embed="rId4">
              <a:alphaModFix/>
            </a:blip>
            <a:srcRect b="22957" l="27985" r="28469" t="18020"/>
            <a:stretch/>
          </p:blipFill>
          <p:spPr>
            <a:xfrm>
              <a:off x="5827594" y="2143996"/>
              <a:ext cx="5308979" cy="383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1"/>
            <p:cNvSpPr/>
            <p:nvPr/>
          </p:nvSpPr>
          <p:spPr>
            <a:xfrm>
              <a:off x="4787917" y="2758146"/>
              <a:ext cx="863875" cy="53226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9471546" y="5472752"/>
              <a:ext cx="1053946" cy="362880"/>
            </a:xfrm>
            <a:prstGeom prst="roundRect">
              <a:avLst>
                <a:gd fmla="val 16667" name="adj"/>
              </a:avLst>
            </a:prstGeom>
            <a:noFill/>
            <a:ln cap="flat" cmpd="sng" w="571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Egresados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Docentes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Funcionarios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eea54d67df_1_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/>
          </a:p>
        </p:txBody>
      </p:sp>
      <p:sp>
        <p:nvSpPr>
          <p:cNvPr id="178" name="Google Shape;178;geea54d67df_1_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ed872d6ec6_0_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/>
          </a:p>
        </p:txBody>
      </p:sp>
      <p:sp>
        <p:nvSpPr>
          <p:cNvPr id="184" name="Google Shape;184;ged872d6ec6_0_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1CD518C-950D-4333-AEDE-FB448140583B}"/>
</file>

<file path=customXml/itemProps2.xml><?xml version="1.0" encoding="utf-8"?>
<ds:datastoreItem xmlns:ds="http://schemas.openxmlformats.org/officeDocument/2006/customXml" ds:itemID="{2B57B5DD-BEA7-49C3-A4F4-7D050AA9BE96}"/>
</file>

<file path=customXml/itemProps3.xml><?xml version="1.0" encoding="utf-8"?>
<ds:datastoreItem xmlns:ds="http://schemas.openxmlformats.org/officeDocument/2006/customXml" ds:itemID="{2FD5C707-7448-4CDE-8A6E-DAB649E2A0A8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dcterms:created xsi:type="dcterms:W3CDTF">2021-08-30T16:06:06Z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