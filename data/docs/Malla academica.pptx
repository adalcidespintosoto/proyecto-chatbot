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5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70" r:id="rId7"/>
    <p:sldId id="264" r:id="rId8"/>
    <p:sldId id="319" r:id="rId9"/>
    <p:sldId id="324" r:id="rId10"/>
    <p:sldId id="321" r:id="rId11"/>
    <p:sldId id="322" r:id="rId12"/>
    <p:sldId id="328" r:id="rId13"/>
    <p:sldId id="327" r:id="rId14"/>
    <p:sldId id="331" r:id="rId15"/>
    <p:sldId id="332" r:id="rId16"/>
    <p:sldId id="329" r:id="rId17"/>
    <p:sldId id="330" r:id="rId18"/>
    <p:sldId id="325" r:id="rId19"/>
    <p:sldId id="333" r:id="rId20"/>
    <p:sldId id="334" r:id="rId21"/>
    <p:sldId id="323" r:id="rId22"/>
    <p:sldId id="326" r:id="rId23"/>
    <p:sldId id="335" r:id="rId24"/>
    <p:sldId id="336" r:id="rId25"/>
    <p:sldId id="337" r:id="rId26"/>
    <p:sldId id="338" r:id="rId27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14" autoAdjust="0"/>
    <p:restoredTop sz="94660"/>
  </p:normalViewPr>
  <p:slideViewPr>
    <p:cSldViewPr snapToGrid="0" snapToObjects="1" showGuides="1">
      <p:cViewPr>
        <p:scale>
          <a:sx n="100" d="100"/>
          <a:sy n="100" d="100"/>
        </p:scale>
        <p:origin x="-738" y="-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11/11/2018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042866"/>
            <a:ext cx="9144000" cy="11156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</a:p>
          <a:p>
            <a:pPr algn="ctr"/>
            <a:endParaRPr lang="es-CO" sz="1050" b="1" dirty="0" smtClean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MALLA ACADÉMICA</a:t>
            </a:r>
            <a:endParaRPr lang="es-CO" sz="2800" b="1" dirty="0" smtClean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0" y="906361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seleccione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77761" y="2634125"/>
            <a:ext cx="55242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62375" y="1472666"/>
            <a:ext cx="1795192" cy="1333398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13251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15" y="1838426"/>
            <a:ext cx="8423869" cy="43218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3329661" y="3834049"/>
            <a:ext cx="2432042" cy="164252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205587"/>
            <a:ext cx="0" cy="2611468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Acceda a </a:t>
            </a:r>
            <a:r>
              <a:rPr lang="es-CO" sz="1600" dirty="0"/>
              <a:t>la sección «Portal </a:t>
            </a:r>
            <a:r>
              <a:rPr lang="es-CO" sz="1600" dirty="0" smtClean="0"/>
              <a:t>Profesores y </a:t>
            </a:r>
            <a:r>
              <a:rPr lang="es-CO" sz="1600" dirty="0"/>
              <a:t>Administrativos</a:t>
            </a:r>
            <a:r>
              <a:rPr lang="es-CO" sz="1600" dirty="0" smtClean="0"/>
              <a:t>»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460286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15" y="1834492"/>
            <a:ext cx="8423869" cy="41749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1639957" y="4083204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822150" y="1244915"/>
            <a:ext cx="400913" cy="3365063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60612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13844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Digite su usuario y contraseña para acceder al sistema y luego presione sobre el botón «Acceder»</a:t>
            </a:r>
          </a:p>
        </p:txBody>
      </p:sp>
    </p:spTree>
    <p:extLst>
      <p:ext uri="{BB962C8B-B14F-4D97-AF65-F5344CB8AC3E}">
        <p14:creationId xmlns:p14="http://schemas.microsoft.com/office/powerpoint/2010/main" val="3652286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ACCESO AL MÓDULO</a:t>
            </a:r>
          </a:p>
        </p:txBody>
      </p:sp>
    </p:spTree>
    <p:extLst>
      <p:ext uri="{BB962C8B-B14F-4D97-AF65-F5344CB8AC3E}">
        <p14:creationId xmlns:p14="http://schemas.microsoft.com/office/powerpoint/2010/main" val="2874235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39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876300" y="3128827"/>
            <a:ext cx="1304925" cy="81824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2381249" y="1264580"/>
            <a:ext cx="2097699" cy="2293036"/>
            <a:chOff x="5729176" y="1775902"/>
            <a:chExt cx="1131436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al módulo «Registro y Control Académico»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38913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39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876300" y="2928802"/>
            <a:ext cx="1304925" cy="81824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2238375" y="1264580"/>
            <a:ext cx="2297723" cy="2073346"/>
            <a:chOff x="5729176" y="1775902"/>
            <a:chExt cx="1131436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ingrese al módulo «Programas»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1712607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CONSULTA DE MALLA</a:t>
            </a:r>
          </a:p>
        </p:txBody>
      </p:sp>
    </p:spTree>
    <p:extLst>
      <p:ext uri="{BB962C8B-B14F-4D97-AF65-F5344CB8AC3E}">
        <p14:creationId xmlns:p14="http://schemas.microsoft.com/office/powerpoint/2010/main" val="3203692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1952625" y="2928802"/>
            <a:ext cx="6572250" cy="52877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la búsqueda de la malla correspondiente, </a:t>
            </a:r>
            <a:r>
              <a:rPr lang="es-CO" sz="1600" dirty="0"/>
              <a:t>debe seleccionar </a:t>
            </a:r>
            <a:r>
              <a:rPr lang="es-CO" sz="1600" dirty="0" smtClean="0"/>
              <a:t>los campos de búsqueda y luego presionar el botón «Buscar»</a:t>
            </a:r>
            <a:endParaRPr lang="es-CO" sz="1600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62246" y="1481304"/>
            <a:ext cx="0" cy="13285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682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2390775" y="4012338"/>
            <a:ext cx="190500" cy="15597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visualizar las mallas de un programa, ubique el registro </a:t>
            </a:r>
            <a:r>
              <a:rPr lang="es-CO" sz="1600" dirty="0"/>
              <a:t>e</a:t>
            </a:r>
            <a:r>
              <a:rPr lang="es-CO" sz="1600" dirty="0" smtClean="0"/>
              <a:t>n el listado mostrado y presione el icono «    »</a:t>
            </a:r>
            <a:endParaRPr lang="es-CO" sz="16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79" t="53265" r="73493" b="43560"/>
          <a:stretch/>
        </p:blipFill>
        <p:spPr bwMode="auto">
          <a:xfrm>
            <a:off x="8696177" y="974939"/>
            <a:ext cx="185739" cy="201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7 Grupo"/>
          <p:cNvGrpSpPr/>
          <p:nvPr/>
        </p:nvGrpSpPr>
        <p:grpSpPr>
          <a:xfrm>
            <a:off x="2667000" y="1264579"/>
            <a:ext cx="1811948" cy="3527651"/>
            <a:chOff x="5729176" y="1775902"/>
            <a:chExt cx="1131436" cy="1140874"/>
          </a:xfrm>
        </p:grpSpPr>
        <p:cxnSp>
          <p:nvCxnSpPr>
            <p:cNvPr id="9" name="8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39399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2476500" y="2781300"/>
            <a:ext cx="4200525" cy="2133600"/>
          </a:xfrm>
          <a:prstGeom prst="roundRect">
            <a:avLst>
              <a:gd name="adj" fmla="val 463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siguiente ventana, se mostrarán las mallas del programa seleccionado, indicando, el código de malla, número de periodos, ano y periodo académico,</a:t>
            </a:r>
            <a:endParaRPr lang="es-CO" sz="1600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62246" y="1433679"/>
            <a:ext cx="0" cy="13285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218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CREACIÓN DE MALLA</a:t>
            </a:r>
          </a:p>
        </p:txBody>
      </p:sp>
    </p:spTree>
    <p:extLst>
      <p:ext uri="{BB962C8B-B14F-4D97-AF65-F5344CB8AC3E}">
        <p14:creationId xmlns:p14="http://schemas.microsoft.com/office/powerpoint/2010/main" val="147027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1952625" y="2928802"/>
            <a:ext cx="6572250" cy="52877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la creación de una malla correspondiente a un programa, </a:t>
            </a:r>
            <a:r>
              <a:rPr lang="es-CO" sz="1600" dirty="0"/>
              <a:t>debe seleccionar </a:t>
            </a:r>
            <a:r>
              <a:rPr lang="es-CO" sz="1600" dirty="0" smtClean="0"/>
              <a:t>los campos de búsqueda y luego presionar el botón «Buscar»</a:t>
            </a:r>
            <a:endParaRPr lang="es-CO" sz="1600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62246" y="1481304"/>
            <a:ext cx="0" cy="13285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872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2390775" y="4012338"/>
            <a:ext cx="190500" cy="15597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Ubique el programa en el listado mostrado y presione el icono «    »</a:t>
            </a:r>
            <a:endParaRPr lang="es-CO" sz="16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79" t="53265" r="73493" b="43560"/>
          <a:stretch/>
        </p:blipFill>
        <p:spPr bwMode="auto">
          <a:xfrm>
            <a:off x="7076927" y="974939"/>
            <a:ext cx="185739" cy="201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7 Grupo"/>
          <p:cNvGrpSpPr/>
          <p:nvPr/>
        </p:nvGrpSpPr>
        <p:grpSpPr>
          <a:xfrm>
            <a:off x="2667000" y="1264579"/>
            <a:ext cx="1811948" cy="3527651"/>
            <a:chOff x="5729176" y="1775902"/>
            <a:chExt cx="1131436" cy="1140874"/>
          </a:xfrm>
        </p:grpSpPr>
        <p:cxnSp>
          <p:nvCxnSpPr>
            <p:cNvPr id="9" name="8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9335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2417284" y="2409825"/>
            <a:ext cx="525942" cy="342900"/>
          </a:xfrm>
          <a:prstGeom prst="roundRect">
            <a:avLst>
              <a:gd name="adj" fmla="val 463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la creación de un malla, presione el botón «Crear»</a:t>
            </a:r>
            <a:endParaRPr lang="es-CO" sz="1600" dirty="0"/>
          </a:p>
        </p:txBody>
      </p:sp>
      <p:grpSp>
        <p:nvGrpSpPr>
          <p:cNvPr id="6" name="5 Grupo"/>
          <p:cNvGrpSpPr/>
          <p:nvPr/>
        </p:nvGrpSpPr>
        <p:grpSpPr>
          <a:xfrm>
            <a:off x="2981326" y="1264580"/>
            <a:ext cx="1535722" cy="1316696"/>
            <a:chOff x="5729176" y="177590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1515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694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2324100" y="2428875"/>
            <a:ext cx="4381500" cy="1427742"/>
          </a:xfrm>
          <a:prstGeom prst="roundRect">
            <a:avLst>
              <a:gd name="adj" fmla="val 463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Complete la información solicitada en el formulario correspondiente al código, número de periodos, año y periodo académico y reconocimiento (si aplica), posteriormente presione el botón «Guardar» para almacenar el registro</a:t>
            </a:r>
            <a:endParaRPr lang="es-CO" sz="1600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4524146" y="1708783"/>
            <a:ext cx="0" cy="672467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040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CONSULTA DE ASIGNATURAS</a:t>
            </a:r>
          </a:p>
        </p:txBody>
      </p:sp>
    </p:spTree>
    <p:extLst>
      <p:ext uri="{BB962C8B-B14F-4D97-AF65-F5344CB8AC3E}">
        <p14:creationId xmlns:p14="http://schemas.microsoft.com/office/powerpoint/2010/main" val="203430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1952625" y="2928802"/>
            <a:ext cx="6572250" cy="52877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consultar las asignaturas de una malla correspondiente a un programa, </a:t>
            </a:r>
            <a:r>
              <a:rPr lang="es-CO" sz="1600" dirty="0"/>
              <a:t>debe seleccionar </a:t>
            </a:r>
            <a:r>
              <a:rPr lang="es-CO" sz="1600" dirty="0" smtClean="0"/>
              <a:t>los campos de búsqueda y luego presionar el botón «Buscar»</a:t>
            </a:r>
            <a:endParaRPr lang="es-CO" sz="1600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62246" y="1481304"/>
            <a:ext cx="0" cy="13285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418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2390775" y="4012338"/>
            <a:ext cx="190500" cy="15597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Ubique el programa en el listado mostrado y presione el icono «    »</a:t>
            </a:r>
            <a:endParaRPr lang="es-CO" sz="16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79" t="53265" r="73493" b="43560"/>
          <a:stretch/>
        </p:blipFill>
        <p:spPr bwMode="auto">
          <a:xfrm>
            <a:off x="7076927" y="974939"/>
            <a:ext cx="185739" cy="201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7 Grupo"/>
          <p:cNvGrpSpPr/>
          <p:nvPr/>
        </p:nvGrpSpPr>
        <p:grpSpPr>
          <a:xfrm>
            <a:off x="2667000" y="1264579"/>
            <a:ext cx="1811948" cy="3527651"/>
            <a:chOff x="5729176" y="1775902"/>
            <a:chExt cx="1131436" cy="1140874"/>
          </a:xfrm>
        </p:grpSpPr>
        <p:cxnSp>
          <p:nvCxnSpPr>
            <p:cNvPr id="9" name="8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21715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6716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2949575" y="2970938"/>
            <a:ext cx="190500" cy="1821292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ventana mostrada, presione el icono «     » para visualizar las asignaturas correspondientes a la malla del programa seleccionado</a:t>
            </a:r>
            <a:endParaRPr lang="es-CO" sz="1600" dirty="0"/>
          </a:p>
        </p:txBody>
      </p:sp>
      <p:grpSp>
        <p:nvGrpSpPr>
          <p:cNvPr id="8" name="7 Grupo"/>
          <p:cNvGrpSpPr/>
          <p:nvPr/>
        </p:nvGrpSpPr>
        <p:grpSpPr>
          <a:xfrm>
            <a:off x="3238500" y="1491136"/>
            <a:ext cx="1240448" cy="2390448"/>
            <a:chOff x="5729176" y="1775902"/>
            <a:chExt cx="1131436" cy="1140874"/>
          </a:xfrm>
        </p:grpSpPr>
        <p:cxnSp>
          <p:nvCxnSpPr>
            <p:cNvPr id="9" name="8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125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83" t="27944" r="66888" b="67991"/>
          <a:stretch/>
        </p:blipFill>
        <p:spPr bwMode="auto">
          <a:xfrm>
            <a:off x="3813969" y="961237"/>
            <a:ext cx="211931" cy="257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7145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28841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2390775" y="2667310"/>
            <a:ext cx="4267199" cy="3076265"/>
          </a:xfrm>
          <a:prstGeom prst="roundRect">
            <a:avLst>
              <a:gd name="adj" fmla="val 448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siguiente listado podrá consultar las asignaturas con el número de periodo, código de asignatura, código interno y nombre</a:t>
            </a:r>
            <a:endParaRPr lang="es-CO" sz="1600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52721" y="1462254"/>
            <a:ext cx="0" cy="1205056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695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 smtClean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ADICIÓN DE ASIGNATURAS</a:t>
            </a:r>
          </a:p>
        </p:txBody>
      </p:sp>
    </p:spTree>
    <p:extLst>
      <p:ext uri="{BB962C8B-B14F-4D97-AF65-F5344CB8AC3E}">
        <p14:creationId xmlns:p14="http://schemas.microsoft.com/office/powerpoint/2010/main" val="18384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0" y="1828841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2409824" y="2419661"/>
            <a:ext cx="571501" cy="247650"/>
          </a:xfrm>
          <a:prstGeom prst="roundRect">
            <a:avLst>
              <a:gd name="adj" fmla="val 448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agregar una asignatura a la malla académica seleccionada, presionar el botón «Nuevo»</a:t>
            </a:r>
            <a:endParaRPr lang="es-CO" sz="1600" dirty="0"/>
          </a:p>
        </p:txBody>
      </p:sp>
      <p:grpSp>
        <p:nvGrpSpPr>
          <p:cNvPr id="6" name="5 Grupo"/>
          <p:cNvGrpSpPr/>
          <p:nvPr/>
        </p:nvGrpSpPr>
        <p:grpSpPr>
          <a:xfrm>
            <a:off x="3048000" y="1244915"/>
            <a:ext cx="1430948" cy="1298571"/>
            <a:chOff x="5729176" y="1775902"/>
            <a:chExt cx="1131436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856167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13844"/>
              <a:ext cx="1131436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7203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892" y="1828841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2400300" y="2429186"/>
            <a:ext cx="3533775" cy="247650"/>
          </a:xfrm>
          <a:prstGeom prst="roundRect">
            <a:avLst>
              <a:gd name="adj" fmla="val 448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el nombre el código o nombre de la asignatura, y presione el botón «Buscar»</a:t>
            </a:r>
            <a:endParaRPr lang="es-CO" sz="1600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4169385" y="1244915"/>
            <a:ext cx="0" cy="1095686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67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892" y="1828841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15" name="14 Rectángulo redondeado"/>
          <p:cNvSpPr/>
          <p:nvPr/>
        </p:nvSpPr>
        <p:spPr>
          <a:xfrm>
            <a:off x="2431072" y="2677146"/>
            <a:ext cx="569303" cy="1247153"/>
          </a:xfrm>
          <a:prstGeom prst="roundRect">
            <a:avLst>
              <a:gd name="adj" fmla="val 448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el listado mostrado, seleccione una o mas asignaturas para adicionar, luego digite el Periodo, y finalice presionando el botón «Guardar»</a:t>
            </a:r>
            <a:endParaRPr lang="es-CO" sz="1600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2715723" y="1314450"/>
            <a:ext cx="0" cy="1272372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6 Rectángulo redondeado"/>
          <p:cNvSpPr/>
          <p:nvPr/>
        </p:nvSpPr>
        <p:spPr>
          <a:xfrm>
            <a:off x="2431072" y="5410822"/>
            <a:ext cx="2636228" cy="351804"/>
          </a:xfrm>
          <a:prstGeom prst="roundRect">
            <a:avLst>
              <a:gd name="adj" fmla="val 448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 redondeado"/>
          <p:cNvSpPr/>
          <p:nvPr/>
        </p:nvSpPr>
        <p:spPr>
          <a:xfrm>
            <a:off x="5764822" y="5410822"/>
            <a:ext cx="569303" cy="351803"/>
          </a:xfrm>
          <a:prstGeom prst="roundRect">
            <a:avLst>
              <a:gd name="adj" fmla="val 448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2734773" y="3924299"/>
            <a:ext cx="0" cy="1486523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11 Conector recto de flecha"/>
          <p:cNvCxnSpPr/>
          <p:nvPr/>
        </p:nvCxnSpPr>
        <p:spPr>
          <a:xfrm>
            <a:off x="5144598" y="5586723"/>
            <a:ext cx="601174" cy="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897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DFEBE9F4-8923-486A-9E47-3507DD2FB98B}"/>
</file>

<file path=customXml/itemProps2.xml><?xml version="1.0" encoding="utf-8"?>
<ds:datastoreItem xmlns:ds="http://schemas.openxmlformats.org/officeDocument/2006/customXml" ds:itemID="{5D76852A-4CF2-4BF4-B270-2D1EF3C84039}"/>
</file>

<file path=customXml/itemProps3.xml><?xml version="1.0" encoding="utf-8"?>
<ds:datastoreItem xmlns:ds="http://schemas.openxmlformats.org/officeDocument/2006/customXml" ds:itemID="{5660A802-96ED-4242-89B2-DBE44D585C42}"/>
</file>

<file path=docProps/app.xml><?xml version="1.0" encoding="utf-8"?>
<Properties xmlns="http://schemas.openxmlformats.org/officeDocument/2006/extended-properties" xmlns:vt="http://schemas.openxmlformats.org/officeDocument/2006/docPropsVTypes">
  <TotalTime>5991</TotalTime>
  <Words>393</Words>
  <Application>Microsoft Office PowerPoint</Application>
  <PresentationFormat>Presentación en pantalla (4:3)</PresentationFormat>
  <Paragraphs>27</Paragraphs>
  <Slides>26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27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Malla academica</dc:title>
  <dc:creator>Ing. Andrea Pastori R.</dc:creator>
  <cp:lastModifiedBy>Andrea Pastori Rojas</cp:lastModifiedBy>
  <cp:revision>81</cp:revision>
  <dcterms:created xsi:type="dcterms:W3CDTF">2018-01-24T15:16:31Z</dcterms:created>
  <dcterms:modified xsi:type="dcterms:W3CDTF">2018-11-11T14:28:37Z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</Properties>
</file>