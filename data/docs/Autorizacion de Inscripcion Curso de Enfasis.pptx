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7.xml" ContentType="application/vnd.openxmlformats-officedocument.presentationml.slide+xml"/>
  <Override PartName="/ppt/slides/slide2.xml" ContentType="application/vnd.openxmlformats-officedocument.presentationml.slide+xml"/>
  <Override PartName="/ppt/slides/slide1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9" r:id="rId2"/>
    <p:sldId id="265" r:id="rId3"/>
    <p:sldId id="266" r:id="rId4"/>
    <p:sldId id="268" r:id="rId5"/>
    <p:sldId id="267" r:id="rId6"/>
    <p:sldId id="273" r:id="rId7"/>
    <p:sldId id="262" r:id="rId8"/>
    <p:sldId id="277" r:id="rId9"/>
    <p:sldId id="278" r:id="rId10"/>
    <p:sldId id="279" r:id="rId11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579" autoAdjust="0"/>
    <p:restoredTop sz="0" autoAdjust="0"/>
  </p:normalViewPr>
  <p:slideViewPr>
    <p:cSldViewPr snapToGrid="0" snapToObjects="1" showGuides="1">
      <p:cViewPr>
        <p:scale>
          <a:sx n="104" d="100"/>
          <a:sy n="104" d="100"/>
        </p:scale>
        <p:origin x="-101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28/05/2018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28/05/2018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28/05/2018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REALIZAR </a:t>
            </a:r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LA AUTORIZACIÓN PARA LA INSCRIPCIÓN DE CURSOS DE ÉNFASIS</a:t>
            </a:r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seleccionar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33346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1760361"/>
            <a:ext cx="8377953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«Matrícula»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46607" y="1621608"/>
            <a:ext cx="2398458" cy="181182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984396" y="2991648"/>
            <a:ext cx="991749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1329" y="1778442"/>
            <a:ext cx="8396823" cy="416152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al módulo deberá </a:t>
            </a:r>
            <a:r>
              <a:rPr lang="es-CO" sz="1600" dirty="0" smtClean="0"/>
              <a:t>acceder a la sección </a:t>
            </a:r>
            <a:r>
              <a:rPr lang="es-CO" sz="1600" dirty="0" smtClean="0"/>
              <a:t>«Autorización de Inscripción Curso de Énfasis»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509739" y="1751011"/>
            <a:ext cx="1963432" cy="1578016"/>
            <a:chOff x="5729176" y="1788714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491461" y="2823238"/>
            <a:ext cx="1985027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890593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24298"/>
            <a:ext cx="8377951" cy="4152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realizar la autorización de inscripción a curso de énfasis a </a:t>
            </a:r>
            <a:r>
              <a:rPr lang="es-CO" sz="1600" dirty="0" smtClean="0"/>
              <a:t>un </a:t>
            </a:r>
            <a:r>
              <a:rPr lang="es-CO" sz="1600" dirty="0" smtClean="0"/>
              <a:t>estudiante, deberá seleccionar los filtros de: Año, Periodo y Programa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95325" y="2896618"/>
            <a:ext cx="7638991" cy="33235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72000" y="1723579"/>
            <a:ext cx="0" cy="114560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0146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24298"/>
            <a:ext cx="8377951" cy="4152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Presiones el botón «Nuevo», para crear el registro de autorización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475869" y="3184398"/>
            <a:ext cx="539115" cy="33235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7 Rectángulo"/>
          <p:cNvSpPr/>
          <p:nvPr/>
        </p:nvSpPr>
        <p:spPr>
          <a:xfrm>
            <a:off x="7674311" y="18403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3" name="7 Rectángulo"/>
          <p:cNvSpPr/>
          <p:nvPr/>
        </p:nvSpPr>
        <p:spPr>
          <a:xfrm>
            <a:off x="7760451" y="2089527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grpSp>
        <p:nvGrpSpPr>
          <p:cNvPr id="14" name="13 Grupo"/>
          <p:cNvGrpSpPr/>
          <p:nvPr/>
        </p:nvGrpSpPr>
        <p:grpSpPr>
          <a:xfrm>
            <a:off x="1078992" y="1523079"/>
            <a:ext cx="3421603" cy="1833380"/>
            <a:chOff x="5729176" y="1788714"/>
            <a:chExt cx="1191284" cy="1140874"/>
          </a:xfrm>
        </p:grpSpPr>
        <p:cxnSp>
          <p:nvCxnSpPr>
            <p:cNvPr id="16" name="15 Conector recto de flecha"/>
            <p:cNvCxnSpPr/>
            <p:nvPr/>
          </p:nvCxnSpPr>
          <p:spPr>
            <a:xfrm>
              <a:off x="6917811" y="1788714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7" name="16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75438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24298"/>
            <a:ext cx="8377950" cy="41521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ventana desplegada deberá digitar el número de docu</a:t>
            </a:r>
            <a:r>
              <a:rPr lang="es-CO" sz="1600" dirty="0" smtClean="0"/>
              <a:t>mento del estudiante, para finalizar el proceso presione el botón «Guardar»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953893" y="3060254"/>
            <a:ext cx="3007995" cy="1255714"/>
          </a:xfrm>
          <a:prstGeom prst="roundRect">
            <a:avLst>
              <a:gd name="adj" fmla="val 6276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0" name="9 Conector recto de flecha"/>
          <p:cNvCxnSpPr/>
          <p:nvPr/>
        </p:nvCxnSpPr>
        <p:spPr>
          <a:xfrm>
            <a:off x="4572000" y="1751011"/>
            <a:ext cx="0" cy="917007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pic>
        <p:nvPicPr>
          <p:cNvPr id="5123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822" t="1487" r="1751" b="90714"/>
          <a:stretch/>
        </p:blipFill>
        <p:spPr bwMode="auto">
          <a:xfrm>
            <a:off x="7662672" y="2047158"/>
            <a:ext cx="740664" cy="2296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7999787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12298"/>
            <a:ext cx="8377950" cy="4152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Si desea anular una autorización, presione el icono «      », en el listado de autorizaciones  </a:t>
            </a:r>
            <a:r>
              <a:rPr lang="es-CO" sz="1600" dirty="0" smtClean="0"/>
              <a:t>por programa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67893" y="3478816"/>
            <a:ext cx="411099" cy="965168"/>
          </a:xfrm>
          <a:prstGeom prst="roundRect">
            <a:avLst>
              <a:gd name="adj" fmla="val 6276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655" t="40531" r="92377" b="55615"/>
          <a:stretch/>
        </p:blipFill>
        <p:spPr bwMode="auto">
          <a:xfrm>
            <a:off x="5065775" y="1200935"/>
            <a:ext cx="256033" cy="24854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8" name="7 Grupo"/>
          <p:cNvGrpSpPr/>
          <p:nvPr/>
        </p:nvGrpSpPr>
        <p:grpSpPr>
          <a:xfrm>
            <a:off x="1106424" y="1751010"/>
            <a:ext cx="3557016" cy="2034605"/>
            <a:chOff x="5729176" y="1775902"/>
            <a:chExt cx="1191284" cy="1140874"/>
          </a:xfrm>
        </p:grpSpPr>
        <p:cxnSp>
          <p:nvCxnSpPr>
            <p:cNvPr id="9" name="8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1" name="10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2" name="7 Rectángulo"/>
          <p:cNvSpPr/>
          <p:nvPr/>
        </p:nvSpPr>
        <p:spPr>
          <a:xfrm>
            <a:off x="7752168" y="2072064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2661015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C14284BD-6F4D-4B05-9239-101693629AD0}"/>
</file>

<file path=customXml/itemProps2.xml><?xml version="1.0" encoding="utf-8"?>
<ds:datastoreItem xmlns:ds="http://schemas.openxmlformats.org/officeDocument/2006/customXml" ds:itemID="{B794EEB0-8F79-4EAF-927C-89CD768C0D8D}"/>
</file>

<file path=customXml/itemProps3.xml><?xml version="1.0" encoding="utf-8"?>
<ds:datastoreItem xmlns:ds="http://schemas.openxmlformats.org/officeDocument/2006/customXml" ds:itemID="{B48B317C-CF0D-4B8C-A792-2B5DD9C719E5}"/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176</Words>
  <Application>Microsoft Office PowerPoint</Application>
  <PresentationFormat>Presentación en pantalla (4:3)</PresentationFormat>
  <Paragraphs>13</Paragraphs>
  <Slides>10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1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Autorizacion de Inscripcion Curso de Enfasis</dc:title>
  <dc:creator>Ing. Andrea P. Pastori R.</dc:creator>
  <cp:lastModifiedBy>Andrea Pastori Rojas</cp:lastModifiedBy>
  <cp:revision>62</cp:revision>
  <dcterms:created xsi:type="dcterms:W3CDTF">2017-01-26T20:10:20Z</dcterms:created>
  <dcterms:modified xsi:type="dcterms:W3CDTF">2018-05-28T14:00:30Z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  <property fmtid="{D5CDD505-2E9C-101B-9397-08002B2CF9AE}" pid="3" name="MediaServiceImageTags">
    <vt:lpwstr/>
  </property>
</Properties>
</file>