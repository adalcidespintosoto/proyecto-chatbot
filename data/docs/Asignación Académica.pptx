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355" r:id="rId4"/>
    <p:sldId id="354" r:id="rId5"/>
    <p:sldId id="375" r:id="rId6"/>
    <p:sldId id="260" r:id="rId7"/>
    <p:sldId id="261" r:id="rId8"/>
    <p:sldId id="262" r:id="rId9"/>
    <p:sldId id="264" r:id="rId10"/>
    <p:sldId id="356" r:id="rId11"/>
    <p:sldId id="360" r:id="rId12"/>
    <p:sldId id="357" r:id="rId13"/>
    <p:sldId id="358" r:id="rId14"/>
    <p:sldId id="359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2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-720" y="-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30/10/2018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</a:t>
            </a:r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– FRANJA HORARIA</a:t>
            </a:r>
            <a:endParaRPr lang="es-CO" sz="280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ACCIONES DEL MÓDULO</a:t>
            </a:r>
          </a:p>
        </p:txBody>
      </p:sp>
    </p:spTree>
    <p:extLst>
      <p:ext uri="{BB962C8B-B14F-4D97-AF65-F5344CB8AC3E}">
        <p14:creationId xmlns:p14="http://schemas.microsoft.com/office/powerpoint/2010/main" val="121802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908073"/>
              </p:ext>
            </p:extLst>
          </p:nvPr>
        </p:nvGraphicFramePr>
        <p:xfrm>
          <a:off x="492369" y="2366215"/>
          <a:ext cx="8169309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23103"/>
                <a:gridCol w="2723103"/>
                <a:gridCol w="2723103"/>
              </a:tblGrid>
              <a:tr h="133978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Creación de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franja horaria</a:t>
                      </a:r>
                      <a:endParaRPr lang="es-CO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Visualización de franja horaria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Asignación de profesor y salón</a:t>
                      </a:r>
                      <a:endParaRPr lang="es-CO" sz="14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978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 smtClean="0"/>
                        <a:t>Modificación</a:t>
                      </a:r>
                      <a:r>
                        <a:rPr lang="es-CO" sz="1800" baseline="0" dirty="0" smtClean="0"/>
                        <a:t> de la capacidad</a:t>
                      </a:r>
                      <a:endParaRPr lang="es-CO" sz="14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 smtClean="0"/>
                        <a:t>Creación de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dirty="0" smtClean="0"/>
                        <a:t>novedades</a:t>
                      </a:r>
                      <a:endParaRPr lang="es-CO" sz="1400" dirty="0" smtClean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dirty="0" smtClean="0"/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Eliminar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dirty="0" smtClean="0"/>
                        <a:t>franja horaria</a:t>
                      </a:r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CuadroTexto 2"/>
          <p:cNvSpPr txBox="1"/>
          <p:nvPr/>
        </p:nvSpPr>
        <p:spPr>
          <a:xfrm>
            <a:off x="0" y="116201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Descripción de las acciones generales del </a:t>
            </a:r>
            <a:r>
              <a:rPr lang="es-CO" sz="1600" dirty="0" smtClean="0"/>
              <a:t>módulo </a:t>
            </a:r>
            <a:r>
              <a:rPr lang="es-CO" sz="1600" dirty="0" smtClean="0"/>
              <a:t>«Franja Horaria», </a:t>
            </a:r>
            <a:r>
              <a:rPr lang="es-CO" sz="1600" dirty="0" smtClean="0"/>
              <a:t>estas opciones se encuentran en una o más secciones del sistema</a:t>
            </a:r>
            <a:endParaRPr lang="es-CO" sz="1600" dirty="0"/>
          </a:p>
        </p:txBody>
      </p:sp>
      <p:sp>
        <p:nvSpPr>
          <p:cNvPr id="2" name="AutoShape 2" descr="data:image/png;base64,iVBORw0KGgoAAAANSUhEUgAAAE8AAABrCAYAAAA2Cd+mAAAI6klEQVR4Xu2df2hb1xXHvzVCC+FlpC5hMk7kddMgqKVEYVTFi0ewGorSP15Kp4QgMyIxZq2b9I89iuU/4jKsUWozkEYnZUMum41JtJI8RirKpiyjJkRlRGE0wlsVusgLUQlRQ/cIjSjeeIqdyk9P8nv33SfJ8n3/6v46n3vuPefee+7VEw8fPvwf2EdE4AkGj4hbNRODR86OwdPBjsFj8PQQ0JG3PXNeRYRYWW+1GRxn1iFC+7K2BF7lfhG5bBqZf2aRvVuEqCAvt9MGx143hgadGHraAnNP+6CordlQeOLNS5i/GEXqrhKuJk002cG/EMCIy45ek1pRWp/OGHhiHqlkGHGt0OTymxzw8xPwHuhtPRkVNVKHJy4vYGJxDvlVFbWrSmKGzX4avzzhRG+HDWWq8EpXZzFxMY2iKijaEpn7gkj4eVh3aMtnZGpq8NSB42Dtd2FojxUD37FCGoyVcgE3Vm4g++8PUag8NsGKMpv7xjAXcMPSIRpIB96KgOCZGPKNutnkgOfIKEaet4FrYgDElSwEYRbzn5bRCKP12SgSJ+zoBOdGP7zVAhbeDCD5QInc2nzlcWqyms3nTQs8niQCz7Ufn254xXQIvitKOmeG83ASEZeFbNq5n0X0N5MQlDplpw+J172wtXn46oNXySE6/XMIdZbVDKcrichhQnDruD9NI/z2LLIKlnvIfQFTgxxZx1DKpQte6f0QvEv1WkdzYq9ci4E/L9TPgTt8SEx6YaMEgqQYHfBKEGZHEL0vr9aO0I+j4PeRNEcpj4hM/Bgit+W/WeA/NQ/vt2nVo70ccnh30whHZ5GV19kfhhAYBs0BVbkeA/9uvfbZBpNIuK3apaaUgxzePxJwpVJ1zeBfeQ+hg5Qt4Woe8TdCSMnnvr4wUq8NV/3FdnzE8MqXJ+HJyPXOgfGfvQX3N2iLUkH2D0cR/pes3B4vYm/4YKddncryiOHlz76I4EfyWjyI/WLUEGEKwghG/16SVWhcfWr4bRl4yprO4KnpZBTTAfiuFLpD85SFGcbU62EM0TS1a7hyiy9ivM6l3KKaJ16NgL94SaYJZnhOvocA9Rm8COEtP6Kfy6rbM4ZUyL31rC1WBIyeiUE+kCwH41h4hbLff0dA8O36XRvzgSjSr1LvKVXTiJSI2GCgke/Vw2NmMggHRVevcH4Eo9fklhYwxKdUjU4PPACNhLIPJhGj5fk3WskY0EkauFWTkmuelLvBcAKs8J9K6l93rpaQjvsxc6d+a9SQ6UEjPX3wIOKD3x3H1C2FfV/TIYQDU3CRrjZWReRSIYx/pHQi4sR4aBruPRqlpZxcJzwA0p7brxU2CKSGmg4h9MNx8E9r9F2+LCHz+zAinygfJVm/G8ccT9koEYDVDw9A6fIkfJlsg3MHDo6DpzH+sgMWFUakfH0BEWEOuS8bSNMhu8j657zH8lWQPxtAUHGIrSfiYB/w4tghJxx7e8Ht4GA2AZUHIsR7ReTyGWQ+TCPb9AStFy7XDAKDVvSq6AgCZdKUhYrmVWtsMrlrapGqxBwcz0cw9bIdXBvPMejBWwP4wTthTDWYq1RxUUpkssFmKqDwxcYfuf4xJH7khqVN8Sx04VVlq6B4OYbpv6ZRoBBywfUHMTvixr3zCvt5AMycF5Gf+uDQaJOIO7ImowHw1koXC0j/cQbRm4WGB9jNBDBzw/C/FIBnLcinkk/At5hC/TpjzaqfCoMfaO1EaBy8dTKfF5H92zzmry8hv0k4BXp6Yd/nxtFBHm67fHN9E6PUY4OHjyBwsHWb8sbDq1GvyoMySsVbuFcuInen/OgXbgCOPgue2muFZTfXPKhxU6PEYehQFOGXrC0Jx2gpPBrzDL7II/6rEFKK4R1SDa0LSdt68CQ+TSIJHnuV/UHEThkbkrY14Uk2PZ/A6GKqeSzgTh6RnwTh3E1F5+sK2bLwJEnK12IYOy80B9jjRMh/2hBLvKXhSQCbr6vXlcUKz8k4Ana6rsyWhyc55ZuvqwFIgUETdMPSugCe2nU1/cCg7oAnjc5NXRjAc/IvVE/2ugfepi4M/TPl7oJXdWHmEDy7INuUoBSpKnNWug5eVb5yHuk/n8OFYgnY5cCxwx6499Nf83YnPGN84u5yklvEqGE1TPN09ACD10544koeH3/2kKwJ5qcw8K0GJ2GVEgrLd/BfspKxa88zsPXRXY7Jm0KueaslZM4EELmt8SKyvAU9Toy/Nr0hjlnZ3dBO0eh7asTwlMNctQtYzbE7iIUxHtX7Qo2ir4iKNoN/9QJCB4zRQGJ4ygHdRBICqInwbBQVRVi003UOkcP0fTypOQweYacweDrAMXgMXnMCbM7ToSEdDo80SrOMdPQ4Zu5KZLattWXwNA+Mr/w8R/Voz6U5PriEzG8DiFajLrat5mnmrpCBwdNBkcGjD2/3MLzf7NNe7mc5LNx6dMuvw62tdtnqczTQvGejyJwguFuWT8C1+OgKP4OntX8YPAD7RjHzAsFllRUB41eXOlfzxCtT4NOPGqj7q31OZDtsSUn3LqhcG5DfUdsW8NbUrVIuovCfeyA5xfjakwOw9fVWbwI9/rYTPN1DVl4Ag6cD6XaBJ36SRvJPAm6QjNkq310YeM6H0JGaO2S18PZPQ+Cf0d4Ty3PgBaFzrS1uLsD3zhyVx1U33J+thde1TvK7RxG83vyBVNUqU/sm1LaAp/iWVA2u2jdPajx+ZaBsY2AjFwav8cDb9NCbwWPwms3bxkUMMM1To3kWOPe7YJO/2f51J45L/ptUxO0lJK9+LCtMRGFZQLZ69X3bGgx2eqbaJVtP+JXBYPB0wGPDVge8BlmZwVBjMBg8pnmaCRgZGcqGLRu2hqwwlF/MJtB9KUvtlpS4hMibU8gQFiXP5jxyDpHvd1hAt5rnOdTKv/GNUZXX3tUU3sMjMhGE06B/rCJe20ptr9y6hGT6HHKk13RggeN7fvgHZS/wrJaRuxjHwnKR/AbQky54f+CBw6BnQST5dcFT0/ndnIbB09G7DB6Dp4OAjqxM8xg8HQR0ZGWax+DpIKAj6/8B4qwolDfd778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3" name="AutoShape 5" descr="data:image/png;base64,iVBORw0KGgoAAAANSUhEUgAAAE8AAABrCAYAAAA2Cd+mAAAI6klEQVR4Xu2df2hb1xXHvzVCC+FlpC5hMk7kddMgqKVEYVTFi0ewGorSP15Kp4QgMyIxZq2b9I89iuU/4jKsUWozkEYnZUMum41JtJI8RirKpiyjJkRlRGE0wlsVusgLUQlRQ/cIjSjeeIqdyk9P8nv33SfJ8n3/6v46n3vuPefee+7VEw8fPvwf2EdE4AkGj4hbNRODR86OwdPBjsFj8PQQ0JG3PXNeRYRYWW+1GRxn1iFC+7K2BF7lfhG5bBqZf2aRvVuEqCAvt9MGx143hgadGHraAnNP+6CordlQeOLNS5i/GEXqrhKuJk002cG/EMCIy45ek1pRWp/OGHhiHqlkGHGt0OTymxzw8xPwHuhtPRkVNVKHJy4vYGJxDvlVFbWrSmKGzX4avzzhRG+HDWWq8EpXZzFxMY2iKijaEpn7gkj4eVh3aMtnZGpq8NSB42Dtd2FojxUD37FCGoyVcgE3Vm4g++8PUag8NsGKMpv7xjAXcMPSIRpIB96KgOCZGPKNutnkgOfIKEaet4FrYgDElSwEYRbzn5bRCKP12SgSJ+zoBOdGP7zVAhbeDCD5QInc2nzlcWqyms3nTQs8niQCz7Ufn254xXQIvitKOmeG83ASEZeFbNq5n0X0N5MQlDplpw+J172wtXn46oNXySE6/XMIdZbVDKcrichhQnDruD9NI/z2LLIKlnvIfQFTgxxZx1DKpQte6f0QvEv1WkdzYq9ci4E/L9TPgTt8SEx6YaMEgqQYHfBKEGZHEL0vr9aO0I+j4PeRNEcpj4hM/Bgit+W/WeA/NQ/vt2nVo70ccnh30whHZ5GV19kfhhAYBs0BVbkeA/9uvfbZBpNIuK3apaaUgxzePxJwpVJ1zeBfeQ+hg5Qt4Woe8TdCSMnnvr4wUq8NV/3FdnzE8MqXJ+HJyPXOgfGfvQX3N2iLUkH2D0cR/pes3B4vYm/4YKddncryiOHlz76I4EfyWjyI/WLUEGEKwghG/16SVWhcfWr4bRl4yprO4KnpZBTTAfiuFLpD85SFGcbU62EM0TS1a7hyiy9ivM6l3KKaJ16NgL94SaYJZnhOvocA9Rm8COEtP6Kfy6rbM4ZUyL31rC1WBIyeiUE+kCwH41h4hbLff0dA8O36XRvzgSjSr1LvKVXTiJSI2GCgke/Vw2NmMggHRVevcH4Eo9fklhYwxKdUjU4PPACNhLIPJhGj5fk3WskY0EkauFWTkmuelLvBcAKs8J9K6l93rpaQjvsxc6d+a9SQ6UEjPX3wIOKD3x3H1C2FfV/TIYQDU3CRrjZWReRSIYx/pHQi4sR4aBruPRqlpZxcJzwA0p7brxU2CKSGmg4h9MNx8E9r9F2+LCHz+zAinygfJVm/G8ccT9koEYDVDw9A6fIkfJlsg3MHDo6DpzH+sgMWFUakfH0BEWEOuS8bSNMhu8j657zH8lWQPxtAUHGIrSfiYB/w4tghJxx7e8Ht4GA2AZUHIsR7ReTyGWQ+TCPb9AStFy7XDAKDVvSq6AgCZdKUhYrmVWtsMrlrapGqxBwcz0cw9bIdXBvPMejBWwP4wTthTDWYq1RxUUpkssFmKqDwxcYfuf4xJH7khqVN8Sx04VVlq6B4OYbpv6ZRoBBywfUHMTvixr3zCvt5AMycF5Gf+uDQaJOIO7ImowHw1koXC0j/cQbRm4WGB9jNBDBzw/C/FIBnLcinkk/At5hC/TpjzaqfCoMfaO1EaBy8dTKfF5H92zzmry8hv0k4BXp6Yd/nxtFBHm67fHN9E6PUY4OHjyBwsHWb8sbDq1GvyoMySsVbuFcuInen/OgXbgCOPgue2muFZTfXPKhxU6PEYehQFOGXrC0Jx2gpPBrzDL7II/6rEFKK4R1SDa0LSdt68CQ+TSIJHnuV/UHEThkbkrY14Uk2PZ/A6GKqeSzgTh6RnwTh3E1F5+sK2bLwJEnK12IYOy80B9jjRMh/2hBLvKXhSQCbr6vXlcUKz8k4Ana6rsyWhyc55ZuvqwFIgUETdMPSugCe2nU1/cCg7oAnjc5NXRjAc/IvVE/2ugfepi4M/TPl7oJXdWHmEDy7INuUoBSpKnNWug5eVb5yHuk/n8OFYgnY5cCxwx6499Nf83YnPGN84u5yklvEqGE1TPN09ACD10544koeH3/2kKwJ5qcw8K0GJ2GVEgrLd/BfspKxa88zsPXRXY7Jm0KueaslZM4EELmt8SKyvAU9Toy/Nr0hjlnZ3dBO0eh7asTwlMNctQtYzbE7iIUxHtX7Qo2ir4iKNoN/9QJCB4zRQGJ4ygHdRBICqInwbBQVRVi003UOkcP0fTypOQweYacweDrAMXgMXnMCbM7ToSEdDo80SrOMdPQ4Zu5KZLattWXwNA+Mr/w8R/Voz6U5PriEzG8DiFajLrat5mnmrpCBwdNBkcGjD2/3MLzf7NNe7mc5LNx6dMuvw62tdtnqczTQvGejyJwguFuWT8C1+OgKP4OntX8YPAD7RjHzAsFllRUB41eXOlfzxCtT4NOPGqj7q31OZDtsSUn3LqhcG5DfUdsW8NbUrVIuovCfeyA5xfjakwOw9fVWbwI9/rYTPN1DVl4Ag6cD6XaBJ36SRvJPAm6QjNkq310YeM6H0JGaO2S18PZPQ+Cf0d4Ty3PgBaFzrS1uLsD3zhyVx1U33J+thde1TvK7RxG83vyBVNUqU/sm1LaAp/iWVA2u2jdPajx+ZaBsY2AjFwav8cDb9NCbwWPwms3bxkUMMM1To3kWOPe7YJO/2f51J45L/ptUxO0lJK9+LCtMRGFZQLZ69X3bGgx2eqbaJVtP+JXBYPB0wGPDVge8BlmZwVBjMBg8pnmaCRgZGcqGLRu2hqwwlF/MJtB9KUvtlpS4hMibU8gQFiXP5jxyDpHvd1hAt5rnOdTKv/GNUZXX3tUU3sMjMhGE06B/rCJe20ptr9y6hGT6HHKk13RggeN7fvgHZS/wrJaRuxjHwnKR/AbQky54f+CBw6BnQST5dcFT0/ndnIbB09G7DB6Dp4OAjqxM8xg8HQR0ZGWax+DpIKAj6/8B4qwolDfd778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" t="52595" r="13229" b="719"/>
          <a:stretch/>
        </p:blipFill>
        <p:spPr bwMode="auto">
          <a:xfrm>
            <a:off x="1531058" y="3994540"/>
            <a:ext cx="628650" cy="631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5" t="2782" r="19540" b="54542"/>
          <a:stretch/>
        </p:blipFill>
        <p:spPr bwMode="auto">
          <a:xfrm>
            <a:off x="7069971" y="4023115"/>
            <a:ext cx="545307" cy="638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AutoShape 10" descr="data:image/png;base64,iVBORw0KGgoAAAANSUhEUgAAAFoAAABUCAYAAAACoiByAAAJkElEQVR4Xu2de1RXVRbHv6BN5itRJ0ypnNQ0xSfTKL41RSQHVFyo+CDjoTOAipQok0xpqSzjIQIqgiSRGa0w8FGjpkZN4SSIYJMPfCGZEoGikk4Bs/Zd8/stf3h/3Ne59/5w7v6HteCcfc75/Dbn7rPP3vdn19DQ0ID/SVlZGaqqqlBXV2f6lfGTEQE7E2iCXF9fDycnJ7Rs2ZKRekONiYAZdFFREZydnQ3IKtmGGXRBQQFcXFxUGsZQa4DWyAYM0P+PoGvu3sYXZ77FvpI85J8vwu17tSivvoa6+no8/lhbOLbvjG4OjpjwvCvcnUfi+Sd74JEWzePBbRMWffVGBaJyErDz2D78WvebaBvr0r4zVk8NxdxhnjYPXHfQ/ywtxPy0FSir+lE04MYN57t6IW7WCrRv1Va2DrU76gq66Mr38EoMAVm0Ugl9cS6ivcNt1rJ1A11dW4MZm5cg7+xxpYy5/i3s7ZEZsAEzXNyY6GOtRDfQGV/nIOi9KO5Bx0pe6N4fuaFJ6NzWgZVKZnp0AX3n3i+YnRKOT099yWwhJqveFRSLqYNfZKqXhTJdQBeXn8GkuEBU3q5msQYLHYvGzkLCrEjY2dkx161EoS6gPy48gFlbw5XM26Iv+dKjerkgcLQP9/OJdh0N0ERo7f6t+HtOomLQBHjJhPlY7u4Ph9btFetTU4EuFh38/hqk5GUpWtfwHoOR6rcGvRyfUaRHq86ag/6tvg5BO6LwXn6u7DUGjJqBGJ8ItP5dK9k6tO6oOWilHseUAWOxw3+d1VPgT7eqkX+hCN+cL0LFrSocv3SKO9bTNvPH7s7c/u3aYxCGPTsIv2+nnRvYrEAPfKoPPglOhJODo4VB0m3c1+dPIOzD9ThR9r1oY3Xu1gtveoViyoAxsLezF91PTsNmA7rVI4/iw4Wx8Og/2mKdtf+5i4iPY7AtL0vW4YdOlPNcvRDjs1zVWEmzAT1t8ARk+K8HATcJhVUDd0Qhu/CgHCOz6CO0JSkdoFmAJqtrfOKj7SLx8PtYlhWtlIG5f8TkAKzxWqyKD94sQFOA/8CyVFD82SRnr1/C5PggReHVxp9Q1w5P4EBYKnp3+QOzD8+kqFmAnjfMEyl+q9HSvoUZwIZ/bEdkdhxzIGunh+G1Sa8w19ssQKe9/BYouG8SpS5iUxTpCL87OJG7OmMpmoMmL2HOttewt/ioqHXQw2//kq1cDMMkpRWX4RYbgCvV10TpkNLIsX0nbvvo27WnlG6CbTUHTTNaumsdko7sFJwcNeBb+OHTx+CxMUiWOydm0H2Lt8Ct3wgxTUW30QV0xjc58H/3dVGTpAfT5+HpHHCTsI7+NZ5Iou/rWDhmpqj5iW2kC2gp8Wg+0OTW0SlQLYmbuQIh4+cwVa8L6Lu/3uNuvnefOCS4GL6Hk9qg3/QKQaTHQsG5SWmgC2iaoNg7w8nOo/BBUAzaPPqYeV2s4tnWQAWN9kHSnFVSOAq21Q00XWN5bgrGt5dKmpwkH2gW8eymBn2oQIu1agO04D+LcAM6eMxPi0DuySNWGxughTmKanHqh3N4KWGR1WwlA7QojOIa7Sv+Ar7bXgWdGhuLAVocQ1GtKOS5p/go5qUufwC2AVoUQmmN+DJL+UBvPJSBVz/aIE25hNYUvaMoHkvRzb2ztghy+7yTl3B3gCR8J0MpR3g5sB6aI3hTi28cAuULKv3rYjHc44Nw6+4dORyb7MMXLWQxiM1ZNF+sOSckyeJSturOTc5ToVQC1sJ3m8NiDJsCTQ/Fqzd/wivpkaBQqEka75nUbmV2HGIOpLNgYKFjwYjpSJ4bZXGbw2IQXUATKEpuoS3gq9JCLtnlfEUZ9zs+4QssUR/3+EBel1AuGNo29oQmY2zvP8lVYbWfZqApW4gecJn5e7C78CBu/nJb9GL49k0pEUCxA/F5OGL7CrVTFTRZbmlFGeIPZSAzP1eR9YW7LcC66WEWqQBUlvHnTX9RpNcEiPL4shbFYVK/kULMZP1dFdD1DfXcdhCZHW9202TN7r5OT3d8Ep8uTcFzjt3Nv6X/Esrr2HJ0l1L18Bvuhc1z31Ct2Ig56HPXL2NR5hvMioDuJ7hm6mJEuAdYWHV59XVMTQrBySunZcO2ltMnWyFPR2agKU7x1t7N3DYhpShTymIowYUuTik58X5RUkZHW8bOwHfw0oAxUqYiuS0T0HTt75e2Al+eK5A8AakdPAeOQ4Z/tMWNC+nYX5LHhVylPGS1gkzzUwz6u6ul8NkSBkrR0kIoD4+S0P86dvYDOXJSqnBpz6ekyRE9h2gxbWWgWeyPUlfZvXM3eA4cj5Uegbz1hOSLL975NiglwZp4D3FD7MwI0Faklci2aEqZ9UtbKTrjSO6CTBVXdP1P1texzeOCqoRuydVIJxCalCzQ5B9Hf5aKVZ8kCOmX/fdnOnVF2EQ/+A6dIrni6qEBfebaRbjFBTAplm/8SZBHsd57GSb2HS673OGhAa1GyizlPif4/g1eg8aLBkxRvJIfzuLYhWKUlJ9FYdm/cb2mUpTnYXrRypCn+6K/03MY+uwA9OvaE53adLCNRHRyn6YlhTBz5UxFmZEeQWjXqk2TW43pDTW7Cw8h9+RhUUCl7l30AYzvMwzzXD0xpvcLzOpaJO/Rl3++iomx/rhYWS51DQ+0JxcrfcFaLiXXWu02HX6OnD7GhUTJT1frMMS3GHIl6QFMp9FxfYYqOp5LBn36xwvw37EKN2prFIGmK6qNsyPxlEMXXj10e0JXVuv3b8O1mkpFY7HoTFsK1bhQManQfx7feJJBs5h0Uzoo/Ln9q2ys3pOMn+/cUHs4yfppa6HaRP+R3hYVYkKKbAo0BYZeTo8EJdXYupB3lDwniqvCFSM2AZrCqmTF4VnRTGLLYhbOog09yN+etpTLpRZ6LZzuoOnhRtVVmw5nqlYqwQJqUzqCx/lyvv/9xaaN2+sKmiBTefGmzzPVZqG6fqG3lOkGmo7xyUc/4LYLli+wUp2olQGaiioClcqid0oWRW8h8Ni4UJX3KimZl5K+HVq3w97QLdwp00JOvKMPaHLhqCor6/hnStZlk335btLzU/rrA7rg8ndcTsaN2ls2CUvJpKzlhuiyR6td7KMEFIu+fNmomoOWWqLMYuFa6+DbPjQHrWbBvNZArY1H4daDy7ZbvLNJc9C2AkPreRigNSJugDZAa0RAo2HMFm184Y26xM2gja9w0gg0DWN8KZl6sM0Wrd4QhmYiYIDWyA4M0AZojQhoNIxh0QZojQhoNMx/AWdOLAMsC+Ps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3" t="5026" r="1809" b="12134"/>
          <a:stretch/>
        </p:blipFill>
        <p:spPr bwMode="auto">
          <a:xfrm>
            <a:off x="6975727" y="2504178"/>
            <a:ext cx="733794" cy="662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6" t="36179" r="54892" b="38689"/>
          <a:stretch/>
        </p:blipFill>
        <p:spPr bwMode="auto">
          <a:xfrm>
            <a:off x="1514389" y="2504178"/>
            <a:ext cx="661988" cy="64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t="4434" r="8669" b="48162"/>
          <a:stretch/>
        </p:blipFill>
        <p:spPr bwMode="auto">
          <a:xfrm>
            <a:off x="4241799" y="2500387"/>
            <a:ext cx="660400" cy="641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4" t="45772" r="10590" b="10609"/>
          <a:stretch/>
        </p:blipFill>
        <p:spPr bwMode="auto">
          <a:xfrm>
            <a:off x="4248149" y="3982374"/>
            <a:ext cx="647701" cy="643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883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ACCESO AL SISTEMA</a:t>
            </a:r>
            <a:endParaRPr lang="es-CO" sz="2800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293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77761" y="2634125"/>
            <a:ext cx="55242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62375" y="1472666"/>
            <a:ext cx="1795192" cy="133339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2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8426"/>
            <a:ext cx="8423869" cy="4321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3309996" y="3873377"/>
            <a:ext cx="2441875" cy="16031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235083"/>
            <a:ext cx="0" cy="26114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Acceda a </a:t>
            </a:r>
            <a:r>
              <a:rPr lang="es-CO" sz="1600" dirty="0"/>
              <a:t>la sección «Portal </a:t>
            </a:r>
            <a:r>
              <a:rPr lang="es-CO" sz="1600" dirty="0" smtClean="0"/>
              <a:t>Profesores y </a:t>
            </a:r>
            <a:r>
              <a:rPr lang="es-CO" sz="1600" dirty="0"/>
              <a:t>Administrativos</a:t>
            </a:r>
            <a:r>
              <a:rPr lang="es-CO" sz="1600" dirty="0" smtClean="0"/>
              <a:t>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6028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4492"/>
            <a:ext cx="8423869" cy="4174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639957" y="4083204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22150" y="1244915"/>
            <a:ext cx="400913" cy="3365063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6061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</a:t>
            </a:r>
            <a:r>
              <a:rPr lang="es-CO" sz="1600" dirty="0" smtClean="0"/>
              <a:t>ingresar al </a:t>
            </a:r>
            <a:r>
              <a:rPr lang="es-CO" sz="1600" dirty="0"/>
              <a:t>sistema y luego presione sobre el botón «Acceder»</a:t>
            </a:r>
          </a:p>
        </p:txBody>
      </p:sp>
    </p:spTree>
    <p:extLst>
      <p:ext uri="{BB962C8B-B14F-4D97-AF65-F5344CB8AC3E}">
        <p14:creationId xmlns:p14="http://schemas.microsoft.com/office/powerpoint/2010/main" val="365228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4" y="1847282"/>
            <a:ext cx="8423868" cy="40947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00399" y="3089499"/>
            <a:ext cx="101661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143434" y="1244916"/>
            <a:ext cx="2278547" cy="2253708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0848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 flipV="1">
              <a:off x="5729176" y="2913844"/>
              <a:ext cx="1131436" cy="2932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al módulo </a:t>
            </a:r>
            <a:r>
              <a:rPr lang="es-CO" sz="1600" dirty="0" smtClean="0"/>
              <a:t>«Asignación académica»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913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94" y="1847218"/>
            <a:ext cx="8424000" cy="40948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836313" y="2920547"/>
            <a:ext cx="3050012" cy="31795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el añ</a:t>
            </a:r>
            <a:r>
              <a:rPr lang="es-CO" sz="1600" dirty="0" smtClean="0"/>
              <a:t>o y periodo de la asignación académica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72000" y="1235083"/>
            <a:ext cx="0" cy="168546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47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CREACIÓN DE FRANJA HORARIA</a:t>
            </a:r>
            <a:endParaRPr lang="es-CO" sz="2800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737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390525" y="3781424"/>
            <a:ext cx="1257300" cy="257175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 la sección «Franja horaria»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8" name="7 Grupo"/>
          <p:cNvGrpSpPr/>
          <p:nvPr/>
        </p:nvGrpSpPr>
        <p:grpSpPr>
          <a:xfrm>
            <a:off x="1695451" y="1321116"/>
            <a:ext cx="2876550" cy="2588895"/>
            <a:chOff x="5729176" y="1775902"/>
            <a:chExt cx="1191284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91658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201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857374" y="2911022"/>
            <a:ext cx="6743701" cy="74657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una franja horaria seleccione el nive</a:t>
            </a:r>
            <a:r>
              <a:rPr lang="es-CO" sz="1600" dirty="0" smtClean="0"/>
              <a:t>l, programa y semestre, posteriormente presione</a:t>
            </a:r>
          </a:p>
          <a:p>
            <a:pPr algn="ctr"/>
            <a:r>
              <a:rPr lang="es-CO" sz="1600" dirty="0" smtClean="0"/>
              <a:t>el botón «Crear»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610100" y="1472086"/>
            <a:ext cx="0" cy="142941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04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619124" y="2406196"/>
            <a:ext cx="7934326" cy="3385003"/>
          </a:xfrm>
          <a:prstGeom prst="roundRect">
            <a:avLst>
              <a:gd name="adj" fmla="val 406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500" dirty="0" smtClean="0"/>
              <a:t>Complete la información solicitada de</a:t>
            </a:r>
            <a:r>
              <a:rPr lang="es-CO" sz="1500" dirty="0" smtClean="0"/>
              <a:t> asignatura, tipo de grupo, grupo </a:t>
            </a:r>
            <a:r>
              <a:rPr lang="es-CO" sz="1500" dirty="0" smtClean="0"/>
              <a:t>y </a:t>
            </a:r>
            <a:r>
              <a:rPr lang="es-CO" sz="1500" dirty="0" smtClean="0"/>
              <a:t>capacidad, posteriormente seleccione las franjas horarias y la fecha de inicio y fin de la asignación. Finalice presionando el botón «Guardar»</a:t>
            </a:r>
            <a:endParaRPr lang="es-CO" sz="15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91050" y="1453036"/>
            <a:ext cx="0" cy="93411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81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ASIGNACIÓN PROFESOR Y SALÓN</a:t>
            </a:r>
            <a:endParaRPr lang="es-CO" sz="2800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145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857374" y="2891972"/>
            <a:ext cx="6743701" cy="47987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asignar profesor y salón a una franja horaria seleccione el nive</a:t>
            </a:r>
            <a:r>
              <a:rPr lang="es-CO" sz="1600" dirty="0" smtClean="0"/>
              <a:t>l, programa y semestre, posteriormente presione el icono «     » sobre la asignatura deseada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62475" y="1453036"/>
            <a:ext cx="0" cy="142941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t="4434" r="8669" b="48162"/>
          <a:stretch/>
        </p:blipFill>
        <p:spPr bwMode="auto">
          <a:xfrm>
            <a:off x="4045338" y="1232026"/>
            <a:ext cx="205078" cy="19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 redondeado"/>
          <p:cNvSpPr/>
          <p:nvPr/>
        </p:nvSpPr>
        <p:spPr>
          <a:xfrm>
            <a:off x="1986188" y="3876395"/>
            <a:ext cx="202182" cy="2003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>
            <a:off x="2197895" y="3400426"/>
            <a:ext cx="2374106" cy="585786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658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0984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718874" y="2427515"/>
            <a:ext cx="622900" cy="27758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ventana mostrada, presione el botón «Asignar»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>
            <a:off x="1381125" y="1519237"/>
            <a:ext cx="3195638" cy="1047069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658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757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4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900099" y="2027465"/>
            <a:ext cx="3376876" cy="1867982"/>
          </a:xfrm>
          <a:prstGeom prst="roundRect">
            <a:avLst>
              <a:gd name="adj" fmla="val 814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Seleccione el profesor y salón, luego presione el bo</a:t>
            </a:r>
            <a:r>
              <a:rPr lang="es-CO" sz="1600" dirty="0" smtClean="0"/>
              <a:t>tón «Guardar»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62475" y="1200150"/>
            <a:ext cx="0" cy="80010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89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ELIMINACI</a:t>
            </a:r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ÓN DE</a:t>
            </a:r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 FRANJA HORARIA</a:t>
            </a:r>
            <a:endParaRPr lang="es-CO" sz="2800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783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857374" y="2891972"/>
            <a:ext cx="6743701" cy="47987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eliminar una franja horaria seleccione el nive</a:t>
            </a:r>
            <a:r>
              <a:rPr lang="es-CO" sz="1600" dirty="0" smtClean="0"/>
              <a:t>l, programa y semestre, posteriormente presione el icono «     » sobre la asignatura deseada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62475" y="1453036"/>
            <a:ext cx="0" cy="142941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t="4434" r="8669" b="48162"/>
          <a:stretch/>
        </p:blipFill>
        <p:spPr bwMode="auto">
          <a:xfrm>
            <a:off x="3327798" y="1241551"/>
            <a:ext cx="205078" cy="19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 redondeado"/>
          <p:cNvSpPr/>
          <p:nvPr/>
        </p:nvSpPr>
        <p:spPr>
          <a:xfrm>
            <a:off x="1986188" y="3876395"/>
            <a:ext cx="202182" cy="2003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>
            <a:off x="2197895" y="3400426"/>
            <a:ext cx="2374106" cy="585786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658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803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257300" y="2427515"/>
            <a:ext cx="800099" cy="277584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ventana mostrada, presione el icono «    » si desea eliminar una </a:t>
            </a:r>
            <a:r>
              <a:rPr lang="es-CO" sz="1600" dirty="0" smtClean="0"/>
              <a:t>sola franja </a:t>
            </a:r>
            <a:r>
              <a:rPr lang="es-CO" sz="1600" dirty="0" smtClean="0"/>
              <a:t>horaria deseada. </a:t>
            </a:r>
            <a:r>
              <a:rPr lang="es-CO" sz="1600" dirty="0" smtClean="0"/>
              <a:t>Si quiere eliminar todas las franjas deberá presionar el botón «Eliminar Todos»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>
            <a:off x="2038349" y="1519237"/>
            <a:ext cx="2538413" cy="1047069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658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55" t="2782" r="19540" b="54542"/>
          <a:stretch/>
        </p:blipFill>
        <p:spPr bwMode="auto">
          <a:xfrm>
            <a:off x="3809517" y="985632"/>
            <a:ext cx="157686" cy="184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850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CREACIÓN DE NOVEDADES</a:t>
            </a:r>
            <a:endParaRPr lang="es-CO" sz="2800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055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4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857374" y="2891972"/>
            <a:ext cx="6743701" cy="47987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el cambio de profesor por una novedad en una franja horaria seleccione el nive</a:t>
            </a:r>
            <a:r>
              <a:rPr lang="es-CO" sz="1600" dirty="0" smtClean="0"/>
              <a:t>l, programa y semestre, posteriormente presione el icono «     » sobre la asignatura deseada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62475" y="1453036"/>
            <a:ext cx="0" cy="142941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t="4434" r="8669" b="48162"/>
          <a:stretch/>
        </p:blipFill>
        <p:spPr bwMode="auto">
          <a:xfrm>
            <a:off x="5145735" y="1215830"/>
            <a:ext cx="205078" cy="19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 redondeado"/>
          <p:cNvSpPr/>
          <p:nvPr/>
        </p:nvSpPr>
        <p:spPr>
          <a:xfrm>
            <a:off x="1986188" y="3876395"/>
            <a:ext cx="202182" cy="2003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>
            <a:off x="2197895" y="3400426"/>
            <a:ext cx="2374106" cy="585786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658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575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75" y="1848847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ventana mostrada, presione el icono «      » para realizar la novedad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>
            <a:off x="1178720" y="1519237"/>
            <a:ext cx="3426617" cy="1495284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658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" name="11 Rectángulo redondeado"/>
          <p:cNvSpPr/>
          <p:nvPr/>
        </p:nvSpPr>
        <p:spPr>
          <a:xfrm>
            <a:off x="947963" y="2914370"/>
            <a:ext cx="202182" cy="2003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6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4" t="45772" r="10590" b="10609"/>
          <a:stretch/>
        </p:blipFill>
        <p:spPr bwMode="auto">
          <a:xfrm>
            <a:off x="5212306" y="983343"/>
            <a:ext cx="216944" cy="215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456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0"/>
          <a:stretch/>
        </p:blipFill>
        <p:spPr bwMode="auto">
          <a:xfrm>
            <a:off x="380632" y="1848847"/>
            <a:ext cx="8296917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tipo de licencia y el profesor suplente, para finalizar el proceso presione el botón «Guardar»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2" name="11 Rectángulo redondeado"/>
          <p:cNvSpPr/>
          <p:nvPr/>
        </p:nvSpPr>
        <p:spPr>
          <a:xfrm>
            <a:off x="2948212" y="2105023"/>
            <a:ext cx="3262087" cy="2305052"/>
          </a:xfrm>
          <a:prstGeom prst="roundRect">
            <a:avLst>
              <a:gd name="adj" fmla="val 5198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5" name="14 Conector recto de flecha"/>
          <p:cNvCxnSpPr/>
          <p:nvPr/>
        </p:nvCxnSpPr>
        <p:spPr>
          <a:xfrm>
            <a:off x="4562475" y="1216340"/>
            <a:ext cx="0" cy="83153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10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MODIFICACIÓN DE CAPACIDAD</a:t>
            </a:r>
            <a:endParaRPr lang="es-CO" sz="2800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658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1849844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857374" y="2891972"/>
            <a:ext cx="6743701" cy="47987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el cambio de profesor por una novedad en una franja horaria seleccione el nive</a:t>
            </a:r>
            <a:r>
              <a:rPr lang="es-CO" sz="1600" dirty="0" smtClean="0"/>
              <a:t>l, programa y semestre, posteriormente presione el icono «     » sobre la asignatura deseada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62475" y="1453036"/>
            <a:ext cx="0" cy="142941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5" t="4434" r="8669" b="48162"/>
          <a:stretch/>
        </p:blipFill>
        <p:spPr bwMode="auto">
          <a:xfrm>
            <a:off x="5145735" y="1215830"/>
            <a:ext cx="205078" cy="19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8 Rectángulo redondeado"/>
          <p:cNvSpPr/>
          <p:nvPr/>
        </p:nvSpPr>
        <p:spPr>
          <a:xfrm>
            <a:off x="2132747" y="3876395"/>
            <a:ext cx="202182" cy="20030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>
            <a:off x="2352675" y="3400426"/>
            <a:ext cx="2219326" cy="585786"/>
            <a:chOff x="5729176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658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060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1849844"/>
            <a:ext cx="8420649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3886199" y="2412094"/>
            <a:ext cx="1278585" cy="101690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Realice la modificación de la capacidad, y presione le botón «Guardar» para aplicar los cambios</a:t>
            </a:r>
            <a:endParaRPr lang="es-CO" sz="1600" dirty="0"/>
          </a:p>
        </p:txBody>
      </p:sp>
      <p:sp>
        <p:nvSpPr>
          <p:cNvPr id="3" name="AutoShape 4" descr="data:image/png;base64,iVBORw0KGgoAAAANSUhEUgAABVYAAAKYCAYAAACYfKNYAAAgAElEQVR4Xuy9CZhUxbn//4ILiqgoihCVRQ0oKG6oEQQMMSJuBBFNDGhE9HpdkzxeNVFMIhqXy9815noVIS7xb1QkqBExkSsYMFHcUESIBnADQRAVFTfm93yr+z1dp7rO1t0z093zPc/DM0N3nVo+Vd0z8+m33mrV0NDQILxIgARIgARIgARIgARIgARIgARIgARIgARIgARIgARSE2hFsZqaFQuSAAmQAAmQAAmQAAmQAAmQAAmQAAmQAAmQAAmQgCFAscqFQAIkQAIkQAIkQAIkQAIkQAIkQAIkQAIkQAIkQAIZCVCsZgTG4iRAAiRAAiRAAiRAAiRAAiRAAiRAAiRAAiRAAiRAsco1QAIkQAIkQAIkQAIkQAIkQAIkQAIkQAIkQAIkQAIZCVCsZgTG4iRAAiRAAiRAAiRAAiRAAiRAAiRAAvVH4KGHHpLjjjuu/gbGEZEACTQaAYrVRkPLikmABEiABEiABEiABEiABEiABEiABGqFAMVqrcwU+0kC1UOAYrV65oI9IQESIAESIIEWS+CZZ56RnXfeWXbaaacWy4ADJwESIAESIAESaF4CFKvNy5+tk0AtEqBYrcVZY59JgARIoBEI3H777XL66ac3Qs2skgTiCTzwwANy6623ytSpU2WrrbYiLhIgARIgARIgARJoFgIUq82CnY2SQE0ToFit6elj50mABEigcgQoVivHkjVlIzBjxgw5+OCDKVWzYWNpEiABEiABEiCBChNobrH61Vdfif77+uuv5ZtvvpENGzZIQ0ODGWmrVq2kdevWstFGG8nGG29s/m266aayySabVJgEqyMBEkhLgGI1LSmWIwESIIE6J5BVrGLr9qWXXiovvfSSITNs2DC54YYbAjk2YsQImTJlinnu448/luuuu07uvvtuWbt2rXTv3l0uuugiGTlypCBa8b777vPS/eEPfyi9e/eWcePGeZ9H/a+99pp5fujQoTJ27NhQuZ///OeybNmyoB/6JPqCeocMGeKtV+u0n+zfv7+pXyMqo/q91157ya9//euievHYCSecIL169TJjBj/0w77sMvj+lVdeKapHmeIJ3H/vvffKkiVLDNOTTjpJMGa9fHWgfyij48A8de3atagvEydOlOnTp8v48eNNn9OwU25PPfWUtG/fXkaPHh1iYY8P9aH8hAkTZNq0acEauuCCC4L2tL7JkyeHpCv44cL64UUCJEACJEACJEAClSLQHGL1yy+/lPXr15t/EKmlXBCtm222mfkH0cqLBEig6QhQrDYda7ZEAiRAAlVNIItYhSgdPHiw3HzzzSbSUMUpRKCKvw4dOsjq1avNmCEA33nnHSPZIPQgFc8991xzP/Jqvv3226acK8z0OQjcK664oogf2kZdo0aNkm222UbmzZsXlEF7gwYNMiJX+4En0dfhw4ebck8++aR3TlQa222CDyStblfXMblyb+uttw6JSG0AAhPSEH3GvVdeeaVcc801IRlsl8H3kMUQwPaF+3GB5dNPPy133nmnyUuK8Z5yyikyYMCAQGb66sA4Pvroo9A8QYLOmjUrlN+0b9++8uGHH8o999xj+pzEDhL05JNPNuOCsNb+HHXUUYHstcen8/OLX/wiYACZe9VVVwV9wTwcffTRRtpPmjQpwKBC2pbIVf3iYudIgARIgARIgARqgkBTitXPP/9cPvvsM4FY1QsRqVkujWS174FYbdu2rWy++eZZqmJZEiCBEglQrJYIjreRAAmQQL0RyCJWIbwQaWhHT4IHhJfKLlus2kJNuaEOXCrt9H58tYVZVFt2PegLpOddd90VSE1IOsg+iEdbrOJxyE/UiwhUOxrTrdMd35gxY4zshEzNKvdcsQqxOHv2bPnzn/8cCE1XrKqIddca7v3BD34gM2fODEVyQhrvu+++gZj0cUdd9tzgewhZcNCIX5WkiGS1+xDHzmaj/UU/L7vsskCK2v3BHNtt6j0qrPFV5x5y/MILLwwijLOyr7fXKsdDAiRAAiRAAiTQOASaQqx+8cUXsm7dulihCsEKaYo0AHY6ADyO7f9IB+BKWFeyQrC2a9dO2rRpUzFYqx8+Xy6Xy+TGYzsEdfoeq1iD+Yqaoo2K9PmlG6Tv7MEy77w+FamOldQGAYrV2pgn9pIESIAEGp1AFrGqAg+RhIhO9OXHdCNWsWX9zDPPlH79+nllZrliFVvcEbmpchCi78QTTzTb422xikhMCElIO+T2dLfjox9RMhfl//SnPxlRmFXuuWIV7SB6d+7cuV7xGCVFcZ9KY1/fbWHpqwP34qAoje7FPGFudFxaP6QoIpBtsRrHbtddd5UXX3wxNk+q3R+Ud6Nk0bZGsr755pvBPCAdAaJhVSRnZd/oLx42QAIkQAIkQAIkUBcEGlus4nfoTz/9NGBly1GVqXgSMnX58uXy/vvvm6hW5F2FOIVQhTDdfvvtpVu3buZ7rUPFqitYt9hii4rlsW8usVoXi4uDqFsCFKt1O7X1M7AJf/29LFixOPWAfnn4OfLtHXaLLP+v99+Q3z7xu9T19e7UQy74/lmpy7MgCdQqgSxiFWPU/JiQY4gohGS182PaYlWl6V/+8heTk9WXDzROrGI7uHsdeuihJmJWJSjkG9ILYHu/il/IObsfKIt0AyrmVBS6J9FHiVX7cd3O7/brkksuCUXc6vM+sQoJisfPOOMMI6jdiFXkKrWvRx99NEglgMd9W+Ft6Yj63DrAzc6bqnxsMfq9733PpGlA7loVq0ns3Pn2vQ7s8cWV1+dc3phXpECgWK3Vdxn2mwRIgARIgASqm0BjiVWIUaRiwldcrlDFY5Cpa9asMUL1vffeC2Sqjxjuh1RFyigEFtiXT7DicCvs2Cr3kKtksTpfbug7Ru4xHRolk+b9VPqsnCbnXyFy2U3DJBfnijIzZTCeM99reRE5eZLMO0/khvOWSPfdxsv4N8bJjJuGiQSRsu+Gy/fLPY9659/UV+7oNiM+mjaIKN1Rpp03RMbPRX/6y7jHbpRhHe1+4fHVMu28y0UuxXO5+sfcpaRzY5Obzpcl3brL+MuX5Op4TyNW7fotFtW9/Nm7EglQrJYIjrc1HYFT7/6pQG6mkavtN99SRh94vOzXZe/IDr7w1sty97MPytrPP0kchLY7efQNiWVZgARqnUBWsWqPF5L1/vvvN4dTadRilDiDHEPkJ6Im7fybqM8nzNKmAoBkhSjF1nrco4dD2f2AiMT2e2xxxwXJe/XVVxcdghQXsXrbbbcZoZtV7kWJVXtb/6mnnhqIzLiI1bi2NY+tSlsVo7q9306XAAbKB+UReYx/SDOAiFZ3634cu0qJVawPiHdEGbvzAOGLvLeaRoI5Vmv9XYf9JwESIAESIIHqItAYYhVb/5G3XoWnSlV81e8hXPG7F37/wfZ/X+5UHykcWgVhusMOO8guu+wi+D8u+367XeTVxwFXpV5JYtWWm0ZEyiSZ98Ml0WJ15WpZ3bFDXriqyDxNlhw5RmTiPPnpPrmearunLR1iyVOUHyIzDwvLVHtsRf3Ni9UZ3e6QIUtPM1v2UWbI3wbLjJu6y92B8DWtWmJ1taxe2UE6dCzujxmjbv331I87AhZMEVDq0qvq+yhWq3p62DkQgFjF9cdlhUNposj8uGtfOXfQqYli9eZZk1PXh7YoVrkWWwKBLGIVYk+jB202URGJkG44ud6ODPXJy3LFKqQiPrXH9nqkAUAUqAo/jWLFYUx6QWpC8LqHWEWJVXubfaXEKvqCul599VUTyaAiNE6sqiS1D+vSMUEuqzx164DQvvbaa4MDuHCP8tE0B0jVoAeN6f2IhkDu1jh2mnoBzO0LMlQP2LL748vJivsQUTx9+nSTHsGdBz30DBHMWEsUqy3hnYljJAESIAESIIGmI1Bpsbp+/XojVXG5Uar6fxxeZUvVrKNVQfutb33L/L6GdAFu1KotWiFXSz3YKkmsCqJTjxwvc6xIUvNYZMRqfrR6n4kehVjViNbc87ZYnTmwWLjaOV9tflFi1UTFmkjZfFStuSk+YjXfkyDStf9lMwSi1+6PWGI1lIuWuVezLuuaKk+xWlPT1TI7C7HaZZvOMn/Fv+QvK173QujXfkfpvnVn81wasfrzh38rc9e+K7tutpW8uf7jojpRH57XetOKVaQZ+OSLQs4cVKzRs/ZzW7bZIjJdgV2u81Y7SOf2nYL+rVu/ThavfDP4f4+Ou0q7zdoV9X/52hWy/OP3Q4+XUjZte75xa+NxY/X1c/GKN8yYv7X1DrEpHezBoZ5Zi+fIx+vXmYd7dtpNBvXoH/mCcceFglF8fGU/Wb9OFq14Q/p2y32EGhchHdUJMPu/RXPkjIGnpH5hI9raveYtfUm+BV7tO0WOIW0DWcSq5sF85JFHgnypkH3HHHOMN2JVBZidExSPQY5BhupVrlhFH5AOYOnSpYI0ALhUHCK3qApDm4lue7cPsfKJVT2xXiNyKylW0R/0A/2GvETUaJxYRXk8j8hblykO8dJDt3x1QGjuueee3kPGkA4A+bqQBgA89P4FCxYkslNpqxIVfUTf5syZ4+0PGI8aNUp8a0gZ+OYB6wWR0WeffTbFatoXN8uRAAmQAAmQAAmkIlBJsYpIVWzt18uOULW//9e//iULFy40karlXIhEHTBggCCnKkRqnFzdZpttSopcTRSrOgAVpdjaHxOxKrq93ojYQ+TvZut9U4hVPVwqn4rAtB8TsYot/mMRnJFLG3DIP3KHeFGslrNi6+deitX6mcu6HYlKu/FP3Cyvr33PK0IhSP/78PNTySUVZdPmPy5vfbjcG7l6VKfdpX2bdvKTg0ZmEnyPzp8hE2ZPCqTtzw48MRBneO6OZx8wY0Bfj+4TjurSCUS5/3riRjNOiN1Hx94RyFMIxGv/dovc8vr/yW8POkl+fMBxIfGqdWi6A5TDlVQWbFVa/2KfY+TMQ04x9aK9W/9+p1z10iNy9u7flQsPO9vbno4NdWAuvrNDD9Puko+WG+EdJabRTzt6GBHHa79YF/TldwNPTxSPaPu4h8cL5mxojwHyzLIXzZzedfjP5IcHjvC+LmyOKBA3NpsByurawPf/eH+xmSeM+dZjL4mVuW5HfvbgODOP/zj5ltRi9rbZd8r1z/4pWBv6YQI444MAnetScwJnEatoC5GFF198sRFx+OTb3VZvbw1HtCi2uaPMPvvsI5B/kIKTJ08ORbFGiVVfjlX0ATlHcU2YMCGQd4jYHDhwYCActR92JKc9H76DoCD03DbdHLJROVZRt31YlrYVlQpAn4cUxi/Dmkc1SawqU2XpY+qrQyN39eAoX6oEjYTV+yGr3RQC6LfLTpkgjyv6g61pKmlR3u2PriGsCVzuGvKJVfR/8ODB5lAyRqzW7Y9+DowESIAESIAEmoVApcQqtvbj90F7G76bAgD///rrr+Xxxx8Pcq+WM2hEqu6///5BzlWVqz7JirbxO2DWnKuFbfOaL9Xeji8mmnPJmHxEKaI0J3WXGZeKXH7kEjnN5FTNRZ8Oubx7PkdpPl0AtsgbGTtTBidErBbyqKZLBaBb/nNb+4fI+N0mySQZU0gpYNpF/wbLzL53SHeTbxW/mEKmWrlTx0ouZ2y+HqQgiBOrhXaZCqCcdV0L91Ks1sIssY+GAKTSObNvj6Tx5aV/z0TKlXr2zWlSCkQ1pv1EHa5QxHMQf0kRsIjS1dQHkH7XHz8+aA6ir+vvjpek8WJ837nrbHNfUlmtE2VdIami97lz7vdGx2rHfONGHyCwf3P0RZFz4+unSkcfQ7siSPJtJxxhBPRT5/wpeAr3p8m1q3zSyM1NrzjE1G+XRfvjHr3GCFLI1ZljJ3nFszt4m7c7v0mLWNeGK53ve3aKnPzE9eb2h44dFynu4+rPKla1Ls13ie3i7iFQbnuIGH377beNcLMjRJPGzeejCSjTnXfeuejwgubgBvGJCNcsc6xrCJG6vEiABEiABEiABEiguQhUSqx+8MEHRpbaMhVjgvy0v65atcrs7ik3WhV1oi3kWcUH1lpfnFyFVN1uu+0yos7LSXPoU/4yB07lI0CDLf14Tg+FUpk6J3fDyaNk1F1SfHhVv3EyzhxYdaqMmPuVHJUXsbilECmb7fCqQKbm+zvq5FFyjwzOHZBlHZo1SvO5GpmaTxvWb5SMkiXSvejwqv4y7rLcgVWnHj9HvjqikJpAUwHMO4+HV2VcWDVdnGK1pqevZXW+pYlVjYbELLsSDZIvSZZmEatoQ2WmKyn18LCkKMg4oRy3Un391LqSpKPeiyjSqWMnBs3gcTeNgq8PPlka1deosip3ffMUVZcdeYoyy855MJWQRdkosWo/5/JI+05RqlhNWz/LkQAJkAAJkAAJkAAJkEA1E6iEWMWHzJ9+mksPZ2/5t6VqTrg2mDRQL774UsXEapcuXeSAA/pKQ0PuACvfP/RLI2nbtm1rPgznRQIkUDoBitXS2fHOJibQ0sTqwV33lYUr3zDRkLjsKMTGEKvIUfr9+3ORpRqVqZGVacSfT6yW0k+IyqMnnma2tidFkiJNRO/bf2L6jOhWMEPe06h8qe6SrYRYtYVmUoSttn/o706U3xx+npz58JVmWz9SNSSJa703Tqzar5Ek8e57+VKsNvGbGpsjARIgARIgARIgARKoKgLlilU7r6pv6z/kak62Qm6KIL8qDjCtVMQqUnQh/RWk7YYNBbHqi2BV8Ntuu620adOmquaBnSGBWiJAsVpLs9XC+9oSxepJB46Q0ff81OQcxVbzh0ffZA50KkVYplk+EH4Qmsiziu37YA65a6ciiKonan6SBJ8dsQrBeMfLuZyZabfVD5841nuoWZrt8M0hViGwIVQXXvCYTPjr7+WX/7zXzG1SqgWK1TQrmGVIgARIgARIgARIgARIoHQC5YpV5FX98ssvQykANGrVlqqtWuVSAixevFheeeWViohV1L/77rvLXnvtla8vJ1dVquKrfaCVfr/pppuafKu8SIAESiNAsVoaN97VSASQz/PJxX+XpWuXm0OebLlWqlhFBOR//+0Wc2K8LQirPccqoi9xYjyiMo+9+7zgkCQwqXSOVZ1OO0/nmgseN5GjiKwc1KN/4oy7Eau6RT6LWF1w+h+CCNS4w6fczkBWLlrxRnBwFZ6HrIS8jLsqLVbTRJ4i5QIu5IB9b+0Kc/AWrjQiGOXSRKy66RwSJy9foKVFrOKwqI8++kiY1zPtCmE5EiABEiCBlkggd9CMmJOwzYEuVXzF9zV/+reMyh9AU8UDaZSuaW7MQt7LijSTz0kZ5KisSKXNV0k5YnX9+vXy4Ycfms6rTHW/tm6NaNVc1Cquf//73/LCCy9UTKzi8Kpdd93VCNScUC3I1ai0AOgHDqLdfPPNmw88WyaBGiZAsVrDk1dvXce28z8+95C8+9Fy72FApYhVW0qCF3KVYqv4fl32lloRq+i3HdWJ/JmIYM0iLJPK6lqy84ViWztOm7cPhYpbc1GHV4F13OXmWNV60hwGhf4+tXhO6KAmOz1A0rgrIVZtZkmpCzS1AtjqBcaIEk4rQ9PkWNWI46zvES1JrOLAp7333luuueYaGTt2bFZULE8CJEACJEACNUFg/k19ZcxdOCzGOlwmY8/rRazmWNS/VDXjfGOczLhJT23PTXijzSPFavCKcqNVCxGqkKmtxJaqmm91+fLl8vTTT1dErG600UZyyCGHyI477mjqU7na0IDvJXjMd6AVo1YzvjGyOAlYBChWuRyalQBE0yPzZ8i98x8L5NKgbvvJAV32kUN79A+dQp9VrKLusx68VD5c/4mpWy/Ng9nYYtW3vRtSTCNR48D7yiGaV6MbcW+SNMx6eJX251ePXiNXvfSI+a97aFZWsYryGMsvDz/HpDDwXW4/7RyrSTlLdQ4nj74hqFrlZZKotAVskhBF5VESVnklHbSFOrCGpy9+OnTQlj2vafoRJVa1nixpBdz5aEli9brrrhPIVXzlRQIkQAIkQAJ1SSB0Onf9C8XYOTQsZsrgGoi6LXct+sVqLlpX9OTzchup4/tLjVjF9n+IVVx2lKotV1Ws2o998skn8thjj8k333xTNlWI1cGDB0vHjh0DqZoTrCpZc1GstlhFo5oSAOkAIFh5kQAJZCNAsZqNF0tXiADk161/v9MIPAip7/U4RPbvsnfsyeiliNUtN2sXHISEdnAQFMTTEd32N1uxb541Wf64bF7RqCD0zh10qolszXqp2MN9kHsn9TnSVAGh5qY38NWtQrhPp2/Lfx12dkgu29IzTqxCTt777BQ5Z/btpom/nnBNqu38KGsLxzSHVukYNF8oImrHHX6ufLJ+ndmef/2zf4rcku/2U8WifZBWnNxVKYsyx/QZYrpy7d9uMfMcN2a0CxF58hPXm3uQduDoPkNCrO25secUZXt02s1s45/y8nSzfrC2xh99UeT9yvX0By4RfHCA/LV62XVj3d088orYejSnLKJSh/U5wnCeufjv5rWE9Xb7yCsjJXbSWi5HrD7zzDPmRNFevXrFNoPt948//rgps/POO8uQIUNkq622irwnrl6I0bfffrvo3t69e3vrRF1xl96n9caNR+vSe3D664IFC8TXNp6bMWNG0NcjjjgilpPLCKkKdtppp6Tpi3xe+wbevno0JYJbgS9FQilsUC942e3HpWFwWcaxBVdwxwX26LOup6j1YY9T+xTFIGlNaxvuvCetNfQBfXXH5nJy5ySKRaXXTMmLjTeSAAlUFYEgQvGy7jL+8nukXrZqlwR55WpZ3bGDtIQskl6x2oLGX9L6sG4qVaziZ/Snn34aSFVUqQI1LFdbhx6HUL3//vsrIlbRzoABA8zvXBqtWohc/SYxanWLLbaI/b28XLa8nwTqlQDFar3ObBWPS7fnQ25eeNjZsTLVHkZWsYp7VRJCWA3pOcCINIhVnMQOidcYYhXtQvjd/eyD8vjS501buCDfzhpwSqL0gqBcsGKxuWfE3kND29zxGJ5/dNGs2C36kIaQfvYVFzXqLhcI3C3bbJn6pHpw/u0Tv4tcdXZEqV0orp/ow1sfLjfFo/qugv7+12cFnCF2fzrw1FiR7OtvHB97Tuz+9+7UQwb37J9KwCPSVC97Xu3H8TzqvOD7Z3lZ+nihYJdtOpsob8jhcq5SxSrk1kknnWSaXrJkifcXMvyyeeqpp8pTTz0l++yzj8nj9NJLL5l7rr76ahk5cmRR15PqRbTplVde6R3yoYceKpMnTw71JSkp/6OPPmpkl12vbzx2v/QeCLGjjz5a9P/aqQceeEAuvvhi81+Me+3atWbcvv75GC1btswwPffcc+XXv/51SdOL+26++WbT/pNPPllUx4gRI8y8+C633VLYoF6wv+SSS+TnP/957r0t3+a9995r5Lp9uSx9bCESTz75ZMMGLHHpenrkkUeMuI5bH9qe9imOAdbqPffc483F+73vfc+063JKWmtoH1Et7thQHy7fPOFxnUtdl421ZkpaaLyJBEigygjk82kKtoR3l7v7jpF7fOkAQlGtuSH0v2yG3HhsQUFGbSEP0gzgpn7jZMalIpcfOV6656MiC4Iv335AyBc9q/lPLYyo07udfU6hkFMmqq+5x/W+4hyj2frqm+p0/Zf8tvlCDT4WmgvVbscfcewbV/f7PKkA3HadtZCrp7tMmjdYZmKtaNP5cuF2JCzpfakAKjzOpnxxlSpWV65caeRocU5ViNRcKgDkVoX81H/6+wB+t9QDpsoZK9pAtOphhx1m2rPlqkau4jCrQoqA3PcasYqIV9zPiwRIIBsBitVsvFi6AgT05Hkc1mP+gFz8d3lxxWKzXd+OTtQt4ZrjExJt+cfvR/bAF10KOQfpduuxl5iT2P/78PPljmcfkPZt2slvj7lYnn/rZRN5iGvhyjdkq83ayY5bdZJvte+UGEFbARSsggSqikCpYhWyDMJw1qxZXkkK+TN8+HAz1jvvvDOImsTjEEV4DLml3GjXpHpVnOm2K4WJX04hzBBtOHXq1ECuunIvCr7WC6Hmk77o17Rp08yY48QqpOqZZ55ZlMcVMm3UqFEyaNAgmTRpUtANSLWlS5cWSbyJEyfKRRddVLJc7du3rwwcONBwfvnll4uiViEVcU2ZMiXoC+YG0RNXXXWVDBs2LEiZUAobVBolVsH4xRdfDAnwNGIVfYZ0njlzZnCvSkaIzjfffLNoen3j1EJRzyEi9ZRTTjHz4tapeXrx/OzZs2XevOLdD6g/Srr7ntM145snlNe51BQWjbVmquqNiZ0hARIojUBemEpeknrzi/qEmHMfGi+WlSr+LNlnCVqNjM3Jyv7Sf253OW3eT6WPGYnnXslLyZDsKy6XG4MtRfP3WXLVJ1bd+1QS2hG86fvqm450/S9u18fCFuKFHKnFY4+al8tlpsyROUao5+4vZlLc34I4tfja0t2am6K+OOuo0uMs7QVQ+l2liNWvvvpKPvjgg+BAKs2fqgIV51S1br1RPs9qWKzi9yB8YFwJsYpRQ44efvjh5ncvlaaoO5dqIHeQlS1ccY8tV7fbbjvZZJNNSgfIO0mgBRKgWG2Bk97cQ95jwpFBdCH6ggjDE/sMlY/XrzOnumt0I06ox4Vt19PmPx4IT0TlIeIQ1++fvlOuP368iRDtvNUOoehXe5s4crhiCza2Tn/nrrNNtKotYnWLfVJOz+Zm1xjtIxIY3P/x/mJ5ePRNiRG1jdGHaq9TI1bB6Llz7o/dql/tY4nrXyliFTKre/fucuuttxqBBCHkRtupGPTJIty/7777yujRo0MRmWnqjRKrGCN+QcVWKDtKMqtYhTCDPLXlJ+rGSauQjRCVcWJVy/nyuGrfNfJQhZpPMKNNLR8l3KLmVaNrcd8PfvADE1XrRr7GCUedOzeaNwsb9M0nViFGcXKuK5jTiNWoucS9EyZMkPHjxxeJ+lLEKvquDN1oZHDEY3/+85/NQWi+6Fvcn60sbIAAACAASURBVEWsRr0efP1orDVTy+9h7DsJkECBQJFIzcsvOxo16pAj994iMRdxWJEr1DSitSgFgXu/+f8SGefmP7XLfQs5UseLiuJgpF6pJ4W6PKI4kLuWfEzdV98iS9P/fXzyVUTc/uX/r1G/QXMR5Yp4qAwNZHOu3SUJUcg6d+FoZZ/49fQ5NAcVHmczvKhLEaufffaZfPTRR6miVSE+cwdZtTajwwfCr776asXEqqYD6NKlS0isQq6miVpFSiWkBOBFAiSQngDFanpWLFkhAhCe85a+VBQVqtucsSX7wkeuNiffa15Uu2nIT+S1xJb+3dt/y5TT7f2adxTRrgf87gTzfLf2nWXt558YYYto2e5bdzZby9u1aWdErEpVCN6hPQaYfqXdUq25OiGFTzpwRM0JNz3wqNzcnBVaGlVZjaagwPr4/fFXpE5dUZWDSehUKWIV4g1RjYjmU5npykFE1SEy0Y6ITOKTpt44sYr6x4wZY6IaVfRmFasQZUhxYKcD0DHqc1FiNUrGRY07TvrhHhXNtihOYqgM8BVy2GZq35vUNgSxim9lnoUN2vKJVTw+dOhQE41rS8k0YhWRm7ggNdPmny1VrEYJTHD5xS9+IWPHjjVrTTm785JFrOJeRET7ImDdx5PmrdQ1k2ZdsQwJkEC1E/DJreLozkiZ6AzPFauRp8s7ktMbJYu6o+Shi9Wqb/Rb2KpuCdOIKUjbV7dc2X319cfmIZDHZeS5dcVqhNwuksZR5Zz6/HPqj56VfIRxIGsbc5zN8FIrRaxCqkKuahoAN6eqilQ7DQC+R6TowoUL5fnnn6+oWMWH1ppn1U0HUMi5qgda5b7iwte2bduaXV+8SIAE0hOgWE3PiiUbkQAiUCFTP1z/iUkJgOu3B50kd7z8qHxnhx6BSNXvcXAPDutBGeQb3WazLaV/1/2C3JR6cvqC0/8g/7dojpGeeliRK2ZxoNSvBp4m+3fdW55f9rJp+4cH5rbGIv3AI/NnmO/PGHiK+QoxrOkD/uuJG81BWMilijr0vkZEVbGqNdftCbsPKjokq2KN1HhFeohW3AFaNT7EUPdLEauQpojW06hMCC83KjKt0LQ7k6beJLHqPo9+IB9n//79i6YNv3xqnlf7Psiz3//+90EeUEQpvvXWW3L66aeHcqq68iypb24H0jBKEmlunXbUL8amW9fdyMqkeu3nS2GDfkWJVch21I9oDaSSgCRNI1YhuI855hgTUYzcsYhORn5cN1+rzSRJrKKuK664IoQRB2Phg4Nu3bqFIrHtSGD0WeWrLydvVrFqy3sdj87lNddcY0Suj6nvvShpbuvp/YtjIQESsAhEyLSiLdye/Koixbk8S5WQURGxUWI1lLPVGg4iXgfPRhoAf55Re+5T99Ungd8ozumaWgKLSFz/04phHYub01Qf14jSSLmt/ciPRUK5ZYtfJeH6kGNVUzagbHaxWulxNsfruhSxirRUSAeASyVqQaYW51a1xSvSDeED1UqmAsAH15oKQEUqUgFoxGpOtuJfTqra/zbddFNzb7mXWaN/G1yUJ7ncenk/CVQjAYrVapyVFtQnRHz+999uMZIUUafIhfr9+y8ykarIu4roUlztN9/SnPQOkYqDnQ7uuq85bX6HzbY0W/yRR1W3aOvp9CirhwBBhv74/l+YunCYlIpZtInt77iOvfs8I3GXfLRcHh17h9z77BTThopTtIVLxa9OEyIZ+3T6ds3JSYjV9z56P/aQpxa0FL1DBaNPvvg01eFU9cAqq1hVAWRvkYZ4u+WWW0L5KNNIQ5tf2nqT5KVPrCJtQdeuXYuma6+99gq2yNv36WFLtjhGhCVkmn1YVTWKVY1QtXOYQrQhCsFOb5Ak36LEalo2gB0nViF8EVkBQQrRmkasok7NAzt9+vTg8K2ovLgonyRWfQd4oT6kfYBQx9Y4vRChiugUjcLWLfwawWovsKxiFfe6uVR9uVfTvK6S5rYe3rc4BhIggWICUYJPS7qHU+HxIpEXk7c0bXRnarEaOuioOMcntsVXtVhN0f/UwtGR3YU0CuEt/dnEatpI3yYUqynH2Ryv71LEKg6ugqS0D65SeepGqdrRq/geaZFw8GYuB2r5F8QoPlBHnlRftKqdDsAnVtMeYFX0PhPKkYz1OlMGh0S9Mza8bmYPlnnn7SjTzrtc5NIbZVgjnJuFft7RzT6QL3zQnPsa04PbfO+T4brcA+us9y77PcFzCF/5s8waqo0AxWq1zUgL6g9yqP5m9h2CiEmIVUQF9u22j8mBqlGlkJbYyo9DpVDmrsN/Zu7BhW3+iFJ996PlRsLikCuNMMTWdsjRdpu1ExWtuAf14sIp6hrxeuaAk2X0PT817aCeCwaOMQdcIcUA2vvT/OkmRQAkK8TrkJ4D5OQnrg8dtOVOG7aPT1/8tKlDL001oJGvUSe864nxvpPobx55RWy6gZ89OM6kPdDLd8I8JDNy1s5a+kJIEqN/4PnjA44r2u7unlz/k4NGeoWsW07H4vKBsPztE7+LXe3ou68vuElTMMxY9LSJZtYLohwifPSBxxfJUB9P3Ie0EN/eYbeivrhj0QJIKZE0dyjrG6OvLcwZPjRYds6DkWkGotqzO401feYhp5SVqiCrWIVYQ55RPZUd/dFT75FzVSNA7a3kad7i0tabJFYhw+6+++5A8qYRUeifXS8iE88666xQqgNEJSKSMU6sam5SXwSjj0EaRojihRR2c75GMYWcwy/rEJZ6ITUC+mTnak2Sb3a7pbBB23FiFc9rBCgiMnv37h3LNmq8qOPaa6810a++XLVJYhX1qijVQ6sgVidPnhySqhr560p6tLvNNtsUHWJVilh1149v7htjzaR5fbIMCZBAlRNQYeWc+p7rdXE6AN9o3FypabfXu9Gd6cRqVFRkOGVApJhMyLEaJSC9ka0lRaym6/9Po1IBpDlkzJo77/b7wo/54ijTyJQB4ZnP8ShfrFZ8nM3wcitFrK5YkTsM2U0F0Lp1Lpdqq1atzaFSrlTVPKsPP/ywrFmzpuyoVbTRs2dP+c53vhNI1WK5+k3+uULEqi1Y0cdOnTrFkPeteX8u39jpC8Rq7li7il+W3CxI0lzfl4yZJz/F68a8/paYw/UkJGBRzpG9RXmq58sN5y2R0flD4gr9B4s7pHs+Z3Sx2K34SFlhFRCgWK2CSWhpXYAUG/foNWb7/B9PuMrkW4W0RMTp8o9WSO/bf2IiVs8akNt6b0sv3Lt45ZvmoKp1X6wzz2G7Pi7kS4Wk0npxOJXmT8XzkKqQoipmEbkKAYtLo1Ah5hCZevvIK434c3O5anqC/z78/Mg8rMMnjjVCFaLytANHmpytMxfNMWkNcC284DHzFf3GWBChqxdE7qAe/c1YIOaQxuCc2beHno9KN6D5UrUwRPV3e/YP8bMlM6J2B/c4RLbcrF3QPzABA3d8kLF3P/ugEYC4NNLXFZIod/OsyYbbX0+4Rnp03NUr+nQef/7wbwP26M+OW3UyB2mpLMX8QJjbl6Yw0Pk788ATzAFnSM8w5eXpwb2o7zdHF9i6PFH3dcf+0vQRAt693DFjTaqwxdxB4kOw++YOj+kYxz9xcyDpkbvXbgv1dP3d8aYKO8La7YvbHvj/7MATTTEczKbr18cry/tLVrEKsQNp526tx1bzPn36BALQzXXq9km316swTFtvklh1ZVQpYlW3YGNMEGRIA4B+JkVV+rZz2+NWcXfhhRea7etJjHxbwePmVtvHIVNuDtIrr7xS7C3lccLRbddmnpYN+pkkVlEGDJAO4Oqrr5Yzzzwz8mAwRG/ed9993py9cXlFs4hV9EejUDWSVnmr9ES+W3dO8UGDK3VLEat2GgekOPAdjlXpNZPlvYJlSYAEqpeA78R7u7eFdACnyZIjx8g9PgHr5EAtkpPeA6EKUa8aAZZOrEYcdmRF0Zr68odXuYc6JR60leXwqpLEasr+5w+vij9EKkbS+qROX9/8OfI8SrQ7B25VTKxWfJxN/1orRawuX77cG6260UY5qepGrdqpACAysQsGH9q/8cYbQUqBrCPfeOONZc899zQfULdp0yZ0cBXkqqYC8EWsqlhFmyjbuXNu16jvitriXxCI75oD0zTyU4KITT0MLVfrqJNHyT3iRKy+l8tFbK5+o2SULJHuJpLViQ61okCTxCX6e7lcJjcei/QGbiStCtTLRK6wRaorVnP3db9siczUuvDauq+73HieI4YbWxhnXRgs3yQEKFabBDMbUQKaSxX/v3vUDfLU4jly3MPjY6M/S6UHiWjnaP3HybcYiYY29++ytyz/+H0j4yA+IXeP6TPEPOYTbej3Pc9NERxStUfH3YJ8q27fVG5CfLmnx2vUISIe7QsHaqkY08O39HnIPUTw6hUnzjSvrJZdc8HjIYmnhzDheQhcV9DawhJlkJ/WFqcaDaz1QxxjDl0piXYgR91x+ubR7jPmBzIcl83EfhyCcfDEMSadQ1T7GgGKelxZafOEaE/qo83Ml2dVJXoUUzy+x4QjTRTt9cePL0Jg1+9bM+4Nm15xiHnI7rse1AYmuOIiX5NeS1nEqm9rstbvPqf/d09VR3mVV9huDWmXpd44saoRkHbkbCliFX2EwELkIvJfQfghx2WSWMV9iBhFhKnv0C7tu0aOan12f+35QhTvtGnTxN7WHzefUQcg4Z4shyBBet98881BhKvLPA0btJlGrOpaQHlEPicdDOZjFSegs4pV9MOOpNXcpu42fXsefM+VIlZ1nrA+kD8WLObNK0Tn4/lKr5mk9wc+TwIkUAsEIk5xt7tuCbrL5HIZcvkcKWyFRcFiueeL+ixKB2Bt7c4mVjU3qbWN1klNoNFmRW0WyUaVu+Gt725uWZ98TieB/WugKHdtRP+jBPUcS257xbi9rTi2bG7uZkp/mSOF3JbF/SuWwZUTq5458MjdLONs6ldepcRqTqYW8qv6IlY1whVj/PrrrwXpjZBWoJQLQvXAAw80ElcPo7IPqsL3vn8a0Yo2NddqklgtiMrinoZFZ35NHjZDzPvN0tNknhGR+feZ3SZZqQDwYU8h0jMXTTpTBj92o3S/z97OX6gzJ0vjr7BYdcqijStELguiTgsC135fnH/T+bLkhzfKIf+wJG0oBYiI5F+bpr2l3UXuukfmmOaSc0MnjYHPVz8BitXqn6O66qGKNMiyxSveMBF/9rb9uMFCQiGyVQWSXRaS7dpjLg4iWDUSFLLKLY+y7du0M3lbsW3e3kqudUJcnTvo1FB3IFyPnnhacFDW4J79i7abq9TzSTuIy2nznwjyvmrltlyMEqtgpPL1oWPHFUXLqjC0x2vXZUdGYvxTx070orZFnzsGXxuI4nSFYSXEqs3EFry2NLWFqz0YiMZtJxwRPGSLxqxiFekqNCrVJ1btKGEfV30+qq+2QEaHfXNrj80nVvG8zcsV6lneQLKIVUgqyK8nn3yyqAlf1KAeUIRoRERoIl8lxNCll14qSNqvBxdlqVclH6STfUGGIQWAylp9DnIPEZyaosDtOA6wQnSnKw8hexHhaW+hTyNWtQz6ccEFF0ivXr2MSEbEI6JGzz333CCvK/qiKRAQCQmJB0aIbL3sssuMVHVFIvqJaEb8sy8VlKNHjw7Vr2VUFqq4VOb2wU2oA+UQgWm3WwobtJtGrKKc9g3fR4lVPIdoZKwbez0hShdM8bhPQJciVtGWRtJijb799tsmTYF7AJiy1fQTdvulilVlgZQDJ510klkf7pV1zWR5P2BZEiCBGiTgEY3Fo1BxkP9j35UDuMGJYo3aTh/OsThKJj3WXe44crxoVGl6WRmOZEMXcjJVjCgcP1cC+evmgg1LYb9YRX3h+8ISF8+n76tvXaTvvzi8o/I4jrnLaic/H8o7dI9TH3iYtAnOoUFFOXS9c1yBVACalqAC43Q/UGyqV2QpYtVOBaDRqblt//iXSwGgYlW/aloAjAvfI6J05syZgrRNpVz4IBZpAHCpII0Tqw0NEK3FB1jh/rhUALGiMv9amjkwv9U+/9qDiIVYDQnZohyrEKt2XtZC1CjEqq/O0sVqTHS4IViIbN3Rini1x25eU44oRoqBXNqSwmuJh3iVsppr7x6K1dqbs5rusYohWxS6kZFRA/TlLdWyqG/fTj1MjlT3cKk4YHY/7HKQZHZ+VH0O4lIvCFtXmEVFYMb1IY1YhXBDZC8uX9SqnQ9URbEtVpMEofbPlZK2pFMpiS3+dvoCVziWK1YhoJEOApcbmanCFPOgKRV8bG0Ba/cvq1i1y/vEKtpGRKrKe3ctox+a/9ftp0YAI3pY5W3SVv4osap9SLo/6c0jrVjVHJP2dnK3bsio+fPnB1F2EHWQcoh+tC/kZx0/fryRjlnrVcnnto2t2z/60Y+C09P1+aQTTiE0IapceaiiGPWqSE4jVtEuykH2QcrqhejXs88+2yvK9MApSGu9INYgYt0T76MicDXq15dnNHgv23XXQDxDOPoOboIQPvHEE0PtlsIGbaYVqyiLtQORHCdWMSeQmBC/UevJXRelilU7JQAikNG3N9980/ty0hQMtowuVayiAUTAujlx3YazrJmk9wA+TwIkQAJlEXC2l5dVF28mgWYiUIpYtQ+vKmz7L0SrxqUCwDAhViFB586dK6+/XjijIy0C3P/d735XdtllF3OLK1b9qQD8YhV97dgx+hSpKFGo0vG0pUO8ErRqxKrvfaoochUftiBKFSkCch/uhC5PChUdv3eck7rLjKJcrGlnl+VqgQDFai3MUh31UcUQhuTL5Rk3VET/TZg9yStOVZBCiP504KmyaMUbQW5SSMmeO+wqFz5ydSBLtXyUWMXj3bfuLDh8CakCcCFdgH0gFaSfe5iUHfGJe7Seg7vuKz077RZ54JNPhuJ+FXuQpHZ0ox3ZqNGoEJ5/+OcDQQSuLVZt0YhyyOMadUVtw7f74o7T7k+pYhU5Ubdss2WQixY5RE86cESQaiCLFLX7Z+dazVKHzR/fR4lVN2+t5nXVeYmKQsWcLF273EQPRzF358gnVjWPcFTe2yxvH2nFapY6fWUhmnBphGi59dXC/ZDGiHbE5UaY+voPQYd8W3GMwBH/fJGMtcCkEn2E9EROspa2nkpdM5VgzjpIgARIQKMu3WjRoq36REUCNUigFLG6evVqs5XfPrzKTgOQRqxCfr7wwgvmEE7dyp8WH/KrHnHEEUGkqYpV/YpoWN3yX/j+GxOxqo9r2U022cR8IB59+aI9C9vzIVbv6IaIc9QRlQogHyUuTZ0KIHywVGGM0Yda2RlU7YhVvN8Vomit+00+6NyBWCbpASJbnQjytPPKcrVDgGK1duaqLnqqJ7OXcoI5pJh92JENRCNJv7NDD8GJ9RCryPOJ7f649NAlfI+yvxp4mjnEypdWAGV8W9zTTICb79K9x5cXNE3EKiSpHXVqR3JCrM1a+oI55CmqriyRtFFlbbGKcdkHg9lSr1SxqikaVDLrAU1nDMwdYpZFikalNMhSh9tmlFi10yzYeVI1dYWbaxf1utLV7m/c2rPFKmS9psbwSf4069Ut01RitZS+8Z5iAhCq+OceTkVWJEACJEACJNC4BJx0AmgsVRqCxu0VayeBShAoRaziw/D169eXJVbR93fffVeeeOIJkxYgy7XbbrvJIYccIhCsuFyxaudWzYnVDabMN9/kvmrKAHy/+eaby9Zbb53YfDgVCCKKxuWjMqMOmqqCw6usXNCFAeZTgwiE6Ph8XtRC+hEbRPFBWIVDuuwUHeHUG8yxmriY6qAAxWodTGJLGgK2POPyCVFbrv7j/cVFZVSo2tuufWkDIPheX/ueQNJCXqnYS8sZchXRtf986yVvagL3QKW0YtWVtkhD0HmrHcyp8hoVmUasJuXxTCtW0Z/R9/w0iAJWqXjvs1PKOrwK0vFH95wfRCZrhG0WKWqLSpt3ljow32lSAaCczUwPBkMU6qBu+4lGsNrrx5WutpxFuagDqGyx+svDz5Fj7z4vMg1B2vVql6NYLYVa892DaE3kYeVFAiRAAiRAAk1PwJEnQV7U5MNkmr6vbJEE0hMoRax+9tln8sknn5QlVjUdwKuvvir//Oc/U3cYvwsed9xxgkhTjXQtR6yivrZt26Zuv5IFQ1GgRoIWIj8r2Q7rIoFKE6BYrTRR1teoBDRnpU+IQuztsNmW8v76TwLZBEl62oEj5b21K+Te+Y+lyr/qpglI2jqfNGAIyFufvkt++c97TVH3UKi0YhX3upGYiPzVaFU8H1WXHV0aFXmp47BzhtrpBNyIVZSHEBw8cUyId/+u+8mCFYtl8ugbktCE+mvnq/Vt5bclZ1KOVft+FZ3oTGOJVc2Xijawfn5z+HkmD21U/mD30CoXVNQcuakAoqKYE8FHFKBYLZUc7yMBEiABEiABEiABEqgHAqWIVaQBQDqAclIB4N5169aZVADIs5o2HcAWW2whe+yxh/To0SMQouWIVaQBgKRtlsuJKHXTjTRLn9goCaQgQLGaAhKLVAcBSLw/PveQPLpoVqwg1YjTI7rtL6MPPD7o/MxFc2TOshfkw/WfRN6vUa8QtDgMCykEIMqO7jlIDui6d2xuUjSESFVcR/cZUgRNZVo5YtWXasCOQI0Sq0mn12tnow6OsqWkLVvxuH2P1uOOMWoFRUXHRuVIjTsoym5j+MSxQSStHf2ZJFaxxnB1zufVtYVpkpC2ZSnWzDabbWnyp7qX1ol50/y9KLN4xRvBIVZR4tiXY9Ueqy2RS3nVUqyWQo33kAAJkAAJkAAJkAAJ1AuBUsQqxv7BBx+YLfUQpLmcqtkPr3r++efllVdeMfWkvVTm7rXXXrL//vubtpPFKrb/F+dYxb3bb7992qZZjgRIIE+AYpVLoeoJQNz99onfBYcyocMQT1H5UXVAenCU/n/JR8sTI1bdw6w0CtaOkEUOzB/0OcIrWSEEcfnSB6gUc+VXmohVWw7a0tHO6Yl2o+rypRHYr8veRXNvR7baEaQo6ItY1QpscYvHyhWrdj/cg7HOmX27aTYqF6ktet0ySWIV7e64Vadg/mzWSWI17kAvG7RGXSMnrntFHVCm5Xxi1Y3knTl2UiCGs764KVazEmN5EiABEiABEiABEiCBeiJQqlhFKgCkBCgcVJVNrCJP66OPPiqff/55STiRG/Woo46S9u3bB2JVBS2+6qFVmmM1l3c1fHgV6mCaqZLw86YWToBitYUvgGofvh0xCFk3Yu+hZls/Du3BlSRXs4wPUhVX9607m684+OrCw842kgqRjItXvinPLXs5iJhF+QsGjglFp0KaPb70efnjCVeJLS7tk9vdw4xUlqHNNRc8Lu02axd0W8dvS047H6cr++zoRXcbus0SQtbto72t3M0Diw6pOHT7qJ2NOjAqbg58Eat2PxB9bEd9unld3fGDzVkPXmqiVX0HhUWJVdy3/OP3zeFo1x37y2DuonK1+saEvm074QjzlCu8tbzOnY8vyuBwN00Z4Ru7Xf/CCx4LumGLaPe+LK8BitUstFiWBEiABEiABEiABEig3giUKla/+uorWbNmTSBWc5Gr+LeRiWLdaKONQs9ppCn4QXbOnDlT3nnnndQpAFzuqA8Hmg4ePNi0g0sjV+3Dq/R7HGAFsWofXLXttts2XxqAeltIHE+LIkCx2qKmu/YGq+LtF/scEzoECCIJuUV9uVZLHaV9sn1SHYiKnDb/Cbnj5Udl9/bfkmuPuVi+vcNuYgsujZjVSFn8//aRV5pyuBDlecezDwRb1vGYLWsh2VA/5LGmI7jg+2eZe9HO/a/PEpW06M+Fj1xdVBdSGOg9uA9iEfJQuUHCtW/TTrSPesDXDw8cEUKAedADwXxCWQvr+FHGF5FpV2qLXh9vyMczB5wcEs0oB4E57tFrTJoGXOgzDhrD9cdl88xXrJf/Ouzsontt8Rw1xyqx7TFr2aRIXB2/u151vv/riRvNfKLPp+19dGhuMN9umgvMD9bWovfflAmzJ4XWu+YPRtoJNyI5DX/f+LOI1YkTc2kOxo4d60UZ9zx+abz//vsjX2YnnHCC+cXwmWeeMf9w8j0uve/ggw8W/HOvBx54wDw0cuTI0FM45An9wSfwvv6WWi/6hjaXLVtm2hs6dKig7/Yn/Vq3jilp7KhHx6vj94GKYoCy6NP06dMFkQ841bVfv35F/YqEn/IJMMUcoh1cXbt2NXPisr/uuuvM4+58Jc2J3Y3XXntNHn/8cendu7cMGVKcZgXjffvtt70933nnnYv6lHKILEYCJEACJEACJNACCZQqVoHqww8/FORb9aUDgFgtPI7t+htkzZoPZdWqVbJ8+XLzey4EazkX2sDv0J07dzZb+rfZpr20atXayNOof5CveA55VSFWeZEACWQnQLGanRnvaEICKlYhik7qc6T07baPfLJ+nYkcRWQfHrcPqyqla1rHw6NvCqRn2nogtO59dopge7puWYfkfH7Zy/Lx+nVBNT077VaUOkCjJN22Om+1g4mSRT2ffPFp8PSWbbYI+od7n3/r5SBaFv1ARK172ffYz0FqLlrxRqi4r49aAELWvrSPPk5aty8dgl0+avwo40tT4LaF+9GWzXmrzdoZzpoj1b3HHYev/z067mqEbFTZuL7pmLSOuPG6c+POt96LurDmEVEbtVbwuHt/GoZufVnE6owZM+Skk06Sa665pkhWQmJedNFFcu+993pFGITh0UcfLfvss4/ZruRe48ePl169egmk3JVXXmkOA8Cl9+GeF198sWir0ogRuQ8EpkyZEqoS4u3iiy+WtWvXyssvv2x+4bSvUuqF/Lzzzjtl2LBhsueeewpE4d13322qfeSRR0z/7T5jaxfkYtLY7f7r+A899NBQfzEOHGyAtidNmhQ8hz4MHz7cPHfKKaeYcUb1y7f20z6GX/wHDRok22yzjZlHiGQ8Bh5oF/3WCwcgXHLJJYEs1seTk+cQWwAAIABJREFU5sTuC1hPmzbNtDdvXu7DE/vCvGPMWE/uhXxjv/71r9MOjeVIgARIgARIgARaOIFyxOr69evN716IGM1FqeIr8q3m/uExiFfI1Pnz5xsRa+dDrQR6jYTFV/zu1KdPH9luu+1k4403Nm0VUgEUolUhVvFh/GabbVaJLrAOEmhxBChWW9yU19aAIYtOf+CS2MhU3cKfNXrV3vr/22MuLjkvJYhCqF37t1vkez0O8R5cVVvU2duWSiCLWAWjMWPGyKxZs8w/lZUq3SDebOlnM1W5qLIxineUWEV5VyrisSixiscRUTl79mwjgzUiVNvV/qStF6IOEtUWqLgXv0hj+xV+MX3yySdN9e5Y044d97rjtzn55LUKRl+/IFyXLl3qFdJZ17uKTlduQ5aeeeaZIaEeJVaT5kT7BKb77ruvnH322Uay+9ZM1LxnHRfLkwAJkAAJkAAJkEA5YhX0IEshLzUVAMQqLkjXN998U1asWGF+Z9Scp41JXFMQbLnlliaKdZdddpE2bdpIq1ZIEyBBGgBIV0hYXiRAAqURoFgtjRvvamICiB6ct/Ql0+q7H68wUYp7dMxtqUek5czFfzepAXASu17Is2lf2Dr9+tr3ZId8GZQ97cCRFRWh6KcvWrGJcbE5EiiJQFaxqtILkYIaJapyzxdRqp1KKxejxCqkKiIY3YhYn2CD6N17772NkEO7uMeNetT+pKkXY+7evbs3ChPjQyTvbbfdJpMnTzaRnI0lVtGWLS2TmCoHX/Ro1sUCzoiaVXls3+9u/feJ1TRzonVqZCvW06mnnmoEuR0Ri3IUq1lnkOVJgARIgARIgASiCJQrVr/88kuTjglSc8OGb+Sjjz6Wd999V9566y3Bc4gabY4L/dl0000FaZJ23HFHEwiAx3BhNxie40UCJFAaAYrV0rjxriokgO3wTy2eI6+//6YsWLHYHD6l8nXhyjdk7eefSJdtOpvH4raLV+HQ2CUSaBICWcUqOmVHKeL/iAi99dZbY/NaJklAHWyUWIUknTBhgtn+bQtcn2BDdCnKQ6aq0HOFrN2fpHp1vE8//XSw3T9uchpLrGq9ylqjaBEJEXUhwhj5YH1CNMsC03mBpNXcsVH3+8RqmjnR+r73ve8ZMY42lf2SJUtCaSAoVrPMHsuSAAmQAAmQAAnEEShXrKJufBCP38kWLVokn3/+udn+X00XIlQ333xz6dGjh+y6665GsvIiARIonQDFaunseCcJkAAJ1BWBUsQqAGiUKr63o1ej4KgU1Dygdjlb1MWJVXzajnQDbrQs6rJzrPbt29fkAdU8m7ao03Zt+ZlUb9z2fN94o8RqVH7ZH/7wh4GUtgWmXTcEMSJ2u3XrJlOnTjWSMY1czNr3uMUNnjfffLMpggjegQMHmny67uFSPrGaZk5QryvCNVrYFfcYO4QxpL598eCqunp74mBIgARIgARIoEkIVEKsoqP4He2DDz5okj6X2ghyryJdFK8SCPzjSml18KVyxTMNcsl3Srift9QVAYrVuppODqa5CeCHJ5KR4xTGLTbfXD79/HPzdelbb8kWbdtK2y22CJ7HD7K3li2T7bfbLiiH/ttltQ4dF+5BG3h88y22CO7H89oWvqLcwoULTZu4Fr72muzRq1fQfrcuXYLyqz74QD797DNTTvuNuu0Ldelz6B++x4V2Pv/0U9NnPPbZp58G48H3qFfLos9oq0vXrqG6katy9OjRwWM6Pjyg5XUs4Kdt2OPXMWBcysJmBSa+C3MFRjp+5YKy9ryhz5gr/Yry2hb6hmhIjEHbQdu1eJUqVjWvKsZs51uNYhB3gJMeXIV748QqDoLSCEY9QMuVi3rAln1glS/q0ZWfcfVmlZNRYtUnlTFmjAv/7PHr4VV6aBVEJnKZQkJDquJqarGKNjHvjz/+uMydO9fMO/oHYayyF2VcsZp2TnCvHdmqawn5XTGfdtRt1OFVPLiqFt+F2GcSIAESIAESaF4ClRKrOHz14YcfrrpoVaWLqNVjjz3W/K5WyrXi/x8hnU96yLn1CpnbcInkfpOto+ude2XEzkvkgmBsK+TeE84WuW6KnBQ+E7eOBs2hZCFAsZqFFsuSQAIB/CD+YOVKWblqlQwcNEim4DCXs86St5YulefmzZOO228vAwYNklt//3tzeraeon3L//yPnP2f/ylPzZ5totBwyAyuoUOHGkGq13HHHSdoY4899jD/zj/3XBkxcqQcsP/+8v9dd52p/wjc89prRvJ9+umnsmzpUrl03Dhz32sLFsiRQ4cauYvnUQe+nz59upx88sly1113yaGIPBs6NGhzxvTp5vuVH3xgJCqizR6bPl169e4t6M9tt94aPIZyGDfqg7BEf8ACZSEbwePGfJSbNnDF+PGmf3pBYM57/nnTd7SHnIraPr5iPCOOPz40fkSr9d5jDyM4IVxx3xlnnmnGDEG6YOFCwxXXc889JwcccID5HuNHPx+fPl2269jRcNdy+j3mE3OGLeK/uuwyeXDKFNOWSlQ8j3vR39dee83UDS61eJUqVjHWNGJPmVQiFYDKR/sArfPPP980oRGreA6Rnb5LZSye8/Unql6VrrasdetHZKUKz0qnAtD23ahNCEcczuXmj7X7FlfGPsBL78EfBFkuPVDr3HPPDSKEXbGadk7QLramQdb6LjsVQ5a1l2U8LEsCJEACJEACJNDyCFRKrIIc8qriQ+VqvLDLqEs+KCVr/54Z30r6XXac/PHtsFg0j7/yR1l+/0nSKWulNVV+hax4p5N0olStqVlrzM5SrDYmXdbd4gioWF332WdGWH62bp30PfBAI/qWLFtmpJsKQ5RZsGCBHHTAAYLvly1ZItt37GgEJ8QiJCgEIiSlyj5brAIuBG3bdu3kqquukhfmzTMCEZGTKl/RLuQtZCYiQyH+Lrv0Unnu+edN5CuiLiEipzz4oGn3N5dfLu3atjXlITzxGKQj6sQ9EJj4Hs+pWFUxivrnPfusGcOSpUule7duRqzignjEeFatXGmE8n59+wZrwxWreEIPp9Fxo58YB+rGBS72+FVmoi60jQviDKIJ7SLCVGUq+D/11FNy1FFHmXKQq5DXffff34hljAsX7jvzP//TSHHIqn8+95z07t3bROBCeKNuSFWIZlyQzV27dTN133HHHTW59mtRrNoHaCl0iFXdNg7J525PhyS3D1/yidWoenV7elQeWbzGBgwYEOSZrbRYxRh1G74tF9MIX6xVbNl3D39CnRgv3o/sS+W1/ZiOx81Tq2VcyWmL1SxzopGt4LzTTuHfWkeNGmXehzS9A8VqTb7dsNMkQAIkQAIkUJUEKilWMcB///vfZee3rzQopMbaZZddSqo2F6kqRVLVVIbt8dd1z4nV/FZ5u5HCtvln5MpWM2XwMyL98tvpB/+1lcz8/lyRg/vJpZfPlYZxIle26ieXWhXE3W9vx3ejaQv3IdK0s/z4AavSkSqC3ees6Fs7YtV8/2OxY3WPu3e5TPlRTiVDLgfjwANB/SXh5k01QoBitUYmit2sDQKQba+/9pqRlR23285IjP/53/+V40eMkKXLlpnnEEkJCbnFFluYyEbIQER5QoJ26dbNiFRsd8djEHoQeRq1qXl6VM4ed/zx8vxzz8n+Bxxg7kEbaBN1oQ1ckCmIhFUBiDohBp+eNcs8D0Hx4EMPmTZ69eoV1Kfb2RFBCuEIaYgyGMPuvXoFOYMgPVGnRm1iXLjciFNEeA4dMkSmz5gRiuj0iVVwhOCFcO7WtauRu/gekaKInMWFMaLvKAvhq8+D13bbb29YaDk7tQHqmzV7thkLeGKcGBPuxzyhLVxgi3GbFAj5ucIvWjou8ES9yhFRrYh+Rd12aoPaWLm5XtaiWEW/VcLhe2ybh1jV6En3oCO7vIrJqAhaX724X3N6zpw5M3SIEp7TSFc9VKsxxCoE5eDBg81BA/aWeKxJPGZvxdf1h2hVfDgRF2mbdq0iktSXS1f7ZctbW6xmmZO4g7bcg7ooVtPOHMuRAAmQAAmQAAkkEai0WEV7iFzF72zNfYgVtv9DqpYaqYqxGGk5dUR8VGpePu5n5x81ovWFvJCFWFWBmksckIuCtWXmClmxU6dC5GtoO37x/cG8mnJTZIRG01rtdp/sRtTmZepec2X5bhNC4wpF3wZtD5aZrfrJC5ZIFWes4XEU6m8YV3cJEpJeSi3qeYrVFjXdHCwJVB8BN8dq9fWw5fSoVsWqCk1s+1exCsnYp08fmTRpkncCIQeHDRtmojfjUhPo1nWtF5VpTtltttnG5DpFJDOk4m233WYilu1o1qw5VlG/HuAVl89V673kkksE0hQXomWPOeYYQb8uuugiE+kZ1a9yVrVGx4IJDttCO2CCcSOFhp1n1xaraecE49l7771N1PnYsWOLuupGBVOsljObvJcESIAESIAESMAm0BhiFfUjxZLZ8dZMB1ohmAQffpeaU1UZpRerltw0v0DbwhNidIJ0t1IJQEhO2K0Q+RnMSSjyVdMPFN9fmMPo54z0FETDFiRn8Nj3Zxaibd2XREishvstkpO8kpfI7jgMrzcuCLXJV1z9EaBYrb855YhIgARIoCQC5YhV3ZatX+M6ADE2btw4sQ+q8pWHwLvvvvuCnKlx90EgnnrqqYIDiyDjkG/1jDPOKEoDoO1AWr766qtGvKat1x4b2sP/8QsyomJxQdSefvrpweFTKjvtsWpbcXyUizt+9x6MYc6cOTJ58uQgctbtV/v27WXQoEFF/SppgVg3QexivWgOW7SD8UOK2lv3IT0hX5FWIO2cnHjiiUZS33jjjUVpALQLEN577rmnaS/L2it33LyfBEiABEiABEigvgk0llhVavgdCr+DNuWF35l8KZ5K6UOsWDUSVGTu291lgrNdPtdWtBj1CkkcjmXSAkCE2sI0TqyiHWdbf76OXDSpZ9TahrPNP0ghQLFaylJpUfdQrLao6eZgSYAESCCaQDlilVxJgARIgARIgARIgARIoNYJNLZYBZ/33ntPnn/+eVmxYkWj4urUqZPsv//+8q1vfati7STmWA3EqhOxGupBcsRqUQRrQsRr9ABzknXJzxsEeVzdiNXI+4ryqi6RCxqQCoARqxVbTHVUEcVqHU0mh0ICJEAC5RCgWC2HHu8lARIgARIgARIgARKodQJNIVaVEQ62wuGhlRasEKpIVVXqAVVJc5iL/NTo00LpIL9oPmJVrFyk4UjXdGK13yt6sJTmYE1OBZATv/vJ3IZLxGz4t3KgGrFq53ENtvEvl+7XdZYf71VIExCqJ2OOVTulAVMBJK2m+nieYrU+5pGjIAESIIGyCVCslo2QFZAACZAACZAACZAACdQwgaYUq4pp5cqV8uabb5pc9evWrSuJXrt27aRbt26CcwQ6duxYUh1ZbsqJx4ecWyzZGsqNKiIjC5I0vK0/V0VxjtXwdv4rnsnLT0E93eWOoshRV/AW/n9cIHidFAEiEmz3z0vWS4PbrLEURa/+WOyRF+ovHgfFapZVVbtlKVZrd+7YcxIgARKoKAGK1YriZGUkQAIkQAIkQAIkQAI1RqA5xKqNCIdcvf/+++awq7Vr1xrRun79evn6669NsY033lg222wzgUhFjnscRrXDDjuUfShVjU0Tu0sCVUWAYrWqpoOdIQESIIHmI0Cx2nzs2TIJkAAJkAAJkAAJkEDzE2husdr8BNgDEiCBrAQoVrMSY3kSIAESIAESIAESIAESIAESIAESIIG6I0CxWndTygGRQKMToFhtdMRsgARIgARIgARIgARIgARIgARIgARIoNoJUKxW+wyxfyRQfQQoVqtvTtgjEiABEiABEiABEiABEiABEiABEiCBJiZAsdrEwNkcCdQBAYrVOphEDoEESIAESIAESIAESIAESIAESIAESIAESIAESKBpCVCsNi1vtkYCJEACJEACJEACJEACJEACJEACJEACJEACJFAHBChW62ASOQQSIAESIAESIAESIAESIAESIAESIAESIAESIIGmJUCx2rS82RoJkAAJkAAJkAAJkAAJkAAJkAAJkAAJkAAJkEAdEKBYrYNJ5BBIgARIgARIgARIgARIgARIgARIgARIgARIgASalkCrzx79UUPTNsnWSIAESIAESIAESIAE6o5AKxEJfqvEf2KuhKfDdyYXbpVcRERSFSo0HVkcg2ydtYu58iFGFVoBQT/jxwdG6X/pd8YX1dW0SNOWS7toMJC0dXrL+W9Ot47cTqbtSMJ8m2pS1JWiiKknA6NM4y55DePGiM6nGlM6PJlfVZkGnzSHaQeSryeWpVVX2mozrPW0nMJVVuh9Pe1aT+ykLvJWqV46idU5b9DZ3jNTvi+kncugusw3eIbp+ZmVDKO4RMVeK5UYU8r3y1LGWdI9+JmZ/iesv4lq4lJvfcnwA7Gk+Rdp9dFVZa+AEpvmbSRAAiRAAiRAAiRAAnVDIMvv4VnKpgCU6e+9tG2nLZfl77ssdaYYtymSss5Waf/uS1sObacq26rIQ6cdWricNdC0niCynEccN4gYRklXUZ0pJyCpXrOIU9SVokhQT6qyIvGvH6eSlHV6rEz0gklbZ1AuYeGlrQ/EU78wkiYQlW2UopBVJLKfziJLO56icqgnok8p62x2sZrYz/zrJrFcmqlxRpvq/S1qWUd0KG2dQXcrMrDiDwPT4HDLtK6ivmT54Rc71kqNCa+zehKrlRhP6l8SElZjmh/MSQs67S8NSfVEP9/q4wllr4DSW+edJEACJEACJEACJEACtU8gi2xK/futFoz/w6ehQaR14u/d+brSth1bzpEVZdWZ9uaIJRLcHl9POkb5vwtbx8gYuxuput4g0tC6AmLVaSxV2zoel51/fNkYaZ1pO5LwEg8aT/gjP1Vz2dZ6/LhL5F403IjXcqrx5CtLudbNX7aJ7we5OhsaGqR18ptHuvdnAzKDWE18j8kPIu14vOUiXssp6wwXS7gpZZ25+UlROEWRnMhqLdJQiQ9vnNGm+rkS9x7j//Am7drMr9D0izl2laZ8T4+rI/UbZNLLpQJ9CcLxy5WiqRZZ0oDyiyDDa99bYyX7kvINMHJklZgj8w5bgfVbiToq1Zf4pdCq4XqK1RSvFhYhARIgARIgARIgARKII5Dlb5wsZdNQz1Jf2oih2L9NrCez/N7v7WeWzntgBLcn1JO2GVMuZbRKqjpbi7QCpHKvEtMvFM13zB+NJa2NVBDU5IlsiGBhwkZT/EGc2Jy1IBPL5ucktpzzZNo6i6Y7H1noPp6lvrRrPe08oi+VisIz2FO+bhL/zncGkJaRt1xMxGrDNyKyIcMLs0LvMZnEatJ7R35dpWUUO9oS17q37YhFmLmfKd4TEmewQqIs09aQuE5VYkxZXuRJfUlaY4mAoyPD09walMm8OCJqr0Q95czRBpENn6X54ZKSTiXGY97sKxBVHN3lVvucu2slVlJKKCxGAiRAAiRAAiRAAiRAAmkJVOoX6rTtWeWarOmmaSh1K2kL4i+ItGVLwF98S6Ua83c803BK6QpSDWy6kWzasa00RMnVpgVaQFzKeCoyp6VWUrkOV8wVZVpApY67lPuiWH0jX7bZWTZsvE1GuZq+D9ryxxtam5X9dUMr+ewbfJ9eP2yQ1vKFbNJEr4z0/UpPodSSlVvjuR5U09hKZcL7qp1AQ8MG2bh1W9lou3MsuVrtvS6vf1ts3Fra4PNjGbsXX2XlseTdJEACJEACJEACJEACJEACNUOgGf78QZNtNpZNdt5SGr5phvZrZm5quKNVOa3+TrVq+Ea+avttkU06iggiV6v1qkqo1QqL/SKBZiawQTZq1VbadrpYGjasa+a+NE3zyJJhPlfb+Iw9+W7VNMzZCgmQAAmQAAmQAAmQAAmQQAskYPJ5ttlY2uy4ZXQ6gBbIhUNuJgINX8sXm+8m32yyvbTKlA6gmfrLZkmABKqeQEPDN7JJ6y2k7Q4XthixqpNCsVr1y5MdJAESIAESIAESIAESIAESqGUCFKu1PHt12HeK1TqcVA6JBJqXAMVq8/Jn6yRAAiRAAiRAAiRAAiRAAiRQtwQoVut2amtzYBSrtTlv7DUJVDEBitUqnhx2jQRIgARIgARIgARIgARIgARqmQDFai3PXh32nWK1DieVQyKB5iVAsdq8/Nk6CZAACZAACZAACZAACZAACdQtAYrVup3a2hwYxWptzht7TQJVTIBitYonh10jARIgARIgARIgARIgARIggVomQLFay7NXh32nWK3DSeWQSKB5CVCsNi9/tk4CJEACJEACJEACJEACJEACdUuAYrVup7Y2B0axWpvzxl6TQBUToFit4slh10iABEiABEiABEiABEiABEiglglQrNby7NVh3ylW63BSOSQSaF4CFKvNy5+tkwAJkAAJkAAJkAAJkAAJkEDdEqBYrduprc2BUazW5ryx1yRQxQQoVqt4ctg1EiABEiABEiABEiABEiABEqhlAhSrtTx7ddh3itU6nFQOiQSalwDFavPyZ+skQAIkQAIkQAIkQAIkQAIkULcEKFbrdmprc2AUq7U5b+w1CVQxAYrVKp4cdo0ESIAESIAESIAESIAESIAEapkAxWotz14d9p1itQ4nlUMigeYlQLHavPzZOgmQAAmQAAmQAAmQAAmQAAnULQGK1bqd2tocGMVqbc4be00CVUyAYrWKJ4ddIwESIAESIAESIAESIAESIIFaJkCxWsuzV4d9p1itw0nlkEigeQm0aLG6Zs2ahubFz9ZJgARIgARIgARIgARIgARIgARIgARIgARIgARIoLYItKJYra0JY29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gGK1xiaM3SUBEiABEiABEiABEiABEiABEiABEiABEiABEmh+AhSrzT8H7AEJkAAJkAAJkAAJkAAJkAAJkAAJkAAJkAAJkECNEaBYrbEJY3dJgARIgARIgARIgARIgARIgARIgARIgARIgASanwDFavPPAXtAAiRAAiRAAiRAAiRAAiRAAiRAAiRAAiRAAiRQYwQoVmtswthdEiABEiABEiABEiABEiABEiABEiABEiABEiCB5idAsdr8c8AekAAJkAAJkAAJkAAJkAAJkAAJkAAJkAAJkAAJ1BgBitUamzB2lwRIgARIgARIgARIgARIgARIgARIgARIgARIoPkJUKw2/xywByRAAiRAAiRAAiRAAiRAAiRAAiRAAiRAAiRAAjVGoAyx+q7874R35EHZRH4+Zj8Zum145GueeUFOnPOVSM+d5K/H7FhZLGvekEsmrRbpv4dcefBWla27qmoD4/eli4dvbDdffUhueqOnnPeD3tlGs3iqXDN1sXQYMFbG9uuQ7d4qLL167kSZ+LTIwLFj5eCaGc5imXrNVJHhF8nwHjmotTmOKlwQ7BIJkAAJkAAJkAAJkAAJkAAJkAAJkAAJVJBABcSqyIFFgvNjmT5poVy3RhpBrObqfmvAQfIf364gCRF57ZF/yh+3K1/WVqoekdLE6qpZf5C/yFHyk0HbZwC0Wp6ZOFFmr8YtPWT4RcMl7/US6oAInC2dmlleGvm4aqBcNExt5DMyceIKGZh6HBlQNWpRR6yurtQ4qmOeGhUdKycBEiABEiABEiABEiABEiABEiABEiCBJiRQtliVnu3kwVVt5E9jdpMgaNVElH4hXXqukwel0hGrH8uaNVvJtk6EbBMya8KmShGrq+SpP/xF5MifyKEdM3TVCLwF0nt4b1kwdbZ0sCImM9RSPUVXr5bVHTpIzQSqBuRcsVqr46iepcCekAAJkAAJkAAJkAAJkAAJkAAJkAAJkEBjEChfrA7bSWRaeLu6SQPwwQ5yo7wj59ti9V8L5PvT1oXHsW2HQMqG7luUK2ZHwyISNFSfEbgfyyHerfJ5Kdm/jVw3R9tsJzde0Ft6oeK8/P3xMJHzp62T44cdJANeL0SsxvfFisjNj8btp0a+5qJXO0iXOavlwXxZtKXRtkHKBItK4fkSxOrKp+QPj4kc9ZNDJVO8KiI+X+stY8ceLKunXSNTZbgT/TlbTDCrueyIVjcS0o58FekxfLjIVI1ozZfNy9tcfW5dU2WxvUI6DDR9giBdjH69bj25e6GPdsRqUTmRUHoDLTtcpgb1Rac/CI+naPz59AmFXqUfj7nHuT/HK5cKoPdCZ7zOODDO2dsPl96vTc1FGudZmfkznDpYaRCseRJIdHs+7XIJ422MdyHWSQIkQAIkQAIkQAIkQAIkQAIkQAIkQAI1SKACYjUsJEUKW/UhKgMR6s2Lms/Tms/DqpIxEIv5e7rkRWR2sfqOPBiI27wMlbzIzdf9rJUD1t7CH9cXM65FrqRdLXY/bbF6/qJCHtpcvRLkpV2z5mPZdlsrT6wKXyOASxCrrz4kf1g9oKQ0AAt65XOrGtkHt4d0ALkIytVB3tW8eNtepWZYrOakZkEu5v6v4i5X12JXlq7Ky1NPlGlOHo4VSNBwvtRwv1SWjt1+dnFe1by87JGPws3lLF0t+n8x0bpRUbqrZfXqDtLBCn0NJO4hq819YuWkNeNNMR6TwzbfbtH9r4t026ODLF3o5Id1xhFmWxDP4XF2sOYRgnugrJg4VRa7UvppLRczXk2zUINvdOwyCZAACZAACZAACZAACZAACZAACZAACVSaQEXE6n/IAvn+0/l0AJYYFDvCNCK61JalRjou3MpKK5BS2UjDAAAgAElEQVQTr1KGWNV7AS5Uv6c/RWI1oi8hYWxmJJz31a4nnQzWg8B0elXEZherC/58kyza7Tw5bs8MSyUkUnGfvR09J1ID6VpUrUesFkW7LpDeJgdrxMFM+UhZdZcqPoOmdh8uRpg65VS6QlKGxKpTLjye/GFQoTLF/SoeZu5gr+CCHEZwKdIn2PllwXJ2pyDKFuV94zG5YDX9Qig/ba4vX0KsrsxFEBecbrifRqxarE079rhC+Vl1nnJi1T4cK9cPJx+tG4lryfAMK4tFSYAESIAESIAESIAESIAESIAESIAESKBuCVRGrH67IAAPWpRLA/DXY3Y0h0G5EavP+lDaEas1KVbDg0ovVlWoutGvmt4gq1hdIA/dtEh6nnec9M6wZH1b583tRVGNmgwgYot5h3zUpC1WjaS1UwF4TrzPy0DJR5La2/JVHvrEqj3ERhOrKhhdFuizT6xanVKh6htPKrG6sJB8wR6rRqRWTKzalceNNyR5MywwFiUBEiABEiABEiABEiABEiABEiABEiCBOiRQIbEqRqL+cbud5JCF78hbA3I5RIvFalQ+1BzZFhexKp4csaFI2oxi9dWH5KY3esp5P8ikVU2EZCiCEZNhBNtqGXh8b1nwoC+a0U4VoOLUI1ZDUZnxEatFuV01r6o0X8RqURSoRqBGiVUrYjVuPKnEalHEavgdqGJi1YpY7eBGvdrjpVitwx8BHBIJkAAJkAAJkAAJkAAJkAAJkAAJkECpBComViU4mKoQfemLWJX+e8iVB2tO0fBW/1RidVXhsCtTv5W/NAwhnL9Vt+tfF8qxGha9mVIBZMqxWmASyrFqxOpqKTDRQ7FKSwWwatYf5C9yVLb8qkVpAJRiPofp/n1Fnp8nHfL5SfFsLhLTzd2Jrf6a57OQYzVXVnOFphCrVn7W4GAnTQUQ1GPMbyj3a+YcqylTAYT7j8HnD34KUgFE51jNHSJlHWblRoN6cqxqlGt0jlUV2sUSO0sqgKgcq0as2pzt8VKslvo+y/tIgARIgARIgARIgARIgARIgARIgATqkEDlxKo5aOkdedA5DCpIBQB4gXwtkAwOqkoRsRrI0TW5+48ftpPItPely5j9ZOi27uzkpW3PdvLgonX5J6O23OeeTitW/+PbKkALbR5oCePiVADt5PhF6+TBfHF7zGEmEKq7ifx5oVy3Bn1tL09PiBqfO95V8tQf/iJy5E/k0I5pV6p7EFX4Pj2I6fheC+TBp+1t6dGpAETCp8p32L2HyOurU+ZYdU6kx/b7PRaY3KbYTj9w1cT8aff5frrb81cNFESC+lIb2Nvxi6NQ43OshuqzhOpqq38FcpZIdViY1ArWeMwBVk4u0w4Dhkvv16bKioEXSe+FELP2nNh1lypWx8rBkpfDQdX2fBYOwTJPu+PlAVZpX1wsRwIkQAIkQAIkQAIkQAIkQAIkQAIkUOcEyhCr1U4mHA3bXL0tOryquTrSXO36DkZqrr6wXRIgARIgARIgARIgARIgARIgARIgARIgARKoEAGK1QqBjKqmxYlVJ7WARr2GT7dvZOisngRIgARIgARIgARIgARIgARIgARIgARIgAQamQDFaiMDbnFiVQ+cCrawh7evNzJuVk8CJEACJEACJEACJEACJEACJEACJEACJEACTUKgjsVqk/BjIy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AMVqC5x0DpkESIAESIAESIAESIAESIAESIAESIAESIAESKA8AhSr5fHj3SRAAiRAAiRAAiRAAiRAAiRAAiRAAiRAAiRAAi2QQNlitaGhoQVi45BJwE+gVatWREMCJEACJEACJEACJEACJEACJEACJEACJNACCJQkVlWmbtiwwSCiXG0BK4VDTCSgUrV169amLCVrIjIWIAESIAESIAESIAESIAESIAESIAESIIGaJVCyWP3mm28E/yBXKVZrdv7Z8QoSgEiFVN1oo43MP4rVCsJlVSRAAiRAAiRAAiRAAiRAAiRAAiRAAiRQZQRKEqsQql9//bV89tlnVTYcdocEmp9A27ZtZeONNzZytamvLzd8Lp81rJEvNnwqDZKLKOdFAiRAAiRAAiRAAiRAAiRAAiRAAiRAAiSQI9BKWkub1ltI21bbyqatNy8LS2axiuhURKl++eWXsn79eul5zbCyOsCbSaCeCCy6aJpsttlmsummm5ro1aaMWoVU/fCbt+XRl16SK/8ySdat5wcf9bS2OBYSIAESIAESIAESIAESIAESIAESIIHyCWy9eTu5+MifyNH77CPbbLRzWXK1JLGKiFWI1S+++IJitfz5ZA11RABitU2bNkasNmU6AHzgsXbDu/LQC3PlF1N+V0dEORQSIAESIAESIAESIAESIAESIAESIAESqDyBq0acI8ft10/at96x5MA4itXKzwtrbMEEmkusIop81TdvyMFXnsdI1Ra8/jh0EiABEiABEiABEiABEiABEiABEiCBdAQQufr3X94g22+0m9l1XMpFsVoKNd5DAhEEmkusIop81YZ/SZ9xZ3BuSIAESIAESIAESIAESIAESIAESIAESIAEUhCYP/422b71t0s+J4diNQVkFiGBtAQoVtOSYjkSIAESIAESIAESIAESIAESIAESIAESaF4CFKvNy5+tk0CIAMUqFwQJkAAJkAAJkAAJkAAJkAAJkAAJkAAJ1AYBitXamCf2soUQoFhtIRPNYZIACZAACZAACZAACZAACZAACZAACdQ8AYrVmp9CDqCeCFCs1tNsciwkQAIkQAIkQAIkQAIkQAIkQAIkQAL1TIBitZ5nl2OrOQIUqzU3ZewwCZAACZAACZAACZAACZAACZAACZBACyVAsdpCJ57Drk4CFKvVOS/sFQmQAAmQAAmQAAmQAAmQAAmQAAmQAAm4BChWuSZIoIoIUKxW0WSwKyRAAiRAAiRAAiRAAiRAAiRAAiRAAiQQQ4BilcuDBKqIAMVqFU0Gu0ICJEACJEACJEACJEACJEACJEACJEACFKtcAyRQGwRqXqweNlFWjTxI2ru4Vzwkm/zqVykn4Tfyyv8eJzJ3L9nrzpS3lFrM9LeXvPhAPzn8b6VWUvn7bvvNK3JqJ3+9r5fN5RR54voL5LvyT7nwZ2Pl+lK7f8o0+aqfyOT/GCZnlFpH6vvyfW77ifxfxrn62c/nyrU7v1beWFP3M7lgVH/M4z23lPLn1+qDmaNdRDK9/pLHEF0iN0/7vj1Btr+u8OKt2Niq9PVaDjHeSwIkQAIkQAIkQAIkQAIkUNsEGLFa2/PH3tcZgZoWq3mpKovCUkWiHo+cO4pVI1a3KhaflRBUpo6t/5pBdEdMVFOKVUvYr3XXV8J7QE2IVTO+7WVqhSV1QdD/u0kFeEisVnJsFKt19hOPwyEBEiABEiABEiABEiCB2idAsVr7c8gR1BGB2hervuhPfxRb9LQ1oVit0rUTJVZVUq8oI2r1Z4edItf/rQKhwE0oVg0PeUgmy3Fe4Vyl05i+W4edIj/7252lRw/7WlIJOfc12bffQVLOmkk/EM9rvTHGlr5DLEkCJEACJEACJEACJEACJEACjUqghsVqTr7sLv6toRrZ1ShbILNG4Gm0VZNtx2zUNSPZIxAbuT91VH3ti9WUAseTMqCwBbpYrBZtjf/Miub01GVHNRZvq7ei94oi4PR9pbCoiupSwadb9e2+4Dbdfm2ty+KxPSTS7zjZ3b03f08WsRrHRqM1J7/dS04Ntpl7xHXsfKBTDhf0+6Xt5VorFUDwnhuMu1JRklZ/BVvbtw+nA0joe3HEangsaxc9JC/ufJx0fimXeiIkcSPmOHZNuazAw3rvL+pPqtdCfr3k2aaJ2i2087QMReqHj8PpOIrny/lZmvC6QlfcOl6fO0GW72OlAkiYm2LW+T7smE9hIM4aCr1ei1+r7s/7+Hmqox8cHAoJkAAJkAAJkAAJkAAJkECzEagDsSpS/Eem5uML/0FbGcq5uvWP8DR1Fv64y5YfEPcN/8jZVp2mwUqWKdrGmX38lexOvddV02I1JFpi1rrng4mcoJG8MAuLv9zrxxYseaECWfX0jianayj9QL5+ROg9s4t7b16c6TZ7n6ixPwDJS1IVo/paLojS/HuNSivPVuXc2Fblt2KrDIqXjmlTAcSy+dWvAvEVfo90xGrK+djd5hIIs9w4Fobmz9jlyuRxDUS15nJ1eOclZic7PYCZs4J8DYtMa+3kc/666RWS5rhY1Np9ktwHfqEP0XJtah9D96dlbwtGa31H5yB2Ikd9TILXW+5d1bdOQ3mOU9Sh7Mx6mz+g6LUZfp3nX4udrJ/hoZyw/y5eQ8Hr66/SeWQGzmaE7tqp958mHB8JkAAJkAAJkAAJkAAJkEBTEKh5sSor/i27b7UqfDBJXgauWLGL7C5ZDs1Jg/wU+dlhd8r1qQ+6UYmRizgKCYA0zVVdmazjr7oBVHWHal2sFuBaH26I8+GHTwx5BKdKHZ9k1Ei3nFh10w8UxKERq857QLHY0vt9KQg8ktfJfRr0JepwLs/Ykt4H0h5eFcsmEKsqdXV2fGLVYRgzH1qLLXWNWHUOiKpUblOXb6IANLL1+7I8f8iVT6yGD0Yrf44LbbwrY4oOXgtLzuj1lyebuF5SpMqIiMT2yl2d0MTUDuF2vfNri+K8WA2lIHD6Vbx+E9pwxGp4HpNTjlRqTVb1DxF2jgRIgARIgARIgARIgARIoEkJ1L5YnQthWfgjGvT0cBaTj8+WKp4tumJtxQ3dl98C6tsGHJxu7olOK5o964/VYvkQlk+41z4ROhyxGi77ujPuXNncltbvts31oiiqLv947lkrYq6Ii7tVOn+oSpn8mnRl12hj9SNW7QkIR+xpKon2RXOkUa6+iFXPhAYRq768rrnypUjPROnmiFpfG9HbrFNIMe235/Aql0KkgM1HTPpFUmXEqi04G02sRkp4O+WEvSVc11DhA6BksRqOwvfNZ/Fjxe/duZ8lPrEanrVSxGrcmvS91UUK9/yaEo8I975lxqS1iFtbRuDmxWr069z3+ixHrPpGEDVPYyubz7ZGf96w2yRAAiRAAiRAAiRAAiRAAuUTqAOxmtvuW9gyX/gjORSt5tlyGeQNtCVEkIdQglyiGnFT9Md1CrEauichWicciZX7o1PH5W75zf2/sN3a/X8uz6Nuhy2OMlWJ7NtKHfqjXFMBPLBKhrtbrjWXYEp+5S/X+q+hlsVqXDSYb/tz9GE6yRGEwUpIeA02tVgtCNWoPK6NIFZjBGxjitXce0xui35mseoIO/sDJftVXiyorWe9OatVpBXeGysrVvPb0/EhlTdvajWIVU/u0QBbjsv0PsURxqF312B+7JQeKSJW89vt9327IFbjDs0qfn1WSqz60wExYrX+f4ZyhCRAAiRAAiRAAiRAAiTQ1ATqQqzuhQNN9smnA7Bygkr+JGkTYRohYOw/7Ir/6PIIHjtaLUmsFj0fsyXUM/NFYjWm7VTS140+QoTVX0R+6W6lRjmXpxGrxZGBWfg19eKuxfZarFgNbUNOEqvW68hExTVxKoCYiFVfpGD4vaexxWqa95haiViNzokZfAg1V+RU6wCt3Gs+jkHKdA+Rc5zLoeqmcmjsVACZIladXKiF98FC5Phv5T+KUjcUifIgL7DWkEasWtHpvlQATrqByopVe953SZgnRqzW4s9H9pkESIAESIAESIAESIAEqpFAfYjVOws59UwkztZ/FcjU4mjRg6R4W2Ih8qjSYjUy2irmRHM39UAoYjX0x344j2CsWNUTln0RVj6xaq/UUMQqxWpjv4hrXqw6B+LYouu7gq3SY+V6PfgoWI/+A4lCOVat6OxQNLZMbPrDq5LEqu+gLfGnOYhaT15BG/Hhix25Ho5Uz6dFcXKfaqR+IOvSHqDU1IdXxR3SpM+t/Lfs3nGXUAoVTTWhB5r5Ilbtw6X0fTp0QFmCWA0dTqUfWFmpACp9eFUWsRq3dvS5R9/uJUfHHF4VeRhZ20KKmRw3PXAutzg1NYV9eFX7yNd5+akAojnnxGr0PFGsNvbPMtZPAiRAAiRAAiRAAiRAAi2FQJ2IVd02n8sx2vmlvQSnJcdtw/dNcGXFasRBGoEsmCDL97kg6GuuP8WRepFi1ZdWICKi1bftMxgrI1ar6rVey2LVFitFUO0PE/BkcKp8vqTnFHVbJoVzidrbkz11OYdlFechjdqmX3gN7m4NIDbPsiePa7g9tPWQdLv+AvluW/Q7d5p5WJQVL8G0YrWYeZhNqlQAvvlw8j0HaVOCrv5bJjvRosUfJFmcS3iVuelPwlUUZPyFH31fru25Zfhp7zZ9lWnhrfJrF/1TVvQ8KJiT5Byrzlb7INfvQdLelqt2j+L6474WQuyTI2xDA/emvLFKWNGs5udCiJtn7QTP555bOgApaFy5WmC/dlHuZ7BJBXDdnQmv83LEaj85/G+elAee95HgtVw0T5SrJbwseQsJkAAJkAAJkAAJkAAJkIBDoG7E6v9j7/6D7DjLO9E/YwmJGJYo/DCS2NRGIpjYJgFE4lxPQqh4s0s5t3QJmguV9eDkEuPwh1NxuOXc7F4peJ1Iu5uNaolT8R9Z47AJyGTDHRGuqkKRCt4ikHGtNxE/gtnFBotbKaQBgyNY7GBjSbe6T/c53eecOT9mzpnT3eczVanEmj5vv+/neY+29qu3n26d1NpfeilTvxOr+SmmlsOwRxsHP5Lc09e0iLtum4A8EPjb+C/P+8H4yW+eTE/Xpj9dJ7QG9VjtPi006MRq6/8DXThZlP9/5NutAH40ii6b6rFaOh032mPPvpUdgboHq2pJoHYCg07G1m4xJkyAAAECBAgQIECAAAECWynQnGC160VKCWJP2DjgDcfJ9cNOrOa9+34yeXFJeqroZMTiP4tzH0hOz5TLNujEWbs/YPZCqGJ7gvVaAXTf+/zaoxG7XxSfzO49rMdq6RRdIVBNH9N89FVZKJ2voftE34vig29/Q/xiH7/Wm7BbJ3+G+23l1q7nvQSr9aybWddHoPvv5sEnY+uzLjMlQIAAAQIECBAgQIAAga0XqHGwuvVYlbpj4SVdv1ipiZnMZgQEq5vR81kCowgU3hifXr65lgWj3NE1BAgQIECAAAECBAgQINBMAcFqXera723Kz+ucFq3LMsxzsIBg1Q4hQIAAAQIECBAgQIAAAQIECNRDQLBajzqls+x9Kc4bwmnVGhVwhKkKVkdAcgkBAgQIECBAgAABAgQIECBAoAICgtUKFMEUCOQCglV7gQABAgQIECBAgAABAgQIECBQDwHBaj3qZJZzIiBYnZNCWyYBAgQIECBAgAABAgQIECBQewHBau1LaAFNEhCsNqma1kKAAAECBAgQIECAAAECBAg0WUCw2uTqWlvtBASrtSuZCRMgQIAAAQIECBAgQIAAAQJzKiBYndPCW3Y1BQSr1ayLWREgQIAAAQIECBAgQIAAAQIEugUEq/YEgQoJCFYrVAxTIUCAAAECBAgQIECAAAECBAgMEBCs2h4EKiQgWK1QMUyFAAECBAgQIECAAAECBAgQIDAXwepPvTsee9OPxq61k/GsO+6YYtF/Pv78XbfHq//ueLzoP/xhdp87429//1D8wNTvPcVlGboSAoLVSpTBJAgQIECAAAECBAgQIECAAAECQwUac2L1P975t/HW3cl6/2f8lw8sxj//i6Fr3+AFvcFqcu83fqMYtG5s6EmNs7G7+1QVBGYdrFbBwBwIECBAgAABAgQIECBAgAABAnUReNFlL4tt27ZtaLoLjz/++KVxPnnp0qW4cOFCPP300/HUU0/Fy3/rDeN8fJ1rWydGY/VkxOKh2P35zYec60+qO1j9+XjHT/1hvGtqQe4EeAxRG4FZB6tXXXFdbaxMlAABAgQIECBAgAABAgQIECAwS4H//tUHov7B6s9/KL6zGPGet78h/vv/uRr//ns/F//XO94W70plW0HoT17eYT5fCF7fkVz/8n9UqsH/WP3B+MH8Kf+8xUB2xfnPn4xPfu+hViuAz7y21X6g9OlH03n8YvJn6WdfFB9cjXjr4v70qnTsL2dtC5I/KLQPKJ5Y7ZzAzQYvthlI19saL/8prmmWG8q9NycgWN2cn08TIECAAAECBAgQIECAAAECBLZKoBHBahpCRtZbNQ0zr45PZu0AWgFld9j5o7GWhafv+Kmfj3f9RZ6iFsLQNBzt7Z2aB7HnP/+3sfbyH+zqq5qFuPFfW8Fud9/X/L+fzH6fjZ+fsM2D1X8Tb49///IotDRozSO/rmfO6Tj/LM5NtQXCVm3J+b6PYHW+62/1BAgQIECAAAECBAgQIECAQH0E6h+sdgWp+QnV/OVSpdA1rUsr/NzzqcKp1DxAbdct79OatxgoXpu3AmgFq1E83RoRafCan5jtmVvveN2nVJNerWmwWjp1G9Hbf7X3JG7ppG199qCZFgQEq7YDAQIECBAgQIAAAQIECBAgQKAeArUPVvs9yp/SZ6dCryqeZu2pSXYiNbpPtOYnXocHqz/Qr875idQJBqud2+SBavElXf3mWY8NaJZlAcGqHUGAAAECBAgQIECAAAECBAgQqIdAzYPV7hdJZejZI/fJ4/4P7C+0CUh/XTixmvY67bQNSH9dCkOHB6vdJ1ZLZZ9gsNo5sbo/e1FX74nbgXOpx36c+1kKVud+CwAgQIAAAQIECBAgQIAAAQIEaiJQ72C1J7jM1bNTnd88Ge+JQ+v3WM1eIhXtl1l1nwbt7bEa2YujBvVYzdsQlEPaZG5jtAJYt8dqK1j9ga6XXr11d/ZirEK72JrsQdMsCAhWbQcCBAgQIECAAAECBAgQIECAQD0Eah2spv1Tn5e/CKoM3moR8Fi85+0n4/vedXv85OWd359vB6nJAdYPxXcW92e/TB6v//2I/zW5PmsPkL9wKv/4WiusTXqhvugzr43H3vSjsatw69LYGzyx+qL/8IdpT9UkLG3/FILUVmDbuW/SWzU9mbu72B6gHhvQLMsCglU7ggABAgQIECBAgAABAgQIECBQD4FaB6v1IDZLAqMLCFZHt3IlAQIECBAgQIAAAQIECBAgQGCWAoLVWeq7N4EuAcGqLUGAAAECBAgQIECAAAECBAgQqIeAYLUedTLLOREQrM5JoS2TAAECBAgQIECAAAECBAgQqL2AYLX2JbSAJgkIVptUTWshQIAAAQIECBAgQIAAAQIEmiwgWG1yda2tdgKC1dqVzIQJECBAgAABAgQIECBAgACBORUQrM5p4S27mgKC1WrWxawIECBAgAABAgQIECBAgAABAt0CglV7gkCFBASrFSqGqRAgQIAAAQIECBAgQIAAAQIEBggIVm0PAhUSEKxOrxhPPvlknDt3Lr75zW/GxYsXp3ejBox82WWXxfOe97zYs2dPXH755Q1YkSVMSmCevkfz9j34wvkvxHs++5743Nc/F89cfGZSW8Y4Iwhsv2x7XP2Cq+Otr3hrfP+u7x/hEy4hQIAAAQIECBCoioBgtSqVMA8CESFYnc42SMKgz3/+83HFFVfEc57znEgCEz/rCyTB8xNPPBFf/epX4+Uvf7lw1WZJBfLv0Ytf/OJ0TywsLDRa5tKlS+mav/KVrzT+e5CEqr/6sV+NZ21/VuzYviMWotm1rdrGvRSX4ulnno7vPPOd+O3X/bZwtWoFMh8CBAgQIECAwAABwartQaBCAoLV6RTji1/8Yjz72c+O7/7u747t27fHtm3bpnOjhox64cKFeOaZZ+Ib3/hGfPvb346XvvSlDVmZZWxGIPkefdd3fVd8z/d8T/odavo/UCT/wJB8F/7+7/8+/uEf/qHR34PDnzgcj3zjkdi5fedmtojPblLgqWeeipd998vi2I8f2+RIPk6AAAECBAgQILBVAoLVrZJ2HwIjCAhWR0DawCWf/OQn01AkCVeTYDU5adf003YbYEo/kpzSS/4nCVaTUDUJ01796ldvdDifa5BA8j1KTjDv3Lmz8aFqXrYkXH3qqafSE+9N/h688UNvjOc8+zlOqs74+5qcXH3i20/EB9/wwRnPxO0JECBAgAABAgRGFRCsjirlOgJbICBYnQ7y3/zN38Q111wTO3bsmJtAaLOSSaD09NNPx0MPPRSvec1rNjuczzdAIPke/dAP/VD7HycasKShS8j/keEzn/lMo78HBz94MHZdvmuohwumL3D+yfNx6o2npn8jdyBAgAABAgQIEJiIgGB1IowGITAZAcHqZBy7R5nHQGizkvMSKG3WaZ4+n3yPXvnKV6ZtAOblxHfyPUjaAXz6058WrM7TZp/hWgWrM8R3awIECBAgQIDABgQEqxtA8xEC0xIQrE5HNg+EkjYAfkYXSNoBND1QGl3Dlcn36FWvelV66nuegtXk9PanPvUpwaqvwJYICFa3hNlNCBAgQIAAAQITExCsTozSQAQ2LyBY3bxhvxEEqxtzFaxuzK2pnxKsNrclhlYA1fnWClarUwszIUCAAAECBAiMIjDzYHWUSbqGwDwJJC+GSXqBbuXjtsmjro9dfCSuuuK6RlILVjdWVsHqxtya+inBqmC1qXu7SusSrFapGuZCgAABAgQIEBguMPNgdf/+/cNn6QoCcyLw6KOPpm/cFqxOtuCC1Y15ClY35tbUTwlWBatN3dtVWpdgtUrVMOIE8xMAACAASURBVBcCBAgQIECAwHABwepwI1cQ2DIBwep0qAWrG3MVrG7MramfEqwKVpu6t6u0LsFqlaphLgQIECBAgACB4QKC1eFGriCwZQKNCVY/9Tvxw297X+r2Y+/8SNz1v72gZPiZ3/3h+IU/Sn8bv/7u6+P+t/1mRJ/rRob/8h9HvPRPI774xxEv6f2UYHVkydKFgtWc4zPxOz/8C9Ha0f1/+u3zcdQ734m3xB/89a/ED43z4fTar8eHfvn18Zur/b9zIw334L+L+ImI+Pa/7Hu5YFWwOtI+ctGmBASrm+LzYQIECBAgQIDAlgsIVrec3A0JrC/QjGC1E/C0VtodFLVCqjPv/IO4/i9+IQ2C0oD1z+6KN1wx7u74SsTyP4lY6frcX3474trOn00uWP1qfOTwL8W9j+RjXxk33300Xv+i1n9/9t1vjt/48/JcXn/kT+Lm7pTsM/fGm//zP47fO/b66Cz5s3Hvm38jPtL+eHnscWUmcb1gNVfsBKtvefdfx6+8qqBb+EeEnt+NWoR8jMVfj4/87hui/M8Qow6ymWD1v0Y8+3VdN/qZnn+omHiw2vd7MOp6t+a6S5cuxcWLF+NTn/pUvOY1gtVu9bf9+Hvjdc/pU4tnPhfv/+i/jT8boUw//SO/H/9i53+Lmz7x7hGubv4lgtXm19gKCRAgQIAAgWYJCFabVU+rqblAI4LVr34obvvp34y/KtRiw4HTqPX8zz8b8fN/GhH/uu9pu0kFq2lwGu+MP3nbK9KZffXDR+KX3hNpuPrqv+7833nQGklwdPQjUQ5XswD1ZTcXgtUssN3XGbv12TOl4HZUjkldJ1gdIViNAaHriIX4+v97W7z+SzfHX//y+OdUO7fYTLCajfJvnh3xGxGx9J8iTvxsz+wnG6z2+x6MCLaFlwlW18dOA9HnR3zuf7w9/u3/V7zubfFbr39d7H3iYyOFpVsRrG7FPSa1LQWrk5I0DgECBAgQIEBgawQEq1vj7C4ERhJoQrCahkS/8VdpC4Cbv/T61iP/P/cH7dAofeT5C2+Jt8T74n3padXWTyt87T7t2v37iOg+Ifh08vjypyL+8mcifuL/6BsKTSZYTYKgP45/XDihGtEKRD/+478Xvxy/G7/0idf2PYUa2anV0onWPsFqMs7RGwpnWN/95vjjl5T/bKSNNOCiY8eOxac//enSFa985Svj8OHDPZ8SrOYkg8LTrt9Fpw1GCTQ/jZr9w8O+n3tLvO+PWs0F3vLuj8S+P2g9xp9+D4aNkXyo+x8wFjvfqR/7lXdE/M67Sv+4kX3LsjYDhe9ZPq/0HydeFfGXEfET/zrinR+L+L9/tLSESQWr638PNru7R//8qN8Dwer6pmlY+bwv9T2Zmp5kjeoEq6PvjNlfKVidfQ3MgAABAgQIECAwjoBgdRwt1xKYskD9g9U8sMke7T+bh0yddgCl/qrJ4//ta34s3vq//1W85/9Jo6Z2n8k8qN14u4CIyQSr/YrfOnV35q2jBav5COlJ11II2wlou4PV4gnZSWy/JFRNQqXiTxKqJuFq949gNRcZsRXAb/96nPnV1mntTs/VQn/W5B8YfvZM50R3+x8cOkHnW0YZ45ej0/M1G6PzPWm1Gf5yMvU+48cm2g1MKlhd/3swiR0+2hijfg8EqwM8X/Fb8d6X7OpzYrXrM+l1e8t/WGgVUDpNOuTantYDhVOxg35XvEe/9gVPPv7+ePt/azUuSH7/I099LL70vNfF1dtb0z775Zvi1z6b/F8/Hf/qn/6L9p9nv42PfeTXotXIIDmt+yNx/stfiu97ydURhXFH25kRgtVRpVxHgAABAgQIEKiGgGC1GnUwCwKpQO2D1fw0aTvQ6Q2k2sFqfk375F0hWC2ccO2czNtoH9bpBas9rQCGnFhdP1BarxXARyL+eaE9wIS+J8XTeuudVk1uJVjNwUd8edX/8oksNC3v1dKebwerxWv6BasDxigEq502G50x8mC12IKjHbwKVtvfolG+B4LVYX/pdAWN3b1V/8m/it//ge6AsdwqoB16/t2LBl77/qd+pKv1QGucXY+/Pz4Ub1j3d0lgmt+jd4yIyMLcPDxtBa9PdgLjUoD80/HT/+TP4s8KrQ/KbQaytY3RY7ZbWLA6bM/5PQECBAgQIECgWgKC1WrVw2zmXKDuwWrnNGqfQmZhaSOC1cc+EkduvTcejmj3T+09hZoYtE605q0A1g9WO9e2X171spvj5n33xr2Fnq6T+noUT+utd1pVsFrUHrGPap/+wqWalU6sClb7f2cmtcuHjzPK90CwOtyxdEUWpF6en/L8n0mw+n3xpa4+rMVWAeVgdf1r01C0q/VA63RpFqyu87ueYLWnfUErDI3sVGpPG4N0TV3z6j5Z2w5Sy2ONqZdeLljdiJrPECBAgAABAgRmJyBYnZ29OxPoEah3sLpO+NTuidoKkvb98Q+X+67W7MRquz9kqUdq9iKrDZ9Y7fdl6N8eYFJfm7wdQL/eqvk9nFjNJcYNVgecri7s9+T78Ia0pa4Tq53OwpPa4aONM+x7IFgdzbH7qnb/1S9EvOEHro4kaO35yR7j7z6xut61/YLVfMxB/V6Ta0onVjcTrP6jrK1BoQVB+d6C1Y3tGJ8iQIAAAQIECNRXQLBa39qZeQMFah2stgPUTn/UVok6oVTfF1r1C1Yr2mM1D1Vfn72MqrgFN3tiNRm7/KKq/qddJ7Xt8xdY9eutKljtVh43WO3fYzV9NH/vh/q0C9h8j9XiS930WB39WzLseyBYXc+y1QJg11fy3qPl68rBau8p1OLVw06sDgpPt/rE6qev6H1hl2B19O+bKwkQIECAAAECTRQQrDaxqtZUW4H6BquFt4wX+6NmlWg//r/46/E73/+b8St/VHixTukE3zsjjrbejt790+4X2Q5wszeov2p4uSfy8qrs8f99fULVZAbFfquvf1G+8HvjzUc/0m4XkM+0bwj7meTaiHf+yc3xiqSJwLvfHL9x5ub4vWOvj1md5nNiNa/YiMFqcnlhfxZ3Znv/DjuxmoSvkb/0rWtvF/uj9rQdeEu85efeF+/7o4gf+5V3RPzOu9KXaJV/8n/0KHxfx+i52qSXVw3/W6N1hWB1Pamst+pTH4ubPtF6bVPxJ32cfufn4v3ZidXyS5zKpzpH6bGaPKb/se/6/a3rsRqFdRVaAaTB6vOj0381b32gFcCoXynXESBAgAABAgQaJyBYbVxJLajOAvUNVqutPpFgNQ0+2x1QSwu+8q2/F0dvuKIVhv552WL00615OJt0bo2IrlYDsxAWrM5Cvbr3FKy+prrF2eTMDn7wYOy6fNeYo2Qvaur7qbPxsY/8WqSRa3c/0rz/6mdbHyy9/GnIta0XSxVuWHgkf9DvivfouS4innz8/ZH0Yk1+hvVYLX0+CVTzdgfpXKLUr3VM0PRyPVY3ouYzBAgQIECAAIHZCQhWZ2fvzgR6BASr09kUEwlWpzO1So8qWK10ebZ8cpMOVrd8ARu4oROrG0DzkU0JCFY3xefDBAgQIECAAIEtFxCsbjm5GxJYX0CwOp3dIVjdmKtgdWNuTf2UYNWJ1abu7SqtS7BapWqYCwECBAgQIEBguECNg9UH4tidi3FknTUeuvZcrNywe7jAOlc88N6FWHz0aKzecTiu28gop4/FwqnY+OeTe569L5buWY6T+1fj0k0bmsWIM1+L++7aEytXFsyye8cmHUecgMsyAcHqdLaCYHVjroLVjbk19VOCVcFqU/d2ldYlWK1SNcyFAAECBAgQIDBcoPbBahy8FIcPdC00DTWPxNF+vxtuEpF8/uP74txtN8aGo9kJBKutcDeZ8KE4cctK3Lh3lMlv5JruYLX132de28d2zOGTNRx/4eZC7jFvWevLBavTKZ9gdWOugtWNuTX1U4JVwWpT93aV1iVYrVI1zIUAAQIECBAgMFygmcFqtE6z9g1dh5vE2tm12L13w5Fq6w6bDlbzNaxGnFqM01M9OdobrK6d3R27pxbkjlCEOb1EsDqdwgtWN+YqWN2YW1M/JVgVrDZ1b1dpXYLVKlXDXAgQIECAAAECwwXmIFhthYbL58sYndOsSYB5PPYdXIqVU8vRevQ9yic2sxOwpRF2nSidaO2cLk2uOhqrByMW01YAN8eZgfdfp0iFYHbfh5diz8NLhfv1rqnY+mAtuf7Bk6WBS6d38xYD2RWHrl2NpYcXW60AXnxvetp3vbWmY3/t9liNxew0batdQjrH7J7FexVPrJaNIqLQ4qDnd8k53amGycO/HLO4QrA6HXXB6sZcBasbc2vqpwSrgtWm7u0qrUuwWqVqmAsBAgQIECBAYLhAM4PVQiuA6x/q7ZXaCh4je7w+69VaCkoLj8LvbvU5LfcazT6TBYPl8RL0vP/r0fiP+4/EL3b1au29vrdQadAYWW/VNAhdiaWsHUBP/9csKD2QtT7oOXGb/v5M3J72iy3PPblzHsQeuubuiIduHWGtJ9ttFtqfzUPQ1P50u3VBHqzeHbcWzDtGyUnc3t/lJ3430c5h+N6v5BWC1emURbC6MVfB6sbcmvopwapgtal7u0rrEqxWqRrmQoAAAQIECBAYLlD7YHXYy6tKAWXuUQoq+7UN6A5WO6FmPkRx3DRcLJ0o7bQCSIPVPCDte/8+ReoKUiPKj+r3rqlfT9Tul3vlfVrXX+/KS5Jg9aPtAHektfa0PMhOABdC4KTHahqedhmVQtduv022cxi+9at5hWB1OnURrG7MVbC6MbemfkqwKlht6t6u0roEq1WqhrkQIECAAAECBIYL1D5YHdZHtd8j5i2W4UFj+vKm9MTq1gar/R7lT6ecnao9UzzN2lPjzmnZ5BH965Lfjxgkt4LVW6PcRCC7QfF0bjEE3USwmk+9bzAtWI1t27bFwsLC8G/xBK64cOFCPHbxkbjqinTHNO7nk5/8ZFx99dWxY8eOLTOtO+KlS5fi6aefjs997nPx6le/uu7LMf8JCCTfo1e84hWxffv2ufkeJd+D5B8YPvvZzzb6e/DGD70xnvPs58RCbM3/mzOB7djIIS7FpXji20/EB9/wwUauz6IIECBAgAABAk0UmI9gtfvEaKmSVTux2v0iqWyyhcf90/YGpTUNOWE7VrDae2K1yNUTgm4iWHVitfevFCdWp/PX7Be/+MV4znOeE1dccUVcdtll07lJw0a9ePFifPWrX40nnngiXvrSlzZsdZazEYHke/Tc5z43/R5t1T/6bGSek/xMEqwm34Nvfetbjf4eHP7E4XjkG4/Ezu07J8lnrDEFnnrmqXjZd78sjv34sTE/6XICBAgQIECAAIFZCcxHsNqvx2n71OUoweq4PVbzl0ttoMdqTxuAfGtkYz5/NXtxVOulUZ0TqcuR9ljt6Qmbz6V8QvdI4cVRkfWkHdRjNT8ZvKlgtd3XNllTy12P1fJXX7A6nb8Kn3zyyfj85z8fe/fujRe84AVbehp4Oiua3qhJkJScYP76178eZ8+ejZe//OVx+eWXT++GRq6NQP49eslLXpJ+j5r+jxTJPy4k34Mvf/nLjf8efOH8F+JXP/ar8aztz4od23c4ubrF38rkpOrTzzwd33nmO/Hbr/vt+P5d37/FM3A7AgQIECBAgACBjQo0PljN+5Muny8QlV5UNSRYPdB5kVIJuTRGRLnlwKE4cXApVk4lL4y6Oc7ctSdK949ov/ypu3DpOI+fiHO33Ri7u37ZahFwIFb7jHkof3lU8pksKG19PAlU7474QDKHLIzNTr+2H/nf3wprk16oKy++NxZOlTvXHs1eipWMttFgdeWG3V1GEVEId/u1bCitaaM7vGafE6xOr2BJKHTu3Ln45je/GUlg4md9gSQwe97znhd79uwRqtooJYF5+h7N2/cgCVff89n3xOe+/rl45uIzdv4WCmy/bHtc/YKr462veKtQdQvd3YoAAQIECBAgMAmBGgerk1i+MQhUS0CwWq16mA0BAgQIECBAgAABAgQIECBAYD0Bwaq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ECwansQqJCAYLVCxTAVAgQIECBAgAABAgQIECBAgECVg1XVIUCgLLBz587YsWNHbNu2LRYWFraE58KFC/HYxUfiqiuu25L7uQkBAgQIECBAgAABAgQIECBAoO4CTqzWvYLm3ygBJ1YbVU6LIUCAAAECBAgQIECAAAECBBosIFhtcHEtrX4CgtX61cyMCRAgQIAAAQIECBAgQIAAgfkUEKzOZ92tuqICgtWKFsa0CBAgQIAAAQIECBAgQIAAAQJdAoJVW4JAhQQEqxUqhqkQIECAAAECBAgQIECAAAECBAYICFZtDwIVEhCsVqgYpkKAAAECBAgQIECAAAECBAgQEKzaAwTqISBYrUedzJIAAQIECBAgQIAAAQIECBAg4MSqPUCgQgKC1QoVw1QIECBAgAABAgQIECBAgAABAgMEBKu2B4EKCQhWK1QMUyFAgAABAgQIECBAgAABAgQICFbtAQL1EBCs1qNOZkmAAAECBAgQIECAAAECBAgQcGLVHiBQIQHBaoWKYSoECBAgQIAAAQIECBAgQIAAgQECglXbg0CFBASrFSqGqRAgQIAAAQIECBAgQIAAAQIEBKv2AIF6CAhW61EnsyRAgAABAgQIECBAgAABAgQIOLFqDxCokIBgtULFMBUCBAgQIECAAAECBAgQIECAwAABwartQaBCAoLVChXDVAgQIECAAAECBAgQIECAAAECglV7gEA9BASr9aiTWRIgQIAAAQIECBAgQIAAAQIEmnNi9ex9sXTPcpzcvxqXbrpOZYcJ5F491x2N1TsORyMFTx+LhVNR6fUJVodtXL8nQIAAAQIECBAgQIAAAQIECFRDoDHB6gPvXYjFRxPUQ3HilpW4ce9owMnnjr/wXKzcsHu0D2z4qgfi2J2LEQcvxeEDGx5kMh9MA8Yjceja3nW3HGsSrnYFpWsfXoo9X7t9/WBdsLru/rlw4UI8dvGRuOqKRkbqk/neGIUAAQIECBAgQIAAAQIECBAgUBBoSLCah5arEacW43SfwHD2Va9IsJqdVI31jGoQPrZrOe5cx71+BpvGidUZoLslAQIECBAgQIAAAQIECBAgQGADAs0IVguB2b7k1OLDS3HuthujdQZ1Le67a08sn+/oHC2cGu0+sdo5+Rpx6NrVWHp4Mc68tnXKtHVt68/y8Tpj9d4nIj/52QpVj2RTSE+KvvL+WLpnJZYKp2vTe0erlUF++nI1FtsnSNO1PXiyVOb2/Xse7V/n1Gl23YFRTs72bRdQGDf9/Zm4/WDE4qnW6tL57M7aMiR/UGjN0FrTUpx4fLntVzw1m/5+vfVFYng89h1cipVTyxH7/mWcPPPvctH0lPL1ny6fWC3WMq1FOs+sFUB2areI2ZnL4D2zge/ZyB8RrI5M5UICBAgQIECAAAECBAgQIECAwEwFGhGsFgPJSMO+TmCZ/u7xE+2gtRXeHWj32SwGq63fRbuVQB705eFlK6grtBpIw7nT2fVrsXZ2d+wutCAoP5redWK1a57JLugJVh882Qoqs9YBa2fXYvfeQsuCPNi84/q4/87iSd0sGHx+n36zIwerWRhc6lmbjRuZZ3df2/y/d+XerTHyE8TdnpGFm/ka119f0vM1m0977IjW5zs9U4ve3bWM/PNZ2L2v2zIPbm9ZiX0fHbxnpvmNFaxOU9fYBAgQIECAAAECBAgQIECAAIHJCdQ/WO0JKFvh38qVrf6hacBWOsFaxusJVkvXlsPQUoCbDNMnHM3DwvZdukLGdo/VUYLVvvMun35t9ZS9O+IDnTUP3B5jBqvdPWFLnj1r6G13MI5va9791pf0zO3TSmFYsNrt19MKoP/J1Ju/MnjPTO7r1zuSYHWausYmQIAAAQIECBAgQIAAAQIECExOoPbBar/Hx1Oe4snGrkfai4+fDw7+WsFbsRVA/qh+eo9isLjWeiFUz6Pv7XBvAydW+4S8R9rtBXqD3bLFOi/xGhasttd0e5y5p/dlW9MLVvNAtbvVQH76eJLB6s1xJm0PUTTqV5/lyBsv9HvR1+S+hp2RBKvTUDUmAQIECBAgQIAAAQIECBAgQGDyAjUPVsunU9s87fDwXOz7eCcYbf2+9xTq8Reud7p19BOraX/PrhOS5dOymwxW+52Ozf/sZ5Zi5U/PxO13JI/MZz/rvahp2MurZhWspn1Zyz1nyyeCJxmstlonlE/j5uMP3zOT/xoKVqdpamwCBAgQIECAAAECBAgQIECAwDQE6h2s9gsbU6W8x+ipOPH4wVgu9hrtOrE5qMdqdw/QQa0A0mC10J+1FQoux8mBrQCWo/0Sqa5+pT0tDHoC0fwx9kNxIg1WC2MlAl29ZEubJ+tt2u8UZqc3aevE6pGhPVaLYegIrQCKRsUeq9kLryJ5sdcNSR/ZwvrSF3xtIFgt3qs9XnIithWsFteWv+jq6MFWsDpoz0zji5iP6cTqNHWNTYAAAQIECBAgQIAAAQIECBCYnECtg9XuF1MVWdrB4i374ngScBZ+uV4rgOSS0pvk9x+No48eaZ9sHNZjtfTZJFB9U8Styb3TcHJf2lZg+XxE+/7FN9PvOhGrV67E4tduj0s3Xde/N2zpTfad3qrL54/GqWtPx8EHS6tsv4Sr73bpao/QuabweHzfa9Z7VD/VS19WVTwJ2ttq4UAcjSNx5HzrjqVwd8D68jC0dMq0Pb/WnNNwO/PrqWXSi/bgUqycyk72dq0teYHW9Q9lLyfLgur19szkvn69IwlWp6lrbAIECBAgQIAAAQIECBAgQIDA5ARqHaxOjmG9kZKg8HjsS09MTv9uTb/DsBeJNX39o6xPsDqKkmsIECBAgAABAgQIECBAgAABArMXEKwWa9DVWmDg4/Szr13tZiBYHV4ywepwI1cQIECAAAECBAgQIECAAAECBKogIFjtqkIrTG2/C37w4/RVqGCN5iBYHV4swepwI1cQIECAAAECBAgQIECAAAECBKogIFitQhXMgUAmIFi1FQgQIECAAAECBAgQIECAAAEC9RAQrNajTmY5JwKC1TkptGUSIECAAAECBAgQIECAAAECtRcQrNa+hBbQJAHBapOqaS0ECBAgQIAAAQIECBAgQIBAkwUEq02urrXVTkCwWruSmTABAgQIECBAgAABAgQIECAwpwKC1TktvGVXU0CwWs26mBUBAgQIECBAgAABAgQIECBAoFtAsGpPEKiQgGC1QsUwFQIECBAgQIAAAQIECBAgQIDAAAHBqu1BoEICgtUKFcNUCBAgQIAAAQIECBAgQIAAAQKCVXuAQD0EBKv1qJNZEiBAgAABAgQIECBAgAABAgScWLUHCFRIQLBaoWKYCgECBAgQIECAAAECBAgQIEBggIBg1fYgUCEBwWqFimEqBAgQIECAAAECBAgQIECAAAHBqj1AoB4CgtV61MksCRAgQIAAAQIECBAgQIAAAQJOrNoDBCokIFitUDFMhQABAgQIECBAgAABAgQIECAwQGDmwarqECBQFti5c2fs2LEjtm3bFgsLC1vCc+HChXjs4iNx1RXXbcn93IQAAQIECBAgQIAAAQIECBAgUHeBmQer+/fvr7uh+ROYmIATqxOjNBABAgQIECBAgAABAgQIECBAYKoCgtWp8hqcwHgCgtXxvFxNgAABAgQIECBAgAABAgQIEJiVgGB1VvLuS6CPgGDVt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LNDFYfiGN3LsaRvos7Gqt3HI7rqlL6s/fF0j3LEdeei5UbdldlVuZRQQHBagWLYkoECBAgQIAAAQIECBAgQIAAgT4CNT6x2gpW4+ClOHyguLK1uO+uPbF8fpxwtfWZlSs3H3yufXgp9nzt9rh0Ux7rtsY+89ruedqPBHoFBKt2BQECBAgQIECAAAECBAgQIECg5+BJ1QAAIABJREFUHgINDFYj0nDzwQNjnFqdXLDaW/a1WDu7O3bvrceGMMvZCghWZ+vv7gQIECBAgAABAgQIECBAgACBUQWaG6w+vBTnbrsx0gfvs0fxT5ZU8hOt+QnX7Jf7V+PSTdHbZmDXifZ4D7x3IRYfLQyWfqZ1QrV0YvX0sVg41dWsoDBOfu1qLLbHO6RdwKh7t5HXCVYbWVaLIkCAAAECBAgQIECAAAECBBoo0MBgtfv0adaLtRB+RmRhauRhaddnzq7F2t7drVA2+0nC1OMvPBd3x62x58GIE7esxI3pKdTW+KezQLQdrP7TM336qpbn0jpZezKO5u0MsgD4QE97gwbuPEvqKyBYtTEIECBAgAABAgQIECBAgAABAvUQqH2w2vflVaUQtX8v1jTUbJ9q7d8KIA8+26XcvxrnXni88LnWb/LQNXkxVTlYXYmldgDbuXYxWidcy3PohLS9fWPrsZnMcvMCgtXNGxqBAAECBAgQIECAAAECBAgQILAVArUPVtd9edXz88fzxw9W80C1+Fh++vh/9A9Wi4USrG7Ftm3uPQSrza2tlREgQIAAAQIECBAgQIAAAQLNEmhgsJr1OW2fRh0/WM1D1LxvalLyQcGqE6vN+lLMcjWC1VnquzcBAgQIECBAgAABAgQIECBAYHSBuQlWj4zRY7X1cqr85VYRkb+EKm8FMMkeq8WXbGX9WrUCGH0DN+1KwWrTKmo9BAgQIECAAAECBAgQIECAQFMFmhus9nkp1MlSFQvBaX4i9dGISAPYfXHfXXti+Xz2geTPrrk/Fk4diaQ9wO1f2xOLybX5TyG0bbcCuOm6TiBbvO+u/IVZ3Sdrk4v6n65t6uazrl4BwapdQYAAAQIECBAgQIAAAQIECBCoh0CNg9V6AJslgXEEBKvjaLmWAAECBAgQIECAAAECBAgQIDA7AcHq7OzdmUCPgGDVpiBAgAABAgQIECBAgAABAgQI1ENAsFqPOpnlnAgIVuek0JZJgAABAgQIECBAgAABAgQI1F5AsFr7ElpAkwQEq02qprUQIECAAAECBAgQIECAAAECTRYQrDa5utZWOwHBau1KZsIECBAgQIAAAQIECBAgQIDAnAoIVue08JZdTQHBajXrYlYECBAgQIAAAQIECBAgQIAAgW4Bwao9QaBCAoLVChXDVAgQIECAAAECBAgQIECAAAECAwQEq7YHgQoJCFYrVAxTIUCAAAECBAgQIECAAAECBAgIVu0BAvUQEKzWo05mSYAAAQIECBAgQIAAAQIECBBwYtUeIFAhAcFqhYphKgQIECBAgAABAgQIECBAgACBAQKCVduDQIUEBKsVKoapECBAgAABAgQIECBAgAABAgQEq/YAgXoICFbrUSezJECAAAECBAgQIECAAAECBAg4sWoPEKiQgGC1QsUwFQIECBAgQIAAAQIECBAgQIDAAAHBqu1BoEICgtUKFcNUCBAgQIAAAQIECBAgQIAAAQKCVXuAQD0EBKv1qJNZEiBAgAABAgQIECBAgAABAgRmfmJVCQgQKAvs3LkzduzYEdu2bYuFhYUt4blw4UI8dvGRuOqK67bkfm5CgAABAgQIECBAgAABAgQIEKi7wMyD1f3799fd0PwJTEzAidWJURqIAAECBAgQIECAAAECBAgQIDBVAcHqVHkNTmA8AcHqeF6uJkCAAAECBAgQIECAAAECBAjMSkCwOit59yXQR0CwalsQIECAAAECBAgQIECAAAECBOohIFitR53Mck4EBKtzUmjLJECAAAECBAgQIECAAAECBGovIFitfQktoEkCgtUmVdNaCBAgQIAAAQIECBAgQIAAgSYLCFabXF1rq52AYLV2JTNhAgQIECBAgAABAgQIECBAYE4FBKtzWnjLrqaAYLWadTErAgQIECBAgAABAgQIECBAgEC3gGDVniBQIQHBaoWKYSoECBAgQIAAAQIECBAgQIAAgQECglXbg0CFBASrFSqGqRAgQIAAAQIECBAgQIAAAQIEBKv2AIF6CAhW61EnsyRAgAABAgQIECBAgAABAgQIOLFqDxCokIBgtULFMBUCBAgQIECAAAECBAgQIECAwAABwartQaBCAoLVChXDVAgQIECAAAECBAgQIECAAAECglV7gEA9BASr9aiTWRIgQIAAAQIECBAgQIAAAQIEnFi1BwhUSECwWqFimAoBAgQIECBAgAABAgQIECBAYICAYNX2IFAhAcFqhYphKgQIECBAgAABAgQIECBAgACBZgarD8SxOxfjyDqLO3TtuVi5YXdlir/24aXY8/BSnLvtxijPai3uu2tPLD9/NS7ddF1l5msisxEQrM7G3V0JECBAgAABAgQIECBAgAABAuMK1PjEaitYjYOX4vCBcZe9ievP3hdL95yJ2+84HOPEoFULVtP5fO12Ye4mtsI0PipYnYaqMQkQIECAAAECBAgQIECAAAECkxcQrE7etO+IVQtWt2jZbjOmgGB1TDCXEyBAgAABAgQIECBAgAABAgRmJND4YDU/mbkai7H46NFYveNw7EtOaz54skR+tH3yNTkJezz2HVyKlVPL0bqq9bn0hGrpxGr2GP/54lCFawt/PFawevpYLJzqanKw60S7jcBm1xTXnou749bCidU+bRUK95vR3pzL2wpW57LsFk2AAAECBAgQIECAAAECBAjUUKD2wWrfHqvdIeSDJ6MTnEasnV2L3XsLnU5LYWkWMhbGeOC9C7H4eBZsdgWra2d3x+69ncqv94h9+uddYW5pv+zPeqym4y9HEn52esRmc8quycfazJpK8zy7Fmt7d5d6vyZrPv7CavWpreH3a+wpC1bHJvMBAgQIECBAgAABAgQIECBAgMBMBGofrA7rsbr+SdHuU5qH4sQtK3Hj3t7eraUx+vVY7T5h2ue058gnVtPxV2IpnUtnT6ThbrTC14mtqavHak/4m4e9M9ma83lTwep81t2qCRAgQIAAAQIECBAgQIAAgfoJzGGwmgeq3Y/352HmGMFqHqgWAsj1Qs/pBqsbXFMWrOaB6qHCKdlikFu/bV3fGQtW61s7MydAgAABAgQIECBAgAABAgTmS2D+gtV+J0JLfzZ6sJr2an14qd37NNk6MwlWN7qmLFjtF6IKVmfzF4FgdTbu7kqAAAECBAgQIECAAAECBAgQGFdgToPVYg/T/AVU47cCaL0EK7IWAvmLrZbj5KZbAYzQY7UY6Pb0ZR1xTcVgNXuxV/qCrj4nccfdWK7fmIBgdWNuPkWAAAECBAgQIECAAAECBAgQ2GqB+QtWi8Fhqp0EqndHfGBPLJ9P2gNcH/ffuRjF3q2DeqymJzsfzcqWBKpvirj1nuU42dWfdORWAD3zK4x9243pC6b6jlXq8zrimto9VvMgNrtXMvdr7o+FU0ei2B5gqzfnPN5PsDqPVbdmAgQIECBAgAABAgQIECBAoI4CNQ5WZ8Td7+VVM5qK2zZPQLDavJpaEQECBAgQIECAAAECBAgQINBMAcHquHVNT4ZGrN5xONLH5v0QmKCAYHWCmIYiQIAAAQIECBAgQIAAAQIECExRQLA6Dq7eo+NouXYDAoLVDaD5CAECBAgQIECAAAECBAgQIEBgBgKC1RmguyWB9QQEq/YGAQIECBAgQIAAAQIECBAgQKAeAoLVetTJLOdEQLA6J4W2TAIECBAgQIAAAQIECBAgQKD2AoLV2pfQApokIFhtUjWthQABAgQIECBAgAABAgQIEGiygGC1ydW1ttoJCFZrVzITJkCAAAECBAgQIECAAAECBOZUQLA6p4W37GoKCFarWRezIkCAAAECBAgQIECAAAECBAh0CwhW7Qk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zDxYVR0CBMoCO3fujB07dsS2bdtiYWFhS3guXLgQj118JK664rotuZ+bECBAgAABAgQIECBAgAABAgTqLjDzYHX//v11NzR/AhMTcGJ1YpQGIkCAAAECBAgQIECAAAECBAhMVUCwOlVegxMYT0CwOp6XqwkQIECAAAECBAgQIECAAAECsxIQrM5K3n0J9BEQrNoWBAgQIECAAAECBAgQIECAAIF6CAhW61Ens5wTAcHqnBTaMgkQIECAAAECBAgQIECAAIHaCwhWa19CC2iSgGC1SdW0FgIECBAgQIAAAQIECBAgQKDJAoLVJlfX2monIFitXclMmAABAgQIECBAgAABAgQIEJhTAcHqnBbesqspIFitZl3MigABAgQIECBAgAABAgQIECDQLSBYtScIVEhAsFqhYpgKAQIECBAgQIAAAQIECBAgQGCAgGDV9iBQIQHBaoWKYSoECBAgQIAAAQIECBAgQIAAAcGqPUCgHgKC1XrUySwJECBAgAABAgQIECBAgAABAk6s2gMEKiQgWK1QMUyFAAECBAgQIECAAAECBAgQIDBAQLBqexCokIBgtULFMBUCBAgQIECAAAECBAgQIECAgGDVHiBQDwHBaj3qZJYECBAgQIAAAQIECBAgQIAAASdW7QECFRIQrFaoGKZCgAABAgQIECBAgAABAgQIEBggIFi1PQhUSECwWqFimAoBAgQIECBAgAABAgQIECBAoJnB6gNx7M7FOBKH4sQtK3Hj3vIq1z68FHsePBmxfzUu3XRdBTfBWtx3155YufJcrNywe+T5tde13id2nYhzt90Yo4848q03dOED712I4y8cb40bulFDPiRYbUghLYMAAQIECBAgQIAAAQIECBBovECNT6zmwWrEoWu7g7tWaLl8PsYLVk8fi4VTEat3HI7+UWxyz+Oxr0+QO/5O2USw+vDS1MPTSQWikxpnsO8k6zJ+JSf5CcHqJDWNRYAAAQIECBAgQIAAAQIECBCYnkDtg9XYfzSOPL6vHDSevS+W7jkTB/YfiSMxxonVocHqJAtR7WB1UivdmmB1UrOd/TiC1dnXwAwIECBAgAABAgQIECBAgAABAqMI1D9YPbgacap8ijR9XP5rt8dqLMZiKVjtnHJt4+SPzqeh6pHsj1vtBfZ9NHmMfTWWHl6M5Ugesd8X92YnVpPfLT7aRTzoMfw07F2Ok/kdrm2Nm7YCePG9hXtnF6wzVrq2UU+sFte060SsXrkSi1+7PW2N0DtOyyYOXorDByLagWg6t9Nd7RYK10bRrTX34gniYrCa/N/dZr3XZt7JaeOIOJrNJ7r8otQConhitXBauV2eowNOIY/yNdm6awSrW2ftTgQIECBAgAABAgQIECBAgACBzQg0IFi9FNc/VOzj2QrWzry29eelYPXsWqzt3V3qP1o6Udl1YrUVBBZ7uK7zyHkW+h3IQ8CeimSBbqHfa94r9dA1d0c8dGtEqZ1B7/X5kMN6rHYHke1x82Aym8PIweoN0dMLtvjZOLsWu/cWO7qWjXLfu+PW2PNglAPaLPjN59zjnf4+CXVvjzP3LMaRHr8DWWBaDlbXzu6O3YWeu3nQXs1eu+XNIljdzF9nPkuAAAECBAgQIECAAAECBAgQ2DqBRgSrh5NTkx/P2gFkbQBuv+NwRBKM9mkF0BNO5oFdv2C158Rrd4/VVgh6uqfPa7GI5dOgrd9krQBekgSrH42lrr6taci43txHObGaOqyUxi2OOXqwurvrdGu/Fga9p0SLYWny8qo0WO2Zd+8p2XIQnq+hFazmp2lTvkKdr4s+gXfpBHJEVOylXut9xQWrW/eXnzsRIECAAAECBAgQIECAAAECBDYj0Ixg9UAnWLv+0602AMnpxO5wsn1KtBCClq4ZO1jNAsW0TcCNpZOw5aIMC1ZvbbcIKH2ucEIz//ORWwFMMFhthZhZSBvFwDYPVLtP9fa2FGidWM0bIZR1SidWi2Fy+759gtXSEIVgdS1rTdB9unWUMHoz36QJfVawOiFIwxAgQIAAAQIECBAgQIAAAQIEpizQkGA17wna6s+ZtAHI+4QWT0D2OwW6mWC19ej6KP07hwWrvSdW16v7TILV6PRcTQPSLLiO9KRo10nSrj8rtQIYEm721GdQsLrOidU0WO+6z8hmU/6yjTK8YHUUJdcQIECAAAECBAgQIECAAAECBGYv0JhgNdqPfneCzu6gricIzT+zgVYAaYDX3TN03Xr26Zma3XtQj9XSo+/Z2COHhFlP1YE9Vh/Me5RG63H/B0+2XxZV6j2b3DuZ78cjjsaRiCy4zoPVYu/T/AVVfVsB9O2xGu0XSw0LVkfpsdpTl7y3rFYAA/+2uXDhQjx28ZG46orrZv+3khkQIECAAAECBAgQIECAAAECBGog0JxgNTsp2RPylfqUdvUCTQLVa+6PhVNHWm+yf+X9sXTPcpzM3ji/76PdfU7zR86zlyn1FHjA6dXut9rvX43VWIyk/+jKi+9N51D8ab+Equsew15eVeolWuozejSO7j8SRwoeeQia3OLQtb2nfdO53ZC/mGqdtgdd60rmnb40LHvpV2KYj1O8X2tZZa/1g9WVuDFtQZDUJv9Z/6VipfskgeqbIm5NPtuntULVvqNOrFatIuZDgAABAgQIECBAgAABAgQIEOgvUONgVUnHFVjvhVjjjuP66QkIVqdna2QCBAgQIECAAAECBAgQIECAwCQFBKuT1Kz4WILVihcoIgSr1a+RGRIgQIAAAQIECBAgQIAAAQIEEgHB6hztA8Fq9YstWK1+jcyQAAECBAgQIECAAAECBAgQICBYtQcIVExAsFqxgpgOAQIECBAgQIAAAQIECBAgQGAdASdWbQ0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EKzaAwTqISBYrUedzJIAAQIECBAgQIAAAQIECBAg4MSqPUCgQgKC1QoVw1QIECBAgAABAgQIECBAgAABAgMEBKu2B4EKCQhWK1QMUyFAgAABAgQIECBAgAABAgQIVDlYVR0CBMoCO3fujB07dsS2bdtiYWFhS3guXLgQj118JK664rotuZ+bECBAgAABAgQIECBAgAABAgTqLuDEat0raP6NEnBitVHltBgCBAgQIECAAAECBAgQIECgwQKC1QYX19LqJyBYrV/NzJgAAQIECBAgQIAAAQIECBCYTwHB6nzW3aorKiBYrWhhTIsAAQIECBAgQIAAAQIECBAg0CUgWLUl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CBYtT0IVEhAsFqhYpgKAQIECBAgQIAAAQIECBAgQECwag8QqIeAYLUedTJLAgQIECBAgAABAgQIECBAgIATq/YAgQoJCFYrVAxTIUCAAAECBAgQIECAAAECBAgMEBCs2h4EKiQgWK1QMUyFAAECBAgQIECAAAECBAgQICBYtQcI1ENAsFqPOpklAQIECBAgQIAAAQIECBAgQKDGJ1YfiGN3LsaRdWp46NpzsXLDbhWeqsBa3HfXnli5smB99r5Yumc5gv+G5AWrG2LzIQIECBAgQIAAAQIECBAgQIDAlgvUPliNg5fi8IEtd4uIJNg9HvtuWYkb987i/lW4Z3ew2vrvM6/dfE0eeO9CHH/h/IXjgtUq7GtzIECAAAECBAgQIECAAAECBAgMFxCsDjdyxboCvcHq2tndsXtug+bNbxXB6uYNjUCAAAECBAgQIECAAAECBAgQ2AqBxgerax9eij0PL8W5226MVmOAVguB/KRr62Tkaiw9vBjL51vkR/NTsNlj7SfblTgUJ9onVIsnVlsBY/75/PL2OPnp1oNLsXJqOVrjHY3VOw7Hdcn/efpYLJzqamqw60R7zskcFx/tbIeBbQ76jNW5vneexbFSqwc7qy1ZJP/R5XHo2pZb2grgxfcOXEPrs2fi9oMRi9laU5/drdYB6V33r8alm1KRKJ5Y7V5/8bp+doPW26nJVny9xr+HYHV8M58gQIAAAQIECBAgQIAAAQIECMxCoPbBat8eq4VQcpRgdfHRQmCaBpOn48Qtt8eZexbjSCHsawWPB7JAtBOs7vtoEnwWgtKIaF0bWRCb9YPtDksfPxHn3hRxa09P0uz6/atx7oXHC/fMQ9hkfv1bEKydXYvde4u9ZQfMMwtKD2RBcs9n8zA0DYA7c8rDzzyIPXTN3REP3drVV7Xr+jyUzT3z/26btK4/nfVmzYPVu+PWgmMauZauG7rexDgL1cv1m8XXbfg9BavDjVxBgAABAgQIECBAgAABAgQIEKiCQO2D1WE9VkcKVqNzUrJ1snIllrJgtTR+T9DY6rGaBqvFMZLKtsdJAtDyKdnk1+15pcFqcr9yUJqe0kzGvOb+WDgVndOtI+2a3pOpyUnN6x/qnme/nqjdLwXLQ+feNURkrQBekgSrH11/Dckp1JJHJyAt+nafUk16rKbBaunEcfk0a4uj/3pv/kr3aeWR8GZ6kWB1pvxuToAAAQIECBAgQIAAAQIECBAYWUCwmgeY2SPoA4PVEmvXSdBNBat5e4CuurVPy3aFnYVTtOVP5AFjd8uCVuuD3mC1+On8HoWTt0PC4XKwemvW4mCdNUwwWO3cYfB605ea9bQvqPYLsQSrI//d5UICBAgQIECAAAECBAgQIECAwEwFBKvjBKtbeGI13xXFU5ytP+t+YVRvOFo+xds5aTrwxGra67Tr5OxYwWrvidXSzp5gsNoxOVPql9u6X77ec7Hv43vizGsvRRqwln5X/LOZfv96bi5YrVY9zIYAAQIECBAgQIAAAQIECBAgsJ7AfASr7b6oee/Tk+0XVLUfuV/nxOoke6wWA89yK4Dlvv1J26dMC31Cu3uMlgvb2wc1f/FTuxVAsRdsscdq9hKpyHqcdh6vL7cCKHrkL44a1GO1vebNBKvtXrWd4LTVi7UVrBbn1FlvK1hdfn53m4flyHvKVvGvBcFqFatiTgQIECBAgAABAgQIECBAgACBXoHGB6tpFJecSn20tfj8Tfb5Scb1g9WVuDEKb6xvfbrw0qhOK4Ab9/b2+Eyu7ryBfkCP1eTFSukLs8qv4er+bOm367YC6H30vROoJnO/O+IDe2L5fGcjHGoHqfmLsfI7Fa/P2gN0PVYf+1djNRYj6YW68uJ7B6yhu+dsJyAd1mN15YbdpfqlMy+uv2tOpfX+zFKs/Gm5zUJpvRX8G0GwWsGimBIBAgQIECBAgAABAgQIECBAoI9AjYNV9STQPAHBavNqakUECBAgQIAAAQIECBAgQIBAMwUEq82sq1XVVECwWtPCmTYBAgQIECBAgAABAgQIECAwdwKC1bkruQVXWUCwWuXqmBsBAgQIECBAgAABAgQIECBAoCMgWLUbCFRIQLBaoWKYCgECBAgQIECAAAECBAgQIEBggIBg1fYgUCEBwWqFimEqBAgQIECAAAECBAgQIECAAAHBqj1AoB4CgtV61MksCRAgQIAAAQIECBAgQIAAAQJOrNoDBCokIFitUDFMhQABAgQIECBAgAABAgQIECAwQECwansQqJCAYLVCxTAVAgQIECBAgAABAgQIECBAgIBg1R4gUA8BwWo96mSWBAgQIECAAAECBAgQIECAAAEnVu0BAhUSEKxWqBimQoAAAQIECBAgQIAAAQIECBAYIND8YPX0sVh46Pq4dNN1U98Iax9eij0PL8W5226M3VO/mxs0UUCw2sSqWhMBAgQIECBAgAABAgQIECDQRIHGB6tJ2Hlr3B0rN0w/6txwsHr2vli650zcfsfhGBr/jnztA3HszsWIg5fi8IGNbd3yepLxjse+W1bixr0bG8+nhgsIVocbuYIAAQIECBAgQIAAAQIECBAgUAWBhgera3HfXbdGvGlrwsANB6tT2QmTDlanMkmDdgkIVm0JAgQIECBAgAABAgQIECBAgEA9BGocrCah6Z5Yfv5q6TH/UriZnO78QMTdyaP56UnP5ThZqsvRWF3vlGjSQuDUkdLVh649Vzj5mt3/fHbJrhOxeuVKLGatAM68dyGOv3A1lh5ejOXkml0n0hYByZ8vPpp85lCcyE9/lk6hZidDDy7Fyql8voV5Fq/tnmN2j93RClXz2afzfuX9rVOxByMWTx2Jowcvxc1fWYo9D3aJZCdcU8f275L7Xx/3ZydWr/908rsDZbt0XiuxdMtKtH7ff9zoqcOAGtTjOzTRWQpWJ8ppMAIECBAgQIAAAQIECBAgQIDA1ARqHKxGRBIsfnxfoadpK+w889rs8ffTx2LpKzfHyg1nWkHj/mKzPCLMAAAgAElEQVQImwWj0Qo8uxsFrJ1di917i39afhT+gTQg7Q48l+NkKUDthKet6yMNNJNH81vBZRZO9gSri3GkHZJGpJ99PJtnfu0t++L4PctxoP2ofytMPd0Of7tOrOaBZsGgZ41dbQbWbwXQexo2nWO0fNcfNwlni3PsH45PbbfXYGDBag2KZIoECBAgQIAAAQIECBAgQIAAgYiod7Cansws9P3sCgaTsO/+a5Igs/9j8cMf3e86lRqdYLQYJOY7qTheejI1CxqT3/fcqzjXPsFqsTdqzynctB9rK6Rcv4dqv2C1daK03CO1fLq1eJJ2UI/V8vr7+fYb9+6ID+yJlSuLJ399D4sCglX7gQABAgQIECBAgAABAgQIECBQD4GaB6ut05zHX9gK6tIg8Gu3Z60BkmDv/rg+fdR/3GA1D1QLj+t3jTH7YLX1oqv8JGxruxUfqx8WrObBZ/ep2074OvDlVWkbgmi1Ayj+3+02BEPGbbcKKBrX40szzVkKVqepa2wCBAgQIECAAAECBAgQIECAwOQEah+spj070z6q18f9xRdVJWHfQ9cXQtbe053rn1hd/wRmfkJ05sFq0iu11Aah+1TskGC10BO1fYK1688GBqvRabtw/UOdcLvVQ7XrZGz+Zz+zFCt/mpy2bYXC6U8plJ3cxq7rSILVulbOvAkQIECAAAECBAgQIECAAIF5E6h/sJoGfLdGvHYpVj6evagqe/T+1rg7e9lUdjpz5B6rvdd390jt6bGan9Qs9lidZiuA9CVUpzsvwMpPr+a9WLtP6XYHnlnP1Wj3ZO09pTs4WM2C3K8diKOPno59pRdxLUffcdNgtdgXtqvX7Lx9+/qsV7BqExAgQIAAAQIECBAgQIAAAQIE6iHQgGA1D+dOxqFSSHhrxJsK/UR73kafFGjAG+m7rk9eOpWczFx8NH90vbv/6tFYLZwinX6P1cMR2QuxOlutuJ7O/FKXV97fe5I0PS16JPt4sq5WD9Tl89k47d8n/530dC30s00/1S+wzk+h9h/31LWn42C7DUAyhlYAxb8qBKv1+IvTLAkQIECAAAECBAgQIECAAAECjQhWW4+fdz1irrYEaiggWK1h0UyZAAECBAgQIECAAAECBAgQmEuBRgSr/fqdzmU1Lbr2AoLV2pfQAggQIECAAAECBAgQIECAAIE5Eah3sNp+XH/AI/1zUkjLbIaAYLUZdbQKAgQIECBAgAABAgQIECBAoPkC9Q5Wm18fK5wzAcHqnBXccgkQIECAAAECBAgQIECAAIHaCghWa1s6E2+igGC1iVW1JgIECBAgQIAAAQIECBAgQKCJAoLVJlbVmmorIFitbelMnAABAgQIECBAgAABAgQIEJgzAcHqnBXccqstIFitdn3MjgABAgQIECBAgAABAgQIECCQCwhW7QUCFRIQrFaoGKZCgAABAgQIECBAgAABAgQIEBggIFi1PQhUSECwWqFimAoBAgQIECBAgAABAgQIECBAQLBqDxCoh4BgtR51MksCBAgQIECAAAECBAgQIECAgBOr9gCBCgkIVitUDFMhQIAAAQIECBAgQIAAAQIECAwQEKzaHgQqJCBYrVAxTIUAAQIECBAgQIAAAQIECBAgIFi1BwjUQ0CwWo86mSUBAgQIECBAgAABAgQIECBAwIlVe4BAhQQEqxUqhqkQIECAAAECBAgQIECAAAECBAYICFZtDwIVEhCsVqgYpkKAAAECBAgQIECAAAECBAgQqGqweuHChXjmmWcUiACBTGD79u2xbdu22LFjR/q/FxYWtsQm+S4+dvGRuOqK67bkfm5CgAABAgQIECBAgAABAgQIEKi7gBOrda+g+TdKwInVRpXTYggQIECAAAECBAgQIECAAIEGCwhWG1xcS6ufgGC1fjUzYwIECBAgQIAAAQIECBAgQGA+BQSr81l3q66ogGC1ooUxLQIECBAgQIAAAQIECBAgQIBAl4Bg1ZYgUCEBwWqFimEqBAgQIECAAAECBAgQIECAAIEBAoJV24NAhQQEqxUqhqkQIECAAAECBAgQIECAAAECBASr9gCBeggIVutRJ7MkQIAAAQIECBAgQIAAAQIECDixag8QqJCAYLVCxTAVAgQIECBAgAABAgQIECBAgMAAAcGq7UGgQgKC1QoVw1QIECBAgAABAgQIECBAgAABAoJVe4BAPQQEq/Wok1kSIECAAAECBAgQIECAAAECBJxYtQcIVEhAsFqhYpgKAQIECBAgQIAAAQIECBAgQGCAgGDV9iBQIQHBaoWKYSoECBAgQIAAAQIECBAgQIAAAcGqPUCgHgKC1XrUySwJECBAgAABAgQIECBAgAABAk6s2gMEKiQgWK1QMUyFAAECBAgQIECAAAECBAgQIDBAQLBqexCokIBgtULFMBUCBAgQIECAAAECBAgQIECAgGDVHiBQDwHBaj3qZJYECBAgQIAAAQIECBAgQIAAgRqfWH0gjt25GEf61vBorN5xOK5TXwI1ExCs1qxgpkuAAAECBAgQIECAAAECBAjMrUDtg9U4eCkOHyjWby3uu2tPLJ+fbbi69uGl2PPwUpy77cbYPbfby8LHFRCsjivmegIECBAgQIAAAQIECBAgQIDAbAQaGKxGpKHmgwdmempVsDqbDV33uwpW615B8ydAgAABAgQIECBAgAABAgTmRaC5wWrxtOjZ+2LpnuU4Wapq8URr0lbgeOy79kAsP5g3Fyj8/vSxWDjV1XRg14n2adQ0RP3a7bEai7H46NE4de3pOPhgfrejsXrLvjg+8P7zst2sc5iAYHWYkN8TIECAAAECBAgQIECAAAECBKoh0MBgtdUKYOXKc7FyQ/IQftaLdf9qXLop77qatQuIPBzNrmmHpYXfvyni1nuWI67Nx0sKVx6zdUL2ZBwttCXonFjdF/cmvWAH3r8am8EsZi8gWJ19DcyAAAECBAgQIECAAAECBAgQIDCKQO2D1b4vryqFmK0QtLsXa/lR/d5r2r9Pg9WVWLplJW7c2yF94L0LsRitsLbfY//dwerg+49SKtfMg4BgdR6qbI0ECBAgQIAAAQIECBAgQIBAEwRqH6yu+/Kq5+cnVLPTpf2q1T6hOv1gtW8AXGgn0ITNZA2bFxCsbt7QCAQIECBAgAABAgQIECBAgACBrRBoYLCavbyq3WO1/4nVMu70g9XeAHgryusedRMQrNatYuZLgAABAgQIECBAgAABAgQIzKvA3ASr/Xqcrt+HdQM9Vosvy4piuLt+j9XO/ed1+1l3t4Bg1Z4gQIAAAQIECBAgQIAAAQIECNRDoLnBavFlUmfvi6V7luNkoSaH+ryMKvYfjSOP5g/tH43VOw5H+rqr08di4VTXw/yFx/j79VjtfOZorN6yL44PvH89NotZTl9AsDp9Y3cgQIAAAQIECBAgQIAAAQIECExCoMbB6iSWn48xSruASd7PWAT6CwhW7QwCBAgQIECAAAECBAgQIECAQD0EBKtpnQSr9diuzZ+lYLX5NbZCAgQIECBAgAABAgQIECBAoBkCglXBajN2ckNWIVhtSCEtgwABAgQIECBAgAABAgQIEGi8gGC18SW2wDoJCFbrVC1zJUCAAAECBAgQIECAAAECBOZZQLA6z9W39soJCFYrVxITIkCAAAECBAgQIECAAAECBAj0FRCs2hgEKiQgWK1QMUyFAAECBAgQIECAAAECBAgQIDBAQLBqexCokIBgtULFMBUCBAgQIECAAAECBAgQIECAgGDVHiBQDwHBaj3qZJYECBAgQIAAAQIECBAgQIAAASdW7QECFRIQrFaoGKZCgAABAgQIECBAgAABAgQIEBggIFi1PQhUSECwWqFimAoBAgQIECBAgAABAgQIECBAQLBqDxCoh4BgtR51MksCBAgQIECAAAECBAgQIECAgBOr9gCBCgkIVitUDFMhQIAAAQIECBAgQIAAAQIECAwQmGmwevHixfje7/1eBSJAIBP4u7/7u7jssstix44dsW3btlhYWNgSmwsXLsRjFx+Jq664bkvu5yYECBAgQIAAAQIECBAgQIAAgboLzDRYvXTpUjz3uc+NXbt21d3R/AlsWuD8+fPxrW99Kw1TBaub5jQAAQIECBAgQIAAAQIECBAgQGCqAjMJVpOTqk8//XR6Ii85KXf55ZcLV6daZoNXXSAJVZ988sn2dyIJVpOTq06sVr1y5keAAAECBAgQIECAAAECBAjMq8CWB6sJdBKmPvPMM7Fz5840YP3Od74TyenV5H/7ITBvAs961rPSADX530mg+tRTT8X27dvTkHWrfrQC2Cpp9yFAgAABAgQIECBAgAABAgSaIjCTYDUJUZMgJ/mf5PRq8t9+CMy7QBKuJqdUk0B1K/ur5v/YocfqvO9A6ydAgAABAgQIECBAgAABAgTGEZhZsJpMMglVkx/B6jglc21TBfLH/pNwNfnZqjYAgtWm7ijrIkCAAAECBAgQIECAAAECBKYpMJNgtbggoeo0y2vsuglsZZhatNEKoG47xXwJECBAgAABAgQIECBAgACBWQvMPFidNYD7EyDQ6nusFYCdQIAAAQIECBAgQIAAAQIECBAYXUCwOrqVKwk0VkCw2tjSWhgBAgQIECBAgAABAgQIECAwJQHB6pRgDUugTgKC1TpVy1wJECBAgAABAgQIECBAgACBKggIVqtQBXMgMGMBweqMC+D2BAgQIECAAAECBAgQIECAQO0EBKu1K5kJE5i8gGB18qZGJECAAAECBAgQIECAAAECBJotIFhtdn2tjsBIAoLVkZhcRIAAAQIECBAgQIAAAQIECBBoCwhWbQY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CBAgAABAgQINF9AsNr8GlshgaECgtWhRC4gQIAAAQIECBAgQIAAAQIECJQEBKs2BAECIVi1CQgQIECAAAECBAgQIECAAAEC4wkIVsfzcjWBRgoIVhtZVosiQIAAAQIECBAgQIAAAQIEpiggWJ0irqEJ1EVAsFqXSpknAQIECBAgQIAAAQIECBAgUBUBwWpVKmEeBGYoIFidIb5bEyBAgAABAgQIECBAgAABArUUEKzWsmwmTWCyAoLVyXoajQABAgQIECBAgAABAgQIEGi+gGC1+TW2QgJDBQSrQ4lcQIAAAQIECBAgQIAAAQIECBAoCQhWbQgCBEKwahMQIECAAAECBAgQIECAAAECBMYTEKyO5+VqAo0UEKw2sqwWRYAAAQIECBAgQIAAAQIECExRQLA6RVxDE6iLgGC1LpUyTwIECBAgQIAAAQIECBAgQKAqAoLVqlTCPAjMUECwOkN8tyZAgAABAgQIECBAgAABAgRqKSBYrWXZTJrAZAUEq5P1NBoBAgQIECBAgAABAgQIECDQfAHBavNrbIUEhgoIVocSuYAAAQIECBAgQIAAAQIECBAgUBIQrNoQBAiEYNUmIECAAAECBAgQIECAAAECBAiMJyBYHc/L1QQaKSBYbWRZLYoAAQIECBAgQIAAAQIECBCYooBgdYq4hiZQFwHBal0qZZ4ECBAgQIAAAQIECBAgQIBAVQQEq1WphHkQmKGAYHWG+G5NgAABAgQIECBAgAABAgQI1FJAsFrLspk0gckKCFYn62k0AgQIECBAgAABAgQIECBAoPkCgtXm19gKCQwVEKwOJXIBAQIECBAgQIAAAQIECBAgQKAkIFi1IQgQCMGqTUCAAAECBAgQIECAAAECBAgQGE9AsDqel6sJNFJAsNrIsloUAQIECBAgQIAAAQIECBAgMEUBweoUcQ1NoC4CgtW6VMo8CRAgQIAAAQIECBAgQIAAgaoICFarUgnzIDBDAcHqDPHdmgABAgQIECBAgAABAgQIEKilgGC1lmUzaQKTFRCsTtbTaAQIECBAgAABAgQIECBAgEDzBQSrza+xFRIYKiBYHUrkAgIECBAgQIAAAQIECBAgQIBASUCwakMQIBCCVZuAAAECBAgQIECAAAECBAgQIDCegGB1PC9XE2ikgGC1kWW1KAIECBAgQIAAAQIECBAgQGCKAoLVKeIamkBdBASrdamUeRIgQIAAAQIECBAgQIAAAQJVERCsVqUS5kFghgKC1RniuzUBAgQIECBAgAABAgQIECBQSwHBai3LZtIEJisgWJ2sp9EIECBAgAABAgQIECBAgACB5gsIVptfYyskMFRAsDqUyAUECBAgQIAAAQIECBAgQIAAgZKAYNWGIEAgBKs2AQECBAgQIECAAAECBAgQIEBgPAHB6nheribQSAHBaiPLalEECBAgQIAAAQIECBAgQIDAFAUEq1PENTSBuggIVutSKfMkQIAAAQIECBAgQIAAAQIEqiIgWK1KJcyDwAwFBKszxHdrAgQIECBAgAABAgQIECBAoJYCgtVals2kCUxWQLA6WU+jESBAgAABAgQIECBAgAABAs0XEKw2v8ZWSGCogGB1KJELCBAgQIAAAQIECBAgQIAAAQIlAcGqDUGAQAhWbQICBAgQIECAAAECBAgQIECAwHgCgtXxvFxNoJECgtVGltWiCBAgQIAAAQIECBAgQIAAgSkKCFaniGtoAnUREKzWpVLmSYAAAQIECBAgQIAAAQIECFRFQLBalUqYB4EZCghWZ4jv1gQIECBAgAABAgQIECBAgEAtBQSrtSybSROYrIBgdbKeRiNAgAABAgQIECBAgAABAgSaLyBYbX6NrZDAUAHB6lAiFxAgQIAAAQIECBAgQIAAAQIESgKCVRuCAIEQrNoEBAgQIECAAAECBAgQIECAAIHxBASr43m5mkAjBQSrjSyrRREgQIAAAQIECBAgQIAAAQJTFBCsThHX0ATqIiBYrUulzJMAAQIECBAgQIAAAQIECBCoioBgtSqVMA8CMxQQrM4Q360JECBAgAABAgQIECBAgACBWgoIVmtZNpMmMFkBwepkPY1GgAABAgQIEPj/27WDVSmOKADDZ+YialA0Eo3JKiD4BHn/J/AJAgFXalSuihIVcUY6cAmzano8bVed+gTBRVld9Z1a/Qw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kBYnSWygAABAgQIECBAgAABAgQIECBwIiCsehAECISw6hEQIECAAAECBAgQIECAAAECBJYJCKvLvKwmUFJAWC05VpciQIAAAQIECBAgQIAAAQIEVhQQVlfEtTWBXgSE1V4m5ZwECBAgQIAAAQIECBAgQIBAKwLCaiuTcA4CGwoIqxvi+zQBAgQIECBAgAABAgQIECDQpYCw2uXYHJpAroCwmutpNwIECBAgQIAAAQIECBAgQKC+gLBaf8ZuSGBWQFidJbKAAAECBAgQIECAAAECBAgQIHAiIKx6EAQIhLDqERAgQIAAAQIECBAgQIAAAQIElgkIq8u8rCZQUkBYLTlWlyJAgAABAgQIECBAgAABAgRWFBBWV8S1NYFeBITVXiblnAQIECBAgAABAgQIECBAgEArAsJqK5NwDgIbCgirG+L7NAECBAgQIECAAAECBAgQINClgLDa5dgcmkCugLCa62k3AgQIECBAgAABAgQIECBAoL6AsFp/xm5IYFZAWJ0lsoAAAQIECBAgQIAAAQIECBAgcCIgrHoQBAiEsOoRECBAgAABAgQIECBAgAABAgSWCQiry7ysJlBSQFgtOVaXIkCAAAECBAgQIECAAAECBFYUEFZXxLU1gV4EhNVeJuWcBAgQIECAAAECBAgQIECAQCsCwmork3AOAhsKCKsb4vs0AQIECBAgQIAAAQIECBAg0KWAsNrl2ByaQK6AsJrraTcCBAgQIECAAAECBAgQIECgvoCwWn/GbkhgVmAKq68Pf8fj+3/Gfncxu94CAgQIECBAgAABAgQIECBAgMDIAofj1/jr1ZP4Zf8oLi7Oaym7y8vL48iI7k6ggsAUVt8dn8W9Ww/i55sPK1zJHQgQIECAAAECBAgQIECAAAECqwm8+fgiLj+8jDu734XV1ZRtTKADgcPhEJ++fIj3++fx6+0/4s6N+3652sHcHJEAAQIECBAgQIAAAQIECBD4sQLTL1XffXoV/7x/GrcPv8WNa7div9+fdQi/WD2LzX8i0JbA8XiM6Vern7/+G5/3b+NLfIxj+DF6W1NyGgIECBAgQIAAAQIECBAgQGBrgV3s4lrcjOuHu3H94qf/fq262+3OOpawehab/0SgPYGruDoF1unf083WMRkAAAJjSURBVF9/CBAgQIAAAQIECBAgQIAAAQIE/heYIur0dwqq3xNVpx2FVS+LQCGBq6AqqhYaqqsQIECAAAECBAgQIECAAAECqQJXcfXcX6peHUZYTR2LzQgQIECAAAECBAgQIECAAAECBAgQGEFAWB1hyu5IgAABAgQIECBAgAABAgQIECBAgECqgLCaymkzAgQIECBAgAABAgQIECBAgAABAgRGEBBWR5iyOxIgQIAAAQIECBAgQIAAAQIECBAgkCogrKZy2owAAQIECBAgQIAAAQIECBAgQIAAgREEhNURpuyOBAgQIECAAAECBAgQIECAAAECBAikCgirqZw2I0CAAAECBAgQIECAAAECBAgQIEBgBAFhdYQpuyMBAgQIECBAgAABAgQIECBAgAABAqkCwmoqp80IECBAgAABAgQIECBAgAABAgQIEBhBQFgdYcruSIAAAQIECBAgQIAAAQIECBAgQIBAqoCwmsppMwIECBAgQIAAAQIECBAgQIAAAQIERhAQVkeYsjsSIECAAAECBAgQIECAAAECBAgQIJAqIKymctqMAAECBAgQIECAAAECBAgQIECAAIERBITVEabsjgQIECBAgAABAgQIECBAgAABAgQIpAoIq6mcNiNAgAABAgQIECBAgAABAgQIECBAYAQBYXWEKbsjAQIECBAgQIAAAQIECBAgQIAAAQKpAsJqKqfNCBAgQIAAAQIECBAgQIAAAQIECBAYQUBYHWHK7kiAAAECBAgQIECAAAECBAgQIECAQKqAsJrKaTMCBAgQIECAAAECBAgQIECAAAECBEYQ+AYhm6l626Pt5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4543425" y="1243486"/>
            <a:ext cx="0" cy="1128239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45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D0B6DEDB-9541-45F4-AB56-48B8CE88201B}"/>
</file>

<file path=customXml/itemProps2.xml><?xml version="1.0" encoding="utf-8"?>
<ds:datastoreItem xmlns:ds="http://schemas.openxmlformats.org/officeDocument/2006/customXml" ds:itemID="{94DCD455-0118-4D6E-BBF4-E2AB8896BF1B}"/>
</file>

<file path=customXml/itemProps3.xml><?xml version="1.0" encoding="utf-8"?>
<ds:datastoreItem xmlns:ds="http://schemas.openxmlformats.org/officeDocument/2006/customXml" ds:itemID="{6D8F53C0-E73B-4F5B-B99F-C90A18D71F71}"/>
</file>

<file path=docProps/app.xml><?xml version="1.0" encoding="utf-8"?>
<Properties xmlns="http://schemas.openxmlformats.org/officeDocument/2006/extended-properties" xmlns:vt="http://schemas.openxmlformats.org/officeDocument/2006/docPropsVTypes">
  <TotalTime>3277</TotalTime>
  <Words>431</Words>
  <Application>Microsoft Office PowerPoint</Application>
  <PresentationFormat>Presentación en pantalla (4:3)</PresentationFormat>
  <Paragraphs>57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Franja Horaria</dc:title>
  <dc:creator>Ing. Andrea Pastori R.</dc:creator>
  <cp:lastModifiedBy>Andrea Pastori Rojas</cp:lastModifiedBy>
  <cp:revision>128</cp:revision>
  <dcterms:created xsi:type="dcterms:W3CDTF">2018-01-24T15:16:31Z</dcterms:created>
  <dcterms:modified xsi:type="dcterms:W3CDTF">2018-10-30T22:52:49Z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