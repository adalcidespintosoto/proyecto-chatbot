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7" r:id="rId4"/>
    <p:sldId id="309" r:id="rId5"/>
    <p:sldId id="260" r:id="rId6"/>
    <p:sldId id="261" r:id="rId7"/>
    <p:sldId id="262" r:id="rId8"/>
    <p:sldId id="270" r:id="rId9"/>
    <p:sldId id="264" r:id="rId10"/>
    <p:sldId id="319" r:id="rId11"/>
    <p:sldId id="324" r:id="rId12"/>
    <p:sldId id="321" r:id="rId13"/>
    <p:sldId id="322" r:id="rId14"/>
    <p:sldId id="328" r:id="rId15"/>
    <p:sldId id="327" r:id="rId16"/>
    <p:sldId id="331" r:id="rId17"/>
    <p:sldId id="332" r:id="rId18"/>
    <p:sldId id="329" r:id="rId19"/>
    <p:sldId id="330" r:id="rId20"/>
    <p:sldId id="325" r:id="rId21"/>
    <p:sldId id="333" r:id="rId22"/>
    <p:sldId id="334" r:id="rId23"/>
    <p:sldId id="323" r:id="rId24"/>
    <p:sldId id="326" r:id="rId25"/>
    <p:sldId id="335" r:id="rId26"/>
    <p:sldId id="336" r:id="rId27"/>
    <p:sldId id="337" r:id="rId28"/>
    <p:sldId id="338" r:id="rId2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3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10/11/2018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PROGRAMAS Y MALLAS</a:t>
            </a:r>
            <a:endParaRPr lang="es-CO" sz="280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ACCIONES DEL MÓDULO</a:t>
            </a:r>
          </a:p>
        </p:txBody>
      </p:sp>
    </p:spTree>
    <p:extLst>
      <p:ext uri="{BB962C8B-B14F-4D97-AF65-F5344CB8AC3E}">
        <p14:creationId xmlns:p14="http://schemas.microsoft.com/office/powerpoint/2010/main" val="10993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3467"/>
              </p:ext>
            </p:extLst>
          </p:nvPr>
        </p:nvGraphicFramePr>
        <p:xfrm>
          <a:off x="492369" y="1536031"/>
          <a:ext cx="8169309" cy="48774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3103"/>
                <a:gridCol w="2723103"/>
                <a:gridCol w="2723103"/>
              </a:tblGrid>
              <a:tr h="123256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Nuevo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 registro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Visualizar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 de registro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Editar</a:t>
                      </a:r>
                      <a:r>
                        <a:rPr lang="es-CO" baseline="0" dirty="0" smtClean="0"/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aseline="0" dirty="0" smtClean="0"/>
                        <a:t>registro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1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Modificar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aseline="0" dirty="0" smtClean="0"/>
                        <a:t>grupo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Anular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matrícula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Visualizar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horario</a:t>
                      </a:r>
                      <a:endParaRPr kumimoji="0" lang="es-CO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Consulta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calificaciones</a:t>
                      </a: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Imprimir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Reportes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Homologación</a:t>
                      </a:r>
                      <a:r>
                        <a:rPr lang="es-CO" sz="1800" baseline="0" dirty="0" smtClean="0"/>
                        <a:t>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aseline="0" dirty="0" smtClean="0"/>
                        <a:t>transferencias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Aprobar o reprobar asignatura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Editar</a:t>
                      </a:r>
                      <a:r>
                        <a:rPr lang="es-CO" baseline="0" dirty="0" smtClean="0"/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aseline="0" dirty="0" smtClean="0"/>
                        <a:t>calificaciones</a:t>
                      </a:r>
                      <a:endParaRPr lang="es-CO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CuadroTexto 2"/>
          <p:cNvSpPr txBox="1"/>
          <p:nvPr/>
        </p:nvSpPr>
        <p:spPr>
          <a:xfrm>
            <a:off x="0" y="79371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Descripción de las acciones generales del módulo «Matrícula», estas opciones se encuentran en una o más secciones del sistema</a:t>
            </a:r>
            <a:endParaRPr lang="es-CO" sz="1600" dirty="0"/>
          </a:p>
        </p:txBody>
      </p:sp>
      <p:sp>
        <p:nvSpPr>
          <p:cNvPr id="3" name="AutoShape 5" descr="data:image/png;base64,iVBORw0KGgoAAAANSUhEUgAAAE8AAABrCAYAAAA2Cd+mAAAI6klEQVR4Xu2df2hb1xXHvzVCC+FlpC5hMk7kddMgqKVEYVTFi0ewGorSP15Kp4QgMyIxZq2b9I89iuU/4jKsUWozkEYnZUMum41JtJI8RirKpiyjJkRlRGE0wlsVusgLUQlRQ/cIjSjeeIqdyk9P8nv33SfJ8n3/6v46n3vuPefee+7VEw8fPvwf2EdE4AkGj4hbNRODR86OwdPBjsFj8PQQ0JG3PXNeRYRYWW+1GRxn1iFC+7K2BF7lfhG5bBqZf2aRvVuEqCAvt9MGx143hgadGHraAnNP+6CordlQeOLNS5i/GEXqrhKuJk002cG/EMCIy45ek1pRWp/OGHhiHqlkGHGt0OTymxzw8xPwHuhtPRkVNVKHJy4vYGJxDvlVFbWrSmKGzX4avzzhRG+HDWWq8EpXZzFxMY2iKijaEpn7gkj4eVh3aMtnZGpq8NSB42Dtd2FojxUD37FCGoyVcgE3Vm4g++8PUag8NsGKMpv7xjAXcMPSIRpIB96KgOCZGPKNutnkgOfIKEaet4FrYgDElSwEYRbzn5bRCKP12SgSJ+zoBOdGP7zVAhbeDCD5QInc2nzlcWqyms3nTQs8niQCz7Ufn254xXQIvitKOmeG83ASEZeFbNq5n0X0N5MQlDplpw+J172wtXn46oNXySE6/XMIdZbVDKcrichhQnDruD9NI/z2LLIKlnvIfQFTgxxZx1DKpQte6f0QvEv1WkdzYq9ci4E/L9TPgTt8SEx6YaMEgqQYHfBKEGZHEL0vr9aO0I+j4PeRNEcpj4hM/Bgit+W/WeA/NQ/vt2nVo70ccnh30whHZ5GV19kfhhAYBs0BVbkeA/9uvfbZBpNIuK3apaaUgxzePxJwpVJ1zeBfeQ+hg5Qt4Woe8TdCSMnnvr4wUq8NV/3FdnzE8MqXJ+HJyPXOgfGfvQX3N2iLUkH2D0cR/pes3B4vYm/4YKddncryiOHlz76I4EfyWjyI/WLUEGEKwghG/16SVWhcfWr4bRl4yprO4KnpZBTTAfiuFLpD85SFGcbU62EM0TS1a7hyiy9ivM6l3KKaJ16NgL94SaYJZnhOvocA9Rm8COEtP6Kfy6rbM4ZUyL31rC1WBIyeiUE+kCwH41h4hbLff0dA8O36XRvzgSjSr1LvKVXTiJSI2GCgke/Vw2NmMggHRVevcH4Eo9fklhYwxKdUjU4PPACNhLIPJhGj5fk3WskY0EkauFWTkmuelLvBcAKs8J9K6l93rpaQjvsxc6d+a9SQ6UEjPX3wIOKD3x3H1C2FfV/TIYQDU3CRrjZWReRSIYx/pHQi4sR4aBruPRqlpZxcJzwA0p7brxU2CKSGmg4h9MNx8E9r9F2+LCHz+zAinygfJVm/G8ccT9koEYDVDw9A6fIkfJlsg3MHDo6DpzH+sgMWFUakfH0BEWEOuS8bSNMhu8j657zH8lWQPxtAUHGIrSfiYB/w4tghJxx7e8Ht4GA2AZUHIsR7ReTyGWQ+TCPb9AStFy7XDAKDVvSq6AgCZdKUhYrmVWtsMrlrapGqxBwcz0cw9bIdXBvPMejBWwP4wTthTDWYq1RxUUpkssFmKqDwxcYfuf4xJH7khqVN8Sx04VVlq6B4OYbpv6ZRoBBywfUHMTvixr3zCvt5AMycF5Gf+uDQaJOIO7ImowHw1koXC0j/cQbRm4WGB9jNBDBzw/C/FIBnLcinkk/At5hC/TpjzaqfCoMfaO1EaBy8dTKfF5H92zzmry8hv0k4BXp6Yd/nxtFBHm67fHN9E6PUY4OHjyBwsHWb8sbDq1GvyoMySsVbuFcuInen/OgXbgCOPgue2muFZTfXPKhxU6PEYehQFOGXrC0Jx2gpPBrzDL7II/6rEFKK4R1SDa0LSdt68CQ+TSIJHnuV/UHEThkbkrY14Uk2PZ/A6GKqeSzgTh6RnwTh3E1F5+sK2bLwJEnK12IYOy80B9jjRMh/2hBLvKXhSQCbr6vXlcUKz8k4Ana6rsyWhyc55ZuvqwFIgUETdMPSugCe2nU1/cCg7oAnjc5NXRjAc/IvVE/2ugfepi4M/TPl7oJXdWHmEDy7INuUoBSpKnNWug5eVb5yHuk/n8OFYgnY5cCxwx6499Nf83YnPGN84u5yklvEqGE1TPN09ACD10544koeH3/2kKwJ5qcw8K0GJ2GVEgrLd/BfspKxa88zsPXRXY7Jm0KueaslZM4EELmt8SKyvAU9Toy/Nr0hjlnZ3dBO0eh7asTwlMNctQtYzbE7iIUxHtX7Qo2ir4iKNoN/9QJCB4zRQGJ4ygHdRBICqInwbBQVRVi003UOkcP0fTypOQweYacweDrAMXgMXnMCbM7ToSEdDo80SrOMdPQ4Zu5KZLattWXwNA+Mr/w8R/Voz6U5PriEzG8DiFajLrat5mnmrpCBwdNBkcGjD2/3MLzf7NNe7mc5LNx6dMuvw62tdtnqczTQvGejyJwguFuWT8C1+OgKP4OntX8YPAD7RjHzAsFllRUB41eXOlfzxCtT4NOPGqj7q31OZDtsSUn3LqhcG5DfUdsW8NbUrVIuovCfeyA5xfjakwOw9fVWbwI9/rYTPN1DVl4Ag6cD6XaBJ36SRvJPAm6QjNkq310YeM6H0JGaO2S18PZPQ+Cf0d4Ty3PgBaFzrS1uLsD3zhyVx1U33J+thde1TvK7RxG83vyBVNUqU/sm1LaAp/iWVA2u2jdPajx+ZaBsY2AjFwav8cDb9NCbwWPwms3bxkUMMM1To3kWOPe7YJO/2f51J45L/ptUxO0lJK9+LCtMRGFZQLZ69X3bGgx2eqbaJVtP+JXBYPB0wGPDVge8BlmZwVBjMBg8pnmaCRgZGcqGLRu2hqwwlF/MJtB9KUvtlpS4hMibU8gQFiXP5jxyDpHvd1hAt5rnOdTKv/GNUZXX3tUU3sMjMhGE06B/rCJe20ptr9y6hGT6HHKk13RggeN7fvgHZS/wrJaRuxjHwnKR/AbQky54f+CBw6BnQST5dcFT0/ndnIbB09G7DB6Dp4OAjqxM8xg8HQR0ZGWax+DpIKAj6/8B4qwolDfd778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4" name="AutoShape 10" descr="data:image/png;base64,iVBORw0KGgoAAAANSUhEUgAAAFoAAABUCAYAAAACoiByAAAJkElEQVR4Xu2de1RXVRbHv6BN5itRJ0ypnNQ0xSfTKL41RSQHVFyo+CDjoTOAipQok0xpqSzjIQIqgiSRGa0w8FGjpkZN4SSIYJMPfCGZEoGikk4Bs/Zd8/stf3h/3Ne59/5w7v6HteCcfc75/Dbn7rPP3vdn19DQ0ID/SVlZGaqqqlBXV2f6lfGTEQE7E2iCXF9fDycnJ7Rs2ZKRekONiYAZdFFREZydnQ3IKtmGGXRBQQFcXFxUGsZQa4DWyAYM0P+PoGvu3sYXZ77FvpI85J8vwu17tSivvoa6+no8/lhbOLbvjG4OjpjwvCvcnUfi+Sd74JEWzePBbRMWffVGBaJyErDz2D78WvebaBvr0r4zVk8NxdxhnjYPXHfQ/ywtxPy0FSir+lE04MYN57t6IW7WCrRv1Va2DrU76gq66Mr38EoMAVm0Ugl9cS6ivcNt1rJ1A11dW4MZm5cg7+xxpYy5/i3s7ZEZsAEzXNyY6GOtRDfQGV/nIOi9KO5Bx0pe6N4fuaFJ6NzWgZVKZnp0AX3n3i+YnRKOT099yWwhJqveFRSLqYNfZKqXhTJdQBeXn8GkuEBU3q5msQYLHYvGzkLCrEjY2dkx161EoS6gPy48gFlbw5XM26Iv+dKjerkgcLQP9/OJdh0N0ERo7f6t+HtOomLQBHjJhPlY7u4Ph9btFetTU4EuFh38/hqk5GUpWtfwHoOR6rcGvRyfUaRHq86ag/6tvg5BO6LwXn6u7DUGjJqBGJ8ItP5dK9k6tO6oOWilHseUAWOxw3+d1VPgT7eqkX+hCN+cL0LFrSocv3SKO9bTNvPH7s7c/u3aYxCGPTsIv2+nnRvYrEAPfKoPPglOhJODo4VB0m3c1+dPIOzD9ThR9r1oY3Xu1gtveoViyoAxsLezF91PTsNmA7rVI4/iw4Wx8Og/2mKdtf+5i4iPY7AtL0vW4YdOlPNcvRDjs1zVWEmzAT1t8ARk+K8HATcJhVUDd0Qhu/CgHCOz6CO0JSkdoFmAJqtrfOKj7SLx8PtYlhWtlIG5f8TkAKzxWqyKD94sQFOA/8CyVFD82SRnr1/C5PggReHVxp9Q1w5P4EBYKnp3+QOzD8+kqFmAnjfMEyl+q9HSvoUZwIZ/bEdkdhxzIGunh+G1Sa8w19ssQKe9/BYouG8SpS5iUxTpCL87OJG7OmMpmoMmL2HOttewt/ioqHXQw2//kq1cDMMkpRWX4RYbgCvV10TpkNLIsX0nbvvo27WnlG6CbTUHTTNaumsdko7sFJwcNeBb+OHTx+CxMUiWOydm0H2Lt8Ct3wgxTUW30QV0xjc58H/3dVGTpAfT5+HpHHCTsI7+NZ5Iou/rWDhmpqj5iW2kC2gp8Wg+0OTW0SlQLYmbuQIh4+cwVa8L6Lu/3uNuvnefOCS4GL6Hk9qg3/QKQaTHQsG5SWmgC2iaoNg7w8nOo/BBUAzaPPqYeV2s4tnWQAWN9kHSnFVSOAq21Q00XWN5bgrGt5dKmpwkH2gW8eymBn2oQIu1agO04D+LcAM6eMxPi0DuySNWGxughTmKanHqh3N4KWGR1WwlA7QojOIa7Sv+Ar7bXgWdGhuLAVocQ1GtKOS5p/go5qUufwC2AVoUQmmN+DJL+UBvPJSBVz/aIE25hNYUvaMoHkvRzb2ztghy+7yTl3B3gCR8J0MpR3g5sB6aI3hTi28cAuULKv3rYjHc44Nw6+4dORyb7MMXLWQxiM1ZNF+sOSckyeJSturOTc5ToVQC1sJ3m8NiDJsCTQ/Fqzd/wivpkaBQqEka75nUbmV2HGIOpLNgYKFjwYjpSJ4bZXGbw2IQXUATKEpuoS3gq9JCLtnlfEUZ9zs+4QssUR/3+EBel1AuGNo29oQmY2zvP8lVYbWfZqApW4gecJn5e7C78CBu/nJb9GL49k0pEUCxA/F5OGL7CrVTFTRZbmlFGeIPZSAzP1eR9YW7LcC66WEWqQBUlvHnTX9RpNcEiPL4shbFYVK/kULMZP1dFdD1DfXcdhCZHW9202TN7r5OT3d8Ep8uTcFzjt3Nv6X/Esrr2HJ0l1L18Bvuhc1z31Ct2Ig56HPXL2NR5hvMioDuJ7hm6mJEuAdYWHV59XVMTQrBySunZcO2ltMnWyFPR2agKU7x1t7N3DYhpShTymIowYUuTik58X5RUkZHW8bOwHfw0oAxUqYiuS0T0HTt75e2Al+eK5A8AakdPAeOQ4Z/tMWNC+nYX5LHhVylPGS1gkzzUwz6u6ul8NkSBkrR0kIoD4+S0P86dvYDOXJSqnBpz6ekyRE9h2gxbWWgWeyPUlfZvXM3eA4cj5Uegbz1hOSLL975NiglwZp4D3FD7MwI0Faklci2aEqZ9UtbKTrjSO6CTBVXdP1P1texzeOCqoRuydVIJxCalCzQ5B9Hf5aKVZ8kCOmX/fdnOnVF2EQ/+A6dIrni6qEBfebaRbjFBTAplm/8SZBHsd57GSb2HS673OGhAa1GyizlPif4/g1eg8aLBkxRvJIfzuLYhWKUlJ9FYdm/cb2mUpTnYXrRypCn+6K/03MY+uwA9OvaE53adLCNRHRyn6YlhTBz5UxFmZEeQWjXqk2TW43pDTW7Cw8h9+RhUUCl7l30AYzvMwzzXD0xpvcLzOpaJO/Rl3++iomx/rhYWS51DQ+0JxcrfcFaLiXXWu02HX6OnD7GhUTJT1frMMS3GHIl6QFMp9FxfYYqOp5LBn36xwvw37EKN2prFIGmK6qNsyPxlEMXXj10e0JXVuv3b8O1mkpFY7HoTFsK1bhQManQfx7feJJBs5h0Uzoo/Ln9q2ys3pOMn+/cUHs4yfppa6HaRP+R3hYVYkKKbAo0BYZeTo8EJdXYupB3lDwniqvCFSM2AZrCqmTF4VnRTGLLYhbOog09yN+etpTLpRZ6LZzuoOnhRtVVmw5nqlYqwQJqUzqCx/lyvv/9xaaN2+sKmiBTefGmzzPVZqG6fqG3lOkGmo7xyUc/4LYLli+wUp2olQGaiioClcqid0oWRW8h8Ni4UJX3KimZl5K+HVq3w97QLdwp00JOvKMPaHLhqCor6/hnStZlk335btLzU/rrA7rg8ndcTsaN2ls2CUvJpKzlhuiyR6td7KMEFIu+fNmomoOWWqLMYuFa6+DbPjQHrWbBvNZArY1H4daDy7ZbvLNJc9C2AkPreRigNSJugDZAa0RAo2HMFm184Y26xM2gja9w0gg0DWN8KZl6sM0Wrd4QhmYiYIDWyA4M0AZojQhoNIxh0QZojQhoNMx/AWdOLAMsC+Ps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36179" r="54892" b="38689"/>
          <a:stretch/>
        </p:blipFill>
        <p:spPr bwMode="auto">
          <a:xfrm>
            <a:off x="1650193" y="1661294"/>
            <a:ext cx="488084" cy="476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4347689" y="1657503"/>
            <a:ext cx="486913" cy="47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44202" r="85008" b="45770"/>
          <a:stretch/>
        </p:blipFill>
        <p:spPr bwMode="auto">
          <a:xfrm>
            <a:off x="7147081" y="1646539"/>
            <a:ext cx="489182" cy="46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 t="54290" r="89959" b="35764"/>
          <a:stretch/>
        </p:blipFill>
        <p:spPr bwMode="auto">
          <a:xfrm>
            <a:off x="1625083" y="2863060"/>
            <a:ext cx="503388" cy="4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t="54237" r="85574" b="35795"/>
          <a:stretch/>
        </p:blipFill>
        <p:spPr bwMode="auto">
          <a:xfrm>
            <a:off x="4391766" y="2862053"/>
            <a:ext cx="396240" cy="46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" t="64119" r="89996" b="25509"/>
          <a:stretch/>
        </p:blipFill>
        <p:spPr bwMode="auto">
          <a:xfrm>
            <a:off x="1581474" y="4090479"/>
            <a:ext cx="468771" cy="48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64150" r="85341" b="25720"/>
          <a:stretch/>
        </p:blipFill>
        <p:spPr bwMode="auto">
          <a:xfrm>
            <a:off x="7147081" y="2893751"/>
            <a:ext cx="457235" cy="473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" t="41291" r="91762" b="48305"/>
          <a:stretch/>
        </p:blipFill>
        <p:spPr bwMode="auto">
          <a:xfrm>
            <a:off x="1710363" y="5312320"/>
            <a:ext cx="331828" cy="48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7" t="41291" r="88487" b="48305"/>
          <a:stretch/>
        </p:blipFill>
        <p:spPr bwMode="auto">
          <a:xfrm>
            <a:off x="4463506" y="5299250"/>
            <a:ext cx="314269" cy="48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2" t="51695" r="89255" b="38385"/>
          <a:stretch/>
        </p:blipFill>
        <p:spPr bwMode="auto">
          <a:xfrm>
            <a:off x="7125557" y="5298880"/>
            <a:ext cx="482817" cy="464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0" t="11151" r="2305" b="14474"/>
          <a:stretch/>
        </p:blipFill>
        <p:spPr bwMode="auto">
          <a:xfrm>
            <a:off x="4328306" y="4090010"/>
            <a:ext cx="523160" cy="456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261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8742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876300" y="3128827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381249" y="1264580"/>
            <a:ext cx="2097699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</a:t>
            </a:r>
            <a:r>
              <a:rPr lang="es-CO" sz="1600" dirty="0" smtClean="0"/>
              <a:t>«Registro y Control Académico»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876300" y="2928802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238375" y="1264580"/>
            <a:ext cx="2297723" cy="207334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ingrese </a:t>
            </a:r>
            <a:r>
              <a:rPr lang="es-CO" sz="1600" dirty="0" smtClean="0"/>
              <a:t>al módulo </a:t>
            </a:r>
            <a:r>
              <a:rPr lang="es-CO" sz="1600" dirty="0" smtClean="0"/>
              <a:t>«Programas»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71260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MALLA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369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búsqueda de la malla correspondiente,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68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visualizar las mallas de un programa, ubique el registro </a:t>
            </a:r>
            <a:r>
              <a:rPr lang="es-CO" sz="1600" dirty="0"/>
              <a:t>e</a:t>
            </a:r>
            <a:r>
              <a:rPr lang="es-CO" sz="1600" dirty="0" smtClean="0"/>
              <a:t>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869617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939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476500" y="2781300"/>
            <a:ext cx="4200525" cy="2133600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siguiente ventana, se mostrarán las mallas del programa seleccionado, indicando, el código de malla, número de periodos, ano y periodo académico,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33679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2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CREACIÓN DE MALLA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027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una malla correspondiente a un programa,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87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Ubique el programa en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707692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93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417284" y="2409825"/>
            <a:ext cx="525942" cy="342900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 malla, presione el botón «Crear»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2981326" y="1264580"/>
            <a:ext cx="1535722" cy="1316696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515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94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324100" y="2428875"/>
            <a:ext cx="4381500" cy="1427742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solicitada en el formulario correspondiente al código, número de periodos, año y periodo académico y reconocimiento (si aplica), posteriormente presione el botón «Guardar» para almacenar el registro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524146" y="1708783"/>
            <a:ext cx="0" cy="67246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04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ASIGNATURAS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430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consultar las asignaturas de una malla correspondiente a un programa,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1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Ubique el programa en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707692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7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949575" y="2970938"/>
            <a:ext cx="190500" cy="18212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mostrada, presione el icono «     » para visualizar las asignaturas correspondientes a la malla del programa seleccionado</a:t>
            </a:r>
            <a:endParaRPr lang="es-CO" sz="1600" dirty="0"/>
          </a:p>
        </p:txBody>
      </p:sp>
      <p:grpSp>
        <p:nvGrpSpPr>
          <p:cNvPr id="8" name="7 Grupo"/>
          <p:cNvGrpSpPr/>
          <p:nvPr/>
        </p:nvGrpSpPr>
        <p:grpSpPr>
          <a:xfrm>
            <a:off x="3238500" y="1491136"/>
            <a:ext cx="1240448" cy="2390448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3" t="27944" r="66888" b="67991"/>
          <a:stretch/>
        </p:blipFill>
        <p:spPr bwMode="auto">
          <a:xfrm>
            <a:off x="3813969" y="961237"/>
            <a:ext cx="211931" cy="25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14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390775" y="2667310"/>
            <a:ext cx="4267199" cy="3076265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siguiente listado podrá consultar las asignaturas con el número de periodo, código de asignatura, código interno y nombre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52721" y="1462254"/>
            <a:ext cx="0" cy="120505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69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ADICIÓN DE ASIGNATURAS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84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409824" y="2419661"/>
            <a:ext cx="571501" cy="247650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agregar una asignatura a la malla académica seleccionada, presionar el botón «Nuevo»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3048000" y="1244915"/>
            <a:ext cx="1430948" cy="1298571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203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2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400300" y="2429186"/>
            <a:ext cx="3533775" cy="247650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el nombre el código o nombre de la asignatura, y presione el botón «Buscar»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169385" y="1244915"/>
            <a:ext cx="0" cy="109568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2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431072" y="2677146"/>
            <a:ext cx="569303" cy="1247153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listado mostrado, seleccione una o mas asignaturas para adicionar, luego digite el Periodo, y finalice presionando el botón «Guardar»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2715723" y="1314450"/>
            <a:ext cx="0" cy="12723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 redondeado"/>
          <p:cNvSpPr/>
          <p:nvPr/>
        </p:nvSpPr>
        <p:spPr>
          <a:xfrm>
            <a:off x="2431072" y="5410822"/>
            <a:ext cx="2636228" cy="351804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5764822" y="5410822"/>
            <a:ext cx="569303" cy="351803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2734773" y="3924299"/>
            <a:ext cx="0" cy="148652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>
            <a:off x="5144598" y="5586723"/>
            <a:ext cx="601174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89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1A50BB2-DF54-4ECE-905B-8E0AE6043437}"/>
</file>

<file path=customXml/itemProps2.xml><?xml version="1.0" encoding="utf-8"?>
<ds:datastoreItem xmlns:ds="http://schemas.openxmlformats.org/officeDocument/2006/customXml" ds:itemID="{23E65F0E-8952-4F66-B487-5DB02A3886DA}"/>
</file>

<file path=customXml/itemProps3.xml><?xml version="1.0" encoding="utf-8"?>
<ds:datastoreItem xmlns:ds="http://schemas.openxmlformats.org/officeDocument/2006/customXml" ds:itemID="{FDDE7037-DF9E-4343-A1FB-E2538FCA3740}"/>
</file>

<file path=docProps/app.xml><?xml version="1.0" encoding="utf-8"?>
<Properties xmlns="http://schemas.openxmlformats.org/officeDocument/2006/extended-properties" xmlns:vt="http://schemas.openxmlformats.org/officeDocument/2006/docPropsVTypes">
  <TotalTime>5991</TotalTime>
  <Words>447</Words>
  <Application>Microsoft Office PowerPoint</Application>
  <PresentationFormat>Presentación en pantalla (4:3)</PresentationFormat>
  <Paragraphs>72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78</cp:revision>
  <dcterms:created xsi:type="dcterms:W3CDTF">2018-01-24T15:16:31Z</dcterms:created>
  <dcterms:modified xsi:type="dcterms:W3CDTF">2018-11-11T14:27:04Z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