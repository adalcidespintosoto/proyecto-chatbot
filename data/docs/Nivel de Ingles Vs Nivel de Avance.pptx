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1" r:id="rId3"/>
    <p:sldId id="273" r:id="rId4"/>
    <p:sldId id="274" r:id="rId5"/>
    <p:sldId id="275" r:id="rId6"/>
    <p:sldId id="282" r:id="rId7"/>
    <p:sldId id="283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unisimon.edu.co/portales/administrativo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218403" y="1874778"/>
            <a:ext cx="12488601" cy="16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400" b="1" dirty="0">
                <a:solidFill>
                  <a:schemeClr val="lt1"/>
                </a:solidFill>
              </a:rPr>
              <a:t>INFORME</a:t>
            </a:r>
          </a:p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NIVEL DE INGLÉS Vs. NIVEL DE AVANCE</a:t>
            </a: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697868" y="1201632"/>
            <a:ext cx="1079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Desde la página web de la universidad, en la sección de «Portales» (</a:t>
            </a:r>
            <a:r>
              <a:rPr lang="es-CO" dirty="0">
                <a:hlinkClick r:id="rId2"/>
              </a:rPr>
              <a:t>http://www.unisimon.edu.co/portales/administrativos</a:t>
            </a:r>
            <a:r>
              <a:rPr lang="es-CO" dirty="0"/>
              <a:t>), ingrese su usuario y contraseña, y presione el botón «</a:t>
            </a:r>
            <a:r>
              <a:rPr lang="es-CO" b="1" dirty="0"/>
              <a:t>Acceder</a:t>
            </a:r>
            <a:r>
              <a:rPr lang="es-CO" dirty="0"/>
              <a:t>»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EBEABF-2DCB-4CB6-B2DF-86C349255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4"/>
          <a:stretch/>
        </p:blipFill>
        <p:spPr bwMode="auto">
          <a:xfrm>
            <a:off x="1619487" y="2028609"/>
            <a:ext cx="8953025" cy="4151474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67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697868" y="1180736"/>
            <a:ext cx="1079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Luego seleccione «</a:t>
            </a:r>
            <a:r>
              <a:rPr lang="es-CO" b="1" dirty="0"/>
              <a:t>Rectoría</a:t>
            </a:r>
            <a:r>
              <a:rPr lang="es-CO" dirty="0"/>
              <a:t>»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690BE50-A75A-4650-B08B-C94CE7D6F741}"/>
              </a:ext>
            </a:extLst>
          </p:cNvPr>
          <p:cNvGrpSpPr/>
          <p:nvPr/>
        </p:nvGrpSpPr>
        <p:grpSpPr>
          <a:xfrm>
            <a:off x="1272836" y="1679207"/>
            <a:ext cx="9220200" cy="4714875"/>
            <a:chOff x="1272836" y="1679207"/>
            <a:chExt cx="9220200" cy="471487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58C3E8A-B01D-4016-81F1-6CAE66C0D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2836" y="1679207"/>
              <a:ext cx="9220200" cy="4714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A22A2E3D-123B-44C7-8340-2D4DFFDFE386}"/>
                </a:ext>
              </a:extLst>
            </p:cNvPr>
            <p:cNvSpPr/>
            <p:nvPr/>
          </p:nvSpPr>
          <p:spPr>
            <a:xfrm>
              <a:off x="1967882" y="3106027"/>
              <a:ext cx="1473693" cy="1057600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18B42080-92A2-4ED8-8ABD-7EB0641071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592" y="3179639"/>
              <a:ext cx="676275" cy="676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2909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301333" y="1220417"/>
            <a:ext cx="1079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Seleccione «</a:t>
            </a:r>
            <a:r>
              <a:rPr lang="es-ES" b="1" dirty="0"/>
              <a:t>Informe - Nivel de ingles Vs Nivel de avance</a:t>
            </a:r>
            <a:r>
              <a:rPr lang="es-CO" dirty="0"/>
              <a:t>»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5C7645-9E60-4001-AA2D-C7E30EEC1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16" y="1625357"/>
            <a:ext cx="10031768" cy="4456805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260292B-1FBB-4E8D-8900-72299D54771B}"/>
              </a:ext>
            </a:extLst>
          </p:cNvPr>
          <p:cNvSpPr/>
          <p:nvPr/>
        </p:nvSpPr>
        <p:spPr>
          <a:xfrm>
            <a:off x="4009746" y="4792784"/>
            <a:ext cx="1645330" cy="1057600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5819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301333" y="1220417"/>
            <a:ext cx="1079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Primero seleccione los campos “</a:t>
            </a:r>
            <a:r>
              <a:rPr lang="es-CO" b="1" dirty="0"/>
              <a:t>Año</a:t>
            </a:r>
            <a:r>
              <a:rPr lang="es-CO" dirty="0"/>
              <a:t>”, “</a:t>
            </a:r>
            <a:r>
              <a:rPr lang="es-CO" b="1" dirty="0"/>
              <a:t>Periodo</a:t>
            </a:r>
            <a:r>
              <a:rPr lang="es-CO" dirty="0"/>
              <a:t>” y “</a:t>
            </a:r>
            <a:r>
              <a:rPr lang="es-CO" b="1" dirty="0"/>
              <a:t>Programa</a:t>
            </a:r>
            <a:r>
              <a:rPr lang="es-CO" dirty="0"/>
              <a:t>”, opcionalmente podrá seleccionar también el campo “</a:t>
            </a:r>
            <a:r>
              <a:rPr lang="es-CO" b="1" dirty="0" err="1"/>
              <a:t>Niv</a:t>
            </a:r>
            <a:r>
              <a:rPr lang="es-CO" b="1" dirty="0"/>
              <a:t>. Avance Programa</a:t>
            </a:r>
            <a:r>
              <a:rPr lang="es-CO" dirty="0"/>
              <a:t>” para optimizar la búsqueda. Luego seleccione el botón  «</a:t>
            </a:r>
            <a:r>
              <a:rPr lang="es-CO" b="1" dirty="0"/>
              <a:t>Buscar</a:t>
            </a:r>
            <a:r>
              <a:rPr lang="es-CO" dirty="0"/>
              <a:t>»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D998577-071E-4DB8-A7C2-342E93D450A0}"/>
              </a:ext>
            </a:extLst>
          </p:cNvPr>
          <p:cNvGrpSpPr/>
          <p:nvPr/>
        </p:nvGrpSpPr>
        <p:grpSpPr>
          <a:xfrm>
            <a:off x="777850" y="1905068"/>
            <a:ext cx="10656589" cy="4291546"/>
            <a:chOff x="777850" y="1905068"/>
            <a:chExt cx="10656589" cy="4291546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9BA4C730-F54E-40D4-A75D-E3A2346AF50E}"/>
                </a:ext>
              </a:extLst>
            </p:cNvPr>
            <p:cNvGrpSpPr/>
            <p:nvPr/>
          </p:nvGrpSpPr>
          <p:grpSpPr>
            <a:xfrm>
              <a:off x="777850" y="1905068"/>
              <a:ext cx="10656589" cy="4291546"/>
              <a:chOff x="1017037" y="1613804"/>
              <a:chExt cx="10319747" cy="3588512"/>
            </a:xfrm>
          </p:grpSpPr>
          <p:pic>
            <p:nvPicPr>
              <p:cNvPr id="4" name="Imagen 3">
                <a:extLst>
                  <a:ext uri="{FF2B5EF4-FFF2-40B4-BE49-F238E27FC236}">
                    <a16:creationId xmlns:a16="http://schemas.microsoft.com/office/drawing/2014/main" id="{9891CAAB-1B1E-486F-B272-6D645DCE5E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24200"/>
              <a:stretch/>
            </p:blipFill>
            <p:spPr>
              <a:xfrm>
                <a:off x="1017037" y="1613804"/>
                <a:ext cx="10319747" cy="3588512"/>
              </a:xfrm>
              <a:prstGeom prst="rect">
                <a:avLst/>
              </a:prstGeom>
            </p:spPr>
          </p:pic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61748B5D-DAC7-4527-A0F0-44B2BE14E7E9}"/>
                  </a:ext>
                </a:extLst>
              </p:cNvPr>
              <p:cNvSpPr/>
              <p:nvPr/>
            </p:nvSpPr>
            <p:spPr>
              <a:xfrm>
                <a:off x="1080115" y="2085095"/>
                <a:ext cx="5542627" cy="302998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2177218D-BD57-4FDE-AD3C-DBF195528FA3}"/>
                  </a:ext>
                </a:extLst>
              </p:cNvPr>
              <p:cNvSpPr/>
              <p:nvPr/>
            </p:nvSpPr>
            <p:spPr>
              <a:xfrm>
                <a:off x="6622742" y="2081927"/>
                <a:ext cx="852255" cy="302998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4" name="Conector recto de flecha 13">
                <a:extLst>
                  <a:ext uri="{FF2B5EF4-FFF2-40B4-BE49-F238E27FC236}">
                    <a16:creationId xmlns:a16="http://schemas.microsoft.com/office/drawing/2014/main" id="{1132048A-2BC9-40AB-ABBF-7FD64D6FAD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43259" y="2233426"/>
                <a:ext cx="1322772" cy="1243378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734EAEE8-EC72-432E-A15C-253ACBE2C6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4757" y="2827261"/>
              <a:ext cx="1322772" cy="124337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390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697868" y="1220417"/>
            <a:ext cx="1079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Luego de generar el listado, podrá generar filtros avanzados dentro del listado, en cualquiera de sus columnas, tal como se muestra en la siguiente imagen.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D1ABE01-F468-4B1C-8640-D436974D0104}"/>
              </a:ext>
            </a:extLst>
          </p:cNvPr>
          <p:cNvGrpSpPr/>
          <p:nvPr/>
        </p:nvGrpSpPr>
        <p:grpSpPr>
          <a:xfrm>
            <a:off x="150666" y="1811044"/>
            <a:ext cx="11890667" cy="4467657"/>
            <a:chOff x="221434" y="1651246"/>
            <a:chExt cx="11890667" cy="4467657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8E402B2A-A6AE-4491-B9F0-64D4F500F2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0" t="17832" b="15372"/>
            <a:stretch/>
          </p:blipFill>
          <p:spPr>
            <a:xfrm>
              <a:off x="221434" y="1651246"/>
              <a:ext cx="11890667" cy="4467657"/>
            </a:xfrm>
            <a:prstGeom prst="rect">
              <a:avLst/>
            </a:prstGeom>
          </p:spPr>
        </p:pic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9BA4C730-F54E-40D4-A75D-E3A2346AF50E}"/>
                </a:ext>
              </a:extLst>
            </p:cNvPr>
            <p:cNvGrpSpPr/>
            <p:nvPr/>
          </p:nvGrpSpPr>
          <p:grpSpPr>
            <a:xfrm>
              <a:off x="3887606" y="2278225"/>
              <a:ext cx="6286205" cy="1115267"/>
              <a:chOff x="5003666" y="2081928"/>
              <a:chExt cx="4871618" cy="932565"/>
            </a:xfrm>
          </p:grpSpPr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2177218D-BD57-4FDE-AD3C-DBF195528FA3}"/>
                  </a:ext>
                </a:extLst>
              </p:cNvPr>
              <p:cNvSpPr/>
              <p:nvPr/>
            </p:nvSpPr>
            <p:spPr>
              <a:xfrm>
                <a:off x="6222044" y="2081928"/>
                <a:ext cx="3653240" cy="932565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4" name="Conector recto de flecha 13">
                <a:extLst>
                  <a:ext uri="{FF2B5EF4-FFF2-40B4-BE49-F238E27FC236}">
                    <a16:creationId xmlns:a16="http://schemas.microsoft.com/office/drawing/2014/main" id="{1132048A-2BC9-40AB-ABBF-7FD64D6FAD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3666" y="2203730"/>
                <a:ext cx="2302405" cy="810761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4420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697868" y="1220417"/>
            <a:ext cx="1079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Podrá generar un listado en archivo Excel de la búsqueda realizada seleccionado el botón «</a:t>
            </a:r>
            <a:r>
              <a:rPr lang="es-ES" b="1" dirty="0"/>
              <a:t>Excel</a:t>
            </a:r>
            <a:r>
              <a:rPr lang="es-CO" dirty="0"/>
              <a:t>»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AD041F1-9FC1-4B5F-9F11-AC1F5EA7C77E}"/>
              </a:ext>
            </a:extLst>
          </p:cNvPr>
          <p:cNvGrpSpPr/>
          <p:nvPr/>
        </p:nvGrpSpPr>
        <p:grpSpPr>
          <a:xfrm>
            <a:off x="843380" y="1608353"/>
            <a:ext cx="10289220" cy="4659063"/>
            <a:chOff x="843380" y="1608353"/>
            <a:chExt cx="10289220" cy="4659063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4318092-5018-4941-9951-54AC287DF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380" y="1608353"/>
              <a:ext cx="10289220" cy="4659063"/>
            </a:xfrm>
            <a:prstGeom prst="rect">
              <a:avLst/>
            </a:prstGeom>
          </p:spPr>
        </p:pic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9BA4C730-F54E-40D4-A75D-E3A2346AF50E}"/>
                </a:ext>
              </a:extLst>
            </p:cNvPr>
            <p:cNvGrpSpPr/>
            <p:nvPr/>
          </p:nvGrpSpPr>
          <p:grpSpPr>
            <a:xfrm>
              <a:off x="6995600" y="2074037"/>
              <a:ext cx="1899822" cy="1575587"/>
              <a:chOff x="7666631" y="1859227"/>
              <a:chExt cx="1472305" cy="1317476"/>
            </a:xfrm>
          </p:grpSpPr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2177218D-BD57-4FDE-AD3C-DBF195528FA3}"/>
                  </a:ext>
                </a:extLst>
              </p:cNvPr>
              <p:cNvSpPr/>
              <p:nvPr/>
            </p:nvSpPr>
            <p:spPr>
              <a:xfrm>
                <a:off x="7666631" y="1859227"/>
                <a:ext cx="564154" cy="247760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cxnSp>
            <p:nvCxnSpPr>
              <p:cNvPr id="14" name="Conector recto de flecha 13">
                <a:extLst>
                  <a:ext uri="{FF2B5EF4-FFF2-40B4-BE49-F238E27FC236}">
                    <a16:creationId xmlns:a16="http://schemas.microsoft.com/office/drawing/2014/main" id="{1132048A-2BC9-40AB-ABBF-7FD64D6FAD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38543" y="1992386"/>
                <a:ext cx="1000393" cy="1184317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886866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60C7A191-7DBD-4044-839C-76F3A801F763}"/>
</file>

<file path=customXml/itemProps2.xml><?xml version="1.0" encoding="utf-8"?>
<ds:datastoreItem xmlns:ds="http://schemas.openxmlformats.org/officeDocument/2006/customXml" ds:itemID="{ED79F53C-8B86-4CEE-9B55-C3C8AD6D4978}"/>
</file>

<file path=customXml/itemProps3.xml><?xml version="1.0" encoding="utf-8"?>
<ds:datastoreItem xmlns:ds="http://schemas.openxmlformats.org/officeDocument/2006/customXml" ds:itemID="{26313CF5-1D59-44F8-AAA2-B9098DCF196A}"/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153</Words>
  <Application>Microsoft Office PowerPoint</Application>
  <PresentationFormat>Panorámica</PresentationFormat>
  <Paragraphs>8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ANDREA PATRICIA PASTORI ROJAS</cp:lastModifiedBy>
  <cp:revision>19</cp:revision>
  <dcterms:created xsi:type="dcterms:W3CDTF">2021-08-30T16:06:06Z</dcterms:created>
  <dcterms:modified xsi:type="dcterms:W3CDTF">2022-02-10T23:03:26Z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