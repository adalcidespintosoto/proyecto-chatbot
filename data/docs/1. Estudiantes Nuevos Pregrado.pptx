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65" r:id="rId3"/>
    <p:sldId id="266" r:id="rId4"/>
    <p:sldId id="268" r:id="rId5"/>
    <p:sldId id="267" r:id="rId6"/>
    <p:sldId id="271" r:id="rId7"/>
    <p:sldId id="262" r:id="rId8"/>
    <p:sldId id="272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669" autoAdjust="0"/>
  </p:normalViewPr>
  <p:slideViewPr>
    <p:cSldViewPr snapToGrid="0" snapToObjects="1" showGuides="1">
      <p:cViewPr varScale="1">
        <p:scale>
          <a:sx n="96" d="100"/>
          <a:sy n="96" d="100"/>
        </p:scale>
        <p:origin x="-82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26/02/2018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26/02/2018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INFORME DE INSCRIPCIONES Y MATRICULAS – ESTUDIANTES NUEVOS PREGRADO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1647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«Rectoría»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062162" y="1603320"/>
            <a:ext cx="700088" cy="1805516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4" name="3 Rectángulo"/>
          <p:cNvSpPr/>
          <p:nvPr/>
        </p:nvSpPr>
        <p:spPr>
          <a:xfrm>
            <a:off x="1113182" y="2990107"/>
            <a:ext cx="824948" cy="67743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53" t="21893" r="68805" b="35086"/>
          <a:stretch/>
        </p:blipFill>
        <p:spPr bwMode="auto">
          <a:xfrm>
            <a:off x="1186769" y="3029137"/>
            <a:ext cx="635764" cy="6384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14 Rectángulo redondeado"/>
          <p:cNvSpPr/>
          <p:nvPr/>
        </p:nvSpPr>
        <p:spPr>
          <a:xfrm>
            <a:off x="1013540" y="2985343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383" y="1708002"/>
            <a:ext cx="8483600" cy="42045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Informe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seleccionar el informe </a:t>
            </a:r>
            <a:r>
              <a:rPr lang="es-CO" sz="1600" dirty="0" smtClean="0"/>
              <a:t>«Estudiantes Nuevos Pregrado»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46868" y="1524383"/>
            <a:ext cx="383325" cy="169647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831680" y="176633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859536" y="2766683"/>
            <a:ext cx="1251138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21206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300"/>
            <a:ext cx="8377952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crear el reporte deberá aplicar los filtros solicitados de: Año, Periodo y Fecha. Posteriormente presionar el botón «Generar», este creará el reporte en un documento PDF para su visualización.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54395" y="2944243"/>
            <a:ext cx="6741536" cy="5344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329160" y="1790632"/>
            <a:ext cx="0" cy="1143672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/>
          <p:cNvSpPr txBox="1"/>
          <p:nvPr/>
        </p:nvSpPr>
        <p:spPr>
          <a:xfrm>
            <a:off x="330200" y="887944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Reporte Generado </a:t>
            </a:r>
            <a:endParaRPr lang="es-CO" sz="1600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2292" y="1296071"/>
            <a:ext cx="6079435" cy="52311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9" name="7 Rectángulo"/>
          <p:cNvSpPr/>
          <p:nvPr/>
        </p:nvSpPr>
        <p:spPr>
          <a:xfrm>
            <a:off x="5547338" y="1815117"/>
            <a:ext cx="1569079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551151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2F2F4E32-FD20-4ED4-96E5-E922A61CC563}"/>
</file>

<file path=customXml/itemProps2.xml><?xml version="1.0" encoding="utf-8"?>
<ds:datastoreItem xmlns:ds="http://schemas.openxmlformats.org/officeDocument/2006/customXml" ds:itemID="{3BD2A62E-DDE9-4689-AF28-9E4593B85570}"/>
</file>

<file path=customXml/itemProps3.xml><?xml version="1.0" encoding="utf-8"?>
<ds:datastoreItem xmlns:ds="http://schemas.openxmlformats.org/officeDocument/2006/customXml" ds:itemID="{0848F202-F232-4CD5-90FF-B91C8459F214}"/>
</file>

<file path=docProps/app.xml><?xml version="1.0" encoding="utf-8"?>
<Properties xmlns="http://schemas.openxmlformats.org/officeDocument/2006/extended-properties" xmlns:vt="http://schemas.openxmlformats.org/officeDocument/2006/docPropsVTypes">
  <TotalTime>850</TotalTime>
  <Words>135</Words>
  <Application>Microsoft Office PowerPoint</Application>
  <PresentationFormat>Presentación en pantalla (4:3)</PresentationFormat>
  <Paragraphs>13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48</cp:revision>
  <dcterms:created xsi:type="dcterms:W3CDTF">2017-01-26T20:10:20Z</dcterms:created>
  <dcterms:modified xsi:type="dcterms:W3CDTF">2018-02-26T21:36:49Z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