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354" r:id="rId7"/>
    <p:sldId id="355" r:id="rId8"/>
    <p:sldId id="356" r:id="rId9"/>
    <p:sldId id="357" r:id="rId10"/>
    <p:sldId id="358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35" r:id="rId23"/>
    <p:sldId id="352" r:id="rId24"/>
    <p:sldId id="353" r:id="rId25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B13020-5687-4A63-A538-C027C6532AA2}" v="6" dt="2022-07-15T14:08:51.2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14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-738" y="-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stori Rojas" userId="S::andrea.pastori@unisimon.edu.co::62588e05-5874-4b1f-bb98-2372ec742878" providerId="AD" clId="Web-{81B13020-5687-4A63-A538-C027C6532AA2}"/>
    <pc:docChg chg="modSld">
      <pc:chgData name="Andrea Pastori Rojas" userId="S::andrea.pastori@unisimon.edu.co::62588e05-5874-4b1f-bb98-2372ec742878" providerId="AD" clId="Web-{81B13020-5687-4A63-A538-C027C6532AA2}" dt="2022-07-15T14:08:51.225" v="5"/>
      <pc:docMkLst>
        <pc:docMk/>
      </pc:docMkLst>
      <pc:sldChg chg="addSp delSp">
        <pc:chgData name="Andrea Pastori Rojas" userId="S::andrea.pastori@unisimon.edu.co::62588e05-5874-4b1f-bb98-2372ec742878" providerId="AD" clId="Web-{81B13020-5687-4A63-A538-C027C6532AA2}" dt="2022-07-15T14:08:51.225" v="5"/>
        <pc:sldMkLst>
          <pc:docMk/>
          <pc:sldMk cId="3266244340" sldId="342"/>
        </pc:sldMkLst>
        <pc:grpChg chg="add del">
          <ac:chgData name="Andrea Pastori Rojas" userId="S::andrea.pastori@unisimon.edu.co::62588e05-5874-4b1f-bb98-2372ec742878" providerId="AD" clId="Web-{81B13020-5687-4A63-A538-C027C6532AA2}" dt="2022-07-15T14:08:51.225" v="5"/>
          <ac:grpSpMkLst>
            <pc:docMk/>
            <pc:sldMk cId="3266244340" sldId="342"/>
            <ac:grpSpMk id="7" creationId="{00000000-0000-0000-0000-000000000000}"/>
          </ac:grpSpMkLst>
        </pc:grpChg>
      </pc:sldChg>
      <pc:sldChg chg="addSp delSp">
        <pc:chgData name="Andrea Pastori Rojas" userId="S::andrea.pastori@unisimon.edu.co::62588e05-5874-4b1f-bb98-2372ec742878" providerId="AD" clId="Web-{81B13020-5687-4A63-A538-C027C6532AA2}" dt="2022-07-15T14:08:17.802" v="3"/>
        <pc:sldMkLst>
          <pc:docMk/>
          <pc:sldMk cId="3123242261" sldId="357"/>
        </pc:sldMkLst>
        <pc:spChg chg="add del">
          <ac:chgData name="Andrea Pastori Rojas" userId="S::andrea.pastori@unisimon.edu.co::62588e05-5874-4b1f-bb98-2372ec742878" providerId="AD" clId="Web-{81B13020-5687-4A63-A538-C027C6532AA2}" dt="2022-07-15T14:08:15.224" v="2"/>
          <ac:spMkLst>
            <pc:docMk/>
            <pc:sldMk cId="3123242261" sldId="357"/>
            <ac:spMk id="13" creationId="{00000000-0000-0000-0000-000000000000}"/>
          </ac:spMkLst>
        </pc:spChg>
        <pc:grpChg chg="add del">
          <ac:chgData name="Andrea Pastori Rojas" userId="S::andrea.pastori@unisimon.edu.co::62588e05-5874-4b1f-bb98-2372ec742878" providerId="AD" clId="Web-{81B13020-5687-4A63-A538-C027C6532AA2}" dt="2022-07-15T14:08:17.802" v="3"/>
          <ac:grpSpMkLst>
            <pc:docMk/>
            <pc:sldMk cId="3123242261" sldId="357"/>
            <ac:grpSpMk id="14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15/07/2022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PORTAL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SOLICITUD DE CRÉDITO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>
                <a:solidFill>
                  <a:prstClr val="black"/>
                </a:solidFill>
              </a:rPr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prstClr val="black"/>
                </a:solidFill>
              </a:rPr>
              <a:t>Ingrese desde su navegador al sitio web de la Universidad: </a:t>
            </a:r>
            <a:r>
              <a:rPr lang="es-CO" sz="1600" dirty="0">
                <a:solidFill>
                  <a:prstClr val="black"/>
                </a:solidFill>
                <a:hlinkClick r:id="rId3"/>
              </a:rPr>
              <a:t>http://www.unisimon.edu.co/</a:t>
            </a:r>
            <a:r>
              <a:rPr lang="es-CO" sz="1600" dirty="0">
                <a:solidFill>
                  <a:prstClr val="black"/>
                </a:solidFill>
              </a:rPr>
              <a:t> y seleccionar en menú principal la opción «Portales»</a:t>
            </a:r>
          </a:p>
          <a:p>
            <a:pPr algn="ctr"/>
            <a:endParaRPr lang="es-CO" sz="1600" dirty="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6336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prstClr val="black"/>
                </a:solidFill>
              </a:rPr>
              <a:t>Dirigirse a la sección «Portal Estudiantes»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642996" y="393175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grpSp>
        <p:nvGrpSpPr>
          <p:cNvPr id="6" name="5 Grupo"/>
          <p:cNvGrpSpPr/>
          <p:nvPr/>
        </p:nvGrpSpPr>
        <p:grpSpPr>
          <a:xfrm>
            <a:off x="3169213" y="1590261"/>
            <a:ext cx="1402787" cy="3269974"/>
            <a:chOff x="5729176" y="1775902"/>
            <a:chExt cx="1191284" cy="1140874"/>
          </a:xfrm>
        </p:grpSpPr>
        <p:cxnSp>
          <p:nvCxnSpPr>
            <p:cNvPr id="7" name="6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" name="7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77959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53" y="2047108"/>
            <a:ext cx="8411375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prstClr val="black"/>
                </a:solidFill>
              </a:rPr>
              <a:t>Digite su usuario y contraseña para acceder al sistema y luego presione sobre el botón «Acceder»</a:t>
            </a:r>
          </a:p>
          <a:p>
            <a:pPr algn="ctr"/>
            <a:endParaRPr lang="es-CO" sz="1600" dirty="0">
              <a:solidFill>
                <a:prstClr val="black"/>
              </a:solidFill>
            </a:endParaRPr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prstClr val="black"/>
              </a:solidFill>
            </a:endParaRPr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1803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69" y="2139249"/>
            <a:ext cx="8601953" cy="42631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Matrícula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38411" y="1312540"/>
            <a:ext cx="8254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ingresar al módulo presionar el icono «Crédito institucional»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2726443" y="4101733"/>
            <a:ext cx="1566848" cy="910955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>
            <a:off x="4381500" y="1685925"/>
            <a:ext cx="385198" cy="2952750"/>
            <a:chOff x="5729176" y="1771710"/>
            <a:chExt cx="1193027" cy="1140874"/>
          </a:xfrm>
        </p:grpSpPr>
        <p:cxnSp>
          <p:nvCxnSpPr>
            <p:cNvPr id="15" name="14 Conector recto de flecha"/>
            <p:cNvCxnSpPr/>
            <p:nvPr/>
          </p:nvCxnSpPr>
          <p:spPr>
            <a:xfrm>
              <a:off x="6922203" y="1771710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3 Rectángulo"/>
          <p:cNvSpPr/>
          <p:nvPr/>
        </p:nvSpPr>
        <p:spPr>
          <a:xfrm>
            <a:off x="7886700" y="2139249"/>
            <a:ext cx="571500" cy="261051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2324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100419"/>
            <a:ext cx="8595507" cy="41781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438411" y="912490"/>
            <a:ext cx="8254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/>
              <a:t>Seleccione </a:t>
            </a:r>
            <a:r>
              <a:rPr lang="es-CO" sz="1600" dirty="0"/>
              <a:t>la opción «Solicitud de crédito</a:t>
            </a:r>
          </a:p>
        </p:txBody>
      </p:sp>
      <p:sp>
        <p:nvSpPr>
          <p:cNvPr id="13" name="12 Rectángulo redondeado"/>
          <p:cNvSpPr/>
          <p:nvPr/>
        </p:nvSpPr>
        <p:spPr>
          <a:xfrm>
            <a:off x="3505199" y="2768232"/>
            <a:ext cx="1060537" cy="910955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>
            <a:off x="4605728" y="1251045"/>
            <a:ext cx="366322" cy="1972664"/>
            <a:chOff x="5729176" y="1771710"/>
            <a:chExt cx="1193027" cy="1140874"/>
          </a:xfrm>
        </p:grpSpPr>
        <p:cxnSp>
          <p:nvCxnSpPr>
            <p:cNvPr id="15" name="14 Conector recto de flecha"/>
            <p:cNvCxnSpPr/>
            <p:nvPr/>
          </p:nvCxnSpPr>
          <p:spPr>
            <a:xfrm>
              <a:off x="6922203" y="1771710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6" name="15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AutoShape 2" descr="data:image/png;base64,iVBORw0KGgoAAAANSUhEUgAABVYAAAKYCAYAAACYfKNYAAAgAElEQVR4Xuy9eZAc1Zm3+1bv6m5JvWjfWjtIQgsCJBAggViEwCBsbIONGI8HPt0ZX9+xxzMxji9ujIOw7z/+YhZ74gvbgQGPP4vNNmCJMQJjC0uAWC0kARJoodG+q7vV+37jd6pO1smszKqsrOra+pfjnu6uOutzsprSU+95T+jhhx8eFF4kQAIkQAIkQAIkQAIkQAIkQAIkQAIkQAIkQAIkQAK+CYQoVn2zYkESIAESIAESIAESIAESIAESIAESIAESIAESIAESUAQoVnkjkAAJkAAJkAAJkAAJkAAJkAAJkAAJkAAJkAAJkECSBChWkwTG4iRAAiRAAiRAAiRAAiRAAiRAAiRAAiRAAiRAAiRAscp7gARIgARIgARIgARIgARIgARIgARIgARIgARIgASSJECxmiQwFicBEiABEiABEiABEiABEiABEiABEig8Avv27ZN58+YV3sQ4IxIggSEjQLE6ZGjZMAmQAAmQAAmQAAmQAAmQAAmQAAmQQL4QoFjNl5XiOEkgdwhQrObOWnAkJEACJEACJDBsCRw9elRGjx4to0aNGrYMOHESIAESIAESIIHsEqBYzS5/9k4C+UiAYjUfV41jJgESIIEhIPCXv/xFrrjiiiFomU2SQHwCH330kbz33nty3333SXl5OXGRAAmQAAmQAAmQQFYIUKxmBTs7JYG8JkCxmtfLx8GTAAmQQPoIUKymjyVbSo7AwYMHZerUqZSqyWFjaRIgARIgARIggTQTyLZY7e/vl4GBAdHfBwcHRX9hqqFQyPoqKioSfBUXF6svXiRAAtkhQLGaHe7slQRIgARyjkCyYhVbt7du3SqnTp1Sc7n00kvltttus+TYM888I/fee696rru7W958803ZvXu3dHV1SW1trVx77bWyYMECQbTihx9+6Mrjsssuk3Hjxql+3C60f/bsWfX8nDlzZOnSpbZiL7/8sjQ3N1vj0E9iLGPHjpXZs2e7tqvbNJ+cNm2aal9HVHqNe/z48XLDDTfEtPvnP/9ZzRf9ou6xY8dkzZo1tnJmGfx8+vTpmHY0UzyBeXzwwQfS1NSkmC5cuFCuueYaq45bGxgfyuh5YJ1qampixrJz5045cOCArF69Wo3ZDzvN7bPPPpOKigpZvHixjYU5P7SH8jt27JCPP/7YuodWrFhh9afbu/vuu23SFfxwgScvEiABEiABEiABEkgXgWyIVUjUvr4+9QWpGuSCYC0pKVFflKxBCLIOCQQnQLEanB1rkgAJkEBBEUhGrEKU/vKXv5S1a9eqSEMtTiECtfj74Q9/KN/97ncVIwjAixcvKskGoQcpu2XLFlUfeTVbWlpUub1796rv8+fPV9/1cxCnEHzOC32jreeee05GjBghGzZssIqgv1/84hdK5Opx4EmM9emnn1blvva1r7muoZbGZp8QjZC0eru6npMeq24IQtEUkfpxCExIQ4wZdbdv3y633HKLTQabZfAzZLGzLdTHBUl5+PBh+fznP6/ykmK+zz//vDQ0NFgy060NzANMzHXCmL/+9a/b8ps+8sgj0tnZKV/4whfUmBOxgwRF/2AGYa3HM3fuXEv2mvPT63P99ddbDDC21157zRoL1uHJJ59U0n7dunXWWoEfLlMiF9SLkZMhARIgARIgARLICoFMitXe3l7BF8SqvhCRmsyFaFbnBbFaWlqqvniRAAkMPQGK1aFnzB5IgARIIC8IJCNWIbwQaWhGT2KSEF5adpli1RRqGgbawKWlna7vFGZefZntYCyQs5CMWkRC0kH27dq1yyZW8TjkLiJGEYHqJkG9+ty0aZOShoiUTFbuOcUqxCLEKEStPrDJKVa1iHXeQKgLOQwxbOYkhTT+2c9+ZolJN+5oy1wb/LxkyRLFQUf8akkKsW2OIR47k40eL8b56quvWlLUHA+iic0+dR0trBHNq9cBIhgRzjrCOFn2efEC5CBJgARIgARIgASyTiATYhWRqT09Pb6EKsQpolhNgYroVJ0SwATmlKwQrGVlZSqKNV1XxydbZJuskrWXVFpNuj2Wrv50O5noI/GYT8tbjzTKjA1Xy/jEhTNSIje4ZGSqOd0JxWpOLw8HRwIkQAKZI5CMWNUCD5GEs2bNcs2P6YxYxZb1K6+8UpV1k5mYqZsw8ytWscUdglLLQYg+CNBnn33WJlYRiQkhiXYPHToUswUe4/DqE7lAsQ0d0ZPJyj2nWEU/OnpXR2P6FataGjtTCaBNU1i6iVXUxUFROroX63TPPfdY80IbKAMpighkU6zGY/fjH/9Y/vZv/zZunlRzPCjvjJJF3zqS9Vvf+pa1DoiCRTSsFsnJss/cq4g9kQAJkAAJkIAIZMfGbSIr718rl1YVCJFTb8kjm/fIors2yNUTCmROLtMYarGK99CQqvryilCFTG1ra1NfiGrVchXlIUyrqqpUKie3bf9OwQq5mq7DQbMlVgv3jkttZhSrqfFLV22K1XSRZDtDRmDHoXflTNt53+1fP2uZ1FfXeZY/33ZBXjv0ju/2xlXXy4pZV/kuz4IkkK8EkhGrmKPOj4l8mogohGQ182OaYhXlIcP279+vcrK65QPVZfDd3OKtt4M7uU6fPl1FzGoJCvn24osvKvmmxS/knDkOlEW6AS0ktSh0vtn0Eqvm43o7v3NcK1eudN2i7iZWMU88fsUVV6hoTKdYBVvz+upXv2qlEnBy0uVM6Yj2nG2Am5k3VfMxxSjSPNx+++0qd60Wq4nYOdfb7XVgzi9eef2ckzfWFekkKFbz9a8Mx00CJEAC+Ung9NuPyKbdXmOfGiNQh7tYVbwurJT1ay+VaFxjorXvkI+3bJTtkmy9RO0m9/xQiVVs98f7GL3t302oQogiDVNra6v6ckaqmjPRghXBCnrnk3OmpmCFgMX73VTzryYWq4jq3CR71GAWyTpEd7Z/LFu2i6yy7gcz8tMsLyKL18mG5SJvbWmSmrrtsj1yH4kVKdtqtI+tb9H7Bffdzpr1MdG0e2SGNG3bLkcFr9VVIts3yvajkbFFoIVfs+HddKLKrZVL5WPZ8qHIjAvbZXtdZFyRiNWRtvLi8oHDaXlrS6OI7JE9kWanroqMLfIhhV4v/fjpt7dIU02tbN8WpuecW/RvUGTsRjuL7lovNe9jXrpV+/ySexWwdLIEKFaTJcbyGSfwu90vCeSmH7laUVomiyfPl4mjvT9GPdlySnYf3ytdvdFPCr0mpfu9e/FtGZ83OySBTBNIVqya44NkRSQnDqfSUYte4gxvKhH5iahJM/8m2kslYhWSFaIUW+sh5PThUOY4EM2J7ffY4o4Lkvfmm2+OOQQpXsQqOKGvZOWel1g1t/X/7ne/s0Sm1zZ+L056PZB7FW+ctbTVYlRv7zfTJaCO5gM2U6ZMUeIWaQYQ0ercuh+PXbrEKu6PH/3oRyrK2LkOEL6QwlhbXMyxmum/EuyPBEiABIYngbBYjRWoIhEZeNTtueHJCrOmWLWvPbb+IwhBi05TquqfIVxPnDihxCrKueVOdbujkBYA7/uqq6tV4IKXsEVdPIe8+qmkBkgkVk25qe4DWScbLmvyFqvtHdJRVRkR8Hg9IdR7qTQ/sUnEiI7W/S5t3mjI0/Drr3GmXaaanMLCtDYqeJ/YLrV3bZBFLVtkY/NS2bA8vKm/o71DKqsiHwNAWB6eER73E40yw4o8jwjh+2tk5xPNslSnBFCCU8J9WJ2HhbE1B8hl1ZZjbtbja6X2Q/MDCXNuGF+lVEai38010D+vkm2y8dMZ1ocZFvvI/IbvX6PMzJxiNTOc2UsKBCBWcX3QciJhKwtHT5Ll05ckFKtvf7bLd3volGI1IXoWKAACyYhVSEUdPWhO3SsiEdLt29/+tm0bkpu8TFWsQiriU3u0jTQAiALVwk9HseIwJn1BakLwOg+x8hKr5jb7dIlVjAVtnTlzRr3p1iI0nljVktQ8rEvPCXJZy1NnGxDab7zxhnUAF+poPjrNAcSqPmhM1x83bpzK3RqPnU69oPOg6vFAhuoDtszxuOVkRR0IeowF6RGc66APPYOQ1/K4AF56nAIJkAAJkECOE/AWqyKixMh2Oaoi7XIl82J2gVKsRvlDqkKW4nJKT6dU7ejo8C1UzRXW7YwcOVImTpyo+nGKWfN3yNWgB1slEqvW68GIJFWPeUasRmaiX0cqWhTy0Z7L1BSrjQ3RdBSJtsLbnzciZbU8dbxmreh0vJ69hDDEaqL5iDMfq10aR2JSI5MPfzADsRp/bvqDHBEd5WoTq1bEbaRZ/k3K2B9CitWMoWZHQQlArI4eUS2n2y7IgbZzrs1MrRgpNeUj1XN+xOrLn7wmR7tapbakXJr6umPaRHt4XrfrV6wizUBPvz0SVkfPms+VFZd5piswy1WXV8vIimprfD19PXK+/YL1e31VnZSVlMWMv7WrTdq622yPBynrtz+3eevO483VbZxoq7qiWkaWV8dN6WBODu0cPn9EuvvC7JEKYnr9NM9bzjkvVceDpVtZ9INxTqoJR0bHi5D2GgTqf3b+iFzRsMT3SwPR1s7rRPMpdY/gy2sOfjtIRqzqPJjYmq7zpUL24QR3t4hVCElcZk5QPAY5hq3d+kpVrGIMSAfQ3NwsSAOAS4tDnTfU7A/P623vZt5XN7GqT6zX80unWNXjwLghLyE344lVlMfzyK3lZIo29KFibm1AaEKUuh0yhnQAaBNpAMBD1wdXLVvN+8lkp6WtlqgoB0ZHjhxxHQ8YP/fcc+J2D2kGbusAeY7I6GXLljFi1e+Lm+VIgARIgARSIpCsWPVKBWDfbhyVI3pwUSFZK3us7dR4NrqtV7fhluvUrd9EfUYj+hZJE7biW1uJHVG4HjlW3bZQ2yPvIrNzbH+OHX/hpQIwpSoouEWq4vELFy6oFFt+o1S9bmZEojY0NFjSNJ5cHTFiRKDI1YRiVQ/O/MAhTsSq6DQbSsROkyNWxGoGxaoldSNb+sWIWHUTqCmL1Z1S45J/Ga9/V7E6eo/Kb6xTFEw7Fj1AzCZWjQjclP7gsXLSBChWk0bGCpkmoKXdtkPvyLmuVlcRCkF666zlvuSSFmUfnz4oLZ1trpGrc6rHSEVxmSyZMj8pwbf/9EHZcfh9S9peM3mBJc7w3M7je9UcMNa542e7okS5Pxx6W80TYverS9dZ8hQC8Y1P35F3z30mN01eKAsnz7OJV92gTneAcrgSlQVbLa2vmzBXrpy2RLWL/t47skteP7VfrhozXa6ducy1Pz03tIG1mFJVr/pt7m5VwttLTGOcZvQwIo67+nussdzesDSheETfz3yyXbBmc+qnydHmU2pNPz/rarls8nxXxiZHFIg3N5MByup7Az8faz+v1glz/twl18eVuc6BvLR3q1rHhxbf7lvM/uXwLnnz+EfWvaE/TABnfBCg1zpoTuBkxCr6QmThH//4RyXi8Mm3c1u9uTUc0aLY5o4yEyZMkJaWFrUd/+6777ZFsXqJVQhbtwtSDteOHTsseYeITbyp1MJRj8OM5DTbcjsIyi2vqzOHrFeOVbSNbezOyysVgC6HN9SPP/64Eo1+xKpmqlm6MXUTqzpyVx8c5ZYqQUfC6vpbtmyxomDjsdNMkMcV44E415IW9Zzj0fcQ7glcznvITaxi/BC6CxcupFjN9H+Q2R8JkAAJDAMCbuIyrliNCEMrfyK2FbscXhVuw8h7GJE5ovMuWlvop8rUo7XRbcZWugEjX6VrhGysmPTTpx7r1KkiM1ZGD9uKmbOLWI2dZzgqr1GOylEjV2oMUxdmVlqFAsmxiq39els/XjZuUhWPIY8qPpzWuVdTeYmhvUmTJlk5V7VYNQWrmY4AcjXZnKtqLY0t53rdwtvxRW3Nb748ElGKdX6/RtavFNlmbJ03t+crsYp0AYgctW2X9xar0Tyq/lIBbJNVkbyrHhGrxnZ8HDaXMIVBulMBRORta1yxqlMN2OccLxWAKWlTua9YNzEBitXEjFgiRwhAKr14eKfnaP5l5d8kNVKn1DMr+0kp4NWZHifacApFPAfxlygCFlG6OvUBpN9t81db3UH0/eidX0ui+WJ+j+5+UdVLVFa3ibJOIalF74ZlX3KNjtUDc5s3xgCBfePc6zzXxm2cWjq6MTQbgiT/4Y6NSkD/9bIvWU+hvp9cu5qPH7n5g+2Pq/bNsuh/6/7XlSCFXP3a0nWu4tk5eZO3c30T3cT63nBK5w+P75XnD72lqt97yUpPcR+v/WTFqm4L8gsXoiATnTiKqEcIN4hYM0I00bz5vDcBzRSi2uvwgkzyg/hEWoNk1ljfQxDKvEiABEiABEggmwSSE6v64B23g3AkeqhVRKIit+PVxlEQTvGptyHHRHPapKbeDuw4nMYpan32qedrimHF39meU6y6iGGz3lFrK3iEkWNbcoz01QK5QMQqtvVDlnpt/9ePoxx296QarQr2aBN5VvGBtVOquslVSNXKSv/Hi4Vfl9Ht6Nbr1FxbI/rTOgSqSn/YEAmHXrxIFu0WmaFykhqHV01dKSvVgVVLZN7RAZlr5CyNRsomf3hVQrFqfRgSHt+iVSvVYVe1t6yUpo/dD93yPrwK80FEajidgSzeI3siB9+5H14VjQz3jFi9pDIse1U7U2XlKhxw1RT++9KK/K57JObwKqYByOh/RihWM4qbnaVCYLiJVR0NCWZOiQbJl0iWJiNW0YeWmU5JqQ8PSxQFGU8ox1t3t3HqthJJR10XUaT3Lb3L6gaPO9MouI3BTZZ6jdWrrJa7buvk1ZYZeYoy3172ZV9CFmW9xKr5nJOH39ddULHqt32WIwESIAESIAESIIF8JBCVGu6jd4pQZySnV2oAccjKWNkY6c8pST2jRyOH9HhEzarWHHU9xxYRXk2Ok8ytuXqkBoiJPPUq5/J4Lhy4s2/fPpk3b15Ktyk+ZO7pCaco84pU1Y83NTfJqZOn0iZW8UE7olZx+ZGryLWKD8N5pZuAM8dquttne7lEgGI1l1aDY4lLYLiJ1ak1E+Rs+wUVDYnLjEIcCrGKfJ+/+uiPqi8dlakjK/2IPzexGmScEJVP7tyktrYniiRFmoif7PydGjOiW8EMeU/95hpNh1hF31p2Joqw1Tf4f73zG7lh1nL5709eU9v6kaohkbjWdeOJVfM1kki8u73YKFb5R5gESIAESIAESGDYE4g5aCeyNXi3I+eoBqVzhxoRYk5Z6VfMeh76FBN96owCjUQR1kUP0PLbp+3UdNvih/vwEqveQjbC6wJyZl4q4pIWQXXjlQpBbwvP0o2Yqlj1OqxKi1R8N2Xr+fPn1U6fdEWsIkUXxOqgDIr63+CgIhlPsgbNt5qlJcqTbilW82Sh0jJMitW0YGQjmSAwHMXqwsnz5bk9L6mco9hq/pVFa9XBTEGEpZ81gvCD0ESeVWzfB3PIXTMVgVc7XuuTSPCZEasQjDtP71dd+N1W//TOza6HmvnZDp8NsQqBDaH6zRX3y45D78qfjn+g1jZRqgWKVT93MMuQAAmQAAmQAAmQQIoElPBrNnKcJhCrOjeqIV7dxapj677LMP2LVbu8rHTZ9u8Z/eroN5fEaqIT3lNcWV/VUxWrbikA3KSqfgxi9fTp02kTq2PGjJHx48er9tzkavpSAvjCyUIkMCwIUKwOi2XOn0kin+en549Ic1ebOuTJlGtBxSoiIHHgE05yNwVhrudYRfQlToxHVOZTe7ZYhySBSbpzrOo7xMzT+d0V61XkKCIrp9dPS3gTOSNW9Rb5ZMTqN5bebUWgxjt8yjkYyEpw0gdX4XnISsjLeFe6xaqfyFOkXMCFHLCICMbBW7j8iGCU8xOx6kznkHDxIgWGW8QqDovq6upSB0XxIgESIAESIAESIAFFQEWg6oNiwkziHl5l5GfU2+R9pwJwIE9GrIbHGc6ziFPCN26LpgFAs/EiSs1ug4pVZ0qBaJuOQ7SSSAWQ72LVLVrVlKpg5IxYbWpqkpMnT6ZNrCJaFXlWcTnlaryoVaQDQFoAXiRAAskToFhNnhlrDBEBSKYPju+Ti92trocBBRGrppTEsJGrFFvFJ46eIPkiVjFuM6oT+TMRwZqMsExUVi+pmS8U29px2rx5KFS8pfc6vAqs413OHKu6HT+HQWG8kKpzx8+2ujDTAySadzrEqsksUeoCnVoBbPUFxogS9itD/eRY1RHHybxU8UZr586dsnTp0mSq5W1ZHPj0s5/9TG6++eZhM+e8XSwOnARIgARIgAQySeDUW/LzF5rl+q/eJjghHNfpd34um3dPtT2mhwRR5hSvMVIzIhedB0Q5pWZSYtXKgbpOZny6SbYbaQDU2Hz2GVis6kOHYg7JiaQpSPrwqkwusndfqUSsOqNV40lV/VxbW5scPnw4LWK1qKhIpk2bJiNHjrRt/TeFqpdcDXaQVW6sGUdBAtkmQLGa7RUY5v1DNCFK9YPTByy51FAzUSaPnqCiJMtKyixCyYpVtP37vVulq69bta0vnQdzqMWq2/ZuSDEdiRpv6d3KgZOObkTdRNIw2cOr9Hhe3f+6vH4qvB3feWhWvDF7HV6FuVw/a5lKYeB2Ocdp5lhNlLNUr+Hdi2+zmtbyMpGoNAVsIiGKxr0krOaV6KAttAFGB84fsR20Za6rn3F4iVXdjt+0Am55nHTEajpyPOX6n7a33npLIFdvvfXWXB8qx0cCJEACJEACJJBBAh37X5Int4tc/5Xb5JKIWD3zzqOyec8Uuf6ray3Zag3p1Nvy8xf2iMTJsRo9Sd1IB+CVYzSSm9R2VrvLVn/0b+ZRdR6g5bfP4GI1etJ7tO9wtGqjTJWjMkPlWMU8wn0cFefBV3bR7Ih0zeCam10FFav9/f0CsYrLc+t/SCSE/zPyrOKQqwMHDsjAwEDKM4ZYnTFjhlRVVYWjVfWXkW/VKVbRqX6ssrJSIFh5kQAJJEeAYjU5XiydJgKQX+8d2aUEHoTUzPppKop0ZEW1Zw9BxGp5SZl1EBL6wUFQEE+zayaqrdhvf7ZLPmg5EdMnhN7y6UvUmJK9tNhDPci9hePnqCYg1JzpDdza1kJ4fHWdXDtzmU0um9IznliFnPzg+F558fBO1cUDC272tZ0fZU3h6OfQKj0HnS8UEbWrZi1TqRfQ1pvHP/Lcku8cpxaL5kFa8eSulrIoo6NWkfYB6xxvzugXIvL5Q2+p4SPtAOqbIt9cG3NNURaSGI/tPXVQ3T+4t1bPvc6zvub6wt4/CT44QP5afZlt4767fcHquO3onLKISr10/GzFufH8EfVawv125/ybPCW2+cZJ929KVLeIVb+S9dixY+pEUeR1inedO3dODh06pIrg0/TZs2dLWVn0AxRn3Xjttra2SktLS0x348aNc20TbcW7dD3dbrz56LZ0HbwpxsEDbn3juYMHDwraxTVr1qy4nJyMkKoArIJeemw4JdatHfSHlAjOa8qUKTGPBWGDRsDL7F/36daHk2U8triX0BYu3Htgpe8nr/vDnJQekxeDRPe07sO57onuNYwBc3fOzcnJuQBeLNJ9zwS911iPBEiABAqBQOf+l+UJiNWvrpFLInbzzLuPygt7Qp7TW3jn/5CrI/9sgDTz2obvPFDKGcGaXMRq9ACoo1Z0aOwQE/WZilhVvenDuyJdQ54uatkiGz+NilWvcppZuGp+i9Xu7m7133XzYCotUJ2i1fwd77U/+uijtIhVtNvQ0CCjRo1SRG1y1TjEyitqFe+hysvLC+FlzDmQQEYJUKxmFDc7AwG9PR9yE+Iwnkw1iSUrVnVfODUewmr2mGlKpEGs4iR2SLyhEKvoF8Jv9/G9crD5pOoLF+TbVdOWxJVeKAdBeabtvKozf8Js2zZ3/fz+85/F3aIPaQjpZ17xokaddyYEbnlxue+T6rGmrx16x/MGNyNKzULxxokxtHS2qeJeY9eC/qNzhy3OELtXNyyJK5LdxhuPj7km5vjHVdfLjDFTfQl4RJrqy1xX83E8jzZXzLrKlaUbLxQcPaJaRXmbKRHcGnBLVq/fdOG7KVb9ClXUg9z63e9+p7r85je/6fqGDG82X3jhBbXVCQn1IaxOnTql6qxevVrmz58fM+RE7b799tvy+uuvu7LCm8o777zTNpZ/+7d/87xH8cS9996rZJfZrtt8zHHpOhBizzzzjNWG7mjv3r2ydWs4r+6ECROUwMQBBW7jc2MEcdzc3CxXXXWVrFy5Mu74vZ7cvn27vPvuu4r7+vXrY4r99re/Vevidjn7DcIG7YL9ddddJ8uXL1fd6D7vvvtuJZrNy8nSjS1E4qZNmxQbsMSl76f77rtPSdZ494fuT48pHgP8AwPjdJPAGzduVOvp5JToXkP///iP/6iEs3nfoD1cbuuEx/Va6vtyqO6ZQDcaK5EACZBAgRCAWH3ytWOy8HMPyrLx9kmZ0kw/4xRpbo8XCJphMY2gEavt7e1Kjnpu/3dEq+pynZ2d6gP4ZN57ey0E2kS06syZM60iTrkaLy0AIl5RnxcJkEByBChWk+PF0mkgoE+ex2E9uHBY1am282q7vhmdqLeE6xyfkGht3WHR5na5RZdCzkG6fe6S69VJ7LfOWi47j++ViuIyuemS65QARbu4zrZfEES4jiqvVrI3UQRtGlCwCRLIGIF42370cxCrl19+uW1Mft7k/fGPfxQIHsi5G2+8UebNm2drA5/eQ1zhguzUUZN4HKLogw8+kAceeCAmijNRu++884688cYb8g//8A+2/j799FPZtm2bkqpf/OIXrQjG//iP/5Brr71Wli1bFpe7bhf13eaDce3fv1/N+ctf/rJMnjxZjh8/Lr/+9a+t39EB3pi/9NJLqo0lS5ZYfaIspCCE4B133GE9/uSTTypRuG7dOtWmvnbt2iWvvvqqXHnllXL99dcnfc/84he/UJGc4PzQQw/FRK0+++yzqs177rnHahtrAym8Y8cOmTt3rspFiysIG9RzskefR44cUWuEMZlRy7cf3iYAACAASURBVE6WbmxRH6kc7r//fqsuxgx5D9H5jW98I4aT2zx1Ia/nEJGKNrEuzjbx3KOPPioLFy6Uo0ePyte//nXXtXEbvy7ofE7fM27rhDp6LfV6DNU9k/RNxgokQAIkUEAEOg+8Ik+/fkwuu/3rcpUhVhMJ1ETPFxCigp5KELGq0wAkyqlqRrDqsji4Cgeq+nnP7Qc85Cg+tB4xYoQqHi8lgFvQBdMB+KHMMiRgJ0Cxyjsi4wT+944nrOhCdI4Iw8siW5pxqruObsQJ9biw7frj0wct4YmoPEQc4nr3yC65bf5qJUirI0JUT8jcJo4crtiCja3Tj+5+UUWrmiJWb7FPlNMz47Ay0CEigcH9WPt5+cqitQkjajMwpJzrQkesgtGGZV+Ku1U/5wZv5E1y2/ZjPvb+++9bAtDvmzvIxZ/+9KeyZs0aOXHihNoO/5WvfMWGYffu3UoMPvjggzFSD/Uhiy677DIV0agvP+1C8kH8ffvb347BjohGRP+tWLHCEqk/+tGPbL97rZVuF8IM47j99tttRXHo1Zw5c5So/NKXvmSJ1d/85jfW76igy910000xXek+/u7v/k7JRbyJf/nll1Wkols6BV3ejWG8ew6SefPmzYo95CFSL5icUfe5555TTXzhC1+IaUqvnZ5nEDZo1MkefUKMIoIXhyyYjCEbTZbO393a0wNHWUSqIrrXyTHePOM9pxlqBrovREsjwgRC+rHHHpO77rrLFiFijsl5b3g95/V6QHnnOIbqnsnFv2EcEwmQAAlkkkDHgVfk128clwVr/9omVjEGN3GmH4/3XCbHz75SIxBErPb29qr3NH6iVSE+zXsJO27w/tnve+9Es9PpAJDuyBmdakpWtKN/1z/jO96XxkvTlah/Pk8Cw5EAxepwXPUszxnC80TzqZioUL3NGVuyX9n/ujr5XudFNYcM+Ym8ltjSP6ZipCqnt/frvKOIdn3knd+o52sqqqWrt0cJW0TL1pSPVFvLkU8TkalaqkLwzqmfph5LtKVaj0fn6kSey4WT5+edcNMHHvnJzZnl2yZr3esUFLg/7pi/2nfqiqwN2NGx13Yf840Vti5hGxLyO0EYJvPGDsn2IRgh5RDVhwjN2267TWpqaqyR/OEPf1Bv0G644QbfWPy0i4jKPXv2CLZ+u12QrjhpVR9Q9fTTT8uiRYtc0w6Y9XW7iA597bXX1Nz0G0w9R/0c0hggvybeEGPLv/4dgg919e+JJv7nP/9ZFfFihGhMyD8/4zf7AgNcEMwmU7NMor7RL7aUIeo2CBv05WSv+0RkLg5NA08dpetk6fwd7f3+97+3ePndshZvnvGe++yzzwSHnTnva3CBfMdrxuTsXGu38esybs+99957KurWjGZGeefjidYt6D2T6F7l8yRAAiRQ6AS6jr4jf9pzVmZec4fMczl7VUcdlpaWqqhA/HfILRLRPKAIzNzSCBQ6y3ycXxCxCqkKuep1aJXz/tC/4z03ggEQnJDM++94XNH29OnTPfOsuslW3R6ew32NlF28SIAE/BOgWPXPiiWHkAAiUCFTu/q6VUoAXDdNXig7T++XKVX1lkjVP+PgHhzWgzLIN1pRUi7TRk+0clPqk9O/sfRuwUFIkJ76sCKnmMWBUjc0XK4iWCF9cV02OZzvEWkCUA/XFQ3hrbxm+oA/HHpbHYSFXKpoQ9cbQlRpa1rnul0wpiHmkKy0dZLnDelDtOIdoJXLU0wkVfEGsKmpSRYsWKAiTnGKKN9I5fKKcmwkQAIkQAIkQAK5QAA7DLCTALtN8MF0bW2tElJehxVhzBSrubByiccQRKx2dHTYDp+y3QcuuVVN6Y4P7ZFOK11iFRGx2KGELf1mRCryv6rfZVDU//CzcaAVyOD34uJiVTfVSx2K5jzALNVGWZ8EcpQAxWqOLsxwGRYiPnGKOyQpok6RC/VXH/1RRaoi7yqiS3FVlJapk94hUnGw09SaCeq0+eqSMrXFH3lU9RZtfTo9yupDgCBDn/3oT6otHCalxSz6xPZ3XE/t2aIkbnN3q3x16Tr54Phe1YcWp+gLlxa/eo0QyTi+ui7v5CTEamt3W9xDnobLfeg1TzDq6e/xdThVrrHy2vZvvakaHFT5nLAF220LeK7Nh+MhARIgARIgARIggVwkgFQ7W7ZskbFjx1piFXLLK3oxF+fAMUUJBBGr2P2l33s71z1eNDOew64x5O7He/R0XBCjCJrQKQfcDq9ySwmAvvG43wOsTr/9iGzabYx48TrZsFwnJT4tbz3SKDM2XC2O89+iFU69JY8cniEblo+Uj7dsE1m5Vi5N67lZGMMm2RPpcdFdG+TqCTjt9C15ZLN+VGTqqvWy9pKoSMa8dtaYj3XIx1s2yvaj4YbM8jYGtvmLSPvHsuWJZllqMbC3IzG89Finysr7wyyUnN4W6VhE3Oegy9vnq0FbddJxc7ENTwIUq7w5skYAOVT/fPh9QcQkxCqiAifVTFA5UHVUKaQltvLjUCmU+fysq1UdXNjmjyjVi92tSsLikCsdYYit7ZCj2O6vRSvqoF1cOEVdR7xe2bBYntvzkuoH7axouFwdcIUUA+jvw9MHVYoASFaI19ljpsnzh96yHbTlhIjt4wfOH1Ft6EunGtCRr14nvOsT491Oor99weq46QZe2rtVpT3Ql9sJ85DMyFl7uPmkTRJjfOC5cPK8mO3uzpPrl0yZ7ypkneX0XJx8ICxfO/RO3HsPY3cbCyrpFAwHzx1R0cz6giiHCF88eX6MDHXjiXpIC4E8vs7LORf9PFJKJFo7lHWbo1tfWDN8aPDtZV/2TDPg1Z85ZtzTV05botpIJFXxxg0H7yCx/Xe+852s/Q1gxyRAAiRAAiRAAiRQCAT+/d//XQ4dOqRyyWupqr+7CdZCmHOhziGIWEXqKX2Z0aheKQCcuVg/+eQTJVhTjVrFPVdfXy9TpkxRw/GUqo6oVfPfDhhbdXV1nOWNCEJZKevXXiphJRmWek0OSRn3HrHEqqd6TeEWC4+x+fKITLUk5wxpfGSn1ETEpR63QLpKVLia8tQeeRueJ8ovatkiG5uXRmSy2Z8pUBfJuohYtbdjH59N5oLL+zWyfqXINlPMqjk0yoz7l0rzE+ExWKIY5a210NhOy1tbmmRRzOMpYGVVTwIUq7w5Mk4AUmzr/tfV9vl7Ftyk8q1CWiLiFFvvf7Lzdypi9app4a33pvRC3fPtF9RBVfgZz6EOLgglSCrdLrb26/ypeB5SFVJUi1lErkLA4tJRqBBziEy9c/5NSvw5c7nq9AS3zlrumYf16Z2blVCFqFw6eb4aV+O5oyqtAa5vrrhffce4MRdE6OoLIrchkucVYg6i+MXDO23Pe6Ub0PlSdWGI6un102z8TMmMqN0Z9dOUtNbjAxMwcM4PMnb38b1KAOLSkb5OIYlyb3+2S3F7YMHNUl9V5yoL9Tq+/MlrFnuMZ1R5tTpIS8tSrA+EuXnpFAZ6/a6cvMC6D/aeOmjVRXs3zo0ehuTkibbXXHK9GiMEvPNyzhn3pBa2WLvD548owe62dnhMz3HboXcsSY/cvWZfaOdH7/xaNWFGWDvH4uwP/K+ZvEAVw8Fs+v7VvLwS1UOo6i/kc4JUxaFRvEiABEiABEiABEiABIITQM53HNSIgxMht/SXV7Ri8J5Yc6gJBBGrCFhwjVAuCon6v5D7F+aC55CjFTvJLly4IP39/YGmiHsOef/xhahVXK6pAFzSAZhCFz/jAwKvy2uLf1QOttoiRWWqFrD2iM1FixfJHnFErLYa0aRTF8kiaZIaFcnqiMa02hSJjTDFyJ0Rs+gbUbGQkmYkrUPASjhKdJussqJY1XxtAjUcXVv74SPS2BCRmy71nGPwblfco3shUreLrLLJa0hh5xwwV1MWh1fu9NtbpOmydEcBB7o1h0UlitVhscy5M0mdSxUj+sKi25Q4fOaT7XGjP4OOHhLRzNH60OLblURDn5Cubd1tSm5CfELuQnrhMTfRhnHvObFXcEjV2Ko6K9+qc2xabkJ8OU+P11GHiHg0LxyopcWYPnxLPw+5hwhefbmJRv2cziurf//uivU2iacPYcLzELhOQWsKS5RBflpTnOpoYN0+xDHW0Ckl0Q/kqHOebutojhnrg3XBZTIxH8d6/XLnJpXOwat/HQGKdpyy0uQJ0Z5ojCYztzyrWqJ7McXj/3vHEyqK9rb5q2MQmO273TPOCj/Y/rh6yBy7PqgNTHAh8rW6vMr6xNvc+o+f8WYN30+ePKlOMmdO1aB/YViPBEiABEiABEiABMIEEG340EMPycSJE5VUhdhyRq6inPNAK/LLPQLpEqtKtBr5VfXWfLc8vKCA9+c4aBRpBYJcEKo4CBTte+1ei5cWQPfpR6ya4tE5VrvoDIvLxpnrZZVsi4nw3F6H9AE6FQCEoSEIrQjNsMSMbs+Ptmlu4Y/LzJKUtbLHlqIgsVgV8U4FEO1Ti1tTZNrlrlvEqpr/ZU2yZXuz1Moe2RPZ9a+274+MJ1YdEaubm6z0AWpMQxoNHOTuLPw6FKuFv8Y5NUMt0iDLIPIQ8Wdu2483WEgoRLZqgWSWhWS7Ze51VuSijgSFrHKWR9mK4jKVtxXb5s2t5LpNiKvl08MRs/qCcH1y5ybroKwZY6bGbDfXUs9N2mG+n5w+ZOV91e2actFLrIKRlq/3XrIyJlpWC0NzvmZbZmQk5n/f0rtcUZuizzkHtz4QxekUhukQqyYTU/Ca0tQUruZkIBp/uGOj9ZC5xT5ZsYp0FToq1U2smlHCblz1815jNQUyBuy2tubc3MQqnjd5/fM19yvZbb5xMiNVtVyFWH3qqady6u8DB0MCJEACJEACJEAC+Urgvvvuk0mTJtnEqlvkKubHg6xyd5WDiFW3VABarBaFitRktVh1ClZ9P+A9emNjo+AwqyBXQ0ODipjG5ZZDNZFUNaNW46UCcEZeOscKseoWyQmxahOyMTlW3aJJ/UaHehFzpi1wi2Q1UgYkEbGq88GG86CKXWyq4bj3pXO1WhG7EKtPbJdavbVfC+XPz5DG99wiVtfKpZ6RvejXTfIGuaNYJxkCFKvJ0GLZlAloMWSKQmdkpFcnbnlLdVm0N6G6XuVIdR4uFW/Q5jjMcpBkZn5U/RzEpb4gbJ3CzCsCM94Y/IhVCDdE9uJyi1o184FqUWyK1USCUI/PKSXNqFctJbHF30xf4BSOqYpVCGikg8DljMzUwhTroFMquLE1Baw5vmTFqlneTayib0SkannvvJcxDp3/1zlOHQGM6GEtb+NFJKO+l1jVY0D9r131Rdun1G5Sta+vT06dOiXPPPNMyq9pNkACJEACJEACJEACJCBy7733yoQJE6SkpMSKWHVLCwBWsWLVefBM9AAbss0sgSBi1Xl4Vbzcqs4crPp+wHv2o0ePCtJ1JXuhzenTp0tdXfjciFTEKtqqqvI+RcorFYAWrkubN+aGWFWHVDkiOT1kp5WL1UWseonitZeEUx5455WNf4CXJainHHHf8h9PrNqWx9FPTAqBZO8mlg9CgGI1CDXWCUxAiyE04JbLM17DiP7bcfh9V3GqBSmE6NUNS1Q0rM5NCimJaNNX9r9uyVJd3kus4vGa8pGCw5eQKgAX0gWYB1JB+jkPkzIjPlFHtzO1ZoKKpkXOU+flR6xCkprRjWZko45GhfDcdWyvFYFrilVTNKKc2zj0uLy24WvJiHad8zTHE1SsIidqeXG5lYsWOUQXTp5vpRpIRoqa4zNzrSbTBnj4EavOvLU6r6teF68oVKxJc1ebih72Yu68V9zEqs4jrPPe1lXVxiSq19v/8R1fEKuIWP3tb38b+LXMiiRAAiRAAiRAAiRAAlECX/ziF1UqAC1WkQ7ATAngtQWcDHOLQBCx2tHRobbyO/Os+j28Sm/fx/tzBD8ke4gVBP7s2bOt3KhmbtV4karOcxmwEmirsjJ8JJX75XZ4VXR7PsSq27Z9eyqAcG7UTTJUqQDc846Go0g9Dq8KZ6SLybHqldrAPk83Ug7hqQ+lUjlTzXG4HbTVKDMgVp9vlqWRw6/ESo2wSmR7NMrWngM2dvy59eoq3NFQrBbu2ubkzPTJ7OYJ5n4HCsllHnZk1tORpFOq6gUn1kOsIs8ntvvj0ocu4WeUvaHhcnWIlVtaAZRx2+LuZ5zOfJfOOm55Qf2KVTPq1IzkhFg73HxSHfLk1VYykbReZU2xinmZB4OZh1kFFas6RYOOuNUHNF3REE7JkIwU9UppkEwbzj69IlbNNAtmnlSdusKZaxftOqWrOd54954pViHrdWoMU/I73zzpiFVTquqI1WeffdbPbc0yJEACJEACJEACJEACCQggWrC0tFSV0kJtwdq/luUTw4dZeYlVJZh2x0aoOoVJ/O5jc0X6WbDwNuajonI6RsSSqmeTQIlaCtZ3olaz9XwQsYrDp/D+OhWxivlevHhRDh06pCRtMhfuvWnTprkeWuUpVmVQBgcGVTemiMUHA37OYAjft8YorQOlvA6ayuDhVUpCbpdIytLIICOvMXMbPQKhVq23DqpCwdhUB27zmSZHtmwUva1fU7C3FRuxajKzveYc49XP6denbt+qY5Y3DvJCOWeEbTL3EcsGJ0CxGpwda2aBALY843IToqZcPdZ+PqaMFqrmtmu3tAEQfOe6WgWSFvJKiz2/04VcRXTtsZZTrqkJnAcq+RWrTmmLNATV5dXqVHkdFelHrCbK4+lXrGI8z+15yYoC1lLxg+N7Uzq8CtLx2T1brMhkHWGbjBQ1RaXJO5k2sN5+IlZRzmSmDwZDFGpDzUTREazm/eOUrqacRTkzL6xZzxSr189aJk/t2WJLQ4BoVfPNkZkGwBSrvb296tPw559/3u9tzXIkQAIkQAIkQAIkQAJxCNzx+c9LQyRiFXKq57Nt8uybIbnu3jVy6chEYhWGR5+eHu4kk2JVZJGs05Fx6JxiNal7He+tu7u7UxarEJxnzpyRY8eO+e6/vLxc5s2bZ0lV898C5s8xgtVDrKI9/QGB70GkqaBNCip5aERspqkPNkMCQ0GAYnUoqLLNISOgc1a6CVGIveqSMmnr67FkEyTp0snzVYTgB6cP+Mq/6kwTkGjrfKLJQkC+d3i3/On4B6qo81Aov2IVdZ2RmIj81dGqeN6rLTO61CvyUs/DzBlqphNwRqyiPLj+cucmG+9poyfKmbbzcvfi2xKhsY3XzFfrtpXflJyJcqya9bXoxGCGSqzqfKnoA/fPDbOWqzy0XvmDnYdWOUF5rZEzFYAzinndojWqKf3GyRmtCrmKN346FcCmTZsSrhELkAAJkAAJkAAJkAAJJCZw+7p1Mm3iRCWlVDqA7kb58/PHZPq9t8qlRQflladfl2M4KT5y6ei28JbolbLywnZ1ero+6TxWrDrzsEok0tQRCXjXBplx2BFN6BSnkTHofJkr67bLdrUte3z4mRixmqa+I/kfl85slE2RA3+mHQtHzUbB2AVzYvLpLREkYhXvuZEOINWI1Z6eHhX8gDyrftMBlJWVqUOr6uvrBT+b/xYwf/YrVkeMGGGTtOmlm6A1j8jNjI6BnZFAAAIUqwGgsUp2CCg5enyf7D//WVxBqiNOZ9dMlMWT51uDbTx3VI60nJSuvm7P+jrqFYIWh2EhhQBE2dz66TKpZnzc3KToCJGquOaOnx0DScu0VMSqW6oBMwLVS6wmOr1eD9br4Cg87yZW8bhZR7fjnKPXHeMVHeuVIzXeQVFmH0/v3GxF0prRn4nEKu4xXDqvrilMEwlpU5binqkoKVf5U52XbhPrpvvRHHU0tZc4dsuxas717pnLZcGkeapLvMHDGyh813lVTbGKN20Uq9n5W8ZeSYAESIAESIAECo/AbevWScOECZZY7T28XZ57q0iuvXeJXPz1i9Ky8qty2yXhU2dCHZ/IS0++pk4CVxIUUrOh0XbYToxYbe+QjqpKsbJf2iL6otvxF7VAVNbaIlCVvL0QKyytg4hWimwzTyZ3itV09R0RZ2Jsv+5o75DKqmhOT3tOy8zfJ0HEKkYJsaplaNDDq5Bj9fTp076lqrqXIrJ+/PjxKscv0k4EzbGa6OCqzK8GeySB/CBAsZof6zSsRwlx99qhd6xDmQAD4skrP6qGpQ+O0r83d7cmjFh1Hmalo2DNCFnkwLx0/GxXyQohiMstfYCWYmYEJcr6iVg15aApHc2cnvHacksjMHG0mUgpTMmMbDUjSPGcl1jFc6a4xe+pilVzHM6DsfShZF65SE3R6yyTSKyi31Hl1db6mawTidV4B3qZL2AddY2cuM7L64AyXc5NrNoieYvL5a+W3iVVZZWWVNViVctVRKvqVACbN28e1n9bOHkSIAESIAESIAESSBeBmpoaK2IwmmP1a7Jswnn5yy9flNDnHpSrJxap7kKhM/L2zzeLmGJ1+fjwgT4RASrIf9q8NBpFqgeqTjvfE/lN52Z1iNVPZ8h6dUhO+Ip3kvvGSFnVnxayXqkAUu3bc3u3PepWFhvRs+laIJ/tBBWrSAWA99h+pKoZ2Rq+H0KCPK379+9XbQS5ECk9Z84cQcSpGZ2KtuIdYGU+jzaQCoAXCZBAcgQoVpPjxdIZJmBGDELWzZ8wW20/x6E9uBLJ1WSGC6mKq6Y8/B0HX107c5mKKkSf59svyInm01bELMqvaLjcFp0KaXaw+aTcs+AmMcWleXK78zAjLcvQ53dXrJeykvAWDlx6/qbkNPNxOmWfGb3o3IZusoSQdY7R3FbuzAOLsWhx6ByjHqvXgVHx1sAtYtUcB6KPzahPZ15X5/zB5vd7t6poVbeDwrzEKuq1dbepw9HWXHK9tXZeuVrd5oSx/XDHRvWUU3jr8nrt3PiiDA530ykj3OZutv/NFfdbw7BE9KDI7Op6+fKSz8WIVQhV/aXF6gsvvJDMS4RlSYAESIAESIAESIAEPAisufNOmRaJWLXSARQXS3HxBSVWP4zU01INv+IwGitiVW3DD2+5b1q1XpynqFsH2VjS0f1k8XDEqv3YHtW1I4crHrIL14jcrItEz75fY8nZtPUdI1Z1ioHo4V3J5ZZN/+0YVKwiiKGzs9N+SFlIpCgUlunmAWb43bwPID4bGxvV4VV+UwA4Z472Ro0aJTNmzLDa1m3FE6tmmaymAUj/UrJFEsgYAYrVjKFmR0EIaPF23YS5tkOAIJKQW9Qt12qQflDHPNk+URuIivzk9CHZeXq/jKkYKbfMvU7qq+tsEZ86YlZHyuL3O+ffpMrhQpTnzuN7rS3r6v2OIWsh2dA+5LFOR7Bi1lWqLub/0bnDoiUtxvPK/tdj2kIKA10H9SAWIQ81N8i7iuIy0WPUB3xdZqRQQD2sgz4QzE0oa15a8KGMW0SmydUUvW68IR+vbFhsE80oB4G5df/rKk2DXjccNIbrg5YT6jvuF0hxU1LjcVM8e62xltjmnHXZRJG4ev7O+1Wv9x8Ova3WE5yXjp9rWxustzPNBdYH9xak/o7D79vud50/GGknrIjk3m411CkV1fLAFV9QaQDMVACmWMVWo//+7/9OdKvzeRIgARIgARIgARIgAR8E1nzuc7Ycq8izqnKtFiNidYuKWF0+IWQXb5FTvFUqADO/6eYmWbRYZI9EI1ZjtsgrSdkoM+5fK5dWxY9Y9Rp+TCRrZKt+7eJFsudCVKymrW+nWHWJYA3nnM2/iFUwhljFe28dtSohkRD+LxRSYhWXfm5QBqWrs0va29ulra1NSVXUTeVCH5Cr1dXVUlVVJRUVFaq/RGIVzxcXF6toV14kQALJE6BYTZ4Za2SQgBarEHULx8+RSTUTpLuvR0WOIrIPj5uHVQUZmm7jK4vWWtLTbzsQWh8c3yvYnq63rENyQmBinPqCTJ1eP83WrI6SdPZVXV6tomTRTk9/tI2y4jJrfKiLPnQuV4wD8s15mXXM5yA10b55uY1RP4++zEuP0Y2TbtstHYJZ3mv+KOOWpsDZF+ofPn/Exrm8pEwa6qfZcpea9ZzzcBt/fVWdErJeZeONTc9JtxFvvs61ca63de9U1ak5IqLW617B4+daz4fvl0H8b1DGjxznKlYRraojVilW/b7SWY4ESIAESIAESIAE4hOAWJ3qiFg1xeqHi+6Uh5aND4u102/Lz18IqTyo4iISlVzcLWJuiXfmSQ2X8UgFEDkY6lKV0jUsXc2DsfRM3FIEWNGpRoRr2vp2FavbVa7Zq5GlTB9elIepAMAUQQxICWBt9S9SWtUm0yFPIVORSxXb/82I0XS8xsw0AxCryL1aWVlpiV11DkP4Hww24YqyuF95kQAJJE+AYjV5ZqyRQQKQTS/s/VPcyFS9hT/Z6FVz6/9Nl1znKeP8TBdC7Y1P35GZ9dNcD67y0wbLkEAqBNy2+pj5VXWOVYrVVCizLgmQAAmQAAmQAAm4E7j1jjusiFWdCiAsVoulqOugvPLMG3LM2gK+UNZtuEbU5n/XCM3IFnmbYLTnIV1013qpeX+jbJfwoVStERlrpReAmI1cU43DoszRu+dejfQTaTecpzVNfbvlWDXztkLmXt4sGzfvkQ0bNmTlVguaCkAPFlGrzkOs8Byk64ULF1R0KuSrecDUUE1UR8cibyqiWGtra23yVI8Bka6MVh2qVWC7w4EAxepwWOUCmCOiB080h6MmL3a3qQi+sVXhLfWItGw8f0SlBsBJ7PpCnk3zwtbpc12tUh3JYYqySyfPT6sIxTjdohULYAk4hRwn4EesQqrqw6uQCuD3v/99js+KwyMBEiABEiABEiCB/CBwxx13qFPZIVVjxGpRkS3HprVVPD+mNqxGmapYRTADIlH1Fnz83NraKi0tLYLnguZQTXURMB5IfqQKwBdkq45uRbQqnuNFAiQQjADFajBurJWDBLAdHtvQz7U1yZm28+rwKS1fz7ZfkK7eHhk9olo9Fm+7eA5OjUMigYQEKFYTImIBEiABEiABEiABNCicnAAAIABJREFUEhgyAhSrQ4Y2ow2nKlYxWESkIjr1/PnzKgVXqrlT0w0AEaqQ//X19SqKFWKVFwmQQHACFKvB2bEmCZAACeQMgWTEak9Pj5w6dYoRqzmzehwICZAACZAACZBAvhOgWM33FQyPPx1iVbfT0dGR01CQe3XevHk5PcacHdyx7fLwo1tl9UMPy8opOTtKDixDBChWMwSa3QwPAviPJ5KR4xTG0pIS6e3rU9+bW1qkDNuCysqs5/EfspbmZpVMXJcDJbOsbkPTQ1n0gcfRlq6P53Ub+I5yZ8+eVX3iws9jx461+q8ZPdoqj/Z6entVOT1utG1eqK+fw/jwMy419p4eNWY8hp/1fPAz2tVlMWb0Nbqmxtb27t27ZfHixdZjen54QJfXc8G4dB/m/PUcMC/NwmQFJm4X1gqM9Pw1F5Q11w1jBmv9HeV1X+fOnZMTJ07IokWLFFPNJdN3PMVqpomzPxIgARIgARIggVwngEjBpqYmGTlypJQ53t/qsaNMc3Oz2h6dyuE9FKu5fjf4G1+6xCr+ffLJJ5/kXLSqpoCo1UsuuUT92y3I1fbBM/Kvz+5zVF0tDz68UqYGaTCX61z8QJ759yZZYc2tTT74ze9F1twrC0fl8sA5tkwRoFjNFGn2MywI4D/EHe3tSp42TJ8uez/6SK686iol5SDfIBmnNTTIe+++K0uWLJFdu3ap7++8+64su+oq+ezwYampqVFv7nDNnj1bIO70hU8U0ceYMWOUKN3y4osyf8ECmTRxorz55puqfdSBiITkQ2Qi+l65apWqd/bMGZkzZ44aH55HO/iP/oEDB5TchOSc3tAgs+fMsfo8eOCA+rm9o0P6entl0qRJqvzYcePUJ5x/ee896zGUw7zxPIQlxoO+UBb/0QaPtbffbrsXtm/bpsanL8Xq5Ek1dvQ3OiJL0T8uPD9v/nzb/MFr3NixinFJaamqd8WVV6o5Q5CePXdOccV1/PhxmTx5svoZ88c4Dx48KJVVVYq7Lqd/xnpizXbs2CE3rFole/ftk7FjxlgSFc+jLsYL7mg7G5/8Zlusnt/8LVnz/Tdsa3vt916WH99Vn1uv/TOb5Fu3/0BmPPqefHtJbg0tPaPZIz+68m+kMRfZJ5pgZG3Mu2h9wa5TIhh8ngRIgARIIB0Ezpw5I0ePHlXv76ZNm6a2P5sXcs/jvSHka0NDg9oWHfSiWA1KLrfqpUusqn+3tLSof2fk4oV/M+p/ZyU7vqPbHpbHXp0n93zHLhbV42fukX/60kKpTrbRvCrfJm0Xq6WaUjWvVm0oB0uxOpR02fawI6DFKiIalbzs6ZFJkycr0dfU3KykmxaGKIM3e1PwWG+vNDc1KREJwQmxCAkKgYj/GGvZZ4pVwIWgReTmzTffLCdPnJAzZ8+q+lq+ol/IW8hMSFOIv1UrV6r2IVQRdQkRuW/vXlXvz9u2KdGI8hCeeAz9IxoTdSAb8Rie02JVi1G0f+L4cTUHzLW2piYa2VpVpeYDJhDJEydNsu4Np1jFE5DEuPS8MU7MQ0e/gos5fy0z0Rb6xnXLLbfI4cOHVb/gq2Uq+H/22Wcyd+5cVQ5yFfIachpzwLxwoZ4pxY8dPy7jIoIYchptQ6pCNOOCTEZEK9pet25dxu/97InVsMjbKNfKv7z4Y1kXxidiSbL18vh735ZFGSfi0SHFaq6shH0ckXURQwhrWU+5mptLxlGRAAmQQD4QwPuj06dPK3nqlKvIfQnpevHiRSVd6+rCB+MGvShWg5LLrXrpFKuYGaT9p59+mlOTnDlzZuAPEcKRqhIjVdUEsT3+zdqwWI1slTcnHt02f1S2P9woMx4SeSyynX7GoYelcdaDIo8+JltvfFAeXiWy/eHHZKvRQLz65nZ8ZzRttB4iTf9Vnv3IaHSBFsHO54zoWzNiVf38rJixuvPu+Se5d2FYJUMuW/PAA1b7OXULcDBpJkCxmmagbG54E4BsO3f2rJKVVZWV6pPv9/7yF5k/b57aLo/nEEkJgYftSBClkIGI8oSEhZiDyMTPeAwRmIj01IJR5+nRchaCETIT8lZvyUef+HnPnj1qMSD+EAmrBSDaxCeURw4fVs9DmiIKE30gCla3p7eFIEIU48XYUAZzGDN2rBKzuCA91TgjUZt6m5Uz4hQRsrNnzZKDhw7ZIjrdxCo46i36aB9MIEcRKaojVyGNMXaUxafB+nnIV4wdvHGBhZnaAO3pyGDMAWUxJ9THOulPlcEW88bzeq3wRkvPCzyxzpojoloxZrRtpjbI1CsiO2L1vGz6+zXygx1e8jQiXVf8i7z8n+skJ2JXKVYzdUsm1c+e/7xS/uag8z6J3F+SQ/dPUrNiYRIgARIggVwg4CZXsf3/yJEj6kP/dEhVzJNiNRdWO/UxpFusYkT4twrkarYPscL2f0jVoJGqmIuSlh/Pjx+VGpGPE838o0q0nowIWYhVLVDDiQPCUbCmzGyTtlHV0chX23b82PrWyqtye2W+jqY1+q153xlRG5Gp4x6Uf6rbYZuXLfrW6nuGND78mJw0RKo45mqfR7T9h1cVXIKE1F9sBdQCxWoBLSanQgL5SMCZYzUf55ALY86KWN31I7nyoY0Sb8t/bNSh91b1cNkZjghXLW81ZUdkbFz4Opo2UuivHpf37mt0SQWQuI/YVAde40jclhpNhJ05fCdH/32arRh8p/1KrY91Yf5/74gd9jEOEeecxGPNE809OrbvyffDqSPUmCQc9RwzPorVXPjbwjGQAAmQQCEQMOVqdXW1IAUAIlbTJVUpVgvhLgnPYSjEKtpFQIfa8ZalA60QLIIAnKA5VfUK+xerhtxEZZvwhBjdIbVGKgEIyR110chP646yRb7q9AOx9aN3oPdzSnoKomGjktN6bFZjNNrWeTvbxKp93CJhySsRieych+J1YYWtz8J5tXAmmgDFKu8FEiABEigAAtkQqyrK8P8kEJ06JYAlzZIRqxExagi3sGwUe9oB1/WLratk5uONcu2ON4wcq4n7CM/THpXrPo7EbZlS1bbF3cHJf5/OyUf4rrhW3pDV0UjhmHWIyt144xBxiTp2Fep+5m6IbjfJ65yKD3FfAC9dToEESIAESCBDBBAteOzYMZUaCxfSRE2YMCFtvTNiNW0os9rQUIlVPSmkn0A6uExeSGc2dWp6IibjilUlQUUe/E6t7HBslw/P11uMugpJHI6l0gJg7KYwjSdW0Y9jW3+kjXA0qQt53Ydjm7+VQoBiNZO3a172RbGal8vGQZMACZCAnUDmxarfaEJnOf9i1T2C1UWYutwMbmISxcKPi2iZmLiPcDRl7GFQXiLRGXEbW85927seGwTuatnqs8/YqWt5GZuewckk8Ti+LZM9RLazrcQcESnrPzWEFa2bS2kk+EeHBEiABEggbwkwYjVvly7jAx9qsYoJtba2qlRqbW1tQzo/RGcjfdnIkSPT1k/CHKuWWHVErNpGkDhiNSaCNUHEq/cEw5K16ZqHBXlcnRGrnvVi8qo2yYqHkQqAEatpu5kKqCGK1QJaTE6FBEhg+BLIvFj1K8mceVj9ilVvceslTaOrH0f6RqIgw2LVTx9hyblREh3C5aet+Id4Reflt0+3+91bPLvLTxc1a0XoPiCNyKGbMMep37n7k+LWwWeUqsP3DxpnTgIkQAJpJMAcq2mEOQyayoRY1RhxsBWiV9MtWCFUEaVaW1s7JCsWjvzU0afRLqz8opGIVTFykdojXf2J1cfO6IOldA7WxKkAwuJ3ojz48EpRMbpGDlQlVs08rtY2/n+S2jf/VZ4dF00TYGsnyRyrZkoDpgIYklsw5xqlWM25JeGASIAESCB5AoUnVh35UWOQxBOdcQSe7fAqf32EozbfsI8gZiu7v7aiGU69yofn5a9Pb7EaG2ErEjeq1JVvRPAm3Lbvd+7eUt3sPrE4T/71wRokQAIkQALDk4CbVC0tLVUwkGMV27IvXryYllyrTAVQGPdYJsWqJoZD1C5cuCDNzc3qoNwgFw7bxUHDdXV1gsN8h/oKi8d9jm4M2WrLjSoiC6KS1L6tP9xEbI5V+3b+1Q9F5KegnRrZGRM5Gh2Kc8v/PEvwOlIEiIi13T8iWbdazRhziYlefVbMmUfbj50HxepQ34m50T7Fam6sA0dBAiRAAikRyLxYdUaieg3fGdnqN2LVZ3Sja7dJitWE4lB3Eu8QJ//j1ekIVKtGVKa/w7u8Do7SY/TLN5oWwXscSYrVhBz9iFW/KSZSermwMgmQAAmQwDAhgGhAyFMIJxxUpaWqnj4OsTp+/LggchAH+6QS4UexWhg3VTbEqkkOh1tBtOJ7V1eXEq24T5EjGFdRUZGUlJQIRGpFRYU6jAoiNdVDqQpj9TgLEsgOAYrV7HBnryRAAiSQVgKZF6s6AvINK19pdEIQaFtltRF5GT3x3luu2SMVUxFsqacCSLw4TrHsc7yRiFn53svy47vqbd0k3qrvR2b7FKu+xuGdCiDYWvkRq4nJswQJkAAJkAAJ+CUAGQVpihyTEFFuF8ogUnDUqFFKWAW9KFaDksutetkWq7lFg6MhARLwQ4Bi1Q8lliEBEiCBHCeQDbHqeRjRrk3yrcd/IG/s0NDMbftekZ2xhy6F5d218i8v/ljWjdNtReTi7Mflvb+Pbqx3Lk9YUoqjbqwMTtjHyq1y5UMbXeRx7Nb6hG1hvLYcr+aoDWn6qMjf+Owz9rb0KVb9jMMS4z4P5Eq4VhSrOf5nhMMjARIgARJIgQDFagrwcqgqxWoOLQaHQgJ5QoBiNU8WisMkARIggXgEsiNWRayDhhyHO1mnukvs1vVYAWlusTckbCSq8g1ji7mXMPUSjBvNA5AgEx9vlGt3vCEz1OFVxvg9+/CIEnWL+PQ1XrdDv8z5QyR/T+T/WyM/2OHIIxsnyjQ6f59iVfyMA0I7VoS7CuQk5u6W/9U5ftu68aVPAiRAAiRAAnlAgGI1DxbJxxApVn1AYhESIAEbAYpV3hAkQAIkUAAEsiZWI+xseUMjj6nt/9N+pSI+xZF/01keZb8n35c13/eIjrTWyBnBGm/xHDlRlWSdIb+68m9EtFhV1Z2HL8X24Ta/9bY29DgStxWV0bpOpD/ZJN+6/QfyRkRSi4rYtc/PvU+zjF+xakrx+ONYJM7csl4HhyWau5+IVTfhWwAvUE6BBEiABEig4AlQrBbGElOsFsY6chYkkEkCFKuZpM2+SIAESGCICGRbrMad1pk9sufEZJm8pF7sWUWHCAabJQESIAESIAESIIEME6BYzTBwdkcCJEACOUKAYjVHFoLDIAESIIFUCOS0WE1lYqxLAiRAAiRAAiRAAnlAgGI1DxaJQyQBEiCBISBAsToEUNkkCZAACWSaAMVqpomzPxIgARIgARIgARKIEqBY5d1AAiRAAsOTAMXq8Fx3zpoESKDACFCsFtiCcjokQAIkQAIkQAJ5RYBiNa+Wi4MlARIggbQRoFhNG0o2RAIkQALZI0Cxmj327JkESIAESIAESIAEKFZ5D5AACZDA8CQQ+n+/unBweE6dsyYBEiCBwiEwGPlLPiiDgp8hWgcGRQYGBqV/YFD6+vE1oL56+gblTHOnbHnneOEA4ExIgARIgARIgARIIIsEbr92uoyvq5TSkiL1VVKMr5AUFxdJUVFIikIiRaGQiPpfSPBjWi/X9tLdSRpGrIaUjnHhzW862tFzQltRNYL1CS5K0jmuNDBPB6e0TSltDaUDTJrayKU5cSxpWtSkmgn9z5tT+HuRVFcsTAIkQAIkMFQE1Bs/CNXIW0LI1bBYFekfFOkbiHz1i/T2i5xuE3l5X/C3i0M1D7ZLAiRAAiRAAiRAAvlIYO2SMhk/OiSlJaKEakkRvosUF4WFahG+R5wi1EdI/eJ1BZAjMVXwPi9uJwkxJzWKoSjsq01fhRLONaaA32btPjbSjEdlv20mP9oENdLQcdo+CUjDWNLGJ11jSVc76ZhYOsaSjjYif+xS1o3pHEs6+Lq3Efqft6Y806EbHVsmARIgARLwRcAmViOCNUas9oflqhKrrSIv76VY9QWXhUiABEiABEiABEggAYG1l1fI+JpiKYNULQ5LVRWxqsSqhKNWI64hvlg1IjGTCcr0G7Hqs83YYgkEhx//oRr1OQA/7SES02dziW9ge4e+PKJr33EG5GtO5kiTruAyzdQFu9oO5wtIYsrpizJOlU3abpw0RU6nOh+wT9ec0jEWLVb93BNeZdI1n3SMJf48Qg/fRrGaylKzLgmQAAnkAgEvsdqPiNXIVy+iVvtFevpFTrWK/P4jitVcWDuOgQRIgARIgARIIP8J3HFFuUwcjTQAISmNSFVErSqxGolaVZkA8AVP5RlM6giBTMlxeHSiuhiwbX1PvAJpEKvKb/iQJT6KRMcbTq+Qtcuv0A40wHRMLA1iNa1eKh1zSkcbelLp+PdQapHhgW4Nz0rpYJNKG4jw6U3jlFIZizkMx9/VNI5Q3UkTltel405K87DYHAmQAAmQQCACkWjVcKJV5FrFe+ZB9d4ZeVcH+/E+elD6OvqkpbE9UBesRAIkQAIkQAIkQAIkYCdQO79GykaWSqg4JKGikPVd5VRFyKoKUw3nV1VXunxB3IXw6mRA+otHy2BRRZJy1f+q6567B8M/DUhIegcwe//6YVBC0ifFmUGVxLj8UwhaMt03h3/mQUfMeiSAsz6KQqVSVLkszXI1d9mWFoWkRP1dXzqer7LcXSeOjARIgASSI2CGrqKmSraqv0d+Ro6Azj4ZPNKSXNssTQIkQAIkQAIkQAIk4Eqg6JJ6CY0sFSlWp1TZvyKHVoUNYSbFqvtihQYHpL+0XqS4SilPXiRAAiSQOgF8FFIqZdXXyeBgT+rN5UkLKsC+6IpxFKt5smAcJgmQAAkkJKD/oqtQ1UgQAkSqFqwq8eqgDHb2ycDhiwmbYwESIAESIAESIAESIIHEBEourZciiFVIVUOuhqNVoxGruSBWsZWpv7ROBooqhyxiNTExliABEigsAoNSHCqV0qprh5VYxRpSrBbWnczZkAAJDHcCFKvD/Q7g/EmABEiABEiABLJAgGI1C9DZJQmQQA4RoFjNocXgUEiABEiABAIToFgNjI4VSYAESIAESIAESCAoAYrVoORYjwRIoDAIUKwWxjpyFiRAAiQw3AlQrA73O4DzJwESIAESIAESyAIBitUsQGeXJEACOUSAYjWHFoNDIQESIAESCEyAYjUwOlYkARIgARIgARIggaAEKFaDkmM9EiCBwiBAsVoY68hZkAAJkMBwJ0CxOtzvAM6fBEiABEiABEggCwQoVrMAnV2SAAnkEAGK1RxaDA6FBEiABEggMAGK1cDoWJEESIAESIAESIAEghKgWA1KjvVIgAQKgwDFamGsI2dBAiRAAsOdAMXqcL8DOH8SIAESIAESIIEsEKBYzQJ0dkkCJJBDBChWc2gxOBQSIAESIIHABChWA6NjRRIgARIgARIgARIISoBiNSg51iMBEigMAhSrhbGOnAUJkAAJDHcCFKvD/Q7g/EmABEiABEiABLJAgGI1C9DZJQmQQA4RoFjNocXgUEiABEiABAITSEKsHnvz48DdsCIJkAAJkAAJkAAJkECUwLTVC6VoZKlIUUikOBT+XhSSEL6H8CXhr/D/s75lheHggPSX1slAUaWI6DePWRkJOyUBEigYAhSrBbOUnAgJkAAJDGsCSYjVgcMXhzUqTp4ESIAESIAESIAE0kWAEavpIsl2SIAE8pMAxWp+rhtHTQIkQAIkYCdAsco7ggRIgARIgARIgAQyToBiNePI2SEJkEBOEaBYzanl4GBIgARIgAQCEqBYDQiO1UiABEiABEiABEggOAGK1eDsWJMESKAQCAxjsfrd736XSVUK4R7mHEiABIY1gcHB8J9yfNdfAwMDgq/+/n711dfXJ729verr7Nmz8vLLLw9rZpw8CZAACZAACZAACaSLwJo1a2TcuHFSWloqJSUl6qu4uNj6CoVCUlRUpLrDz/jiRQIkQAIkkP8EQhSr+b+InAEJkAAJUKzyHiABEiABEiABEiCB7BGgWM0ee/ZMAiRAAtkkQLGaTfrsmwRIgATSRIBiNU0g2QwJkAAJkAAJkAAJBCBAsRoAGquQAAmQQAEQoFgtgEXkFEiABEiAYpX3AAmQAAmQAAmQAAlkjwDFavbYs2cSIAESyCYBitVs0mffJEACJJAmAhSraQLJZkiABEiABEiABEggAAGK1QDQWIUESIAECoAAxWoBLCKnQAIkQAIUq7wHSIAESIAESIAESCB7BChWs8eePZMACZBANglQrGaTPvsmARIggTQRoFhNE0g2QwIkQAIkQAIkQAIBCFCsBoDGKiRAAiRQAAQoVgtgETkFEiABEqBY5T1AAiRAAiRAAiRAAtkjQLGaPfbsmQRIgASySYBiNZv02TcJkAAJpIkAxWqaQLIZEiABEiABEiABEghAgGI1ADRWIQESIIECIECxWgCLyCmQAAmQAMUq7wESIAESIAESIAESyB4BitXssWfPJEACJJBNAmkRq32D3dIn3dI/2CuDMpjN+bBvEiABEhiWBLRYxZ9g/DwwOCiDAwMyMDAg/f346pf+vn7p6+uT3t4+OXfmgmx75Y1hyYqTJgESIAESIAESIIF0E1h1y7UyZlydlJaWSElJiRSXFEtJSbEUFRVLUXGRFBWFJBQKCf5P/S8USvcQ2B4JkAAJkIAPAvg7XBwqlRIpl5JQuY8a8YukLFZ7BtvlQmezvHXoY/ns3Anp7e9LeVBsgARIgARIICAB/dnWYOQHfBtQtlVkIPLzwKAMdvbJwOGLATthNRIgARIgARIgARIgAZNAUcMoCY0oESkKRb4E9jT8s3aoWqbSqfLmIQESIIGsESgtLpEZYybL8lmXSN2IGikLVaU0lpTEKiJVz3Wek6ff3kqhmtIysDIJkAAJpIkAxWqaQLIZEiABEiABEiABEvBPgGLVPyuWJAESIIFcIADBet/y1TJmxJiUIldTEqtdgxflpQ/flQOnj+QCE46BBEiABEiAYpX3AAmQAAmQAAmQAAlknADFasaRs0MSIAESSJnA3PENsuayK6UiNCpwWymJ1faB8/LzbS8yWjUwflYkARIggTQToFhNM1A2RwIkQAIkQAIkQAKJCVCsJmbEEiRAAiSQawQQtfo/Vt0uVUX1gYeWklhtGzgnP936QuDOWZEESIAESCDNBChW0wyUzZEACZAACZAACZBAYgIUq4kZsQQJkAAJ5CKBv1t9p1QXjQk8NIrVwOhYkQRIgARykADFag4uCodEAiRAAiRAAiRQ6AQoVgt9hTk/EiCBQiVAsVqoK8t5kQAJkEAQAhSrQaixDgmQAAmQAAmQAAmkRIBiNSV8rEwCJEACWSOQNbE6ODgo7YPnmQoga0vPjkmABEjAhQDFKm8LEiABEiABEiABEsg4AYrVjCNnhyRAAiSQFgIQq1WhegmFQoHaC5wKYGBgQDrkAsVqIOysRAIkQAJDRIBidYjAslkSIAESIAESIAES8CZAscq7gwRIgATykwDEaqXUSVFRUaAJBBarfX190lXUTLEaCDsrkQAJkMAQEaBYHSKwbJYESIAESIAESIAEKFZ5D5AACZBAoRGAWK0YqJGSkpJAUwssVnt6eqSn5CLFaiDsrEQCJEACQ0SAYnWIwLJZEiABEiABEiABEqBY5T1AAiRAAkNPYJ58/sYVMq9C5NzRP8ojHx4e0i4hVsv6RklZWVmgfihWA2FjJRIgARLIUQIUqzm6MBwWCZAACZAACZBAIRNgKoBCXl3OjQRIIKMEFnxJvjdzbLjLnmOy5eXN8u4QDiDPxeqN8o0758kYV0BN8v4LT8kLQwgvpumZd8k/LxgrJz96TH71qd+Ow3OQoz+Rn+zyWyda7s4bvyGXV3vXOxew3eRHghrRubw/4kG5ZfRZeeWlzfJmsMZYiwRIIBsEKFazQZ19kgAJkAAJkAAJDHMCFKvD/Abg9EmABNJEYKzMuWKNfGXSqHB7vafkzfdfk1dOn01T+7HNFIRYrT63Q/7Xm6aVXCIP3LZCZpSmKFeXfEW+N1X8C9psidXyYykKzDCviS1Ojsned0MoVgOxTXb8LE8CJCAUq7wJSIAESIAESIAESCDjBChWM46cHZIACRQSgao5csui5XJV/SgpCblMrKdJ9jXukN/sT39agAIVqyLXXPOg3DKmw78UdbuhKFaTfJmlFn0btzOK1STXgsVJICABitWA4FiNBEiABEiABEiABIIToFgNzo41SYAEhjmB8dfLhssXyoTSxBzazr0tT775FzmVuKjvEsNIrMamDegyIl3VlnrZJ+/LPLm8ulsutIvUVZVHQHZLY2R7f+zWeyMq1of8s9dHu5/KyAVGKgDVxhSpMJYw3nZ+1V7CiFUdwWs02rZPvv/qq9b2fSudgnpcXNITxErTeHOJSQXgMi9v/pFx9kYicZXgrrUGb/GIxypJjr5fMSxIAoVOgGK10FeY8yMBEiABEiABEshBAhSrObgoHBIJkEDuE6haIg9ct0JmJHFuVNfZHfK/3gqQi9ODRoGKVWcqgIhUtWSiiERknZZ0WhLaJKYjYlVFwdryhkb66Y5IygRiNdyHmZ4gKjxVvxfDUlUM4RuOvBVL7DrX0Y9YjS0T5hFNoeBMBeAWeWp/LNFc7GLVpT3FtjJGWEf5J2AbEafurMKy2pYiwtFf7v914AhJIEsEKFazBJ7dkgAJkAAJkAAJDGcCFKvDefU5dxIggWAERsmN190n19eWJFm9Qw7s+i956miS1QpZrCY+vMqnKHRGfvpIBWCTrX7EquhI0ciKmII3IlbbzAOn/LTpdXhVRCTraNxwhGr4wmPzunRO1YBiNc5cEh9e5SJqHfxt43ZyiIhVd1aOKGA1Y/Q3U1qTOlgsPS8ytkICeUWAYjWvlouDLQwC/f190tknM1QAAAAgAElEQVR2UXp7e2RUTb0Ul/jYx1QYU+csSIAESIAEIgQoVnkrkAAJkECSBMbeIn9/9RypSbKaKt6yS76/fUeQmjF1CjRi1TlPn2LVVRQ6D69y2Vavt6z7kaDOPkxBGBGrZhqA8EyiqQicM/MTsapF6uURAau34F8zc4m8+SnCn9MkVo25uIpVx5Z+jMsWMexg40eserMyUz9ofkvkmpm75M1P0/LaYSMkUJgEKFYLc105q5wk0NPdKR1tF6Wnq0MGBwclFApJ1ahaqRoZ6O1hTs6RgyIBEiABEvBHgGLVHyeWIgESIAFNoGbJV+TvjbSRSZHpOyWvbXlOouGHSdW2FaZYjUSHukV1htMFaLFqCFUjpUDKEasqkjKSY9UtYjXB2voVq2Yz4fQC5RLNcZomsWrMxSZWLaFqCmKXiNUAYtUWserJSq+dt6AO/hJiTRIoMAIUqwW2oJxOrhEYHBxQMrWro036entihldaXiF1Yyfl2rA5HhIgARIggSEmQLE6xIDZPAmQQMER0G4r2MTMNJ3BWtC1KFZ9i1VnXtIwwpTFqkvEqk0WJkhHkFisukXrOsbtJ2LVsfXeVUR7RKyKErkd8v4LT8kL1v06BGJVszoqcrklxHWHTnmc2guHtUmgYAlQrBbs0nJi2SUAidre2izdiE4dGPAcTFFRsYyqGyvlFZXZHTB7JwESIAESyCgBitWM4mZnJEACBUAgNbHaLY0fPia/akwdxLASq2MSHV4VNxWA9wFYkkwqAB+HV1VY43Qc4OSy3n7Fqm3uEZE6Q47JKy9tljc9xKpZx3m4VzKHV4XFqnkAl+PQrl3hnK+XB4hYdWXVNEG+N7XWSjOgsLkcdpX6y4ctkEABEqBYLcBF5ZSySaCzvVU62y+q6FRs9/dzjagaJaNq3TPI+6nPMiRAAiRAAvlHgGI1/9aMIyYBEsgugRuv2xDg4Co95vTtaB4mYhXgzJybYZDRrfDuYi9aRwN3tAEBenik/POCKVIBubpf5PoFY+VknAOStKDUS3nu6D6RqZFUAEh3GhGAVu5QUwZ7iVWvw6t0DlPX3K32sGfL9Ov+HOM4d3SHtE5YISNP/UR+gnFGDsDSeVvxuzkXZ45V+ycJYZ7NDd8Q1Eee1aO1CcSqlsGl0bys8Vi5fnKRgGV2/ySwdxLIEQIUqzmyEBxGPhPAYVTtF5uku7NDBgb6k55KSUmp1IyZwEOskibHCiRAAiSQvwQoVvN37ThyEiCB7BBw+rXkRtEtjXsfk18dSq6WW+k8F6upA2ALJEACJEACBgGKVd4OJBCYQHdnu8qf2tvT5Ts61a0zHmIVeAlYkQRIgATylgDFat4uHQdOAiSQFQIuB8snOY7mE5vlP/9yLMlascUpVlNGyAZIgARIoIAIUKwW0GJyKpkggMOo2i82q8OoEKmarouHWKWLJNshARIggfwgQLGaH+vEUZIACeQIgSl3yHcub5A4G7gTD7Rtn/znq69Kc+KScUtQrKYIkNVJgARIoKAIUKwW1HJyMkNHoKe7U0Wn4nu8w6iCjqCouFhG1fIQq6D8WI8ESIAE8o0AxWq+rRjHSwIkkE0CqR1cpUd+Ufa9s1F+czq1mVCspsaPtUmABEigsAhQrBbWenI2aSWA6FTIVESn4jCqVK7evn5pbu2QEeWlUl1pZVa3NclDrFIhzLokQAIkkF8EKFbza704WhIggewRqJl1l2yYP0Xc30EnN66+tn3ym1dflQPJVbOVplhNAR6rkgAJkEDBEaBYLbgl5YRSJwCJ2tHWEvgwKnME7Z3d0nyxQ7p6eqWkuEhqR1XJqOoRroPkIVaprx1bIAESIIF8IUCxmi8rxXGSAAlklcD4G+UbV8yTMcXpGwUOtn/kzV2BUwJQrKZvLdgSCZAACeQ/AYrV/F9DziBtBDrbW6Wz/aKKTh0c1C+O5JsfGByUltYOaWntlP6BARlRUSZ1o6qkorw0bmM8xCp51qxBAiRAAvlKgGI1X1eO4yYBEsgkgVtWfkOuGZ3uHrul8cPH5FeNwdqlWA3GjbVIgARIoDAJUKwW5rpyVr4J4ACqzsh2/1QPo+rq7pWmi+3S2dUjRUUhqa6qkNqRVVJcXOR7PGXlI6R27ETf5VmQBEiABEggPwlQrObnunHUJEACmSVw/bUb5Ma6kjR32iH73v8v+c2xYM1SrAbjxlokQAIkUJgEKFYLc105q4QEujvbVf7U3p6ulKJT8RJqbeuUlrYO6entl7LSYqkZWSUjq4JlgeIhVgmXjgVIgARIoCAIUKwWxDJyEiRAAkNNoGqO3DhrutSkMxVA8y7Z0ng28MgpVgOjY0USIAESKEACFKsFuKickhcB6zCq9lbp6+tNCVR//4BcaGmTto5uJWarKstV/tSy0sSfqOMgK0SxFoVCrmPgIVYpLQ0rkwAJkEBeEKBYzYtl4iBJgARIIIYAxSpvChIgARIggSgBilXeDcOAQE93p4pOxffBgYGUZuw8jAoHUY0eWekpSXVnOrK1ubVDIFbrRlcpEet28RCrlJaIlUmABEggLwhQrObFMnGQJEACOU1goTyw5nqZURY7yHNHfyI/2TU0g6dYHRqubJUESIAE8pMAxWp+rhtH7YsADqOCUO3r7fZV3quQPozqYlun9PUPSEVZqdSOrpLKCpd3cY5Genr7pPlih0DI4qoaUS41oyrjRrbyEKuUlouVSYAESCAvCFCs5sUycZAkQAI5TuDyZX8td46vtI9ysEnef/speSH4bv+4s6ZYzfGbgsMjARIggYwSoFjNKG52NvQE+np7pKOtRbo7O2RgoD+lDrt7+tR2fxxGFSoKqbypfg+jChrZigGX9jVLWWmRVNdNFBkxPqU5sDIJkAAJkEBuEqBYzc114ahIgATyjUCDrL3+Zrmqpjw88P6LcuCTzfLUoYtDNhGK1SFDy4ZJgARIIA8JUKzm4aJxyG4EwodRtUhvTzjnadDL7TCq0dWVMrJ6hLhnRI32pCNbW1o7pX9gQEZUlEndqCqpKu2T4v42KelvleKBDike6JSigS4JDQ5K0UCnhAS99kto0JmmICRSOUFkymqRijFBp8R6JEACJEACOUiAYjUHF4VDIgESyF8CVVNkXnW37Ds9RGGqBhmK1fy9TThyEiABEkg/AYrV9DNlixkn0HL+tHR1tqfULw6jarrYLq3tXUrMVo4oV3lQ/RxG1dXdq+oisrWoKCTVVRUysaJNRnXvl5L+NhFJLa+rFJWIjJohMuE6kbJRKc2TlUmABEiABHKDAMVqbqwDR0ECJEACyRKgWE2WGMuTAAmQQCEToFgt5NUdNnNDHtW2lgsyGBPxmRhB0C37bpGtNSOrVLqA6o69UtnVKKFUhapz+MUVImMWi4xbJhIqSjw5liABEiABEshZAhSrObs0HBgJkAAJxCVAscobhARIgARIIEqAYpV3QwEQgFC9cOak70Oq3A6jwoFSOFgq0WWLbJVBqR5RYRxGNSij2nfLiO5jImp7/xBdpdUi468WqVsQqIPe3n51mFZff78cO3leHcg1YcxomTKxPlB7rEQCJEACJJA8AYrV5JmxBgmQAAnkAgGK1VxYBY6BBEiABHKFAMVqrqwEx5EiAUSstre1iMTJr9rTi8Oo2qWjs1tCochhVKOqpLg4cfRnR1ePNLW0S1dPr5QUF8mo6hEyemSlFIV05tVBGd22Uyp6Tg6tVLU4JZ9/ddfez+TRX7/qSnrqxHr5vx+4VaorK1JcCVYnARIgARLwQ4Bi1Q8lliEBEiCB3CNAsZp7a8IRkQAJkED2CFCsZo89e04rge6uDrnYdFYG+vtt7abjMKqLbZ0qqrOivFTqR1er7/Yr01LV6D2J/Kv7G0/KT594RXr77IzQGkTz+nXXyfIls9O6LmyMBEiABEjAnQDFKu8MEiABEshPAhSr+bluHDUJkAAJDA0BitWh4cpWs0Kg+dwpgWA1rwstbdLc2iEjysukbnS1lJeVJBwbIltxGFV7R7d1GFXtyGhka4mclnL5UIokfGBWWU+LlHSWi/SPSNj2kBVwyb966sw5+ezYSRkYGBCkMDjf3CHb3/tUMD+369JZk+T/uu9mKS0tHrJhsmESIAESIIEwAYpV3gkkQAIkkJ8EKFbzc904ahIgARIYGgIUq0PDla1mhUAqh1hhwK3tXdLc2i49vf1SVloso6srZWT1CAlv9h+QKvmzVPZuF+lulcF+vHj0CygkoZKQhEorJNQ3TaRrImJAZTBULB0VM6W7dIIUDXRKWV+TFA10SfFAmxQPdEnRQE/60waU14lMvFZk1Ew5efqcfHrkuBKruMJi9ZCan9tVVVku/89f3SZTJtRlZf3YKQmQAAkMJwIUq8NptTlXEiCBQiJAsVpIq8m5kAAJkECqBChWUyXI+jlEINlDrDB0dRhVa7u0tXfJwMCgQC7WjqqSstJoZGuJnJFRff9HijtPymB/WFJ6XaGSIgmVjRbpmi9tZUuVWHW/BqW29W0p6z2bfoKhIpGR06Wp/FL5+Fi79A2EX+idXb2y9e0D0tYBoet+3XH1ZFl7263pHxNbJAESIAESsBGgWOUNQQIkQAL5SYBiNT/XjaMmARIggaEhQLE6NFzZatYItLacl47WiwkjQbu6e+XCxXbp7OrxOIwqPIVSOSGjex4T6WxSB2OFikMSqigRCFTRB1cNDsr/z96dB0l63vdh//U197UnzsViQZAAQRIUKYoSKYqUaFO3SCV2FNuCnJiSlSorJasqlbgclxQfyZ9JWYrlRLLMqliUZUdlx2QEMZJliqJMibRIggRxkgAW2F0Ai71mdmfn7Cv19kzPzszO0TPT73T325+2p2ax8/bzPr/P7x3a+OLp56lX6lFfqkS9Umv8fW54ImYGfjbKcfe2FgPlKzE599XI15ZS8ZquHYnnlt8alfpKSJwEq//hi8/H3MLWWwEk1zxwPOJv/dQPx9DkHanMyaAECBAgsCIgWPUkECBAoDcFOh6s9iabWRMgQCBbAvXmyen1JCuqRy0Jhmq1tb0Yq9VqVCvVqFQqUS5X4sqla/HH//4L2UJQTSYFtjvEKik2+e8I12/Mx/Wb8yuHUQ2U4sjkaIwMDWxpkY+bcaT8q5Gbf6MRquaTQHWwsBKiLleiXl5ZvZorJatUk7A1F/XlatSS4DKXi/rInTFd+m+jFiPbWk/MfSOGl17ZNQjeT7Ou1ybj2eVHolxfOWxrcbkSn/vSN+P6ze1XrA6X6vFzP/5Q3P+2797PLb2HAAECBFoU+NBHvjuOnzwapVIxisViFIqFKBYLkc8XIl/IN/b4Tg4WTP5P4/82/2Nei+O7jAABAgTSExioTMTAwNb/DrHbXXN/5+/8neb6pt2u3fDz5eXlWC7eiBOjp/b0PhcTIECAQPsFmsFq8r35tXLATXXtq1wuN4LV5H+/L168GI8//nj7J2JEAikIbHWIVXKA1fT1uca/nI6PDsX6w6i2m8J4/fEYvPnZiGot8sOlRoBaW6w0wtOtXrlSIfLDxUbgWlsoR66Qj8Wx74vZ3I9uW2WhNh9Ts1+KYvVm2yXmayPx1PLbY6k+1Bi7XKnGf/zyC3FpemHHe/3l75qM7/3B/7zt8zEgAQIECNwS+JEf+ZG46667olQqNb6ScLURsBaScDUJVvMrweq6L34ECBAg0HmBy3PnQ7Da+T6YAQECBDoqIFjtKL+bpyyw1SFWyUf/K9VqjI4MrR5Gtf0kkhXc83Ovx6n8/xmF5dloBqabQ9X86EBEPhe1ZAXo6irw264dnozpwV+IakzddsNkC4Ajs38WxepsKiJbBat/8uUX4/L0/I73e8c9ufiZ//onolDafqVtKhM2KAECBPpIQLDaR81WKgECmRIQrGaqnYohQIDA/gQEq/tz867eENjPIVZJZcvlSszcmI+bC4txx+gzcbr4u8npVpEfG2gEp7W5cgOgsc/qyEDje+NVj6jNl6NeXlnJmqxujcJK4JorFuLm2F+Nhfj2yNUrMbR0IQr1pRhcfj21QLXZpWSl6jeW3hEL9eG1xn3xa2fjldev79jIO8br8Qs/9aEYP/mm3mi4WRIgQKAHBQSrPdg0UyZAgEBECFY9BgQIECDQ+Ph/Iw+yFYCnIaMCszNXIlm52sprdm4xZmbnYrlcjcGBYhyZGI07B383Bm9+oXE+VX5kIGrJwVSrWwA09lodKq7up1puhKeNQ6tWf6/yhTsjV78nojoUUS9ERPK1GsK2MqE2XvPE0rvjZm1sT8HqULLP6sfeEmfe/oE2zsRQBAgQILBeQLDqeSBAgEBvCghWe7NvZk2AAIG2CghW28ppsC4U2OkQq2S61Wotpmfn4ubcYiMPHR0ejKmJkRgoFRvVHKn80yjMfauxT2p+pLSyIjUJT5OIdCDZS3XlQKjk7+qL5ahXV/5jRa5+MvL1hyNiZZxOvzYHq1956ly8cP7artP6yQ8ejfd9+GO7XucCAgQIENifgGB1f27eRYAAgU4LCFY73QH3J0CAQBcICFa7oAmmkLrAVodYJXutXrsxFwuLy1Es5GNibDgmx0civ+m05SOVX43C3AuNYDU3XIr6/PJaeNoIUJNwdajY2GO1sU3AwsqK1lzu4ciPfU9EfiV4jfJcxM3zqde63Q2+sfRozNRu7e/6zAuvxze+9cau8/nuN5fir/7kY7te5wICBAgQ2J+AYHV/bt5FgACBTgsIVjvdAfcnQIBAFwgIVrugCaaQusBWh1hdnbkZi8vlODY5FkODq+HnFjOZqP5WDMx9JXL53MqK1YVkD9WVFavrX2vbAixVGuFq/sRPR+7kjyQbsa5cloSqL/3b1Gvd7gbPLL8trlaPrf34mRcuxje+dXHX+Tx8Zy7+m7/xX0RpcHTXa11AgAABAnsXEKzu3cw7CBAg0A0CgtVu6II5ECBAoMMCgtUON8DtD0Vgv4dYJZMbq/9+DN38g4haPfJjpYhyLWqLlca8c4Orq1WTnDXf+JuoJdsBLFUjN/V9kT/5WERxYuWH8693VbB67vXp+LOvvbKr/71HIn7+v/rBGJm6a9drXUCAAAECexcQrO7dzDsIECDQDQKC1W7ogjkQIECgwwKC1Q43wO0PTeDG9JVYmGvtEKv1kyrF+Zic/6cRy4srH/kvFaI2t9wIWnPFfCNcTbYJSF5J4No82Co57aoRxFaS7QFykS8dieXc+6JQ3lhyLiqRry4mkWyqFi+W3xSvVe5Zu8eFizPxhSde3vWeR0bq8d/91PfE1F1v3vVaFxAgQIDA3gUEq3s38w4CBAh0g4BgtRu6YA4ECBDosIBgtcMNcPtDE9jtEKudJjJV+bUozj3fuKQRltZiJVxdfSVbBCSv5GCrDX+Xz0VtbuXvKqNvjZni37ztNnMLSzF9Yy5ylbk4PfhaTBVmolBP3rNyCFbLr1x+ZT/X0ljE0LGIwaMRY6ciRu6MyOXj7EsvxoXLt4LlV9+4Hl944mzjwK6dXsMD+fi5v/ahuP/++1ueigsJECBAoHUBwWrrVq4kQIBANwkIVrupG+ZCgACBDgkIVjsE77YdEdjqEKtWJlKKV2Jy4dcilhYiCit7rSa5ZyNIrW1KJpO9WIdLkSushKr1ai1icDSuD/+tKMfdjdvV6vWYvj4Xs3MLjWBzdGQwjkyMRqm4uh9rRJQqMzG8dDYKtaXI1xYbX0lAWs0PNbYWqBZGo5YbjOXikSiO3xtjJ07vWMrZc6/GhdcvrV1zdWY+Pv/ll2K5XIlcLtf4qtVuXzU7PDQQP/fY98f9955ohco1BAgQILBHAcHqHsFcToAAgS4REKx2SSNMgwABAp0UEKx2Ut+9D1tgq0OsWp3DSPzHGJ37VNTLlWQr1ZXwtJSPepJFJuFp8irkG4dc1SvVxgFWje0CSqW4OfqXYiG+MxaXyo3VqQtLy1EsFGJqfCTGx4aT4Q70KhZLMXX8zigUtz+E69WLl+Ll869FbTUIbgarlWo1jh2ZiFKpGDfnFuLG7PyGuSSB69/8Lz8cjz5834Hm6M0ECBAgsLWAYNWTQYAAgd4UEKz2Zt/MmgABAm0VEKy2ldNgXS5QrZQjWbVaqWza6LSFeSehaGH5s3FX/j9ElFffn4vIFQuRKybRaK6xOrVerkXz8/VJqDo38mNxce49cf3mfJQr1RgeHGisTh0a3D4EbWE6m8LPfIxNHo2RseSgrK1fr168HC+ff3UtWJ1fWI7PfumFWFyuxPFjk1HI52NxaTmuTc/eNsDP/MT3xbc9YiuAvfbF9QQIEGhFQLDaipJrCBAg0H0CgtXu64kZESBA4NAFBKuHTu6GHRbYyyFWyUf2r8/Ox42bC1Gt1Rqh6F1T03Gs/q8it3j59m0AmrUl2wAM3BEvL/6luDo7mZxjFeOjw3FkcjTyyT+k8BocGmmsWt3uNXtzLi5fnYnkd35ocCAqtYh/9q//KGZuzMfw0GAMDQ00VqyWkxW5m16C1RQaZkgCBAisCghWPQoECBDoTQHBam/2zawJECDQVgHBals5DdYDAq0cYpXsO5oEjsnBUslH4SfHh2NyfGRDKJrsuzpa+5MolF+MfG2hUXmtMBqLufvi1dlvj2tzJ2NwoBhTE6MxOjyYuky+UIiJIyciCVhbeSWB8f/2id+Lq1usUF3//mKxEEmw+va3nGplWNcQIECAwB4FBKt7BHM5AQIEukRAsNoljTANAgQIdFJAsNpJfffulMBOh1hdvHK9EagODZRiamKkpVB0/crWZA/TJEhN3jtQKu5aYrVaixtzCzEyNBCDAwfbHmB4dCImjhzf9Z4uIECAAIHuERCsdk8vzIQAAQJ7ERCs7kXLtQQIEMiogGA1o41V1o4CK4dYXW18LH7za2m50vjofiuhaLKy9dr1uZhfXGrsUTo5NhKTEyMtHUaV7Nl6LTnIanG5ca+jkwdf2VosDcTRk3dHLpf3BBAgQIBAjwgIVnukUaZJgACBTQKCVY8EAQIECKwFS0nA1Pyq1WpRrVbXvsrlclQqlVheXo6LFy/G448/To5ATwsc5BCrJIqdvbmwchhVuRrDQ60fRrXVnq3tPMgqCVR3O8Sqpxtn8gQIEMiggGA1g01VEgECfSEgWO2LNiuSAAECOwtYseoJ6VeBvRxilRglH9mfnp2Lm3OLDbKx0aE4Mj4ahcLuq0Nb2bO1XX3Y7RCrdt3HOAQIECDQHgHBanscjUKAAIHDFhCsHra4+xEgQKALBQSrXdgUUzoUgVYOsUomknxk/+r1m43vyUf2j0yMxNjIUEtznJ1bjJnZuVguV/e0Z2tLg29z0V4PsTrIvbyXAAECBA4uIFg9uKERCBAg0AkBwWon1N2TAAECXSYgWO2yhpjOoQrsdIjVzOx8XJ+dj2qtHmN7PIyqubI12cJ1bGQwjk6OtbSytdXim6tn5xeWG2Mn91j/cohVq5KuI0CAQOcFBKud74EZECBAYD8CgtX9qHkPAQIEMiYgWM1YQ5WzJ4G52ZmYuzG95SFWV6ZnG2Ho5PhI5JPTrHZ5bTyMqtA4yGp8bLilg6x2G7v58+Qe06sHXpVK29+jWBqMoyfvcohVq7CuI0CAQAcFBKsdxHdrAgQIHEBAsHoAPG8lQIBAVgQEq1nppDq2EkhWdJaKhUhCyK1eBznEKhkv7cOoknskh2VdvzHfOCyrWqvF8ODuh2U5xMrvAwECBHpHQLDaO70yUwIECKwXEKx6HggQIEBgbaVeErA2v2q1WlSr1bWvcrkclUollpeX4+LFi/H444+TI3DoAsnH32/OL0by8fqLl2caf55fXI7zr12JWq0er1+eidm5hagk180l1yWRZMRjH31v5HL1xuFTycrThx68P45Mjq/Nf/0hVqXKTOTq5bWf5erVKNQWolIYjWisPc1FuTgVS5WImRvzcXNhMQr5fEyMDbe8srVVuIMeeOUQq1alXUeAAIHOCghWO+vv7gQIENivgGB1v3LeR4AAgQwJWLGaoWZmsJRP/+FX4rNffDoqleq+q/vLH3l7FIrFxvvzuYgHxq7GXQNXVsYrz0VUl6Ner0YSorbyqkcu5moj8Ub9dOTG7o3R4Y37m7Yyxk7XzC0sxcyNuVharsTgQCmmJkb2dQ+HWB20E95PgACBwxEQrB6Os7sQIECg3QKC1XaLGo8AAQI9KCBY7cGm9dGU/+zPvxG/9fiXD1Txj7z/VIxNHmuMkYt6nCqej9Ollw80ZvLmeuRjcfBU3Bh9x+pq1v0PmWwpkISpN24uNFbkJmFtEqgOlFYC4Z1eycrWJIwdGxlqbHuw/jUyNhHjU8d3G8LPCRAgQKCDAoLVDuK7NQECBA4gIFg9AJ63EiBAICsCgtWsdDKbdZx7+vPxTz71Qswv73541HYCf/Hb74xjJ+9c+/GdxdfjzaVvtQ1suXQiro++K2r5va9cXTuMamk5ioVCTI23fuDV7NxizMzOxXK5GkODpTg2Odb4vv7lEKu2tdlABAgQSE1AsJoarYEJECCQqoBgNVVegxMgQKA3BASrvdGnfp3l/NWX41c++dm4ML3/YPV9jxyL06fvaawwTV5HC9fibQNPtZV0L+FqsvPr7M2FxmFU5Up1x8OocvVKjC08F6XK9ZgfPB1zxbtjenZudQ/ZiLGRwTg6ORaFwkptm18OsWprmw1GgACBVAQEq6mwGpQAAQKpCwhWUyd2AwIECHS/gGC1+3vU1zOs1+K3f+uT8YUXWtv/dCurB+8Zi/c+en9UY+Vj9WP5m/Guwa+2nXVp4M6YGXvPttsCJIdnXbt+M27OL0UuFzE+OhxHJkcbB2pt9RpeOhdjC89HvrbY+PFSDMfT8w9FrTgSk2Otr2x1iFXbW21AAgQItFVAsNpWToMRIEDg0AQEq4dG7UYECBDoXgHBavf2xsxWBL7xZ4/Hb/z7S1Gt7U/kjiND8Re+80xUcysf1R/MLcbbB56Kkfz8/gbc5l3Jitj54bRJYVsAACAASURBVAdjfvD+DdsCrBxGNR9Ly+UYHCjG1MTojodRFas3YmLuG1GqTDd2cm2+kmD4ytC7ojA0GUNL5yNfL8dy8Vgkge5OL4dYtbXNBiNAgEDbBQSrbSc1IAECBA5FQLB6KMxuQoAAge4WEKx2d3/MLuL6a0/HL//2l+LS7P62AxgeLMZ/9r0PRDU/0uAs5crx1oFnYjJ/PSXeXFTzg7FQH4vLyxOxVBuIo4PzMVqqx0B9LiJWEuJqYazx8f5y8ejqPOoxPv9sDC++HLnYuEI3CW2TPVzz9Urk6uW1eddzxbgx+s5YHLg7lpJTr6Ieg7nbtwVwiFVKrTYsAQIE2iAgWG0DoiEIECDQAQHBagfQ3ZIAAQLdJiBY7baOmM9mgfrqdgB/eoDtAP7KX3xT1EvjjaELUY03D3wzThQudwF2PuaHTkeyR+vozaej1Ahe9/aaH3pTvDz4lviZ82fjzMBg/K933xebI2iHWO3N1NUECBA4TAHB6mFquxcBAgTaJyBYbZ+lkQgQINCzAoLVnm1dX038mf/0B/Fr/9+r+94O4C996L4ojqysDM1HLe4vnY17iq92xnDqoYg7vyuiOBqRK0bMvhT1lx+P3LqP/e84seJwxJG3Rwwdi8gXY2lhPmYqo/ErV96If339WvyTu0/Hu4ZH4ka1Gp+6MRM/MD4Rd5QGY2zyaCQrV70IECBAoLsEBKvd1Q+zIUCAQKsCgtVWpVxHgACBDAsIVjPc3AyVtjDzavzv/+IP4ty1/RX1/d9xZxw5fmsv0nuLF+JM6aWWBquWK5HL5yKfL8RtS0FbGmHTRYNHIs58NGJgKqJei1i4FOVvfipK+ZVDqlp51Y+9M2qlqVioDsZcdWXv2FfLy/E3zp+NNw8OxV2lUnzq+kws12vxd0/eHX9l6mg4xKoVWdcQIEDg8AUEq4dv7o4ECBBoh4BgtR2KxiBAgECPCwhWe7yBfTT9z33m38S/+U83orGV6B5f73/bsbjvvnsi2as0eR0rXI1HBp7e0yi1ai0qS8uRy+UiXyw0vpI/7/WV/M7VT743avPTUbn0bBTytSgNr4SjO72S/VSXS8djfvBM4/vmV7JC9e9dvBCfm5ttVPn+0fH4H07c2dgeIHk5xGo3YT8nQIBAZwQEq51xd1cCBAgcVECwelBB7+8egYuvRrz4TMRS66t9Djz5ySMRb357xMTUgYcyAIFOCghWO6nv3nsRuP76c/HL//JP93WI1TvOTMbbH74valFo3HIsPxvvGnxiL7ffcG3ye1NZKkdludxYxFoYKEUhCVoL+Q1ha3JdEshWl1euTf65ODAQpaGByBduP2Rq84SSIHghRuPi8omojN4fk+Ojt815ulqJX716aW2FarKs9i+MjW+x12ouRsYnYnzy2L7r9kYCBAgQaL+AYLX9pkYkQIDAYQgIVg9D2T3SFzj3YsRzX4+orZyyfKivYinind8ZceLWx0sP9f5uRqANAoLVNiAa4tAE/sPv/qv4f768sOf7nblzJN7/rjNRiVLjvcO5hXjH4DdiMNe+/yBXWa40AtRk64Ba8v8m5SKKpVIUB0tRHFi5b2uvXJRzw3GpcjxeXz4exYHRODIxGkODW4+RhKr/7NrleN/IWPz3J+6M/+PqpfjS/M34tXvvj7cODm+4pUOsWuuAqwgQIHCYAoLVw9R2LwIECLRPQLDaPksjdUpg9nrEn38+YnmpUzOISA4Cee+HIlY/atm5ibgzgf0JCFb35+ZdnRG4/trT8cu//aU9r1o9MTkQ3/++B6KSG2pMfCC33NgKYLy0vHII1Oi9EVNvWSlq/vWoz16I6tzFKFTnI1evRLR6sNQBWKr5obhePxYXFo7HQn04xkaH4sj4aBR2Wdk6V6tF8nWyWGzc/asL8/Fzr74cPzg+Gf/THfdsmFEul3eI1QF65K0ECBBIQ0CwmoaqMQkQIJC+gGA1fWN3SFsgWa36zP4/ytmW6RWKEe96X8TxO9oynEEIHLaAYPWwxd3voAKf+73/O/7Nn8/tea/Vv/b9b45qYeWj9ElW+fCZu+LougOtNs/rxvSVWJi70QhWBypXY6B8KUqVmShU5yLfprC1livFQv5IXFi6M64tDcfgQDGmJkZjtIU9V7dzTLag/bsXL8RALhf/48m7Yii3suVAsTQQQyNjMTI2EUnA6kWAAAEC3SEgWO2OPpgFAQIE9iogWN2rmOtTEVhYWo5LM9cj+b7XA0nueOPlOHrt9VTm1eqgtXwhLtz7lpgb3dteq/l8LkaGBuOuo1NRLKzs+edFoBMCgtVOqLvnQQRuXj4bv/ov/yjOT+98cFRysNTIyGDUa/WYX1iKn/ihd0VudeVp8r/B95+6J+6588S2U1lcmIvZ6csrH+vf9ErC1lLlauTnXo1SdaaxpUAhqi2VVc8VolyYjMv1e+K1udGo1qIRpE5NjMRAaWXVabteiUFpYKgRpg4O374/a7vuYxwCBAgQ2L+AYHX/dt5JgACBTgoIVjup794Ngfml5bhw+WpUk3+r3Merl4PVZrnJv0Tfd/JYlFY/wrkPBm8hcCABweqB+Ly5QwJP/9nvxj/795ejssP/8zE+NhLjY8ONA6OuTc/GD3zgrTE8eGul5r13nYwz9238qPzmcq5dfi3K2xyM+PrlmVhaLsf46HAcmRyNgdrNGFp+NUrlq1GszUWuXo5cvTnBfJSL4zFXuCvOLxyLm4uVKOTzjdWpE2PDjQOw2vkqFIqN1anDYxOR/NmLAAECBLpXQLDavb0xMwIECOwkIFj1fHRUoFavx7k3rjRWqu73lYVgNal9any0sXLVi0AnBASrnVB3z4MKVBdn4rd/5/+NL76Y7H+69Ws4WQU6ORb1Wi2uXrsRH/yON8eJIytBa/I6fnQq3vrmMztOZW52JuZuTK+9Zz/zTu42e3Mhrt+cj3KlGsODAzseRrWfeyTvWVmdOhgjY5NWp+4X0fsIECDQAQHBagfQ3ZIAAQJtEBCstgHREPsXWFwux7lLV/a9WjW5c1aC1cGBUpy+43hj9ZIXgcMWEKwetrj7tUvgyvRs/Opv/kFcvnZj2yGTg5+SZ7xWq8d3PHo6Hr7/ZAwMFGNwYCCOHZmMO04c23E61Uo5Zq5cjEqlvOdpJ5/GmL4xF7Nzi5HLxdrK1nzyD2185fOFGBweaQSqyT6qXgQIECDQWwKC1d7ql9kSIECgKSBY9Sx0VECweos/2Q4gCVbttdrRR7Jvby5Y7dvWZ6LwJ555Of6vf/v5qFS23980+d/Y40fG46EH7o4f/t5vi+GhvYWPN6Yvx8LcbMtecwtLMXNjvrFNQDsOo9rqxsnq1CREHR6diOHR8Zbn5kICBAgQ6D4BwWr39cSMCBAg0IqAYLUVJdekJrBVsDo2PBjHJ8ai1dU8xReejsL5l1KbY0sDF4pRfvt7onZ0+wNQ1o+TfAz0/JXpDUMLVluSdlFKAoLVlGANeygCyaf6P/PHT8Tvfe5rkRxIdXRyLM6cOtn4euDUyUagOjRYOtBcFudvxuzMlS0PsWoOnGxvc312Pm7cXGisjk3tMKp8PgaHRmJ0fMrq1AN11ZsJECDQPQKC1e7phZkQIEBgLwKC1b1oubbtAoLVW6SC1bY/Xgbcg4BgdQ9YLu1KgeQj94tL5RgZHmx85D6N106HWF26eiNuLiw2PnUwNb5yYFa7p5GsTk0OoxoZm4hczrYxafTYmAQIEOiUgGC1U/LuS4AAgYMJCFYP5ufdBxRoS7B69vkovPbKAWdysLfXC4WoPPyuqE0dbWkgK1ZbYnLRIQoIVg8R2616VmCnQ6xuzq+EqgddGbsZJ5fPx8DgcCNMTb57ESBAgEA2BQSr2eyrqggQyL6AYDX7Pe7qCtsRrHZ1gdtMTrDai13L9pwFq9nur+raI3CQQ6z2OoNCodhYnTo8NhHJn70IECBAINsCgtVs91d1BAhkV0Cwmt3e9kRlgtVbbbIVQE88spmdpGA1s61VWJsFrl+7FMl+q2m8ksOoSgNDjdWpg8OjadzCmAQIECDQpQKC1S5tjGkRIEBgFwHBqkekowKCVcFqRx9AN18TEKx6GAi0JtDKIVatjXTrKqtT9yrmegIECGRPQLCavZ6qiACB/hAQrPZHn7u2ylaC1Vo94upSOcrJH9r8Gizk4tgBT4rez5S22gqgXogojxYiUjqPpJDLx5mRqRgtDuxnyt6TcQHBasYbrLy2Cux0iFWrN0pWpyaHUQ2PTsTw6Hirb3MdAQIECGRUQLCa0cYqiwCBzAsIVjPf4u4usJVgNQlUn78+H0vVWtuLGSsV4qHJkbaPu9uAWwWri1GN53PXYznaX2dzPsOFYnzo+P1xctBHTHfrUb/9XLDabx1X70EEdjrEardx8/lCDA6PxMjYZCNY9SJAgAABAomAYNVzQIAAgd4UEKz2Zt8yM+t2BatJKLR4cy6W5uaivLgYySnKQ+NjMTg6GqWB7f/Ftd+C1eTBeXDsaLz/6KnMPEMKaY+AYLU9jkbpD4HkEKvpKxcj+d7qq7k6Ndk/1YsAAQIECGwWEKx6JggQINCbAoLV3uxbZmZ90GA1CYOuv3Eprpy/ELVq9TaXXESMHz8WJ06fjkLp9lOVuylYLRTyMTE5HPn8wfcCqNRr8czc1Xht6fYDVh4YPRIfOHZfZp4hhbRHQLDaHkej9I9AK4dYJf+Rb2BwuHEYVfLdiwABAgQIbCcgWPVsECBAoDcFBKu92bfMzPqgweqNy1fijRdfit12X508eSJOnrk/kj3t1r+6KVgtFQtx99HJKLQlWK3Hkzcvxbfmp297VgSrmfn1aWshgtW2chqsDwR2OsQqWZ06NDLWCFRzuYP/x7I+4FQiAQIE+l5AsNr3jwAAAgR6VECw2qONy8q0DxKs1mq1eP2bL8TczMyuHMl2APc88nAMDA31RbCaFJmsVv2TmQuC1V2fDhckAoJVzwGBvQusP8Qq+Q93pYGhGB2fioEhq1P3rukdBAgQ6G8BwWp/91/1BAj0roBgtXd7l4mZHyRYLS8tx4Vnno3y0lJLFvc8/JYYnZrqm2C1FvV4aWEmvnLjjQ01W7Ha0uPSdxcJVvuu5Qpug0ByiNXi3GwMDo/G8NhEFAq3bznThtsYggABAgT6QECw2gdNViIBApkUEKxmsq29U9RBgtWF2dm48OxzUa/tthHAiseJ0/fFkbvu7PpgtRy1+Ob8tTi/OBvL9VpjvsP5Ytw/PBlvGTkS+di4ncFu3Z6vluON8ny8OD8TV8sLt11ezOfjnRN3xNsmTu42lJ9nWECwmuHmKo0AAQIECBDoegHBate3yAQJECCwpYBg1YPRUYGDBKszb1yKS2dfbnn+U3ecbOyzuv7VbXuszg/V46n5y1Gp1+PuwbF4ZPRYJAdRPXnzclwrL8ZYoRTvnbw7TpT29jHTZIyvzL4RLy9c39JrpFCK7z/5ppgoDbbs6cJsCQhWs9VP1RAgQIAAAQK9JSBY7a1+mS0BAgSaAoJVz0JHBQ4UrF58Iy69/ErL8+/2YLWWj3gqrsXS6irVB4Yn413jd0SyZvXswkxjFet8tRJD+UJ899S9cXwP4epuwepgvhAfOfmmODqwt8C2ZXwXdr2AYLXrW2SCBAgQIECAQIYFBKsZbq7SCBDItIBgNdPt7f7i9husJh//v/jiizF79VrLRY5MjMddb3lLFIqFtfd004rVpVw1novrsRy1ePf4HfHA8FQUcrc+9p98jP8Pr60EyVPFwfi+o/fFQO5WLTtBCFZbfkz69kLBat+2XuEECBAgQIBAFwgIVrugCaZAgACBfQgIVveB5i3tE9hvsFoplxsHVy0vLLY8mUKxGPc+8nAMjox0ZbC6GNV4Pnc9jg0Ox3sn7m6sTH1t6WZcqyzG/UOT8frSzfjq7MpBVEne+s6xk/HQyNGW6l8frA4XirFQrWx4nxWrLTFm+iLBaqbbqzgCBAgQIECgywUEq13eINMjQIDANgKCVY9GRwX2G6zWarV4/ZsvxNzMTMvzLw0Oxr2PvDVKgwNdHazePTwe3z5+RxRz+bhaXozn5q/GhcXZ2+q8c3A0PjR1asPfJwHq5eX5ODEw0nh/87U+WL1zYLRxiFV5dcuB5BrBasuPUWYvFKxmtrUKI0CAAAECBHpAQLDaA00yRQIECGwhIFj1WHRUYL/BajLp+Rs3GuFqtbJx9eVWBeVyuThx/+lI9lld/+qmrQCaK1YHi8X4nql7Y7ywEgDXI+LVpdl4YvaNxh6rzdfR0lB8+Mjpte0CluvV+Nz0+ZguL962VcD6YPX+4cl4eORovLgw0xg3GVOw2tFfg664uWC1K9pgEgQIECBAgECfCghW+7TxyiZAoOcFBKs938LeLuAgwWpS+bXXXo8r587vijB29Ejc9eCDkcvf2rM0eVM3BqvJHqvHSsPxjrHjcXJgNJozTrYF+JOZC2u1bt5ndaFWiT+aPhezleUYK5Tie4/cF6OFUuP6zcHqd07c1fj7N5bn43PT5wSruz5B2b9AsJr9HquQAAECBAgQ6F4BwWr39sbMCBAgsJOAYNXz0VGBgwar5aWluPDsc1FeXNq2jnw+H3c//FAkh1dtfnVrsNqcZ/Jx//eM39kISG9UluMzV19aKyH5uP+Hj9y3oaRLy/PxwsJ04+Cr5CP/zZdgtaOPeU/cXLDaE20ySQIECBAgQCCjAoLVjDZWWQQIZF5AsJr5Fnd3gQcNVpPqZt64FJfPvtz4yPxWr4kTx+OOB85Esh1ALwSr9wyPx9tGj8eV8kLcqCzFgyNHYjhfjOnKYvzB1ZcbJSSVvHX0WLxj7ERLDRastsTU1xcJVvu6/YonQIAAAQIEOiwgWO1wA9yeAAEC+xQQrO4TztvaI9COYLWxavWZZ6O8tLzlpO5560MxOjm55c+6ccXq28ZPxJtHjqxtAZBMvBb1eHbuajx180qjjmQF64eOnFrbh3W3bghWdxPyc8GqZ4AAAQIECBAg0DkBwWrn7N2ZAAECBxEQrB5Ez3sPLNCOYHVpfj4uPPPctodY3fWWB2P86NGuD1ar+Xo8VZ+Oei7ineMn446BkRgrDERyKNUzc1fj+blrjRqKuVy8Z+KuOD000bK/YLVlqr69ULDat63vXOFf+8fxnp/55Bb3/+74xd/75fjYxrMGt57npU/F3/7hs/HTX/6FeLRjlTwZ//g9H4/4jS/HL3xbC5No1B3xiX3NeeVet6u1aNbw+kcRv/T78csfPbbzZA80zxYcXEKAAAECGwQEqx4IAgQI9KaAYLU3+5aZWbcjWJ2/MRuvPf/NqFWrW7ocu+fuOHrq3g0rQJsXbrVi9frcUlSrtbYaFwr5mBwdXBuzXKnG+SvTG+5RKhbiUmkpXlqaiVo9GodXPTx6LG5Wymt7q5Zy+Xh0/EQ8OHxkT/MTrO6Jqy8vFqz2Zds7V/QOAd+Tv/Ke+Pi/eKy14HF9sNpyyJqEk/88zjTC26vxqZ//gfjsX2whaNxW65CC1VWzL/z1T8SXf35jjHz10387fuAfxi6B9EqtZz++9wA4fuU98c/vXzFq3OsPPxy//ysfi12i2c49X+5MgACBHhQQrPZg00yZAAECESFY9Rh0VOAgwWp5eTmmX30trl+6HM1QaLtikoOrjp8+HUOjIxsu6bZg9e6jk3G5shDPzF2Ja+XFqNbrjUB4IF+IuwbHGmHrSL60p54l2wgkB1994+bleG3pZtw/PBnfOXFXY4w3lufjc9PnYjBfiI+cfFMcHRje09guzo6AYDU7veyJShoh4Wfjw1utTN3LSsmWw9TtVHolWF1dqbpFqNqobCfPtdKvxtVLx+JYKyuBk/ds0wfBak/8hpkkAQI9KCBY7cGmmTIBAgQEq56BTgvsJ1hdXlyKaxcuxOzVa7sGquvrSwLK4YnxOHbq3hgaH28Elt0YrBby+ba15XJ5Pr4+ezmulhfWxhSsto03UwMJVjPVzh4oZiUoPLvbR9KbqzQ3VLRuNet2K1Zve9/6j8o3V6z+UsT//APxj/50dfBGaBm3faz/tiBx0xYGj/3GJyJ+ZvutAFZW4DYLeCw+8RsRH29sBfBTcfbn191/9ZLHttxSoEWvxhir9f3Gh+OzP7P6sf/7fvP2bRfe/4sbVp1uP89fiOaK1V+Kfxg/8A+/0JzpHmvogcfSFAkQINBBAcFqB/HdmgABAgcQsGL1AHjeenCBvQSr12/MxpVz52Ph+o2oH/DWgyPDjYD1jhPH4+GpjatYO7kVQLJitV3B6pXyQnx++nyU6xu3NRCsHvDhyejbBasZbWyXl7XyEfZmULd5n9CtVmmurDD9R7EaCm4ZrH44PpvsQ7pudefKfc6sbi+w01YAt3+sf0OwusUWBs1AcqtA9PaP6Df3SH0s/t5f/2T8L5u2PNj+I/17DVY/Hp9sBqdbbruw0XaneSZ7wW63FcCrW2zb0Nq2BF3+YJoeAQIEOiAgWO0AulsSIECgDQKC1TYgGmL/Aq0Eq8uVanzhyediZvr6/m+0zTvvvOtkvO+RBzf8dG6hHNVam/dYzedjdPjWR/i322O1XcFq8vH/p29eaRx6tfklWG37Y5SJAQWrmWhjjxexGpomK0i3WT2aFHh70Ll6eNVayLoSrG44TGrDlgEHDVY3b2Gw/R6rW35sfvUj9o1gNTbtl7rtR/r3Hqyu1b/NmI1AePX+O81z12C15Rp6/PE0fQIECKQsIFhNGdjwBAgQSElAsJoSrGFbE2glWG1tpN66aqtgtVgsxB1HxtuyYjU5rOqJ2UtxbvGGYLW3Ho2OzVaw2jF6N94ssBYE/nSc/eHbP2K/r2B1wz26KFhd2yJg/QQ3r9xNfrZbsLo+3N0U9G65ncLq/VZX9QpW/RoSIECg8wKC1c73wAwIECCwHwHB6n7UvKdtAoLVW5SLUY3nc9djOdq7WnZzsx4YnozvcHhV257hrAwkWM1KJ3ujjkaQ9/JP33a6fWP2aQSrvbJiddv27XJ41WrwurJKdatgdZuDwlbvJ1jtjd8bsyRAINsCgtVs91d1BAhkV0Cwmt3e9kRlgtXDDVaLuVy8d+LuODU03rjxG8vz8bnpczGYL8RHTr4pjg4M98RzY5LtFxCstt/UiNsLbNzzdNN1jY/Kn41f/L2VFavr90qNOJw9Vm8dqrUaaO6wX2lzn9jW9lhtbnewwx6rf/jhDYdKrek0V56u2zt27WerB2qtzGHrFaux4aCwjdfcvi/qrXnuuhVAy/vE+o0gQIAAgZ0EBKueDwIECPSmgGC1N/uWmVkLVm+1spaPWB6OqOe3bm9yYNdirRZz9Urj8K5i5GIsX4xSLtfS81DK5eOewfEYKZTi8vJ8PDd/NV5fmmu8V7DaEmGmLxKsZrq9XVncxlPoN05xLaTc8mPsj60eQtVc3bp5j9VfiEdve9/6j9ev3wogYm0ezcByw3sfi0/8RsTHP3HmVti5GmI2Z/zdv/SJ+PAffjzOfjwJNW+n3ljnd8cv/saH47M/k8z5p+JschBXsqds89UMcLftWPPwq9svuBXsbrHn66Y5J+/eHARvP8+Nh1fF2lhJH7aoYYuxu/IBNCkCBAh0mYBgtcsaYjoECBBoUUCw2iKUy9IREKzeci0VC9Guw6t26tYrizfii9df23CJYDWd57uXRhWs9lK3zJUAAQIECBDImoBgNWsdVQ8BAv0iIFjtl053aZ2tBquVai3qyTLNHn3l87ko5G+tLN3q8KrDCFbnq+X40+uvxdXygmC1R5+ltKYtWE1L1rgECBAgQIAAgd0FBKu7G7mCAAEC3SggWO3GrvTRnFoJVqu1eszOL0Wt1rvJaqlUiPHhgbXOdipYvbQ8H380fe62J8yK1T76pdumVMGqZ4AAAQIECBAg0DkBwWrn7N2ZAAECBxEQrB5Ez3sPLCBYvUW4GNV4Pnc9lqN2YNe9DiBY3atY9q4XrGavpyoiQIAAAQIEekdAsNo7vTJTAgQIrBcQrHoeOiogWO2OYHWsOBDff/JNkXz36k8BwWp/9l3VBAgQIECAQHcICFa7ow9mQYAAgb0KCFb3Kub6tgoIVm9xLuWq8WL+ZlQOecXqeHEwvm3qzrh7aLytvTVYbwkIVnurX2ZLgAABAgQIZEtAsJqtfqqGAIH+ERCs9k+vu7LSVoLVWr0e84vlnt5jtVjMx8hgaa0HW+2xOlAqxuk7jkexUOjKXplUtgUEq9nur+oIECBAgACB7hYQrHZ3f8yOAAEC2wkIVj0bHRVoJVjt6ARTurlgNSVYw+5bQLC6bzpvJECAAAECBAgcWECwemBCAxAgQKAjAoLVjrC7aVOgX4LV2Zvz8eK5V2O5XG6UXqvVY3ZhacODUMjnYnxkOPL53KE8IPlcPu6962Tcc9fJOJw7HkpZbrJPAcHqPuG8jQABAgQIECDQBgHBahsQDUGAAIEOCAhWO4DulrcE+iFY/dbLF+JLX3s6qpVqV7b+rQ/eH+/79kejWLQFQVc26JAmJVg9JGi3IUCAAAECBAhsISBY9VgQIECgNwUEq73Zt8zMOuvB6vT12fj9z38plpaWu7ZnuVwu3v+eR+Ntb3mga+doYukLCFbTN3YHAgQIECBAgMB2AoJVzwYBAgR6U0Cw2pt9y8yssx6sPvnsC/HE09+MgYFSvOOhB2J4aLBrepdsR/Ctl8/H5aszcdfJ4/EDH/quxjy9+lNAsNqffVc1AQIECBAg0B0CgtXu6INZECBAYK8CgtW9irm+rQKtBKu1ej3mF8uNfUl77fW1p5+Ps+cudH2wOjUxHj/2kQ/E8NBQrxGbb5sEBKttgjQMAQIECBAgQGAfAoLVfaB5CwECBLpAQLDaBU3o5ym0EqxWk4Oe5pd6Mlh98tlvxivnXxWs9vND3iO1C1Z7pFGmSYAAAQIECGRSQLCaybYqigCBPhAQrPZBk7u5RMFq57qzfisAK1Y714duubNgtVs6YR4EMr0BzQAAIABJREFUCBAgQIBAPwoIVvux62omQCALAoLVLHSxh2sQrHaueYLVztl3450Fq93YFXMiQIAAAQIE+kVAsNovnVYnAQJZExCsZq2jPVaPYLVzDROsds6+G+8sWO3GrpgTAQIECBAg0C8CgtV+6bQ6CRDImoBgNWsd7bF6WglWk5Iq1VrUe+/sqvjzrz8d3zp73h6rPfZc9uN0Bav92HU1EyBAgAABAt0iIFjtlk6YBwECBPYmIFjdm5er2yzQarDa5tse2nBffOKpeP7Fc4LVQxN3o/0KCFb3K+d9BAgQIECAAIGDCwhWD25oBAIECHRCQLDaCXX3XBMQrHbuYbAVQOfsu/HOgtVu7Io5ESBAgAABAv0iIFjtl06rkwCBrAkIVrPW0R6rR7DauYYJVjtn3413Fqx2Y1fMiQABAgQIEOgXAcFqv3RanQQIZE1AsJq1jvZYPYLVzjVMsNo5+268s2C1G7tiTgQIECBAgEC/CAhW+6XT6iRAIGsCgtWsdbTH6hGsdq5hgtXO2XfjnQWr3dgVcyJAgAABAgT6RUCw2i+dVicBAlkTEKxmraM9Vk8rwWq1Vo+bC8uRBIG99nrymefj5fOvRuRyMTw4EPl8vqtKWFxaimq1FlMT4/FjH/lADA8NddX8TObwBASrh2ftTgQIECBAgACBzQKCVc8EAQIEelNAsNqbfcvMrFsNVmfnl3ozWH32m/FKEqx2+Uuw2uUNOoTpCVYPAdktCBAgQIAAAQLbCAhWPRoECBDoTQHBam/2LTOzFqx2RysFq93Rh07OQrDaSX33JkCAAAECBPpdQLDa70+A+gkQ6FUBwWqvdi4j8xasdkcjBavd0YdOzkKw2kl99yZAgAABAgT6XUCw2u9PgPoJEOhVAcFqr3YuI/Pup2D1/e99d0yMje7YuUqlGk889WxcvTbduO70vXfHQw8+EPl8bsf3XbpyNb765DNr1yTvOXPfPbs+JWfPvRrPv/CSPVZ3lcr+BYLV7PdYhQQIECBAgED3CghWu7c3ZkaAAIGdBASrno+OCrQSrHZ0gge8+RefeCqef/FcY5QPvu87YnJ8bMcRy5VKfOXrT8flq9ca1505fSoeeXMSrO586NXFy1fiz5/4xtrYjzz0YLzp9KldZ//iK+fjmedfEKzuKpX9CwSr2e+xCgkQIECAAIHuFRCsdm9vzIwAAQKCVc9A1woIVje2RrDatY9q5icmWM18ixVIgAABAgQIdLGAYLWLm2NqBAgQ2EHAilWPR0cFBKuC1Y4+gG6+JiBY9TAQIECAAAECBDonIFjtnL07EyBA4CACgtWD6HnvgQUEq4LVAz9EBmiLgGC1LYwGIUCAAAECBAjsS0Cwui82byJAgEDHBQSrHW9Bf09AsCpY7e/fgO6pXrDaPb0wEwIECBAgQKD/BASr/ddzFRMgkA0BwWo2+tizVfRTsPptb39rjI+N7tirSqUSz3zrpbh+/UbjurvuOBEPnD616+FVV65Nx7PffHFt7PvvuzdO3X3nrs/F+dcuxsvnLji8alep7F8gWM1+j1VIgAABAgQIdK+AYLV7e2NmBAgQ2ElAsOr56KhAK8FqtVaP2fmlqNXqqc61VCrE+PBAW+/xxSeeiudfPNfWMdMYbGpiPH7sIx+I4aGhNIY3Zg8ICFZ7oEmmSIAAAQIECGRWQLCa2dYqjACBjAsIVjPe4G4vT7DaHR0SrHZHHzo5C8FqJ/XdmwABAgQIEOh3AcFqvz8B6idAoFcFBKu92rmMzLufglVbAWTkoc1oGYLVjDZWWQQIECBAgEBPCAhWe6JNJkmAAIHbBASrHoqOCvRTsPrB931HTI6P7ehdrlTiK19/Oi5fvda47szpU/HImx/YdY/Vi5evxJ8/8Y21sR956MF40+lTu/b2xVfOxzPPv2CP1V2lsn+BYDX7PVYhAQIECBAg0L0CgtXu7Y2ZESBAYCcBwarno6MCrQarNxeW099jtZiPsRT3WBWsdvRRc/NdBASrHhECBAgQIECAQOcEBKuds3dnAgQIHERAsHoQPe89sEArweqBb9LBAdYfXiVY7WAj3HpXAcHqrkQuIECAAAECBAikJiBYTY3WwAQIEEhVQLCaKq/BdxMQrG4UshXAbk+Mn6clIFhNS9a4BAgQIECAAIHdBQSruxu5ggABAt0oIFjtxq700ZwEq4LVPnrcu7pUwWpXt8fkCBAgQIAAgYwLCFYz3mDlESCQWQHBamZb2xuF9VOw+v73vjsmxkZ3bEylUo0nnno2rl6bblx3+t6746EHk8Orcju+79KVq/HVJ59ZuyZ5z5n77tn1ITh77tV4/oWXHF61q1T2LxCsZr/HKiRAgAABAgS6V0Cw2r29MTMCBAjsJCBY9Xx0VGCrYLVYyMfQQKmj82rXzZ9+9oU4d+H1dg2X2jhTE+PxYx/5QAwPDaV2DwN3t4Bgtbv7Y3YECBAgQIBAtgUEq9nur+oIEMiugGA1u73ticq2ClZ7YuItTvKFF1+O11+/1OLVnbtMsNo5+265s2C1WzphHgQIECBAgEA/CghW+7HraiZAIAsCgtUsdLGHa6hUq/HKG1diuVzp4Sq2n/r6YPWB+++LkeGdV4RWE4/zr8X8wkJj0CNTk3H3HScil8/v6HP9xmycf/XWytiTJ47FyePHdjVNthC4dPmqrQB2lcr+BYLV7PdYhQQIECBAgED3CghWu7c3ZkaAAIGdBASrno+OC1yavh5Xb9zs+DzSmMD6YPWD7/uOmBwf2/E25UolvvL1p+Py1WuN686cPhWPvDnZY3XnYPXi5Svx5098Y23sRx56MN50+tSuJb34yvl45vkXBKu7SmX/AsFq9nusQgIECBAgQKB7BQSr3dsbMyNAgIBg1TPQ1QL1iLh4dTpm5uYjkn/I0EuwmqFmZrwUwWrGG6w8AgQIECBAoKsFBKtd3R6TI0CAwLYCVqx6OLpGINkO4Mb8QjQDnq6Z2AEm8rWnno+zr1xojGDF6gEgvTV1AcFq6sRuQIAAAQIECBDYVkCw6uEgQIBAbwoIVnuzb2bdIwJ/8p++Fs9+66xgtUf61c/TFKz2c/fVToAAAQIECHRaQLDa6Q64PwECBPYnIFjdn5t3EWhJQLDaEpOLukBAsNoFTTAFAgQIECBAoG8FBKt923qFEyDQ4wKC1R5voOl3t0CvBKtHpibiR//CB2J4aLC7Qc0uNQHBamq0BiZAgAABAgQI7CogWN2VyAUECBDoSgHBale2xaSyIvDNl87F5/7sK11fzkNvuj++573vjHw+3/VzNcF0BASr6bgalQABAgQIECDQioBgtRUl1xAgQKD7BASr3dcTM8qQwHK5HH/0p1+JVy683rVVjQwPxQ9+7/vi+NGprp2jiaUvIFhN39gdCBAgQIAAAQLbCQhWPRsECBDoTQHBam/2zax7SGBpuRxf/OpT8a2z56JWq3XVzJMw9UPf9e44dmSyq+ZlMocvIFg9fHN3JECAAAECBAg0BQSrngUCBAj0poBgtTf7ZtY9KFCPiKWlpWgGWJ0uYaA0EIWCj/53ug/dcn/Bard0wjwIECBAgACBfhQQrPZj19VMgEAWBASrWeiiGggQIHBAgb0Eq+VyOV5//fV4/PHHD3hXbydAgAABAgQIEEgEBKueAwIECPSmgGC1N/tm1gQIEGirgGC1rZwGI0CAAAECBAjsSUCwuicuFxMgQKBrBASrXdMKEyFAgEDnBFoJViuVSiSrVa1Y7Vyf3JkAAQIECBDIpoBgNZt9VRUBAtkXEKxmv8cqJECAwK4C2wWryYFrSaBarVYb35vB6sWLF+N3f/d3dx3XBQQIECBAgAABArsL/OiP/mjceeedUSqVGl/FYrHxVSgUIp/PN75yudyGr91HdQUBAgQIpC0gWE1buG/HfyO++Oufiidvq/9UfPAnfygeHt0FZu65+MxvfT7iQ4/FDz00svPFF78Yv/7piI/97HfFHX3rfViFJ339aky10sPDmpL7tEVgp2C1GaoKVttCbRACBAgQIECAwG0CglUPBQECBHpTQLDam33r7lmvhqLn3/mx+Nnv3Bh1zj//mfjkH8cu4ep8PPeZT8bMu342vuvOFkpdF6zGl349vjq1EsY27vXSmXjshx6OXaLZLW7SrgBxJWCOj67W0rCZiXc3QuBNP2uh1O0uadQ68+7bvA8w5DZvbZdL+2dmxIMJ7DVYfeONN+J3fud3Ymho6GA39m4CBAgQIECAQJ8LLCwsxE/8xE+srVhtrla1YrXPHwzlEyDQEwKC1Z5oUy9NcnWl6hahaqOKRrB4Ns7suOJxPubnRmJkt1WtTZZtVqweLFhtl/lO4Wn7gtV2zXb3cQSruxv15hW7BavJqtVkG4DmqtUrV67E3//7fz/e+c539mbBZk2AAAECBAgQ6BKBr33ta/EP/sE/iOPHj2/YCiDZBqD5tXkbgOSfvQgQIECg8wKC1c73IGMzWAkLp1v5CH9jxeZXY+qjZ+Lsp1c/9j/5ZPz6pzdtIHDqgxtWnb7xpV+PT329yfZofOyjEZ9a3QqguWL1Q/HH8ck/Pr960aPxsZ99NKY/88n4fPOvmj9priS9rQvrA8SN81wZIhlzdeuBRrC7bs5r8924HcKpxOTec6srVs/E2XVbJdz62cbQuVFrrKz83Vh3RKwLr9evWL3tuohojL+6pULz2o/Fp9Ycb/v5mt0KzKNrToLVjP3CrpWzPlhN/jLZW7X5lYSqm7cDuHHjRjz88MONcNWLAAECBAgQIEBg/wLJ/3/queeei4mJiQ37qyYrVpO9VZNwNQlSkz8nr2bIuv87eicBAgQItEtAsNouSeOsCuw1WP1UPNkMIrfcV3XjCtjbtxJohpcrQed2WwHMNsLYdWFoxMpWAdtuS7A5WF03z4iVkPPaB+OxD0b88W99Po5sCB7XB8t72Apgi9W8zWD1samvbprrRudmWHr7dRGxGvw2w9GVus/fCktX3Zs1zM/Nx8jous0Tbtu+wB6rWf11T8LVZsCahKrJn5NANfnz+sOr1q9aTT629thjj2WVRF0ECBAgQIAAgVQFfvM3f7OxvdLm1arNbQA2H14lWE21HQYnQIDAngUEq3sm84adBfYerG7cf/T2bQLWr9rc8uP9Leyx2ghWV1d+rs1/x20Jbg9W1+bZDGUb+7ceiSfX76F6G04bg9VN+8UmLhv2k515dzSC1dv2ld04h9sNt9qSYPPhY81Dx6xYzfL/AqwPVpM/b16xunk7gKWlpZiZmYlHH300fvzHfzze/va3x8jI3nc0zrKp2ggQIECAAAECmwXm5ubi6aefjn/37/5dPPnkkzE1NRWDg4O3bQPQXLGarFRNvtavVLUVgOeKAAEC3SEgWO2OPmRoFrsFq+tDvK1Cx8/Hpk/rr9isfuy9+4LVlYOxbtueoLlNwOYDqnY6vGq3Fas7HMS1YcXqgYLVjSuAG0ePbZiXYDVDv6y3lbJ5n9XttgNo7rXaXLma/MtBcujC8vJyI4xtBrTJn5NXc9ws26mNAAECBAgQILCVwFZ7oyYh6cDAQOMQ0LGxsbWP/5dKpWgeXLV+f9X1oWozUBWset4IECDQHQKC1e7oQ4ZmscvhVRuCxq2C1Z0Ptuq6YPVdM/HJJ6Y27AG7cY49tmJ1fIvDxQSrGfr93LmUVg6wSsLUrb6a+7A2w9hmuLp+FWzfQCqUAAECBAgQILAqsDlYba4+bQanzSB18/fmzzevVhWserQIECDQXQKC1e7qRzZms7pn5/l1hyutFbZhv8+tV6zGhoOvtvgY+4Z9UefjucahVOnvsbrlVgBJsPrp6fjgT/5QPDy6UuXa/qs/lKxm3Wuwum6/1nWObd9jdcOq1nVzbASrqweJNQ67avraCiAbv5y7V7E5EN28z+r6Q6w2/7m5F2tzG4HNB2JZubq7vysIECBAgACBbAhsDkCbh081v28OVpN/bmW1qoOrsvF8qIIAgewICFaz08suq2TzHp23prfxhPlPxfrAsnnQ0vpibl2/Lrj8evOKU/HBj56Js5+eiXdvOrzq1lhJ6PpoTDcC2I1Mm8e+9dNW91h9OFYOxtow48ZBWo2P0a8FkxGnksD43nPxmd9amesdm3+WBJmrwXPjrac+GB974Gx8aubd8bPfecem7QZubY/QuEtyINV21yVDrQurd91jdf0cIglUPxTx+WZ4fSbO/rrDq7rsl62t09lpO4D1h1g1V6gmq1ebf24edLVVONvWSRqMAAECBAgQINAjAusD1uZH+pPv6z/qv/6gquafmytV169YTUoWrPZI402TAIG+ERCs9k2rFUqAAIHdBXbaDqAZrDa/rw9Um6HqVlsBNO9qxeru/q4gQIAAAQIEel9g8/6n67cDWB+YJuFq8s/rg9Xm362/bv37m+Fq7yupgAABAtkQEKxmo4+qIECAQFsENn98f/NhVM0Adf33nULV9WGqYLUtLTIIAQIECBAg0OUCuwWrze0A1q9cbf55/ff12wesD1QdXNXlD4DpESDQVwKC1b5qt2IJECCwu8BWq1ab+6Y2V6Q2v7cSqm4XqApad++FKwgQIECAAIHeEdgq8Fy/FcBuK1e3+vi/1aq9038zJUCgPwUEq/3Zd1UTIEBgW4GtDp1afyDV+nB1feDq0CoPFQECBAgQIEBgo8Buh1it30N185/X76e6eRzOBAgQINAdAoLV7uiDWRAgQKCrBHYLVzcHrVsdWLV5RaoVql3VYpMhQIAAAQIEUhTYaTuAzStX13/kf6uP/wtVU2yUoQkQIHBAAcHqAQG9nQABAlkV2LwlQFLn+gB1/f6r6/++ed3671k1UhcBAgQIECBAoBWB7bYEaIasyWrVrT72L1RtRdc1BAgQ6JyAYLVz9u5MgACBrhfYbuXqVkFq8++2ClStVu36VpsgAQIECBAg0GaBrVatJrfY/BH/9YGqj/+3uQmGI0CAQMoCgtWUgQ1PgACBXhZYH4hut4K1GaRuDmE31y1c7eUnwdwJECBAgACBvQq0cphVM2jdKnBd/7O93tv1BAgQIHA4AoLVw3F2FwIECPS0wFah6VarWZtFClF7ut0mT4AAAQIECKQgsD5o3epQq+Ytffw/BXxDEiBAICUBwWpKsIYlQIBA1gS2Wr2a1OiQqqx1Wj0ECBAgQIBAmgJbBazJ/bb7+zTnYmwCBAgQOJiAYPVgft5NgACBvhLYaiXqdqtTrVrtq0dDsQQIECBAgMAuAlttDSBQ9dgQIECgtwUEq73dP7MnQIBARwSEqR1hd1MCBAgQIEAgAwI77b2agfKUQIAAgb4SEKz2VbsVS4AAgXQErE5Nx9WoBAgQIECAQLYFtlvFmu2qVUeAAIHsCAhWs9NLlRAgQKBrBAStXdMKEyFAgAABAgS6QECA2gVNMAU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F8l3iGAAAgAElEQVQ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AAECKQgIVlNANSQBAgQIECBAgAABAgQIECBAgAABAtkWEKxmu7+qI0CAAAECBAgQIECAAAECBAgQIEAgBQHBagqohiRAgAABAgQIECBAgAABAgQIECBAINsCgtVs91d1BAgQIECAAAECBAgQIECAAAECBAikICBYTQHVkAQIECBAgAABAgQIECBAgAABAgQIZFtAsJrt/qqOAAECBAgQIECAAAECBAgQIECAAIEUBASrKaAakgABAgQIECBAgAABAgQIECBAgACBbAsIVrPdX9URIECAAAECBAgQIECAAAECBAgQIJCCgGA1BVRDEiBAgAABAgQIECBAgAABAgQIECCQbQHBarb7qzoCBAgQIECAAAECBAgQIECAAAECBFIQEKymgGpIAgQIECBAgAABAgQIECBAgAABAgSyLSBYzXZ/VUeAAAECBAgQIECAAAECBAgQIECAQAoCgtUUUA1JgAABAgQIECBAgAABAgQIECBAgEC2BQSr2e6v6ggQIECAAAECBAgQIECAAAECBAgQSEFAsJoCqiEJECBAgAABAgQIECBAgAABAgQIEMi2gGA12/1VHQECBAgQIECAAAECBAgQIECAwP/f3v31NpUmeQCu0EBwEnbRBtBOdy+W+mYye5lbPhifkNtczmRuWkrvdM+qISt2CTEBGlbHPsfnT+wQOxSQlwepNRraLp966jgt/VJ+TYBAgoBgNQFVSQIECBAgQIAAAQIECBAgQIAAAQIEyhYQrJY9X90RIECAAAECBAgQIECAAAECBAgQIJAgIFhNQFWSAAECBAgQIECAAAECBAgQIECAAIGyBQSrZc9XdwQIECBAgAABAgQIECBAgAABAgQIJAgIVhNQlSRAgAABAgQIECBAgAABAgQIECBAoGwBwWrZ89UdAQIECBAgQIAAAQIECBAgQIAAAQIJAoLVBFQlCRAgQIAAAQIECBAgQIAAAQIECBAoW0CwWvZ8dUeAAAECBAgQIECAAAECBAgQIECAQIKAYDUBVUkCBAgQIECAAAECBAgQIECAAAECBMoWEKyWPV/dESBAgAABAgQIECBAgAABAgQIECCQICBYTUBVkgABAgQIECBAgAABAgQIECBAgACBsgUEq2XPV3cECBAgQIAAAQIECBAgQIAAAQIECCQICFYTUJUkQIAAAQIECBAgQIAAAQIECBAgQKBsAcFq2fPVHQECBAgQIECAAAECBAgQIECAAAECCQKC1QRUJQkQIECAAAECBAgQIECAAAECBAgQKFtAsFr2fHVHgAABAgQIECBAgAABAgQIECBAgECCgGA1AVVJAgQIECBAgAABAgQIECBAgAABAgTKFhCslj1f3REgQIAAAQIECBAgQIAAAQIECBAgkCAgWE1AVZIAAQIECBAgQIAAAQIECBAgQIAAgbIFBKtlz1d3BAgQIECAAAECBAgQIECAAAECBAgkCAhWE1CVJECAAAECBAgQIECAAAECBAgQIECgbAHBatnz1R0BAgQIECBAgAABAgQIECBAgAABAgkCgtUEVCUJECBAgAABAgQIECBAgAABAgQIEChbQLBa9nx1R4AAAQIECBAgQIAAAQIECBAgQIBAgoBgNQFVSQIECBAgQIAAAQIECBAgQIAAAQIEyhYQrJY9X90RIECAAAECBAgQIECAAAECBAgQIJAgIFhNQFWSAAECBAgQIECAAAECBAgQIECAAIGyBQSrZc9XdwQIECBAgAABAgQIECBAgAABAgQIJAgIVhNQlSRAgAABAgQIECBAgAABAgQIECBAoGwBwWrZ89UdAQIECBAgQIAAAQIECBAgQIAAAQIJAoLVBFQlCRAgQIAAAQIECBAgQIAAAQIECBAoW0CwWvZ8dUeAAAECBAgQIECAAAECBAgQIECAQIKAYDUBVUkCBAgQIECAAAECBAgQIECAAAECBMoWEKyWPV/dESBAgAABAgQIECBAgAABAgQIECCQICBYTUBVkgABAgQIECBAgAABAgQIECBAgACBsgUEq2XPV3cECBAgQIAAAQIECBAgQIAAAQIECCQICFYTUJUkQIAAAQIECBAgQIAAAQIECBAgQKBsAcFq2fPVHQECBAgQIECAAAECBAgQIECAAAECCQKC1QRUJQkQIECAAAECBAgQIECAAAECBAgQKFtAsFr2fHVHgAABAgQIECBAgAABAgQIECBAgECCgGA1AVVJAgQIECBAgAABAgQIECBAgAABAgTKFhCslj1f3REgQIAAAQIECBAgQIAAAQIECBAgkCAgWE1AVZIAAQIECBAgQIAAAQIECBAgQIAAgbIFBKtlz1d3BAgQIECAAAECBAgQIECAAAECBAgkCAhWE1CVJECAAAECBAgQIECAAAECBAgQIECgbAHBatnz1R0BAgQIECBAgAABAgQIECBAgAABAgkCgtUEVCUJECBAgAABAgQIECBAgAABAgQIEChbQLBa9nx1R4AAAQIECBAgQIAAAQIECBAgQIBAgoBgNQFVSQIECBAgQIAAAQIECBAgQIAAAQIEyhYQrJY9X90RIECAAAECBAgQIECAAAECBAgQIJAgIFhNQFWSAAECBAgQIECAAAECBAgQIECAAIGyBQSrZc9XdwQIECBAgAABAgQIECBAgAABAgQIJAgIVhNQlSRAgAABAgQIECBAgAABAgQIECBAoGwBwWrZ89UdAQIECBAgQIAAAQIECBAgQIAAAQIJAoLVBFQlCRAgQIAAAQIECBAgQIAAAQIECBAoW0CwWvZ8dUeAAAECBAgQIECAAAECBAgQIECAQIKAYDUBVUkCBAgQIECAAAECBAgQIECAAAECBMoWEKyWPV/dESBAgAABAgQIECBAgAABAgQIECCQICBYTUBVkgABAgQIECBAgAABAgQIECBAgACBsgUEq2XPV3cECBAgQIAAAQIECBAgQIAAAQIECCQICFYTUJUkQIAAAQIECBAgQIAAAQIECBAgQKBsAcFq2fPVHQECBAgQIECAAAECBAgQIECAAAECCQKC1QRUJQkQIECAAAECBAgQIECAAAECBAgQKFtAsFr2fHVHgAABAgQIECBAgAABAgQIECBAgECCgGA1AVVJAgQIECBAgAABAgQIECBAgAABAgTKFhCslj1f3REgQIAAAQIECBAgQIAAAQIECBAgkCAgWE1AVZIAAQIECBAgQIAAAQIECBAgQIAAgbIFBKtlz1d3BAgQIECAAAECBAgQIECAAAECBAgkCAhWE1CVJECAAAECBAgQIECAAAECBAgQIECgbAHBatnz1R0BAgQIECBAgAABAgQIECBAgAABAgkCgtUEVCUJECBAgAABAgQIECBAgAABAgQIEChbQLBa9nx1R4AAAQIECBAgQIAAAQIECBAgQIBAgoBgNQFVSQIECBAgQIAAAQIECBAgQIAAAQIEyhYQrJY9X90RIECAAAECBAgQIECAAAECBAgQIJAgIFhNQFWSAAECBAgQIECAAAECBAgQIECAAIGyBQSrZc9XdwQIECBAgAABAgQIECBAgAABAgQIJAgIVhNQlSRAgAABAgQIECBAgAABAgQIECBAoGwBwWrZ89UdAQIECBAgQIAAAQIECBAgQIAAAQIJAoLVBFQlCRAgQIAAAQIECBAgQIAAAQIECBAoW0CwWvZ8dUeAAAECBAgQIECAAAECBAgQIECAQIKAYDUBVUkCBAgQIECAAAECBAgQIECAAAECBMoWEKyWPV/dESBAgAABAgQIECBAgAABAgQIECCQICBYTUBVkgABAgQIECBAgAABAgQIECBAgACBsgUEq2XPV3cECBAgQIAAAQIECBAgQIAAAQIECCQICFYTUJUkQIAAAQIECBAgQIAAAQIECBAgQKBsAcFq2fPVHQECBAgQIECAAAECBAgQIECAAAECCQKC1QRUJQkQIECAAAECBAgQIECAAAECBAgQKFtAsFr2fHVHgAABAgQIECBAgAABAgQIECBAgECCgGA1AVVJAgQIECBAgAABAgQIECBAgAABAgTKFhCslj1f3REgQIAAAQIECBAgQIAAAQIECBAgkCAgWE1AVZIAAQIECBAgQIAAAQIECBAgQIAAgbIFBKtlz1d3BAgQIECAAAECBAgQIECAAAECBAgkCAhWE1CVJECAAAECBAgQIECAAAECBAgQIECgbAHBatnz1R0BAgQIECBAgAABAgQIECBAgAABAgkCgtUEVCUJECBAgAABAgQIECBAgAABAgQIEChbQLBa9nx1R4AAAQIECBAgQIAAAQIECBAgQIBAgoBgNQFVSQIECBAgQIAAAQIECBAgQIAAAQIEyhYQrJY9X90RIECAAAECBAgQIECAAAECBAgQIJAgIFhNQFWSAAECBAgQIECAAAECBAgQIECAAIGyBQSrZc9XdwQIECBAgAABAgQIECBAgAABAgQIJAgIVhNQlSRAgAABAgQIECBAgAABAgQIECBAoGwBwWrZ89UdAQIECBAgQIAAAQIECBAgQIAAAQIJAoLVBFQlCRAgQIAAAQIECBAgQIAAAQIECBAoW0CwWvZ8dUeAAAECBAgQIECAAAECBAgQIECAQIKAYDUBVUkCBAgQIECAAAECBAgQIECAAAECBMoWEKyWPV/dESBAgAABAgQIECBAgAABAgQIECCQICBYTUBVkgABAgQIECBAgAABAgQIECBAgACBsgUEq2XPV3cECBAgQIAAAQIECBAgQIAAAQIECCQICFYTUJUkQIAAAQIECBAgQIAAAQIECBAgQKBsAcFq2fPVHQECBAgQIECAAAECBAgQIECAAAECCQKC1QRUJQkQIECAAAECBAgQIECAAAECBAgQKFtAsFr2fHVHgAABAgQIECBAgAABAgQIECBAgECCgGA1AVVJAgQIECBAgAABAgQIECBAgAABAgTKFhCslj1f3REgQIAAAQIECBAgQIAAAQIECBAgkCAgWE1AVZIAAQIECBAgQIAAAQIECBAgQIAAgbIFBKtlz1d3BAgQIECAAAECBAgQIECAAAECBAgkCAhWE1CVJECAAAECBAgQIECAAAECBAgQIECgbAHBatnz1R0BAgQIECBAgAABAgQIECBAgAABAgkCgtUEVCUJECBAgAABAgQIECBAgAABAgQIEChbQLBa9nx1R4AAAQIECBAgQIAAAQIECBAgQIBAgoBgNQFVSQIECBAgQIAAAQIECBAgQIAAAQIEyhYQrJY9X90RIECAAAECBAgQIECAAAECBAgQIJAgIFhNQFWSAAECBAgQIECAAAECBAgQIECAAIGyBQSrZc9XdwQIECBAgAABAgQIECBAgAABAgQIJAgIVhNQlSRAgAABAgQIECBAgAABAgQIECBAoGwBwWrZ89UdAQIECBAgQIAAAQIECBAgQIAAAQIJAoLVBFQlCRAgQIAAAQIECBAgQIAAAQIECBAoW0CwWvZ8dUeAAAECBAgQIECAAAECBAgQIECAQIKAYDUBVUkCBAgQIECAAAECBAgQIECAAAECBMoWEKyWPV/dESBAgAABAgQIECBAgAABAgQIECCQICBYTUBVkgABAgQIECBAgAABAgQIECBAgACBsgUEq2XPV3cECBAgQIAAAQIECBAgQIAAAQIECCQICFYTUJUkQIAAAQIECBAgQIAAAQIECBAgQKBsAcFq2fPVHQECBAgQIECAAAECBAgQIECAAAECCQKC1QRUJQkQIECAAAECBAgQIECAAAECBAgQKFtAsFr2fHVHgAABAgQIECBAgAABAgQIECBAgECCgGA1AVVJAgQIECBAgAABAgQIECBAgAABAgTKFhCslj1f3REgQIAAAQIECBAgQIAAAQIECBAgkCAgWE1AVZIAAQIECBAgQIAAAQIECBAgQIAAgbIFBKtlz1d3BAgQIECAAAECBAgQIECAAAECBAgkCHzhYPVlPNj+ISI2ElpTkgABAgQIECBAgAABAgQIECBAgAABAhkCH+LZq1/j9ru7cfv27bVeYOPJkycf1nnmmzdv4s3GSfzL1r/F5s3ROiU8hwABAgQIECBAgAABAgQIECBAgAABAp9d4OzdJP7v9H/i9oedLxOsnp69jNvb38Xu9r/bWv3s4/eCBAgQIECAAAECBAgQIECAAAECBAisLvAhjl/9d7x59UdsbX6hjdWXL1/Gjc33sbl1K3Y278XmzTsC1tUn6RkECBAgQIAAAQIECBAgQIAAAQIECKQLfIizd6/j5OxFnJ2+jfdnN+Lu3S8YrFZHAty6cyM2t2/Gxs2q+7VOFkhn8wIECBAgQIAAAQIECBAgQIAAAQIECHzLAhvx4V3E2at38fb1++kRAF88WP2Wx6F3AgQIECBAgAABAgQIECBAgAABAgSun4Bg9frNzBUTIECAAAECBAgQIECAAAECBAgQIPCFBb5osHpychLVUQAfPvj4/xe+D7w8AQIECBAgQIAAAQIECBAgQIAAAQKXFNjY2JgeBbCzszP933X+bDx58mStVPTdu3fx6tWreP36dbx//36d1/YcAgQIECBAgAABAgQIECBAgAABAgQIfHaBGzduxJ07d2J7eztu3px+cdTKf9YOVqswtQpVJ5NJvH371tbqyvSeQIAAAQIECBAgQIAAAQIECBAgQIDA5xaotlVv3boVo9FoGq5WIes6f9YOVquP///xxx/TcPXs7CyqDdbq7xwLsM4YPIcAAQIECBAgQIAAAQIECBAgQIAAgUyBKlCt/qk2VDc3N6eh6nfffTf9u3X+rB2sVi/WhKvVOavV1moVtApW1xmD5xAgQIAAAQIECBAgQIAAAQIECBAgkClQBahVkFptq1bnql4lVK2u80rBahOuVmFqdTSAs1YzR682AQIECBAgQIAAAQIECBAgQIAAAQJXEag+9l/902yvXqXWlYPVq7y45xIgQIAAAQIECBAgQIAAAQIECBAgQOA6CghWr+PUXDMBAgQIECBAgAABAgQIEPhcAseH8fTweOGrjR7tx/5/jC68ksl/HcTBL5O4zGMXFzqOw6eHcTwax/7+j3Hxq30Mpa4Vu7H3eC92P/bwFf798d+fxuHzT193hUv4DA+dxD8ODuJoMorx/n78uOYwZlbDy+3bnbtvmvvwwvugub5PP4fmenb3Hsfe/MZZ7X5a/F5oanQ9at/T2Xtv/ffOx2+Jy8ziXJV6FtV1jU8PZrO8vxeP//wp31HDV21m2/79dBZb/4iDg6OYdB7ezqix7dyvg59nV7UVrH78HvMIAgQIECBAgAABAgQIECBAIFYLkRowwWpJt87Vg9XmfujFiKNRTCaTiE5oul6w+rmtV3tPLHovNMHmPOC7VID86fpsXr8JI+dB60VB6TxY/c94+OyvcTLuhs2f7tq6lXp294/rMPVePBi9iGfVrVP9kmfrqP4l0G789Og0fv6liVubYLUNsXf39iIOD6P6lVE/LF/t+gWrq3l5NAECBAgQIECAAAECBAgQ+EYFFoRIw23WOhiLeku1F549moUwR53VslmgMdzYG24bNhur38f38Vv8tu7ze1PbjVmu0tnEra79LxF/62y/dcOX2dPPBzTTv76/F3txONjC7G8dzl9+iVFvc27S38Jbeh31RuO89jQMi9mGb/uCMd4fx8lB+3ejB/di8uzFPFCah2s/7Mbxr93t5GoW45hMt1R70zxXc26z8JrqTca6r637u3H8/Hi25fhoEgcHJ/Hw0WkcdTabLwxWp3P6PWI0iSqPbWbw+M9b9UZtHbhFveXceI4exL3Js3hxkc25+3Q2x93ns83r87Ooiu3G3v5OHPU2J/vP678X2k3vC3/xUL+/7vzrnXj9v6/rEqMY7z2M3w+bLc0L7rOlTu1m6TBY7V/P6YJ7aT9+7GzS/iX+NnW5d38UL55HvcncBvAP7k3iWQt+/r2y1iZ6U78JVofvy+ZnyPAXAd3/P8W58va1YPUb/c+htgkQIECAAAECBAgQIECAwGoCw2C1/zHb0S+zj7YIoC4AAAWVSURBVHeP/vR9xD9/i8n04/ZtKDcPh+ZhWhUM7cYP94/j1+p502MFqiDnKHZ6HzOvX+fWrYi3bzth3OWe39sInG+03Y278TJe1kHp4mvfi6g/st7bhhuN46fto/h5es178fDZ4TR0vHs34uXL+iPR95/NNufmQd4s+Fn2OltVEH06bj9KPQ9WZwHR4utoQsJOsHa007m2zgbf4Dp+HNUB03YniO0GXJ3AfBaYTQbuo2gCs77N4muaH+Ew7eskxnWo3dsU7Hy8vDpe4uPBajX/qvcmIKs2D/dj56gKy5rg/LQXijYzuuiamwB19tH2WVBbbWRWH3mvAsSFNbpHS3RC8WXvheHHz89v8fbD0vl7ZzSO8fZRHFUfvR+NY+/B73FYbWV+9D4bOrUbpouPAhjcr91t0Oo+GZ/EQX1EQROsNoHzafXYZqO0s/Xavs7wPb/qeRLtkQCjeQh+2WA14ly/awW77U9Owepq/xXxaAIECBAgQIAAAQIECBAg8I0KLAtW6+2wJhhrgtXBZmYTDs1Cpag3C2fPnQaLzcd2zwUd/WB11ef3N/KaHppgtT/KeRBWX8PporNAO8FqNxhc+DrzwGtgNA+R2y3SXsg437CcbVwuu479/d047myT9s687LY2vI6IOrjcmm/utiFV9cTdGNcbpE2w2ndvg9Xe1vHU7fw1zc/hHQSr7cbq7/Hw0VYc/dKeJ3qpYHVwj/WC1ccP4tnTwzidh99toNeb+gKb6G1i9+/RJljtb1t3a49i3PSy5L1w8bmenfdZHUD33jvNLwe6v6BYdp8tef3l9211YzTb0m1P52a8MFh9HA+eP43DV23gu/vTOE5/rjdr749j/OpoGno3v0xZ9BH8XvA5OI6gDaCbIHW4kTr8GTX498029eD9fZVzVgWr3+h/DrVNgAABAgQIECBAgAABAgRWE1hnY7Xdtly8sdr9KG9383DBFwQt3Fj9+PN7G6vzsxnbYPVSgeYg4Glrnt9Y7YdQ/Q3O+cZq/VH8abA4327tfDnXsmC1ex3dx8yPMOgEfL1rXnCMQ++4gf5GY3cTt7exOj9mYMnG6p17cef1i3jdO1ahc7RDcxTAfLO0vgPv703Px+x+ydk8RBsendCtfWGw2t5701fpHtdwgU2zHVzNcRoU1tvUzWZmb2N1fj/13ZtjIfobq4PN4+mXvi34cqXutvLKweqSzehzTuc3Vufvg3moPNgsbQLdpRurj6fHYbRfdNc9HqF7fMHFweqyn0mLj0zobq/2z1idfTndkmB1sE0vWF3tvwQeTYAAAQIECBAgQIAAAQIECKwskHTGai+MWfTt4h85Y/Wyz+/1u+CM1WpPs9mwm2/NLvjG9kXnmHZCu2XbffOXX7DV2Z7dWj9qEKyO5gFcp4kF57ouPrO2Mv0hdp//Gsfdj6xXsV6zkdsEjYOzXWev1n5BUPvqVYDXP7e16aEJj5vHDrcS263DNnAdhqizD4ef/xb46VmmVWA28GnO9O1vrHYet+xs3GngOrAZGpwLJdsvPWo9quuabch2T6itTL7/U8Rv/+wdUFsfe1F/BH54TnFddOpW39sf31htP57fu8+awP0Swerwx8Hie6l/REEVSLZHAVRh7SDo7Bzp0Kt/OyLerPalUYuPLFh0tm237vkvW3MUwMo/+D2BAAECBAgQIECAAAECBAgQIEDgaxFYGpJNtwz9IXB9BBwFcH1m5UoJECBAgAABAgQIECBAgAABAgQIEPhKBASrX8kgXAYBAgQIECBAgAABAgQIECBAgAABAtdHQLB6fWblSgkQIECAAAECBAgQIECAAAECBAgQ+EoEBKtfySBcBgECBAgQIECAAAECBAgQIECAAAEC10dAsHp9ZuVKCRAgQIAAAQIECBAgQIAAAQIECBD4SgT+H6Mwt69fao5L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29" t="41376" r="15766" b="54439"/>
          <a:stretch/>
        </p:blipFill>
        <p:spPr bwMode="auto">
          <a:xfrm>
            <a:off x="6497162" y="2439848"/>
            <a:ext cx="570388" cy="152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29" t="41376" r="15766" b="54439"/>
          <a:stretch/>
        </p:blipFill>
        <p:spPr bwMode="auto">
          <a:xfrm>
            <a:off x="7924693" y="2298097"/>
            <a:ext cx="739795" cy="197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6492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6" y="205146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Seleccione el programa con el cual desea realizar la solicitud de crédito.</a:t>
            </a:r>
            <a:br>
              <a:rPr lang="es-CO" sz="1600" dirty="0"/>
            </a:br>
            <a:r>
              <a:rPr lang="es-CO" sz="1600" dirty="0"/>
              <a:t>Nota: se mostrarán los programas a los que haya realizado proceso de inscripción previamente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891557" y="2984829"/>
            <a:ext cx="4385293" cy="1196646"/>
          </a:xfrm>
          <a:prstGeom prst="roundRect">
            <a:avLst>
              <a:gd name="adj" fmla="val 1382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3190646" y="1533525"/>
            <a:ext cx="0" cy="127635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124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6" y="205146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Ingrese a la opción «Solicitud de crédito»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158758" y="2651454"/>
            <a:ext cx="1022968" cy="891846"/>
          </a:xfrm>
          <a:prstGeom prst="roundRect">
            <a:avLst>
              <a:gd name="adj" fmla="val 1382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4552950" y="1304926"/>
            <a:ext cx="586756" cy="1854266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6244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6" y="205146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Posteriormente seleccione la opción «Volantes»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53558" y="2927679"/>
            <a:ext cx="1022968" cy="987096"/>
          </a:xfrm>
          <a:prstGeom prst="roundRect">
            <a:avLst>
              <a:gd name="adj" fmla="val 1382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2771775" y="1304925"/>
            <a:ext cx="1781175" cy="2116301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3395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6" y="205146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realizar el pago del volante, podrá continuar el proceso accediendo a «Formulario de Solicitud»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614738" y="2927679"/>
            <a:ext cx="1109662" cy="987096"/>
          </a:xfrm>
          <a:prstGeom prst="roundRect">
            <a:avLst>
              <a:gd name="adj" fmla="val 1382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178865" y="1245897"/>
            <a:ext cx="0" cy="161112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956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6" y="204342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Lea las condiciones del crédito y presione el botón «Aceptar y Continuar»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986338" y="4518354"/>
            <a:ext cx="1109662" cy="329871"/>
          </a:xfrm>
          <a:prstGeom prst="roundRect">
            <a:avLst>
              <a:gd name="adj" fmla="val 13827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 flipH="1">
            <a:off x="4410073" y="1198749"/>
            <a:ext cx="576263" cy="3541690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0" name="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5893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6" y="204342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Complete el formulario de crédito con los datos del estudiante, y presione el botón «Continuar»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23887" y="3489654"/>
            <a:ext cx="7691437" cy="2130096"/>
          </a:xfrm>
          <a:prstGeom prst="roundRect">
            <a:avLst>
              <a:gd name="adj" fmla="val 712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419370" y="1245897"/>
            <a:ext cx="0" cy="214500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868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66" y="204342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Al finalizar el formulario del estudiante, se solicitará confirmación, deberá presionar el botón «Enviar» si todos los datos están correctos.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595563" y="2156154"/>
            <a:ext cx="3845718" cy="1225221"/>
          </a:xfrm>
          <a:prstGeom prst="roundRect">
            <a:avLst>
              <a:gd name="adj" fmla="val 712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556292" y="1457325"/>
            <a:ext cx="0" cy="65168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497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399" y="204342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Complete el formulario de crédito con los datos del codeudor, y presione el botón «Continuar»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73651" y="3390900"/>
            <a:ext cx="7691437" cy="2228850"/>
          </a:xfrm>
          <a:prstGeom prst="roundRect">
            <a:avLst>
              <a:gd name="adj" fmla="val 712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441030" y="1188746"/>
            <a:ext cx="0" cy="2145003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5354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0" y="204342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Al finalizar el formulario del codeudor, se solicitará verificación de los datos, para ello deberá presionar el botón «Previsualizar», si todos los datos se encuentran correctos, presionar el botón «Enviar»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2640576" y="2261247"/>
            <a:ext cx="3636399" cy="1243953"/>
          </a:xfrm>
          <a:prstGeom prst="roundRect">
            <a:avLst>
              <a:gd name="adj" fmla="val 712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441030" y="1491136"/>
            <a:ext cx="0" cy="690089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255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0" y="2061197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Finalice el proceso realizando la descarga del formulario de solicitud de crédito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830951" y="3067050"/>
            <a:ext cx="5208024" cy="2647950"/>
          </a:xfrm>
          <a:prstGeom prst="roundRect">
            <a:avLst>
              <a:gd name="adj" fmla="val 409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441030" y="1244915"/>
            <a:ext cx="0" cy="168878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1135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82" y="2070722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Si desea volver a imprimir el formulario, presione el icono «Imprimir formulario»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5648325" y="2952750"/>
            <a:ext cx="971550" cy="942975"/>
          </a:xfrm>
          <a:prstGeom prst="roundRect">
            <a:avLst>
              <a:gd name="adj" fmla="val 409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6134100" y="1226329"/>
            <a:ext cx="0" cy="168878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764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data:image/png;base64,iVBORw0KGgoAAAANSUhEUgAABVYAAAKaCAYAAADVtAJTAAAgAElEQVR4Xuy9CZRU1bm3/zaDzApRESUKqEFFRY1o4khCjGjiEAfUGNCron9vnF1eNVFMIhqjl88xJl6j8DnEzzhe1IiYSBSjRsUJZ6IBJAriBAqIIvR//Xb1rt516pyqU9XVXV3Vz1mL1U3VPnu/+9mnm+bpd7+7obGxsdG4IAABCEAAAhCAAAQgAAEIQAACEIAABCAAAQhAIDWBBsRqalY0hAAEIAABCEAAAhCAAAQgAAEIQAACEIAABCDgCCBWeRAgAAEIQAACEIAABCAAAQhAAAIQgAAEIAABCJRIALFaIjCaQwACEIAABCAAAQhAAAIQgAAEIAABCEAAAhBArPIMQAACEIAABCAAAQhAAAIQgAAEIAABCEAAAhAokQBitURgNIcABCAAAQhAAAIQgAAEIAABCECg/gjcc889dvDBB9ffxJgRBCDQagQQq62Glo4hAAEIQAACEIAABCAAAQhAAAIQqBUCiNVaWSnihED7IYBYbT9rQSQQgAAEIACBDkvgqaeeso033ti+/vWvd1gGTBwCEIAABCAAgeoSQKxWlz+jQ6AWCSBWa3HViBkCEIBAKxD4wx/+YMcff3wr9EyXEChM4M4777TrrrvO7r33Xlt77bXBBQEIQAACEIAABKpCALFaFewMCoGaJoBYrenlI3gIQAAClSOAWK0cS3oqjcD06dNtl112QaqWho3WEIAABCAAAQhUmEC1xeqqVavM//nqq69s9erVtmbNGmtsbHQzbWhosE6dOlnnzp2tS5cu7s9aa61lXbt2rTAJuoMABNISQKymJUU7CEAAAnVOoFSxqq3b559/vr344ouOzIEHHmhXXnllVo4dcsghdvfdd7v3Pv30U7v88svtlltusSVLltiQIUPsnHPOsTFjxpiyFW+//fZYukcccYRtvfXWNmHChNj31f9rr73m3t93331t/PjxOe3OPPNMmz9/fjYO/6ZiUb+jR4+O7df3Gb652267uf59RmVS3Ntuu6398pe/zOtXrx122GE2bNgwN2fxUxzhFbbR5y+//HJeP56p3tD9t912m82dO9cxPfLII01z9ldcH4pPbfw8tE6DBg3Ki+WGG26wadOm2cSJE13Madh5bo8++qj17dvXxo0bl8MinJ/6U/tJkybZ1KlTs8/QWWedlR3P9zdlypQc6Sp+uvT8cEEAAhCAAAQgAIFKEaiGWP3yyy9t5cqV7o9EajmXRGv37t3dH4lWLghAoO0IIFbbjjUjQQACEGjXBEoRqxKlo0aNsmuuucZlGnpxKhHoxd+6665rH330kZuzBOC///1vJ9kk9CQVTznlFHe/6mouWLDAtYsKM/+eBO5FF12Ux09jq6+xY8dav379bNasWdk2Gm/kyJFO5Po49KZiPeigg1y7Rx55JHZNvDQOxxQfSVq/Xd3PKSr31llnnRwR6QeQwJQ0VMy69+KLL7ZLL700RwaHbfS5ZLEEcHjpfl1i+fjjj9tNN93k6pJqvkcffbTtscceWZkZ14fmsXTp0px1kgR97LHHcuqbjhgxwj755BO79dZbXczF2EmCHnXUUW5eEtY+nh/+8IdZ2RvOz6/Pz372sywDydxLLrkkG4vWYb/99nPSfvLkyVkMXkiHErldf3ERHAQgAAEIQAACNUGgLcXq559/bitWrDCJVX8pI7WUy2eyhvdIrPbs2dN69OhRSle0hQAEyiSAWC0THLdBAAIQqDcCpYhVCS9lGobZk+Ih4eVlVyhWQ6HmuakPXV7a+fv1MRRmSWOF/SgWSc+bb745KzUl6ST7JB5DsarXJT/VrzJQw2zMaJ/R+R177LFOdkqmlir3omJVYnHmzJn2v//7v1mhGRWrXsRGnzXd+6Mf/chmzJiRk8kpabzDDjtkxWQcd/UVro0+l5AVB5/x6yWpMlnDGAqxC9n4eBXnBRdckJWiYTxa43BMf48X1vro115y/Oyzz85mGJfKvt6+VpkPBCAAAQhAAAKtQ6AtxOoXX3xhy5YtKyhUJVglTVUGICwHoNe1/V/lAKISNipZJVh79+5t3bp1qxisj+47zS60C+yqA9bN9hn3WsUGbOqoLcaoSMwvXmkjZo6yWacOr0h3dFIbBBCrtbFORAkBCECg1QmUIla9wFMmobIT4+pjRjNWtWX9xBNPtF133TVWZrZUrGqLuzI3vRyU6Dv88MPd9vhQrCoTU0JS0k61PaPb8RVHksxV+z/96U9OFJYq96JiVeMoe/fJJ5+MFY9JUlT3eWkcF3soLOP60L06KMpn92qdtDZ+Xr5/SVFlIIditRC7zTbbzF544YWCdVLDeNQ+miWrsX0m69tvv51dB5UjUDasF8mlsm/1Lx4GgAAEIAABCECgLgi0tljVz9DLly/PsgrlqJepelMydeHChfb++++7rFbVXZU4lVCVMF1//fVt8ODB7nPfhxerUcHaq1evitWxr5ZYrYuHi0nULQHEat0ubf1MbNJffmevLpqTekI/3/tk+8YGmye2/+f7b9mvH/5t6v62HjDUzvr+T1O3pyEEapVAKWJVc/T1MSXHlFEoyRrWxwzFqpemf/7zn11N1rh6oIXEqraDR6/vfOc7LmPWS1DJN5UX0PZ+L34l58I41FblBryY86IwehJ9klgNX/fb+aNxnXfeeTkZt/79OLEqCarXTzjhBCeooxmrqlUaXg888EC2lIBej9sKH0pH9RftQ9zCuqmeTyhGv/e977kyDapd68VqMXbR9Y77OgjnV6i9fy/KW+uqEgiI1Vr9LkPcEIAABCAAgfZNoLXEqsSoSjHpo66oUNVrkqkff/yxE6rvvfdeVqbGEdP9kqoqGaXEgvCKE6w63Eo7tlp6yFVxsTrbrhxxrN3qAhprk2edbsMXT7XTLjK74OoDLZPnqjYzbJTec5/79mZ21GSbdarZlafOtSGbT7SJb02w6VcfaJbNlH03t/2umffV7+yrR9iNg6cXzqbNZpQOtKmnjraJTyqe3WzCg1fZgf3DuPT6Rzb11AvNztd7mf6PvdmTzszNrj7N5g4eYhMvnJvp4z2fsRr2H7Bo348/0ZVJALFaJjhuazsCx9xyukluppGrfXv0sXE7H2rf3GS7xACff+clu+WZu2zJ558VnYQfd8q4K4u2pQEEap1AqWI1nK8k6x133OEOp/JZi0niTHJMmZ/Kmgzrb6q/OGGWthSAJKtEqbbW6x5/OFQYh0Sktt9ri7suSd7f/OY3eYcgFcpYvf76653QLVXuJYnVcFv/MccckxWZhTJWC43t69h6aevFqN/eH5ZLEAPPR+2Veaw/KjOgjNbo1v1C7ColVvV8SLwryzi6DhK+qnvry0hQY7XWv+sQPwQgAAEIQKB9EWgNsaqt/6pb74Wnl6r66D+XcNXPXvr5R9v/42qnxpHSoVUSphtssIFtuummpr/rCu8Px1VdfR1wVe5VTKyGctOJSJtss46YmyxWF39kH/Vft0m4epF5nM39wbFmN8yy07fPROrHPW7e6ECeqv1om7FXrkwN55YXb5NYnT74Rhs97zi3ZV9tRv91lE2/eojdkhW+btRArH5kHy1e19btnx+Pm6Pf+h/Tv+7IsqBEQLmPXru+D7HarpeH4ERAYlXXH+c3H0qTROYng0bYKSOPKSpWr3lsSur+NBZilWexIxAoRaxK7PnswZBNUkaipJtOrg8zQ+PkZUvFqqSifmuv7fUqA6AsUC/8fBarDmPyl6SmBG/0EKsksRpus6+UWFUs6uuVV15xmQxehBYSq16Shod1+TlJLnt5Gu1DQvuyyy7LHsClezwfX+ZApRr8QWP+fmVDqHZrIXa+9IKYh5dkqD9gK4wnriar7lNG8bRp01x5hOg6+EPPlMGsZwmx2hG+MzFHCEAAAhCAQNsRqLRYXblypZOquqJZqv7vOrwqlKqlztYL2o022sj9vKZyAdGs1VC0Sq6We7BVMbFqyk79wUR7Isgkda8lZqw2zdbf57JHJVZ9Rmvm/VCsztgzX7iGNV9Dfkli1WXFukzZpqxad1PhjNWmSLKZrrtdMN0kesN4LBCrObVoqb1a6mNdU+0RqzW1XB0zWInVTfptaLMX/dP+vOiNWAi79h1oQ9bZ0L2XRqyeed+v7ckl79pm3de2t1d+mten+tP7vt+0YlVlBj77orlmjjr22bPhe3269UosVxC223DtDWzDvgOy8S1buczmLH47+/eh/Tez3t1758W/cMkiW/jp+zmvl9M27Xhx8/aDF5prXJxzFr3l5rzROhsULOkQTk79PDbnCft05TL38hYDNreRQ3dL/IKJzksNk/jEtf1s5TJ7c9FbNmJw5leohTKkk4IQs7+9+YSdsOfRqb+wlW0dvWbNe9E2Eq++AxLnkHaAUsSqr4N5//33Z+ulSvbtv//+sRmrXoCFNUH1muSYZKi/WipWFYPKAcybN89UBkCXF4eqLeqFYcjEb3sPD7GKE6v+xHqfkVtJsap4FIfilrxU1mghsar2el+Zt1GmOsTLH7oV14eE5jbbbBN7yJjKAahel8oAiIe//9VXXy3KzktbL1EVo2J74oknYuMR47Fjx1rcM+QZxK2DnhdlRp900kmI1bRf3LSDAAQgAAEIQCAVgUqKVWWqamu/v8IM1fDzf/7zn/b666+7TNWWXMpE3WOPPUw1VSVSC8nVfv36lZW5WlSs+gl4Uaqt/QUyVs1vr3cidnf7u9t63xZi1R8u1VSKwI1fIGNVW/zHKzkjUzZg939kDvFCrLbkia2fexGr9bOWdTsTL+0mPnyNvbHkvVgRKkH633uflkoueVE2dfZD9s4nC2MzV384YEvr2623/ce3xpQk+B6YPd0mzZyclbZn7Hx4VpzpvRufudPNQbHuNzw3q8svoNr918NXuXlK7D4w/sasPJVAvOyv19q1b/zNfv2tI+0nOx2cI159H77cgdrpKtZWbL20/tn2+9uJux/t+tV41/39JrvkxfvtpC2/a2fvdVLseH5u6kNr8e0Nhrpx5y5d6IR3kphWnGH2sDKOl3yxLBvLb/c8vqh41NgH3zfRtGb7Dt3Dnpr/glvTm/c+w47Y+ZDYr4uQoxoUmlvIQG39s6HP//H+HLdOmvN1B5xXUOZGAznjrgluHf9x1LWpxez1M2+yK575U/bZ8L9MEGf9IsCvdbk1gUsRqxpLmYXnnnuuE3H6zXd0W324NVzZotrmrjbbb7+9Sf5JCk6ZMiUnizVJrMbVWFUMqjmqa9KkSVl5p4zNPffcMyscfRxhJme4HnEHQUnoRceM1pBNqrGqvsPDsvxYSaUA/PuSwvph2NdRLSZWPVPPMo5pXB8+c9cfHBVXKsFnwvr7JaujJQQUd5SdZ6I6ropHW9O8pFX7aDz+GdIzoSv6DMWJVcU/atQodygZGat1+08/E4MABCAAAQhUhUClxKq29uvnwXAbfrQEgP7+1Vdf2UMPPZStvdqSSStTdccdd8zWXPVyNU6yamz9DFhqzdXmbfO+Xmq4Hd9cNufcY5sySpWlOXmITT/f7MIfzLXjXE3VTPbp6AuHNNUobSoXoC3yTsbOsFFFMlab66imKwXgt/xntvaPtombT7bJdmxzSQE3ruIbZTNG3GhDXL1V/WAqmRrUTh1vmZqxTf2oBEEhsdo8LqUAWvJc18K9iNVaWCVidAQklU6e+YdEGl+e//eSSEWlXnhzmpICSYP5ONVHVCjqPYm/YhmwytL1pQ8k/a44dGJ2OIm+Qb891IrNV/P79s0nufuKtfV9qm1USHrR++zJd8Rmx/rA4uatGCSwf7XfOYlrExenl45xDMOOJMm/NmkfJ6AfPflP2bd0f5pau55PGrm51kW7u/7Dthp/wgOXOkEquTpj/ORY8RydfMg7ur7FHmL/bESl8+3P3G1HPXyFu/2eAyYkivtC/ZcqVn1fvt6ltotHD4GKjqeM0QULFjjhFmaIFps37ycT8Ew33njjvMMLqsFN4lMZrqWssX+GlKnLBQEIQAACEIAABKpFoFJi9cMPP3SyNJSpmpPkZ/jxgw8+cLt7Wpqtqj41luqs6hfWvr9CclVSdb311isRdZOcdIc+NV3uwKmmDNDsln695w+F8jL1icwNR421sTdb/uFVu06wCe7AqmPskCdX2Q+bRKxuac6ULe3wqqxMbYp37FFj7VYblTkgKzg0a6yv5+pkalPZsF3H2liba0PyDq/azSZckDmw6phDn7BV+zSXJvClAGadyuFVJT5YNd0csVrTy9exgu9oYtVnQ2qVoxJNkq+YLC1FrGoMLzOjktIfHlYsC7KQUC70pMbF6fsqJh39vcoivXf8Ddlh9Hq0jEJcDHGyNCnWpLZe7satU1JfYeap2sw/+a5UQlZtk8Rq+F6UR9rvFOWK1bT90w4CEIAABCAAAQhAAALtmUAlxKp+ybx8eaY8XLjlP5SqGeHa6MpAvfDCixUTq5tssonttNMIa2zMHGAV90dx+Uzanj17ul+Gc0EAAuUTQKyWz44725hARxOruwzawV5f/JbLhtQVZiG2hlhVjdLv35HJLPVZmT6zMo34ixOr5cQpUbnfDce5re3FMklVJmLrP/yHi1nZrWKmuqdJ9VKjj2wlxGooNItl2Prxv/Pbw+1Xe59qJ953sdvWr1INxcS1v7eQWA2/RoqJ97gvX8RqG39TYzgIQAACEIAABCAAgXZFoKViNayrGrf1X3I1I1slN81UX1UHmFYqY1UlulT+StJ2zZpmsRqXwerBf+1rX7Nu3bq1q3UgGAjUEgHEai2tVgePtSOK1SN3PsTG3Xq6qzmqreb3jbvaHehUjrBM8/hI+Eloqs6qtu+LueRuWIogqZ+k9Skm+MKMVQnGG1/K1MxMu63+oBvGxx5qlmY7fDXEqgS2hOrrZz1ok/7yO/v507e5tS1WagGxmuYJpg0EIAABCEAAAhCAAATKJ9BSsaq6ql9++WVOCQCftRpK1YaGTEmAOXPm2Msvv1wRsar+t9xyS9t2222b+svIVS9V9TE80Mp/vtZaa7l6q1wQgEB5BBCr5XHjrlYioHqej8z5u81bstAd8hTKtXLFqjIg//uv17oT40NB2N5rrCr7UifGKyvzgFtOzR6SJCaVrrHqlzOs0/nxWQ+5zFFlVo4culvRFY9mrPot8qWI1VeP/7/ZDNRCh09Fg5GsfHPRW9mDq/S+ZKXkZaGr0mI1TeapSi7oUg3Y95Yscgdv6UojgtUuTcZqtJxD0cVratDRMlZ1WNTSpUuNup5pnxDaQQACEIAABCDQoQg01ZvM1p/sAJNviVhduXKlffLJJ46Sl6nRj506KVs1k7Wq61//+pc9//zzFROrOrxqs802cwI1I1Sb5WpSWQDFoYNoe/To0QFWmClCoPIEEKuVZ0qPZRLQtvM/PnuPvbt0YexhQOWI1VBKKizVKtVW8W9usp3VilhV3GFWp+pnKoO1FGFZrK1fsrBeqLa167T58FCoQkubdHiVWBe6ojVWfT9pDoNSvI/OeSLnoKawPECxeVdCrIbMipUu8KUVxNZfYqws4bQyNE2NVZ9xXOqXYkcSqzrwabvttrNLL73Uxo8fXyoq2kMAAhCAAAQgAIGyCGRORG86xCeuh10n2PSr/YnrZQ1RuZsQqyWxjGarNmeoSqY2WChVfb3VhQsX2uOPP14Rsdq5c2fbfffdbeDAga4/L1cbG/W5ZV+LO9CKrNWSlprGEMghgFjlgagqAYmm+2dPt9tmP5iVSyMHf9N22mR7+87Q3XJOoS9VrKrvn951vn2y8jPXt798HczWFqtx27slxXwmaiHwce2UzeuzG3VvMWlY6uFVPp5fPHCpXfLi/e6v0UOzCsWcdHiV5vLzvU92JQzirmicYY3VYjVL/RpOGXdltmsvL4uJylDAFhOi6jxJwnpexQ7aUh9iNG3O4zkHbYXrmiaOJLHq+ymlrEB0PTqSWL388stNclUfuSAAAQhAAAIQgEBbEfBiNT4LdHbTSeVjbXJwInpbxcY4ZuVmrGr7v8SqrjBLNZSrXqyGr3322Wf24IMP2urVq1uMX2J11KhR1r9//6xUzQhWL1kzWayhWNWgviSAygFIsHJBAAKlEUCslsaL1hUiIPl13d9vcgJPQup7Q3e3HTfZruDJ6OWI1T7de2cPQtI4OghK4mmfwTu6rdjXPDbF/jh/Vt6sJPROGXmMy2wt9fJiT/dJ7h05/AeuCwm1aHmDuL69EB4+4Bv2X3udlCOXQ+lZSKxKTt72zN128sw/uCH+ctilqbbzq20oHNMcWuXn4OuFKqN2wt6n2Gcrl7nt+Vc886fELfnROL1YDA/SKiR3vZRVm/2Hj3ahXPbXa906F5qzxpWIPOrhK9w9Kjuw3/DROazDtQnXVG2HDtjcbeO/+6Vp7vnRszVxv3MS7/dcj7/zPNMvDlS/1l9h33rurhlzUcF+fE1ZZaUeOHwfx3nGnL+7ryU9b38Yc3GixC72LLdErD711FPuRNFhw4YVHEbb7x966CHXZuONN7bRo0fb2muvnXhPoX4lRhcsWJB379Zbbx3bp/oqdPn7fL+F5uP78vfo9NdXX33V4sbWe9OnT8/Gus8++xTkFGWkUgVf//rXiy1f4vs+NvGO68eXRIh2EFcioRw26le8wvELlWGIsizEVlzFXZfYK2b/PCU9H+E8fUxJDIo9036M6LoXe9YUg2KNzi3KKbomSSwq/cyU/bBxIwQgAAEIFCVQWKyaWQfMEi0KrQ0blCtW9W/08uXLs1JVIXuBmitXO+W8LqF6xx13VESsapw99tjD/czls1WbM1dXF81a7dWrV8Gfy9twGRgKAjVFALFaU8tVH8H67fmSm2fvdVJBmRrOuFSxqnu9JJSwGr3FHk6kSazqJHZJvNYQqxpXwu+WZ+6yh+Y958bSJfn20z2OLiq9JChfXTTH3XPIdvvmbHPXa3r/gTcfK7hFX9JQ0i+8CmWNRp8sCdw+3fqkPqlenH/98G8TH9AwozRsVChOxfDOJwtd86TYvaC/443Hspwldk/f85iCIjku3kJ8wjUJ4996wFAbtcVuqQS8Mk39Fa5r+LreV59nff+nsSzjeKnhJv02dFneksMtucoVq5JbRx55pBt67ty5sT+Q6YfNY445xh599FHbfvvtXR2nF1980d3zm9/8xsaMGZMXerF+lW168cUXx075O9/5jk2ZMiUnlmJF+R944AEnu8J+4+YTxuXvkRDbb7/9zP/dB3XnnXfaueee6/6qeS9ZssTNOy6+OEbz5893TE855RT75S9/Wdby6r5rrrnGjf/II4/k9XHIIYe4dYm7ouOWw0b9iv15551nZ555ZuZ7W9OYt912m5Pr4RVlGcdWIvGoo45ybMRSl3+e7r//fieuCz0ffjwfUyEGelZvvfXW2Fq83/ve99y4UU7FnjWNr6yW6NzUn664ddLrfi39c9laz0xZDxo3QQACEIBAKgJpxepuF0y3qw4IDhRqEq7ZQY6abLNOHZ79a6bfITZ51iibMeJYu9V2swkPXmW7/yP6etMtTfdHSxPkZNLmSV6fURtMNRJH9p1IvPkZuiX0lYpsZRqVK1YXL17s5Gh+TVWJ1EwpANVWlfz0f/zPA/rZ0h8w1ZJZaAxlq+61115uvFCu+sxVHWbVXCIg87nPWFXGq+7nggAESiOAWC2NF60rQMCfPK/Detx/IOf83V5YNMdt1w+zE/2WcF/jUxJt4afvJ0YQl10qOSfpdt0B57mT2P9779PsxmfutL7detuv9z/XnnvnJZd5qOv1xW/Z2t1728C1B9hGfQcUzaCtAAq6gEC7IlCuWJUskzB87LHHYiWp5M9BBx3k5nrTTTdlsyb1ukSRXlNtqWi2a7F+vTjz2648TP1wKmGmbMN77703K1ejci8Jvu9XQi1O+iquqVOnujkXEquSqieeeGJeHVfJtLFjx9rIkSNt8uTJ2TAk1ebNm5cn8W644QY755xzyparI0aMsD333NNxfumll/KyViUVdd19993ZWLQ2yp645JJL7MADD8yWTCiHjTpNEqti/MILL+QI8DRiVTFLOs+YMSN7r5eMEp1vv/123vLGzdM3SnpPGalHH320W5don75Or96fOXOmzZqVv/tB/SdJ97j3/DMTt05q79fSl7BorWemXX1jIhgIQAACdUagmFiNez/zmjlReqDzXk1SMpCazYI0I1Qz7cxiX1881U77wURzlV6DPmZfPcKOvTm4PxSrG2XusRzhmx9HOGZWpjb1k5XFTeOn6autl78csbpq1Sr78MMPswdS+fqpXqDqnKpOnTo31VnNFav6OUi/MK6EWBUrydG9997b/ezlpan6zpQayBxkFQpX3RPK1fXWW8+6du3a1tgZDwI1TQCxWtPLV5vBbzXpB9nsQs1AGYaHD9/XPl25zJ3q7rMbdUK9Lm27njr7oazwVFaeMg51/e7xm+yKQye6DNEN194gJ/s13CauGq7agq2t09+++SSXrRqKWL/FvlhNz9okXjhqZQKL+z/en2P3jbu6aEZtPTIoNiefsSpGz558R8Gt+sX6as/vlyNWJbOGDBli1113nRNIEkLRbDsvBuNkke7fYYcdbNy4cTkZmWn6TRKrYqwfULUVKsySLFWsSphJnobyU33rpFXJRonKQmLVt4ur4+pj95mHXqjFCWaN6dsnCbek58pn1+q+H/3oRy6rNpr5Wkg4+rWLZvOWwkaxxYlViVGdnBsVzGnEatJa6t5JkybZxIkT80R9OWJVsXuG0WxkcdRr//u//+sOQovLvtX9pYjVpK+HuDha65lpz9+jiA0CEIBAPRAoKFa98Mw5wCojL+dGMlijsjWpX/96bgbsRzb11NE28clILdeo8AzE6rh3fObr6dacJ+vFbWHpq3XLSNvMeAOz2bXF+mr7FS9HrK5YscKWLl2aKltV4jNzkFUnNzn9QviVV16pmFj15QA22WSTHLEquZomazQ/YoIAACAASURBVFUllVQSgAsCEEhPALGanhUtK0RAwnPWvBfzskL9NmdtyT77/t+4k+99XdRwaMlP1bXUlv4t+27k2vnt/b7uqLJdd/rtYe79wX03tCWff+aErbJlh6yzodta3rtbbydivVSV4N136B4urrRbqn2tTknhI3c+pOaEmz/wqKW1OSv0aLTLbnwJCj0fvzv0otSlK9rlZIoEVY5YlXhTVqOy+bzMjMpBZdUpMzHMiCzGJ02/hcSq+j/22GNdVqMXvaWKVYkylTgIywH4Ofr3ksRqkoxLmnch6ad7vGgORXExhp6BPkoOh0zDe4uNLUHsxbdnXgobjRUnVvX6vvvu67JxQymZRqwqc1OXpGba+rPlitUkgSkuP/vZz2z8+PHuWfOco+tSiljVvcqIjsuAjb5ebN3KfWbSPFe0gQAEIACB8glEt97n9RTdWp9UczUiQfOzWjM9x7/eJFZtgk2/+kBrLjgQkbh5YvUJyytREJ1AUrzl9FU+5rLvLEesSqpKrvoyANGaql6khmUA9LkyRV9//XV77rnnKipW9UtrX2c1Wg6gueaqP9Aq81GXPvbs2dPt+uKCAATSE0CspmdFy1YkoAxUydRPVn7mSgLo+vW3jrQbX3rAvr3B0KxI9Z/r4B4d1qM2qjfar3sf223QN7O1Kf3J6a8e/3/tb28+4aSnP6woKmZ1oNQv9jzOdhy0nT03/yU39hE7Z7bGqvzA/bOnu89P2PNo91Fi2JcP+K+Hr3IHYamWqvrw97Uiqop17WvdHrblyLxDsio2SI135A/RKnSAVo1PMSf8csSqpKmy9XxWpoRXNCsyrdAMg0nTbzGxGn1fcage52677Za3bPrh09d5De+TPPvd736XrQOqLMV33nnHjj/++JyaqlF5Viy2aABpGBUTadE+w6xfzc1vXY9mVhbrN3y/HDaKK0msSrarf2VrqJSEJGkasSrBvf/++7uMYtWOVXay6uNG67WGTIqJVfV10UUX5WDUwVj6xcHgwYNzMrHDTGDF7OVrXE3eUsVqKO/9fPxaXnrppU7kxjGN+15UbG3r6fsXc4EABCBQKwSKlQKIzqOYiPWis7nGalwWqGqvhq+XLlZP3z6mJmpTHVdfdkCxJwleyxHB77os3FtzJptbwqBa61mOWFVZKpUD0OUlarNMza+tGopXlRvSL1QrWQpAv7j2pQC8SFUpAJ+xmpGt+pORquGftdZay93b0ss9B38dFRH3Le2V+yHQPgkgVtvnunSYqJTx+d9/vdZJUmWdqhbq9+84x2Wqqu6qskt19e3Rx530LpGqg512GbSDO21+g+593BZ/1VH1W7T96fRq6w8Bkgz9yR0/c33pMCkvZjWmtr/rOuCWU53Enbt0oT0w/ka77Zm73RhenGosXV78+kVSJuPwAd+oOTkpsfre0vcLHvLUYR7EhImK0WdfLE91OFU9sCpVrHoBFG6Rlni79tprc+pRppGGIb+0/RaTl3FiVWULBg0alLdc2267bXaLfHifP2wpFMfKsJRMCw+rao9i1WeohjVMJdqUhRCWNygm35LEalo2gl1IrEr4KrNCglSiNY1YVZ++Duy0adOyh28l1cVV+2JiNe4AL/Wnsg8S6toa5y9lqCo7xWdh+y38PoM1fMBKFau6N1pLNa72apqvq2JrWw/ft5gDBCAAgVojUJ5YDbfax8+49cVqMG70IC1rLimQTqwWOJQr6Ksaa1uOWNXBVZKU4cFVXp5Gs1TD7FV9rrJIOngzUwO15ZfEqH6hrjqpcdmqYTmAOLGa9gCrTGmHIN6cTGtJ+Bk2KkfmR+amZ2jmKJt16kCbeuqFZuc31wVuOYXmHhTnjYPDg+Byf0HQfKha7utxmdm5fUV/0ZBfm9hFkVPWo5Izo6/2RACx2p5Wo4PFohqqv5p5oyljUmJVWYEjBm/vaqD6rFJJS23l16FSanPz3me4e3Rpm7+yVN9dutBJWB1y5TMMtbVdcrR3997mRavuUb+6dIq6z3g9cY+jbNytp7tx1M9Zex7rDrhSiQGN96fZ01yJAElWidfRW+xhRz18Rc5BW9Gl0/bxaXMed334y5ca8JmvSSe8+xPj406iv2bMRQXLDZxx1wRX9sBfcSfMSzKrZu1j857PkcSKTzx/stPBedvdoyfX/8e3xsQK2Wg7P5coHwnLXz/824JPvGKPi0U3+RIM09983GUz+0uiXCJ83M6H5snQOJ66T2UhvrHB5nmxROfiG6ikRLG1U9u4OcaNpTXTLw3mn3xXYpmBpPHCoPVMn7j70S0qVVCqWJVYU51Rfyq74vGn3qvmqs8ADbeSp/k2l7bfYmJVMuyWW27JSt40Ikrxhf0qM/GnP/1pTqkDZSUqk7GQWPW1SeMyGOMYpGGkLF5J4WjN1ySmknP6YV3C0l8qjaCYwlqtxeRbOG45bDR2IbGq930GqDIyt95664Jsk+arPi677DKX/RpXq7aYWFW/XpT6Q6skVqdMmZIjVX3mb1TSa9x+/frlHWJVjliNPj9xa98az0yar0/aQAACEIBAywiUKlYtaWt9JIw2Favh2NGDqVKUAji9+UeT3FlE+2oZ6rLuLkesLlqUOQw5WgqgU6dMLdWGhk7uUKmoVPV1Vu+77z77+OOPW5y1qjG22GIL+/a3v52VqvlydXXTe80Zq6FgVYwDBgwowC4u2zm+DnDBBciK1bBib1lLFn9TIP+bJWkm9rnHzjL3DLos6rl23KzTzXIErNpFZG/esznbrjx1ro3LKaWhUMTiRhvSdIBcvtit4Bzpqt0QQKy2m6XoOIFIik144FK3ff6Ph13i6q1KWirjdOHSRbb1H/7DZaz+dI/M1vtQeuneOYvfdgdVLftimXtP2/V1qV6qJJXvV4dT+fqpel9SVVLUi1llrkrA6vJZqBJzykz9w5iLnfiL1nL15Qn+e+/TEuuwHnTDeCdUJSqP23mMq9k6480nXFkDXa+f9aD7qLg1F2Xo+ksid+TQ3dxcJOZUxuDkmX/IeT+p3ICvl+obS1R/d4vdcviFkllZu6OG7m59uvfOxicmYhCdn2TsLc/c5QSgLp/pGxWSanfNY1Mct78cdqkN7b9ZrOjz63jmfb/Oslc8A9ce4A7S8rJU6yNhHl6+hIFfvxN3PswdcKbyDHe/NC17r/r71X7NbKM81fflB/zcxSgBH72ic9Yz6YWt1k4SX4I9bu30mp/jxIevyUp61e4Nx1I/g357qOsizLCOxhIdT/zP2Plw10wHs/nnN45XKd9ZShWrEjuSdtGt9dpqPnz48KwAjNY6jcbkt9d7YZi232JiNSqjyhGrfgu25iRBpjIAirNYVmXcdu5w3l7cnX322W77ejFGcVvBC62tH1+HTEVrkF588cUWbikvJByj44bM07JRnMXEqtqIgcoB/OY3v7ETTzwx8WAwZW/efvvtsTV7C9UVLUWsKh6fheozaT1vLz1V7za6pvpFQ1TqliNWwzIOKnEQdzhWpZ+ZUr5X0BYCEIAABMonULJY9QdaxdZenWsTmgRO64rV6TZk8mibmFeTVRyiUq0pky8Sb/PhVeNsrg7OStVX+ZzLvbMcsbpw4cLYbNXOnTNSNZq1GpYCkMjULhj90v6tt97KlhQoNf4uXbrYNtts435B3a1bt5yDqyRXfSmAuIxVL1Y1ptpuuGFm12jclbTFv1kgRso8ZDM2/YFpmV7HHjXWbrVIxup7V9qI8U0FInYda2Ntrg1xmayR7NAgC7SYuFS8F9oFdtUBypKOZtJ6gXqB2UWhSI2K1cx9Qy6YazN8X/q6vH2IXXVqRAy3tjAu9cGgfZsQQKy2CWYG8QR8LVX9/ZaxV9qjc56wg++bWDD7s1x6kohhjdZ/HHWtk2gac8dNtrOFn77vZJzEp+Tu/sNHu9fiRJvivvXZu02HVG3Vf/NsvdVobF5uSnxFT4/3WYfKeAwvHajlxZg/fMu/L7mnDF5/FRJnvq6sb/vxWQ/lSDx/CJPel8CNCtpQWKqN6tOG4tRnA/v+JY61hlEpqXEkR6PzjFvHMGatj2S4rpBJ+LoE46gbjnXlHJLG9xmg6icqK0OeEu3FYgyZxdVZ9RI9iale32rSD1wW7RWHTsxDEPYf98xEb1jrot3dS2Hs/qA2MdFVKPO12NdSKWI1bmuy7z/6nv979FR1tffyStutJe1K6beQWPUZkGHmbDliVTFKYClzUfWvJPxU47KYWNV9yhhVhmncoV0+dp856vsL4w3XS1m8U6dOtXBbf6H1TDoASfeUcgiSpPc111yTzXCNMk/DRmOmEav+WVB7ZT4XOxgsjlUhAV2qWFUcYSatr20a3aYfrkPce+WIVb9Oej5UP1YsZs1qzs7X+5V+Zop9f+B9CEAAAhCoDIGSxap0kNt2HdYgzZeXrStWZ9nplpFe0S3SzcK0uYZr3hwTslrT9FUZ6ul7qZRYzcjU5vqqcRmrPsNV0X311Vem8kYqK1DOJaG68847O4nrD6MKD6rS53F/fEarxvS1VouJ1WZRmR9prujMyNQZe023C+xCGz3vOJvlRGSTZN18clAK4Dib+4PmTM9MNukMG/XgVTbk9nA7f3OfGVla+MoVq5G2GuMiswuyWafNAre5RIC+/k6zuUdcZbv/I5C00XIYTb9IcOPNG2J28632hBuuuUxGsVh5v3YJIFZrd+1qMnIv0iTL5ix6y2X8hdv2C01KEkqZrV4ghW0l2S7b/9xsBqvPBJWsirZX277deru6rdo2H24l931KXJ0y8piccCRc97vhuOxBWaO22C1vu7mXenHSTuJy6uyHs3VffeehXEwSq2Lk5es9B0zIy5b1wjCcb9hXmBmp+d87/oZY1KHoi84hbgxlcUaFYSXEasgkFLyhNA2FazgZicavTdon+1IoGksVqypX4bNS48RqmCUcx9W/nxRrKJAVcNzahnOLE6t6P+QVFeqlfKMoRaxKUkl+PfLII3lDxGUN+gOKlI2oDE3Vq5QYOv/8801F+/3BRaX06yWfpFN4SYapBICXtf49yT1lcPoSBdHAdYCVsjuj8lCyVxme4Rb6NGLVt1EcZ511lg0bNsyJZGU8Kmv0lFNOydZ1VSy+BIIyISXxxEiZrRdccIGTqlGRqDiVzag/4eUF5bhx43L69228LPTi0jMPD25SH2qnDMxw3HLYaNw0YlXtfGz6PEms6j1lI+u5CZ8nZemKqV6PE9DliFWN5TNp9YwuWLDAlSmIHgDm2fryE+H45YpVz0IlB4488kj3fESvUp+ZUr4f0BYCEIAABFqHQDliVZHkHWIVyQhtdbGa3To9sUkYNfFJqiEZEU+hqHJ3+kzcEHM7qEdZjlgNSwH47NTMtn/9yZQA8GLVf/RlATR9fa6M0hkzZpjKNpVz6RexKgOgywvSQmK1sVGiNf8AK91fqBRAQVHZ9EuAGXs2bbVvem4lYiVWc4RsXo1VidWwLmtz1qjEalyf5YvVpMPbPPnmzNaBQcZrOHf39RYRxSoxMO6d02z0hc2HxXGIVzlPc+3dg1itvTWr6Yi9GApFYTQzMmmCcXVLfVv1t8OAoa5GavRwqULAwjjCdpJkYX1U/57Epb8kbKPCLCkDs1AMacSqhJsye3XFZa2G9UC9KA7FajFB6OOLSslQ0nkpqS3+YfmCqHBsqViVgFY5CF3RzEwvTLUOvqRCHNtQwIbxlSpWw/ZxYlVjKyPVy/vos6w4fP3faJw+A1jZw17eFtvKnyRWfQzF7i/2zSOtWPU1JsPt5NG+JaNmz56dzbKTqJOUU/ZjeKk+68SJE510LLVfL/miY2vr9o9//OPs6en+/WInnEpoSlRF5aEXxerXi+Q0YlXjqp1kn6Ssv5T9etJJJ8WKMn/glKS1vyTWJGKjJ94nZeD6rN+4OqPZ72WbbZYVzxKOcQc3SQgffvjhOeOWw0ZjphWraqtnRyK5kFjVmkhiSvwmPU/R56JcsRqWBFAGsmJ7++23Y7+cfAmGUEaXK1Y1gDJgozVxowOX8swU+x7A+xCAAAQgAIGOTqAcsRoeXtW87b85W7VQKQDxlliVBH3yySftjTeaz+hIuxa6/7vf/a5tuumm7paoWI0vBRAvVhVr//79E4dOEoVeOh43b3SsBG03YtUJ/+YSGm6ieZmrPktVJQJG28QnIziiZTmKCeTJQ2x6Xi3WtKtLu1oggFithVWqoxi9GNKU4mp5Fpqqsv8mzZwcK069IJUQPX3PY+zNRW9la5NKSm6xwWZ29v2/ycpS3z5JrOr1IetsaDp8SaUCdKlcQHgglaRf9DCpMONT9/h+dhm0g20xYPPEA5/iZKju92JPkjTMbgwzG302qoTn/336zmwGbihWQ9GodqrjmnQlbcMPY4nOM4ynXLGqmqh9uvXJ1qJVDdEjdz4kW2qgFCkaxhfWWi2lj5C/Pk8Sq9G6tb6uq1+XpCxUrcm8JQtd9nAS8+gaxYlVX0c4qe5tKd8+0orVUvqMayvRpMtniLa0v1q4X9JY2Y66ohmmcfFL0KneViFG4qg/cZmMtcCkEjFKeqomWUd7nsp9ZirBnD4gAAEIQAAC9UygHLH60Ucfua384eFVYRmANGJV8vP55593h3D6rfxpOau+6j777JPNNPVi1X9UNqzf8t/8+WqXsepf9227du3qfiGefMVlezZvz5dYvXHw9KaapkmlAJrKW1hblwLIPViqeY7Jh1qFFVTDjFWVPGjOog3u36j5QCxX9ECZrX8dhVhN+zDXaDvEao0uXK2G7U9mL+cEc0mx8LCjkIHPJP32BkNNJ9ZLrKrOp7b76/KHLulztf3Fnse5Q6ziygqoTdwW9zTMo/Uuo/fE1QVNk7EqSRpmnYaZnBJrj8173h3ylNRXKZm0SW1Dsap5hQeDhVKvXLHqSzR4yewPaDphz8whZqVI0aSSBqX0ER0zSayGZRbCOqm+dEW01q76jUrXMN5Cz14oViXrfWmMOMmf5nmNtmkrsVpObNyTT0BCVX+ih1PBCgIQgAAEIAABCECgPALliFX9MnzlypUtEquK9t1337WHH37YlQUo5dp8881t9913NwlWXVGxGtZWzYjVNa7N6tWZj75kgD7v0aOHrbPOOkWHz9TWDZplyzgkHTTVDg6viis/YU21i01CtLnMRV7piiArtfkgrGOt6aitnNrDuWU7qLFa9GGqgwaI1TpYxI40BW151hUnREO5+o/35+S18UI13HYdVzZAgu+NJe+ZJK3klRd7aTlLriq79ul3XowtTRA9UCmtWI1KW5Uh2HDtDdyp8j4rMo1YLVbHM61YVTzjbj09mwXspeJtz9zdosOrJB1/fOtp2cxkn2FbihQNRWXIu5Q+0opVtQuZ+YPBlIU6cvA3zWewhs9PVLqGclbtkg6gCsXqz/c+2Q645dTEMgRpn9ewHWK1HGrVu0fZmqrDygUBCEAAAhCAAAQgUBkC5YjVFStW2GeffdYiserLAbzyyiv29NNPp56MfhY8+OCDTZmmPtO1JWJV/fXs2TP1+JVsmJMF6iToXDtuVvOhaJUci74gUEkCiNVK0qSvVifga1bGCVGJvQ2697H3V36WlU2SpMftPMbeW7LIbpv9YKr6q9EyAcW2zhebtATkdY/fbD9/+jbXNHooVFqxqnujmZjK/PXZqlHBF5YCCLNLkzIv/TzCmqFhH9GMVbWXEBx1w7E5vHcb9E17ddEcmzLuymJocoRkWK82bit/KEWL1VgN7/eiU8G0llj19VI1hp6fX+19qqtDm1Q/OHpoVRRU0hpFSwEkZTEXBZ/QALFaLjnugwAEIAABCEAAAhCoBwLliFWVAVA5gJaUAtC9y5Ytc6UAVGc1bTmAXr162VZbbWVDhw7NCtGWiFWVAZCkrcoVySiNyxqtSlwMCoEiBBCrPCI1Q0AS74/P3mMPvPlYQUHqM073Gbyjjdv50Oz8Zrz5hD0x/3n7ZOVniff7rFcJWh2GpRICEmX7bTHSdhq0XcHapBpImaq69hs+Oo+rl2ktEatxpQbCDNQkSVvs9HofbNLBUaGUDGWrXg/v8f1E55j0kCVlxybVSC10UFQ4xkE3jM9m0obZn8XEqp4xXRs21dUNhWkxIR3KUj0z/br3cfVTo5fvU+vm6/eqzZxFb2UPsUoSx3E1VsO5hhK5nC9sxGo51LgHAhCAAAQgAAEIQKBeCJQjVjX3Dz/80G2plyDN1FQt/fCq5557zl5++WXXT9rLy9xtt93WdtxxRzd2cbGq7f/5NVZ17/rrr592aNpBAAJNBBCrPArtnoDE3a8f/m32UCYFLPGUVB/VT8gfHOX/PnfpwqIZq9HDrHwWbJghqxqYPxq+T6xklRDUFVc+wEuxqPxKk7EaysFQOoY1PTVuUl9xZQS+ucl2eWsfZraGGaRqGJex6jsIxa1ea6lYDeOIHox18sw/uGGTapGGojfapphY1bgD1x6QXb+QdTGxWuhArxC0z7pWTdzolXRAmW8XJ1ajmbwzxk/OiuFSv7gRq6USoz0EIAABCEAAAhCAQD0RKFesqhSASgI0H1RVmlhVndYHHnjAPv/887JwqjbqD3/4Q+vbt29WrHpBq4/+0CpfYzVTdzX38Cr1QZmpsvBzUwcngFjt4A9Ae59+mDEoWXfIdvu6bf06tEdXMblayvwkVXUNWWdD91EHX52910lOUimTcc7it+3Z+S9lM2bV/qw9j83JTpU0e2jec/bHwy6xUFyGJ7dHDzPyskxjfnzWQ9a7e+9s2H7+oeQM63FGZV+YvRjdhh6ylJCNxhhuK4/WgVVAXhxGY/TBJh0YVWgN4jJWwziUfRxmfUbrukbnLzY/vet8l60ad1BYkljVfQs/fd8djnb5AT/Prl1Srda4OSm2r03ax70VFd6+vV+7OL5qo8PdfMmIuLmH/b9+1oPZMEIRHb2vlK8BxGoptGgLAQhAAAIQgAAEIFBvBMoVq6tWrbKPP/44K1Yzmav609llsXbu3DnnPZ9pKn6SnTNmzLB///vfqUsARLmrPx1oOmrUKDeOLp+5Gh5e5T/XAVYSq+HBVV/72teqVwag3h4k5tOhCCBWO9Ry195kvXj72fb75xwCJJGk2qJxtVbLnWV4sn2xPpQVOXX2w3bjSw/Yln03ssv2P9e+scHmFgounzHrM2X19z+Mudi106UszxufuTO7ZV2vhbJWkk39Sx77cgRnff+n7l6Nc8cbj5mXtIrn7Pt/k9eXShj4e3SfxKLkoecmCde3W2/zMfoDvo7Y+ZAcBFoHfyBYnFD2jf381SYuIzPsNBS9cbwlH0/c46gc0ax2EpgTHrjUlWnQpZh10JiuP86f5T7qefmvvU7KuzcUz0lr7CV2OGfftlgmrp9/9Hn16/1fD1/l1lMxH7fdfjlro/WOlrnQ+ujZevP9t23SzMk5z7uvH6yyE9GM5DT84+Zfili94YZMmYPx48fHoiz0vn5ovOOOOxK/zA477DD3g+FTTz3l/ujke13+vl122cX0J3rdeeed7qUxY8bkvKVDnhSPfgMfF2+5/So2jTl//nw33r777muKPfxNv+/bz6nY3NWPn6+ffxyoJAZqq5imTZtmynzQqa677rprXlyJ8FO+IaZaQ42ja9CgQW5Nouwvv/xy93p0vYqtSRjGa6+9Zg899JBtvfXWNnp0fpkVzXfBggWxkW+88cZ5MaWcIs0gAAEIQAACEOiABMoVq0L1ySefmOqtxpUDkFhtfl3b9dfYxx9/Yh988IEtXLjQ/ZwrwdqSS2PoZ+gNN9zQbenv16+vNTR0cvI06Y/kq95TXVWJVS4IQKB0AojV0plxRxsS8GJVoujI4T+wEYO3t89WLnOZo8rs0+vhYVXlhOb7uG/c1VnpmbYfCa3bnrnbtD3db1mX5Hxu/kv26cpl2W62GLB5XukAnyUZHWvDtTdwWbLq57Mvlmff7tOtVzY+3fvcOy9ls2UVhzJqo1d4T/iepOabi97KaR4Xo28gIRtePsY4Tr7vuHIIYfuk+atNXJmC6Fi6X2OFnNfu3ttx9jVSo/dE5xEX/9D+mzkhm9S2UGx+Tr6PQvONrk10vf296kvPvDJqk54VvR69Pw3DaH+liNXp06fbkUceaZdeemmerJTEPOecc+y2226LFWEShvvtt59tv/32brtS9Jo4caINGzbMJOUuvvhidxiALn+f7nnhhRfytiodckjmFwJ33313TpcSb+eee64tWbLEXnrpJfcDZ3iV06/k50033WQHHnigbbPNNiZReMstt7hu77//fhd/GLO2dkkuFpt7GL+f/3e+852ceDUPHWygsSdPnpx9TzEcdNBB7r2jjz7azTMprrhnP+1r+sF/5MiR1q9fP7eOEsl6TTw0ruL2lw5AOO+887Ky2L9ebE3CWMR66tSpbrxZszK/PAkvrbvmrOcpeqne2C9/+cu0U6MdBCAAAQhAAAIdnEBLxOrKlSvdz17KGM1kqeqj6q1m/ug1iVfJ1NmzZzsRG9ZDrQR6nwmrj/rZafjw4bbeeutZly5d3FjNpQCas1UlVvXL+O7du1ciBPqAQIcjgFjtcEteWxOWLDr+zvMKZqb6LfylZq+GW/9/vf+5ZdelFFEJtcv+eq19b+jusQdX1RZ1ou2oBEoRq2J07LHH2mOPPeb+eFnppZvEWyj9QqZeLnrZmMQ7SayqfVQq6rUksarXlVE5c+ZMJ4N9Rqgf18eTtl+JOknUUKDqXv0gre1X+sH0kUcecd1H55p27ro3Ov+QU5y89oIxLi4J13nz5sUK6VKfdy86o3JbsvTEE0/MEepJYrXYmviYxHSHHXawk046yUn2uGcmad1LnRftIQABCEAAAhCAQEvEquhJlkpe+lIAEqu6JF3ffvttW7RokfuZ0dc8bU3ivgRBnz59XBbrpptuat26dbOGBpUJsGwZAElXSVguCECgPAKI1fK4cVcbE1D24Kx5L7pR3/10kctS3Kp/69NOWAAAIABJREFUZku9Mi1nzPm7Kw2gk9j9pTqb4aWt028sec82aGqjtsftPKaiIlRxxmUrtjEuhoNAWQRKFateeilT0GeJerkXl1Hqg0orF5PEqqSqMhijGbFxgk2id7vttnNCTuPqnmjWo48nTb+a85AhQ2KzMDU/ZfJef/31NmXKFJfJ2VpiVWOF0rIYU88hLnu01IdFnJU16+VxeH9063+cWE2zJr5Pn9mq5+mYY45xgjzMiFU7xGqpK0h7CEAAAhCAAASSCLRUrH755ZeuHJOk5po1q23p0k/t3XfftXfeecf0nrJGq3EpnrXWWstUJmngwIEuEUCv6dJuML3HBQEIlEcAsVoeN+5qhwS0Hf7ROU/YG++/ba8umuMOn/Ly9fXFb9mSzz+zTfpt6F4rtF28HU6NkCDQJgRKFasKKsxS1N+VEXrdddcVrGtZTAL6ySaJVUnSSZMmue3focCNE2zKLlV7yVQv9KJCNoynWL9+vo8//nh2u3+hxWktser79ax9Fq0yIZIuZRirHmycEC3lAfPrIknra8cm3R8nVtOsie/ve9/7nhPjGtOznzt3bk4ZCMRqKatHWwhAAAIQgAAEChFoqVhV3/pFvH4me/PNN+3zzz932//b06UM1R49etjQoUNts802c5KVCwIQKJ8AYrV8dtwJAQhAoK4IlCNWBcBnqerzMHs1CY6Xgr4OaNguFHWFxKp+265yA9FsWfUV1lgdMWKEqwPq62yGos6PG8rPYv0W2p4fN98ksZpUX/aII47ISulQYIZ9SxArY3fw4MF27733OsmYRi6WGnuhh1s8r7nmGtdEGbx77rmnq6cbPVwqTqymWRP1GxXhPls4Ku41dwljSf3w4uCquvr2xGQgAAEIQAACbUKgEmJVgepntA8//LBNYi53ENVeVbkorjII/ONia9jlfLvoqUY779tl3M8tdUUAsVpXy8lkqk1A/3iqGLlOYezVo4ct//xz93HeO+9Yr549rWevXtn39Q/ZO/Pn2/rrrZdtp/jDtr4PPy/dozH0eo9evbL3630/lj6q3euvv+7G1PX6a6/ZVsOGZccfvMkm2fYffPihLV+xwrXzcavv8FJf/j3Fp891aZzPly93Meu1FcuXZ+ejz9Wvb6uYNdYmgwbl9K1alePGjcu+5uenF3x7Pxfx82OE8/dz0Lw8i5CVmMRdWisx8vP3XNQ2XDfFrLXyH9Xej6XYlA2pOfhxNHYtXuWKVV9XVXMO660mMSh0gJM/uEr3FhKrOgjKZzD6A7SictEfsBUeWBWX9RiVn4X6LVVOJonVOKmsOWte+hPO3x9e5Q+tkshULVNJaElVXW0tVjWm1v2hhx6yJ5980q274pMw9rJXbaJiNe2a6N4ws9U/S6rvqvUMs26TDq/i4Kpa/C5EzBCAAAQgAIHqEqiUWNXhq/fdd1+7y1b1dJW1esABB7if1cq5Fv2/Q2zDI++J3HqRPdl4nmV+kq2j69+32SEbz7WzsnNbZLcddpLZ5Xfbkbln4tbRpJlKKQQQq6XQoi0EihDQP8QfLl5siz/4wPYcOdLu1mEuP/2pvTNvnj07a5b1X39922PkSLvud79zp2f7U7Sv/f3v7aT//E97dOZMl4WmQ2Z07bvvvk6Q+uvggw82jbHVVlu5P6edcoodMmaM7bTjjvZ/Lr/c9b+P7nntNSf5li9fbvPnzbPzJ0xw97326qv2g333dXJX76sPfT5t2jQ76qij7Oabb7bvKPNs332zY06fNs19vvjDD51EVbbZg9Om2bCttzbFc/1112VfUzvNW/1JWCoesVBbyUbxuKopy80PcNHEiS4+f0lgznruORe7xlNNRT++Pmo+hxx6aM78la229VZbOcEp4ar7TjjxRDdnCdJXX3/dcdX17LPP2k477eQ+1/wV50PTptl6/fs77r6d/1zrqTXTFvFfXHCB3XX33W4sL1H1vu5VvK+99prrW1xq8SpXrGquacSeZ1KJUgBePoYHaJ122mluCJ+xqveU2Rl3eRmr9+LiSerXS9dQ1kb7V2alF56VLgXgx49mbUo46nCuaP3YMLZCbcIDvPw9+g9BKZc/UOuUU07JZghHxWraNdG42pomWRt3haUYSnn2SpkPbSEAAQhAAAIQ6HgEKiVWRU51VfVL5fZ4aZfRJk1JKaXG99TEBtv1goPtjwtyxaJ7/eU/2sI7jrQBpXZaU+0X2aJ/D7ABSNWaWrXWDBax2pp06bvDEfBiddmKFU5Yrli2zEbsvLMTfXPnz3fSzQtDtXn11VftWzvtZPp8/ty5tn7//k5wSixKgkogSlJ62ReKVcGVoO3Zu7ddcskl9vysWU4gKnPSy1eNK3krmanMUIm/C84/35597jmX+aqsS4nIu++6y437qwsvtN49e7r2Ep56TdJRfeoeCUx9rve8WPViVP3PeuYZN4e58+bZkMGDnVjVJfGo+XyweLETyt8cMSL7bETFqt7wh9P4eStOzUN96xKXcP5eZqovja1L4kyiSeMqw9TLVPF/9NFH7Yc//KFrJ7kqeT1ixx2dWNa8dOm+E//zP50Ul6x6+tlnbeutt3YZuBLe6ltSVaJZl2TzoMGDXd833nhjTT77tShWwwO0PHSJVb9tXJIvuj1dkjw8fClOrCb167enJ9WR1dfYHnvska0zW2mxqjn6bfihXEwjfPWsast+9PAn9an56vtReHl5Hb7m5xOtU+vbRCVnKFZLWROf2SrOX/967k+tY8eOdd+HfHkHxGpNfrshaAhAAAIQgEC7JFBJsaoJ/utf/2pxfftKg1JprE033bSsbjOZqpYnVV1n2h5/+ZCMWG3aKh8O0rxt/im7uGGGjXrKbNem7fSj/tJgM77/pNkuu9r5Fz5pjRPMLm7Y1c4POih0f7gdP5pN23yfMk03tJ/cGXQ6xovg6HtB9m2Yseo+/4mFuboH37bQ7v5xRiVLLmfnoRey/ZeFm5tqhABitUYWijBrg4Bk2xuvveZkZf/11nMS4/f/8z926CGH2Lz58917yqSUhOzVq5fLbJQMVJanJOgmgwc7kart7npNQk8iz2dt+jo9Xs4efOih9tyzz9qOO+3k7tEYGlN9aQxdkinKhPUCUH1KDD7+2GPufQmKu+65x40xbNiwbH9+O7sySCUcJQ3VRnPYctiwbM0gSU/16bM2NS9d0YxTZXjuO3q0TZs+PSejM06siqMEr4Tz4EGDnNzV58oUVeasLs1RsauthK9/X7zWW399x8K3C0sbqL/HZs50cxFPzVNz0v1aJ42lS2w1b1cCoWmt9IOWn5d4ql/PUVmtyn5V32Fpg9p4cjNR1qJYVdxewulzbZuXWPXZk9GDjsL2XkwmZdDG9av7fU3PGTNm5ByipPd8pqs/VKs1xKoE5ahRo9xBA+GWeD2Tei3ciu+fP2Wr6pcThTJt0z6ryiSNq6Xr4wrlbShWS1mTQgdtRQ/qQqymXTnaQQACEIAABCBQjEClxarGU+aqfmar9iFW2v4vqVpupqrm4qTlvYcUzkptko/fDOuPOtH6fJOQlVj1AjVTOCCTBRvKzEW26OsDmjNfc7bj59+fXVfX7m47xGfTBuMOmRLNqG2Sqds+aQs3n5Qzr5zs2+zYo2xGw672fCBSLTLX3Hk09984oe4KJBT7UupQ7yNWO9RyM1kItD8C0Rqr7S/CjhNRrYpVLzS17d+LVUnG4cOH2+TJk2MXUHLwwAMPdNmbhUoT+K3rvl915mvK9uvXz9U6VSazpOL111/vMpbDbNZSa6yqf3+AV6F6rr7f8847zyRNdSlbdv/99zfFdc4557hMz6S4WvJU++xYMdFhWxpHTDRvldAI6+yGYjXtmmg+2223ncs6Hz9+fF6o0axgxGpLVpN7IQABCEAAAhAICbSGWFX/KrHkdrxV6UArJZPol9/l1lT1jNKL1UBuuh+gQ+EpMTrJhgSlBCQkJ23enPmZXZOczFdffiD//uY1TH7PSU9TNmyz5My+9v0Zzdm20S+JHLGaG7dZRvJak0SOzsPxeuusnDH5iqs/AojV+ltTZgQBCECgLAItEat+W7b/WCgAibEJEyZYeFBVXHsJvNtvvz1bM7XQfRKIxxxzjOnAIsk41Vs94YQT8soA+HEkLV955RUnXtP2G85N4+nv+gFZWbG6JGqPP/747OFTXnaGc/VjFeLjuUTnH71Hc3jiiSdsypQp2czZaFx9+/a1kSNH5sVV1gMS3CSxq+fF17DVOJq/pGi4dV/SU/JVZQXSrsnhhx/uJPVVV12VVwbAhyDhvc0227jxSnn2Wjpv7ocABCAAAQhAoL4JtJZY9dT0M5R+Bm3LSz8zxZV4KieGgmLVSVCzJxcMsUmR7fKZsZLFaKyQ1OFYriyARGgoTAuJVY0T2dbf1EcmmzRm1n6MyDb/bAkBxGo5j0qHugex2qGWm8lCAAIQSCbQErEKVwhAAAIQgAAEIAABCNQ6gdYWq+Lz3nvv2XPPPWeLFi1qVVwDBgywHXfc0TbaaKOKjVO0xmpWrEYyVnMiKJ6xmpfBWiTjNXmCGck698xGUx3XaMZq4n15dVXn2lmNKgVAxmrFHqY66gixWkeLyVQgAAEItIQAYrUl9LgXAhCAAAQgAAEIQKDWCbSFWPWMdLCVDg+ttGCVUFWpqnIPqCq2hpnMT5992tw6W1+0KWPVglqkuZmu6cTqri/7g6V8DdbipQAy4veb9mTjeeY2/Ac1UJ1YDeu4ZrfxL7Qhl29oP9m2uUxATj8l1lgNSxpQCqDY01Qf7yNW62MdmQUEIACBFhNArLYYIR1AAAIQgAAEIAABCNQwgbYUqx7T4sWL7e2333a16pctW1YWvd69e9vgwYNN5wj079+/rD5KuSkjHu+J3BLI1pzaqGY2plmS5m7rz3SRX2M1dzv/RU81yU9TP0PsxrzM0ajgbf77wVnBGykRYGbZ7f5NkvX87G3BXPKyV39i4cyb+8+fB2K1lKeqdtsiVmt37YgcAhCAQEUJIFYripPOIAABCEAAAhCAAARqjEA1xGqISIdcvf/+++6wqyVLljjRunLlSvvqq69csy5dulj37t1NIlU17nUY1QYbbNDiQ6lqbJkIFwLtigBitV0tB8FAAAIQqB4BxGr12DMyBCAAAQhAAAIQgED1CVRbrFafABFAAAKlEkCslkqM9hCAAAQgAAEIQAACEIAABCAAAQjUHQHEat0tKROCQKsTQKy2OmIGgAAEIAABCEAAAhCAAAQgAAEIQKC9E0CstvcVIj4ItD8CiNX2tyZEBAEIQAACEIAABCAAAQhAAAIQgEAbE0CstjFwhoNAHRBArNbBIjIFCEAAAhCAAAQgAAEIQAACEIAABCAAAQhAoG0JIFbbljejQQACEIAABCAAAQhAAAIQgAAEIAABCEAAAnVAALFaB4vIFCAAAQhAAAIQgAAEIAABCEAAAhCAAAQgAIG2JYBYbVvejAYBCEAAAhCAAAQgAAEIQAACEIAABCAAAQjUAQHEah0sIlOAAAQgAAEIQAACEIAABCAAAQhAAAIQgAAE2pZAw4oHftzYtkMyGgQgAAEIQAACEIBA3RFoMLPsT5X6S4GryNu5dxZv3FC8iZmlatQ8dGJzTbJTqSFm2ucwqtATkI2z8PzEKP0P/ZH5JYWaFmnadmkfGk0kbZ+x7eJvTvccRYNMG0iR9XbdpOgrRRPXTwmMSpp32c+wbkwIPtWc0uEp+auqpMkXW8O0E2nqpyDLoK+03ZbwrKfllNtlhb6vp33WiwbpH/KGVF86RbuLfIMu7Xtmyu8Ladcy213JN8RMM+bfrOIw8ltU7GulEnNK+f2ynHmWdY/+zUz/L2z8EO2JS73FUsI/iGWtv1nD0kta/ASUOTS3QQACEIAABCAAAQjUDYFSfg4vpW0KQCX9fy/t2GnblfL/u1L6TDFv1yRlnw1p/9+Xtp3GTtW2Ic9Dp51abrtgomk9QWK7GHHcaOYYFbvy+ky5AMX6dQ9xir5SNMn2k6qtWeGvn0gnKfuMsTLJD0zaPrPtijx4afsT8dRfGMUWUJ11TtEoaJIYZ+QhSzufvHbqJyGmlH1WXawWjbPp66ZouzRLE5ltqu9vSY91QkBp+8yGW5GJ5f8yMA2OaJtO7SiWUv7xKzjXSs1JX2f1JFYrMZ/UPyQUeRrT/MNc7IFO+0NDsX6S32/4dFKLn4DyR+dOCEAAAhCAAAQgAIHaJ1CKbEr9861vWPg/Po2NZp2K/tzd1FfasQu2i8iKFvWZ9uaERyR7e+F+0jFq+n9hpwIyJgwjVeiNZo2dKiBWI4OlGtvPJ8oufn6lMfJ9pg2kyJd4dvAi/8lPNVxpz3rheZfJPW+6CV/LqebT1FnKZ939z7bo94NMn42Njdap+DePdN+fHcgSxGrR7zFNk0g7n9h2CV/LKfvMbVbkppR9ZtYnReMUTTIiq5NZYyV+eROZbap/Vwp9j4n/5U3aZ7PpCU3/MBd8SlN+Ty/UR+pvkMW+XCoQSzYdv6VSNNVDVmxCTQ9BCV/7sT1WMpaU3wATZ1aJNXLfYSvw/Faij0rFUvhRaGi8ArGa4quFJhCAAAQgAAEIQAAChQiU8n+cUtqmoV5Kf2kzhgr+3yR4s5Sf+2PjLCX4GBjZ24v0k3YY1y5ltkqqPjuZNQhSS68yyy/krXeB/zSW9WykguBNntmaBBYubTTFf4iLDhc8kEXbNq1JwXaRN9P2mbfcTZmF0ddL6S/ts552HRVLpbLwHPaUXzdF/58fmUBaRrHtCmSsNq42szUlfGFW6HtMSWK12PeOpucqLaOCsy3zWY8dO+EhLDnOFN8Tiq5ghURZSVtDCgVViTmV8kVeLJZiz1hRwMmZ4WluzbYp+eFI6L0S/bRkjdaYrVmR5h+XlHQqMR/3zb4CWcXJITdsf8pmlXiSUkKhGQQgAAEIQAACEIAABNISqNQP1GnHC9q12dBtM1DqUdI21P8g0rYtA3/+LZUaLD7wkqZTTigqNbBWZ1urf09rTJKrbQu0GXE586nImpbbSeUCrpgrKukBKnfe5dyXxGq1fdltY1vTpV+JcjV9DH7kT9d0ck/2V40NtmK1Pk+vH9ZYJ/vCurbRV0b6uNJTKLdl5Z7xTATtaW7lMuG+9k6gsXGNdenU0zqvd3IgV9t71C2Lr1eXTtZNvz+28dvyVdYyltwNAQhAAAIQgAAEIAABCNQMgSr890dDdutiXTfuY42rqzB+zaxNDQfaLpc1PqiGxtW2quc3zLr2NzNlrrbXq11Cba+wiAsCVSawxjo39LSeA861xjXLqhxL2wyvKhnu92pdTtiG71Ztw5xRIAABCEAAAhCAAAQgAIEOSMDV8+zWxboN7JNcDqADcmHKVSLQ+JV90WNzW911fWsoqRxAleJlWAhAoN0TaGxcbV079bKeG5zdYcSqXxTEart/PAkQAhCAAAQgAAEIQAACEKhlAojVWl69OowdsVqHi8qUIFBdAojV6vJndAhAAAIQgAAEIAABCEAAAnVLALFat0tbmxNDrNbmuhE1BNoxAcRqO14cQoMABCAAAQhAAAIQgAAEIFDLBBCrtbx6dRg7YrUOF5UpQaC6BBCr1eXP6BCAAAQgAAEIQAACEIAABOqWAGK1bpe2NieGWK3NdSNqCLRjAojVdrw4hAYBCEAAAhCAAAQgAAEIQKCWCSBWa3n16jB2xGodLipTgkB1CSBWq8uf0SEAAQhAAAIQgAAEIAABCNQtAcRq3S5tbU4MsVqb60bUEGjHBBCr7XhxCA0CEIAABCAAAQhAAAIQgEAtE0Cs1vLq1WHsiNU6XFSmBIHqEkCsVpc/o0MAAhCAAAQgAAEIQAACEKhbAojVul3a2pwYYrU2142oIdCOCSBW2/HiEBoEIAABCEAAAhCAAAQgAIFaJoBYreXVq8PYEat1uKhMCQLVJYBYrS5/RocABCAAAQhAAAIQgAAEIFC3BBCrdbu0tTkxxGptrhtRQ6AdE0CstuPFITQIQAACEIAABCAAAQhAAAK1TACxWsurV4exI1brcFGZEgSqSwCxWl3+jA4BCEAAAhCAAAQgAAEIQKBuCSBW63Zpa3NiiNXaXDeihkA7JoBYbceLQ2gQgAAEIAABCEAAAhCAAARqmQBitZZXrw5jR6zW4aIyJQhUl0CHFqsff/xxY3XxMzoEIAABCEAAAhCAAAQgAAEIQAACEIAABCAAgdoi0IBYra0FI1oIQAACEIAABCAAAQhAAAIQgAAEIAABCECg+gQQq9VfAyKAAAQgAAEIQAACEIAABCAAAQhAAAIQgAAEaowAYrXGFoxwIQABCEAAAhCAAAQgAAEIQAACEIAABCAAgeoTQKxWfw2IAAIQgAAEIAABCEAAAhCAAAQgAAEIQAACEKgxAojVGlswwoUABCAAAQhAAAIQgAAEIAABCEAAAhCAAASqTwCxWv01IAIIQAACEIAABCAAAQhAAAIQgAAEIAABCECgxgggVmtswQgXAhCAAAQgAAEIQAACEIAABCAAAQhAAAIQqD4BxGr114AIIAABCEAAAhCAAAQgAAEIQAACEIAABCAAgRojgFitsQUjXAhAAAIQgAAEIAABCEAAAhCAAAQgAAEIQKD6BCoiVleu+dQ+b1xqX65ZYY3WWP1ZEQEEIAABCEAAAhCAAAQgAAEIQAACEIAABCAAgYBAgzXYWp16Wo+Gdax7p7VbzKbFYvWzNYvt7Y/m2RUP32uPvjHLPl/1RYuDogMIQAACEIAABCAAAQhAAAIQgAAEIAABCEAAApUk0KNrNxu11c522vcPtM3WHWx9OvVvUfctEqvKVH3jozfswKvPQ6i2aBm4GQIQgAAEIAABCEAAAhCAAAQgAAEIQAACEGgLAhKsU0+92LZcd8sWZa62SKx+snqBnX7772zay0+0xZwZAwIQgAAEIAABCEAAAhCAAAQgAAEIQAACEIBAiwn8cPgedvnhJ1q/zhuX3VeLxOr7q960nS88mWzVsvFzIwQgAAEIQAACEIAABCAAAQhAAAIQgAAEINDWBJS1+swFv7UNum5R9tAtEquLVr1hwyecUPbg3AgBCEAAAhCAAAQgAAEIQAACEIAABCAAAQhAoBoEZk+83gZ03bLsoRGrZaPjRghAAAIQgAAEIAABCEAAAhCAAAQgAAEIQKBWCSBWa3XliBsCEIAABCAAAQhAAAIQgAAEIAABCEAAAhCoGoGqidU1a9bY4tVzKAVQtaVnYAhAAAIQgAAEIAABCEAAAhCAAAQgAAEIQKBcAhKr/TsPtU6dOpXVRdmlAFatWmUf2dutJFYH2hlHn2Arb/qF/b6saXETBCAAAQhAAAIQgAAEIAABCEAAAhCAAAQgAIFkAhKr69pm1rVr17IwlSVWGxsbbeXKlba0y/xWEKsD7Ywz77TLNn7Nzj5jvF1R1rS4CQIQgAAEIAABCEAAAhCAAAQgAAEIQAACEIBAYbG6zleDrHv37tbQ0FAyqrLF6vLly21Zt39XWKw2SdUt+piteBqxWvJycgMEIAABCEAAAhCAAAQgAAEIQAACEIAABCCQhoAyVnt/8XXr1atXrYvVQKpq5ojVNOtPGwhAAAIQgAAEIAABCEAAAhCAAAQgAAEIQKAMAlUTq8uWLbPl3d+tUMZqRKq2G7H6K3v5fw62LWMX5l825f870E4oY9HKvmWvG+yDMcPshTt3tb3/WnYv3FgygcxzYE9ua9veVPLN3AABCEAAAhCAAAQgAAEIQAACEIAABCDQDglIrPZaOdB69+7dthmrlROrMVI1AL3yiy/MVn1o8xb9y/720k12+cNP27w2W4iMUBvw5iRb//LQqB1tD19xln23ZxvLVcRqm6187kCI1SqBZ1gIQAACEIAABCAAAQhAAAIQgAAEINBqBGpcrBaWqnHUVn70tP3+9vF29uxWYxp0nCRWzc4480m7bIsP2j5rtS2mzRgQgAAEIAABCEAAAhCAAAQgAAEIQAACEKhzAjUsVkuXqtm1XPWu3XvncXbYY++28vKWIlbzywYsCTJdr//Vy3aM3WNT7GA7ZsBn9rc7d7V5e4SvaSqZ1/ceONVW7bqpmUUyYnMyVn3WbIBg0T3W9Re/aH7Btf+W9Q2avOG3sxd6L46qH/vND+y7Wyi2zJXtz/2tdAbRkgZOWG/8Ws7BZTmvHe3Z+AiamDWVRvCcQw55r+X1Ec7DZ6feY7brwbalq/X7rh0bKQWQEet9AlJtnL3cyk8+3UMAAhCAAAQgAAEIQAACEIAABCAAgXonUMNi1cyG/8pePuFg27JrGcv0xUt2yUVj7YLFZdyb+pa0pQCahGIoNpvknRePTu4NyBWR/rWsgPXCz/Xzr0y5AZPYG29XKOZArDopu3bwXpPUzJYtaBKnFsjdjAw0+9udf7ENx0RKHLix18+I3bj6rV7EBoeKNfene8pjEF2KgmL1z2Y/H/MtWxTUOo1mDhcVqzHlFHL78HI4FKW5pQBy560ZNEnucK1SP2M0hAAEIAABCEAAAhCAAAQgAAEIQAACEKgGgdoWqyLWArm66JVf2MbX3NOK3NMeXhUnYHNlnBN+OSLULP+1GIEXZm9GxarlZqiqv4OWNtWDjavHmn0tI1ZzD2PS2N+3hUXEaig1Q9HrxWp+n83jxDEoXaxGDu9yc1rf7m06SKyoWI17WnJYFV/Lolm1rfhE0jUEIAABCEAAAhCAAAQgAAEIQAACEIBAZQjUvlhNkqsrXrIr/vRnW7n59ja457q2w6bDbMt+4dZrMwuyJyuDM9pLcimA3JbJAjYnYzVGhKo8QPO29fRiVVmlPuNVsfis1zP2Otqu+OtNOdmt2QzUGIG4pZuI305/tJ2x1012RWLGapzU9K/FHfAUI5cjDEoSq8rczSlh4LNKm+NOK1bzt/J7BsXngVhtna82eoUABCAAAQhAAAIQgAAEIAABCEAAAm1JoD7EapxcjZGmg3c6y65e4rsQAAAgAElEQVQ/5Aj7br9uTYzftf83YR87qtXKAZQmVrPb8GOegHTCrzSxGg7jRWG2rEDBjNXodn9frzW3XmnONIr2V1xIxjEoWazm3JC/bb8Y52ahGmz1jxHOhTJvEatt+S2OsSAAAQhAAAIQgAAEIAABCEAAAhCAQOsQqB+xGpWrSdmo/X9s9535c9u3n24oIAIrwrsFYjUiIosJv0y4acVq3FZ+sxzhV0iEzvvAvjvYbErT9vnM2Bm5usOCplICUX5NmaItLgVQRsaqLyHwwIJhtl/kYKsos3zOTdL400xmcGw5AsRqRb5a6AQCEIAABCAAAQhAAAIQgAAEIAABCNQSgfoSq6FcXRUezBRZkl1/ZwuO3sMG2Lt275X72GGvt9aSlSZWMyfIZw6aigq81hCrW4aHZUUPUCp0eJUTq5uaL1Pg6MW0z6FaqcOr0ohVd8BWU1ZtMK4Tq+F7zgfr0K3muWTKIwTZqDkHgjWJ1fD9Jpm9ZVbSF8+85fCq1vp6o18IQAACEIAABCAAAQhAAAIQgAAEINB2BOpPrHq5euRAm3xuRlLmX01ZiN1ftyv+8zA7u9V4pxWrCiBSZzWScVtZsbqr7W06tOlb1jdn7uFJ9s2yNGzjZWp+jVEzyxG1Eag+q/PND+y7W2yafTNHzkYZBLVfdUOaUgDZdgOahhDHF9e3y7b/wEnrrZw4zY0tW/7AvezLGjS1WXSPnb30+3bZOn/J1rINa9Oaidk9NviKs+y7PZUBnXSwV+5hX/n8Iuxb7ZmkYwhAAAIQgAAEIAABCEAAAhCAAAQgAIFKEKhPsSoy/Qfa4MXv2rxYSs3bu7/xi18ktKkEXvrIEogrLQAeCEAAAhCAAAQgAAEIQAACEIAABCAAAQjUKIH6FasFFyQjVvs9vY/tdPu7Nbp0NRY2YrXGFoxwIQABCEAAAhCAAAQgAAEIQAACEIAABAoR6Jhitf+l9s+frWu/a6pnyiPSBgQQq20AmSEgAAEIQAACEIAABCAAAQhAAAIQgAAE2opAhxSrg4++w+5ccYbtdCfZqm31oDEOBCAAAQhAAAIQgAAEIAABCEAAAhCAAATqiUAHFKvfsp8dsKX9v/tuorZqPT3JzAUCEIAABCAAAQhAAAIQgAAEIAABCEAAAm1IoOOJ1YKHWrUheYaCAAQgAAEIQAACEIAABCAAAQhAAAIQgAAEapZAxxOrNbtUBA4BCEAAAhCAAAQgAAEIQAACEIAABCAAAQi0FwKI1fayEsQBAQhAAAIQgAAEIAABCEAAAhCAAAQgAAEI1AwBxGrNLBWBQgACEIAABCAAAQhAAAIQgAAEIAABCEAAAu2FAGK1vawEcUAAAhCAAAQgAAEIQAACEIAABCAAAQhAAAI1QwCxWjNLRaAQgAAEIAABCEAAAhCAAAQgAAEIQAACEIBAeyGAWG0vK0EcEIAABCAAAQhAAAIQgAAEIAABCEAAAhCAQM0QQKzWzFIRKAQgAAEIQAACEIAABCAAAQhAAAIQgAAEINBeCFRdrLYXEMQBAQhAAAIQgAAEIAABCEAAAhCAAAQgAAEIQKAUAr1WDrTevXtbQ0NDKbe5tg0ff/xxY6l3NTY22rJly2x593dtq/67lHo77SEAAQhAAAIQgAAEIAABCEAAAhCAAAQgAAEIVJXA64ufMsRqVZeAwSE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qgXAr94922775PFVZ/OmsZG+3z5Ctu973p27dDh1qNTp6rHRAAQgAAEIAABCEAAAhCAAAQgAAEIQKDeCCBW621FmU/VCJz5zpt2bzsQq42Njbby089szVerbZ3u3W3q9rvYsJ59qsaFgSEAAQhAAAIQgAAEIAABCEAAAhCAQD0SQKzW46oyp6oQaI9iVSA27NXbnv/WKOtcFSoMCgEIQAACEIAABCAAAQhAAAIQgAAE6pMAYrU+15VZVYFAexWrDQ0N9qsthtuJGw2qAhWGhAAEIAABCEAAAhCAAAQgAAEIQAAC9UkAsVqf68qsqkCgvYpVoThg4CZ2wxbbV4EKQ0IAAhCAAAQgAAEIQAACEIAABCAAgfokgFitz3Vt17NavabRPly+wlY3rrGeXbta3x7d23W8scEtW2C2YpHZquVma74yW/OFvd7Y3X6wdK2qzyWsseqDQaxWfVkIAAIQgAAEIAABCEAAAhCAAAQgAIE6I4BYrbMFrYXp/P6JZ+3nf37EdHp99Fq3Vw/r3qWre7lLp0627Yb9rU/3bu7v63TvZtsPHOBe17VJv3Vs437rZLvo16OH9ejapXURfPGJ2Sevm6380CwS/5vW0/b5tPqSGLHauo8AvUMAAhCAAAQgAAEIQAACEIAABCAAARFArPIctCmBp+f/2464+S77eMXnrTpu504N1r93L+vUkJGwkrLbbNjfOjdJ2U3X7WdDvtY3K3CHDehvkrrr9uxpDQ0JoS37t9knr5l9FR/7V9ZgXwSuuFtDo4Wad7WZLW9ssEWNnWzums42e3Vne3F1F3vyq4xIrtSFWK0USfqBAAQgAAEIQAACEIAABCAAAQhAAALJBBCrPB1tRuCj5Z/bQZNvt5feW9RmY5Yy0NU/2ttGfWOIdbIG69dlpfXs9JVZ1z5m3fqafTbP7OPXzNasKqXL4m3XHW7WcwN77uN37NCFHxRvn6IFYjUFJJpAAAIQgAAEIAABCEAAAhCAAAQgAIEWEkCsthAgt6cjoF3zF0ybYVc//nS6G6rQ6vcH72O7bzbEOjWutn6f/9N6rXq/IlF8aWafNzaYcmf9n+4NjeYTY1dag/3+i+529Rc9KjJenFj9/oCB9sdhO1akfzqBAAQgAAEIQAACEIAABCAAAQhAAAIQoBQAz0AbEZj59nw7/OY7bcWXFc74rGD8lRarnzQ22JLGTjnlAdaY2YLG1isDIBxxYnXEuuvbg9vtUkFadAUBCEAAAhCAAAQgAAEIQAACEIAABDo2ATJWO/b6t8nsl65caYdOucOeeefdNhmv3EEqLVbTxPGVmX3ZZ4it6TnAnly62P6/xZ+kua1gmzixusPX1rPp2+/a4r7pAAIQgAAEIAABCEAAAhCAAAQgAAEIQCBDALHKk9DqBP7P3560i/4y09aoHkA7vqohVh0O1XDt2seeWbnSDv9YR1y17EKstowfd0MAAhCAAAQgAAEIQAACEIAABCAAgTQEEKtpKNGmbAL//OAj2/+G22zhp8vK7qOtbvw/+42yvbcaap0a11Skxqq2/b+1prMtWNPJffysscH+taazrWVmAzutts07rbGNO6223tboygOozuoLq7u0eLqI1RYjpAMIQAACEIAABCAAAQhAAAIQgAAEIFCUAGK1KCIalEtACapnTn3IJj/9QrldtOl9l+w70vbbZquKidWk4JWTqsOsPmjsZIu7rG0fNXS3//l0uc2ugFTVmIjVNn1sGAwCEIAABCAAAQhAAAIQgAAEIACBDkoAsdpBF74tpj1rwXt20OTb7dOVX7TFcC0eo63Eak6gfYea9drIPlq2yEYsWNziOSBWK4KQTiAAAQhAAAIQgAAEIAABCEAAAhCAQFECiNWiiGhQDoFVq9fYSXf/2f70wivl3N4m91y490j7/9m7FyDL7vo+8L97b99+z7M1M5JGsjQSGvQyLwmwsJnNKrzsNWDZMatgDBiUbKXsCmSXXcVxcG1MNl5V8BpTm2QrHnDAZJOysWVcZR4xYFa2eQqEDRIgHjNGmtFIMz2ann73fW2d23277+33v6enbz8+twokdf/OOf/z+f+uVPWd//mfH73qQBz/0tfjz779vbgcwerUzOrUZ2r5GKrl4olqIfbkqnF1rhqFXMTBXLZhQMTHS53xLyb61uW+rVhdF0YnIUCAAAECBAgQIECAAAECBAgsKyBY1SCXRWCzr1Z98bVXx++87pVxaFd//NevPxq/9snPrXuwmoWqpVquvrfqhVouTtfy8XClGJ8uFeO71cJlcc9OKli9bLROTIAAAQIECBAgQIAAAQIECBCYFRCsaoZ1F8j2Vn3Hgx+PD33lb9b93Ot5wrfe+bx47oGB+Nijj8cXf3gqfvM1PxE/ffttkYtq7B36RvSMP9lyuXxnd+Q7sldPXdqnFhFDxT0x1HM4/nx0OP6PZ0cv7YTzjhasriunkxEgQIAAAQIECBAgQIAAAQIEFhUQrGqMdRf4xlNPx+uO/5c4Pza+7ue+nCf853f/RLz5xc+Pjnw+dvd0RU+xOHu52uRQTD72x5GrlaJr78GIXC5pKJWp8ahVKtHR3Td9bHFXxO4jcaE0FS98cn32Vm0MSLCaNDWKCRAgQIAAAQIECBAgQIAAAQJrEhCsronNQcsJjJfK8ez46kPVQi4fV/T1RiGfFla2YxYqZx6JqdOPRJTGI5fPRa5jJnytRQxXKjES+Riu1mIi3xHfzvfGs/lifKvWFZ8s7K0P98bqeNydG4ury2PRWS3HZ7oOxGejf11vRbC6rpxORoAAAQIECBAgQIAAAQIECBBYVECwqjEIrJPAP/7Bo/Hnw+fX6WxrP41gde12jiRAgAABAgQIECBAgAABAgQIrFZAsLpaKXXrKjA6Ohpf+sIX4uLFi+t63nae7E9/9DnxF2ND7RxC/dqLBatH8h3xq+cnVhzb7t2746V33RV9fX0r1iogQIAAAQIECBAgQIAAAQIECOxkAcHqTp79Nt37yMhIfOj3fi/OnT3bphFcnsue+IV74v+bGLk8J08462LB6pWTpfi5L6zuZWJXHDgQb/mlX4r+/vXdoiDhFpQSIECAAAECBAgQIECAAAECBDa9gGB100/R9hvgqSefjN//8IdjcmLlFZRb6e63S7CaLxTiH77xjfGcm27aSvzGSoAAAQIECBAgQIAAAQIECBDYUAHB6oZyu1gmIFi9vH1wqStWs9G94d5745Zbb728A3V2AgQIECBAgAABAgQIECBAgMAWFhCsbuHJ26pDF6xe3pkTrF5eX2cnQIAAAQIECBAgQIAAAQIECGQCglV9sOECiwWrP/tzPxd79+7d8LGs5wX/VXk4PjPy7Hqeck3nWixYva1/d3z40JFFz3f69On45Cc+0fI7K1bXRO8gAgQIECBAgAABAgQIECBAYAcJCFZ30GRvlltd72B1qlaL4Uotak032JfPRU8+t6G3LFjdUG4XI0CAAAECBAgQIECAAAECBAi0VUCw2lb+nXnxSw1WswD1qalKPDlViYuVapSbE9Um0ixX7c/n4+rOfFzb2RGFy5yzClZ3Zj+7awIECBAgQIAAAQIECBAgQGBnCghWd+a8t/WuLyVYzcLU702UY6Jai3xE9Bey/48YrlRnV6xm+Wl3Plf/X/bzLHjtzOXiR7oKcWN3R1yufLWdwepNMRmvzQ3FXTEWN8Zk7I5KlGq5+EGlEH9e6o4v5A/Gvz14dNF5txVAW78OLk6AAAECBAgQIECAAAECBAhsUQHB6haduK087LUEq+PVWnxjrBTPlqvRkcvF4c5CXN9ViO+Ml+NMqRK9+VxUI+rhavb3WV1/IRfP6+2MC+VqnJgsR3aOvkIubu8pxt6O6UB2PT8bHay+orcn3nvVNbGrOhW5k617pM6/r8ylXNgV53t+NEqF3S2/FqyuZxc4FwECBAgQIECAAAECBAgQILBTBASrO2WmN9F9pgar2eP+Xx8t1YPRA8V83NJTrK9G/eZYKU5PVWJfRz5e0FeMh0dKUarV4kV9nfHEVDmemKzE7kI+7ugvRjGXq690PTlZjkLk4paejriqs7CuKhsdrBaiFv937sl4ZQzXV+82fyYjF8WYXtXb/Jkq7I1zfXdENVec/bFgdV3bwMkIECBAgAABAgQIECBAgACBHSIgWN0hE72ZbjMlWM1C1UdGS5G9oOr6ro64qbujfitZQPr4eDl2zQSn2aP+nx+eqgerd/R11lerfmu8FD+crNTD2Bf2dda3AMj2Zv3WeLm+svX23o44VFy/cHWjg9XGnP5ojMfeqEQ5C4xjMvZFOf7baC4qlWr8Ss9ovLw4GX256Y1oK/meONd7R5QK/YLVzfSlMBYCBAgQIECAAAECBAgQIEBgywkIVrfclG39Aa82WM3C1K+OlGKkWq3vjXpD13SoerZUrW8LkL2M6oV9xfqq1OwzP1jNosRHRqfiXGn6+Ox/2efpUiW+OVaOjnnHX6psO4LVO2MsXpu7GP9djMThKEW2irXxmazl4ulqPr5W7oyXdZbjYK4kWL3USXY8AQIECBAgQIAAAQIECBAgQGBGQLCqFTZcYLXB6mPjpfrj/Nkn2xv1YLEQVxUL8e3xUlyoVOtbAlzT9Dj//GA1Oy5b8fq10VL9kfjn9Rbrxz1dqsZQuVrfkzXbRuAl/dOrWS/1s5HB6n/a3xUvP3g08lPDUTvx8VUP3YrVVVMpJECAAAECBAgQIECAAAECBAgsKyBY1SAbLrCaYPWZmVWpXfmInpmXUZXnFmPW90zNXlKVz0X053ORy0Vkx1RqEYeK+fo/j1Zq9X+eqNVisjp3cBayZi+vyv56vlKN53YX47quS98SYCOD1f+wrydetWt35C58L2L4icj2VH0yOuN70RVHYjJuiMmYXp87/5OL4a7rYqj75tlf2GN1w78CLkiAAAECBAgQIECAAAECBAhsAwHB6jaYxK12C6sJVr82OhWD5dZVqc+Wq5GtYh2r1qIvn4+Jai2qMR2eNmWusxzZKtRsu4AshM1C2SyEzV5ale2rmv3uQrkaj4yVojuXiztnXnB1KZYbGaxmj/z/ZAxHR9Ti0eiO70bX7NBrtVr0Dw/FP+wYjp/tHo/nFMotIWupsDue7n+ZYPVSJtuxBAgQIECAAAECBAgQIECAwI4XEKzu+BbYeICVgtUsQM1eWNVbyMVLmx7TH5p5rD9bqZr9fP5nsa0AGjWPjpXidKkSt/YU43DT9gF/M1qKs+VK3N5bjCsv8UVWGxmszr/3bH/V18TFeEluLLKXWXXVqnGyUohHysX4Yqkrfq1/NK7LTdUPGyteFed7ny9Y3fjWd0UCBAgQIECAAAECBAgQIEBgGwkIVrfRZG6VW1kpWP3uRDl+MFGOI90dcXTmhVPZvf1wshLfmSjFtZ0dcXPPwgfdlwtWT01V6qtdsz1Zs71ZG58z9RdZlep7t97WO/fztVi2I1j93YFdcfeBI5EbORVx6i9XHHY11xmDvc+PyY4BweqKWgoIECBAgAABAgQIECBAgAABAksLCFZ1x4YLrBSsfnV0KrJVq8/v7YwDxWwn1OnPt8fL8cRUecGq08bvlwtWG6tds/1YX9y02nW8WouvjEzVtwu4a9fCVbApOO0IVn9rT2f8zBXXRu7iiYhz36wPN9sWIfvfnNzcXdQiHxe7b4rhriOC1ZTJVUuAAAECBAgQIECAAAECBAgQmCcgWNUSGy6wXLCaBYKfH56s74l6R19n9GebpM58sn1XL5Rr8cK+YuzrWBgbLheslmq1+NLIVH1v1Zft6qr/tfHJgtVs39b510uFWUuw+rL+vXGouPpAtxoRj42PxHcnxmaHlz36vzcqUYlcfCe64lytEIXhi3FXbixe0zkZL+goxdGOchRndqIdK14d53ufJ1hNnWD1BAgQIECAAAECBAgQIECAAIEmAcGqdthwgeWC1ZFKLbIVq9kK0pfNW0H6heGpmKotHYAuF6xmN5kFq9kLr+YHqNn+q2dK1XhBXzEGFglsVwu0lmD131xzU7ywb9dqLxFZQPwHg2fiI4NPLXnMTbWJ2Dd2MWqVLIad/jywezSuz03W/z5brTrU/dzZ350+fTo++YlPtJzvDffeG7fceuuqx6WQAAECBAgQIECAAAECBAgQILDTBASrO23GN8H9riZYzR7R38hPRy7iBX2dccUGB6uNe/zlg9fG2w8cjs78Yg/wR3x/Yixe/92vL0oyEOX4lb6OuL10Np5bGoz+mAtU5x9QzRXjfO8LYsIeqxvZXq5FgAABAgQIECBAgAABAgQIbEMBweo2nNTNfkurCVazWPVg0/6q2T09U6pGpRZxqJiPfPOz/DM3vNLvz5WqUVrk+Gw/1yzIbWeweilz9qlDe+LowVsiBr8Vtae+sMKpcnGx64b6PquNjxWrl6LvWAIECBAgQIAAAQIECBAgQGCnCghWd+rMt/G+lwtWGy+TyoaXvWSqpylBzfZYHarU4kV9xdhTSNtjNTtftlVAuVZbcN5s64HhyvQWAbua9nRNJVrLVgCp11is/meL5fgnffkYGzsXj5YqMVbLxeRUKY7kSnE4X4lrCpXYlatFx8weq+PFQzHY+0LB6nrgOwcBAgQIECBAgAABAgQIECCwYwUEqzt26tt348sFq9mosr1QRysLX1KV7YX6VKkSt/cW48piYcENLLfHahacZgFqFtS+tH/uZVGNl1plJ8t+nu3tutZPu4LV+eOt1WoxcXE4quXK7K/+av/5uCk/vcfqePFgDPa+SLC61ol2HAECBAgQIECAAAECBAgQIEAgIgSr2mDDBVYKVrMA9dRUJZ7bU4zruuYC1JOT5fjuRDmu7+qIm7o7koLVM6VKfHOsFAeLhXheb3H22MFyNf5mtBR7O3Lxor65wHUtKFslWPXyqrXMrmMIECBAgAABAgQIECBAgAABAq0CglUdseECKwWrjRB0byEfdzatLs32Qn1ktBQ3TX4p7nj2P0auOjXzcPv0LVRq0y+8yudy0Vh32vhrtjdrNWpRyOWieROB7DVP2XHzf74cSi3fFZO7XhrDh94c1cLu2dKtEKxWcx3xbM/tMV68cnbc9ljd8K+ACxIgQIAAAQIECBAgQIAAAQLbQECwug0mcavdwkrBahaPZtsBjFVq8fy+Ygx05Osvl8pWsT45VYmX7S5HT0d/W247F9UoVgaj95kHI0a+H+ev+1eRBa3Z573V0XhodKgt42q+aLVWi/NDQ1Ga2QqgFrX4633n48bcREx27IuzfS+JmI2eIwSrbZ8yAyBAgAABAgQIECBAgAABAgS2oIBgdQtO2lYf8krBanZ/fzdZie+Ml6KvkItstWkWrGaBa7YC9bq+jnj+7p6o1uYe6d8ok2z/0lK5HLVaNfYMfjRKhStjYvdd9ctP9fREX23te7RejnsYjVrc9egX40tXjMd1ueG40H1zjHZe23IpwerlkHdOAgQIECBAgAABAgQIECBAYLsLCFa3+wxvwvtbTbCahahfHpmK7PH/jlzEoWIhruksRH8hV//5Kw7kI995RVvuLttxYGx8LDor56Lz6T+LkYNvrI+j1N0d3dneApvlk4s4WS3Hz3z7q/HVK0bjUKFWX61azbUG0oLVzTJhxkGAAAECBAgQIECAAAECBAhsJQHB6laarW0y1tUEq9mtni9X4+ujpfpK1dt7O+rhavb54WQlrusvR3/voYhce1aIjo1PRJRHY9ff/V9x4Zp31ce12VasTuUi/vWZE4lMwNYAACAASURBVPHYhdPxZ/uGI7oOx8WuGxd0kWB1m3yx3AYBAgQIECBAgAABAgQIECCwoQKC1Q3ldrFMYLXBalZ7crIc350oR0cuF7f3FONAMV8PWoudlch3zL04aqNly+VyRHkidv/wtzZlsDqWj/i109+Pzww+E/9291Tc2z0Z5/vuiHK+R7C60c3iegQIECBAgAABAgQIECBAgMC2FBCsbstp3dw3lRKsNoer2drU53R3xPVdHbG7txKVjv1tu9HJqVLE5LnoOfNfY/jQ2+rjeKQjYrIwvaq2XZ9KrRZfu/hsfPTMkzFSKccv9JTigf6hmCpeGc/23LbosKxYbddsuS4BAgQIECBAgAABAgQIECCwlQUEq1t59rbo2FOD1ew2ny5V4rHxckxVa3Ftb1f82EBnVPN9bROYGB+Jnmc/E+WpqRjf98r6ON577lT8l6FzbRtT84WvL1TjN3aX4hUdw1GolWK46/oY6r5ZsLopZscgCBAgQIAAAQIECBAgQIAAge0gIFjdDrO4xe5hLcFqdovj1Vp8a7wUN3SdjyO790Xk2rM6tFqeiMK5z0b+6U/F+SO/GdXC9JYEF6uVuFiptGU2nnPus9F58VTk8vno2bMvOrq6W8YxXjwYg70vEqy2ZXZclAABAgQIECBAgAABAgQIENiOAoLV7Tirm/ye1hqszt7Ws38RB0+/Lwq1qTbdaS5KPc+JocPvjFL3DW0aQ+tl9/7wj6I6fiGK3T3Rs3fhFgmC1U0xTQZBgAABAgQIECBAgAABAgQIbCMBweo2msytcisrBaudTzwZez7zueg6+cPIlUqb/raq3V1x9q2/GFPXHm7bWPf+4D9HrTJVD1U7OrsWjKNU2B1P979s0fHZY7Vt0+bCBAgQIECAAAECBAgQIECAwBYWEKxu4cnbqkNfLljt/dtvxv4/+pOYOnpTjL7qlVHt6938t1mrRa2jEBNdnW0Za9f4qeg+9ZnoKBajZ+++RccgWG3L1LgoAQIECBAgQIAAAQIECBAgsI0FBKvbeHI3660tFaxeUYs48MEPx9Ab/kGMXPcjkc/no7urK/L53Ga9lfq48pOTMV6tRqXcntW1vRcfi86zD0fPnr1RKC4e7lbyPXGu944oFfoXWFqxuqnby+AIECBAgAABAgQIECBAgACBTSogWN2kE7Odh7VUsHr1k6ej+9TpGHzNqyPqoWpnPVzd7J+O8fEYrpTbMsxid3d05kqRq5Uil1/mZV65fJRz3VEqlaM8OdkyVsFqW6bORQkQIECAAAECBAgQIECAAIEtLiBY3eITuBWHv1Sw+iNf+5so335bjFx5KLo6u6KrTY/Wp5jmKpWojE/EWKU9q1U7e3sX3VN18XuoRWliMkoT44LVlElWS4AAAQIECBAgQIAAAQIECBBYRECwqi02XGCpYPXGP/+LuPiTr47J3bujWOyIfG7zr1Yt5CJylXKMT01tuGPX8Jdj3xP/Z+SqrUHpcgMpdx2O80ceiErHwGyZFasbPnUuSIAAAQIECBAgQIAAAQIECGwDAcHqNpjErXYLSwWr1z38SIy/5MUxtW9f9G2Fl1Zl+6tme6tOTsZYaeOD1Z6hz8WeU78duerK15666uejdMXdUXzmkzG0+3+Icte1gtWt9sUxXgIECBAgQIAAAQIECBAgQGBTCQhWN9V07IzBLBWsXvut70QMDMTwLTdHX19f5HKb+6VV2WzlarWIsbEYbsOLq/rP/kHsevr3VtU0E0feEVMHXxOdp/4gRrrviFL3jYLVVckpIkCAAAECBAgQIECAAAECBAgsLiBY1RkbLrBUsHrowsU48KGPxDP3vyti397o7Fz8DfcbPuAVLtgxPhEXpiY2fFi7n/oP0Tf4p6u6bnnfXTF5+Bei49kvxEjn82Kq73mC1VXJKSJAgAABAgQIECBAgAABAgQICFb1wCYRWCpY3bdrV+z/6J9E98kfxuA/+cdRG9gf+Y5l3nS/Se4n2w6gVi7HWKW8oSPa++R7o+fCZ1Z1zcnDb4zJH3l7FJ/5RExOFWJ8z98TrK5KThEBAgQIECBAgAABAgQIECBAQLCqBzaJwFLB6t69eyM/MRH7/+hj0ZNtC5A9Zr8FPtXurjj71l+MqWsPb+hoB37wv0Tn2GNJ16zlOmPo8DtjfO9/L1hNklNMgAABAgQIECBAgAABAgQIEGgVsBWAjthwgeWC1Www7x9/Nr4/NRH5ycmIanXDx5d8wVwuqj3dEfnFV9d2RMSLOrrjNZ19MbBETeo1c9XJGDjxv0Zx/Luph8bwoV+KkQNvEKwmyzmAAAECBAgQIECAAAECBAgQIDAnIFjVDRsusFKw+ssjT8c3ypMbPq7LfcHeXD7+p+49cU/Xrku+VKE8GPtP3B8dk6eSzzV88Bdj5OAbBavJcg4gQIAAAQIECBAgQIAAAQIECAhW9UAbBVYKVr9fLMTuXL6NI1zfS1ci4qtTY/HAhaeiO5eLd/Xsj1d19l3SRYoT34/9J/5F5CsXk88zvvfvx4Vr3iVYTZZzAAECBAgQIECAAAECBAgQIEBAsKoH2iiwUrA60t0V+zuKUYhcG0e5Ppeu1moxOTEZlWo1Rgq5+JVnn4hi5OJ9/QcvKTzuHP3b2P/D34hcZTR5oILVZDIHECBAgAABAgQIECBAgAABAgQWCNgKQFNsuMBKwWq+oxiVjo7oqG6Nl1etBFiLWpTLlajVanE+V4t7z/9dvKt3f/zkJaxa7Rn6XOw59duRq06tdPkFv5/qvTUGb/it2Z+fPn06PvmJT7TUveHee+OWW29NPrcDCBAgQIAAAQIECBAgQIAAAQI7RUCwulNmehPd50rBajbU8e7u6ClvgRdXrdI1C1WrMy/i+n+mLsSF0lT8Wu/AKo9eWNZ37o9i95kPRER6+CxYXTO7AwkQIECAAAECBAgQIECAAAECswKCVc2w4QKrCVZHentioNAR+fTccMPvZ7UXnJicinK5HI/lyvHvLz4T/67/UKx1J9ldT38w+s/+4Wov3VJX7ro2Bo88ENWOffWfW7G6JkYHESBAgAABAgQIECBAgAABAjtcQLC6wxugHbe/qmC1uysO9fVH5zZ6idX4xESMjY3Hk/lq/Or5J+N3+g/FFfnCmqZg75PvjZ4Ln1nTseWuw3H+yANR6ZheMStYXROjgwgQIECAAAECBAgQIECAAIEdLiBY3eEN0I7b36nBaqlUiuGR0TiVq8T9lxisDpz436Jz9Btrmr5qx544f/1vRqn7iGB1TYIOIkCAAAECBAgQIECAAAECBAhECFZ1wYYLrCpY3YZbAVQq1ZiYnIxTUY13D52K9/cfit1rWpFbiyt+8D9Hcezba5q7amF3nD/yb6LUfaNgdU2CDiJAgAABAgQIECBAgAABAgQICFb1QBsEVhOsjvX2xp5sf9VttMdq9vKqqXI5PlcZj4+PPhu/1X9wTfqF8mDsP3F/dEyeWtPxtXxPPHvtP4/JXS8RrK5J0EEECBAgQIAAAQIECBAgQIAAAcGqHmiDwErBai6fj3J3d3RX2zC4y3jJcqUSI9VK/Pz5k/GW7j3xP3btWtPVihMnYv/JX418eWhNx9fynTF0+J/F+J6/J1hdk6CDCBAgQIAAAQIECBAgQIAAAQKCVT3QBoGVgtXJ7u7Y1VGMtb3WqQ03tIpLVmu1GC6X4n3DZ+OLE8Px3r6DcUOhuIojF5YUx78T+0/+y8hXRtZ0fC3XERev/uUY2/caweqaBB1EgAABAgQIECBAgAABAgQIEBCs6oE2CKwUrA7u3xM39a1tNWcbbmfFS45XK/HIhfPxm2efiJNTE/EzXbvin/XsW/G4pQp6hj4Xe079duSqU2s+x/ChX4qRA28QrK5Z0IEECBAgQIAAAQIECBAgQIDAThfw8qqd3gFtuP+VgtVfHnk6vlGebMPILu8lcxHxY8We+N97r4ieXPZPa/v0DX4sdp/5jxG1te+VMHLg52P40NsEq2ubAkcRIECAAAECBAgQIECAAAECBEKwqgk2XGCnBatduVxcne+In+vaFT/d2R/5SxTvf+b/jV3P/P4lnWV879+PC9e8S7B6SYoOJkCAAAECBAgQIECAAAECBHaygGB1J89+m+59sWC1TUNx2SUE3nDvvXHLrbfyIUCAAAECBAgQIECAAAECBAgQWEJAsKo1NlzgqdOn48Mf+lBMjI9v+LVdcGWBru7u+MU3vzkOX3PNysUqCBAgQIAAAQIECBAgQIAAAQI7VECwukMnvp23XalU4r998pPxlS9/OWq1WjuH4trzBHL5fLzkpS+NV77qVVEoFPgQIECAAAECBAgQIECAAAECBAgsISBY1RptE8hWrJZKpVVdf3h4OP7Thz4UQ0NDC+r37NkTb33LW2LXrl2rOtd2K1pPm86urujq6tpuRO6HAAECBAgQIECAAAECBAgQILDuAoLVdSfduSfMQtIffP/7MTU1te4Ik5OT8eWvfCUmJyYWnDt7dP0lL37xmgLBcrkcTzzxxKoD3nW/sZkTFovFuPbaa6OjoyP5EpfLZqWBdHZ2xg033hjZ2H0IECBAgAABAgQIECBAgAABAjtNQLC602b8Mt7v8MWL8YHf/d1FV5Vexste0qkr1WqcO38+su0J2vnJHru/Yv/+KOTz7RxG0rWzlcJv/0f/KHbt3p10nGICBAgQIECAAAECBAgQIECAwHYQEKxuh1ncJPewFYPVbI/X8xcuxORlWGWbMi3dXV2xb8+eyOVyKYe1tVaw2lZ+FydAgAABAgQIECBAgAABAgTaLCBYbfMEbKfLb8VgdTv5b/S9CFY3Wtz1CBAgQIAAAQIECBAgQIAAgc0kIFjdTLOxxcciWN3iE5g4fMFqIphyAgQIECBAgAABAgQIECBAYFsJCFa31XS292ZGhofjA8ePx4Vnn23vQFx9QwSuvOqqePNb3xo9PT0bcj0XIUCAAAECBAgQIECAAAECBAhsJgHB6maajS0+lmqlEh/9wz+Mbz322Ba/E8NfjcCL7rgjXvu610VsoX1hV3NfaggQIECAAAECBAgQIECAAAECqxEQrK5GSc2qBZ46fTr+8+//foyOjq76GIVbT2D//v3xpre8Jfbt27f1Bm/EBAgQIECAAAECBAgQIECAAIF1EBCsrgOiU7QKnD17Nv7kj/84spC1Vqvh2UYCuVwujtxwQ/z0a18b+/bv30Z35lYIECBAgAABAgQIECBAgAABAmkCgtU0L9UJAuVSKcbHxxOOULqZBbJQtae3NwqFwmYeprERIECAAAECBAgQIECAAAECBDZEQLC6IcwuQoAAAQIECBAgQIAAAQIECBAgQIDAdhIQrG6n2XQvBAgQIECAAAECBAgQIECAAAECBAhsiIBgdUOYXYQAAQIECBAgQIAAAQIECBAgQIAAge0kIFjdTrPpXggQIECAAAECBAgQIECAAAECBAgQ2BABweqGMO+8iwz+6Tvi1b/x10vc+Jvigw+/M56301i+/r64876PxI//+qfid143sH53/8zH4h0/dSLePmP6t++/M9724R1qvH6qzkSAAAECBAgQIECAAAECBAgQWFZAsKpBLotAPVj99N3xqfe/PlojxMH42D99dbwn3r3I7y7LUDbJSWfu+/PZcNY59GwOVrPw9oNHmmz/Nt5359sijj8c73xBRMwLYTcJjmEQIECAAAECBAgQIECAAAECBLacgGB1y03Z1hjw0sFqxHK/2xp3t4ZR1gPNz8bdx++Oz973njjSCDrXcKoFhzSFpYefGYyBg81R9rxgdT2u5xwECBAgQIAAAQIECBAgQIAAAQIhWNUEl0Vg1cFqIxQ8HvG2+z4Sbzr+cNz9UPYoe+uwWh+fb179GfGm4x+MuO8DceTjvxOvP5gFiR+IIzMBZtQfuz9VX7X5keZTvmxuxWx9rCffHh+Mt81cd3pF6eGm7QyycdVXfMZMMDxvm4Pm3y8G2uxxKntUPz4YD//Tuc0Qssf3P3D9B+PuT78t3lNf1ZrdV+Oarfc789u57RRaVqFO1554W3bsdKjauO+64Y/91dy2ATNbE8yNt2kl7YLfRUST2WVpGiclQIAAAQIECBAgQIAAAQIECGwhAcHqFpqsrTTUVW8FUA8F3xN//ebpoHF6b9aId9dD0pk7ngn5GkHj/D1Ep//5x2eOmQkTm0PAZwZj8OBAy5YE00Hm9F6njf1gG+dv/PNsmFu//onZMQ3OXxW64uP102HnZ18xs7dq/XzRss9s6z1ERMs1B2PwmYEYaHg0wt2Tb58OZ5cMVjO/JbYC+PiR+MBPvSemg+fpFa71MXzv3fGpfxnxG/N+1zjPR2bmaSv1orESIECAAAECBAgQIECAAAECBC6HgGD1cqg652xYuThF08rIxiPyM0Hq4oFsazhYDwCbV3y2nGPpR98XvFCrOcxt3g92QfA5swq2OeydCSznVsE2gt1F7njR8zXte9oINZe8p9aAefYKjfB4zcHqZ+Pu+QF2tj9rPVid97vFxqjPCRAgQIAAAQIECBAgQIAAAQI7WECwuoMn/3Le+qr3UV2PYLUecjZvBdAaWi5YgTovJFww1mWD1cbj9UuHw/Ndp1ejLqLdtPpz2bD4dLbC9SMRTfUtY16vYLUxxHlz0vjxgjFezgZybgIECBAgQIAAAQIECBAgQIDAJhcQrG7yCdqqw9vQYHWFFauLBYLNP0sKVmPmJVTNKz2XCCKn526JFbTzthdYLlj9iS++I17dvKK2sRVA42frFaxmY7Jidat+5YybAAECBAgQIECAAAECBAgQ2GABweoGg++Uy11SsJq4x2rrvqwLg8z5e7JO7186twI0PVht3pu08WKpJbYCWGQ/1ebA9cTMHqcrBqvNJo19aS95KwB7rO6U76P7JECAAAECBAgQIECAAAECBNZfQLC6/qbOOH9F5XIii6z2XOzR+dkXSdXP1Qgzp0/8429+U8SHT8zsF7rYCtHW+voj9cc+Ww9Xs/P+evxG64rQlfZYbQSz01ePd3/81yP+9avjPZ9v2h6geZzPmX4x1/zP7Mui3v/6OLXsvrEzL5ZqbCeQBaozL5iqv/Tr3hPxjp86EW9/+J3xvBmbE297ON75glaruuGP/dVcbct9ZLVN41/wu4hofiGYLidAgAABAgQIECBAgAABAgQI7HABweoOb4Btcfstj8JviztyEwQIECBAgAABAgQIECBAgAABAptcQLC6ySfI8BYRmLeitHnl5wAwAgQIECBAgAABAgQIECBAgAABAhsgIFjdAGSXWH+B1u0C5j+Cv/7Xc0YCBAgQIECAAAECBAgQIECAAAECzQKCVf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BN3POQAAIABJREFU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EKwmgiknQIAAAQIECBAgQIAAAQIECBAgQICAYFUPECBAgAABAgQIECBAgAABAgQIECBAIFFAsJoIppwAAQIECBAgQIAAAQIECBAgQIAAAQKCVT1AgAABAgQIECBAgAABAgQIECBAgACBRAHBaiKYcgIECBAgQIAAAQIECBAgQIAAAQIECAhW9QABAgQIECBAgAABAgQIECBAgAABAgQSBQSriWDKCRAgQIAAAQIECBAgQIAAAQIECBAgIFjVAwQIECBAgAABAgQIECBAgAABAgQIEEgUaHOwejpuPvCSyOXyicNWToAAAQIECBAgQIAAAQIECBAgQIAAgfYI1GrV+PbZL0ffxNXR398fuVwueSC58+fP11KPqtVqMTIyEqOFp+OaK26MXV37U0+hngABAgQIECBAgAABAgQIECBAgAABAm0RGJ48H0+e+370VQ61J1g9N3w6dh3ojOcceIFVq21pARclQIAAAQIECBAgQIAAAQIECBAgQCBFIFut+r2zX4/hs1Nxxa42rVh96qmnomN3KXYP9MaVe66P/s69AtaUWVRLgAABAgQIECBAgAABAgQIECBAgMCGCGSB6sjUhTgzdDIuDo5F+WIxrrrqqvasWM2C1WxLgJ49hdhzqDvyXZlB8s4CGwLnIgQIECBAgAABAgQIECBAgAABAgQI7GSBXFQnI4aenojxoUo9UG17sJrtuepDgAABAgQIECBAgAABAgQIECBAgACBrSCQvayqbcHq6OhonD59ur5iVbC6FdrFGAkQIECAAAECBAgQIECAAAECBAgQyAQawerVV18dfX199X9O/eTOnz+fvNw0C1KzYPXMmTMxPDwc1Wo19brqCRAgQIAAAQIECBAgQIAAAQIECBAg0BaBfD4fu3btiiuvvHLjg9WJiYl45plnYmhoKEqlUlsAXJQAAQIECBAgQIAAAQIECBAgQIAAAQKpAsViMfbs2RMHDx6M7u7ujVuxmg00C1MvXLgQ58+fj7GxMatWU2dPPQECBAgQIECAAAECBAgQIECAAAECGy6QrVbt7e2N/fv3x969eyMLWdfyWdNWANmFssf/Jycn6+HqxYsX639fqVTst7qWWXAMAQIECBAgQIAAAQIECBAgQIAAAQKXVSDbR7VQKERXV1fs3r27Hqpmf58FrWv5rDlYbQ5XsxdYZatWs1Ws9ltdyzQ4hgABAgQIECBAgAABAgQIECBAgACByymQBajZ6tRstWp/f/8lharZOC8pWG2Eq9lK1XK5XF+xmn2yl1v5ECBAgAABAgQIECBAgAABAgQIECBAYDMIZKtVs0+2YrWjo6P+17WuVG3czyUHq40TCVM3Q4sYAwECBAgQIECAAAECBAgQIECAAAECywk0QtZLVVq3YPVSB+J4AgQIECBAgAABAgQIECBAYBMKPP5gPPDg44sObODl98V9LxtYdtCDnz8ex/9yMFZTu/iJHo8HH3gwHh84Fvfdd1csf7WV/GbOFUfjnvvviaMrlSf8/vGPPRAPfnv9z5swhA0oHYwvHD8eDw0OxLH77ou71jgZ01bzh9tqt6BvGn24bB80xrf+89AYz9F77o97ZhsnrZ8W/y40ztHsMeM7OP3dW/t3Z+WWWM1cLDjLzFxk4zp29vj0XN58T9z/+vX8Rs2/amNu535en4uBL8Tx4w/FYFP53Bw1bJv6dd6/zy7VVrC6co+pIECAAAECBAgQIECAAAECBCItRGqACVa3U+tcerDa6IeWGHFgIAYHByOaQtO1BasbbZ32nVjsu9AINmcDvlUFyOt3n43rN8LI2aB1uaB0Nlj9B3HbYx+NM8eaw+b1G1vzmVrsnvv4TJh6fdw6cDIey1on+0OeKx6a+UOgo/GKlw/Gp/+yEbc2gtW5EPvoPfdEPPhgZH9k1BqWp41fsJrmpZoAAQIECBAgQIAAAQIECOxQgUVCpPmrWWeCsZhZpdoSnr18OoR5qGlp2XSgMX/F3vzVho0Vq3fGnfFwPLzW41tm7WhM5ypNK3GzsWc/a1r91hy+TB++MKCp//jme+KeeHDeKszWVYezl1/CqGXl3GDrKrwlxzGzonH23PUwLKZX+M5dMI7ddyzOHJ/72cCt18fgYydnA6XZcO2lR+PxLzWvTs7m4lgM1leptszmgnPO2iw6ppmVjDP3NXDz0Xj8249Pr3L8icE4fvxM3PbywXioaWXzssFqfZ4ejRgYjCyPbczB/a8fmFlROxO4xcwq54bnwK1x/eBjcXI5mwV9Oj2PR78zvfJ64VxkJzsa99x3ZTzUsnKy9bjW78LcSu9l/+Bh5vu197q9ceHvLsycYiCO3XNbPPpgY5XmMn22pNPcytL5wWrreAYX6aX74q6mlbRZ32cu198yECe/FTMrmecC+FuPDMZjJ5rufv53ZU0r0RvnbwSr87+XjX+HzP+DgOZ/ruNc8uprweoO/c+h2yZAgAABAgQIECBAgAABAmkC84PV1sdsB/5q+vHugTvujPjqwzFYf9x+LpSbDYdmw7QsGDoaL7358fhSdlx9W4EsyHkormx5zHzmOr29EWNjTWHc6o5vWRE4u6Lt6rg6TsfpmaB08bHfEzHzyHrLariBY/GKAw/Fp+tjvidue+zBeuh49eGI06dmHom+5dHplXOzQd508LPUdQayIPrssblHqWeD1emAaPFxNELCpmDtoSubxta0gm/eOO4amAmYDjQFsc0BV1NgPh2YDc5zH4h1vHJIAAAGKklEQVRGYNZqs/iYZrdwqN/XmTg2E2q3rBRserw8215i5WA1m//s3hsBWbby8L648qEsLGsE54MtoWhjjpYbcyNAnX60fTqozVZkHjs3Hawueo7mrSWaQvGlvgvzHz9fuIq3NSyd/e4MHItjBx6Kh7JH7weOxT23PhoPZqsyV+yz+U5zK0wX3wpgXr82rwbN+uTYmTg+s0VBI1htBM6DWW1jRWnTqte568z/zqfuJzG3JcDAbAi+2mA1YsH9rinYnfs3p2A17b8iqgkQIECAAAECBAgQIECAwA4VWCpYnVkd1gjGGsHqvJWZjXBoOlSKmZWF08fWg8XGY7sLgo7WYDX1+NYVeY17aASrrVM5G4TNjGFwsb1Am4LV5mBw0evMBl7zjGZD5LlVpC0h4+wKy+kVl0uN4777jsbjTatJW/a8bL61+eOImAkuB2ZX7s6FVNmBR+PYzArSRrDa6j4XrLasOq67LRzT7D6884LVuRWrj8ZtLx+Ih/5ybj/RVQWr83qsJVi9/7Z49IEHY3A2/J4L9FpmfRGbaFmJ3dqjjWC1dbV187kH4ljjXpb4Liy/r2fT92wmgG757jT+cKD5DyiW6rMlrr9032aN0VgtPXdPC+Z40WD1/rjtWw/Eg2fnAt+jrzgWg5+eWVl787E4dvaheujd+MOUxR7Bbwk+521HMBdAN4LU+StS5/87at7vG6up532/L2WfVcHqDv3PodsmQIAAAQIECBAgQIAAAQJpAmtZsTq32nLxFavNj/I2rzxc5AVBi65YXfn4lhWrs3szzgWrqwo05wU8c+dcuGK1NYRqXcE5u2J15lH8erA4u7q16eVcSwWrzeNorpndwqAp4GsZ8yLbOLRsN9C6orF5JW7LitXZbQaWWLG69/rYe+FkXGjZVqFpa4fGVgCzK0tnOvDme+K+Aw+1vORsNkSbv3VC87mXDVbneq9+leZH0JexaawOzuaxHhTOrKZurMxsWbE620+t7o1tIVpXrM5beVx/6dsiL1dqXq2cHKwusTJ6gdPCFauz34PZUHneytJGoLvkitX769thzL3ornl7hObtC5YPVpf6d9LiWyY0r15t3WN1+uV0SwSr81bTC1bT/kugmgABAgQIECBAgAABAgQIEEgWuEx7rLaEMYu9XXyFPVZXe3zL/S6yx2q2TrOxwm521ez/394d5DQMA1EA9QVYcQcuABL3X1aCPeIaXAA5iWvHdQXdzUiv6zSZvImy+HLGix3bV3NMh9Du3uq+6+UXqzr77NbjqClYfb4GcMNNLOa6rmfWVtP38vJ1Kd/jJ+s11msrclvQOM123a/WNwjqV68B3nlua7uHFh63Y+dViX3VYQ9c5xB1/zj8dhf4bZZpDcwmnzbT97xidTju3mzcLXCdbGaDm1Cyb3rUPWpd+wrZcUJtNXl7LeXj8zSg9hh7cXwCP88pPk66uR3P9t8rVvvn+afnrAXu/whW59fB+lk6jyiogWQfBVDD2inoHEY6nM7/VEr5eWzTqPXIgtVs2/G8t5utGQXw8IvfHwgQIECAAAECBAgQIECAAAECBKII3A3JtlWGfgTyCBgFkKdXKiVAgAABAgQIECBAgAABAgQIECBAIIiAYDVII5RBgAABAgQIECBAgAABAgQIECBAgEAeAcFqnl6plAABAgQIECBAgAABAgQIECBAgACBIAKC1SCNUAYBAgQIECBAgAABAgQIECBAgAABAnkEBKt5eqVSAgQIECBAgAABAgQIECBAgAABAgSCCAhWgzRCGQQIECBAgAABAgQIECBAgAABAgQI5BEQrObplUoJECBAgAABAgQIECBAgAABAgQIEAgiIFgN0ghlECBAgAABAgQIECBAgAABAgQIECCQR0CwmqdXKiVAgAABAgQIECBAgAABAgQIECBAIIiAYDVII5RBgAABAgQIECBAgAABAgQIECBAgEAeAcFqnl6plAABAgQIECBAgAABAgQIECBAgACBIAKC1SCNUAYBAgQIECBAgAABAgQIECBAgAABAnkEBKt5eqVSAgQIECBAgAABAgQIECBAgAABAgSCCAhWgzRCGQQIECBAgAABAgQIECBAgAABAgQI5BH4Bepa002KLb1g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10" name="CuadroTexto 1"/>
          <p:cNvSpPr txBox="1"/>
          <p:nvPr/>
        </p:nvSpPr>
        <p:spPr>
          <a:xfrm>
            <a:off x="0" y="3221116"/>
            <a:ext cx="9144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VOLANTE DE CUOTA INICIAL</a:t>
            </a:r>
          </a:p>
        </p:txBody>
      </p:sp>
    </p:spTree>
    <p:extLst>
      <p:ext uri="{BB962C8B-B14F-4D97-AF65-F5344CB8AC3E}">
        <p14:creationId xmlns:p14="http://schemas.microsoft.com/office/powerpoint/2010/main" val="183845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82" y="207072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que su solicitud haya sido Pre-Aprobada, podrá ingresar nuevamente al portal de aspirantes y descargar el volante de «Cuota inicial», para ello ingrese a «Volantes»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1657350" y="2962275"/>
            <a:ext cx="971550" cy="942975"/>
          </a:xfrm>
          <a:prstGeom prst="roundRect">
            <a:avLst>
              <a:gd name="adj" fmla="val 409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2219325" y="1491136"/>
            <a:ext cx="0" cy="1442564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91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82" y="2070721"/>
            <a:ext cx="8395362" cy="409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0" y="906361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s-CO" sz="1600" dirty="0"/>
              <a:t>Seleccione el «Volante de cuota inicial»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987288" y="2676525"/>
            <a:ext cx="971550" cy="942975"/>
          </a:xfrm>
          <a:prstGeom prst="roundRect">
            <a:avLst>
              <a:gd name="adj" fmla="val 409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9" name="8 Conector recto de flecha"/>
          <p:cNvCxnSpPr/>
          <p:nvPr/>
        </p:nvCxnSpPr>
        <p:spPr>
          <a:xfrm>
            <a:off x="4505325" y="1514475"/>
            <a:ext cx="0" cy="107921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597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8A9AF34-04C1-4452-A7AD-4CBD0610372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6492705-DC74-4B3D-B90B-7C2773A59F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2AE852-CAD8-4052-8FEC-2F0DB0BAE13C}"/>
</file>

<file path=docProps/app.xml><?xml version="1.0" encoding="utf-8"?>
<Properties xmlns="http://schemas.openxmlformats.org/officeDocument/2006/extended-properties" xmlns:vt="http://schemas.openxmlformats.org/officeDocument/2006/docPropsVTypes">
  <TotalTime>6116</TotalTime>
  <Words>307</Words>
  <Application>Microsoft Office PowerPoint</Application>
  <PresentationFormat>Presentación en pantalla (4:3)</PresentationFormat>
  <Paragraphs>24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Solicitud de credito</dc:title>
  <dc:creator>Ing. Andrea Pastori R.</dc:creator>
  <cp:lastModifiedBy>Andrea Pastori Rojas</cp:lastModifiedBy>
  <cp:revision>100</cp:revision>
  <dcterms:created xsi:type="dcterms:W3CDTF">2018-01-24T15:16:31Z</dcterms:created>
  <dcterms:modified xsi:type="dcterms:W3CDTF">2022-07-15T14:08:53Z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