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9" r:id="rId5"/>
    <p:sldId id="265" r:id="rId6"/>
    <p:sldId id="266" r:id="rId7"/>
    <p:sldId id="268" r:id="rId8"/>
    <p:sldId id="267" r:id="rId9"/>
    <p:sldId id="271" r:id="rId10"/>
    <p:sldId id="273" r:id="rId11"/>
    <p:sldId id="274" r:id="rId12"/>
    <p:sldId id="275" r:id="rId13"/>
    <p:sldId id="276" r:id="rId14"/>
    <p:sldId id="277" r:id="rId15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0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 Angelica Barrios Perez" userId="S::rosa.barrios@unisimon.edu.co::61e37d19-e541-46a5-b81f-95b5523b9267" providerId="AD" clId="Web-{059B0777-FA09-4C48-9835-FF673B929CFB}"/>
    <pc:docChg chg="mod">
      <pc:chgData name="Rosa Angelica Barrios Perez" userId="S::rosa.barrios@unisimon.edu.co::61e37d19-e541-46a5-b81f-95b5523b9267" providerId="AD" clId="Web-{059B0777-FA09-4C48-9835-FF673B929CFB}" dt="2024-01-22T19:18:56.631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22/01/2024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22/01/2024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LA REMISIÓN DE ESTUDIANTES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desde su navegador al sitio web de la Universidad: </a:t>
            </a:r>
            <a:r>
              <a:rPr lang="es-CO" sz="1600" dirty="0">
                <a:hlinkClick r:id="rId3"/>
              </a:rPr>
              <a:t>http://www.unisimon.edu.co/</a:t>
            </a:r>
            <a:r>
              <a:rPr lang="es-CO" sz="1600" dirty="0"/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Profesores y Administrativos»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7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sistema deberá seleccionar el módulo «Calificaciones»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2484783" y="1603320"/>
            <a:ext cx="496705" cy="277955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11305" y="391962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72628"/>
            <a:ext cx="8377953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en el menú principal la opción «Inasistencias»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1635760" y="1514951"/>
            <a:ext cx="508000" cy="1682395"/>
            <a:chOff x="5729176" y="178184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184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22656" y="3056688"/>
            <a:ext cx="1152144" cy="28131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72628"/>
            <a:ext cx="8377953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Posteriormente seleccionar el programa en el cual desea realizar la remisión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1739347" y="1514951"/>
            <a:ext cx="404411" cy="2671115"/>
            <a:chOff x="5729176" y="178184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184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143759" y="2875793"/>
            <a:ext cx="6344257" cy="2620546"/>
          </a:xfrm>
          <a:prstGeom prst="roundRect">
            <a:avLst>
              <a:gd name="adj" fmla="val 729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493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72627"/>
            <a:ext cx="8377952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Seleccionar el listado correspondiente a la asignatura y grupo perteneciente al estudiante a remitir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5237922" y="1514951"/>
            <a:ext cx="1242390" cy="1887561"/>
            <a:chOff x="5729176" y="178184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184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549888" y="3276634"/>
            <a:ext cx="287034" cy="251757"/>
          </a:xfrm>
          <a:prstGeom prst="roundRect">
            <a:avLst>
              <a:gd name="adj" fmla="val 729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5" descr="data:image/png;base64,iVBORw0KGgoAAAANSUhEUgAABVYAAAKjCAYAAAD2wVQ2AAAgAElEQVR4Xuy9CZhUxdm3/4AoiIAoguDCEhVUIu4YQcAQlWBUBESNAY2Ivr6uSf68aqKYRDSKL59rzGcUIS7xb1QkuARRQxQVjWBUDCoEw+LCJoiKiEbhu37V/ZypU11n6+mZ6e75nevyYuiuU/XUXafH4Z6nnmqyZcuWLcKLBEiABEiABEiABEiABEiABEiABEiABEiABEiABEggNYEmFKupWbEhCZAACZAACZAACZAACZAACZAACZAACZAACZAACRgCFKt8EEiABEiABEiABEiABEiABEiABEiABEiABEiABEggIwGK1YzA2JwESIAESIAESIAESIAESIAESIAESIAESIAESIAEKFb5DJAACZAACZAACZAACZAACZAACZAACZAACZAACZBARgIUqxmBsTkJkAAJkAAJkAAJkAAJkAAJkAAJkED1EXjkkUdk2LBh1TcxzogESKDOCFCs1hladkwCJEACJEACJEACJEACJEACJEACJFApBChWK2WlGCcJlA8BitXyWQtGQgIkQAIkQAKNlsBLL70ku+++u+y2226NlgEnTgIkQAIkQAIk0LAEKFYblj9HJ4FKJECxWomrxphJgARIoA4I3HnnnXL22WfXQc/skgTiCTz00ENy++23y7Rp06RNmzbERQIkQAIkQAIkQAINQoBitUGwc1ASqGgCFKsVvXwMngRIgARKR4BitXQs2VM2AjNnzpTDDz+cUjUbNrYmARIgARIgARIoMYGGFqv/+c9/5KuvvpKvv/7a/PfNN9/I5s2bZcuWLWamTZo0kaZNm8pWW21l/tt6661lm222MX/yIgESaBgCFKsNw52jkgAJkEDZEcgqVrF1+4orrpDXX3/dzGXIkCFy0003BXJs+PDhMnXqVPPep59+KjfccIPce++9sn79eunWrZtceumlMmLECEG24gMPPODlceqpp0rPnj1l3Lhx3vfR/1tvvWXeHzx4sIwZMybU7mc/+5ksW7YsiEPfRCzod9CgQd5+tU/7zb59+5r+NaMyKu799ttPfvWrXxX0i9dOPvlk2Xfffc2cwQ9x2JfdBl+/+eabBf0oU7yB+++//35ZsmSJYXraaacJ5qyXrw/EhzY6D6xTly5dCmKZNGmSzJgxQ8aPH29iTsNOuT377LPStm1bGTVqVIiFPT/0h/YTJ06U6dOnB8/Q2LFjg/G0vylTpoSkK/jhwvPDiwRIgARIgARIgARKRaAhxCpE6qZNm8x/EKnFXJCsLVq0MP9BtPIiARKoPwIUq/XHmiORAAmQQFkTyCJWIUoHDhwot956q8k0VHEKEajir127drJ27VozZwjA999/30g2CD1IxQsvvNDcj7qa7733nmnnCjN9DwL36quvLuCHsdHXyJEjZYcddpB58+YFbTDegAEDjMjVOPAmYh06dKhp99e//tW7JiqN7THBB5JWt6vrnFy5t/3224dEpA4AgQlpiJhx7zXXXCMTJkwIyWC7Db6GLIYAti/cjwssn3/+ebn77rtNXVLM94wzzpB+/foFMtPXB+bxySefhNYJEvS5554L1Tc95JBD5OOPP5b77rvPxJzEDhL09NNPN/OCsNZ4fvCDHwSy156frs/Pf/7zgAFk7rXXXhvEgnU47rjjjLSfPHlygEGFtC2Ry/rDxeBIgARIgARIgAQqgkB9itUvvvhCNm7caDJU3QuZqUmXZrG67SBWW7ZsKdtuu21SF3yfBEigBAQoVksAkV2QAAmQQDUQyCJWIbyQaWhnT4IBhJfKLlus2kJNWaEPXCrt9H78aQuzqLHsfhALpOc999wTSE1IOsg+iEdbrOJ1yE/0iwxUOxvT7dOd3+jRo43shEzNKvdcsQqxOHv2bPnzn/8cCE1XrKqIdZ8v3HviiSfKrFmzQpmckMYHHnhgICZ93NGXvTb4GkIWHDTjVyUpMlntGOLY2Ww0XsR55ZVXBlLUjgdrbI+p96iwxp+69pDjl1xySZBhnJV9NXw+OQcSIAESIAESIIG6J1AfYvXLL7+UDRs2xApVSFNkr2pJAC0HoGUAmjVrFmz/h4T1SVaUB2jdurU0b968ZODWPnqxXCVXys0ntAv69L1WsgHzHRU/xlqZftFVIlfcLEM6RET1+k1yyOyBMu+iXqUO29Nfinhkvtx0yCwZOO8nUh8R1cOkq34IitWqX2JOkARIgATSEcgiVlXgIZMQ2Ym++phuxiq2rJ977rnSp08fr8ysrVjFFndkbqochOg75ZRTzPZ4W6wiExNCEtIOtT3d7fiII0rmov2f/vQnIwqzyj1XrGIcZO/OmTPHKx6jpCjuU2nsi90Wlr4+cC8OitLsXqwT1kbnpf1DiiID2Rarcez22GMPee2112LrpNrxoL2bJYuxNZP13XffDdYB5QiQDasiOSv7dJ8AtiIBEiABEiABEmjsBOparOJn6M8//zyEWbNTIUfxHyQqaq2uW7fO/If2yGrFe7rlHzu1OnbsaLb+4zW9fIIV2atIKijF1VBitfjY04jM4nuvmzspVuuGa931SrFad2zZc4kITHz6d7Jg5aLUvf3imAtkr533jGz/r1WL5TdP/TZ1fz07dpexR5+Xuj0bkkClEsgiVjFHrY8JOYaMQkhWuz6mLVbRHjLsiSeeMDVZffVAtQ3+dDNWsR3cvY488kiTMasSFPIN5QWwvV/FL+ScHQfaotyAijkVhe5J9FFi1X5dt/O7cV1++eWh+PV9n1jFPPH6OeecYwS1m7GKWqX29fjjjwelBFxO2s6WjujP7QPc7LqpyscWo9/73vdMmQbUrlWxmsTOXW/f58CeX1x7fc/ljXVFCQSK1Ur9LsO4SYAESIAESKC8CdSVWIUoRSkm/KmXClX9E/IUInXlypWyevVq01Zlq0sN90Cqdu/eXTp16hRkr6pYdQUrMlxR+qm2h1wli1VIwdFynwl4pExG1uXq6XLx1SJX3jJEcnmutji024vI6ZNl3kUiN120RLrtOV7GLx4nM28ZIhJkyn5g9S8ifXLvo9/5txwid3WdGcqmFcmL1XMHyqzbI2IIMlZ3lekXDZLxcxBjXxn3F81y9cWIXFL/6/NvuViWdO0m469aIuPuGSiznhEZuHi8jN8Tc8MY+QzaD2+SQ8bkSJkRr0TsUhODmVs3uTfgqXyYx1pu30UoVsttRRhPAYEz7/2JQG6mkattt20to3qfJAd13j+S5D+WvyH3vvKwrP/is0TaOu6UUTcltmUDEqh0AlnFqj1fSNYHH3zQHE6lWYtR4gxyDJmfyJq062+iP58wS1sKAJIVohRb63GPHg5lxwGRie332OKOC5L3uuuuKzgEKS5j9Y477jBCN6vcixKr9rb+M888MxCZcRmrcWNrHVuVtipGdXu/XS4BDJQP2iPzGP+hzAAyWt2t+3HsSiVW8XxAvCPL2F0HCF/UvdUyEqyxWunfdRg/CZAACZAACZQXgboQqziUCkkIKjtdoQoCkK5ICMDPPxCqKAMQVUNViaEfbPNHgsCOO+5oBCu2/uPyCVa0h1yFkC32ShKrttzE16Nlssw7dUm0WF29VtZ2aJcXrppdepYsOXa0yKR58pMDcpHquGctHWTJU7QfJLOOcmWqPbv0YnVm17tk0NKzTEkAjDfomYE5aeuN8WYZIr7Yb5ZuD+TnjdICkMrHzpKBgaSNmGOonSWeo8aOKmtQ7MLyvloRoFitFT7eXB8EIFZx/XFZzaE0UeP+qMshcuGAMxPF6q3PTUndH8aiWK2PleYYDU0gi1iF2NPsQTvuqIxESDecXG9nhvrkZW3FKqQiygFgez3KACALVIWfZrHiMCa9IDUheN1DrKLEqr3NvlRiFbGgr3/+85/mh2oVoXFiVSWpfViXzglyWeWp2weE9vXXXx8cwIV7lI+WOUCpBj1oTO/HAVqo3RrHTksvgLl9QYbqAVt2PL6arLgPGcUzZsww5RHcddBDz5DBjGeJYrWhv2twfBIgARIgARKoLgKlFqs4oApSVS9bqurXn332mSxcuFDWrFnjrbuaRBilAJCJCrG69957J2avQq4We7BVkljNicTx8qKVSWpei8xYzc9O7zOZohCr4Rqjtlid1b9QuNo1X8O80otVkylrskPzmbYu+FCMVs1W53WI1SDGgrmHxWrNv0owmGbJekoBRI2d9HDw/XohQLFaL5g5SG0IQKx23qGTzF/5L3li5Tvervq03VW6bd/JvJdGrP7s0d/InPUfyB4t2si7mz4t6BP94X3tN61YRZmBz74M18zR7Fn7vdbNt4ssV2C369RmZ+nUtmMQ34ZNG2TR6neDv3fvsIe0atGqIP4V61fKik9XhV4vpm3a8Xzz1sHj5uqLc9HKxWbOu2y/c2xJB3ty6Oe5RS/Kp5s2mJd7dNxTBnTvG/nYufNCwyg+vrafbdogC1culkO65n6FGpchHRUEmP1t4YtyTv8zUn88kG3tXvOWvi67gFfbjpFzSDtAFrGqdTAfe+yxoF4qZN/xxx/vzVhVAWbXBMVrkGOQoXrVVqwiBpQDWLp0qfmtPy4Vh6gtqsLQZqLb3u1DrHxiVU+s14zcUopVxIM4EDfkJbJG48Qq2uN9ZN66THGIlx665esDQvPb3/6295AxlAPo2rWrKQMAHnr/ggULEtmptFWJihgR24svvuiNB4xHjhwpvmdIGfjWAc8LMqPPP/98itW0H262IwESIAESIAESSEWglGIVmaoff/xxMK5PquJNSFUkIOBQq9pcqKPaq1cvk72Kyy4j4Ga/okZrMZmriWJVJ6AiEFv7YzJWBVmt9+iW/iPkBbNNvqHEqm6xz2/xz8vhD7wx5jNTC2LPvZ5OrN4l3YJMVnvla8Sqn0/MQVy1eYB4b9EEKFaLRscb64uASrvxT90q76z/0CtCIUj/95iLU8klFWXT5z8pyz9e4c1c/UHHvaVt81by48NGZBJ8j8+fKRNnTw6k7U97nxKIM7x31ysPmTkg1uN6hbO6lCfa/c9TN5t5Quw+PuauQJ5CIF7/zG1y2zt/k98cdpr86NBhIfGqfWi5A7TDldQWbFVa//yA4+XcI84w/WK821+4W659/TE5f+/vyiVHne8dT+eGPrAW39m5uxl3yScrjPCOEtOI084eRsbx+i83BLH8tv/ZieIRYw97dLxgzQZ37ycvLXvNrOk9x/xUTu093PuY2hzRIG5uNgO01WcDX7+8apFZJ8z59hMuj5W5biA/fXicWceXT78ttZi9Y/bdcuMrfwqeDf1lAjjjFwG61sXWBM4iVjEWMgsvu+wyI+Lwm293W729NRzZotjmjjYHHHCAQP5BCk6ZMiWUxRolVn01VhEDao7imjhxYiDvkLHZv3//QDhqHHYmp70evoOgIPTcMd0aslE1VtG3fViWjhVVCkDfhxTu16+fmVMasapMlaWPqU+sauauHhzlK5WgmbB6P2S1W0IAcbvslAnquCIe/ICvkhbt3Xj0GcIzgct9hnxiFfEPHDjQHErGjNX6+j8xxyEBEiABEiCBxkGgVGIV2/nx86Bv+z8Eq0pWtMPPZDigKmnrf9IKQJTutddegl+U43LFqt0/xsfPgFlrroa2yJtR7O34ufqgS0bnM0pRu3RyN5l5hchVxy6Rs/Kn3Js+rupm6q8acYhyAaFt8/FitaaOasZSAKf7Y+iVr7E6WUbXlBkwYjjX3h9j9Jb/9GLVKncQymx1xGoBH4rVpM9Cfb9PsVrfxDle0QQglS6YfWfk/V9d8UKmvl2pZ9+cpqRA1GAaJ/pwhSLeg/hLyoBFlq6WPoD0u/Gk8cFwEH1dfnuSJM0X8/vOPeeb+5Laap9o6wpJFb1zL3jQmx2rgfnmjRggsH993KWRa+OLU6Wjj6HdEST5jhO/bwT0sxf8KXgL96eptat80sjNba4+wvRvt8X44x6fYAQp5OqsMZO94tmdvM3bXd+kh1ifDVc6P/DKVDn9qRvN7Y+cMC5S3Mf1n1Wsal9a7xLbxd1DoNzxkDH63nvvGeFmZ4gmzZvvRxNQprvvvrspg9DQF8QnMlyzrLE+QxDKvEiABEiABEiABEigoQiUSqx+9NFHwUFVbqaqitXNmzcb+Tp37txaZ6uCFyTprrvuaso34fKJVVuu4kCr9u3bZ0Sdk5m5A57ylzlwKp/tGWxZx3s1B0DlZOqLuRtOHykj7xEZaESrdQBUn3EyzhxYdaYMn/Mf+UFexOKWmkzZIg+vuuJmOeLliBiCw6u0FEAuzJFBjVdfjM7BUkHs4+SmPcfLPC1XEFkK4GYZEjq8yj4sK89YosfQA7syLh6b1xEBitU6AstuS0+gsYlVzYYESVeiQfIlydIsYhVjqMx0JaUeHpaUBRknlOOeBl+c2leSdNR7kUU6bcykYBi87pZR8MXgk6VRsUa1VbnrW6eovuzMU7RZdsHDqYQs2kaJVfs9l0faT2OxYjVt/2xHAiRAAiRAAiRAAiRAAuVMoBRiFb9kRgYqriipite//vpr+eCDD+TNN98sqraqy1HrrB566KHmLYhblatRZQFatmxpfhnOiwRIoHgCFKvFs+Od9UygsYnVw7scKG+vXmyyIXHZWYh1IVZRo/ToB3OZpZqVqZmVacSfT6wWEydE5XGTzjJb25MySVEmouedPzYxI7sVzFD3NKpeqvvIlkKsok+VnUkZtjr+kb89RX59zEVy7qPXmG39KNWQJK713jixan9GksS77+NLsVrP39Q4HAmQAAmQAAmQAAmQQFkRqK1YRZ3UdevWmTnFSdWmTZuajFbU13/77bdLJlZ32WUXUbEKmZpGrqIma/PmzctqHRgMCVQSAYrVSlqtRh5rYxSrp/UeLqPu+4mpOYqt5o+OusUc6FSMsEzz+ED4QWiiziq274M55K5diiCqn6j1SRJ8dsYqBONdb+RqZqbdVj900hjvoWZptsM3hFiFwIZQfXvsX2Ti07+TX/z9frO2SaUWKFbTPMFsQwIkQAIkQAIkQAIkQALFE6itWMXW/q+++ioQq7rt3/4TUhV/V7GKOvt6T/GRi2yzzTbmDAOtXa9Zqj65apcEQKbrTjvtVJuheS8JNGoCFKuNevnLb/Ko5/nXRS/I0vUrzCFPtlwrVqwiA/J/n7nNnBhvC8Jyr7GK7EucGI+szBPuvSg4JAlMSl1jVZ8Eu07nurFPmsxRZFYO6N438WFxM1Z1i3wWsbrg7D8EGahxh0+5wUBWLly5ODi4Cu9DVkJexl2lFqtpMk9RcgEXasB+uH6lOXgLVxoRjHZpMlbdcg6Ji5dv0NgyVvFD7CeffGIOiuJFAiRAAiRAAiRAAg1GADUex9xn1XRssEiyD1zJsXtmWxux+sUXX8j69etNr7ZIxd9VpuJ1/RqlAHD2wBtvvFESsaqHV+EcA7sEgC1W8TUuuzQA/o6DaLfddtvs6887SIAEhGKVD0HZEMC28z/OfUQ++GSF9zCgYsSqLSUxUdQqxVbxgzrvL5UiVhG3ndWJ+pnIYM0iLJPa6kNg1wvFtnacNm8fChX3sEQdXgXWcZdbY1X7SXMYFOJ9dtGLoYOa7PIASfMuhVi1mSWVLtDSCmCrFxgjSzitDE1TY1UzjrN+uBuTWMWBT/vvv79MmDBBxowZkxUV25MACZAACZAACVQFgfyhNPbhOw0xr6LkZCXH3hCQ041ZG7GalK0KoWoLVkjOVatWySuvvCKbNm1KF2BMK9RLxWGye+yxR0FtVYxlC1ZXriLbtV27drWOgR2QQGMkQLHaGFe9jOYM0fTY/Jly//y/BHJpQNeD5NDOB8iR3fuGTqHPKlbR93kPXyEfb/rM9K2X1sGsa7Hq294NKaaZqHHL4GuHbF7NbsS9SdIw6+FVGs8vH58g177+mPmre2hWXMxRh1dhLr845gJTwsB3uXHaNVaTapbqGk4ZdVPQtcrLJFFpC9gkIYrOoySs8ko6aAt9gNGMRc+HDtqy1zVNHFFiVfvJUlbAXY/GJFZvuOEGgVzFn7xIgARIgARIgAQaK4EykZNF4a/k2IuacL3cVKxYxVZ+iFVcvu3/dqaqylW03bBhg/z1r38VZLvW9tpuu+1M4kDXrl2NWHUzVZNKAkCsQrDyIgESyEaAYjUbL7YuEQHIr9tfuNsIPAip73U/Qg7uvH/syejFiNXWLVoFByFhHBwEBfH0/a4Hm63Ytz43Rf64bF7BrCD0LhxwpslszXqp2MN9kHun9TrWdAGh5pY38PWtQrhXx73kf446PySXbekZJ1YhJ+9/ZapcMPtOM8TTJ09ItZ0fbW3hmObQKp2D1gtFRu24Yy6UzzZtMNvzb3zlT5Fb8t04VSzaB2nFyV2VsmhzfK9BJpTrn7nNrHPcnDEuROTpT91o7kHZgeN6DQqxttfGXlO07d5xT7ONf+obM8zzg2dr/HGXRt6vXM9+6HLBLw5Qv1Yvu288d7eOuDq2H60pi6zUIb2+bzjPWvSC+SzhebtzxDWREjvpWa6NWH3ppZfMiaLYehR3Yfv9k08+aZrsvvvuMmjQIGnTpk3kLXH9Qoxi+5R74Tf1vj7RV9yl92m/cfPRvvQenP66YMECkyXgjo33Zs6cGcT6/e9/P5aTywilCnbbbbek5Yt8X2MDb18/WhLB7cBXIqEYNugXvOzx48owuCzj2IIruOMCe8Ss/KOeD3ueGlMUg6RnWsdw1z3pWUMMiNWdm8vJXZMoFqV+Zop+2HgjCZAACVQcgUqWk5Uce/k+KMWKVfw/+vPPPzcT89VTdUsB4O+4UGf1iSeekI0bN9YaCrby42fxvffeOyRWVai6f2JAuyQAMl7xsw8vEiCBbAQoVrPxYusSENDt+ZCblxx1fqxMtYfLKlZxr0pCCKtBPfoZkQaxipPYIfHqQqxiXAi/e195WJ5c+qoZCxfk23n9zkiUXhCUC1YuMvcM339waJs7XsP7jy98LnaLPqQhpJ99xWWNussKgdu6eevUJ9WD82+e+m3k02FnlNqN4uJEDMs/XmGaR8Wugv7Bd54LOEPs/qT/mbEi2RdvHB97Tez4e3bsLgN79E0l4JFpqpe9rvbreB99jj36PC9LHy807LxDJ5PlDTlcm6tYsQq5ddppp5mhlyxZ4pWa+GHzzDPPlGeffdYU1Ecdp9dff93cc91118mIESMKQk/qF9mm11xzjXfKRx55pEyZMiUUS9L2pscff9zILrtf33zsuPQeCLHjjjtO9O8a1EMPPSSXXXaZ+SvmjbpbmLcvPh+jZcuWGaYXXnih/OpXvypqeXHfrbfeasZHRoR7DR8+3KyL73LHLYYN+gX7yy+/XH72s5+ZYXTM+++/38h1+3JZ+thCJJ5++umGDVji0ufpscceM/+oiHs+dDyNKY4BntX77rvPW4v3e9/7nhnX5ZT0rGF8ZLW4c0N/uHzrhNd1LfW5rKtnpqgHjTeRAAmQQEUSKJST8285REYvHiczb+km9x4yWu4L5jVSJs/7ifQKzTN/v/1aH9w7RGo2VXvauKUHCkoBJNyTb18zbF8Z95ebZUiH/Cvu+854ax+9WAZd1U0mzxslSy4aJOPnaE9OP+Z/sLn6rzWXw8FbxmCtTA/1i7tdfim4NMAzVaxYXb16tXzzzTeBVEXo9tZ/Fan6Gv6E1MTPA88991xJSgE0a9ZMOnToIP369ZOtttrK0NMSAK5UtWuw6kFWuAf38yIBEshGgGI1Gy+2LgEBPXkeh/WYf0AuekFeW7nIbNe3sxN1S7jW+IREW/HpqsgIfNmlkHOQbrefcLk5if1/j7lY7nrlIWnbvJX85vjL5NXlb5jMQ1xvr14sbVq0kl3bdJRd2nZMzKAtAQp2QQJlRaBYsQpZBmGIHwp9khTyZ+jQoWaud999d5A1idchivDa888/X5DFmdSvijPddqUwIT4hzPAb92nTpgVy1ZV7UfC1Xwg133wQ1/Tp082c48QqpOq5555bUMcVMm3kyJEyYMAAmTx5chAGpNrSpUsLJN6kSZPk0ksvLVquHnLIIdK/f3/DGYcjuFmrkIq4pk6dGsSCtXnwwQfl2muvlSFDhgQlE4phg06jxCoYv/baayEBnkasImZI51mzZgX3qmSE6Hz33XcLltc3T20U9R4yUs844wyzLm6fWqcX78+ePVvmzSvc/YD+o6S77z19ZnzrhPa6llrCoq6embL6xsRgSIAESKBOCUSJ1b7Sd043OSsQqSoKbTnoyxh12q2eLhcfO17kyply8wmqWj332XJyl5T3iD9jNSdNxRKthe20Td8+IgOvqBGyRirfUyNXc+1etA7V8nAoEKv5NhIWzKG+Je0c63TxvZ0XI1aRdfrRRx8ZqYpLM1Y1S9XOVoW81L/jvnfeeUfefvvtkhxehbGRtfrd737XJDEgDp9Y9ZUEUBg77bSTbL311vUPniOSQAUToFit4MWr1ND3mXhskF2IOSDD8JReg+XTTRvMqe6a3YgT6nFh2/X0+U8GwhNZecg4xPW75++WG08abzJEO7XZOZT9am8TRw1XbMHG1unv3HO+yVa1RaxusU+q6VmpzOPiRiYwuL+8apE8OuqWxIzaamSQNCfNWAWjuRc8GLtVP6mvcn6/GLEKmdWtWze5/fbbjUCCEHKz7VQM+mQR7j/wwANl1KhRoYzMNP1GiVUwRkYjfltvZ0lmFasQZpCntvxE3zgQALIRojJOrGo7Xx1XjV0zD1Wo+QQzxtT2UcIt6rnS7Frcd+KJJ5qsWjfzNU446tq52bxZ2CA2n1iFGP34448LBHMasRq1lrh34sSJMn78+AJRX4xYRezK0M1GBke89uc//9nUM/Nl3+L+LGI16vPgi6Ounply/h7F2EiABEig9AQixOo9YsnE/KiuQDR/XxLOFEVTq92o5ZoZGs50LZCfxdzjFau5+SwJiVwRdzwVpn2ddhISwR+Yvu5zs2tdWexyyb/fbdI8+ckB1opZ910pV+UzZhO4lH7BE3ssRqxiG/8nn/B9goMAACAASURBVHziFau2XHUzWCFWIVVLKVZbtGghvXv3ll133dVkrSaJVbyPS7NWUVIJtVp5kQAJpCdAsZqeFVuWiACE57ylrxdkheo2Z2zJvuSx68zJ91oX1R4a8hN1LbGlf++2u5h2ur1f644i2/XQ355s3u/atpOs/+IzI2yRLdtt+05ma3mr5q2MiFWpCsE7uHs/E1faLdVaqxNS+LTewytOuOmBR7WtzVmiR6Msu9ESFHg+fnfS1alLV5TlZBKCKkasQrwhqxHZfCozXTmIrDr81tzOiEzik6bfOLGK/kePHm2yGlX0ZhWrEGUocWCXA9A56ntRYjVKxkXNO0764R4VzbYoTmKoDPAn5LDN1L43aWwIYhXfyjwLG4zlE6t4ffDgwSYb15aSacQqMjdxQWqmrT9brFiNEpjg8vOf/1zGjBljnjXl7K5LFrGKe5ER7cuAdV9PWrdin5k0zxXbkAAJkED1EIgSq55t/1HC0IVRIElflAKBWYp7fGLVuy1fJCxM2xWI1ppwLDHb+V5TAmCkK0hjYg+JVLddgVhNwaUBHrRixCqkKuSqZqoibFei4j2ITj3ECu9DrC5evFjmz58vX375ZUlmC7GK0ladOnUqEKtRtVZZZ7Uk6NlJIyZAsdqIF7+cpo4MVMjUjzd9ZkoC4PrNYafJXW88Lt/ZuXsgUvVrHNyDw3rQBvVGd2jRWvp2OSioTaknpy84+w/yt4UvGumphxW5YhYHSv2y/1lycJf95dVlb5ixT+2d2xqL8gOPzZ9pvj6n/xnmT4hhLR/wP0/dbA7CQi1V9KH3lRPbqFi01u3Jew8oOCSrEuKvjxj1EK24A7TqI476GqMYsQppimw9zcqE8HKzItMKTXueafpNEqvu+4gD9Tj79u1bgBSHGGmdV/s+yLPf/e53QR1QZCkuX75czj777FBNVVeeJcXmBpCGUZJIc/u0s34xN9267mZWJvVrv18MG8QVJVYh29E/tu+jlAQkaRqxCsF9/PHHm4xi1I5FdjL+EeHWa7WZJIlV9HX11VeHMOJgLPziAKfr2pnYdiYwYlb56qvJm1Ws2vJe56NrOWHCBCNyfUx93yeS1ra+vrdwHBIgARIoXwJxNVbtOqk1ctLNxMxtcS+cYU5IeuqISnQd00z3eMSqZqJG8VbBW1Nj1V8zFhmvuaxSu6RARK8RMjcqllwM+WzYUJceLg3w4BQjVlGW6quvvoo9tAoi1RWrX3/9tXzwwQfy8ssvl6TGKnChFIAmNUDiQpraWatJB1lts8025ue22l5m/Z8Z6NQbrm2vvJ8EypMAxWp5rkujiQoZn//7zG1GkiLrFLVQj37wUpOpirqryC7F1Xbb1uakd4hUHOx0eJcDzWnzO7dobbb4o46qbtHW0+nRVg8Bggz90YM/N33hMCkVsxgT299xnXDvRUbiLvlkhTw+5i65/5WpZgwVpxgLl4pfXSRkMvbquFfFyUmI1Q8/WRV7yFOjeRAjJgpGn335earDqaqBVVaxqgLI3iIN8XbbbbeF6lGmkYY2v7T9JslLn1hF2YIuXboULNd+++0XbJG379PDlmxxjAxLyDT7sKpyFKuaoWrXMIVoQ+1Zu7xBknyLEqtp2QB2nFiF8EW9WQhSiNY0YhV9ah3YGTNmBIdvRdXFRfskseo7wAv9oewDhDq2xumFDFVkp2gWtm7h1wxW+wHLKlZxr1tL1Vd7Nc3nKmltq+H7FudAAiRAArUjUAuxGjrUyZKCUZmtcYdARWWaxh4cFV07NXSQlQdQnYrV/PxfzI9bk/HqL1OQeDhW7RY4893FiFUcXAVhaddYdTNW7UOrtDwApCd+nnj66adNxmttL4yPn1ewIwiCFJeKVRys5ZOq+pq2TXuAVcEvFEIlI7DWs2RgwWFv1gzxbM8eKPMu2lWmX3SViFXrt7YccveHf6nhPod6HFthRjbuu0u65Q+D8/7i5PTJMllGF/5C5fTJMrPrXaYucejSA+3sz7N9yF3oc+47JK80RNhL3RGgWK07tuw5gQBqqP569l2CjEmIVWQFHtL1AFMDVbNKIS2xlR+HSqHNPcf81NyDC9v8kaX6wScrjITFIVeaYYit7ZCjrVq0EhWtuAf94sIp6prxem6/02XUfT8x46Cfsf1HmwOuUGIA4/1p/gxTIgCSFeJ1UI9+cvpTN4YO2nKniu3jMxY9b/rQS0sNaOZr1AnvemK87yT6W0dcHVtu4KcPjzNlD/TynTAPyYyatc8t/UdIEiM+8PzRocMKtru7J9f/+LARXiHrttO5uHwgLH/z1G9jnxDE7osFN2kJhpkLnzfZzHpBlEOEj+p9UoEM9fHEfSgLsdfOexbE4s5FG6CkRNLaoa1vjr6xsGb4pcGyCx6OLDMQNZ4dNJ7pc484o1alCrKKVYg11BnVU9kRj556j5qrmgFqbyVP840xbb9JYhUy7N577w0kbxoRhfjsfpGZeN5554VKHSArEZmMcWJVa5P6Mhh9DNIwQvYBpLBb8zWKKeQcaphCWOqF0giIya7VmiTf7HGLYYOx48Qq3tcMUGRk9uzZM5Zt1HzRx/XXX2+yX321apPEKvpVUaqHVkGsTpkyJSRVNfPXlfQYd4cddig4xKoYseo+P761r4tnJs3nk21IgARIoLoIFCtW/Qc0GTZpSgbkRUpQIiBKrNqw3XuylAJwFi2NWL05qhRAQo3VnIjyyaEIsRo7x/p/2ooRqytX5g5D1lIA9uFVKlE1W9XOWtXDpbArZs2aNaY0gNY8zTpzjIMyAPhZ8bDDDjO3+7JVNXtV39MyAPonYurYsWPM8L5nP8Xauj0GYrVX1qmmaJ+LccnofJ1f88wukbPmjZIl3tdrMrfdA9zcwebfcrEsObXmwDd9P+p1fNbu7XxzPns9LGzv6lqTvS35khvM9E2xvGXYhGK1DBel2kOCFBv3+ASzff6PJ19r6q1CWiLjdMUnK6XnnT82Gavn9cttvbelF+5dtPpdc1DVhi83mPewXR8X6qVCUmm/OJxK66fifUhVSFEVs8hchYDFpVmoEHPITL1zxDVG/Lm1XLU8wf8ec3FkHdahk8YYoQpReVbvEaZm66yFL5qyBrjeHvsX8yfixlyQoasXRO6A7n3NXCDmUMbggtl3ht6PKjeg9VK1MUT1d3v0DfGzJTOydgd2P0Jat2gVxAcmYODODzL23lceNgIQl2b6ukIS7W59borh9vTJE6R7hz28ok/X8WeP/iZgj3h2bdPRHKSlshTrA2FuX1rCQNfv3N4nmwPOUJ5h6hszgnvR36+Pq2Hr8kTfN5zwCxMjBLx7uXPGM6nCFmsHiQ/B7ls7vKZzHP/UrYGkR+1eeyz00+W3J5ku7AxrNxZ3PPD/ae9TTDMczKbPr49Xlu8nWcUqxA6knbu1HlvNe/XqFQhAt9apG5Nur1dhmLbfJLHqyqhixKpuwcacIMhQBgBxJmVV+rZz2/NWcXfJJZeY7etJjHxbwePWVsfHIVNuDdJrrrlG7C3lccLRHddmnpYN4kwSq2gDBigHcN1118m5554beTAYsjcfeOABb83euLqiWcQq4tEsVM2kVd4qPVHv1l1T/KLBlbrFiFW7jANKHPgOxyr1M5PlewXbkgAJkED1EChWrBbep0x0C/zISTOl2+RBMl7GebZDOyIqEKsZ7vGJVc0WdQ+ccg7aSiVW89v1kw7Csg/r+skBMcI5EMMPyMBnTk3HpQEetGLE6ooVK2Klqi9b1c5oXbVqlSxatEjee+89+eKLL4qaNUoA4GfoffbZR1q3bh2SqnHlADRj1a6zivqsUVeU+IOQtEWhZoRKkJmZfzbm5HoeefpIuU+cjNUPcSBc/s4+I2WkLJFuJpPVKalhZXvWjGuXL3AzZjE2smLPkiXH2pm0+npelBrZ203GLZ7lz6B9/Sa5ePkoufkEp1RC1Ov4PD7QTW6+qFfuUDuToeuK5HCGbHS7oh4L3lRPBChW6wk0h8kR0Fqq+PrekTfJs4telGGPjo/N/iyWHSSiXaP15dNvMxINYx7ceX9Z8ekqI+MgPiF3j+81yLzmE22I+765UwWHVO3TYc+g3qobm8pNiC/39HjNOkTGo33hQC0VY3r4lr4PuYcMXr3ixJnWldW268Y+GZJ4eggT3ofAdQWtLSzRBvVpbXGq2cDaP8Qx1tCVkhgHctSdp28d7ZixPpDhuGwm9usQjAMnjTblHKLG1wxQ9OPKSpsnRHtSjDYzX51VlehRTPH6PhOPNVm0N540vgCB3b/vmXFv2ObqI8xLdux6UBuY4IrLfE36LGURq76tydq/+57+3T1VHe1VXmG7NaRdln7jxKpmQNqZs8WIVcQIgYXMRRwoBOGHGpdJYhX3IWMUWQO+Q7s0ds0c1f7seO31Qhbv9OnTxd7WH7eeUQcg4Z4shyBBet96661BhqvLPA0bjJlGrOqzgPbIfE46GMzHKk5AZxWriMPOpNXapu42fXsdfO8VI1Z1nfB8oH4sWMybV5Odj/dL/cwkfX/g+yRAAiRQnQSKFasivsw2u66oyUbNZ326h1cVZHXaGauSk0uJ90heVO05OSRrCuOKKhnQTSYXbNUOC9/cfKw6qz5x62Tb1ojlfLYgHhx7qzOkb/9ZKedY/09dqcWqK1U1g1X/1Dqo+Nln7ty5Rq4Wc2HHD34Ri6xVXCpK3fqqbsaqLVb1viSxepVcWSgX80GHRWfuGZ11VL5m79Kz8s+q/exqKQBIz5qMzlzm9ywZ+JebpdsDKm0hNGv6LBCcUeDQ19UiV97iqZscvD5fbrpoiYy65Qh5wVuaIKq8QdTrYWmLz8VVS7uJ3HOf5AoFWFndLAVQzCNfVvdQrJbVclR/MCrSIMsWrVxsMv7sbftxBCChkNmqAsluC8l2/fGXBRmsmgkKWeW2R9u2zVuZuq3YNm9vJdc+Ia4uHHBmKBwI1+MmnRUclDWwR9+C7eYq9XzSDuJy+vyngrqv2rktF6PEKhipfH3khHEF2bIqDO352n3ZmZGY/7Qxk7yobdHnzsE3BrI4XWFYCrFqM7EFry1NbeFqTwaicceJ3w9eskVjVrGKchWaleoTq3aWsI+rvh8Vqy2QEbBvbe25+cQq3rd5uUI9y3eVLGIVkgo/ANoH+uhYvqxBPaAI2YjI0ET9J4ihK664QpYuXRocXJSlX5V8kE72BRmGEgAqa/U9yD1kcGqJApcNDrBCdqcrDyF7keFpb6FPI1a1DeIYO3as7LvvvkYkI+MRWaMXXnhhUNcVsWgJBGRCQuKBETJbr7zySiNVXZGIOJHNiP/sSwXlqFGjQv1rG5WFKi6VuX1wE/pAO2Rg2uMWwwbjphGraKex4esosYr3kI2M58Z+npClC6Z43SegixGrGEszaZFNi3/soASEewCYstXyE/b4xYpVZYGSA6eddpp5Ptwr6zOT5fsB25IACZBA4yBQvFhVwTM+n4EHXjkZKkYm4XVTv3EXCKLxeZmSp2rXV8RLbikAp06pucu9B4rJiE9omvDBTwUHRzkZrOkyVvNZeU6dV1f4FsSO6pbugV758fV108d3Xkjm0gAPYTFi1VcKAFv+bYlqC1bIVFus4u8bNmyQV199Vf71r39lnjXu/853vmOyVVXU2mLVzlhFrVU3gxV/x6V/xpUCMIIwQazO6l8j1bU9DkML3VdQYzU6mxRi1ddnsliNyqB2X7clqJPFml+NqHlH8nAyVN3PXE3mbze516rpyozVzI9/WdxAsVoWy9B4glAxZItCNzMyioavbqm2RX8HduxuaqS6h0vF0bXjsNtBktn1UfU9iEu9IGxdYRaVgRkXQxqxCuGGzF7zM5Vne7xdD1RFsS1WkwShxudKSVvSqZTEFn+7fIErHGsrViGgUQ4Cl5uZqcIU66AlFXxsbQFrx5dVrNrtfWIVYyMjVeW9+ywjDq3/68apGcDIHlZ5m7SVP0qsagxJ9yd9p0krVrXGpL2d3O0bMmr+/PlBlh1EHaQcsh/tC/VZx48fb6Rj1n5V8rljY+v2D3/4w+D0dH0/6YRTCE2IKlceqihGvyqS04hVjIt2kH2Qsnoh+/X888/3ijI9cArSWi+INYhY98T7qAxczfr11RkNvpftsUcgniEcfQc3QQifcsopoXGLYYMx04pVtMWzA5EcJ1axJpCYEL9Rz5P7XBQrVu2SAMhARmzvvvuu9+OkJRhsGV2sWMUAyIB1a+K6A2d5ZpK+B/B9EiABEiABEmjsBIoRq/bhVa5MVYnqKwdg12RFCQDUa0cd/6xXs2bNpE+fPtK9e/dAjtryNItYRZwdOnSIDCGqFIAKxrOWDvJK0HoXq075i2BCvtd9v8hATmm+7mnulyi+A7aiXs/9ciFWBiOOyd1k5hUiV4WyaVMc/JX1AWH7OidAsVrniDmATUDFEF7z1fKMo4Xsv4mzJ3vFqQpSCNGf9D9TFq5cHNQmhZTssfMecslj1wWyVNtHiVW83m37ToLDl1AqABfKBdgHUkH6uYdJ2RmfuEf7ObzLgdKj456RBz75ZCjuV7EHSWpnN9qZjZqNCuH5h78/FGTg2mLVFo1ohzquUVfUNnw7FneedjzFilXURG3dvHVQixY1RE/rPTwoNZBFitrx2bVWs/Rh88fXUWLVrVurdV11XaKyULEmS9evMNnDUczdNfKJVa0jHFX3Nst3oLRiNUufvrYQTbg0Q7S2/VXC/ZDGurXLzTD1xQ9Bh1Ni4xiBI/7zZTJWApNSxAjpqf8AaUzPU7HPTCmYsw8SIAESIAESqGYCxYjVtWvXmoOn7ExUu4YqvnYPr3IPusL9b775ppGrWQ+wQk1V/HzZuXNnszRuGYAsNVa33npr8wvx6MuXBVqzPR9iNVdrNbxtH2J1UFAKIJ/VLChjURelAJy6pcFkol63Z+uRpalKCdh9eORocIBW7qCsQFBDrJqDtfIHaBnxK54yHdX8qav8uVGsVv4aVtQM9GT2Yk4whxSzDzuyJ66ZpN/ZubvgxHqIVdT5xHZ/XHroEr5G21/2P8scYuUrK4A2vi3uaUC79S7de3x1QdNkrEKS2lmndiYnxNpzS/9hDnmK6itLJm1UW1usYl72wWC21CtWrGqJBpXMekDTOf1zh5hlkaJRJQ2y9OGOGSVW7TILdp1ULV3h1tpFv650teONe/ZssQpZr6UxfJI/zfPqtqkvsVpMbLynkACEKv5zD6ciKxIgARIgARIgARIggeIIFCNW8ctwZJz6xGpcjVVEqIIV8hPljPBL840bN6YOHv336NHDHBwLwYqrNmIVh2Btv/32ieMXlHsISlVEHTRVj4dXeTNQ+8q4ewbKrNOdshxOGQ1vdmrUwVNRr0eI2HCJjpoaq27pjppM2cRlYIMyIUCxWiYLwTDSEcCWZ1w+IWrL1ZdXLSpoo0LV3nbtKxsAwffO+g8FkhbySsVeughzp8Eju/bvy1/3liZwD1RKK1ZdaYsyBJ3a7GxOldesyDRiNamOZ1qxinhG3feTIAtYpeL9r0yt1eFVkI4/vO/iIDNZM2yzSFFbVNq8s/SRVqyinc1MDwZDFuqArgeJZrDaz48rXW05i3ZRB1DZYvUXx1wgJ9x7UWQZgrTPq92OYrUYag13D7I1UYeVFwmQAAmQAAmQAAmQQGkIFCNWIULxc1ltxCru3bRpk6mx+vLLL6eaDKQqfhY86qijjAxFH7UVq+ivZcuWqcYvdaPQ9nknw7PUY7E/EiglAYrVUtJkX3VOQGtW+oQoxN7OLVrLqk2fBbIJkvSs3iPkw/Ur5f75f0lVf9UtE5C0dT5p0hCQtz9/j/zi7/ebpu6hUGnFKu51MzGR+avZqng/qi87uzQq81LnYdcMtcsJuBmraA8hOHDS6BDvvl0OkgUrF8mUUTcloQnFa9er9W3lt6VoUo1V+34VnQimrsSq1kvFGHh+fn3MRaYObVT9YPfQKhdU1Bq5pQCispgTwUc0oFgtlhzvIwESIAESIAESIAESqAYCxYhVbONHOYDaiFWw++ijj0w5gKha7i5fjNeiRQvZY489TH3VHXbYIXR4FUoK4L8spQBQBgDlABrkcjJNmbnZIKvAQYsgQLFaBDTe0jAEIPH+OPcReXzhc7GCVDNOv9/1YBnV+6Qg2FkLX5QXl/1DPt70WeT9mvUKQYvDsFBCAKLsuB4D5NAu+8fWJsVAyFTFdVyvQQWQVKbVRqz6Sg3YGahRYjXp9HoNNurgKFtK2rIVr9v3aD/uHKOemKjs2KgaqXEHRdljDJ00JsiktbM/k8QqnjFcnfJ1dW1hmiSkbVmKZ2aHFq1N/VT30j6xblq/F20WrVwcHGIVJY59NVbtudoSuZhPKcVqMdR4DwmQAAmQAAmQAAmQQLUQKEasYu5r1qwxEjPq8KqkGqsoJYAa+/jvyy+/TI0T422zzTayzz77mMNgsZW/2FIA6Kt9+/apx2ZDEiCBHAGKVT4JZU8A4u43T/02OJQJAUM8RdVH1QnpwVH69yWfrEjMWHUPs9IsWDtDFjUwT+z1fa9khRDE5SsfoFLMlV9pMlZtOWhLR7umJ8aN6stXRuCgzvsXrL2d2WpnkKKhL2NVO7DFLV6rrVi143APxrpg9p1m2KhapLboddskiVWMu2ubjsH62ayTxGrcgV42aM26Rk1c94o6oEzb+cSqm8k7a8zkQAxn/XBTrGYlxvYkQAIkQAIkQAIkQALVRKBYsYpSAJCjUWLVrbVqH14Ffh988IHMnTvXZL4WcyHT9NBDD5Vdd93V3G5nqdpff/PNN4F4xdea0Yp7IGVZZqoY+rynsROgWG3sT0CZz9/OGISsG77/YLOtH4f24EqSq1mmB6mKq9v2ncyfOPjqkqPON5IKmYyLVr8rc5e9EWTMov3Y/qND2amQZk8ufVX+ePK1YotL++R29zAjlWUYc93YJ6VVi1ZB2Dp/W3La9Thd2WdnL7rb0G2WELJujPa2crcOLAJScejGqMFGHRgVtwa+jFU7DmQf21mfbl1Xd/5gc97DV5hsVd9BYVFiFfet+HSVORzthhN+EaxdVK1W35wQ244Tv2/ecoW3tte18/FFGxzupiUjfHO3+3977F+CMGwR7d6X5TNAsZqFFtuSAAmQAAmQAAmQAAlUG4FixSrKAaxbty44jAoZqq5kVbmqUhXsIDa/+uoreeWVV2T58uXy9ddfF4W0WbNm0rlzZ+ndu7fZyo+xcLnZqypWtUyALVZ33HHHhisDUNSseRMJlAcBitXyWAdGEUFAxdvPDzg+dAgQRBJqi/pqrRYL0z7ZPqkPZEVOn/+U3PXG47J3213k+uMvk7123lNswaUZs5opi7/fOeIa0w4XsjzveuWhYMs6XrNlLSQb+oc81nIEY48+z9yLcR585zlRSYt4LnnsuoK+UMJA78F9EIuQh8oNEq5t81aiMeoBX6f2Hh5CgHXQA8F8Qlkb6/zRxpeRaXdqi14fb8jHc/udHhLNaAeBOe7xCaZMAy7EjIPGcP1x2TzzJ56X/znq/IJ7bfEctcYqse05a9ukTFydv/u86nr/z1M3m/VEzGftf1xobbDebpkLrA+erYWr3pWJsyeHnnetH4yyE25Gchr+vvlnEauTJuXKHIwZM8aLMu79999/Xx588MHIj9nJJ59sTrrHqaj4Dyff49L7Dj/8cMF/7vXQQw+Zl0aMGBF6CxkEiAe/gffFW2y/iA1jLlu2zIw3ePBgQez2b/q1b51T0tzRj85X5+8DFcUAbRHTjBkzBCfU4iCDPn36FMQVCT/lG2CKNcQ4uLp06WLWxGV/ww03mNfd9UpaEzsMbIl78sknpWfPnjJoUGGZFcz3vffe80a+++67F8SUcopsRgIkQAIkQAIk0AgJFCtWgQpiFWJUa626Waq2WIXgXL9+vaxevVo+/PBD8ycEa20ulATo0KGD7LLLLuZP/BwIwWtLVF/dVchXyFiIVV4kQALZCVCsZmfGO+qRgIpViKLTeh0rh3Q9QD7btMFkjiKzD6/bh1UVE5r28eioWwLpmbYfCK37X5kq2J6uW9YhOV9d9oZ8umlD0E2PjnsWlA7QLEl3rE5tdjZZsujnsy8/D95u3Xy7ID7c++ryN4JsWcSBjFr3su+x34PUXLhycai5L0ZtACFrXxqjj5P27SuHYLePmj/a+MoUuGPhfoxlc27TopXhrDVS3Xvcefji795hDyNko9rGxaZz0j7i5uuujbveei/6wjOPjNqoZwWvu/enYej2l0Wszpw5U0477TSZMGFCgayExLz00kvl/vvv94owCMPjjjtODjjgAGnbtm3BvMaPH29qREHKXXPNNcGWKL0P97z22msFW5WGD8/9QmDq1KmhPiHeLrvsMvPD6xtvvGGkrX0V0y/k59133y1DhgyRb3/72+Yk2Hvvvdd0+9hjj5n4cWnfjz/+uJGLSXO349f5H3nkkaF4MY/XX3/djD158uTgPcQwdOhQ894ZZ5xh5hkVl+/ZT/sa5PCAAQPMAQlYR4hkvAYeGBdx64VtaZdffnkgi/X1pDWxYwHr6dOnm/Hmzcv98sS+sO6YM54n99pvv/3kV7/6VdqpsR0JkAAJkAAJkEAjJ1Absbpp0ybzs5ctVl3J+tlnnxmJiuxU/EwH0QkZq5mktcGPsSBSkb0KiYufmZHFirqprVq1iiwPALEKCYuDsHiRAAlkJ0Cxmp0Z76hHApBFZz90eWxmqm7hz5q9am/9/83xlxVdlxI4INSuf+Y2+V73I7wHV9UjMg5FAkUTyCJWMcjo0aPlueeeM/+prFTpBvFmSz87KFc2RgUcJVbR3pWKeC1KrOJ1ZFTOnj3byGDNCNVxNZ60/ULUQaLaAhX34gfpgQMHmh9M//rXv5ruo8Sqita4xXLnb7f1yWsVjL64IFyXLl3qFdJZHxgVna7chiw999xzQ0I9SqwmrYnGBKYHHnignH/++Uay+7hFrXvWebE9CZAACZAAgOQXKQAAIABJREFUCZAACdRGrILexx9/HMpaxWsQpxCqK1euNFmt+BoHVBW77T/tKkGwNm/eXFq3bm1+Qd2xY0cjWJGdikvLAKAds1XTUmU7EigkQLHKp6IiCCB7cN7S102sH3y60mQp7tMht6UemZazFr1gSgPgJHa9UGfTvrB1+p31H8rO+TZoe1bvESUVoYjTl61YEZAZZKMnkFWsqvRCpqBmiarc82WUKuDailVIVWQwuhmxPsEG0bv//vsbIYdxcY+b9ajxpOkXc+7WrZs3CxPzQybvHXfcIVOmTDGZnHUlVjGWLS2TmCoHX/Zo1gcfnJFhofLYvt/d+u8Tq2nWRPvUzFY8T2eeeaYR5HZGLNpRrGZdQbYnARIgARIgARKIIlBbsYrt/Pg5CRmo+HrDhg1m9xWyVCFUS5GZmnX1NJMVghXZq/j5DIIVpQOQ4Qrpiq95kQAJFEeAYrU4bryrDAlgO/yzi16Ud1a9KwtWLjKHT6l8fXv1Yln/xWfSeYdO5rW47eJlODWGRAL1QiCrWEVQdpYi/o6M0Ntvvz22rmWSBNTJRmWsQpJOnDjRbP+2Ba5PsCG7FO0hU1XouULWjiepX53v888/H2z3j1ucuhKr2q+y1izad98tLAmi8SHDGPVgfUI0ywOm6wJJq7Vjo+73idU0a6L9fe973zNiHGMq+yVLloTKQFCsZlk9tiUBEiABEiABEogjUFuxir4hUvEz1wcffGAkK0oElMsFyYosVuyw2nXXXaVr165GtPIiARIongDFavHseCcJkAAJVBWBYsQqAGiWKr62s1ej4KgU1Dqgdjtb1MWJVRxKhHIDbrYs+rJrrB5yyCGmDqjW2bRFnY5ry8+kfuO25/vmm7XG6qmnnhpIaVtg2n1DECNjFz8IT5s2zUjGNHIxa+xxDzd43nrrraYJMnj79+9v6um6h0v5xGqaNUG/rgjXbGFX3GPu+McLpL598eCqqvr2xMmQAAmQAAmQQL0QKIVYRaB//vOfZc2aNfUSc7GDIHv1xBNPLPb2xn3fy9dIk8OvkKtf2iKXf6dxo+DsRShW+RSQQAkJfPTRR+Z/oPif1Hbbbiuff/GF+XPp8uWyXcuW0nK77YL3d9ppJ1m+bJm032mnoB1CsdtqHxoi7sEYeH3b7bYL7sf7Ohb+RLu3337bjInr7bfekn323TcYv2vnzkH7NR99JJ9v3Gjaadzo277Ql76H+PA1Lozzxeefm5jx2sbPPw/mg6/Rr7ZFzBirc5cuob5Rq3LUqFHBazo/vKDtdS7gp2PY89c5YF7KwmYFJr4LawVGOn/lgrb2uiFmrJX+ifY6FmJDNiTmoONg7Eq8ihWrWlcVc7brrUYxiDvASQ+uwr1xYhUHQWkGox6g5cpFPWDLPrDKl/Xoys+4frPKySix6pPKmDPmhf/s+evhVXpoFUQmaplCQkOq4qpvsYoxse5PPvmkzJkzx6w74oPoVtmLNq5YTbsmuNfObNVnCfVdsZ521m3U4VU8uKoSvwsxZhIgARIgARJoWAKlEqvIWn300UfrvI5qsbRQV/WEE04oOlt15f8/XDqd9ogz/NUyZ8vlkvtJtoqu9++X4bsvkbHB3FbK/SefL3LDVDktfCZuFU2aU8lCgGI1Cy22JYEEAvgf8UerV8vqNWuk/4ABMhWHuZx3nixfulTmzpsnHdq3l34DBsjtv/udOT1bT9G+7f/+Xzn/v/9bnp0922Sh4ZAZXIMHDzaCVK9hw4YJxthnn33MfxdfeKEMHzFCDj34YPk/N9xg+v8+7nnrLSP5Pv/8c1m2dKlcMW6cue+tBQvk2MGDjdzF++gDX8+YMUNOP/10ueeee+RIZJ4NHhyMOXPGDPP16o8+MhIV2WZ/mTFD9u3ZUxDPHbffHryGdpg3+oOwRDxggbaQjeBxcz7LTQe4evx4E59eEJjzXn3VxI7xUFNRx8efmM/wk04KzR/Zaj332ccITghX3HfOueeaOUOQLnj7bcMV19y5c+XQQw81X2P+iPPJGTNkpw4dDHdtp19jPbFm2CL+yyuvlIenTjVjqUTF+7gX8b711lumb3CpxKtYsYq5phF7yqQUpQBUPtoHaF188cVmCM1YxXvI7PRdKmPxni+eqH5Vutqy1u0fmZUqPEtdCkDHd7M2IRxxOJdbP9aOLa6NfYCX3oN/EGS59ECtCy+8MMgQdsVq2jXBuHvssYeRtb7LLsWQ5dnLMh+2JQESIAESIAESaHwESiVWQW758uWm/n45Xthl1DmflJI1vpfGN5E+Vw6TP74XFovm9Tf/KCsePE06Zu20otqvlJXvd5SOlKoVtWp1GSzFal3SZd+NjoCK1Q0bNxphuXHDBjmkd28j+pYsW2akmwpDtFmwYIEcduihgq+XLVki7Tt0MIITYhESFAIRklJlny1WAReCtmWrVnLttdfKP+bNMwIRmZMqXzEu5C1kJjJDIf6uvOIKmfvqqybzFVmXEJFTH37YjPvrq66SVi1bmvYQnngN0hF94h4ITHyN91SsqhhF//NeecXMYcnSpdKta1cjVnFBPGI+a1avNkL5oEMOCZ4NV6ziDT2cRueNODEP9I0LXOz5q8xEXxgbF8QZRBPGRYapylTwf/bZZ+UHP/iBaQe5Cnl9yMEHG7GMeeHCfef+938bKQ5Z9fe5c6Vnz54mAxfCG31DqkI044Js7tK1q+n7rrvuqshnvxLFqn2AlkKHWNVt45B87vZ0SHL78CWfWI3qV7enR9WRxWesX79+QZ3ZUotVzFG34dtyMY3wxbOKLfvu4U/oE/PF9yP7Unltv6bzcevUahtXctpiNcuaaGYrOO+2W/in1pEjR5rvQ1regWK1Ir/dMGgSIAESIAESKEsCpRSrmOC///3vWte3LzUolMb61re+VVS3uUxVKZCqpjNsj7+hW06s5rfK24PUbJt/Sa5pMksGviTSJ7+dfuDTTWTW0XNEDu8jV1w1R7aME7mmSR+5wuog7n57O76bTVtzHzJNO8mPHrI6HaEi2H3Pyr61M1bN1z8SO1d32P0rZOoPcyoZcjmYB14I+i8KN2+qEAIUqxWyUAyzMghAtr3z1ltGVnbYaScjMf7v738vJw0fLkuXLTPvIZMSEnK77bYzmY2QgcjyhATt3LWrEanY7o7XIPQg8jRrEzIUl8rZYSedJK/OnSsHH3qouQdjYEz0hTFwQaYgE1YFIPqEGHz+uefM+xAUDz/yiBlj3333DfrT7ezIIIVwhDREG8xh7333NWIWF6Qn+tSsTczLjlFjR4bn4EGDZMbMmaGMTp9YBUcIXgjnrl26GLmLr5EpisxZXJgjYkdbCF99H7x2at/esNB2dmkD9Pfc7NlmLpgD5ok54X6sE8bCBbaYtymBkF8r/KCl7MET/SpHZLUi+xV926UNKuPJzUVZiWIVcauEw9fYNg+xqtmT7kFHdnsVk1EZtL5+cb/W9Jw1a1boECW8p5mueqhWXYhVCMqBAweaQwfsLfF4JvGavRVfnz9kq+KXE3GZtmmfVWSS+mrpaly2vLXFapY1iTtoyz2oi2I17cqxHQmQAAmQAAmQQBKBUotVjIfMVfzM9vXXXycNX6fvY/s/pGqxmaoIzkjLacPjs1Lz8vEgu/6oEa3/yAtZiFUVqLnCAbksWFtmrpSVu3WsyXwNbccvvD8AZ9pNleGaTWuN222Km1Gbl6n7zZEVe04MzSuUfRuMPVBmNekj/7BEqjhzDc+jpv8t46quQEKdPquV1jnFaqWtGOMlgSoj4NZYrbLpVdR0KlWsqtDEtn8Vq5CMvXr1ksmTJ3vXAHJwyJAhJnszrjSBbl3XftGZ1pTdYYcdTK1TZDJDKt5xxx0mY9nOZs1aYxX96wFecfVctd/LL79cIE1xIVv2+OOPF8R16aWXmkzPqLhq82BqdiyY4LAtjAMmmDdKaNh1dm2xmnZNMJ/999/fZJ2PGTOmIFQ3K5hitTaryXtJgARIgARIgARsAnUhVtE/SiyZHW/5JJH6po5kEvzyGz+b1eZKL1YtuWl+gLaFJ8ToROlmlRKAkJy4Z03mZxBjKPNVyw8U3l8zp+j3jPQUZMPWSM7gtaNn1WTbuoBCYjUct0hO8kpeIrvzMLwWjw2NWRv+vLc8CVCslue6MCoSIAESqHcCtRGrui1b/4wLHmJs3LhxYh9U5WsPgffAAw8ENVPj7oNAPPPMMwUHFkHGod7qOeecU1AGQMeBtPznP/9pxGvafu25YTz8HT8gIysWF0Tt2WefHRw+hdfcvvXvcXyUizt/9x7M4cUXX5QpU6YEmbNuXG3btpUBAwYUxFXbhwtiF8+L1rDFOJg/pKi9dR/SE/IVZQXSrskpp5xiJPXNN99cUAZA44bw/va3v23Gy/Ls1XbevJ8ESIAESIAESKC6CdSVWFVq+BkKP4PW54WfmXwlnoqJIVasGgkqMue9bjLR2S6fGytajHqFJA7HMmUBIEJtYRonVjGOs60/30cum9Qzax3D2eYflBCgWC3mUWlU91CsNqrl5mRJgARIIJpAbcQquZIACZAACZAACZAACZBApROoa7EKPh9++KG8+uqrsnLlyjrF1bFjRzn44INll112Kdk4iTVWA7HqZKyGIkjOWC3IYE3IeI2eYE6yLvnZFkEdVzdjNfK+grqqS2TsFpQCYMZqyR6mKuqIYrWKFpNTIQESIIHaEKBYrQ093ksCJEACJEACJEACJFDpBOpDrCojHGyFw0NLLVghVFGqqtgDqpLWMJf5qdmnNa2D+qL5jFWxapGGM13TidU+b+rBUlqDNbkUQE78HiRztlwuZsO/VQPViFW7jmuwjX+FdLuhk/xov5oyAaF+MtZYtUsasBRA0tNUHe9TrFbHOnIWJEACJFBrAhSrtUbIDkiABEiABEiABEiABCqYQH2KVcW0evVqeffdd02t+g0bNhRFr1WrVtK1a1fBOQIdOnQoqo8sN+XE4yPOLZZsDdVGFZERNZI0vK0/10VhjdXwdv6rX8rLT0E/3eSugsxRV/DW/H1YIHidEgEiEmz3z0vWK4LbrLkUZK/+SOyZ1/RfOA+K1SxPVeW2pVit3LVj5CRAAiRQUgIUqyXFyc5IgARIgARIgARIgAQqjEBDiFUbEQ65WrVqlTnsav369Ua0btq0Sb7++mvTrFmzZtKiRQuBSEWNexxGtfPOO9f6UKoKWyaGSwJlRYBitayWg8GQAAmQQMMRoFhtOPYcmQRIgARIgARIgARIoOEJNLRYbXgCjIAESCArAYrVrMTYngRIgARIgARIgARIgARIgARIgARIoOoIUKxW3ZJyQiRQ5wQoVuscMQcgARIgARIgARIgARIgARIgARIgARIodwIUq+W+QoyPBMqPAMVq+a0JIyIBEiABEiABEiABEiABEiABEiABEqhnAhSr9Qycw5FAFRCgWK2CReQUSIAESIAESIAESIAESIAESIAESIAESIAESIAE6pcAxWr98uZoJEACJEACJEACJEACJEACJEACJEACJEACJEACVUCAYrUKFpFTIAESIAESIAESIAESIAESIAESIAESIAESIAESqF8CFKv1y5ujkQAJkAAJkAAJkAAJkAAJkAAJkAAJkAAJkAAJVAEBitUqWEROgQRIgARIgARIgARIgARIgARIgARIgARIgARIoH4JNNn4+A+31O+QHI0ESIAESIAESIAESKDqCDQRkeCnSvwl5kp4O3xncuMmyU1EJFWjmqEjm2OSTbOGmGsfYlSiJyCIM35+YJT+h35nflGhpkWatl3ahwYTSdunt53/5nTPkRtk2kAS1tt0k6KvFE1MPxkYZZp30c8wbowIPtWc0uHJ/KnKNPmkNUw7kXw/sSytvtJ2m+FZT8sp3GWJvq+nfdYTg9SHvEmqj05id8436GzfM1N+X0i7lkF3mW/wTNPz/6xkGIUtSvZZKcWcUn6/LGaeRd2D/2em/z+sf4hy4lJtsWT4H2JR6y/S5JNra/0EFDk0byMBEiABEiABEiABEqgaAll+Ds/SNgWgTP/eSzt22nZZ/n2Xpc8U8zZNUvbZJO2/+9K2w9ip2jYp8NBppxZuZ000rSeIbOcRx1tEDKOkq6DPlAuQ1K95iFP0laJJ0E+qtiLxnx+nk5R9eqxM9AOTts+gXcKDl7Y/EE/9wUhaQHS2VYpGVpPIOJ2HLO18Ctqhn4iYUvbZ4GI1Mc785yaxXZqlcWab6vtb1GMdEVDaPoNwSzKxwl8GpsHhtmlaRrFk+Z9f7FxLNSd8zqpJrJZiPql/SEh4GtP8jznpgU77Q0NSP9HvN/l0Yq2fgOJH550kQAIkQAIkQAIkQAKVTyCLbEr98602jP+Hz5YtIk0Tf+7O95V27Nh2jqyoVZ9pb454RILb4/tJxyj/78KmMTLGDiNV6FtEtjQtgVh1Bks1ts7HZeefXzZG2mfaQBI+4sHgCf/ITzVctmc9ft5Fci+YbsRnOdV88p2lfNbNv2wTvx/k+tyyZYs0Tf7mke77swGZQawmfo/JTyLtfLztIj7LKfsMN0u4KWWfufVJ0ThFk5zIaiqypRS/vHFmm+r/K3HfY/y/vEn7bOaf0PQPc+xTmvJ7elwfqb9BJn1cShBLkI5fWyma6iFLmlD+Icjw2ff2WMpYUn4DjJxZKdbIfIctwfNbij5KFUv8o9Bky40Uqyk+LWxCAiRAAiRAAiRAAiQQRyDLv3GytE1DPUt/aTOGYv9tYr2Z5ed+b5xZgvfACG5P6CftMKZdymyVVH02FWkCSLW9iiy/ULDeMf9oLOrZSAVBTZ7I5ggWJm00xT+IE4ezHsjEtvk1iW3nvJm2z4LlzmcWuq9n6S/ts552HRFLqbLwDPaUn5vEf+c7E0jLyNsuJmN1yzcisjnDB7NE32MyidWk7x355yoto9jZFvmse8eOeAgzx5nie0LiCpZIlGXaGhIXVCnmlOVDnhRL0jOWCDg6MzzNrUGbzA9HRO+l6Kc2a7RZZPPGNP9zSUmnFPMx3+xLkFUcHXKTAy7coxRPUkoobEYCJEACJEACJEACJEACaQmU6gfqtONZ7ept6PoZKPUoaRviXxBp2xaBv/CWUg3mDzzTdIoJBaUGttlKtunQUrZEydX6BVqDuJj5lGRNi+2kdAGXzBVleoCKnXcx90Wx+ka+ar67bG62Q0a5mj4GHfnTzU3Nk/31liay8Rt8nV4/bJam8qVsXU+fjPRxpadQbMvSPeO5CMppbsUy4X3lTmDLls3SrGlL2WqnCyy5Wu5R1y6+7Zo1leb4/bGM2Y+fstqx5N0kQAIkQAIkQAIkQAIkQAIVQ6AB/vmDIZs3k613by1bvmmA8StmbSo40LJcVn9QTbZ8I/9puZfI1h1EBJmr5XqVJdRyhcW4SKCBCWyWrZq0lJYdL5Mtmzc0cCz1MzyqZJjfqzU759v8blU/zDkKCZAACZAACZAACZAACZBAIyRg6nk2bybNd20dXQ6gEXLhlBuIwJav5ctt95Rvtm4vTTKVA2igeDksCZBA2RPYsuUb2brpdtJy50sajVjVRaFYLfvHkwGSAAmQAAmQAAmQAAmQAAlUMgGK1UpevSqMnWK1CheVUyKBhiVAsdqw/Dk6CZAACZAACZAACZAACZAACVQtAYrVql3aypwYxWplrhujJoEyJkCxWsaLw9BIgARIgARIgARIgARIgARIoJIJUKxW8upVYewUq1W4qJwSCTQsAYrVhuXP0UmABEiABEiABEiABEiABEigaglQrFbt0lbmxChWK3PdGDUJlDEBitUyXhyGRgIkQAIkQAIkQAIkQAIkQAKVTIBitZJXrwpjp1itwkXllEigYQlQrDYsf45OAiRAAiRAAiRAAiRAAiRAAlVLgGK1ape2MidGsVqZ68aoSaCMCVCslvHiMDQSIAESIAESIAESIAESIAESqGQCFKuVvHpVGDvFahUuKqdEAg1LgGK1YflzdBIgARIgARIgARIgARIgARKoWgIUq1W7tJU5MYrVylw3Rk0CZUyAYrWMF4ehkQAJkAAJkAAJkAAJkAAJkEAlE6BYreTVq8LYKVarcFE5JRJoWAIUqw3Ln6OTAAmQAAmQAAmQAAmQAAmQQNUSoFit2qWtzIlRrFbmujFqEihjAhSrZbw4DI0ESIAESIAESIAESIAESIAEKpkAxWolr14Vxk6xWoWLyimRQMMSoFhtWP4cnQRIgARIgARIgARIgARIgASqlgDFatUubWVOjGK1MteNUZNAGROgWC3jxWFoJEACJEACJEACJEACJEACJFDJBChWK3n1qjB2itUqXFROiQQalkCjFqvr1q3b0rD4OToJkAAJkAAJkAAJkAAJkAAJkAAJkAAJkAAJkAAJVBaBJhSrlbVgjJYESIAESIAESIAESIAESIAESIAESIAESIAESKDhCVCsNvwaMAISIAESIAESIAESIAESIAESIAESIAESIAESIIEKI0CxWmELxnBJgARIgARIgARIgARIgARIgARIgARIgARIgAQangDFasOvASMgARIgARIgARIgARIgARIgARIgARIgARIgARKoMAIUqxW2YAyXBEiABEiABEiABEiABEiABEiABEiABEiABEig4QlQrDb8GjACEiABEiABEiABEiABEiABEiABEiABEiABEiCBCiNAsVphC8ZwSYAESIAESIAESIAESIAESIAESIAESIAESIAEGp4AxWrDrwEjIAESIAESIAESIAESIAESIAESIAESIAESIAESqDACFKsVtmAMlwRIgARIgARIgARIgARIgARIgARIgARIgARIoOEJUKw2/BowAhIgARIgARIgARIgARIgARIgARIgARIgARIggQojQLFaYQvGcEmABEiABEiABEiABEiABEiABEiABEiABEiABBqeAMVqw68BIyABEiABEiABEiABEiABEiABEiABEiABEiABEqgwAhSrFbZgDJcESIAESIAESIAESIAESIAESIAESIAESIAESKDhCVCsNvwaMAISIAESIAESIAESIAESIAESIAESIAESIAESIIEKI1ALsfqB/H7i+/KwbC0/G32QDN4xPPN1L/1DTnnxPyI9dpOnj9+1tFjWLZbLJ68V6buPXHN4G0/fGpt/2N6R95U2zFL1Zlh+tHNGjmvk2T88IXLsj+XIDukiWTR9gkx7p7Btu35jZEyfdqk6QR+z2/vaL5JpE6bJIukuQy8dKt1T9cZGJEACJEACJEACJEACJEACJEACJEACJEACJFCeBEogVkUKReWnMmPy23LDOqkDsZrre3m/w+S/9oqCmhOrMsTT5l8L5OjpG+Qk33umO9y7Sjp7ZHGmJTTy90v50diesm+mGwsbFydWF8gjtyyUHhcNk56J46+VlyZNktlrPdJz7UsyadJskZRy1Rar9tdr50ySSW/1lDFjDhco2mgBmxhs6gb1MUbqYNiQBEiABEiABEiABEiABEiABEiABEiABEigqgjUWqxKj1by8Jrm8qfRe0qQtJqXip17bJCHpdQZq5/KunVtZEcnQza8KjFi1YjTCOlapktblFj95yNyy+IectGJyVo1l6kalUmak64L9k2XtRolM12xWqaoGRYJkAAJkAAJkAAJkAAJkAAJkAAJkAAJkAAJpCJQe7E6ZDeR6eEMTxWBN8v7crEtVvPZoqHIdmwXSNnQfQtzrexs2Lce+3u4PyNwP5UjCrJL04tV9PnHnXaTI95+X24QxLKtPBRkrOazV4e0kRemr5VXTESt5GbNQi2Yj/VeKGM130/f5nLDixvy07fa5mXvwzYYD5csJRUW/PkWWbjnRTLs28nPgRGra/oH2aRxdxhB+vzaUJPuQy+Vofm9/b6M1aEyzbonJ3AlKBkg+WzZmi7t0gPx42mmrf/emlgKx8AdNXGjTMFs6Ti0pyyYNltys7NE86JpMmHaojCWdjW83BIKWUonJK8OW5AACZAACZAACZAACZAACZAACZAACZAACZQjgRKI1cOk3zuQk1rvtGarPl4PxKq3Lmq+Fmq+DqvWZQ226efv6Zzftl8SseqUAjB9LrTrxNqlAPLxWZLTtF/TTv50osj/ceq8Bu8he7dArL4vDwf95EslGJGLtp/Kuh3b1GT8ikhO+OaYZs9YRX3V56X9j9OUAchty08tVteulXbtrHqrplTASumfr5uatRRA/zWTwtmy+dID7fKydm3MeJCzoUxb516NpWAMEckJW5H+Y8bI4e3y9V9dWQrZPFRkWkEphHz7vYfKmPazZdLz7WrqxhoJuzbfbzl+5BkTCZAACZAACZAACZAACZAACZAACZAACZBAKQiURKz+lyyQo5/PlwOwhKLYGaYR2aW2LDUC8e02VlmBcOZpVrEaygC1aMVmwYZqrBZmvgYxGrHqZMtC2no47OspP1A4V8kJVBz4pZctnLMcXrX6WfnDX0R+8OMjpX2KpySLWM11pwdRaeftApFYlFiVoXLpED3OKpeFurJ/TRZs1HjtXpgg02LuDYnVUDuYVQjhBdLTEqtiZd4GpQuMWNV2NTANM/S5zwKZME14IFeK54xNSIAESIAESIAESIAESIAESIAESIAESKCaCJRGrO5Vk+V52MKaE+xDIjSffZrbTu9ctkAsoVj1Hl7lDF0ga2sjVu2+PRmrdjy2WJW8UI0SvlkzVtc89wd5Qn4gPx6QRqsmZ6wGEnGIyLQJ02SRvU0+JCjDh1KlObzKZJO60jPgqALX2pZvjVcoVsOLWzqxquUBnIdnbxXCjmgOXq+mbxWcCwmQAAmQAAmQAAmQAAmQAAmQAAmQAAmQgE2gRGJVt67napUu73eY/NdeudfCpQB89VBrwil1xmq9i9UiM1ZXurVj86UAlF02sYoyAE+IHPtjObJDuoc9/vCqvHiF/DxirZXlme+75GLVylhtZ2eVFo7XkBmrSrbwsK5sh32lWyG2IgESIAESIAESIAESIAESIAFYFGNgAAAgAElEQVQSIAESIAESKDcCJROrEhzkVHMoky9jVfpqLVagCG+1TyVWUd8UdUlVPobqoyreuMOrwktQu4zVtWLPJ7HGaj4zVyRcY9WI1YWeQ7GKKgWwQB65ZaH0uChdfdUcDT0EysoMDTDV1BPNidXZIv3GyJg+qLOq99WyFMA7bkbqbDE1Vo1YjR7PiNWoe7vXZM+mrbEaXQrAjgFgckzQvufbbn3a3HtrA0bl9pFnPCRAAiRAAiRAAiRAAiRAAiRAAiRAAiRAAqUgUDqxqifbB/LQyVhFtIF8rQk9OKhK8jVGY0oBBEJyXe7+k4bsJjJ9lXQefZAMhmkNrnoQq5C7BfOx5KivFECPVvLwwg35KK22Klrz8xIw3Hu9HD19g6A8wP8ni+WUtDVW//mI3LK4h1x0Ys/Mz4d7un3Qgb213RzOtCj/FoSqKUIqs9fm5CgOlJrdPide05QCGNNHTE3V2Wtrwm1nS8nY8frL2ph7a8YvHAOjdQ9qqtaI0qH5Uq9BjdUxh0u7UAy5ON17lYh5k6UAMj97vIEESIAESIAESIAESIAESIAESIAESIAEKo1ALcRqpU21IeNNL3obMkqOTQIkQAIkQAIkQAIkQAIkQAIkQAIkQAIkQAIkkI4AxWo6TrVsRbFaS4C8nQRIgARIgARIgARIgARIgARIgARIgARIgATKigDFar0sB8VqvWDmICRAAiRAAiRAAiRAAiRAAiRAAiRAAiRAAiRQTwQoVusJNIchARIgARIgARIgARIgARIgARIgARIgARIgARKoHgIUq9WzlpwJCZAACZAACZAACZAACZAACZAACZAACZAACZBAPRGgWK0n0ByGBEiABEiABEiABEiABEiABEiABEiABEiABEigeghQrFbPWnImJEACJEACJEACJEACJEACJEACJEACJEACJEAC9USAYrWeQHMYEiABEiABEiABEiABEiABEiABEiABEiABEiCB6iFAsVo9a8mZkAAJkAAJkAAJkAAJkAAJkAAJkAAJkAAJkAAJ1BMBitV6As1hSIAESIAESIAESIAESIAESIAESIAESIAESIAEqocAxWr1rCVnQgIkQAIkQAIkQAIkQAIkQAIkQAIkQAIkQAIkUE8EKFbrCTSHIQESIAESIAESIAESIAESIAESIAESIAESIAESqB4CFKvVs5acCQmQAAmQAAmQAAmQAAmQAAmQAAmQAAmQAAmQQD0RKFqsbtmyxYSof9ZTvByGBMqaQJMmTUx8+mdZB8vgSIAESIAESIAESIAESIAESIAESIAESIAEiiZQlFiFTN28eXPwH+Vq0fx5YxURgExt2rRp8B/lahUtLqdCAiRAAiRAAiRAAiRAAiRAAiRAAiRAAg6BosXq119/LRs2bCBQEiABh0CrVq2kWbNmDZK1+tXmL2TjlnXy5ebPZYts5tqQAAmQAAmQAAmQAAmQAAmQAAmQAAmQAAlYBJpIU2nedDtp2WRH2abptrViU5RYRbbqf/7zH9m4caP0mDCkVgHwZhKoJgILL50uLVu2lK233tpkrtbnBan68TfvyeOvvy7XPDFZNmzaWJ/DcywSIAESIAESIAESIAESIAESIAESIAESKHsC22/bSi479sdy3AEHyA5b7V4ruVq0WP3qq6/kiy++oFgt+8eFAdYnAYjVbbfdVrbZZpt6Fasox7F+8wfyyD/myM+n/rY+p8yxSIAESIAESIAESIAESIAESIAESIAESKDiCFw7/AIZdlAfadt016J3HVOsVtyyM+ByJtBQYhVZ5Gu+WSyHX3MRM1XL+QFhbCRAAiRAAiRAAiRAAiRAAiRAAiRAAmVBAJmrL/ziJmm/1Z5FJ8dRrJbFUjKIaiHQUGL1m2++kTWb/yW9xp1TLSg5DxIgARIgARIgARIgARIgARIgARIgARKoUwLzx98h7ZvuJVtttVVR41CsFoWNN5GAnwDFKp8MEiABEiABEiABEiABEiABEiABEiABEqgMAhSrlbFOjLKREKBYbSQLzWmSAAmQAAmQAAmQAAmQAAmQAAmQAAlUPAGK1YpfQk6gmghQrFbTanIuJEACJEACJEACJEACJEACJEACJEAC1UyAYrWaV5dzqzgCFKsVt2QMmARIgARIgARIgARIgARIgARIgARIoJESoFhtpAvPaZcnAYrV8lwXRkUCJEACJEACJEACJEACJEACJEACJEACLgGKVT4TJFBGBChWy2gxGAoJkAAJkAAJkAAJkAAJkAAJkAAJkAAJxBCgWOXjQQJlRIBitYwWg6GQAAmQAAmQAAmQAAmQAAmQAAmQAAmQAMUqnwESqAwCFKuVsU6MkgRIgARIgARIgARIgARIgARIgARIgASYscpngATKiEBli9Uz5Kkbx8p3P31Etv7lL+uB6q/lzd8PE5mzn+x3dz0Ml3GIO379ppwp9cUiKbgcq73l3zLlv4bIOUnNrffLax4ZAmdTEiABEiABEiABEiABEiABEiABEqhjAhSrdQyY3ZNAFgIUq1loZRGrOel74HsTpf0N9WNhy0pInjFd/tPnWwbuOxlFdL3P46hJsmbEvvLaQ33kmGeyPA9sSwIkQAIkQAIkQAIkQAIkQAIkQAL1S4BitX55czQSiCVAsVpXD0j9i9W6mkn2fnXuj8hruw+rx4zi7JGaOyhWiwTH20iABEiABEiABEiABEiABEiABOqbQAWLVd3a+pn8zZPZ9NOfzZHre7QWWVkHW3HNP/wPE1mYlP2mMbrL6o/Zu/hmrPYyzbd9V7PQ6mKO9f0kcjxDoKrEqgqyOW/JgX0Ok7b5NQ5nTObLB7S0HoCNf5dLfjpGbhQRky3Z0f+eiJ2x6ukn+Fw4n8Oo10VkvfWZ1kzNKTKsJgYrtpwArJkXovTdr2URCuZib8u3Mkpzs83wPSLps2OJyhm98H1xTbgcQMLYbsZq8L3VjPtvmTJH5MwD1uTWrLZr7sRinpUPPBmsIfmqz8EjIn2Gyd66RmnWJ/LZSoLK90mABEiABEiABEiABEiABEiABEhApArEalhm5BbVkiwll465vju9nlDXUf9R7xk/JybEK4QLHsqQWIVAOFpWGJHsZuDZ79XRox0neetoyMbWbfWJ1cOkrS0jjThrHzz7hdvMc5Ks48KJ8hv5L0cCujVca8TqS996U85sUyNkVbqin9zWf9/nZZjsbX8+81JPxa+K0BoRbI3//K6Fv1zJf+ZX5rfa23Mzn/nd3wqEcfA9CvVo833pfXjmc98jHAFa5IchPHYNX8PFidk3dsE8Qt+78tLalZlFrnlNTFYpAF8Gq0eshuvHespEWM9eoWCu7/rARS4mbyMBEiABEiABEiABEiABEiABEigrAhUvVmXlv2XvNvlsKUWbF4ArV35L9i754TFnyE+PultujK39l5cNUVI3y1bXSJnZmLc2l9VnqKTBVKNYtYVhmm3eKvIu+eRoR0bmheP2T+cPx3LEqvNZRz9DP4kXqzXiFcsYlnEmjpCszWfQYhwjQ906oJ77Y77/BMLzCZFfuH2V7JcYhd8nQvOKlJY1WfLxgji/JiqNPaI2y5qb7F43ppRiNbyWvo9lzfpMbueKbvfZKunHmp2RAAmQAAmQAAmQAAmQAAmQAAlUKYHKF6tzsP1Tszhzq2SExfZPi9nCa4uNgi2vImJlVoXuy28RjdvaGy0MnKyw2IfHs4XZ3iLszVj9vcgPxsp3dfu0EbhSk80q7hZle1txwngFjKxTxO1YPNtszbZgLVmgbbFNOH9ojs26cFu0nXlcGGPWA3cq9fNafWLVkY/eXyp4SmbkfykR2nauv6g46gz56TN3y40+Eep8bn961Bly4zMxGaueByWUseqRteZ7ileshjsrzMaNKXsQ+jzp5yjNL3ESnnQnQ9i0dl9LGDtJrJr+3FIAdnmWjGterFgV36Fcnu/5ur7xz1alfgdh3CRAAiRAAiRAAiRAAiRAAiRAAvVJoArE6n6CbcBuZhq26pvtwSpGvHVRw5ml+g/tQOLFbO01ixSZeZpNrLoZsCp4a7K3NHssTSmAp6XTiPAW5/C24kJZE4zn2d5cmN2GWF6Xw3/vbKPW8guS345dUAqhZqutyUR0SyFY27Ddbd2l3BZdnx+uYsZqXGK1RqjG/gJDQRbUFPZs98631c9yTb/+UgBxWY6FYjQpYzVKrP7blA8xvwixstgLywPo/crF+kVFqGtH0Nrb7p2HzvcLDG1iM6+5rXDs0orVFGteZMZqSKwGQtX+pVL085KTzd+qm5rcxXwj4D0kQAIkQAIkQAIkQAIkQAIkQAIVQaAqxOp+4mZM5USkYCtvSKy6W3ctUfLLX+YyXUN1EBO29pZErOafEzezKlSzMLtYDUkG37Zi33i+LckF2Wg1YtXNEAvx87CJ2+Jtb8P2bdOtiE9TCYJsVGI1n1kdKhWgB1bJm/K3NvvJge85B8SZ51bymdHhQ4tin8eIGqshseo8s9nFatT3C2ST5+rG5uq95i79vDz+3r5yXOj7Dt6NkYCpn7PoX/DoL0zSjJ0kVpM+96FfQMWuef6gwTRiNZR1W8jK/8sYbTdRVhwwNuHZSg2ZDUmABEiABEiABEiABEiABEiABBoxgeoQq3fXZHKaQ0nyNRhDYsS7dT2/8va243oRq5YIgBR2MqUKRUUtxar9gHsys2JrPdr3BoI2l7FaK7Hao7X3Y+dmC+tJ8v7suur75DZGsSqWcAy2Z6/MidXvagZ0fqlzGZiayRkWq6GDqNwM6qjDq6xsT7emarJYPUzs2N2DoGruz4lV30FZKI9h5GZMBvd+NS422wPvKwOgPeTfW7xaZM8OzkF6vkO88r+gKjx4z3d4VUz5h7xY9a95nFi1WWvGrmajRolVe141Wb7vzMmJ1fhnKxtqtiYBEiABEiABEiABEiABEiABEmicBKpErOYyT4d+8oi8tvswQRkAyIhCsVqYsWove6kzVsOixx4pxSEqocNgailWrYzVtwuycq3DZxo0YzUwPmbbtK5h7tVSZO9Vxge8UYlVHADn/MLDCPS1w/K/bFgq73TsKnuHli5ia/cHbl1h3BTeSl8jbfMCL/9cBf07W+pjxWpwyNJhovIfI0aXNHDqyOKXOfnSG203/l1e+fQw6Z2vD6vTrd0vE/Ii0RHTNShrslmnbT9WzowZ2+UQqk0q/5a/LWwv3w19v0qoqxu75libmtIJwS9aQhn2eAZQ8kRra/u/P4TjzD03S/tBzIu8Y2pzD4t5tirj+wWjJAESIAESIAESIAESIAESIAESaFgCVSNWgxp5lkzxZayGMswcYZdKrFqnhOey52zRYy1mQY1R6z0rI8xse7ez1fS+WpYCsKWuvS3WiNWo8YxYDWfh1a7GaliwhEoBeDP0sMX7EemKepSfqvyqkW/ulvGG/ejUzeiVLVbrhgl7LW8CbqZveUfL6EiABEiABEiABEiABEiABEiABEigdASqR6xq9pl1OExBxlnMCdFAmiRWRbcX4xAa0awnzZryLYrntPN8M/uU+9ABMxCqecHZNshqy5Kx2keOyW+3rcmkC8vf2PH+fUAuWzC4rKw/u1art7SC29YvVnEoV+GhOu690ZmApXv8y68nitXyWxNGZBFwDvTTjOPwL6xIjARIgARIgARIgARIgARIgARIgAQaB4EKFquNY4E4y8ZFgGK1ca13Rc7W+QVV7UoWVCQBBk0CJEACJEACJEACJEACJEACJEAChgDFKh8EEigjAhSrZbQYDIUESIAESIAESIAESIAESIAESIAESIAEYghQrPLxIIEyIkCxWkaLwVBIgARIgARIgARIgARIgARIgARIgARIgGKVzwAJVAYBitXKWCdGSQIkQAIkQAIkQAIkQAIkQAIkQAIkQALMWOUzQAJlRIBitYwWg6GQAAmQAAmQAAmQAAmQAAmQAAmQAAmQQAwBilU+HiRQRgQoVstoMRgKCZAACZAACZAACZAACZAACZAACZAACVCs8hkggcogQLFaGevEKEmABEiABEiABEiABEiABEiABEiABEiAGat8BkigjAhQrJbRYjAUEiABEiABEiABEiABEiABEiABEiABEoghQLHKx4MEyogAxWoZLQZDIQESIAESIAESIAESIAESIAESIAESIAGKVT4DJFAZBChWK2OdGCUJkAAJkAAJkAAJkAAJkAAJkAAJkAAJMGOVzwAJlBEBitUyWgyGQgIkQAIkQAIkQAIkQAIkQAIkQAIkQAIxBChW+XiQQBkRaGixWkYoGAoJkAAJkAAJkAAJkAAJkAAJkAAJkAAJlD2B9k33kq222qqoOJusW7duS9Y7N2/eLF999ZV88cUX0mPCkKy3sz0JVC2Bhhar+3Q4vGrZcmIkQAIk8P/YuxMwq6o73/s/oBs1Ld2+jSN0OlV1YzDpRHGAhMJEQRMVL4iiKBTiBcGItoCiGGQKk8QpAl5wQOCVgDMG4arYKmiUMgIapLW71W6qcjuUI7xGbIeywfdZezpr7zPUmesM33qe+zydqr3XXuuzdtU9/vjv/0YAAQQQQAABBBBAAAEEEPAFPvnkk5wxdn3xpghWc2ZkAATyI0Cwmh9HRkEAAQQQQAABBBBAAAEEEEAAAQRSCRCscn8gUGECBKsVtqEsBwEEEEAAAQQQQAABBBBAAAEESlKgIoLVkpRlUgi0o8BBBx2kzp07q2PHjkWbxb59+/Th/ndEK4CikXMhBBBAAAEEEEAAAQQQQAABBBBoR4GKCFbr6urakZBLI1BaAjt37hTBamntCbNBAAEEEEAAAQQQQAABBBBAAIHKEyBYrbw9ZUVVLkCwWuU3AMtHAAEEEEAAAQQQQAABBBBAAIGiCBCsFoWZiyBQPAGC1eJZcyUEEEAAAQQQQAABBBBAAAEEEKheAYLV6t17Vl6hAgSrFbqxLAsBBBBAAAEEEEAAAQQQQAABBEpKoK1gdd26dRo0aFDKOe/64k0d1vFoderUKau1ddizZ8/XmZ65f/9+tba26vPPPxc9VjPV4/hKFiBYreTdZW0IIIAAAggggAACCCCAAAIIIFAqAqmCVROq+l+pwlWC1VLZTeaBgCSCVW4DBBBAAAEEEEAAAQQQQAABBBBAoPACyYJVO1RtK1wlWC38PnEFBNIWIFhNm4oDEUAAAQQQQAABBBBAAAEEEEAAgawFEgWriULVVOEqwWrW/JyIQP4FCFbzb8qICCCAAAIIIIAAAggggAACCCCAQFSgrR6r6YgRrKajxDEIFEmAYLVI0FwGAQQQQAABBBBAAAEEEEAAAQSqWoBgtaq3n8VXogDBaiXuKmtCAAEEEEAAAQQQQAABBBBAAIFSEyBYLbUdYT4I5ChAsJojIKcjgAACCCCAAAIIIIAAAggggAACaQgQrKaBxCEIlJMAwWo57RZzRQABBBBAAAEEEEAAAQQQQACBchUgWC3XnWPeCCQRIFjl1kAAAQQQQAABBBBAAAEEEEAAAQQKL0CwWnhjroBAUQUIVovKzcUQQAABBBBAAAEEEEAAAQQQQKBKBfxgdfv27RkL9OzZ0zln1xdv6rCOR6tTp04Zj2FO6LBnz56vMz1z//79am1t1eeff666urpMT+d4BCpWgGC1YreWhSGAAAIIIIAAAggggAACCCCAQAkJVHmw+rLmzarXtIQbMleNM6eqTwltVv6m8p7uX3iU1nznXa0568iMh33vqSE6astj8efVNerri9MTc8b46NoEx7tza/j4PK0eu0bDu2U8vao/gWC16m8BABBAAAEEEEAAAQQQQAABBBBAoAgCBKuz6qWBX2vqCba2H+7lMVxtuV9Dljbp2jbDWjfsjZ9TPu+G7IPVl3/TQfU7E4WeXkidZrhqB6uhkPW1eeqwXkGonTyAzZ9HMa6Rv9m2PRLBattGHIEAAggggAACCCCAAAIIIIAAAgjkKkCwmiTEdKsyT2iHqtXSDVZdEyWtJHVCV6VXtZo0zIwEq7ne4NV4PsFqNe46a0YAAQQQQAABBBBAAAEEEEAAgWILEKymClbfHqJ3JwyX87C8U3HaoPAD8JGK1tAxc9U4UKp/sdYdw65YdcJDqwHBIau964RbE5zX+12tOW6jW+lqxlo/TXMHvqvaF82j8uFbZW5c1a3188jcz+vdqCFv17utAI5YFp6LOS2YT/gaGYXN0TVKctbjtR5IWLH6DxutubhVsf1fj7UMcKtlrTnZ1bFtXC/VufZc4o6LzNv8/NZDXT9/DwL7tu6RpPue31/7sg9WP3hcEwbM0eb66Xp60Tnqml+e4o+2fYFOGrNKGrlc28Yfm9/rF8xqtx4ff4bmNPbV9CcX6pzD8zttFWze+Zhn7mvfsegkjV4pjbh3mya6vcj5QgABBBBAAAEEEEAAAQQQqEABgtUUrQBiPUgTPebutQtQJBQNwj7vHD+k9IPVsbW6dWmDTgiCUPe414LQMVKx6od13rhu8BcOdFNXksbP3e+Ret4/LJbevFKyAk8p+SP9mQSr77W8pyO72f1bzbi3qtbrm5ppK4B3D701Ui0bdkt1PSecDVXaRs71+r3GX0OSF4b64WlcKwTn569p9dhr1bS0XtNCrRCse+QC6cqU+56/vy4Eq/mzzMtIBKvxjMUMVv1rpR1sE6zm5b5nEAQQQAABBBBAAAEEEECgCgQIVpO9vCoUkCV+PN8JB4Oq1vhjQj8PKlb7a2PKHqqJgtU1GuIFkgkft3fGjh0Tvm8Tzd3rsdrdBKvPBWP75yV7pD+TYNUdy+9VG5uRH1BmFazaFcSS3OpR+wVcia936fv2Prlzsc/15+IEq5Fr+EGz3/M2ziawd4PVaG/c2D1Qq2UF753rro1gtQr+cpf7Eks6WM0dl4rV3A0ZAQEEEEAAAQQQQAABBBAoBwGC1VQvr/pbv19o+BH90MZGHuMPBWummjFRKwAv2Is91m5XoBY7WL0y0t7AW12Cl1C1FazGQsT+2rjQtCuwX3IVXlc+gtXYPviBauLrJQpW7T3MZ7BqNXiIXcJqrRBuNZDHl6NZCyJYLYc/vVU+R4LVKr8BWD4CCCCAAAIIIIAAAgggUBkCBKtp9VhN54VSaVas2n1XvXsoZeVrpBq1GBWryW7ttl5elbo6M//BaqzqtMlppxCuFo1drz0rVgNLO2RPuO/5+4NSicHq7nUTdMbszU7Pyov/e5VuX7xMG/55r3RIrfpfNFnXj+qlrp2ihq1qWrdAc+5aqx0fSF1/MkZzp47WAatN/8sRWr5tokIdT/ft1VvPLtOy+57SS2/vVus3uurYUy/WuH8coV5Wj9GM55KsFUAW1xv6yQLd9KuHtfnb17v9Z5MFlPt2a+vq27V8w1a9btZiaA6pVY/j++risZfqzO90aeOGi38cPuN1myuYNT5xp25y9qBVnQ8/VoMvn66JP9qh6+w+uqke1/f8+s54WgsHeR13/fWt26ytzXsldVbX75yssy65VJee3kNdvHvBrxy1F+uM86OX3D6+pj3AuXu14PbZevh3x+h6p59sklYA/n6t3qyt/9Ikc1V9o6t6/KCXzhp5tUb8MNYNmIrV/P09YyQEEEAAAQQQQAABBBBAoJQFCFYzCFYT9c9M3oc10oPVbwXgvITK9ORco+Hd3FvDCUv3hHu1BiFhomA1xx6rft/QVD1Wo4+0+zdxXI/R4O621+s+9m57+ZWaObUCSNon1Q1Wk13PCVbz2WNVfiWz/1Iz04YheY/V2EvCUu17/v5MVHKwes7I0fqyy8m6fuSx6qJWtWxeoAnXPCyNWa7Vlx+rzhbjWysbNGpRq4YuXq6JP+wifbxDy295SZ8csFyr1kWD1d3aOPtyTX62s0bMvUVX9O2mzvtatHnhBE1Y30UT771LI77jju4HjGnPJWGwmvn1+v6krz46pL9mjD9HPQ7xFpowWN2tDdcM1LT/e5amz56oc77nhqite1v0+uppmnDvv6nX7PVaOCDVa8GSB6tpr3tfix6/7nzN2dZLk++aq6FmHiacfHSOlr3fTXtXrtJW/wVlmQSrrTu0ZPhobegxXbdcc5Z6dO0s7WtVy7Z7Ne265do7YKGW/6Kvgug40diBW1/1/ehQ9Z8Wc5ISBaut2nFXg0bf30Wjb5mrMSd1U2cT3n62W289u0TTZj8eugcJVvP394yREEAAAQQQQAABBBBAAIFSFiBYTRWsbnlMqd74br/l3tnk0Fvhz9PcOmnaniF6d8JwHRn0WJ0qRd9uL/uR8FifUGf84zZG+qfG9xE1lw7mmehui76tvq5Rjap3+5MesUwd1ocfYE85lumcanrLbnks/krWI+9hC3d+/d80L95yH9d3Xij10bX6+uI+7nje/+2GvlLjzKnq41/L+1n4MXpJdruCyBqj16t9zlzbmrJ1rn39uGtIsvc5eY/VNRou0+u2IdRaIe5cew6hfc/fn4lKDlb1g8lat2KovH+TMDGn9/b6oVrYOFl9/WT14w2afPo0vTRyuRrHW3Wp/7Jcg0YuUYvCwereZ6fpjF9sUC+7KtJsyb63tPzcBi3pOlmP3DtUtZ1iwWrac0kQrGZ7PX8Owd2SKFh9e7kGDV+iY+Zt0s1nRCtTm/TwyAt088dXaPW60eqR9LZLHqymu25/jWf9ulHTf2JH3nu14Rf9NO1ZSVkEq2bcfr/Yrenr7tQ5sRvBDY8bb9ap49dq6L2NmtgzEj7bL6/y3XSsJj+6XENrbIgEwerejZrWb7J2XL5a68ZE1Vq1+Vf1mvDombp501z17yIRrObv7xkjIYAAAggggAACCCCAAAKlLFDlwWphtyYUGBb2UoyOQCBQycFqr6nrdOe54TTNDbH6arrzGLfLsPvJCTpjxmYNXdSoyfV2qLdDS34yWss/s4PVFj08apBu/udIOOuJvrVikBoWS1fcv06jvxMLVtOdi+KC1eyu1+O6R7T6wtrwnZ5Jr9J9rdrb/JSmjZqjzaH1J/rlSR6spkY/N7oAACAASURBVLfuvdo4tZ8mPx0LG+2rmAC0fvzDWQWrbsXwVg399dOa/JNIcOwHoFeu1rpRXgCaqmL1e5P1yMqhCqsmaQWQiMmY7n5dy64Yp1XNsXuQYJU/yAgggAACCCCAAAIIIIBAdQgQrOZxn8PVjG6Pz9dM1elZR+bxKgyFQGqBSg5WTY/VoBLRY0gUrCYPtvzQzApWWzfr5voJevik6Vp31zlWNWw4pPV7fNq9RtOZS1ywmu317tqmiSdF9j5Fj9UdTzylDS8+pdffb1WL3xM0OD1Bj9nQ0Kl7rLa97h1acNJorYpUBgeXaHlc4wbNya4VwAcbNOH8adr8mZyerf1PP1Mn9z1GPWpr1b1rF/cRffsrVbA6/E5tu6ZX5ITkPVabNj+lx5/dpK3Nn+ij5re0+zP7VIJV/jYjgAACCCCAAAIIIIAAAtUmQLCa1x13w9TgwXr7UfW8XofBEEguQLCa6lHsBMFq8Fh46rsqb8FqHq+nRMFqy0bNGT9Zjzf7weNJOubbx6nHEYeq+/c6a+vUCzSnsZ2D1ei8M+mxarbpgx16/MFVenjDS3rrA+fVXO7XN7qq7/lXa+KYM1X7De97qYJVuz1AMEiCYPWzt7R8/Cgt2d7qvjDt9H6q+Xaden2zmw6tPUYfPVivcVbVNBWr/IVGAAEEEEAAAQQQQAABBKpDgGC1OvaZVVaRAMGq5D6+36L4CtcUwarf77ONeyXnitVMHt+3XpaVqFo3Plht1dZbTtW4h6S+Ux/VwkjbhFhP2kIHq14v139Jcp1cg1V7j1r3quXfd2jrts3a+OBabf6gVZ3PuFlPz+vvvsAqD8Fqy6OjNehXO1Q78k4tv7KXukSqYqNV0wSrVfQHl6UigAACCCCAAAIIIIBAVQsQrFb19rP4ShQgWHVfYmR6ePad/bQWDuhqbXOiwO8tLR/UoCUtI3TnKxPVKxKaNT3UoAtukSY/utp5yVHOwaryd734YDUWHCdai6xrL982UdZrvSK/Crm2AvAD3l6h3rfBRbwXbLWk8fKqlt+O06B5W+VWDMt7WVmSwHZfk1aNukAL7EA3D8GqG5T2SvjCLMnvJ0srgEr8e8qaEEAAAQQQQAABBBBAAIFUAgSr3B8IVJgAwap5PfxW3Xz6OD1cP1ebfnWmW7lovpof1ujzb9aOSO/Pt1ZcoIbFuzR08fOa/EPrZVf73tLycxu0pOtkrVsx1Om/mnuwaipq83O9RMHqhmvO0LTfJX5pVMu6CTp/9ma1Jut9Gvwu5BqsSvqX5Ro0cokOve4RLQ+9dKtVW399vsbd3xJ7eVXSvrP+POQFq129amTpipXrNPp70V9eLzjvFNuvfFSs7rirXqPvPTR4gZl91dbtC9QwZpWaRLBaYX9KWQ4CCCCAAAIIIIAAAggg0KYAwWqbRByAQHkJEKy6++WGiE3qP3uhZpxRq857d2j51Jv01H++paaWSMXjZzu0ZMzlWt56lqbPnqhzvtdFam3R5oUTNGF9N01/cKHOMalqnoJV5el6iXqs7n12ms74xQZ1v3Ch7rqmr7p2klr3tuj1h+Zo2u976LRvrNLDjbUaOmO6Rpx5rLpZOXLsTs9DsKpW7VjUoNErpaG/XqiJfbups/bqrUen6fJXpGN/t1mbg/YL5tjzNXrlARr667s0+SddpX17tWPlZC145iPteLspCFaN3YKR5sVY52j67Ct0Vo+u7gurWlu0Y/VNunxxi4beu1oTe3oL27tR0/pN1ob66Vp3+7Fq2vbX6lv7kiYMmKPN6fZYfXu5Lhi+RLt+MlkrZg1VD5PUf7Zbbz27RLMflHrVbtWqpz9S3ytv0cRz+2rvSlPhqgStKMrrbwmzRQABBBBAAAEEEEAAAQQQSC1AsModgkCFCRCsWvHgK8t10y2/0cbmveryg6GaOO0CaWGSlzft262tq2/XnQ9u1A7zQqRvdNWxp16scf84Qr0Ot8ZcN0FnzN6cMDSL9tp0ztq+QCeNWSVFQ7w8XC/hy6tM+LttlW6/6zfauH23WtVZXb9zss665FJdenoPHfAfqzThigXa2tpfc397s860OyUEy8xHsOoF0dYeOC9+umiyrh91gH7zw9FaZfe1NR4rbtLND25U08dSl5r+OmfsOF1xxOOqH7MqFqyaYfc2afNvl2nVhq16/W2zRjkvlepVf45GR/ZLatVb91+n8Xdt1u7PvMrXH2UYrJrc9j82aMldy/T4pibtlZlfL/UdNFpXN/RS190bNWfiND3+9gG6YsUmnbSJYLXC/qyyHAQQQAABBBBAAAEEEEAgoQDBKjcGAhUmUPbBaiH3Y99WLfjhOK06abrW3XWO82g/XwgggAACCCCAAAIIIIAAAggggEA2AgSr2ahxDgIlLECwKsl7OZIuX611Y3rEdsvr+6krV2vdKOv7JbyfTA0BBBBAAAEEEEAAAQQQQAABBEpTgGC1NPeFWSGQtQDBqqHbrQ3XDNS0bb00+d65GvqdLmpt2awF4yfoYfPippUTdew3sibmRAQQQAABBBBAAAEEEEAAAQQQQEAEq9wECFSYAMGqt6H7WrR58QItWOf27HR6cJ4+QhOvPMd9+RBfCCCAAAIIIIAAAggggAACCCCAQA4CBKs54HEqAqUoQLBairvCnBBAAAEEEEAAAQQQQAABBBBAoNIECFYrbUdZT9ULEKxW/S0AAAIIIIAAAggggAACCCCAAAIIFEGAYLUIyFwCgWIKEKwWU5trIYAAAggggAACCCCAAAIIIIBAtQpURLBarZvHuhFIJnDQQQepc+fO6tixY9GQ9u3bpw/3v6PvHt6naNfkQggggAACCCCAAAIIIIAAAggggEB7CVREsFpXV9deflwXgZITKOeK1ZaWlpLzZEIIIIAAAggggAACCCCAAAIIIFC5At26dct6cQSrWdNxIgKlKVDOwWrzn98qTVRmhQACCCCAAAIIIIAAAggggAACFSlQ8zc9sl4XwWrWdJyIQGkKEKyW5r4wKwQQQAABBBBAAAEEEEAAAQQQKD0BglVaAZTeXcmM2k2AYLXd6LkwAggggAACCCCAAAIIIIAAAgiUmQDBKsFqmd2yTLeQAgSrhdRlbAQQQAABBBBAAAEEEEAAAQQQqCQBglWC1Uq6n1lLjgIEqzkCcjoCCCCAAAIIIIAAAggggAACCFSNAMEqwWrV3OwstG0BgtW2jTgCAQQQQAABBBBAAAEEEEAAAQQQMAIEqwSr/CYgEAgQrHIzIIAAAggggAACCCCAAAIIIIAAAukJEKwSrKZ3p3BUVQgQrFbFNrNIBBBAAAEEEEAAAQQQQAABBBDIgwDBKsFqHm4jhqgUAYLVStlJ1oEAAggggAACCCCAAAIIIIAAAoUWIFglWC30Pcb4ZSRAsFpGm8VUEUAAAQQQQAABBBBAAAEEEECgXQUIVglW2/UG5OKlJUCwmv5+vH1Pg254SNKFv9Sjlx2d/okciQACCCCAAAIIIIAAAggggAACFSFAsEqwWhE3MovIj0DFBqsfPq8bL1qq1xIyDdCNzzXoO5kQ+uNlFaq+o5Wn/VLrlMV1gzn6Y8QmfcJ1i3XDmYfo4w23aMwt28Or6T1W984/VYc4342dO2jhao38vnto/Hk9Ne7B63TaYZnAeMcG3jmMkcVlOQUBBBBAAAEEEECgFAUSf/7M20zfWK3zJzyZuuDB/3wa+lyctxnIL7qwP1/nb3RGQgCBUhYgWCVYLeX7k7kVWaDyg9VwmBlUnWb6Act8eFvd3QorM9moXIPVj/XclCt15xbJ+eB2hB8a99S4Jb30yhUmQPYDzdixuvBajWu61TnP/wo++PkfRr3zTnzVC2czdbFCW/caBKuZ3BkciwACCCCAAAIIVKZAgYPVdNAKHKymMwWOQQCByhQgWCVYrcw7m1VlJVBtwar8QNEEiNdIS+KqWr0g1vkgtlXqvV2vmWCyd4Mu0Wrdt8ULDt/3/pXcVreqWYMA1/y8d0+dsGW7XtMAXX7hk7rLtBOwvvywM2mrgQQfCv1jT7i8QbprtV6zAtGgEjWYTySYNRWr0TFtl6DSNZNbyv/wTLCaiRrHIoAAAggggAAClSkQDlYH/ekWjXlB3mdid8X+01f201W+hfszBcUFgZH/+TaoWI0vJHDbdsl7Ysw7s/dYTaldqvmRz+H+HJzP1k3+Z3b3HPczulW04E/Cm0OoYjUofIjtJpWslXlnsyoEjADBah6C1Sfe/r0eeOM53fU/r9HBnQ9Keme999QQHbXlBDXOnKo+3H8IlKBAtQWrsYrVQfrZlnX6J+tDXSjYPHdX0Eog/KHKrhKN/8BlPpxdoaXeo/luSCu/N6vMM/YfSn5LgKwfn7eC0llj9aeZSzMPVuWP4Qah3/yt2z829gE305uVYDVTMY5HAAEEEEAAAQQqVyBBsOq0rhqgGx/srked4obw59Dok1mXXC7dd9d273H/WFDqHCevyKH30dKWdxIf44edvcfqtlO2apJ/fdMSLPI53P8sLFOs0LBLY0ybAbsowili6KlXrafIftTofn4etHCxuq82T5dFCzByaQNWuXcGK0OgEgQIVvMQrC597f/o7m3rdcyhf58yXC1asNpyv4YsbdK1bQa4L2verHpp4NeaekJhb+eXf9NBtx76rtacdWRhL8ToOQlUfrCaiMd8yOmt3zt9T2MVlqFKzyBY9T8QWUFk8Ph97MNSUEFqB6v+v6gHH9y8YDWoJM0mjLT+1dyuus20YlUK+kLZQtn/y3o2a8np1uVkBBBAAAEEEEAAgZIVSBKsOp+DD/MqURM96WR95v5lN935yyflhJ3RJ6r8itXT6qXnGhMfYz2hFQSrST6Hh4sMPgzej+A/bZao+CB5j9Vc24CV7KYyMQQQ8AQIVvMYrBrTVOFq0YLVtG/v4gWraU+JA9tVoPKD1WT/Uhz/MqhgI8wHLj9YDT7I5RCsBn1IcwtWQy+bioa2GQarsbE8n6DnasQr+hKwpD1YCVbb9ReZiyOAAAIIIIAAAiUlkDhYDT/iHw5WQ620/OIHRV5I638WtV9eZT1p5hD4xyQKVuOMElTNfj8WjGYWrEbbBlCxWlK3JJNBII8CBKt5DlZThavhYNWEmreqduAQrVnfoMecTZ1rtQl4T/cvPEoNH9u7bf38tXnqsH5a7IeHrNa7E4bLqQe1K1aTHueGqv4I5/V+V2uOWBYe04xljevM/6Nr1ah61e90L+2c51Shxs839jPJrlh1HdwV+19zg6rZ+HFiP8vjnc9QCQUIVpP0BI3ra9q+wWrsg2aS4DPLYDW+t1W2PVIJVvkTgwACCCCAAAIIIOALpBusDtaui8xTZO5X3GP1pi7B+7KfELvh757Q+eZxfesdB+aw0DEnbndbe9mtACLHR8d2n97KMFj1W3M5g5nP0v6aCFb5fUCgUgUIVgsQrJqbJVHlanywWq9pVnBpwsf6PX5A+p7eazlSR3aL3Xp+sPn1aU0asrRBJwRhpBuSvuaHnH6wOrZWt6Y6TlbF6pGmfUCDFASl5rpe+FrXqK8v7iM/EA2CTuc67jz6v9lB9Tut4Nf6mWkzEApWW97Tkd2slgBWEKyQgbxr0pe2WH+ACFb9vqKx5vih/k4pK1bT67F6+IZbvJ6rWfZYDapGE3w4i+vTav1LeYqXVwUVq9F/0bdaI2R2DxKsZubF0QgggAACCCCAQCULZB6shnqnqqfOG7hdj62P/6zuFAb4weoxkv4tyTGJglX/XQeRF7d+4L0TIVmw6lbBJumxGgSrboHCia/6n/0JViv5Dmdt1S1AsFqgYNXcVtfWX6iLvt8/uMMSBat2f1Pn528PiVWemjMTVpzWalmq3qhBUNlfG1P2UI0Gq2s0ZOwaDbfCXCfslRWshuYXO98JVr3j3AW7ladNP3b7t8b3WA1XzErnafXYNer/egKD6v4dLerqqzdYNe+RijxaZOSTPmIfftnTae97DfPt3bL+BTz8KJN/0AD5jxPZp/l9TUMvz7rs6NghwWP68bdG+GVZ1s9Dj+xbL7ty/hXeHJfgDafB20+zuQUJVrNR4xwEEEAAAQQQQKAyBdINVq9T+HP1AA268Emte8g80h972WxgFNcK4FINemhZUPHqHBd8DrZaf/Ueqym1SzXfjBt8xZ7UCvdLtXuknq3/9F5YFZzmfea3zxn0Jz9MNdcfoEF6Uuu2WP9tUZmbzKoQqFoBgtUCBauDetRrximXhG6sjIJVP1D1qkXNQNHg1Qk9vUfyQ20EIi+vSnpcgorV8AP63vTtitW0g9Xw71QsWG3yWhBEq1utUNerdvXnYrcUqNrf1CItvGKD1SL5cRkEEEAAAQQQQAABBBBAAAEEEKgeAYLVAgSriULVIBjd4j/WHv/iKDs4VYLq1eDnP27SUS/WhipbQ6GrH6wOlOpTHRcXrMZXrNq/CvEVtVlUrB63UUOWRq7jzNd8b7H0SKzK1b02L9gq5p8jgtVianMtBBBAAAEEEEAAAQQQQAABBBAoZwGC1TwHq8lC1ayC1S1yHo93Hs33qzhNT1YTrK5/LfYzEz/avUntYDXVcWn2WPXbFbQZrKbTY9UJVu1erv7LqkwrADdYbfhbt/WA8xXp1VrOv2zlMHeC1XLYJeaIAAIIIIAAAggggAACCCCAAAKlIECwmsdgNVWommmwal7tFHqE3wSqF0hXLm3QY3WNalS91QbAjB59tL5J186cKudlUEG7gMhxXh/Uho8l53H7I5apw/ppofsyeFFVglYE4WpSPyCNnW4/wh/qsRrqG2sFqh/PVaP3wi27JQGtAIr3p4JgtXjWXAkBBBBAAAEEEEAAAQQQQAABBMpbgGA1D8Hq7/74ura1vK1r+lxQ3ncDs696AYLVqr8FAEAAAQQQQAABBBBAAAEEEEAAgTQFCFbzEKymac1hCJS8AMFqyW8RE0QAAQQQQAABBBBAAAEEEEAAgRIRIFglWC2RW5FplIIAwWop7AJzQAABBBBAAAEEEEAAAQQQQACBchAgWCVYLYf7lDkWSYBgtUjQXAYBBBBAAAEEEEAAAQQQQAABBMpegGCVYLXsb2IWkD8BgtX8WTISAggggAACCCCAAAIIIIAAAghUtgDBKsFqZd/hrC4jAYLVjLg4GAEEEEAAAQQQQAABBBBAAAEEqliAYJVgtYpvf5YeFSBY5Z5AAAEEEEAAAQQQQAABBBBAAAEE0hMgWCVYTe9O4aiqECBYrYptZpEIIIAAAggggAACCCCAAAIIIJAHAYJVgtU83EYMUSkCBKuVspOsAwEEEEAAAQQQQAABBBBAAAEECi1AsEqwWuh7jPHLSKCcg1Uzd74QQAABBBBAAAEEEEAAAQQQQACBYgnU5ZArfvLJJ840t2/fnvF0e/bs6Zyz64s3dVjHo9WpU6eMxzAndNizZ8/XmZ65f/9+tba26vPPP1cuAJlel+MRKHWBcg5Wze80XwgggAACCCCAAAIIIIAAAggggECxBDp37pz1pQhWs6bjRARKU4BgtTT3hVkhgAACCCCAAAIIIIAAAggggEDpCRCs5lCyW3rbyYwQyE2AYDU3P85GAAEEEEAAAQQQQAABBBBAAIHqESBYJVitnrudlbYpQLDaJhEHIIAAAggggAACCCCAAAIIIIAAAo4AwSrBKr8KCAQCBKvcDAgggAACCCCAAAIIIIAAAggggEB6AlUfrKbHxFEIVI/AQQcd5PyLS8eOHYu26H379unD/e/ou4f3yfqavLwqazpORAABBBBAAAEEEEAAAQQQQACBLASqPlito2I1i9uGUypVgIrVSt1Z1oUAAggggAACCCCAAAIIIIAAAvkWIFglWM33PcV4ZSxAsFrGm8fUEUAAAQQQQAABBBBAAAEEEECgqAIEqwSrRb3huFhpCxCslvb+MDsEEEAAAQQQQAABBBDIQODzt3Tf3bfrod3SMSderRsH99CBGZzOoQgggEBbAgSrBKtt3SP8vIoECFaraLNZKgIIIIAAAggggAACFS3QqhfuPkWzdKuWny3dt/ha6dwXNLN354peNYtDAIHiChCsEqwW947jaiUtQLBa0tvD5BBAAAEEEEAAAQQQQCCBwBf/tkH3bN0Z+cle/eGfX9epV9yvS2qk5seGa/g7x+mibl0ix9XplKFn6rgDoEUAAQQyFyBYJVjN/K7hjIoVIFit2K1lYQgggAACCCCAAAIIVKzA+xvGa9SfBuj647tKH7+km9au0gveao84bLAm1krPb1urp/d73zxkhO4ffLIO0W49v/ZJffcfF2noERXLw8IQQKCAAgSrBKsFvL0YutwECFbLbceYLwIIIIAAAggggAACCJhg9WrN1P1ndpXeX6vhc+fo8VQsR0zXzmmDdYR26+G5s6SxBKvcRQggkJ0AwSrBanZ3DmdVpEA1BKtvLJ6kpgtu08DD39Ad9ZfpAXsnG+5R45XflxT+WZ+p63Xb2V0l7db6SQM1/+XYSbGfed/7YL0mDX5ep6411zDfe0N3TGrS8NsGyowQ+nKOnS9rOO/HfTQlOD8Pt5q5zk3SDYnmkIfh2x7CeG5Sv8arZHTz/1Xo8fM/42KM+Mbiem06uVFXHZeHq71+h+pf6uf9fuRhPIZAIM8C5j+o657YHBp15phXNTkf939Gc92hm696TqfccbV+mNF5kYNfv11/tb7W+4/+DAcy5967KnbS8Sv0X6OPzXCQ/Bz+yvIT1f8PI7QxV4/8TIdREECgggVCweqXO7Toll9pw5fJF3zI936h5cOO1YEEqxV8V7A0BIojQLBKsFqcO42rlIVAxQeroXAoWRjnhqfNI71AygpK67dO0sCNp2q9H1B6wWjNneZYO4wNB6O7n5ikG3WDF85at4JzfrNGFSxw9K5FsFoWv39MEgEEshRwKpM2avA0q9rICRfVDoFersGqOX+UZhmKoJoqfRc3YJZWWBbO97b1zy6kTf/SCY50LXT8KunE9gi5c5o8JyOAQJkJhILVjOZOxWpGXByMAAJxAgSrBKv8WiAQCFR2sGoC0xul671K0mRhY4Lvm8q/FTXrdYNujASkkRDWkTQB6wrVhCpOk4S4bQarkfPsYNib56l18zV/taQ+U2KBb6SydtjUKWre6Fas6olJGjjPr5Edpnv8UDcynqnENesdOE/h6lkzh3FWna91XadCsmaKmue5VbjDnMDZrvJ1r6fF9brMzNn7co+TFBo7ddWuuZY/Rp+pU1Qzr1n91tZoRagC2Fpf6PfcdVXDA3ogamc77Jyi9SObNdBeb1DV7A4YzKPPMA1Ts2qc+8sdv2Zqs+bPq3HWfFSu7va1zIUj7oFndD9MxepRkcpo+15JeR9ZaFSs8v9TlLKAE6w2aUKoKtIKOCMVnOec/U/Oo6KvLB+vP3ar1agnTHWnqao8TS+YUDMUaFpBpzEIPTr6M41633yzrxdkmv849753xChN0t/p+93maFSL+7ipIlW1QUVtovmb7y2VbnceU03zK1HA7Jzqzqt54Ks65VV/zU1aMW2Mmufa1bV+uDBGzUufk7RKs5z1Sb6ZlMxDMtWpC7u5tuYrCDmOWqm/evW0dquaTVOPwxBAoMwFMgpW/T6rHf2/kbQCKPPtZ/oItKsAwSrBarvegFy8tAQqOliNhpjRgFDJQrhYeDr8T9HK03SD1UTHSco1WB08X261rDv+8/3dlgVO2GdCQaey1gs2NUXrr5dutFoCOMfJa3/gVd/KaXvwrtsmoeEera9ZEavSDVXouh9Ek17X8ZUX3MYCYjdgdMNGpy1AUBE8Ss2DY4G0qfINVQdbvyrOz6wx3HDzp/qpntGnQdsGL/T01xf6VXOri5u9YxM5OK5eIOkax683NA9nvc1eCB0e31ljLu7m0qFgM+buht8xT/8fAfz7YNPJ90jjYms1QyVdb+Q+CpERrJbWH2tmEy9g9dOLhYDmMDcIlN8WwAofv/XEiervhZ5HOOGrCRsXyXzfDwidR9nlP0rvBpRrT/on3a5ZqmsZ44SF4YpQP9B1Q9pE13VejtJWRW22wWobYWx4PdHqWitYnZvcLBaexjz8MDW2MXYFWK5VvNzwCCCAQNsCaQer+3fp6f89QTfpCj0wvj89Vtum5QgEEGhDgGCVYJVfEgQCgYoOVk0wtLImVtUZ+d+hsCkQsUJJr9oz/Eh/usGqG2aZqle3V6v3laTHaqxvaxsVq1YbAbvdQNy1omv3rx+tgLXGC8bo1RgLBRMEwdEgL7ZGe+6RYLV5lNWr06/wvUG6yWrBkOL30gk07TGceW3TwfpUJ1mVwnHHBWOGq4pDx9lrbGO94fHtMRNVLVsLytQ9gYW/306wGvKMHez2WDXBariCOul6TVSerG0FwSr/P0UZCQT9Vp3q0jrd5z9aH6zBrTA1AeoL/iPqVpBpKkv9F6C4PULDi3eD213eI/vR/qF2sGpVgyZ8kUqK3qMpgtVYP1m/UtabX9w54epSM+8JLT+LrdkJnZNUrCasZI2Y2VWpXpVqIBWZi3EMrMvoXmKqCCBQPgJpBaufv6VFt/wvTfmwu35+/kL9+pTuXlU/Favls9PMFIHSEyBYJVgtvbuSGbWbQFUFq1HlSIjmViO+LFmPfseHTvkIVlP1WG27FYD/QqqUwWq0vYEd6PrrS1BV6bz4yFRt+tWWbQTB4ZclZRqsui0a7Ef8gxYBkb2KD0zNtR7RR3pGz0T3NfLovvvjsGtc0Bhab3h/7CA5PA+71USq1g/ey8oycbfXZFVaB+0acg1WrWpagtV2+/PLhXMQcIJGr3o0NoxdfXmvauz+q95BobAvRbBqP94eP00vvAxaBKQKVqPtClIsOtuK1WivWT9z9cLiYgWriV4mpnZ8iVYOtxenIoBAmQiEgtWvdunhRUv0+aBf6JKju7gr2LNZs24Zr5s/7ayhZz+qFWeaUNV80WO1TLaYaSJQsgIEqwSrJXtzMrHiCxCsuiGa2wM0vjVAONxw6wAAIABJREFUewerSQPASKVhXMWqF5qO6/+8Rpqw2O+xmaBnqx/UBiFpXLCaPAjOR7Aa3PUp2iQkD1bDFavJf4PaqFjNc7AahPTZutv9Vb1ANq8VqwSrxf9jyxXzKuCGeLXhF1UFj/ybPqKRx9q9x+Wb7SrKVBWroVYAblWT3S5AoR6pqYJV6wVbphVAqr6j2QSrXgVp9OVVbtuBVU6f1Phg1Qqdg3YICcy8wDa0bq93q2mNEG4FkODR/4R9cPN6GzAYAghUuUAoWP18h26ePUqzPu2iS05boZk/2KpZi2/SfV911im979ZjFx+rAwMvgtUqv3VYPgI5CxCsEqzmfBMxQOUIVHSwGgnqoo/+B//7giZNsh6Jt3c3ru9nXM9Rc3Six8Bz6bF6mWS/BKrO6omaJBAL91j1qkB3TtFKE6xuPDXcezXJeMmDVb+va/xa0w5WE/VYXXaqnr/UCm1DPVrDv2PRHqvu/z440mM1ibkzVBs9ViMVumn1WA16xcZeXtXP6yMbvm+89hKZuEf7olrzz0uPVYLVyvkjXsUrSf7Iflevn6l5QZX5ij0+n07FavRlTcle4hS8iMoLG0dplCa9/5XOtl6oFa7itNoA5OvlVf7+R17W5byYa4y08N2RkWDV7/Xq2RwxQjPVpJqx7kutdPwqzfLaIGT08qokL6uKvtyqim9Xlo4AAgUQiGsF8O5ajfrVHD3sv6hK0g+PX6EnR9uhqpkIwWoBtoMhEagqAYLVrIPVlzVvVr008GtNPaEE7pnX5qnDeqlx5lT1KYHpMIXyFKjoYNV70VLzyPCLiOab19ebL7ua0H4LvP9j50VHcl7WFJxjTrNeluQemiBYTVZ92ebLq7yXFnnzGdYwTA+on9ufNPLofria1gvvvLX1aRgm7azRDbfVqzGYfx9NufNUPT/OC0rtylQvyItrBWCWF3npl73+5MGqPx+3CtitCI79jviP/AeVnd6PkrUCcJTtMRqGadhqqd/aGq0Y7D1qbw5K2AbA36NNUsMDesDMw99786No24ToS84iYwbz6DNMw9Ssmuvjg1X/JV/ufZOluxemPuDYDNM9d0qXeS/Lqn3E8rTWEgrHbZcU66UVQHn+7WbWCORXgJdN5deT0RBAoBgCiXqsfvH67Rpw7yq9Iqnm7+fpiUlnqqZjdDYEq8XYH66BQCULEKwWMlhtuV9Dljbp2jbDzvd0/8KjtOY772rNWUdmd78RrGbnxlkhgcoOVqNvVi/e5icNq4o3Ba4UEkjSAzVTJTuETSckz3R8jkcAAQTaRYBgtV3YuSgCCOQkkOzlVX/+/U0a9kIPLblucIJQ1VySYDUneE5GAAERrBYyWE37BiNYTZuKAwsqUPHBqlPpOElNF7gvSirO1xu6Y1KTht82UF2Lc0Gu0qZAnoLVSOVsqgrbNqfEAQgggAACCCCAAAJZCyQLVp0BTTuAuEpV/1IEq1mjcyICCDgCBKuFDFbtilXn/27QY8GNN9d7bN8NVRs+9n5Q16ivL5bTZmCafZMeslrvThguv5715d90UP1O/4C5ahwo1TutAC5Vkz2ed8jcoGVB5HqSYj/jt6LaBaohWK32PWb9CCCAAAIIIIAAAghUmkDKYDXlYglWK+1eYD0IFFuAYLUowWp/bZxVr9d6+4/6e+Hm35oQ1XREjVSstryn97odGYSo5qYwQeqth7rnv/fUEB21RVo9do2Gd3N+6gWxc3VP3TRdttMPbd3byT6+9rkOqt8TC2ndn51Ab9Zi/+aV6PUIVkt0Y5gWAggggAACCCCAAAIIJBUIvyAwU6jYiw0zPZPjEUAAAYLVogSrbhVp8h6qiVsBuKFnrMZVTjVrHzcofXtIqIJVXo9VJ1iVH9h6N7hTLbtGQ8auUf/XE5zL7wECngDBKrcCAggggAACCCCAAAIIlJ3A/lb9+dMvs5t2xwP0Nwd3zu5czkIAgaoXIFgtSrA6VU5daigoPc+qOA0Hq/5x5wUVrm7Far0XmOYSrDoVrpG2BPZ1qv43osoBCFar/AZg+QgggAACCCCAAAIIIIAAAgggkLYAwWoxgtWxtbp1aZOunekGrM6XV2Ha6HwvHKzaIap/eH6C1cXSI0ep6cdfa+oJwchOGwEFPVjTvnc4sAIFCFYrcFNZEgIIIIAAAggggAACCCCAAAIIFESAYLVowWqDTrDCy3Bv0wTBqt0n1QlhpynUCiDUY9V/IVVbPVbdYLUh6O0aq16151aQO41By0KAYLUstolJIoAAAggggAACCCCAAAIIIIBACQgQrOYYrE5LtImHeC+Hch65dytVa6P9UmW3AvAe9d8pLzyt1f0Lj1LDx97gprfqP2x0wlX/sX2ngtUc73ydp9UDh2jNenMtt59rcK53xFw/1I20AXDOtloOlMA9yRTaUYBgtR3xuTQCCCCAAAIIIIAAAggggAACCJSVAMFq1sFqWe0zk0UgLQGC1bSYOAgBBBBAAAEEEEAAAQQQQAABBBAQwSrBKr8GCAQCBKvcDAgggAACCCCAAAIIIIAAAggggEB6AgSrBKvp3SkcVRUCBKtVsc0sEgEEEEAAAQQQQAABBBBAAAEE8iBAsEqwmofbiCEqRYBgtVJ2knUggAACCCCAAAIIIIAAAggggEChBQhWCVYLfY8xfhkJEKyW0WYxVQQQQAABBBBAAAEEEEAAAQQQaFcBglWC1Xa9Abl4aQkQrJbWfjAbBBBAAAEEEEAAAQQQQAABBBAoXQGCVYLV0r07mVnRBQhWi07OBRFAAAEEEEAAAQQQQAABBBBAoEwFCFYJVsv01mXahRAo52DVzJ0vBBBAAAEEEEAAAQQQQAABBBBAoFgCdTnkip988okzze3bt2c83Z49ezrn7PriTR3W8Wh16tQp4zHMCR327NnzdaZn7t+/X62trfr888+VC0Cm1+V4BEpdoJyD1VK3ZX4IIIAAAggggAACCCCAAAIIIICAL0Cwyr2AQIUJEKxW2IayHAQQQAABBBBAAAEEEEAAAQQQKEkBgtWS3BYmhUD2AgSr2dtxJgIIIIAAAggggAACCCCAAAIIIJCuAMFqulIch0CZCBCslslGMU0EEEAAAQQQQAABBBBAAAEEEChrAYLVst4+Jo9AvADBKncFAggggAACCCCAAAIIIIAAAgggUHgBgtXCG3MFBIoqQLBaVG4uhgACCCCAAAIIIIAAAggggAACVSpAsFqlG8+yK1eAYLVy95aVIYAAAggggAACCCCAAAIIIIBA6QhURLBaOpzMBIHSEDjooIPUuXNndezYsWgT2rdvnz7c/46+e3ifol2TCyGAAAIIIIAAAggggAACCCCAAALtJVARwWpdXV17+XFdBEpOgIrVktsSJoQAAggggAACCCCAAALZCnz2r1qx+DY9sFs6ptck3Tzkuzow27E4DwEEEMizAMFqnkEZDoH2FiBYbe8d4PoIIIAAAggggAACCCCQH4EvtWlxX83Q7frNIGn5gqulCzZr9o8OyM/wjIIAAgjkKECwmiMgpyNQagIEq6W2I8wHAQQQQAABBBBAAAEE2hL44l+f1J2//4/IYXv1hx3b1e+qhzWqTmp+ZKgueKunhnfvEjnuf6jf8AHqSd7aFjM/RwCBPAsQrOYZlOEQaG8BgtX23gGujwACCCCAAAIIIIAAApkKvPfEFRr5n/9TU07sKv1/L2r+mvu0yRvkyMPP0zV10qYtj+mp/d43/59L9PCQH+sQ7damNf9H3524RMOOzPSqHI8AAgjkJkCwmpsfZyNQcgIEqyW3JUwIAQQQQAABBBBAAAEE2hAwwep4zdbDZx8qvfeYhs6cqd+mOufIWfrPWefpSH2kB2bOkMYRrHKTIYBA8QUIVotvzhURKKhANQSrOxZNUNNFC3XO4Tu04KTRWmWLjlyubeOPlRT+Wd8ZT2vhoK6Sduvx8WdoTmPspNjPvO998LgmDNio/k+aa5jv7dCC8U26eNE5MiOEvpxj52hz3K721fTg/DxsubnOXGlGojnkYfi2hzCeG9V/20QZ3fx/FXr8/M+4GCPuWHSSNv5kmyb2zMPVti/QSb/r7/1+5GE8hkAgKwHzH7/9NPI9++RL9OLd1+pHWY2Xw0nmP9rvlBY5/1Gew9cfbtVfrq3z/uM+s3F+f88P9ONXY+fMvvyfNeX4zMbI19HuXBLvhfnZr7tvcsMOvhBAAIECCYSC1S9f1+03ztNTXya/2CHfn6qVI47TgQSrBdoRhkUAgXQECFbTUeIYBMpIoOKD1VA4lCyMc8PTptFeIGUFpSf/foLOeLa/nvYDSi8Yrb3XHGuHseFgdPe6CZqtGV44a90QzvlNurRggaN3LYLVMvotZKoIIJBMwPxH8ze3nB4KIZ1AT6v01WXHFRcu52D1dc3/+QjNMLMOqqbSXYIXMMuvtjLnud/7be/2CDDNWp6RTrxP6mWFuyY0vus+Z1HnDmqPeaXryXEIIFAJAqFgNaMFUbGaERcHI4BAXgUIVvPKyWAItL9AZQerJjCdLU3zKkmThY0Jvm8q/5bVPK0Zmh0JSCMhrLOFJmBdptpQxWmSELfNYDVynh0Me/Ps/+05mrNSUv30WOAbqawdMWO6mp51K1a1boLOmO3XyI7Qcj/UjYxnKnHNes+YrXD1rJnDGKvO17quUyFZM11Ns90q3BFO4GxX+brX06KTNNrM2ftyj5MUGjt11a65lj9G3xnTVTu7Sf2frNWyUAWwtb7Qr5frqpGrtCpqZzv8+3Q9PbpJZ9jrDaqa3QGDedSP0Ag1qda5v9zxa2c0ac7sWmfN3XN1t69lLhxxDzyj+2EqVrtFKqPteyXlfWShUbHa/n+gmYGcYHXXz8Mhqgnvtv7U/Z4V5MXCvF2aP/M/VNN9pkaa6s4TV+mrXs84gV847LOCTnNyEHba3/crMq3v/cMYnXvgN3Xurpka2d0EvN0jVbVWFafzaOpOXWNX2GYR0CYKmJ3bwxpf91yhpu51Grlup1Zedbp++4hdXesGof3u/qk2zXxG0n2a4VUBByYJLd2K02gFahBmdPt/Y3th3a/Zhx3c9AgggED6Ahn9rfH7rHY04xOspq/MkQggkG8BgtV8izIeAu0sUNHBajTEjAaEShbCxcLTi/9vtPI03WA10XGScg1WB8yRWy3rjr/xdLdlgRP2mVDQqaz1gk1N19PTpNlWSwDnOHntD7zqWzltD3a5bRJGLtfTNctiVbqhCl1zs6a4ruMrL7iNBcRuwOiGjU5bgKAi+FI1DYgF0qbKN1QdbP1uOD+zxnDDzTN0hp7Wp0HbBi/09NcX+t1yq4ubvGMTOTiuXiDpGsevNzQPZ71NXggdHt9ZYy7u5tKhYDPm7obfMU//HwH8+2DjT5ZLY2JrNUMlXW/kPgqREay2819nLu8LOKHiuhcl/VgrZ9n98NywU/7j8E7I+KzOnfVzNc8coT94FZNOhesuU+n5P7Ti53erxhsjXPkaq/68Zle/4DH20DF+IDpOGu9cx51LNPRss6I2y2A16COY5NZIONegbYEVrCY1i9m4gW1sjeFL2oGEP264NUNGYQe3OgIIIJClQNp/a/bv0lMLrtCNukqPXHM6PVaz9OY0BBDIjwDBan4cGQWBkhGo6GDVBEPLa2NVnZH/HQqbgh2xQkmv2jP8SH+6waobZpmqV7dXq/eVpMdqrG9rGxWrVhsBu91A3LWia/evH62AtcYLxvjRS7FQMEEQHA3yYmu05x4JVpsvtXp1+hW+M6S5VguGFL8VTqBpj+HMa4sO1qfqbVUKxx0XjBmuKg4dZ6+xjfWGx7fHTFS1bC0oU/cEFv5+O8FqyDN2sNtj1QSr4QrqpOs1UXmythUEqyXzd5qJ+AKxfqtuleWu2KP1AZIJX02waqoz3bAv9h/eCr2sJNqv1AzhjHvi79wXoEQf17eDVavXaiz4tXbKVMkma1WQIliNzSncuzQuPAhVl7qBc+26H2iT/1h+3DXsYDVmE6vaCpulrOaKjG3mHFzXI0g77ODmRgABBHIQSOtvzWf/qtvnX6zJH3TXuIuWaFG/7lSs5mDOqQggkLsAwWruhoyAQEkJVFWwGpWPhGhuNeJmyXr0Oz50ykewmqrHatutAPwXUqUMVqPtDexA119fgqpK58VHpmrTr7ZsIwgOvywp02DVbdFgP+IftAiI7FV8YGqu9ZA+1NN6OrqvkUf33R+HXeOCxtB6w/tjB8nheditJlK1fvBeVpaJu70mq9I6aNeQa7BqVdMSrJbUn2QmExJwg9TmwZEXNAXBXrgCNXZquIoyVbCa8gVL/hum/ZA0VbAabVeQaiezrFiN9pp1LxGrHi1WsJpOkJxW2MHdjgACCOQoEPpb89UuPfDrRfpi8DSN6tHFHXn3i5px4xWa/+kBGjboca0824Sq4b+d5skDvhBAAIFiChCsFlObayFQBAGCVTdEc3uAxrcGaO9gNWkAGKk0jKtY9ULTq07fqItMWOz32EzQs9UPaoOQNC5YTR4E5yNYDW7zFG0Skger4YrV5L8ybVSs5jlYDUL6bN3t/qpeIJvXilWC1SL8deUSuQt4FapOH9PYi6pij96bYDXSCsCpJDXfT7NiNXgJlh9QzpbutMJcUxm6ts59eVaqYNV6wVaiCs6QRRbBqv+iqpGhl1e5vU9//GqSilWrt6sbhtbpRdNjNadWAAke/U/QR5ZgNfe7nxEQQKBtgdDfms9e1/zpIzTj0y4a9bNVmn3cK5qx4Eat+OoA9fvRMq0bdZwODIakx2rbuhyBAAKFEiBYLZQs4yLQTgIVHaxGgrroo//B/76oSROsR+LtrYjr+xnXc9Qcnegx8Fx6rI6W7JdAfdvqiZokEAv3WPWqQP99uh40weqz/cO9V5OMlzxY9fu6xq817WA1UY/Vlf21caQV2oZ6tIZ/IaI9Vt3/fXCkx2oSc2eoNnqsRip00+qxGvSKjb28qr/XRzZ833jtJTJxj/ZFteaflx6rBKvt9BeXy2YuEHnBlDOA1Ws1wSPxw45Mr2JVCo8dvMTJr1SNXss/3ry8avc3tSjoXxprUeCcYrcByNPLq3y3uPYFJ67Si7pbTYMirQC8Fghub1ozp0s0+1W5L6/6+TPSifdphnmxl9/+4OxDk7wILPLyqiQvq0r6ciszLl8IIIBAgQTi/hGn5TGNnDNTD/gvqpL0oxNX6ZnL7FDVTIZgtUBbwrAIIJCGAMFqGkgcgkA5CVR0sOq9aKlpdPhFRHMavR2yqwntt8B7P3b7nsp5SVRwjqRYP1R/pxMEq8mqL9t8eZX30iJvPiNGjtAq9Xf7k0Ye3Q9X03rhnbe2viNHSP9eqxmLTtZLwfz7avq9/bVxjBeU2pWpXpAX1wrALDHy0i97/cmDVX8+bhWwWxEc+83wH/kPKju9HyVrBWB+bLcM0MgRGrFS6v9krZYN8B61NwclbAPgnK0FJ22URq7SKjMPf+/Nj6JtE6IvOYuMGcyjfoRGqEm10+KDVf8lX+59k6W7F6aucmxGaPm90mjvZVm1D1qe1lpC4bjtkmK9tAIop7/YzBWBXAUSv2wq11E5HwEEEGgPgUTV8V/84Vb99K779HtJNd+6Sc/8YoBqOkZnR7DaHvvFNRFAwBUgWOVOQKDCBCo7WI2+Wb14m5c0rCreFLhSSCBJD9RMlewQNp2QPNPxOR4BBBAoqADBakF5GRwBBIoqkKztyMeNN2roxmN0zw3nJQhVzRQJVou6UVwMAQRCAlUerL6sebPqpYFfa+oJkTvjtXnqsP41rR67RsO7cdcgUD4CFR+sOpWOE9R0kfuipOJ87dCC8U26eNE56lqcC3KVNgXyFKxGKmdTVdi2OSUOQAABBBBAAAEEEMhaIGU/Z9MOIK5S1b8UwWrW6JyIAAI5CxCsllSwaoLeW1VLmJvzjV3NA1RDsFrN+8vaEUAAAQQQQAABBBCoRIHsX5RHsFqJ9wNrQqBcBAhWSypYLZfbhnmWsgDBainvDnNDAAEEEEAAAQQQQACBRAImWA1e0pcxkfUixIzP5QQEEEAgewGC1XSD1Zb7NWRpgx4LWc9V48yp6uN8z6s2HThEa9Y3SL3f1ZojlqnD+mmhM84z3z/rSPeM33TQrYc2asjb9WrQar07oVbL/IpVtXW97DedMytbgGC1sveX1SGAAAIIIIAAAgggUJEC+7/Ux5+2Zre0jp11yMEHZHcuZyGAAAI5CBCszqpXOPq0Nc/zeqy6vVin1TXq64vdGFV6T/cvPMoLRIfrSCdYrde0Q0xAav639F7Lezqymxuiul/hR/1NsFq/07+G/fNr1bS0revlsOucWtECBKsVvb0sDgEEEEAAAQQQQAABBBBAAAEESkSAYDWtitXEL7l676khOurtIV6QmuxFWF4A+3Fsx+d6L8tyglXZYa0fvLrBavSlWuHrlcgdxDRKToBgteS2hAkhgAACCCCAAAIIIIAAAggggEAFChCsFixY9QPVaEVqLDAlWK3A36gSWBLBaglsAlNAAAEEEEAAAQQQQAABBBBAAIGKFyBYLViwmqiCNfw9gtWK//1qlwUSrLYLOxdFAAEEEEAAAQQQQAABBBBAAIEqEyBYzSBYTafHauzx/fi+rG5PVSndVgCpr1dldyrLTVuAYDVtKg5EAAEEEEAAAQQQQAABBBBAAAEEshYgWE0rWJXUcr+GLG3QYyHquWqcOVXu66wSVKhGzjGBav83Yy+sqn0uWY/VNRqutq6X9Z5zYoULEKxW+AazPAQQQAABBBBAAAEEEEAAAQQQKAmBKg9WS2IPmAQCeRUgWM0rJ4MhgAACCCCAAAIIIIAAAggggAACCQUIVrkxEKgwAYLVCttQloMAAggggAACCCCAAAIIIIAAAiUpQLBaktvCpBDIXoBgNXs7zkQAAQQQQAABBBBAAAEEEEAAAQTSFSBYTVeK4xAoEwGC1TLZKKaJAAIIIIAAAggggAACCCCAAAJlLUCwWtbbx+QRiBcgWOWuQAABBBBAAAEEEEAAAQQQQAABBAovQLBaeGOugEBRBco5WDVz5wsBBBBAAAEEEEAAAQQQQAABBBAolkBdXV3WlyJYzZqOExEoTYFyDlZbW1tLE5VZIYAAAggggAACCCCAAAIIIIBARQp07tw563URrGZNx4kIlKYAwWpp7guzQgABBBBAAAEEEEAAAQQQQACB0hMgWM2hZLf0tpMZIZCbAMFqbn6cjQACCCCAAAIIIIAAAggggAAC1SNAsEqwWj13OyttU4BgtU0iDkAAAQQQQAABBBBAAAEEEEAAAQQcAYJVglV+FRAIBAhWuRkQQAABBBBAAAEEEEAAAQQQQACB9AQIVglW07tTOKoqBAhWq2KbWSQCCCCAAAIIIIAAAggggAACCORBoKqD1S+++ELf+ta31LFjxzxQMgQC5S2wf/9+/fGPf9SBBx7olLIX8/di3759+nD/O/ru4X2yRmxtbc36XE5EAAEEEEAAAQQQQAABBBBAAAEEMhWo6mDVBEldunTRX//1X2fqxvEIVJzAJ598or179zqBKsFqxW0vC0IAAQQQQAABBBBAAAEEEEAAgTwLVG2w+tVXX+kv/uIvnCCpa9euOvjgg4taoZfnfWQ4BLIWMP/A8Omnn2r37t3OPzT893//t/7yL/+yqL8PVKxmvX2ciAACCCCAAAIIIIAAAskEPn9L9919ux7aLR1z4tW6cXAPHYgWAgggkEeBqgxWv/766yA8MoHOl19+KfMYsfk+XwhUm0CHDh2cCtUDDjhAnTp1kv+PDub7xfoiWC2WNNdBAAEEEEAAAQQQQKBaBFr1wt2naJZu1fKzpfsWXyud+4Jm9u5cLQCsEwEEiiBQtcGqqdLz/x+BahHuNC5R8gImSDVtAPz/R7Ba8lvGBBFAAAEEEEAAAQQQQEDSF/+2Qfds3Rmx2Ks//PPrOvWK+3VJjdT82HANf+c4XdStS+S4Op0y9EwddwCUCCCAQOYCVRmsGiY/TCVUzfym4YzKFfDD1GKGqkaTitXKvadYGQIIIIAAAggggAAChRZ4f8N4jfrTAF1/fFfp45d009pVesG76BGHDdbEWun5bWv19H7vm4eM0P2DT9Yh2q3n1z6p7/7jIg09otCzZHwEEKhEgaoNVitxM1kTAuUqQLBarjvHvBFAAAEEEEAAAQQQaH8BE6xerZm6/8yu0vtrNXzuHD2ealpHTNfOaYN1hHbr4bmzpLEEq+2/i8wAgfIUIFgtz31j1ghUlEAxg9U3Fk9S0wW3aeDhb+iO+sv0gC3ZcI8ar/y+pPDP+kxdr9vO7ippt9ZPGqj5L8dOiv3M+94H6zVp8PM6da25hvneG7pjUpOG3zZQZoTQl3PsfFnDeT/uoynB+XnYanOdm6QbEs0hD8O3PYTx3KR+jVfJ6Ob/q9Dj53/GxRjxjcX12nRyo646Lg9Xe/0O1b/Uz/v9yMN4DIFAVgLmP35/plHv2yeP0MY7rtYPsxovh5PMf7QvlW53/qM8h6/Xb9dfra/1/uM+s3FeWX6i+v8hds7MMa9qcj5+3zObhnO0O5foXuzQzVeN0ixvvPacXxZL4hQEECgzgVCw+uUOLbrlV9rwZfJFHPK9X2j5sGN1IMFqme0000Wg9AQIVktvT5gRAlUnULRgNRQOJQvj3PC0eaQXSFlBaf3WSRq48VSt9wNKLxitudMca4ex4WB09xOTdKNu8MJZa3ud85s1qmCBo3ctgtWq+51iwQhUooD5j+a6bf1DIaQT6GmF/mv0scVdcs7BqhU6BlVT6S7BC5jlV1uZ89zvrT3pn9xqraJ+mbU8Jx2/SjrRD3fd+TQP9P63Uz3WpAntEYIX1YKLIYBAewmEgtWMJkHFakZcHIwAAnECBKvcFAgg0O4CxQlWTWB6o3S9V0maLGxM8H1T+beiZr1u0I2RgDQSwjqSJmBdoZpQxWmSELfNYDVynh0Me/M8tW6+5q+W1GfSU/HgAAAgAElEQVRKLPCNVNYOmzpFzRvdilU9MUkD5/k1ssN0jx/qRsYzlbhmvQPnKVw9a+Ywzqrzta7rVEjWTFHzPLcKd5gTONtVvu71tLhel5k5e1/ucZJCY6eu2jXX8sfoM3WKauY1q9/aGq0IVQBb6wvd5a6rGh7QA1E722HnFK0f2ayB9nqDqmZ3wGAefYZpmJpV49xf7vg1U5s1f16Ns+ajcnW3r2UuHHEPPKP7YSpWj4pURtv3Ssr7yEKjYrXd/04yAckJVlvGhENUU/H56mnu98z/fe+qgOqcs03IuEs3z92pmm5zNMpUdx6/Qv914nPOce7P/RAyXF2pIOy0v+9XZFrf++4onXPg32lwyxyN6mYC3u6RqlqrijNRuJhFQJsoYHYWbY2v5eP1x261GvVEk1aM66+1j9nVtW4Qesodp+mFuc9JWqVZXhVwYJLQ0rUyYfbCbjG7IMw4amVsL+Rfw68mJrjgdxgBBAorkFGw6vdZ7WjmxN+nwu4MoyNQ+QIEq5W/x6wQgZIXKEqwGg0xowGhkoVwsfB0+J+ilafpBquJjpOUa7A6eL7call3/Of7uy0LnLDPhIJOZa0XbGqK1l8v3Wi1BHCOk9f+wKu+ldP24F23TULDPVpfsyJWpRuq0HU/iCa9ruMrL7iNBcRuwOiGjU5bgKAieJSaB8cCaVPlG6oOtu5i52fWGG64+VP9VM/o06Btgxd6+uuLC1YvU7N3bCIHx9ULJF3j+PWG5uGst9kLod3qZX98Z425uJtLh4LNmLsbfsc8/X8E8O+DTSffI42z5uIHtJF9T3QfhcgIVkv+72i1TNAJFZ/YLKmvVkyz++G5Yaf8x+GdkHGjBk8bo+a5o7TdC1GdCtcWU+lZp/uuulc13hjhytdY9eeElp8FIWLoGD8QHStd7VzHnUs09GyzojbLYDXoI5hk4xPONWhbYAWrSc1iNm5gG1tj+JJ2IBENU60js1hntdzTrBMBBPIjkHawun+Xnv7fE3STrtAD4/vTYzU//IyCQFULEKxW9fazeARKQ6AowaoJhlbWxKo6I/87FK4FLFYo6VV7hh/pTzdYdUM+U/Xq9mr1vpL0WI31bW2jYtVqI2C3G4i7VnTt/vWjFbDWeMEYvRpjoWCCIDga5MXWaM89Eqw2j7J6dfoVvjdIN1ktGFLcmk6gaY/hzGubDtanOsmqFI47LhgzXFUcOs5eYxvrDY9vj5moatlaUKbuCSz8/XaC1ZBn7GC3x6oJVsMV1EnXa6LyZG0rCFZL448ls7AEYv1Wg8pUq5+ne6AJX02waqoz3crJ2H94K/Sykmi/UnO2M+7xL7ovQIk+rm8Hq1av1Vjwa03VVMkma1WQInCMzSncuzQuPAhVl7qB87eeOFEv+I/lx13DDlZjNrGqrbBZymquyNhmzsF1HYJEbQu4kRFAAIH8C6QVrH7+lhbd8r805cPu+vn5C/XrU7pTsZr/rWBEBKpOgGC16racBSNQegLtEqxGGSIhmluN+LJkPfodHzrlI1hN1WO17VYA/gupUgar0fYGdqDrry9BVaXz4iNTtelXW7YRBIdflpRpsOq2aLAf8Q9aBET2Kj4wNdd6RB/pGT0T3dfIo/vuj8OucUFjaL3h/bGD5PA87FYTqVo/eC8ry8TdXpNVaR20a8g1WLWqaQlWS+/vIzPyBSI9O/1vB8FeuAI15hauokwVrNqPt8e5+2+Y9kPSVMFqtF1Bqk3MopIzaSsA63HWYgWrKYNkJ/BtilQWc0cjgAAChREIBatf7dLDi5bo80G/0CVHd3EvuGezZt0yXjd/2llDz35UK840oar5ohVAYXaEURGoHgGC1erZa1aKQMkKlFqw6vYAjW8N0N7BatIAMFJpGFex6oWm4/o/r5EmLPZ7bCbo2eoHtUFIGhesJg+C8xGsBjdpijYJyYPVcMVq8hu+jYrVPAerQUifrbvdX9ULZPNasUqwWrJ/G5mYLeBVPjp9TGMvqoqFjCZYjbQCcCpJzffTrFgNXoLl/0f2TGmp9QImExSur3VfnpUqWLVesBVfwRnZ1SyC1WRVoG6Fa5KKVevFUW4YWquNpsdqTq0AEjz6H/R5NWNb7QS4mRFAAIECC4SC1c936ObZozTr0y665LQVmvmDrZq1+Cbd91VnndL7bj128bE6MJgPwWqBt4bhEah4AYLVit9iFohA6QsUJViNBHXRR/+D/31BkyZZj8SH/rM+2vczrueoOTrRY+C59Fi9TLJfAlVn9URNEoiFe6x6VaA7p2ilCVY3nhruvZpkvOTBqt/XNX6taQeriXqsLjtVz19qhbahHq3hezjaY9X93wdHeqwmMXeGCvdAjeuxGqnQTavHatArNvbyqn5eH9lwv1ivvUQm7tG+qNb889JjlWC19P9IMkNPIPKCKee7Vq/VBI/EDz0ivYpVOS9bGqVZ3pWClzj5larRa/nHm5dX7fk73R70L421KHBOsdsA5OnlVf7tENe+4PgV2qh79cezI60AvBYIbm9aM6cRmvkHuS+vuuo56fhVmmVe7OW3PzAv9Ern5VWhl1XFblLn5VZ/fY30wq/1eOjejfbF5cZGAAEE8icQ1wrg3bUa9as5eth/UZWkHx6/Qk+OtkNVc32C1fztAiMhUJ0CBKvVue+sGoGSEihKsOq9aKl5ZPhFRPPN6+vNl11NaL8F3v+x86IjOS9rCs4xp1kvS3IPTRCsJqu+bPPlVd5Li7z5DGsYpgfUz+1PGnl0P1xN64V33tr6NAyTdtbohtvq1RjMv4+m3Hmqnh/nBaV2ZaoX5MW1AjDLi7z0y15/8mDVn49bBexWBMduQf+R/6Cy0/tRslYAjrI9RsMwDVst9VtboxWDvUftzUEJ2wD4e7RJanhAD5h5+HtvfhRtmxB9yVlkzGAefYZpmJpVc318sOq/5Mu9b7J098LUBxybYbrnTuky72VZtY9YntZaQuG47ZJivbQCKKk/jUwGgQILpHjZVIGvzPAIIIBAvgUS9Vj94vXbNeDeVXpFUs3fz9MTk85UTcfolQlW870XjIdAtQkQrFbbjrNeBEpQoDjBavTN6sWDSBpWFW8KXCkkkKQHaqZKdgibTkie6fgcjwACCBRUgGC1oLwMjgACRRVI9vKqP//+Jg17oYeWXDc4QahqpkiwWtSN4mIIVKAAwWoFbipLQqDcBIoWrDqVjpPUdIH7oqTifL2hOyY1afhtA9W1OBfkKm0K5ClYjVTOpqqwbXNKHIAAAggggAACCCCQtUCyYNUZ0LQDiKtU9S9FsJo1OicigIAjQLDKjYAAAu0uUMxgtd0XywQQQAABBBBAAAEEEEAgrwIpg9WUVyJYzetGMBgCVShAsFqFm86SESg1AYLVUtsR5oMAAggggAACCCCAQPkImGA1eElfxtPm5XoZk3ECAggEAgSr3AwIINDuAgSr7b4FTAABBBBAAAEEEEAAgfIV2N+qP3/6ZXbz73iA/ubgztmdy1kIIFD1AgSrVX8LAIBA+wsQrLb/HjADBBBAAAEEEEAAAQQQQAABBBDITIBgNTMvjkYAgQIIEKwWAJUhEUAAAQQQQAABBBBAAAEEEECgoAL5CFZzmeCuL97UYR2PVqdOnbIapsOePXu+zupMTkIAgZIRIFgtma1gIggggAACCCCAAAIIIIAAAgggkKYAwWqaUByGAAKFEyBYLZwtIyOAAAIIIIAAAggggAACCCCAQGEECFYL48qoCCCQgQDBagZYHIoAAggggAACCCCAAAIIIIAAAiUhQLBaEtvAJBCobgGC1eref1aPAAIIIIAAAggggAACCCCAQDkKEKyW464xZwQqTIBgtcI2lOUggAACCCCAAAIIIIAAAgggUAUCBKtVsMksEYFSFyBYLfUdYn4IIIAAAggggAACCCCAAAIIIBAVIFjlnkAAgXYXIFht9y1gAggggAACCCCAAAIIIIAAAgggkKEAwWqGYByOAAL5FyBYzb8pIyKAAAIIIIAAAggggAACCCCAQGEFCFYL68voCCCQhgDBahpIHIIAAggggAACCCCAAAIIIIAAAiUlQLBaUtvBZBCoToF8BKvVKceqEUAAAQQQQAABBBBAAAEEEECgHAU++eSTnKe964s3dVjHo9WpU6esxuqwZ8+er7M6k5MQQKBkBAhWS2YrmAgCCCCAAAIIIIAAAggggAACCBRBgGC1CMhcAoFqECBYrYZdZo0IIIAAAggggAACCCCAAAIIIOALEKxyLyCAQF4ECFbzwsggCCCAAAIIIIAAAggggAACCCBQJgIEq2WyUUwTgVIXIFgt9R1ifggggAACCCCAAAIIIIAAAgggkE8BgtV8ajIWAlUsQLBaxZvP0hFAAAEEEEAAAQQQQAABBBCoQgGC1SrcdJaMQCEECFYLocqYCCCAAAIIIIAAAggggAACCCBQqgIEq6W6M8wLgTITIFgtsw1juggggAACCCCAAAIIIIAAAgggkJMAwWpOfJyMAAK+AMEq9wICCCCAAAIIIIAAAggggAACCFSTAMFqNe02a0WggAIEqwXEZWgEEEAAAQQQQAABBBBAAAEEECg5AYLVktsSJoRAeQoQrJbnvjFrBBBAAAEEEEAAAQQQQAABBBDIToBgNTs3zkIAgYgAwSq3BAIIIIAAAggggAACCCCAAAIIVJMAwWo17TZrRaCAAgSrBcRlaAQQQAABBBBAAAEEEEAAAQQQKDkBgtWS2xImhEB5ChCslue+MWsEEEAAAQQQQAABBBBAAAEEEMhOgGA1OzfOQgCBiADBKrcEAggggAACCCCAAAIIIIAAAghUkwDBajXtNmtFoIACBKsFxGVoBBBAAAEEEEAAAQQQQAABBBAoOQGC1ZLbEiaEQHkKEKyW574xawQQQAABBBBAAAEEEEAAAQQQyE6AYDU7N85CAIGIAMEqtwQCCCCAAAIIIIAAAggggAACCFSTAMFqNe02a0WggAIEqwXEZWgEEEAAAQQQQAABBBBAAAEEECg5AYLVktsSJoRAeQoQrJbnvjFrBBBAAAEEEEAAAQQQQAABBBDIToBgNTs3zkIAgYhAPoLV5j+/hSsCCCCAAAIIIIAAAggggAACCCBQNIGav+mR9bUIVrOm40QEELAFCFa5HxBAAAEEEEAAAQQQQAABBBBAoNwECFbLbceYLwIVKECwWoGbypIQQAABBBBAAAEEEEAAAQQQqHABgtUK32CWh0A5CBCslsMuMUcEEEAAAQQQQAABBBBAAAEEELAFCFa5HxBAoN0FCFbbfQuYAAIIIIAAAggggAACCCCAAAIIZChAsJohGIcjgED+BQhW82/KiAgggAACCCCAAAIIIIAAAgggUFgBgtXC+jI6AgikIUCwmgYShyCAAAIIIIAAAggggAACCCCAQEkJEKyW1HYwGQSqU4BgtTr3nVUjgAACCCCAAAIIIIAAAgggUM4CBKvlvHvMHYEKESBYrZCNZBkIIIAAAggggAACCCCAAAIIVJEAwWoVbTZLRaBUBQhWS3VnmBcCCCCAAAIIIIAAAggggAACCCQTIFjl3kAAgXYXKMdg9e17GnTDQ5Iu/KUevezodjdkAggggAACCCCAAAIIIIAAAgggUFwBgtXienM1BBBIIFDwYPXD53XjRUv1WkL9AbrxuQZ9J5Od8cfLKlR9RytP+6XWKYvrBnP0x4hN+oTrFuuGMw/Rxxtu0ZhbtodX03us7p1/qg5xvhs7d9DC1Rr5fSU+xxvBPyZdnvjr57LOdK/KcQgggAACCCCAAAKlKxD/+TOvc31jtc6f8GTqggf/83voc3H+ZuEXXWT62Tl/M2AkBBBoLwGC1faS57oIIBAIFC9YDYd8QdVpph+wzIe31d2tsDKTzcw1WP1Yz025UndukZwPbkf4oXFPjVvSS69cYQLknhr34HU67bDYsbrwWo1rutU5z/9K/sHPO092IJvGGv0PtZ7nB1T1poHGIQgggAACCCCAQKULFDhYTYevwMFqOlPgGAQQqEwBgtXK3FdWhUBZCbRXsCo7CLxGWhJX1eoFsc4Hsa1S7+16zQSTvRt0iVbrvi1egPm+96/ktrpVzRoEuObnvXvqhC3b9ZoG6PILn9Rdpp2A9eWHnUlbDST4UOgfe8LlDdJdq/WaFRQHFaTBfCLB7PfjbxV3PD+cTf9WivuX+qBSmKrV9BU5EgEEEEAAAQQQqDSBcLA66E+3aMwL8j4Tu2v1n76yn67yFdyfKSguCHT8z7dBxWp8IYHbtkveE2Pemb3HakrtUs2PfA735+B8pm3yP7O757if0a2iBX8S3hxCn4ODwofYPlLJWmn3NOtBICZAsMrdgAAC7S7QXsFqrGJ1kH62ZZ3+yfpQFwo2z90VtBIIf6iyq0TjP3CZD2dXaKn3aL4bLsqv4tRhkj6U/JYAQQiZaaBpBaWzxupPM5fmFqym8yhVundMpILVbUXAFwIIIIAAAggggEB1CSQIVp3WVQN044Pd9ahT3OB+Bv7mb933GESfzLrkcum+u7Z7j/vHglLnOHlFDr2Plra8k/gYP+zsPVa3nbJVk/zrm5Zgkc/h/hxkihUadmmMaTNgF0U4RQw99ar1FNmPGv15L1b31ebpsmgBBoUG1XXPs9pqEiBYrabdZq0IlKhA8YLVRADmQ05v/d7pexoLNUOVnkGw6n8g8sNMO1iNfVgKKkjtYNX/F/Xgg5sXrAaVpP4HzkyCVetfzc0HPL/qNuuKVWtdTiuBHG4YP1QN/oU/h7E4FQEEEEAAAQQQQKCMBZIEq87n4MO8StREn4Gtz6a/7KY7f/mknLAzeHeAR+J/7jytXnquMfEx1lNfQbCa5HO4H6y6FawfBu9H8J82i1XXxrYkeY/VXNuAlfG2M3UEqkSAYLVKNpplIlDKAsULVpP9S3H8y6ACL/OByw9Wgw9yOQSrwcujcgtWQy+Jioa22QarbVWrRl8ClrA3rW2ZSUhcyncoc0MAAQQQQAABBBDIXiBxsBp+xD/8uTHUSssvflDkhbT+Z1H7M6z1pJkzX/+YRMFq3IISVM1+PxaMZhasRtsGULGa/f3DmQiUtgDBamnvD7NDoCoESidYTRIExvU1bd9gNfZBM/IBLUH/1Ux6rOb8NlMreE30L/lVcTOzSAQQQAABBBBAAIGIQLrB6mDtusg8ReZ+DVoYeazeeprKfkLshr97Quebx/WtdxyY80PHnLjdbe1ltwKIHO9POvyZOMNg1W/N5Qxm/tvCXxPBKr8WCFSqAMFqpe4s60KgjARKJ1j1G+fHmuOH+julrFhNr8fq4Rtu8XquZtljNdULoeL6tFr/Ut7my6uyaUUQvslCH17PpKNqGf0KMlUEEEAAAQQQQKCAApkHq6Heqeqp8wZu12Pr4z+rO/+Y7werx0j6tyTHJApW/XcdRN4L8IH3TgT33QrxwapbBZukx2oQrLoFGye+6n/2J1gt4A3G0Ai0qwDBarvyc3EEEDAC7R+smvdIRR4tMhNL+oh9pBfp+17DfHs7rX8BDz/K5B80QP7jRPZp/htDQy/Puuzo2CFW79Lo3RN+WZb109Aj+9bLrpwPi95xOb9oKsFbUoMp8EGS33QEEEAAAQQQQKB6BdINVq/TaaHP1QM06MInte4h80h/7GWzgWNcK4BLNeihZUHFq3Nc8DnYalfVe6ym1C7VfDNu8BV7ci1ZxeqNz52t//ReWBWc5n3mt88Z9Cc/TDXXH6BBelLrtlj/bVG9NwIrR6AiBQhWK3JbWRQC5SVQ8GC1vDiYLQIIIIAAAggggAACCCCAAAIIlIEAwWoZbBJTRKDSBQhWK32HWR8CCCCAAAIIIIAAAggggAAClSdAsFp5e8qKECg7AYLVstsyJowAAggggAACCCCAAAIIIIBA1QsQrFb9LQAAAu0vQLDa/nvADBBAAAEEEEAAAQQQQAABBBBAIDMBgtXMvDgaAQQKIECwWgBUhkQAAQQQQAABBBBAAAEEEEAAgYIKEKwWlJfBEUAgHQGC1XSUOAYBBBBAAAEEEEAAAQQQQAABBEpJgGC1lHaDuSBQpQIEq1W68SwbAQQQQAABBBBAAAEEEEAAgTIWIFgt481j6ghUigDBaqXsJOtAAAEEEEAAAQQQQAABBBBAoHoECFarZ69ZKQIlK0CwWrJbw8QQQAABBBBAAAEEEEAAAQQQQCCJAMEqtwYCCLS7AMFqu28BE0AAAQQQQAABBBBAAAEEEEAAgQwFCFYzBONwBBDIvwDBav5NGREBBBBAAAEEEEAAAQQQQAABBAorQLBaWF9GRwCBNAQIVtNA4hAEEEAAAQQQQAABBBBAAAEEECgpAYLVktoOJoNAdQoQrFbnvrNqBBBAAAEEEEAAAQQQQAABBMpZgGC1nHePuSNQIQL5CFZ37txZIRosAwEEEEAAAQQQQAABBBBAAAEEykGgrq4u62l+8sknWZ/rn7jrizd1WMej1alTp6zG6rBnz56vszqTkxBAoGQE8hGstra2lsx6mAgCCCCAAAIIIIAAAggggAACCFS+QOfOnbNeJMFq1nSciAACtgDBKvcDAggggAACCCCAAAIIIIAAAgiUmwDBarntGPNFoAIFCFYrcFNZEgIIIIAAAggggAACCCCAAAIVLkCwWuEbzPIQKAcBgtVy2CXmiAACCCCAAAIIIIAAAggggAACtgDBKvfD/9/evYBZUd353v+Jz6hnom+Yt2NQSGYaZjSaGC+DmoCKgDH66EEhEx0bCE4bNMEZIYYkBi8wgEDQGBUHjYhw8GCYaEZRDkajAmokXsdLNIlmhu68ES8xzTGGibf36HlWXdeqvWv33rv3pWrvbz/PPM/YXbVqrc+q7nT/+Ne/EECg6QIEq03fAiaAAAIIIIAAAggggAACCCCAAAIVChCsVgjG4QggUHsBgtXamzIiAggggAACCCCAAAIIIIAAAgjUV4Bgtb6+jI4AAmUIEKyWgcQhCCCAAAIIIIAAAggggAACCCCQKQGC1UxtB5NBoD0FCFbbc99ZNQIIIIAAAggggAACCCCAAAJ5FiBYzfPuMXcEWkSAYLVFNpJlIIAAAggggAACCCCQJYG3XtCa66/UD/ukA0aer8UTP6E9sjQ/5oIAArkXIFjN/RayAATyL0Cwmv89ZAUIIIAAAggggAACCGRL4F09cP2xmq/vatXJ0prl35AmPaB5R+6WrWkyGwQQyLUAwWqut4/JI9AaAgSrrbGPrAIBBBBAAAEEEEAAgWYIvP2ru7Xi8W2JS/9RT/38GY099wc6s1PqvW2yJv/6EJ0xdK/EcSN07Okn6pDdmzFzrokAAnkXIFjN+w4yfwRaQIBgtQU2kSUggAACCCCAAAIIINAkgdfunqnul07SBYd1SG/8VEvXr9UDwVyG7D1RXxsubXlive55P/jk4Kn6wcSjNVh92rL+Lh34T8t0+pAmTZ7LIoBArgUIVnO9fUwegdYQIFhtjX1kFQgggAACCCCAAAIINEPABKvna55+cGKH9Np6Tb50oe4oNZEhl2jbxRM1RH265dL50tkEq83YN66JQCsIEKy2wi6yBgRyLtDIYPW55bPVc9oVmvDR53TN6HO0zrabskJb//EgSe7XRl20QVec3CGpTxtmT9CSn8UnxV8LPve7DZo9cYvGrjfXMJ97TtfM7tHkKybIjOB8eMcukTVc8OVRmhOdX4PNNddZKl1YbA41GL7/IYznZo3bep6Mbu0/6j1+7WfciBGfWz5am4/eqvMOqcHVnrlGo386Lvj+qMF4DIFAjQXMH9QjNj7sjDpv+pP6Vi3u/4rm+qwuO+9+HXvN+fpMReclDn7mSn1ow/Dgj/4KBzLnrlwbn3TYav3XWQdXOEhtDn901UiNf2qqNg3UozbTYRQEEGhhASdYfedZLbv8O7r7nfQFD/7kt7Wq62DtQbDawncFS0OgMQIEq41x5ioIIFBCoGHBqhMOpYVxfnjaOy0IpKygdPTjszVh01htCAPKIBjtvM4ca4exbjDat3G2FuvCIJy1ILzze9Vdt8AxuBbBKt9/CCDQygJeZdImTbzYqjbywkU1IdAbaLBqzu/WfLNfUTVV+ZvnB8zSasvC+9wT46sLacu/dJEjfQsdtlYa2YyQe0CT52QEEMiZgBOsVjR3KlYr4uJgBBAoECBY5aZAAIGmCzQmWDWB6WLpgqCSNC1sLPJ5U/m3unODLtTiRECaCGE9SROwrlanU3GaEuL2G6wmzrOD4WCeY0cs0ZKbJY2aEwe+icrarovmqHeTX7GqjbM1YVFYI9ulFWGomxjPVOKa9U5YJLd61sxhhlXna13Xq5DsnKPeRX4VbpcXONtVvv71tHy0zjFzDj784yQ5Y5eu2jXXCscYddEcdS7q1bj1nVrtVABb63Puct9VU9ZpXdLOdtg2Rxum9WqCvd6oqtkfMJrHqC51qVed3v3lj995Ua+WLOr01rzvQN3ta5kLJ9wjz+R+mIrVfROV0fa9UvI+stCoWG36z0kmUELAC1Z7NMupirQCzkQF56kn/8R7VPTRVTP1m6HD1b3RVHeaqsrj9IAJNZ1A0wo6zRScR0c/r+7XzCePCoJM88d58Lkh3Zqtj+mgoQvV/bL/uKkSVbVRRW2x+ZvP3SBd6T2mWuZHsYDZO9WfV++EJ3Xsk+Gae7T64unqvdSurg3DhenqveF+SWs131ufFJpJaR6SqU69eqhvaz6ikGPfm/ShJ49rWtVsmXochgACOReoKFgN+6wOCn9G0gog59vP9BFoqgDBalP5uTgCCBiBhgSryRAzGRAqLYSLw9PJLyUrT8sNVosdJ2mgwerEJfKrZf3xt4z3WxZ4YZ8JBb3K2iDY1BxtuEBabLUE8I5T0P4gqL6V1/bgFb9NwpQV2tC5Oq7SdSp0/V9EU6/r+SoIbuOA2A8Y/bDRawsQVQR3q3diHEibKl+nOtj6VvG+Zo3hh5vH63jdq51R24Yg9AzX53yr+autMZIAACAASURBVNXFvcGxxRw81yCQ9I0L1+vMw1tvbxBCu+N7axyIu7m0E2zG7n74HXuG/wgQ3gebj14hzYjXaoZKXW/iPnLICFb5YZ11AaufXhwCmkn7QaDCtgBW+PhXG0dqfBB6DvHCVxM2LpP5fBgQeo+yK3yU3g8o1x/+E12p+Rrx8nQvLHQrQsNA1w9pi13XezlKfxW11Qar/YSx7nqS1bVWsHppulkcnsYeYZga3yZ2BdhAq3izfvMxPwQQyIJA2cHq+9t1z7/M0lKdq3Uzx9NjNQubxxwQyLkAwWrON5DpI9AKAg0JVk0wdFNnXNWZ+G8nbIpQrVAyqPZ0H+kvN1j1wyxT9er3ag0+Unqsxn1b+6lYtdoI2O0GCq6VXHt4/WQFrDVeNMYRW+NQsEgQnAzy4jXac08Eq73dVq/OsML3Qmmp1YKhxI3tBZr2GN68ntCe2qnDrUrhguOiMd2qYuc4e439rNcd3x6zWNWytaBK3YtYhPvtBauOZ3yw32PVBKtuBXXqek1Unta2gmC1FX7Uts0aon6rXnXpCK0JH62PBPwKUxOgPhA+om4FmaayNHwBit8j1KXzg9vtwSP7yf6hdrBqVYMWfZFKid6jJYLVuJ9sWCkbzK/gHLe61Mx71sufj9fshc4pFatFK1kTZnZValClGkkl5mIcI+u2uRNZKAIINFKgrGD1rRe07PJ/0JzXh+krX7xa3zt2WFDVT8VqI/eKayHQagIEq622o6wHgRwKNCVYTTolQjS/GvFnkvXod2HoVItgtVSP1f5bAYQvpCoZrCbbG9iBbri+IlWV3ouPTNVmWG3ZTxDsviyp0mDVb9FgP+IftQhI7FVhYGqudat+r3t1b3JfE4/u+192XQuCRme97v7YQbI7D7vVRKnWD8HLyipxt9dkVVpH7RoGGqxa1bQEqzn8AcqU/YrRoHo05rCrL1eq0+6/GhzkhH0lglX78fZC7iC8jFoElApWk+0KSmxetRWryV6zYeYahMWNClaLvUxMTXyJFt8mCCDQ+gJOsPredt2y7Fq9dcq3deZ+e/mL3/Gw5l8+U5ft3E2nn/wjrT7RhKrmgx6rrX93sEIE6itAsFpfX0ZHAIEyBLIWrPo9QAtbAzQ7WE0NABOVhgUVq0FoOmP8Fk0zYXHYY7NIz9YwqI1C0oJgNT0IrkWwGt0uJdokpAerbsVq+q3XT8VqjYPVKKSv1t3urxoEsjWtWCVYLeOnFIdkWcAP8Ya7L6qKHvk3fUQTj7UHj8v32lWUpSpWnVYAflWT3S5ATo/UUsGq9YIt0wqgVN/RaoLVoII0+fIqv+3AWq9PamGwaoXOUTuEImZBYOusO+jdalojuK0Aijz6X7QPbpbvKuaGAAJ5E3CC1bee1WULujV/514687jVmvfpxzV/+VKteW83HXvk9brtSwdrj2iBBKt522vmi0DWBAhWs7YjzAeBNhRoSLCaCOqSj/5H/31aj2Zbj8Tb21HQ97Og56g5uthj4APpsXqOZL8EaoTVEzUlEHN7rAZVoNvm6CYTrG4a6/ZeTRkvPVgN+7oWrrXsYLVYj9Ubx2rLl63Q1unR6n5TJHus+v+9Z6LHaoq5N1Q/PVYTFbpl9ViNesXGL68aF/SRde+boL1EJe7JvqjW/GvSY5VgtQ1/6rbektMf2e8I+pmaF1SZj/jx+XIqVpMva0p7iVP0IqogbOxWt2a/9p5Otl6o5VZxWm0AavXyqnBbEy/r8l7MNV26+pVpiWA17PUa2AyZqnnqUefZ/kutdNhazQ/aIFT08qqUl1UlX27VenchK0IAgWYKFLQCeGW9ur+zULeEL6qS9JnDVuuus+xQ1cyYYLWZ+8a1EWgFAYLVVthF1oBAzgUaEqwGL1rqnea+iGiJeX29+bCrCe23wIdf9l50JO9lTdE55jTrZUn+oUWC1bTqy35fXhW8tCiYT9eULq3TOL8/aeLRfbeaNgjvgrWNmtIlbevUhVeM1tZo/qM057qx2jIjCErtytQgyCtoBWCWl3jpl73+9GA1nI9fBexXBMc3bfjIf1TZGXwprRWAp2yPMaVLXTdL49Z3avXE4FF7c1DRNgDhHm2WpqzTOjOPcO/Nl5JtE5IvOUuMGc1jVJe61KvOCwqD1fAlX/59U6V7EKau82y6tOI66ZzgZVnDb7U8rbU44bjtUmK9tALI+Q9Tpo9ATQR42VRNGBkEAQQaKlCsx+rbz1ypk1au1aOSOv9ykTbOPlGdg5LTIlht6EZxMQRaUIBgtQU3lSUhkDeBxgSryTerN04pNaxq3BS4kiOQ0gO1UiU7hC0nJK90fI5HAAEEmiJAsNoUdi6KAAIDEkh7edUfHlmqrgc+oWu/ObFIqGouSbA6IHhORgABEaxyEyCAQNMFGhasepWOs9Vzmv+ipMZ8PKdrZvdo8hUT1NGYC3KVfgVqFKwmKmdLVdj2OyUOQAABBBBAAAEEEKhaIC1Y9QY07QAKKlXDSxGsVo3OiQgg4AkQrHIjIIBA0wUaGaw2fbFMAAEEEEAAAQQQQAABBGoqUDJYLXklgtWabgSDIdCGAgSrbbjpLBmBrAkQrGZtR5gPAggggAACCCCAAAL5EXBfEFjpvOMXG1Z6JscjgAACBKvcAwgg0HQBgtWmbwETQAABBBBAAAEEEEAgvwLvv6s/7HynuvkP2l0f3nO36s7lLAQQaHsBgtW2vwUAQKD5AgSrzd8DZoAAAggggAACCCCAAAIIIIAAApUJEKxW5sXRCCBQBwGC1TqgMiQCCCCAAAIIIIAAAggggAACCNRVgGC1rrwMjgAC5QgQrJajxDEIIIAAAggggAACCCCAAAIIIJAlAYLVLO0Gc0GgTQUIVtt041k2AggggAACCCCAAAIIIIAAAjkWIFjN8eYxdQRaRYBgtVV2knUggAACCCCAAAIIIIAAAggg0D4CBKvts9esFIHMChCsZnZrmBgCCCCAAAIIIIAAAggggAACCKQIEKxyayCAQNMFCFabvgVMAAEEEEAAAQQQQAABBBBAAAEEKhQgWK0QjMMRQKD2AgSrtTdlRAQQQAABBBBAAAEEEEAAAQQQqK8AwWp9fRkdAQTKECBYLQOJQxBAAAEEEEAAAQQQQAABBBBAIFMCBKuZ2g4mg0B7ChCstue+s2oEEEAAAQQQQAABBBBAAAEE8ixAsJrn3WPuCLSIAMFqi2wky0AAAQQQQAABBBBAAAEEEECgjQQIVttos1kqAlkVqEWwum3btqwuj3khgAACCCCAAAIIIIAAAggggEALCowYMaLqVb355ptVnxueuP3t57X3oP206667VjXWLjt27PigqjM5CQEEMiNQi2A1M4thIggggAACCCCAAAIIIIAAAggggEA/AgSr3CIIIFATAYLVmjAyCAIIIIAAAggggAACCCCAAAII5ESAYDUnG8U0Eci6AMFq1neI+SGAAAIIIIAAAggggAACCCCAQC0FCFZrqclYCLSxAMFqG28+S0cAAQQQQAABBBBAAAEEEECgDQUIVttw01kyAvUQIFithypjIoAAAggggAACCCCAAAIIIIBAVgUIVrO6M8wLgZwJEKzmbMOYLgIIIIAAAggggAACCCCAAAIIDEiAYHVAfJyMAAKhAMEq9wICCCCAAAIIIIAAAggggAACCLSTAMFqO+02a0WgjgIEq3XEZWgEEEAAAQQQQAABBBBAAAEEEMicAMFq5raECSGQTwGC1XzuG7NGAAEEEEAAAQQQQCDTAn/6pVYvv0Lr+qQDjpity/7uQO2R6QkzOQQQaCcBgtV22m3WikAdBQhW64jL0AgggAACCCCAAAIItKXAO9q8/CjN1ZX6n6dIq646XzrtYS347O5tqcGiEUAgewIEq9nbE2aEQC4FCFZzuW1MGgEEEEAAAQQQQACBTAi8/cu7dN0j/5mYyx/11LNPa9x5t6h7hNR76+k67YVDNXnYXonj/lrjJp+kQ8lbM7GXTAKBdhIgWG2n3WatCNRRgGC1jrgMjQACCCCAAAIIIIBAiwu8uvFcTfvtf9eckR3S/35IS/5tjTYHa97no1/Q10dImx+7TT9+P/jkX5ypW/7uGA1Wnzb/2//SgV+7Vl37tDgSy0MAgcwJEKxmbkuYEAL5FCBYzee+MWsEEEAAAQQQQAABBLIgYILVmVqgW07+iPTqbTp93jzdXmpi+8zXb+d/Qfvo91o3b640g2A1C/vIHBBoNwGC1XbbcdaLQJ0EGhmsPrtslnrOuFqnfvRZXXX4WVprr2naKj0x82BJ7teOmnuPrj6lQ1Kf7ph5ghZujU+KvxZ87nd3aNZJmzT+LnMN87lnddXMHn1p2akyIzgf3rEL9XCB61G6JDq/BujmOpdKc4vNoQbD9z+E8dyk8U98TUa39h/1Hr/2M27EiM8uO1ybxjyhrx1ag6s9fZUOf3B88P1Rg/EYAoGqBMwfv+M07VX75DP10PXf0GerGm8AJ5k/2q+Tlnl/lA/g46nv6s/Wjwj+uK9snEdWfFrHPBmfs+CrP9ecwyobo1ZH+3Mpvhfma98bttkPO/hAAAEE6iTgBKvvPKMrFy/Sj99Jv9jggy7STVMP0R4Eq3XaEYZFAIFyBAhWy1HiGAQQ6FegYcGqEw6lhXF+eNpzVhBIWUHp0Y/M0gn3jdc9YUAZBKPDV5pj7TDWDUb77pylBZobhLMWh3d+j75ct8AxuBbBar/3IAcggED2BcwfzR9/7HNOCOkFelqr9845pLELGHCw+oyWfGWq5ppZR1VT5S4hCJgVVluZ8/zP3X5kMwJMs5Z7pZFrpCOscNeExt9f4y1q0inNmFe5nhyHAAKtIOAEqxUtiIrVirg4GAEEaipAsFpTTgZDoH0FGhOsmsB0gXRxUEmaFjYW+byp/Lux8x7N1YJEQJoIYb0tNAHrjRruVJymhLj9BquJ8+xgOJjn+L9ZqIU3SRp9SRz4Jiprp869RD33+RWrunOWTlgQ1shO1aow1E2MZypxzXpPWCC3etbMYbpV52td16uQ7LxEPQv8KtypXuBsV/n619Oyw3WWmXPw4R8nyRm7dNWuuVY4xlFzL9HwBT0af9dw3ehUAFvrc769fFdNW6u1STvb4T8u0T1n9egEe71RVbM/YDSP0VM1VT0a7t1f/vjD5/Zo4YLh3pqHDdTdvpa5cMI98kzuh6lYHZqojLbvlZL3kYVGxWr7/oDO0Mq9YHX7V9wQ1YR3jx/vf84K8uIwb7uWzPtPdQ6bp2mmunPkWr13xL1e4OeGfVbQaU6Owk7782FFpvW5T03XpD0+rknb52naMBPwDktU1VpVnN6jqdv0dbvCtoqAtljA7G2TNb5WnKueYSM07c5tuum8z+n2W+3qWj8IHXf98do8715JazQ3qAKOTIpa+hWnyQrUKMwY+j/ivbDum+rDjgzdfEwFAQQyL1DRz5qwz+ogsyyC1cxvLhNEoIUFCFZbeHNZGgKNFGhIsJoMMZMBodJCuDg8/dL/l6w8LTdYLXacpIEGqyctlF8t64+/6XN+ywIv7DOhoFdZGwSbukT3XCwtsFoCeMcpaH8QVN/Ka3uw3W+TMG2V7um8Ma7SdSp0zR1S4rqer4LgNg6I/YDRDxu9tgBRRfCX1XNSHEibKl+nOti6Ib2vWWP44eYJOkH3aGfUtiEIPcP1FQSrZ6knOLaYg+caBJK+ceF6nXl46+0JQmi/ejkc31vjQNzNpZ1gM3b3w+/YM/xHgPA+2DRmlTTdmksY0Cb2vdh95JARrDbyRyLXKiHghYp3PiTpGN003+6H54edCh+H90LG+zRp/lfUO2+qngoqJr0K1+2m0vOvtfor16szGMOtfI2rP7++fVz0GLtzTBiIzpBmetfx55IMPfutqK0yWI36CKZYFZ1r1LbAClZTzWIbP7CN1+he0g4kwnHd1gwVhR3c/QgggECVAmX/rHl/u3581blarPN069c/R4/VKr05DQEEaiNAsFobR0ZBoO0FGhKsmmBo1fC4qjPx3064Fu2IFUoG1Z7uI/3lBqt+yGeqXv1ercFHSo/VuG9rPxWrVhsBu91AwbWSaw+vn6yAtcaLxvjsT+NQsEgQnAzy4jXac08Eq71ftnp1hhW+c6VLrRYMJb4rvEDTHsOb12PaUzt1pFUpXHBcNKZbVewcZ6+xn/W649tjFqtathZUqXsRi3C/vWDV8YwP9nusmmDVraBOXa+JytPaVhCstv3P6ewBxP1W/SrL7fGj9dFkTfhqglVTnemHffEf3nJeVpLsV2qG8MYd+aD/ApTk4/p2sGr1Wo2DX0vMVMmmtSooEazGc3J7lxaEB051qR84D7/z09ocPpZfcA07WI1t4qot16xkNVdibDPn6LoBQdlhR/ZuMmaEAAI5EijrZ82ffqkrl3xJ3/rdMM0441otGzeMitUc7TFTRaAVBQhWW3FXWRMCTRBoSrCaXGciRPOrER+WrEe/C0OnWgSrpXqs9t8KIHwhVclgNdnewA50w/UVqar0XnxkqjbDast+gmD3ZUmVBqt+iwb7Ef+oRUBirwoDU3OtH+p13aN7kvuaeHTf/7LrWhA0Out198cOkt152K0mSrV+CF5WVom7vSar0jpq1zDQYNWqpiVYbcIPQC5ZpoAfpPZOTLygKQr23ArUeFC3irJUsFryBUvhG6bDkLRUsJpsV1BqhVVWrCZ7zfqXiKtHGxWslhMklxV2lHkXcBgCCCCQJuD8rHlvu9Z9b5nennixuj+xl39K30Oau/hcLdm5u7pOuUM3nWxCVfdnp3nygA8EEECgkQIEq43U5loItLBA1oJVvwdoYWuAZgerqQFgotKwoGI1CE3P+9wmnWHC4rDHZpGerWFQG4WkBcFqehBci2A1us1LtElID1bditX0b5l+KlZrHKxGIX217nZ/1SCQrWnFKsFqC/90baWlBRWqXh/T+EVV8aP3JlhNtALwKknN58usWI1eghUGlAuk66ww11SGrh/hvzyrVLBqvWCrWAWnsytVBKvhi6qmOS+v8nufHvNkSsWq1dvVD0NH6CHTY3VArQCKPPpfpI8swWorfR+yFgSyK+D8rPnTM1pyyVTN3bmXuj+/VgsOeVRzr1qs1e/trnGfvVF3dh+iPaKl0GM1u7vKzBBofQGC1dbfY1aIQEMEGhKsJoK65KP/0X+f0aNZ1iPxNkBB38+CnqPm6GKPgQ+kx+pZkv0SqL+xeqKmBGJuj9WgCvQ/LtG/mmD1vvFu79WU8dKD1bCva+Fayw5Wi/VYvWm8Nk2zQlunR6t7GyZ7rPr/vWeix2qKuTeU2wO1oMdqokK3rB6rUa/Y+OVV44M+su59E7SXqMQ92RfVmn9NeqwSrDbk5xwXqYVA4gVT3pBWr9Uij8R37VNexarkjh29xCmsVE1eKzzevLyq7+NaFvUvjVsUeKfYbQBq9PKqULKgfcHItXpI16vnlEQrgKAFgt+b1szpTC14Uv7Lq75yrzRyjeaaF3uF7Q9O/kjKi8ASL69KeVlV6sutzLh8IIAAAnUSKPhHnJdv07SF87QufFGVpM+OXKt7z7FDVTMZgtU6bQnDIoBAGQIEq2UgcQgCCPQv0JBgNXjRUs9Z7ouIFm4N5mdXE9pvgQ++7Pc9lfeSqOgcSXE/1HCdRYLVtOrLfl9eFby0KJjP1GlTtVbj/f6kiUf33WraILwL1nbUtKnSfwzX3GVH66fR/I/SJSvHa9P0ICi1K1ODIK+gFYBZYuKlX/b604PVcD5+FbBfERzfF+Ej/1FlZ/CltFYA5st2ywBNm6qpN0nj7xquG08KHrU3BxVtA+CdrasO3yRNW6u1Zh7h3psvJdsmJF9ylhgzmsfoqZqqHg2/uDBYDV/y5d83VboHYepaz2aqVq2UzgpeljX8Xy1Pay1OOG67lFgvrQD6/3nFEQi0jkDxl021zvpYCQIItJNAser4t5/6ro7//ho9Iqnzr5bq3m+fpM5BSRWC1Xa6T1grAlkTIFjN2o4wHwRyKtCYYDX5ZvXGYaWGVY2bAldyBFJ6oFaqZIew5YTklY7P8QgggEBdBQhW68rL4Agg0FCBtLYjb2xdrNM3HaAVF36hSKhqpkiw2tCN4mIIIOAIEKxyQyCAQE0EGhasepWOs9Rzhv+ipMZ8PKurZvboS8tOVUdjLshV+hWoUbCaqJwtVWHb75Q4AAEEEEAAAQQQQKBqgZL9nE07gIJK1fBSBKtVo3MiAggMWIBgdcCEDIAAAkagkcEq4ggggAACCCCAAAIIINBaAtW/KI9gtbXuBFaDQL4ECFbztV/MFoHMChCsZnZrmBgCCCCAAAIIIIAAApkXMMFq9JK+imdrvQix4nM5AQEEEKhegGC1ejvORAABS4BgldsBAQQQQAABBBBAAAEEqhZ4/x29sfPd6k4ftJsG77l7dedyFgIIIDAAAYLVAeBxKgIIxAIEq9wNCCCAAAIIIIAAAggggAACCCDQTgIEq+2026wVgToKEKzWEZehEUAAAQQQQAABBBBAAAEEEEAgcwIEq5nbEiaEQD4FCFbzuW/MGgEEEEAAAQQQQAABBBBAAAEEqhMgWK3OjbMQQCAhQLDKLYEAAggggAACCCCAAAIIIIAAAu0kQLDaTrvNWhGoowDBah1xGRoBBBBAAAEEEEAAAQQQQAABBDInQLCauS1hQgjkU4BgNZ/7xqwRQAABBBBAAAEEEEAAAQQQQKA6AYLV6tw4CwEEEgIEq9wSCCCAAAIIIIAAAggggAACCCDQTgIEq+2026wVgToKEKzWEZehEUAAAQQQQAABBBBAAAEEEEAgcwIEq5nbEiaEQD4FCFbzuW/MGgEEEEAAAQQQQAABBBBAAAEEqhMgWK3OjbMQQCAhQLDKLYEAAggggAACCCCAAAIIIIAAAu0kQLDaTrvNWhGoowDBah1xGRoBBBBAAAEEEEAAAQQQQAABBDInQLCauS1hQgjkU6AWweq2bdvyuXhmjQACCCCAAAIIIIAAAggggAACuRQYMWJE1fMmWK2ajhMRQMAWqEWw+u6774KKAAIIIIAAAggggAACCCCAAAIINExgt912q/paBKtV03EiAggQrHIPIIAAAggggAACCCCAAAIIIIBAngUIVvO8e8wdgRYRoGK1RTaSZSCAAAIIIIAAAggggAACCCDQRgIEq2202SwVgawKEKxmdWeYFwIIIIAAAggggAACCCCAAAIIpAkQrHJvIIBA0wUIVpu+BUwAAQQQQAABBBBAAAEEEEAAAQQqFCBYrRCMwxFAoPYCBKu1N2VEBBBAAAEEEEAAAQQQQAABBBCorwDBan19GR0BBMoQIFgtA4lDEEAAAQQQQAABBBBAAAEEEEAgUwIEq5naDiaDQHsKEKy2576zagQQQAABBBBAAAEEEEAAAQTyLECwmufdY+4ItIgAwWqLbCTLQAABBBBAAAEEEEAgSwJvvaA111+pH/ZJB4w8X4snfkJ7ZGl+zAUBBHIvQLCa+y1kAQjkX4BgNf97yAoQQAABBBBAAAEEEMiWwLt64PpjNV/f1aqTpTXLvyFNekDzjtwtW9NkNgggkGsBgtVcbx+TR6A1BAhWW2MfWQUCCCCAAAIIIIAAAs0QePtXd2vF49sSl/6jnvr5Mxp77g90ZqfUe9tkTf71ITpj6F6J40bo2NNP1CG7N2PmXBMBBPIuQLCa9x1k/gi0gADBagtsIktAAAEEEEAAAQQQQKBJAq/dPVPdL52kCw7rkN74qZauX6sHgrkM2XuivjZc2vLEet3zfvDJwVP1g4lHa7D6tGX9XTrwn5bp9CFNmjyXRQCBXAsQrOZ6+5g8Aq0hQLDaGvvIKhBAAAEEEEAAAQQQaIaACVbP1zz94MQO6bX1mnzpQt1RaiJDLtG2iydqiPp0y6XzpbMJVpuxb1wTgVYQIFhthV1kDQjkXKCRwepzy2er57QrNOGjz+ma0edonW03ZYW2/uNBktyvjbpog644uUNSnzbMnqAlP4tPir8WfO53GzR74haNXW+uYT73nK6Z3aPJV0yQGcH58I5dImu44MujNCc6vwaba66zVLqw2BxqMHz/QxjPzRq39TwZ3dp/1Hv82s+4ESM+t3y0Nh+9VecdUoOrPXONRv90XPD9UYPxGAKBqgTMH7+fV/dr9slTtema8/WZqsYbwEnmj/YbpCu9P8oH8PHMlfrQhuHBH/eVjfPoqpEa/1R8zrzpT+pbtfh+r2wa3tH+XJJ78awuO69b84Pxmjm/KpbEKQggkDMBJ1h951ktu/w7uvud9EUM/uS3tarrYO1BsJqznWa6CGRPgGA1e3vCjBBoO4GGBatOOJQWxvnhae+0IJCygtLRj8/WhE1jtSEMKINgtPM6c6wdxrrBaN/G2VqsC4Nw1tpe7/xeddctcAyuRbDadt9TLBiBVhQwfzSPeGK8E0J6gZ5W67/OOrixSx5wsGqFjlHVVLlLCAJmhdVW5jz/c+sP/4lfrdXQD7OW+6XD1kojw3DXn0/vhOC/veqxHs1qRgjeUAsuhgACzRJwgtWKJkHFakVcHIwAAgUCBKvcFAgg0HSBxgSrJjBdLF0QVJKmhY1FPm8q/1Z3btCFWpwISBMhrCdpAtbV6nQqTlNC3H6D1cR5djAczHPsiCVacrOkUXPiwDdRWdt10Rz1bvIrVrVxtiYsCmtku7QiDHUT45lKXLPeCYvkVs+aOcyw6nyt63oVkp1z1LvIr8Lt8gJnu8rXv56Wj9Y5Zs7Bh3+cJGfs0lW75lrhGKMumqPORb0at75Tq50KYGt9zl3uu2rKOq1L2tkO2+Zow7ReTbDXG1U1+wNG8xjVpS71qtO7v/zxOy/q1ZJFnd6a9x2ou30tc+GEe+SZ3A9TsbpvojLavldK3kcWGhWrTf85yQQkL1h9ebobopqKzyeP8z9n/v+VayOqU082IeN2XXbpNnUOXahuU9152Gr918j7veP8r4chpFtdqSjstD8fVmRar171XQAAIABJREFUnzuwW6fu8TFNfHmhuoeagHdYoqrWquIsFi5WEdAWC5i9RVvja9VM/WbocHVv7NHqGeO1/ja7utYPQo+95jg9cOn9ktZqflAFHJkUtfStTJh99dDYLgoz9r0p3guF1wiriQku+B5GAIH6ClQUrIZ9VgeZOfHzqb47w+gItL4AwWrr7zErRCDzAg0JVpMhZjIgVFoIF4enk19KVp6WG6wWO07SQIPViUvkV8v6428Z77cs8MI+Ewp6lbVBsKk52nCBtNhqCeAdp6D9QVB9K6/twSt+m4QpK7Shc3VcpetU6Pq/iKZe1/NVENzGAbEfMPpho9cWIKoI7lbvxDiQNlW+TnWwdRd7X7PG8MPN43W87tXOqG1DEHqG6ysIVs9Rb3BsMQfPNQgkfePC9Trz8NbbG4TQfvVyOL63xoG4m0s7wWbs7offsWf4jwDhfbD56BXSDGsuYUCb2Pdi95FDRrCa+Z+j7TJBL1Tc+LCko7T6Yrsfnh92Knwc3gsZN2nixdPVe2m3ng5CVK/C9WVT6TlCa85bqc5gDLfyNa7+nPXy56MQ0TkmDETPls73ruPPJRl69ltRW2WwGvURTNn4onON2hZYwWqqWWzjB7bxGt1L2oFEMky1jqxine1yT7NOBBCojUDZwer723XPv8zSUp2rdTPH02O1NvyMgkBbCxCstvX2s3gEsiHQkGDVBEM3dcZVnYn/dsK1iMUKJYNqT/eR/nKDVT/kM1Wvfq/W4COlx2rct7WfilWrjYDdbqDgWsm1h9dPVsBa40VjHLE1DgWLBMHJIC9eoz33RLDa22316gwrfC+UllotGErcml6gaY/hzesJ7amdOtyqFC44LhrTrSp2jrPX2M963fHtMYtVLVsLqtS9iEW4316w6njGB/s9Vk2w6lZQp67XROVpbSsIVrPxw5JZWAJxv9WoMtXq5+kfaMJXE6ya6ky/cjL+w1vOy0qS/UrN2d64hz3kvwAl+bi+HaxavVbj4NeaqqmSTWtVUCJwjOfk9i4tCA+c6lI/cP6rjSP1QPhYfsE17GA1tomrtlyzktVcibHNnKPregTF2hZwIyOAAAK1FygrWH3rBS27/B805/Vh+soXr9b3jh1GxWrtt4IREWg7AYLVtttyFoxA9gSaEqwmGRIhml+N+DPJevS7MHSqRbBaqsdq/60AwhdSlQxWk+0N7EA3XF+RqkrvxUemajOstuwnCHZfllRpsOq3aLAf8Y9aBCT2qjAwNde6Vb/Xvbo3ua+JR/f9L7uuBUGjs153f+wg2Z2H3WqiVOuH4GVllbjba7IqraN2DQMNVq1qWoLV7P18ZEahQKJnZ/jpKNhzK1BjN7eKslSwaj/eXuAevmE6DElLBavJdgWlNrGKSs7UVgDW46yNClZLBsle4NuTqCzmjkYAAQTqI+AEq+9t1y3LrtVbp3xbZ+63l3/BHQ9r/uUzddnO3XT6yT/S6hNNqGo+aAVQnx1hVATaR4BgtX32mpUikFmBrAWrfg/QwtYAzQ5WUwPARKVhQcVqEJrOGL9F00xYHPbYLNKzNQxqo5C0IFhND4JrEaxGN2mJNgnpwapbsZp+w/dTsVrjYDUK6at1t/urBoFsTStWCVYz+7ORidkCQeWj18c0flFVHDKaYDXRCsCrJDWfL7NiNXoJVvhH9jzpBusFTCYo3DDcf3lWqWDVesFWYQVnYlerCFbTqkD9CteUilXrxVF+GDpcm0yP1QG1Aijy6H/U59WMbbUT4GZGAAEE6izgBKtvPavLFnRr/s69dOZxqzXv049r/vKlWvPebjr2yOt125cO1h7RfAhW67w1DI9AywsQrLb8FrNABLIv0JBgNRHUJR/9j/77tB7Nth6Jd/6sT/b9LOg5ao4u9hj4QHqsniPZL4EaYfVETQnE3B6rQRXotjm6yQSrm8a6vVdTxksPVsO+roVrLTtYLdZj9cax2vJlK7R1erS693Cyx6r/33smeqymmHtDuT1QC3qsJip0y+qxGvWKjV9eNS7oI+v2iw3aS1TinuyLas2/Jj1WCVaz/0OSGQYCiRdMeZ+1eq0WeST+9CHlVazKe9lSt+YHV4pe4hRWqiavFR5vXl6142O6MupfGrco8E6x2wDU6OVV4e1Q0L7gsNXapJX6zcmJVgBBCwS/N62Z01TNe0r+y6vOu186bK3mmxd7he0PzAu9ynl5lfOyqvgm9V5u9f98XXrge7rDuXeTfXG5sRFAAIHaCRS0Anhlvbq/s1C3hC+qkvSZw1brrrPsUNVcn2C1drvASAi0pwDBanvuO6tGIFMCDQlWgxct9U5zX0S0xLy+3nzY1YT2W+DDL3svOpL3sqboHHOa9bIk/9AiwWpa9WW/L68KXloUzKdrSpfWaZzfnzTx6L5bTRuEd8HaRk3pkrZ16sIrRmtrNP9RmnPdWG2ZEQSldmVqEOQVtAIwy0u89Mtef3qwGs7HrwL2K4LjWzB85D+q7Ay+lNYKwFO2x5jSpa6bpXHrO7V6YvCovTmoaBuAcI82S1PWaZ2ZR7j35kvJtgnJl5wlxozmMapLXepV5wWFwWr4ki//vqnSPQhT13k2XVpxnXRO8LKs4bdantZanHDcdimxXloBZOpHI5NBoM4CJV42VecrMzwCCCBQa4FiPVbffuZKnbRyrR6V1PmXi7Rx9onqHJS8MsFqrfeC8RBoNwGC1XbbcdaLQAYFGhOsJt+s3jiI1LCqcVPgSo5ASg/USpXsELackLzS8TkeAQQQqKsAwWpdeRkcAQQaKpD28qo/PLJUXQ98Qtd+c2KRUNVMkWC1oRvFxRBoQQGC1RbcVJaEQN4EGhasepWOs9Vzmv+ipMZ8PKdrZvdo8hUT1NGYC3KVfgVqFKwmKmdLVdj2OyUOQAABBBBAAAEEEKhaIC1Y9QY07QAKKlXDSxGsVo3OiQgg4AkQrHIjIIBA0wUaGaw2fbFMAAEEEEAAAQQQQAABBGoqUDJYLXklgtWabgSDIdCGAgSrbbjpLBmBrAkQrGZtR5gPAggggAACCCCAAAL5ETDBavSSvoqnzcv1KibjBAQQiAQIVrkZEECg6QIEq03fAiaAAAIIIIAAAggggEB+Bd5/V3/Y+U518x+0uz68527VnctZCCDQ9gIEq21/CwCAQPMFCFabvwfMAAEEEEAAAQQQQAABBBBAAAEEKhMgWK3Mi6MRQKAOAgSrdUBlSAQQQAABBBBAAAEEEEAAAQQQqKsAwWpdeRkcAQTKESBYLUeJYxBAAAEEEEAAAQQQQAABBBBAIEsCBKtZ2g3mgkCbChCstunGs2wEEEAAAQQQQAABBBBAAAEEcixAsJrjzWPqCLSKAMFqq+wk60AAAQQQQAABBBBAAAEEEECgfQQIVttnr1kpApkVIFjN7NYwMQQQQAABBBBAAAEEEEAAAQQQSBEgWOXWQACBpgsQrDZ9C5gAAggggAACCCCAAAIIIIAAAghUKECwWiEYhyOAQO0FCFZrb8qICCCAAAIIIIAAAggggAACCCBQXwGC1fr6MjoCCJQhQLBaBhKHIIAAAggggAACCCCAAAIIIIBApgQIVjO1HUwGgfYUIFhtz31n1QgggAACCCCAAAIIIIAAAgjkWYBgNc+7x9wRaBEBgtUW2UiWgQACCCCAAAIIIIAAAggggEAbCRCsttFms1QEsipQi2A1q2tjXggggAACCCCAAAIIIIAAAggggEBS4M033xwwyva3n9feg/bTrrvuWtVYu+zYseODqs7kJAQQyIwAwWpmtoKJIIAAAggggAACCCCAAAIIIIBAAwQIVhuAzCUQaAcBgtV22GXWiAACCCCAAAIIIIAAAggggAACoQDBKvcCAgjURIBgtSaMDIIAAggggAACCCCAAAIIIIAAAjkRIFjNyUYxTQSyLkCwmvUdYn4IIIAAAggggAACCCCAAAIIIFBLAYLVWmoyFgJtLECw2sabz9IRQAABBBBAAAEEEEAAAQQQaEMBgtU23HSWjEA9BAhW66HKmAgggAACCCCAAAIIIIAAAgggkFUBgtWs7gzzQiBnAgSrOdswposAAggggAACCCCAAAIIIIAAAgMSIFgdEB8nI4BAKECwyr2AAAIIIIAAAggggAACCCCAAALtJECw2k67zVoRqKMAwWodcRkaAQQQQAABBBBAAAEEEEAAAQQyJ0CwmrktYUII5FOAYDWf+8asEUAAAQQQQAABBBBAAAEEEECgOgGC1ercOAsBBBICBKvcEggggAACCCCAAAIIIIAAAggg0E4CBKvttNusFYE6ChCs1hGXoRFAAAEEEEAAAQQQQAABBBBAIHMCBKuZ2xImhEA+BQhW87lvzBoBBBBAAAEEEEAAAQQQQAABBKoTIFitzo2zEEAgIUCwyi2BAAIIIIAAAggggAACCCCAAALtJECw2k67zVoRqKMAwWodcRkaAQQQQAABBBBAAAEEEEAAAQQyJ0CwmrktYUII5FOAYDWf+8asEUAAAQQQQAABBBBAAAEEEECgOgGC1ercOAsBBBICBKvcEggggAACCCCAAAIIIIAAAggg0E4CBKvttNusFYE6ChCs1hGXoRFAAAEEEEAAAQQQQAABBBBAIHMCBKuZ2xImhEA+BQhW87lvzBoBBBBAAAEEEEAAAQQQQAABBKoTIFitzo2zEEAgIVCLYLX3Dy/gigACCCCAAAIIIIAAAggggAACCDRMoPPDn6j6WgSrVdNxIgII2AIEq9wPCCCAAAIIIIAAAggggAACCCCQNwGC1bztGPNFoAUFCFZbcFNZEgIIIIAAAggggAACCCCAAAItLkCw2uIbzPIQyIMAwWoedok5IoAAAggggAACCCCAAAIIIICALUCwyv2AAAJNFyBYbfoWMAEEEEAAAQQQQAABBBBAAAEEEKhQgGC1QjAORwCB2gsQrNbelBERQAABBBBAAAEEEEAAAQQQQKC+AgSr9fVldAQQKEOAYLUMJA5BAAEEEEAAAQQQQAABBBBAAIFMCRCsZmo7mAwC7SlAsNqe+86qEUAAAQQQQAABBBBAAAEEEMizAMFqnnePuSPQIgIEqy2ykSwDAQQQQAABBBBAAAEEEEAAgTYSIFhto81mqQhkVYBgNas7w7wQQAABBBBAAAEEEEAAAQQQQCBNgGCVewMBBJoukMdg9cUVU3ThDyX9/T/rR+fs13RDJoAAAggggAACCCCAAAIIIIAAAo0VIFhtrDdXQwCBIgJ1D1Zf36LFZ9ygfy+qf5IW3z9F+1eyM+F4VYWqv9ZNx/2z7lQV143mGI4RT/pvv7lcF544WG/cfbmmX/60u5ojz9bKJWM12PtsfO4pV9+saQep+DnBCOExlfAo8j5UM/71mzpu74rO5mAEEEAAAQQQQACBlhIo/P2zpst77mZ9cdZdpQsewt9Pnd+LazeLsOiiqt+dazcNRkIAgSYIEKw2AZ1LIoCAK9C4YNUNM6Oq00p/wTK/vN08zAorK9nRgQarb+j+Of+o6x6TvF/choSh8aGace0RevRcEyCHgWZ8rP7+G5rR813vvPAj/Re/4DzZgWw5a0wGvgSr5ahxDAIIIIAAAggg0NoCdQ5Wy8Grc7BazhQ4BgEEWlOAYLU195VVIZArgWYFqwr/ddsEq1+Xri2oag2CWO8XscelI5/Wv5tg8sgpOlM3a81jQXD4WvCv5La6Vc0aBbjm60ceqr997Gn9u07SV//+Ln3ftBOwPsKwM7XVQJFfCsNj//arU6Tv36x/t4LiqII1mk8imD2o8FbxxxtIKBr+8jyQMXJ1CzNZBBBAAAEEEEAAgVQBN1g95aXLNf0BBb8T+yeFT1/ZT1eFw/lfU1RcEF0m/P02qlgtLCTw23YpeGIsOPPIszVn+A1akvg9PJyD97twT/g7u3+O/zu6VbQQTiKYg1OxGhU+xCBUsvLtgUDrChCstu7esjIEciPQrGA1rlg9RZ9/7E79xPqlzgk2J22PWgm4v1TZVaKFv3CZX87O1Q3Bo/l+SKuwN6vM8/GvS2FLgKofn7eC0vln66V5NwwsWC3nUap+7yyC1X6JOAABBBBAAAEEEGgbgSLBqte66iQt/tdh+pFX3OD/g/zHb/ffY5B8MuvMr0prvv908Lh/HJR6xykocjhyP+mxXxc/Jgw7jzxbVxz7uGaH1zctwRK/h4dzkClWmLJd002bAbsowitiOFRPWk+RfXZrOO/lGnazebosWYAxkDZgbXOjsFAEcilAsJrLbWPSCLSWQOOC1WJu5pecI/WI1/c0rrB0Kj2jYDX8hSgMM+1gNf5lKaogtYPV8F/Uo1/cgmA1qiStJoy0/tXcrrqtumLVWteAeqNWs5bWuqdZDQIIIIAAAggggEAokBKser8H7x1UohZ70sn63fSfh+q6f75LXtgZvTsgGD8sDDhutHT/1uLHWE99RcFqyu/hYbDqV7C+Hr0fIXzaLK6ujXc4vcfqQNuAcRchgEDWBQhWs75DzA+BNhBoXLCa9i/FhS+DitjNL1xhsBr9IjeAYDV6edTAglXnJVXJ0LbaYLW/atXkS8BSe9MSrLbBty1LRAABBBBAAAEEyhQoHqy6j/i7warTSissflDihbTh76L277DWk2be5MJjigWrBbMvUjV7UByMVhasJtsGULFa5s3CYQjkToBgNXdbxoQRaD2B7ASrKT1BC/qaNjdYjX/RTPyCVqT/aiU9Vmv3NlOC1db7LmVFCCCAAAIIIIBAtQLlBqsTtf0M8xSZ/3HK1YnH6k1dQvBhPyF24cc26ovmcX3rHQfmMOeYkU/7rb3sVgCJ45Nj+y3AKgxWw9Zc3mDmb4twTQSr1d49nIdA1gUIVrO+Q8wPgTYQyE6wGjbOj5vjO/2dSlasltdj9aN3Xx70XK2yx2pUNVrkl7OCPq3Wv5T3+/KqWoahtRyrDb4BWCICCCCAAAIIINDSApUHq07vVB2qL0x4WrdtKPxd3at6DYPVAyT9KuWYYsFq+K4D+4W2S8bqd8E7EdKCVb8KNqXHahSs+gUbI58Mf/cnWG3pW5zFtbUAwWpbbz+LRyAbAs0PVs17pBKPFhma1EfsE71IXwsa5tuc1r+Au48yhQedpPBxIvu08I2hzsuzztkvPiT8xa/I1rkvy7IOcB7Zt1525f0rfHBc4hfKwQO6NQhWB8THyQgggAACCCCAQEsJlBusflPHOb9Xn6RT/v4u3flD80h//LLZiKagFcCXdcoPb4wqXr3jot+DrdZfR56tOcNv0BIzbvQRP7nmPsVl90g9Wb8NXlgVnRb8zm+fc8pLYZhqrn+STtFduvMx62+LltpbFoMAAgSr3AMIINB0gboHq01fIRNAAAEEEEAAAQQQQAABBBBAAIFWEyBYbbUdZT0I5FCAYDWHm8aUEUAAAQQQQAABBBBAAAEEEGhzAYLVNr8BWD4CWRAgWM3CLjAHBBBAAAEEEEAAAQQQQAABBBCoRIBgtRItjkUAgboIEKzWhZVBEUAAAQQQQAABBBBAAAEEEECgjgIEq3XEZWgEEChPgGC1PCeOQgABBBBAAAEEEEAAAQQQQACB7AgQrGZnL5gJAm0rQLDatlvPwhFAAAEEEEAAAQQQQAABBBDIrQDBam63jokj0DoCBKuts5esBAEEEEAAAQQQQAABBBBAAIF2ESBYbZedZp0IZFiAYDXDm8PUEEAAAQQQQAABBBBAAAEEEECgqADBKjcGAgg0XYBgtelbwAQQQAABBBBAAAEEEEAAAQQQQKBCAYLVCsE4HAEEai9AsFp7U0ZEAAEEEEAAAQQQQAABBBBAAIH6ChCs1teX0RFAoAwBgtUykDgEAQQQQAABBBBAAAEEEEAAAQQyJUCwmqntYDIItKcAwWp77jurRgABBBBAAAEEEEAAAQQQQCDPAgSred495o5AiwgQrLbIRrIMBBBAAAEEEEAAAQQQQAABBNpIgGC1jTabpSKQVYFaBKvbtm3L6vKYFwIIIIAAAggggAACCCCAAAIItKDAiBEjql7Vm2++WfW54Ynb335eew/aT7vuumtVY+2yY8eOD6o6k5MQQCAzArUIVt99993MrIeJIIAAAggggAACCCCAAAIIIIBA6wvstttuVS+SYLVqOk5EAAFbgGCV+wEBBBBAAAEEEEAAAQQQQAABBPImQLCatx1jvgi0oADBagtuKktCAAEEEEAAAQQQQAABBBBAoMUFCFZbfINZHgJ5ECBYzcMuMUcEEEAAAQQQQAABBBBAAAEEELAFCFa5HxBAoOkCBKtN3wImgAACCCCAAAIIIIAAAggggAACFQoQrFYIxuEIIFB7AYLV2psyIgIIIIAAAggggAACCCCAAAII1FeAYLW+voyOAAJlCBCsloHEIQgggAACCCCAAAIIIIAAAgggkCkBgtVMbQeTQaA9BQhW23PfWTUCCCCAAAIIIIAAAggggAACeRYgWM3z7jF3BFpEgGC1RTaSZSCAAAIIIIAAAgggkCWBt17Qmuuv1A/7pANGnq/FEz+hPbI0P+aCAAK5FyBYzf0WsgAE8i9AsJr/PWQFCCCAAAIIIIAAAghkS+BdPXD9sZqv72rVydKa5d+QJj2geUfulq1pMhsEEMi1AMFqrrePySPQGgIEq62xj6wCAQQQQAABBBBAAIFmCLz9q7u14vFtiUv/UU/9/BmNPfcHOrNT6r1tsib/+hCdMXSvxHEjdOzpJ+qQ3Zsxc66JAAJ5FyBYzfsOMn8EWkCAYLUFNpElIIAAAggggAACCCDQJIHX7p6p7pdO0gWHdUhv/FRL16/VA8Fchuw9UV8bLm15Yr3ueT/45OCp+sHEozVYfdqy/i4d+E/LdPqQJk2eyyKAQK4FCFZzvX1MHoHWECBYbY19ZBUIIIAAAggggAACCDRDwASr52uefnBih/Taek2+dKHuKDWRIZdo28UTNUR9uuXS+dLZBKvN2DeuiUArCBCstsIusgYEci7QyGD1ueWz1XPaFZrw0ed0zehztM62m7JCW//xIEnu10ZdtEFXnNwhqU8bZk/Qkp/FJ8VfCz73uw2aPXGLxq431zCfe07XzO7R5CsmyIzgfHjHLpE1XPDlUZoTnV+DzTXXWSpdWGwONRi+/yGM52aN23qejG7tP+o9fu1n3IgRn1s+WpuP3qrzDqnB1Z65RqN/Oi74/qjBeAyBQI0FzB/UIzY+7Iw6b/qT+lYt7v+K5vqsLjvvfh17zfn6TEXnJQ5+5kp9aMPw4I/+Cgcy565cG5902Gr911kHVzhIbQ5/dNVIjX9qqjYN1KM202EUBBBoYQEnWH3nWS27/Du6+530BQ/+5Le1qutg7UGw2sJ3BUtDoDECBKuNceYqCCBQQqBhwaoTDqWFcX542jstCKSsoHT047M1YdNYbQgDyiAY7bzOHGuHsW4w2rdxthbrwiCctSC883vVXbfAMbgWwSrffwgg0MoCXmXSJk282Ko28sJFNSHQG2iwas7v1nyzX1E1Vfmb5wfM0mrLwvvcE+OrC2nLv3SRI30LHbZWGtmMkHtAk+dkBBDImYATrFY0dypWK+LiYAQQKBAgWOWmQACBpgs0Jlg1geli6YKgkjQtbCzyeVP5t7pzgy7U4kRAmghhPUkTsK5Wp1NxmhLi9husJs6zg+FgnmNHLNGSmyWNmhMHvonK2q6L5qh3k1+xqo2zNWFRWCPbpRVhqJsYz1TimvVOWCS3etbMYYZV52td16uQ7Jyj3kV+FW6XFzjbVb7+9bR8tM4xcw4+/OMkOWOXrto11wrHGHXRHHUu6tW49Z1a7VQAW+tz7nLfVVPWaV3SznbYNkcbpvVqgr3eqKrZHzCax6gudalXnd795Y/feVGvlizq9Na870Dd7WuZCyfcI8/kfpiK1X0TldH2vVLyPrLQqFht+s9JJlBCwAtWezTLqYq0As5EBeepJ//Ee1T00VUz9Zuhw9W90VR3mqrK4/SACTWdQNMKOs0UnEdHP6/u18wnjwqCTPPHefC5Id2arY/poKEL1f2y/7ipElW1UUVtsfmbz90gXek9plrmR7GA2TvVn1fvhCd17JPhmnu0+uLp6r3Urq4Nw4Xp6r3hfklrNd9bnxSaSWkekqlOvXqob2s+opBj35v0oSePa1rVbJl6HIYAAjkXqChYDfusDgp/RtIKIOfbz/QRaKoAwWpT+bk4AggYgYYEq8kQMxkQKi2Ei8PTyS8lK0/LDVaLHSdpoMHqxCXyq2X98beM91sWeGGfCQW9ytog2NQcbbhAWmy1BPCOU9D+IKi+ldf24BW/TcKUFdrQuTqu0nUqdP1fRFOv6/kqCG7jgNgPGP2w0WsLEFUEd6t3YhxImypfpzrY+lbxvmaN4Yebx+t43audUduGIPQM1+d8q/nVxb3BscUcPNcgkPSNC9frzMNbb28QQrvje2sciLu5tBNsxu5++B17hv8IEN4Hm49eIc2I12qGSl1v4j5yyAhW+WGddQGrn14cAppJ+0GgwrYAVvj4VxtHanwQeg7xwlcTNi6T+XwYEHqPsit8lN4PKNcf/hNdqfka8fJ0Lyx0K0LDQNcPaYtd13s5Sn8VtdUGq/2Ese56ktW1VrB6abpZHJ7GHmGYGt8mdgXYQKt4s37zMT8EEMiCQNnB6vvbdc+/zNJSnat1M8fTYzULm8ccEMi5AMFqzjeQ6SPQCgINCVZNMHRTZ1zVmfhvJ2yKUK1QMqj2dB/pLzdY9cMsU/Xq92oNPlJ6rMZ9W/upWLXaCNjtBgqulVx7eP1kBaw1XjTGEVvjULBIEJwM8uI12nNPBKu93VavzrDC90JpqdWCocSN7QWa9hjevJ7Qntqpw61K4YLjojHdqmLnOHuN/azXHd8es1jVsrWgSt2LWIT77QWrjmd8sN9j1QSrbgV16npNVJ7WtoJgtRV+1LbNGqJ+q1516QitCR+tjwT8ClMToD4QPqJuBZmmsjR8AYrfI9Sl84Pb7cEj+8n+oXawalWtTg6pAAAaPklEQVSDFn2RSoneoyWC1bifbFgpG8yv4By3utTMe9bLn4/X7IXOKRWrRStZE2Z2VWpQpRpJJeZiHCPrtrkTWSgCCDRSoKxg9a0XtOzyf9Cc14fpK1+8Wt87dlhQ1U/FaiP3imsh0GoCBKuttqOsB4EcCjQlWE06JUI0vxrxZ5L16Hdh6FSLYLVUj9X+WwGEL6QqGawm2xvYgW64viJVld6Lj0zVZlht2U8Q7L4sqdJg1W/RYD/iH7UISOxVYWBqrnWrfq97dW9yXxOP7vtfdl0LgkZnve7+2EGyOw+71USp1g/By8oqcbfXZFVaR+0aBhqsWtW0BKs5/AHKlP2K0aB6NOawqy9XqtPuvxoc5IR9JYJV+/H2Qu4gvIxaBJQKVpPtCkpsXrUVq8les2HmGoTFjQpWi71MTE18iRbfJggg0PoCTrD63nbdsuxavXXKt3Xmfnv5i9/xsOZfPlOX7dxNp5/8I60+0YSq5oMeq61/d7BCBOorQLBaX19GRwCBMgSyFqz6PUALWwM0O1hNDQATlYYFFatBaDpj/BZNM2Fx2GOzSM/WMKiNQtKCYDU9CK5FsBrdLiXaJKQHq27Favqt10/Fao2D1Sikr9bd7q8aBLI1rVglWC3jpxSHZFnAD/GGuy+qih75N31EE4+1B4/L99pVlKUqVp1WAH5Vk90uQE6P1FLBqvWCLdMKoFTf0WqC1aCCNPnyKr/twFqvT2phsGqFzlE7hCJmQWDrrDvo3WpaI7itAIo8+l+0D26W7yrmhgACeRNwgtW3ntVlC7o1f+deOvO41Zr36cc1f/lSrXlvNx175PW67UsHa49ogQSredtr5otA1gQIVrO2I8wHgTYUaEiwmgjqko/+R/99Wo9mW4/E29tR0PezoOeoObrYY+AD6bF6jmS/BGqE1RM1JRBze6wGVaDb5ugmE6xuGuv2Xk0ZLz1YDfu6Fq617GC1WI/VG8dqy5et0Nbp0ep+UyR7rPr/vWeix2qKuTdUPz1WExW6ZfVYjXrFxi+vGhf0kXXvm6C9RCXuyb6o1vxr0mOVYLUNf+q23pLTH9nvCPqZmhdUmY/48flyKlaTL2tKe4lT9CKqIGzsVrdmv/aeTrZeqOVWcVptAGr18qpwWxMv6/JezDVduvqVaYlgNez1GtgMmap56lHn2f5LrXTYWs0P2iBU9PKqlJdVJV9u1Xp3IStCAIFmChS0Anhlvbq/s1C3hC+qkvSZw1brrrPsUNXMmGC1mfvGtRFoBQGC1VbYRdaAQM4FGhKsBi9a6p3mvohoiXl9vfmwqwntt8CHX/ZedCTvZU3ROeY062VJ/qFFgtW06st+X14VvLQomE/XlC6t0zi/P2ni0X23mjYI74K1jZrSJW3r1IVXjNbWaP6jNOe6sdoyIwhK7crUIMgraAVglpd46Ze9/vRgNZyPXwXsVwTHN234yH9U2Rl8Ka0VgKdsjzGlS103S+PWd2r1xOBRe3NQ0TYA4R5tlqas0zozj3DvzZeSbROSLzlLjBnNY1SXutSrzgsKg9XwJV/+fVOlexCmrvNsurTiOumc4GVZw2+1PK21OOG47VJivbQCyPkPU6aPQE0EeNlUTRgZBAEEGipQrMfq289cqZNWrtWjkjr/cpE2zj5RnYOS0yJYbehGcTEEWlCAYLUFN5UlIZA3gcYEq8k3qzdOKTWsatwUuJIjkNIDtVIlO4QtJySvdHyORwABBJoiQLDaFHYuigACAxJIe3nVHx5Zqq4HPqFrvzmxSKhqLkmwOiB4TkYAARGschMggEDTBRoWrHqVjrPVc5r/oqTGfDyna2b3aPIVE9TRmAtylX4FahSsJipnS1XY9jslDkAAAQQQQAABBBCoWiAtWPUGNO0ACipVw0sRrFaNzokIIOAJEKxyIyCAQNMFGhmsNn2xTAABBBBAAAEEEEAAAQRqKlAyWC15JYLVmm4EgyHQhgIEq2246SwZgawJEKxmbUeYDwIIIIAAAggggAAC+RFwXxBY6bzjFxtWeibHI4AAAgSr3AMIINB0AYLVpm8BE0AAAQQQQAABBBBAIL8C77+rP+x8p7r5D9pdH95zt+rO5SwEEGh7AYLVtr8FAECg+QIEq83fA2aAAAIIIIAAAggggAACCCCAAAKVCRCsVubF0QggUAcBgtU6oDIkAggggAACCCCAAAIIIIAAAgjUVYBgta68DI4AAuUIEKyWo8QxCCCAAAIIIIAAAggggAACCCCQJQGC1SztBnNBoE0FCFbbdONZNgIIIIAAAggggAACCCCAAAI5FiBYzfHmMXUEWkWAYLVVdpJ1IIAAAggggAACCCCAAAIIINA+AgSr7bPXrBSBzAoQrGZ2a5gYAggggAACCCCAAAIIIIAAAgikCBCscmsggEDTBQhWm74FTAABBBBAAAEEEEAAAQQQQAABBCoUIFitEIzDEUCg9gIEq7U3ZUQEEEAAAQQQQAABBBBAAAEEEKivAMFqfX0ZHQEEyhAgWC0DiUMQQAABBBBAAAEEEEAAAQQQQCBTAgSrmdoOJoNAewoQrLbnvrNqBBBAAAEEEEAAAQQQQAABBPIsQLCa591j7gi0iADBaotsJMtAAAEEEEAAAQQQQAABBBBAoI0ECFbbaLNZKgJZFahFsLpt27asLo95IYAAAggggAACCCCAAAIIIIBACwqMGDGi6lW9+eabVZ8bnrj97ee196D9tOuuu1Y11i47duz4oKozOQkBBDIjUItgNTOLYSIIIIAAAggggAACCCCAAAIIIIBAPwIEq9wiCCBQEwGC1ZowMggCCCCAAAIIIIAAAggggAACCOREgGA1JxvFNBHIugDBatZ3iPkhgAACCCCAAAIIIIAAAggggEAtBQhWa6nJWAi0sQDBahtvPktHAAEEEEAAAQQQQAABBBBAoA0FCFbbcNNZMgL1ECBYrYcqYyKAAAIIIIAAAggggAACCCCAQFYFCFazujPMC4GcCRCs5mzDmC4CCCCAAAIIIIAAAggggAACCAxIoFiweuaZZ6aOuWbNmoKvbX/7ee09aD/tuuuuVc1llx07dnxQ1ZmchAACmREgWM3MVjARBBBAAAEEEEAAAQQQQAABBBBogEBaxWqxcLVYqGqmSLDagI3iEghkXYBgNes7xPwQQAABBBBAAAEEEEAAAQQQQKCWAqVaAdjhalqoSrBay91gLARyLECwmuPNY+oIIIAAAggggAACCGRV4E+/1OrlV2hdn3TAEbN12d8dqD2yOlfmhQACbSfQX49VE66WClUJVtvulmHBCBQXIFjlzkAAAQQQQAABBBBAAIHaCryjzcuP0lxdqf95irTqqvOl0x7Wgs/uXtvLMBoCCCBQpUB/wWo5w9IKoBwljkGgxQUIVlt8g1keAggggAACCCCAAAJ1FHj7l3fpukf+M3GFP+qpZ5/WuPNuUfcIqffW03XaC4dq8rC9Esf9tcZNPkmHkrfWcYcYGgEEigkQrHJfIIBATQQIVmvCyCAIIIAAAggggAACCLSlwKsbz9W03/53zRnZIf3vh7Tk39ZocyCxz0e/oK+PkDY/dpt+/H7wyb84U7f83TEarD5t/rf/pQO/dq269mlLOhaNAAJNFCBYbSI+l0aglQQIVltpN1kLAggggAACCCCAAAKNFTDB6kwt0C0nf0R69TadPm+ebi81hX3m67fzv6B99HutmzdXmkGw2tgd42oIIGAECFa5DxBAoCYCJlj9/fv/qf33PlyDdtm1JmOmDfLsslnqOeNqnfrRZ3XV4WdprX3gtFV6YubBktyvHTX3Hl19SoekPt0x8wQt3BqfFH8t+Nzv7tCskzZp/F3mGuZzz+qqmT360rJTZUZwPrxjF+rhgskepUui82vAYa5zqTS32BxqMHz/QxjPTRr/xNdkdGv/Ue/xaz/jRoz47LLDtWnME/raoTW42tNX6fAHxwffHzUYjyEQSBV4Rku+MlVz7a9Hf/w2ls35I73qS5s/2Mepd+LPNeewSgfxz532anjeMbppfgP/8E8JJiadstkPLqyPR1Z8Wsc8eaYeuv4b+mximeZr3xtWeE6lGhyPAAIIlBJwfma/84yuXLxIP34n/YzBB12km6Yeoj0IVrmxEECgiQIDDVZ32WUXbX/rF/rIoL/WrrtWl6XssmPHjg+aaMClEUCgBgImWP3DBy/r/93zo/qL/1bHZ3CccCgtjPPD056zgkDKCkqPfmSWTrhvvO4JA8ogGB2+0hxrh7FuMNp35ywt0NwgnLXAvPN79OW6BY7BtQhWa3CXMgQCCDRCwAvotFbvnXNIcDk/XLz9yMYHcwMNVs35H7/zIW8dC75aabAaBMwjbQv/c6p4rCp3zgSr10nLvIqu4MMLW+/TJCfgNfO6Vxq5RjrCWudT39WffX+Nd2KxMLbKWXEaAgggUFSg+p/ZVKxySyGAQPMEBhqsfjDo/9fv33pJH95lKMFq87aRKyPQfIH3339fb7+3U38c9IqG7NWpD++xdx0qV01gukC6OKgkTQsbi3zeVP7d2HmP5mpBIiBNhLAepQlYb9Rwp+I0JcTtN1hNnGcHw8E8x//NQi28SdLoS+LAN1FZO3XuJeq5z69Y1Z2zdMKCsEZ2qlaFoW5iPFOJa9Z7wgK51bNmDtOtOl/rul6FZOcl6lngV+FO9QJnu8rXv56WHa6zzJyDD/84Sc7Ypat2zbXCMY6ae4mGL+jR+LuG60anAthan3Ob+66atlZrk3a2w39convO6tEJ9nqjqmZ/wGgeo6dqqno03Lu//PGHz+3RwgXDvTUPG6i7fS1z4YR75JncD1OxOjRRGW3fKyXvIwuNitXm/6BskxkUq26M/1hWooIzqJA0Yd+d0qTt87zqThPiLdNcL9S0A0076DSc0desAFBhkGl97ltHHKM99/2cnrpzng7zQs1EVa1VUVts/uZzm+3AsYy9LAyYg5PMvNaP0G9nSDPDNQ9bq98Ouz5+BNYcao57/Hjv86u3j9DcJ/2AU4qrSlM9vPB0m74+f4S+lwxWZdZ+vTqtYDXan6H/w7tmHIr7V6w+7CgDikMQQACBQKCinzVhn9VB5mSCVW4iBBBonkC1waqpVH1/l/f0yp9e1F7v76s9/mxPDRrk/VCr+IOK1YrJOAGB7Al88MEHMlWr7/yfP+mdQW/oPb2lD0QxevZ2ihkhgAACCCCAAAIIIIAAAggggEAzBXbRLvoz/Tft/v5g7b7rn3vVqiZsreaDYLUaNc5BIIMCYbhqAlbz/5v/4wMBBBBAAAEEEEAAAQQQQAABBBBAIBYwIar5PxOoDiRUNSMSrHJnIdBCAmGgSqjaQpvKUhBAAAEEEEAAAQQQQAABBBBAoKYCYbhabaVqOBmC1ZpuC4MhgAACCCCAAAIIIIAAAggggAACCCCAQDsIEKy2wy6zRgQQQAABBBBAAAEEEEAAAQQQQAABBBCoqQDBak05GQwBBBBAAAEEEEAAAQQQQACBFhN48XYtvf3FoovqOGa6po/uKLngvq0rtfKhPpVzbPGBXtTtS2/Xix1jNH36KJW+Wn/2wVjaX5MumKT9+zu8gq+/eMdS3f6r2o9bwRQacGiffrZypR7s69CY6dM1qsrN8K2S03XtCu6b8D4seR+E86v9PoTz2X/SBZoU3TiV3U/FvxfCMWyPwLfP/96r/nun/1uinL0oGCXYCzOvMa+v9PfygEm64NRafkclrxrubfx5by86fqaVKx9Un3V4vEehrXW/Jn6eDdSWYLX/e4wjEEAAAQQQQAABBBBAAAEEEEBAlYVIIRjBaivdOgMPVsP7wYkROzrU19cnWaFpdcFqo60r+54o9r0QBptRwFdWgFy7dYbXD8PIKGgtFZRGweoX9alf/EivjrHD5trNzR7JsfvEi0GY2qlPdvTqF+bWMf/I85EHg38E2l+fO6ZP9z0Uxq1hsBqH2PtPmiTdfrvMPxm5YXll8ydYrcyLoxFAAAEEEEAAAQQQQAABBBBoU4EiIVKymjUIxhRUqTrh2TF+CPOgVVrmBxrJir1ktWFYsXq4DtcTeqLa851d219+rmJV4pq5m89Z1W92+OKfXhjQeJ8+YJIm6fZEFaZbdRhdPsXIqZzrc6vwUucRVDRGY3thmPwK3/iCGjN9jF5dGX+u45Od6vtFbxQoReHaZ/bXi4/a1clmL8aoz6tSdXazYMzIpuicgkrGYF0dB+yvF3/1ol/leHSfVq58VZ86pk8PWpXNJYNVb5+elzr6ZPLYcA8uOLUjqKgNAjcFVc6hZ8cn1dn3C/WWsim4T/193P8Fv/K6cC/MYPtr0vR99KBTOeme534vxJXeJf/hIfj+GvxXg/XGb94IhujQmEmf0vO3h1WaJe6zVKe4sjQZrLrz6StyL03XKKuS1tz3xqXzwA71/lJBJXMcwH9yeJ9+0WOtPvm9UlUlejh+GKwmvy/DnyHJfwiw/9vDGXD1NcFqm/7PIctGAAEEEEAAAQQQQAABBBBAoDKBZLDqPmbb8VP/8e6OkYdLTz6hPu9x+ziUi8KhKEwzwdD++swBL+pRc57XVsAEOQ9qH+cx8+A6f/7n0p/+ZIVx5Z3vVARGFW1DNVQv6+UgKC0+90lS8Mi6Uw3XMUaf2/tB3efNeZI+9YvbvdBx6DDp5e3BI9EHPu9XzkVBnh/8pF2nwwTRr4+JH6WOglU/ICo+jzAktIK1B/ex5mZV8CXmMaojCJj2toJYO+CyAnM/MOtLuHcoDMxcm+Jzilo4eOt6VWOCUNupFLQeLzftJfoPVs3+m7WHAZmpPJyufR40YVkYnPc5oWi4R6XmHAao/qPtflBrKjLH/N4PVouOYbeWsELxtO+F5OPnhVW8blgafe90jNGYvR/Ug+bR+44xmvTJ53W7qcrs9z5LOsUVpsVbASTuV7sa1NwnY17VyqBFQRishoFznzk2rCi1ql7j6yS/5yvtJxG3BOiIQvByg1WpYL1VBbvxT06C1cr+V4SjEUAAAQQQQAABBBBAAAEEEGhTgbRgNagOC4OxMFhNVGaG4ZAfKimoLPTP9YLF8LHdgqDDDVYrPd+tyAvXEAar7lZGQVgwh75ivUCtYNUOBoteJwq8EkZRiBxXkTohY1Rh6Vdcps1j+vT99aJVTer0vLSXlpyHFASXHVHlbhxSmRP315iggjQMVl33OFh1qo49t8I5RX14E8FqXLH6vD51TIcefCjuJ1pWsJq4x5xg9YJP6fmlt6svCr/jQM/Z9SI2ciqx3Xs0DFbdamt77A6NCdeS8r1Quq+n9X0WBNDO9074jwP2P1Ck3Wcp10+/b82NEVZLx2sq2OOiweoF+tQvl+r21+PAd//PjVHffUFl7QFjNOb1B73QO/zHlGKP4DvBZ6IdQRxAh0FqsiI1+TMq8fWwmjrx/T2QPqsEq236P4csGwEEEEAAAQQQQAABBBBAAIHKBKqpWI2rLYtXrNqP8tqVh0VeEFS0YrX/852K1ag3YxyslhVoJgKeeMzCilU3hHIrOKOK1eBRfC9YjKpbrZdzpQWr9jzsY6IWBlbA58y5SBsHp92AW9FoV+I6FatRm4GUitXBnRr8Rq/ecNoqWK0dwlYAUWVpcAceMEnT937QeclZFKIlWyfYY5cMVuN7z7uK/Qh6CZuwOtjsoxcUBtXUYWWmU7Ea3U+ue9gWwq1YTVQeey99K/JyJbtaueJgNaUyusCpsGI1+j6IQuVEZWkY6KZWrF7gtcOIX3Rnt0ew2xeUDlbTfiYVb5lgV6+6PVb9l9OlBKuJanqC1cr+l4CjEUAAAQQQQAABBBBAAAEEEECgYoE69Vh1wphibxfvp8dquec76y3SY9XUaYYVdlHVbJE3thfrY2qFdmnVfdHli1R1xr1bg6MSwWpHFMBZiyjS17V4z1pj+hnt/6tH9aL9yLqJ9cKK3DBoTPR29a8WvyAovroJ8Ny+reEawvA4PDZZlRhXHcaBazJE9R8OL3wLvNfL1ARmCZ+wp69bsWodl9Yb1wtcEzZJg4JQMn7pUexh5uVXyNodao3J4SOlJ550GtQGbS+CR+CTfYqDQT234N7uv2I1fjzfuc/CwL2MYDX546D4veS2KDCBZNwKwIS1iaDTaungjL+XpD9W9tKo4i0LivW2tcctfNkarQAq/sHPCQgggAACCCCAAAIIIIAAAggggAACWRFIDcm8KkM+EMiPAK0A8rNXzBQBBBBAAAEEEEAAAQQQQAABBBBAAAEEMiJAsJqRjWAaCCCAAAIIIIAAAggggAACCCCAAAIIIJAfAYLV/OwVM0UAAQQQQAABBBBAAAEEEEAAAQQQQACBjAgQrGZkI5gGAggggAACCCCAAAIIIIAAAggggAACCORHgGA1P3vFTBFAAAEEEEAAAQQQQAABBBBAAAEEEEAgIwIEqxnZCKaBAAIIIIAAAggggAACCCCAAAIIIIAAAvkRIFjNz14xUwQQQAABBBBAAAEEEEAAAQQQQAABBBDIiADBakY2gmkggAACCCCAAAIIIIAAAggggAACCCCAQH4ECFbzs1fMFAEEEEAAAQQQQAABBBBAAAEEEEAAAQQyIkCwmpGNYBoIIIAAAggggAACCCCAAAIIIIAAAgggkB8BgtX87BUzRQABBBBAAAEEEEAAAQQQQAABBBBAAIGMCBCsZmQjmAYCCCCAAAIIIIAAAggggAACCCCAAAII5EeAYDU/e8VMEUAAAQQQQAABBBBAAAEEEEAAAQQQQCAjAgSrGdkIpoEAAggggAACCCCAAAIIIIAAAggggAAC+REgWM3PXjFTBBBAAAEEEEAAAQQQQAABBBBAAAEEEMiIAMFqRjaCaSCAAAIIIIAAAggggAACCCCAAAIIIIBAfgQIVvOzV8wUAQQQQAABBBBAAAEEEEAAAQQQQAABBDIiQLCakY1gGggggAACCCCAAAIIIIAAAggggAACCCCQHwGC1fzsFTNFAAEEEEAAAQQQQAABBBBAAAEEEEAAgYwI/F/tDVkVNXWBm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6675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27" y="1772627"/>
            <a:ext cx="8404325" cy="4152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En la ventana desplegada, deberá ubicar al estudiante a remitir y presionar el icono  «      » correspondiente 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6222515" y="1534002"/>
            <a:ext cx="994121" cy="1654888"/>
            <a:chOff x="5729176" y="178184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184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7226163" y="3043961"/>
            <a:ext cx="287034" cy="251757"/>
          </a:xfrm>
          <a:prstGeom prst="roundRect">
            <a:avLst>
              <a:gd name="adj" fmla="val 729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5" descr="data:image/png;base64,iVBORw0KGgoAAAANSUhEUgAABVYAAAKjCAYAAAD2wVQ2AAAgAElEQVR4Xuy9CZhUxdm3/4AoiIAoguDCEhVUIu4YQcAQlWBUBESNAY2Ivr6uSf68aqKYRDSKL59rzGcUIS7xb1QkuARRQxQVjWBUDCoEw+LCJoiKiEbhu37V/ZypU11n6+mZ6e75nevyYuiuU/XUXafH4Z6nnmqyZcuWLcKLBEiABEiABEiABEiABEiABEiABEiABEiABEiABEggNYEmFKupWbEhCZAACZAACZAACZAACZAACZAACZAACZAACZAACRgCFKt8EEiABEiABEiABEiABEiABEiABEiABEiABEiABEggIwGK1YzA2JwESIAESIAESIAESIAESIAESIAESIAESIAESIAEKFb5DJAACZAACZAACZAACZAACZAACZAACZAACZAACZBARgIUqxmBsTkJkAAJkAAJkAAJkAAJkAAJkAAJkED1EXjkkUdk2LBh1TcxzogESKDOCFCs1hladkwCJEACJEACJEACJEACJEACJEACJFApBChWK2WlGCcJlA8BitXyWQtGQgIkQAIkQAKNlsBLL70ku+++u+y2226NlgEnTgIkQAIkQAIk0LAEKFYblj9HJ4FKJECxWomrxphJgARIoA4I3HnnnXL22WfXQc/skgTiCTz00ENy++23y7Rp06RNmzbERQIkQAIkQAIkQAINQoBitUGwc1ASqGgCFKsVvXwMngRIgARKR4BitXQs2VM2AjNnzpTDDz+cUjUbNrYmARIgARIgARIoMYGGFqv/+c9/5KuvvpKvv/7a/PfNN9/I5s2bZcuWLWamTZo0kaZNm8pWW21l/tt6661lm222MX/yIgESaBgCFKsNw52jkgAJkEDZEcgqVrF1+4orrpDXX3/dzGXIkCFy0003BXJs+PDhMnXqVPPep59+KjfccIPce++9sn79eunWrZtceumlMmLECEG24gMPPODlceqpp0rPnj1l3Lhx3vfR/1tvvWXeHzx4sIwZMybU7mc/+5ksW7YsiEPfRCzod9CgQd5+tU/7zb59+5r+NaMyKu799ttPfvWrXxX0i9dOPvlk2Xfffc2cwQ9x2JfdBl+/+eabBf0oU7yB+++//35ZsmSJYXraaacJ5qyXrw/EhzY6D6xTly5dCmKZNGmSzJgxQ8aPH29iTsNOuT377LPStm1bGTVqVIiFPT/0h/YTJ06U6dOnB8/Q2LFjg/G0vylTpoSkK/jhwvPDiwRIgARIgARIgARKRaAhxCpE6qZNm8x/EKnFXJCsLVq0MP9BtPIiARKoPwIUq/XHmiORAAmQQFkTyCJWIUoHDhwot956q8k0VHEKEajir127drJ27VozZwjA999/30g2CD1IxQsvvNDcj7qa7733nmnnCjN9DwL36quvLuCHsdHXyJEjZYcddpB58+YFbTDegAEDjMjVOPAmYh06dKhp99e//tW7JiqN7THBB5JWt6vrnFy5t/3224dEpA4AgQlpiJhx7zXXXCMTJkwIyWC7Db6GLIYAti/cjwssn3/+ebn77rtNXVLM94wzzpB+/foFMtPXB+bxySefhNYJEvS5554L1Tc95JBD5OOPP5b77rvPxJzEDhL09NNPN/OCsNZ4fvCDHwSy156frs/Pf/7zgAFk7rXXXhvEgnU47rjjjLSfPHlygEGFtC2Ry/rDxeBIgARIgARIgAQqgkB9itUvvvhCNm7caDJU3QuZqUmXZrG67SBWW7ZsKdtuu21SF3yfBEigBAQoVksAkV2QAAmQQDUQyCJWIbyQaWhnT4IBhJfKLlus2kJNWaEPXCrt9H78aQuzqLHsfhALpOc999wTSE1IOsg+iEdbrOJ1yE/0iwxUOxvT7dOd3+jRo43shEzNKvdcsQqxOHv2bPnzn/8cCE1XrKqIdZ8v3HviiSfKrFmzQpmckMYHHnhgICZ93NGXvTb4GkIWHDTjVyUpMlntGOLY2Ww0XsR55ZVXBlLUjgdrbI+p96iwxp+69pDjl1xySZBhnJV9NXw+OQcSIAESIAESIIG6J1AfYvXLL7+UDRs2xApVSFNkr2pJAC0HoGUAmjVrFmz/h4T1SVaUB2jdurU0b968ZODWPnqxXCVXys0ntAv69L1WsgHzHRU/xlqZftFVIlfcLEM6RET1+k1yyOyBMu+iXqUO29Nfinhkvtx0yCwZOO8nUh8R1cOkq34IitWqX2JOkARIgATSEcgiVlXgIZMQ2Ym++phuxiq2rJ977rnSp08fr8ysrVjFFndkbqochOg75ZRTzPZ4W6wiExNCEtIOtT3d7fiII0rmov2f/vQnIwqzyj1XrGIcZO/OmTPHKx6jpCjuU2nsi90Wlr4+cC8OitLsXqwT1kbnpf1DiiID2Rarcez22GMPee2112LrpNrxoL2bJYuxNZP13XffDdYB5QiQDasiOSv7dJ8AtiIBEiABEiABEmjsBOparOJn6M8//zyEWbNTIUfxHyQqaq2uW7fO/If2yGrFe7rlHzu1OnbsaLb+4zW9fIIV2atIKijF1VBitfjY04jM4nuvmzspVuuGa931SrFad2zZc4kITHz6d7Jg5aLUvf3imAtkr533jGz/r1WL5TdP/TZ1fz07dpexR5+Xuj0bkkClEsgiVjFHrY8JOYaMQkhWuz6mLVbRHjLsiSeeMDVZffVAtQ3+dDNWsR3cvY488kiTMasSFPIN5QWwvV/FL+ScHQfaotyAijkVhe5J9FFi1X5dt/O7cV1++eWh+PV9n1jFPPH6OeecYwS1m7GKWqX29fjjjwelBFxO2s6WjujP7QPc7LqpyscWo9/73vdMmQbUrlWxmsTOXW/f58CeX1x7fc/ljXVFCQSK1Ur9LsO4SYAESIAESKC8CdSVWIUoRSkm/KmXClX9E/IUInXlypWyevVq01Zlq0sN90Cqdu/eXTp16hRkr6pYdQUrMlxR+qm2h1wli1VIwdFynwl4pExG1uXq6XLx1SJX3jJEcnmutji024vI6ZNl3kUiN120RLrtOV7GLx4nM28ZIhJkyn5g9S8ifXLvo9/5txwid3WdGcqmFcmL1XMHyqzbI2IIMlZ3lekXDZLxcxBjXxn3F81y9cWIXFL/6/NvuViWdO0m469aIuPuGSiznhEZuHi8jN8Tc8MY+QzaD2+SQ8bkSJkRr0TsUhODmVs3uTfgqXyYx1pu30UoVsttRRhPAYEz7/2JQG6mkattt20to3qfJAd13j+S5D+WvyH3vvKwrP/is0TaOu6UUTcltmUDEqh0AlnFqj1fSNYHH3zQHE6lWYtR4gxyDJmfyJq062+iP58wS1sKAJIVohRb63GPHg5lxwGRie332OKOC5L3uuuuKzgEKS5j9Y477jBCN6vcixKr9rb+M888MxCZcRmrcWNrHVuVtipGdXu/XS4BDJQP2iPzGP+hzAAyWt2t+3HsSiVW8XxAvCPL2F0HCF/UvdUyEqyxWunfdRg/CZAACZAACZQXgboQqziUCkkIKjtdoQoCkK5ICMDPPxCqKAMQVUNViaEfbPNHgsCOO+5oBCu2/uPyCVa0h1yFkC32ShKrttzE16Nlssw7dUm0WF29VtZ2aJcXrppdepYsOXa0yKR58pMDcpHquGctHWTJU7QfJLOOcmWqPbv0YnVm17tk0NKzTEkAjDfomYE5aeuN8WYZIr7Yb5ZuD+TnjdICkMrHzpKBgaSNmGOonSWeo8aOKmtQ7MLyvloRoFitFT7eXB8EIFZx/XFZzaE0UeP+qMshcuGAMxPF6q3PTUndH8aiWK2PleYYDU0gi1iF2NPsQTvuqIxESDecXG9nhvrkZW3FKqQiygFgez3KACALVIWfZrHiMCa9IDUheN1DrKLEqr3NvlRiFbGgr3/+85/mh2oVoXFiVSWpfViXzglyWeWp2weE9vXXXx8cwIV7lI+WOUCpBj1oTO/HAVqo3RrHTksvgLl9QYbqAVt2PL6arLgPGcUzZsww5RHcddBDz5DBjGeJYrWhv2twfBIgARIgARKoLgKlFqs4oApSVS9bqurXn332mSxcuFDWrFnjrbuaRBilAJCJCrG69957J2avQq4We7BVkljNicTx8qKVSWpei8xYzc9O7zOZohCr4Rqjtlid1b9QuNo1X8O80otVkylrskPzmbYu+FCMVs1W53WI1SDGgrmHxWrNv0owmGbJekoBRI2d9HDw/XohQLFaL5g5SG0IQKx23qGTzF/5L3li5Tvervq03VW6bd/JvJdGrP7s0d/InPUfyB4t2si7mz4t6BP94X3tN61YRZmBz74M18zR7Fn7vdbNt4ssV2C369RmZ+nUtmMQ34ZNG2TR6neDv3fvsIe0atGqIP4V61fKik9XhV4vpm3a8Xzz1sHj5uqLc9HKxWbOu2y/c2xJB3ty6Oe5RS/Kp5s2mJd7dNxTBnTvG/nYufNCwyg+vrafbdogC1culkO65n6FGpchHRUEmP1t4YtyTv8zUn88kG3tXvOWvi67gFfbjpFzSDtAFrGqdTAfe+yxoF4qZN/xxx/vzVhVAWbXBMVrkGOQoXrVVqwiBpQDWLp0qfmtPy4Vh6gtqsLQZqLb3u1DrHxiVU+s14zcUopVxIM4EDfkJbJG48Qq2uN9ZN66THGIlx665esDQvPb3/6295AxlAPo2rWrKQMAHnr/ggULEtmptFWJihgR24svvuiNB4xHjhwpvmdIGfjWAc8LMqPPP/98itW0H262IwESIAESIAESSEWglGIVmaoff/xxMK5PquJNSFUkIOBQq9pcqKPaq1cvk72Kyy4j4Ga/okZrMZmriWJVJ6AiEFv7YzJWBVmt9+iW/iPkBbNNvqHEqm6xz2/xz8vhD7wx5jNTC2LPvZ5OrN4l3YJMVnvla8Sqn0/MQVy1eYB4b9EEKFaLRscb64uASrvxT90q76z/0CtCIUj/95iLU8klFWXT5z8pyz9e4c1c/UHHvaVt81by48NGZBJ8j8+fKRNnTw6k7U97nxKIM7x31ysPmTkg1uN6hbO6lCfa/c9TN5t5Quw+PuauQJ5CIF7/zG1y2zt/k98cdpr86NBhIfGqfWi5A7TDldQWbFVa//yA4+XcI84w/WK821+4W659/TE5f+/vyiVHne8dT+eGPrAW39m5uxl3yScrjPCOEtOI084eRsbx+i83BLH8tv/ZieIRYw97dLxgzQZ37ycvLXvNrOk9x/xUTu093PuY2hzRIG5uNgO01WcDX7+8apFZJ8z59hMuj5W5biA/fXicWceXT78ttZi9Y/bdcuMrfwqeDf1lAjjjFwG61sXWBM4iVjEWMgsvu+wyI+Lwm293W729NRzZotjmjjYHHHCAQP5BCk6ZMiWUxRolVn01VhEDao7imjhxYiDvkLHZv3//QDhqHHYmp70evoOgIPTcMd0aslE1VtG3fViWjhVVCkDfhxTu16+fmVMasapMlaWPqU+sauauHhzlK5WgmbB6P2S1W0IAcbvslAnquCIe/ICvkhbt3Xj0GcIzgct9hnxiFfEPHDjQHErGjNX6+j8xxyEBEiABEiCBxkGgVGIV2/nx86Bv+z8Eq0pWtMPPZDigKmnrf9IKQJTutddegl+U43LFqt0/xsfPgFlrroa2yJtR7O34ufqgS0bnM0pRu3RyN5l5hchVxy6Rs/Kn3Js+rupm6q8acYhyAaFt8/FitaaOasZSAKf7Y+iVr7E6WUbXlBkwYjjX3h9j9Jb/9GLVKncQymx1xGoBH4rVpM9Cfb9PsVrfxDle0QQglS6YfWfk/V9d8UKmvl2pZ9+cpqRA1GAaJ/pwhSLeg/hLyoBFlq6WPoD0u/Gk8cFwEH1dfnuSJM0X8/vOPeeb+5Laap9o6wpJFb1zL3jQmx2rgfnmjRggsH993KWRa+OLU6Wjj6HdEST5jhO/bwT0sxf8KXgL96eptat80sjNba4+wvRvt8X44x6fYAQp5OqsMZO94tmdvM3bXd+kh1ifDVc6P/DKVDn9qRvN7Y+cMC5S3Mf1n1Wsal9a7xLbxd1DoNzxkDH63nvvGeFmZ4gmzZvvRxNQprvvvrspg9DQF8QnMlyzrLE+QxDKvEiABEiABEiABEigoQiUSqx+9NFHwUFVbqaqitXNmzcb+Tp37txaZ6uCFyTprrvuaso34fKJVVuu4kCr9u3bZ0Sdk5m5A57ylzlwKp/tGWxZx3s1B0DlZOqLuRtOHykj7xEZaESrdQBUn3EyzhxYdaYMn/Mf+UFexOKWmkzZIg+vuuJmOeLliBiCw6u0FEAuzJFBjVdfjM7BUkHs4+SmPcfLPC1XEFkK4GYZEjq8yj4sK89YosfQA7syLh6b1xEBitU6AstuS0+gsYlVzYYESVeiQfIlydIsYhVjqMx0JaUeHpaUBRknlOOeBl+c2leSdNR7kUU6bcykYBi87pZR8MXgk6VRsUa1VbnrW6eovuzMU7RZdsHDqYQs2kaJVfs9l0faT2OxYjVt/2xHAiRAAiRAAiRAAiRAAuVMoBRiFb9kRgYqriipite//vpr+eCDD+TNN98sqraqy1HrrB566KHmLYhblatRZQFatmxpfhnOiwRIoHgCFKvFs+Od9UygsYnVw7scKG+vXmyyIXHZWYh1IVZRo/ToB3OZpZqVqZmVacSfT6wWEydE5XGTzjJb25MySVEmouedPzYxI7sVzFD3NKpeqvvIlkKsok+VnUkZtjr+kb89RX59zEVy7qPXmG39KNWQJK713jixan9GksS77+NLsVrP39Q4HAmQAAmQAAmQAAmQQFkRqK1YRZ3UdevWmTnFSdWmTZuajFbU13/77bdLJlZ32WUXUbEKmZpGrqIma/PmzctqHRgMCVQSAYrVSlqtRh5rYxSrp/UeLqPu+4mpOYqt5o+OusUc6FSMsEzz+ED4QWiiziq274M55K5diiCqn6j1SRJ8dsYqBONdb+RqZqbdVj900hjvoWZptsM3hFiFwIZQfXvsX2Ti07+TX/z9frO2SaUWKFbTPMFsQwIkQAIkQAIkQAIkQALFE6itWMXW/q+++ioQq7rt3/4TUhV/V7GKOvt6T/GRi2yzzTbmDAOtXa9Zqj65apcEQKbrTjvtVJuheS8JNGoCFKuNevnLb/Ko5/nXRS/I0vUrzCFPtlwrVqwiA/J/n7nNnBhvC8Jyr7GK7EucGI+szBPuvSg4JAlMSl1jVZ8Eu07nurFPmsxRZFYO6N438WFxM1Z1i3wWsbrg7D8EGahxh0+5wUBWLly5ODi4Cu9DVkJexl2lFqtpMk9RcgEXasB+uH6lOXgLVxoRjHZpMlbdcg6Ji5dv0NgyVvFD7CeffGIOiuJFAiRAAiRAAiRAAg1GADUex9xn1XRssEiyD1zJsXtmWxux+sUXX8j69etNr7ZIxd9VpuJ1/RqlAHD2wBtvvFESsaqHV+EcA7sEgC1W8TUuuzQA/o6DaLfddtvs6887SIAEhGKVD0HZEMC28z/OfUQ++GSF9zCgYsSqLSUxUdQqxVbxgzrvL5UiVhG3ndWJ+pnIYM0iLJPa6kNg1wvFtnacNm8fChX3sEQdXgXWcZdbY1X7SXMYFOJ9dtGLoYOa7PIASfMuhVi1mSWVLtDSCmCrFxgjSzitDE1TY1UzjrN+uBuTWMWBT/vvv79MmDBBxowZkxUV25MACZAACZAACVQFgfyhNPbhOw0xr6LkZCXH3hCQ041ZG7GalK0KoWoLVkjOVatWySuvvCKbNm1KF2BMK9RLxWGye+yxR0FtVYxlC1ZXriLbtV27drWOgR2QQGMkQLHaGFe9jOYM0fTY/Jly//y/BHJpQNeD5NDOB8iR3fuGTqHPKlbR93kPXyEfb/rM9K2X1sGsa7Hq294NKaaZqHHL4GuHbF7NbsS9SdIw6+FVGs8vH58g177+mPmre2hWXMxRh1dhLr845gJTwsB3uXHaNVaTapbqGk4ZdVPQtcrLJFFpC9gkIYrOoySs8ko6aAt9gNGMRc+HDtqy1zVNHFFiVfvJUlbAXY/GJFZvuOEGgVzFn7xIgARIgARIgAQaK4EykZNF4a/k2IuacL3cVKxYxVZ+iFVcvu3/dqaqylW03bBhg/z1r38VZLvW9tpuu+1M4kDXrl2NWHUzVZNKAkCsQrDyIgESyEaAYjUbL7YuEQHIr9tfuNsIPAip73U/Qg7uvH/syejFiNXWLVoFByFhHBwEBfH0/a4Hm63Ytz43Rf64bF7BrCD0LhxwpslszXqp2MN9kHun9TrWdAGh5pY38PWtQrhXx73kf446PySXbekZJ1YhJ+9/ZapcMPtOM8TTJ09ItZ0fbW3hmObQKp2D1gtFRu24Yy6UzzZtMNvzb3zlT5Fb8t04VSzaB2nFyV2VsmhzfK9BJpTrn7nNrHPcnDEuROTpT91o7kHZgeN6DQqxttfGXlO07d5xT7ONf+obM8zzg2dr/HGXRt6vXM9+6HLBLw5Qv1Yvu288d7eOuDq2H60pi6zUIb2+bzjPWvSC+SzhebtzxDWREjvpWa6NWH3ppZfMiaLYehR3Yfv9k08+aZrsvvvuMmjQIGnTpk3kLXH9Qoxi+5R74Tf1vj7RV9yl92m/cfPRvvQenP66YMECkyXgjo33Zs6cGcT6/e9/P5aTywilCnbbbbek5Yt8X2MDb18/WhLB7cBXIqEYNugXvOzx48owuCzj2IIruOMCe8Ss/KOeD3ueGlMUg6RnWsdw1z3pWUMMiNWdm8vJXZMoFqV+Zop+2HgjCZAACVQcgUqWk5Uce/k+KMWKVfw/+vPPPzcT89VTdUsB4O+4UGf1iSeekI0bN9YaCrby42fxvffeOyRWVai6f2JAuyQAMl7xsw8vEiCBbAQoVrPxYusSENDt+ZCblxx1fqxMtYfLKlZxr0pCCKtBPfoZkQaxipPYIfHqQqxiXAi/e195WJ5c+qoZCxfk23n9zkiUXhCUC1YuMvcM339waJs7XsP7jy98LnaLPqQhpJ99xWWNussKgdu6eevUJ9WD82+e+m3k02FnlNqN4uJEDMs/XmGaR8Wugv7Bd54LOEPs/qT/mbEi2RdvHB97Tez4e3bsLgN79E0l4JFpqpe9rvbreB99jj36PC9LHy807LxDJ5PlDTlcm6tYsQq5ddppp5mhlyxZ4pWa+GHzzDPPlGeffdYU1Ecdp9dff93cc91118mIESMKQk/qF9mm11xzjXfKRx55pEyZMiUUS9L2pscff9zILrtf33zsuPQeCLHjjjtO9O8a1EMPPSSXXXaZ+SvmjbpbmLcvPh+jZcuWGaYXXnih/OpXvypqeXHfrbfeasZHRoR7DR8+3KyL73LHLYYN+gX7yy+/XH72s5+ZYXTM+++/38h1+3JZ+thCJJ5++umGDVji0ufpscceM/+oiHs+dDyNKY4BntX77rvPW4v3e9/7nhnX5ZT0rGF8ZLW4c0N/uHzrhNd1LfW5rKtnpqgHjTeRAAmQQEUSKJST8285REYvHiczb+km9x4yWu4L5jVSJs/7ifQKzTN/v/1aH9w7RGo2VXvauKUHCkoBJNyTb18zbF8Z95ebZUiH/Cvu+854ax+9WAZd1U0mzxslSy4aJOPnaE9OP+Z/sLn6rzWXw8FbxmCtTA/1i7tdfim4NMAzVaxYXb16tXzzzTeBVEXo9tZ/Fan6Gv6E1MTPA88991xJSgE0a9ZMOnToIP369ZOtttrK0NMSAK5UtWuw6kFWuAf38yIBEshGgGI1Gy+2LgEBPXkeh/WYf0AuekFeW7nIbNe3sxN1S7jW+IREW/HpqsgIfNmlkHOQbrefcLk5if1/j7lY7nrlIWnbvJX85vjL5NXlb5jMQ1xvr14sbVq0kl3bdJRd2nZMzKAtAQp2QQJlRaBYsQpZBmGIHwp9khTyZ+jQoWaud999d5A1idchivDa888/X5DFmdSvijPddqUwIT4hzPAb92nTpgVy1ZV7UfC1Xwg133wQ1/Tp082c48QqpOq5555bUMcVMm3kyJEyYMAAmTx5chAGpNrSpUsLJN6kSZPk0ksvLVquHnLIIdK/f3/DGYcjuFmrkIq4pk6dGsSCtXnwwQfl2muvlSFDhgQlE4phg06jxCoYv/baayEBnkasImZI51mzZgX3qmSE6Hz33XcLltc3T20U9R4yUs844wyzLm6fWqcX78+ePVvmzSvc/YD+o6S77z19ZnzrhPa6llrCoq6embL6xsRgSIAESKBOCUSJ1b7Sd043OSsQqSoKbTnoyxh12q2eLhcfO17kyply8wmqWj332XJyl5T3iD9jNSdNxRKthe20Td8+IgOvqBGyRirfUyNXc+1etA7V8nAoEKv5NhIWzKG+Je0c63TxvZ0XI1aRdfrRRx8ZqYpLM1Y1S9XOVoW81L/jvnfeeUfefvvtkhxehbGRtfrd737XJDEgDp9Y9ZUEUBg77bSTbL311vUPniOSQAUToFit4MWr1ND3mXhskF2IOSDD8JReg+XTTRvMqe6a3YgT6nFh2/X0+U8GwhNZecg4xPW75++WG08abzJEO7XZOZT9am8TRw1XbMHG1unv3HO+yVa1RaxusU+q6VmpzOPiRiYwuL+8apE8OuqWxIzaamSQNCfNWAWjuRc8GLtVP6mvcn6/GLEKmdWtWze5/fbbjUCCEHKz7VQM+mQR7j/wwANl1KhRoYzMNP1GiVUwRkYjfltvZ0lmFasQZpCntvxE3zgQALIRojJOrGo7Xx1XjV0zD1Wo+QQzxtT2UcIt6rnS7Frcd+KJJ5qsWjfzNU446tq52bxZ2CA2n1iFGP34448LBHMasRq1lrh34sSJMn78+AJRX4xYRezK0M1GBke89uc//9nUM/Nl3+L+LGI16vPgi6Ounply/h7F2EiABEig9AQixOo9YsnE/KiuQDR/XxLOFEVTq92o5ZoZGs50LZCfxdzjFau5+SwJiVwRdzwVpn2ddhISwR+Yvu5zs2tdWexyyb/fbdI8+ckB1opZ910pV+UzZhO4lH7BE3ssRqxiG/8nn/B9goMAACAASURBVHziFau2XHUzWCFWIVVLKVZbtGghvXv3ll133dVkrSaJVbyPS7NWUVIJtVp5kQAJpCdAsZqeFVuWiACE57ylrxdkheo2Z2zJvuSx68zJ91oX1R4a8hN1LbGlf++2u5h2ur1f644i2/XQ355s3u/atpOs/+IzI2yRLdtt+05ma3mr5q2MiFWpCsE7uHs/E1faLdVaqxNS+LTewytOuOmBR7WtzVmiR6Msu9ESFHg+fnfS1alLV5TlZBKCKkasQrwhqxHZfCozXTmIrDr81tzOiEzik6bfOLGK/kePHm2yGlX0ZhWrEGUocWCXA9A56ntRYjVKxkXNO0764R4VzbYoTmKoDPAn5LDN1L43aWwIYhXfyjwLG4zlE6t4ffDgwSYb15aSacQqMjdxQWqmrT9brFiNEpjg8vOf/1zGjBljnjXl7K5LFrGKe5ER7cuAdV9PWrdin5k0zxXbkAAJkED1EIgSq55t/1HC0IVRIElflAKBWYp7fGLVuy1fJCxM2xWI1ppwLDHb+V5TAmCkK0hjYg+JVLddgVhNwaUBHrRixCqkKuSqZqoibFei4j2ITj3ECu9DrC5evFjmz58vX375ZUlmC7GK0ladOnUqEKtRtVZZZ7Uk6NlJIyZAsdqIF7+cpo4MVMjUjzd9ZkoC4PrNYafJXW88Lt/ZuXsgUvVrHNyDw3rQBvVGd2jRWvp2OSioTaknpy84+w/yt4UvGumphxW5YhYHSv2y/1lycJf95dVlb5ixT+2d2xqL8gOPzZ9pvj6n/xnmT4hhLR/wP0/dbA7CQi1V9KH3lRPbqFi01u3Jew8oOCSrEuKvjxj1EK24A7TqI476GqMYsQppimw9zcqE8HKzItMKTXueafpNEqvu+4gD9Tj79u1bgBSHGGmdV/s+yLPf/e53QR1QZCkuX75czj777FBNVVeeJcXmBpCGUZJIc/u0s34xN9267mZWJvVrv18MG8QVJVYh29E/tu+jlAQkaRqxCsF9/PHHm4xi1I5FdjL+EeHWa7WZJIlV9HX11VeHMOJgLPziAKfr2pnYdiYwYlb56qvJm1Ws2vJe56NrOWHCBCNyfUx93yeS1ra+vrdwHBIgARIoXwJxNVbtOqk1ctLNxMxtcS+cYU5IeuqISnQd00z3eMSqZqJG8VbBW1Nj1V8zFhmvuaxSu6RARK8RMjcqllwM+WzYUJceLg3w4BQjVlGW6quvvoo9tAoi1RWrX3/9tXzwwQfy8ssvl6TGKnChFIAmNUDiQpraWatJB1lts8025ue22l5m/Z8Z6NQbrm2vvJ8EypMAxWp5rkujiQoZn//7zG1GkiLrFLVQj37wUpOpirqryC7F1Xbb1uakd4hUHOx0eJcDzWnzO7dobbb4o46qbtHW0+nRVg8Bggz90YM/N33hMCkVsxgT299xnXDvRUbiLvlkhTw+5i65/5WpZgwVpxgLl4pfXSRkMvbquFfFyUmI1Q8/WRV7yFOjeRAjJgpGn335earDqaqBVVaxqgLI3iIN8XbbbbeF6lGmkYY2v7T9JslLn1hF2YIuXboULNd+++0XbJG379PDlmxxjAxLyDT7sKpyFKuaoWrXMIVoQ+1Zu7xBknyLEqtp2QB2nFiF8EW9WQhSiNY0YhV9ah3YGTNmBIdvRdXFRfskseo7wAv9oewDhDq2xumFDFVkp2gWtm7h1wxW+wHLKlZxr1tL1Vd7Nc3nKmltq+H7FudAAiRAArUjUAuxGjrUyZKCUZmtcYdARWWaxh4cFV07NXSQlQdQnYrV/PxfzI9bk/HqL1OQeDhW7RY4893FiFUcXAVhaddYdTNW7UOrtDwApCd+nnj66adNxmttL4yPn1ewIwiCFJeKVRys5ZOq+pq2TXuAVcEvFEIlI7DWs2RgwWFv1gzxbM8eKPMu2lWmX3SViFXrt7YccveHf6nhPod6HFthRjbuu0u65Q+D8/7i5PTJMllGF/5C5fTJMrPrXaYucejSA+3sz7N9yF3oc+47JK80RNhL3RGgWK07tuw5gQBqqP569l2CjEmIVWQFHtL1AFMDVbNKIS2xlR+HSqHNPcf81NyDC9v8kaX6wScrjITFIVeaYYit7ZCjrVq0EhWtuAf94sIp6prxem6/02XUfT8x46Cfsf1HmwOuUGIA4/1p/gxTIgCSFeJ1UI9+cvpTN4YO2nKniu3jMxY9b/rQS0sNaOZr1AnvemK87yT6W0dcHVtu4KcPjzNlD/TynTAPyYyatc8t/UdIEiM+8PzRocMKtru7J9f/+LARXiHrttO5uHwgLH/z1G9jnxDE7osFN2kJhpkLnzfZzHpBlEOEj+p9UoEM9fHEfSgLsdfOexbE4s5FG6CkRNLaoa1vjr6xsGb4pcGyCx6OLDMQNZ4dNJ7pc484o1alCrKKVYg11BnVU9kRj556j5qrmgFqbyVP840xbb9JYhUy7N577w0kbxoRhfjsfpGZeN5554VKHSArEZmMcWJVa5P6Mhh9DNIwQvYBpLBb8zWKKeQcaphCWOqF0giIya7VmiTf7HGLYYOx48Qq3tcMUGRk9uzZM5Zt1HzRx/XXX2+yX321apPEKvpVUaqHVkGsTpkyJSRVNfPXlfQYd4cddig4xKoYseo+P761r4tnJs3nk21IgARIoLoIFCtW/Qc0GTZpSgbkRUpQIiBKrNqw3XuylAJwFi2NWL05qhRAQo3VnIjyyaEIsRo7x/p/2ooRqytX5g5D1lIA9uFVKlE1W9XOWtXDpbArZs2aNaY0gNY8zTpzjIMyAPhZ8bDDDjO3+7JVNXtV39MyAPonYurYsWPM8L5nP8Xauj0GYrVX1qmmaJ+LccnofJ1f88wukbPmjZIl3tdrMrfdA9zcwebfcrEsObXmwDd9P+p1fNbu7XxzPns9LGzv6lqTvS35khvM9E2xvGXYhGK1DBel2kOCFBv3+ASzff6PJ19r6q1CWiLjdMUnK6XnnT82Gavn9cttvbelF+5dtPpdc1DVhi83mPewXR8X6qVCUmm/OJxK66fifUhVSFEVs8hchYDFpVmoEHPITL1zxDVG/Lm1XLU8wf8ec3FkHdahk8YYoQpReVbvEaZm66yFL5qyBrjeHvsX8yfixlyQoasXRO6A7n3NXCDmUMbggtl3ht6PKjeg9VK1MUT1d3v0DfGzJTOydgd2P0Jat2gVxAcmYODODzL23lceNgIQl2b6ukIS7W59borh9vTJE6R7hz28ok/X8WeP/iZgj3h2bdPRHKSlshTrA2FuX1rCQNfv3N4nmwPOUJ5h6hszgnvR36+Pq2Hr8kTfN5zwCxMjBLx7uXPGM6nCFmsHiQ/B7ls7vKZzHP/UrYGkR+1eeyz00+W3J5ku7AxrNxZ3PPD/ae9TTDMczKbPr49Xlu8nWcUqxA6knbu1HlvNe/XqFQhAt9apG5Nur1dhmLbfJLHqyqhixKpuwcacIMhQBgBxJmVV+rZz2/NWcXfJJZeY7etJjHxbwePWVsfHIVNuDdJrrrlG7C3lccLRHddmnpYN4kwSq2gDBigHcN1118m5554beTAYsjcfeOABb83euLqiWcQq4tEsVM2kVd4qPVHv1l1T/KLBlbrFiFW7jANKHPgOxyr1M5PlewXbkgAJkED1EChWrBbep0x0C/zISTOl2+RBMl7GebZDOyIqEKsZ7vGJVc0WdQ+ccg7aSiVW89v1kw7Csg/r+skBMcI5EMMPyMBnTk3HpQEetGLE6ooVK2Klqi9b1c5oXbVqlSxatEjee+89+eKLL4qaNUoA4GfoffbZR1q3bh2SqnHlADRj1a6zivqsUVeU+IOQtEWhZoRKkJmZfzbm5HoeefpIuU+cjNUPcSBc/s4+I2WkLJFuJpPVKalhZXvWjGuXL3AzZjE2smLPkiXH2pm0+npelBrZ203GLZ7lz6B9/Sa5ePkoufkEp1RC1Ov4PD7QTW6+qFfuUDuToeuK5HCGbHS7oh4L3lRPBChW6wk0h8kR0Fqq+PrekTfJs4telGGPjo/N/iyWHSSiXaP15dNvMxINYx7ceX9Z8ekqI+MgPiF3j+81yLzmE22I+765UwWHVO3TYc+g3qobm8pNiC/39HjNOkTGo33hQC0VY3r4lr4PuYcMXr3ixJnWldW268Y+GZJ4eggT3ofAdQWtLSzRBvVpbXGq2cDaP8Qx1tCVkhgHctSdp28d7ZixPpDhuGwm9usQjAMnjTblHKLG1wxQ9OPKSpsnRHtSjDYzX51VlehRTPH6PhOPNVm0N540vgCB3b/vmXFv2ObqI8xLdux6UBuY4IrLfE36LGURq76tydq/+57+3T1VHe1VXmG7NaRdln7jxKpmQNqZs8WIVcQIgYXMRRwoBOGHGpdJYhX3IWMUWQO+Q7s0ds0c1f7seO31Qhbv9OnTxd7WH7eeUQcg4Z4shyBBet96661BhqvLPA0bjJlGrOqzgPbIfE46GMzHKk5AZxWriMPOpNXapu42fXsdfO8VI1Z1nfB8oH4sWMybV5Odj/dL/cwkfX/g+yRAAiRQnQSKFasivsw2u66oyUbNZ326h1cVZHXaGauSk0uJ90heVO05OSRrCuOKKhnQTSYXbNUOC9/cfKw6qz5x62Tb1ojlfLYgHhx7qzOkb/9ZKedY/09dqcWqK1U1g1X/1Dqo+Nln7ty5Rq4Wc2HHD34Ri6xVXCpK3fqqbsaqLVb1viSxepVcWSgX80GHRWfuGZ11VL5m79Kz8s+q/exqKQBIz5qMzlzm9ywZ+JebpdsDKm0hNGv6LBCcUeDQ19UiV97iqZscvD5fbrpoiYy65Qh5wVuaIKq8QdTrYWmLz8VVS7uJ3HOf5AoFWFndLAVQzCNfVvdQrJbVclR/MCrSIMsWrVxsMv7sbftxBCChkNmqAsluC8l2/fGXBRmsmgkKWeW2R9u2zVuZuq3YNm9vJdc+Ia4uHHBmKBwI1+MmnRUclDWwR9+C7eYq9XzSDuJy+vyngrqv2rktF6PEKhipfH3khHEF2bIqDO352n3ZmZGY/7Qxk7yobdHnzsE3BrI4XWFYCrFqM7EFry1NbeFqTwaicceJ3w9eskVjVrGKchWaleoTq3aWsI+rvh8Vqy2QEbBvbe25+cQq3rd5uUI9y3eVLGIVkgo/ANoH+uhYvqxBPaAI2YjI0ET9J4ihK664QpYuXRocXJSlX5V8kE72BRmGEgAqa/U9yD1kcGqJApcNDrBCdqcrDyF7keFpb6FPI1a1DeIYO3as7LvvvkYkI+MRWaMXXnhhUNcVsWgJBGRCQuKBETJbr7zySiNVXZGIOJHNiP/sSwXlqFGjQv1rG5WFKi6VuX1wE/pAO2Rg2uMWwwbjphGraKex4esosYr3kI2M58Z+npClC6Z43SegixGrGEszaZFNi3/soASEewCYstXyE/b4xYpVZYGSA6eddpp5Ptwr6zOT5fsB25IACZBA4yBQvFhVwTM+n4EHXjkZKkYm4XVTv3EXCKLxeZmSp2rXV8RLbikAp06pucu9B4rJiE9omvDBTwUHRzkZrOkyVvNZeU6dV1f4FsSO6pbugV758fV108d3Xkjm0gAPYTFi1VcKAFv+bYlqC1bIVFus4u8bNmyQV199Vf71r39lnjXu/853vmOyVVXU2mLVzlhFrVU3gxV/x6V/xpUCMIIwQazO6l8j1bU9DkML3VdQYzU6mxRi1ddnsliNyqB2X7clqJPFml+NqHlH8nAyVN3PXE3mbze516rpyozVzI9/WdxAsVoWy9B4glAxZItCNzMyioavbqm2RX8HduxuaqS6h0vF0bXjsNtBktn1UfU9iEu9IGxdYRaVgRkXQxqxCuGGzF7zM5Vne7xdD1RFsS1WkwShxudKSVvSqZTEFn+7fIErHGsrViGgUQ4Cl5uZqcIU66AlFXxsbQFrx5dVrNrtfWIVYyMjVeW9+ywjDq3/68apGcDIHlZ5m7SVP0qsagxJ9yd9p0krVrXGpL2d3O0bMmr+/PlBlh1EHaQcsh/tC/VZx48fb6Rj1n5V8rljY+v2D3/4w+D0dH0/6YRTCE2IKlceqihGvyqS04hVjIt2kH2Qsnoh+/X888/3ijI9cArSWi+INYhY98T7qAxczfr11RkNvpftsUcgniEcfQc3QQifcsopoXGLYYMx04pVtMWzA5EcJ1axJpCYEL9Rz5P7XBQrVu2SAMhARmzvvvuu9+OkJRhsGV2sWMUAyIB1a+K6A2d5ZpK+B/B9EiABEiABEmjsBIoRq/bhVa5MVYnqKwdg12RFCQDUa0cd/6xXs2bNpE+fPtK9e/dAjtryNItYRZwdOnSIDCGqFIAKxrOWDvJK0HoXq075i2BCvtd9v8hATmm+7mnulyi+A7aiXs/9ciFWBiOOyd1k5hUiV4WyaVMc/JX1AWH7OidAsVrniDmATUDFEF7z1fKMo4Xsv4mzJ3vFqQpSCNGf9D9TFq5cHNQmhZTssfMecslj1wWyVNtHiVW83m37ToLDl1AqABfKBdgHUkH6uYdJ2RmfuEf7ObzLgdKj456RBz75ZCjuV7EHSWpnN9qZjZqNCuH5h78/FGTg2mLVFo1ohzquUVfUNnw7FneedjzFilXURG3dvHVQixY1RE/rPTwoNZBFitrx2bVWs/Rh88fXUWLVrVurdV11XaKyULEmS9evMNnDUczdNfKJVa0jHFX3Nst3oLRiNUufvrYQTbg0Q7S2/VXC/ZDGurXLzTD1xQ9Bh1Ni4xiBI/7zZTJWApNSxAjpqf8AaUzPU7HPTCmYsw8SIAESIAESqGYCxYjVtWvXmoOn7ExUu4YqvnYPr3IPusL9b775ppGrWQ+wQk1V/HzZuXNnszRuGYAsNVa33npr8wvx6MuXBVqzPR9iNVdrNbxtH2J1UFAKIJ/VLChjURelAJy6pcFkol63Z+uRpalKCdh9eORocIBW7qCsQFBDrJqDtfIHaBnxK54yHdX8qav8uVGsVv4aVtQM9GT2Yk4whxSzDzuyJ66ZpN/ZubvgxHqIVdT5xHZ/XHroEr5G21/2P8scYuUrK4A2vi3uaUC79S7de3x1QdNkrEKS2lmndiYnxNpzS/9hDnmK6itLJm1UW1usYl72wWC21CtWrGqJBpXMekDTOf1zh5hlkaJRJQ2y9OGOGSVW7TILdp1ULV3h1tpFv650teONe/ZssQpZr6UxfJI/zfPqtqkvsVpMbLynkACEKv5zD6ciKxIgARIgARIgARIggeIIFCNW8ctwZJz6xGpcjVVEqIIV8hPljPBL840bN6YOHv336NHDHBwLwYqrNmIVh2Btv/32ieMXlHsISlVEHTRVj4dXeTNQ+8q4ewbKrNOdshxOGQ1vdmrUwVNRr0eI2HCJjpoaq27pjppM2cRlYIMyIUCxWiYLwTDSEcCWZ1w+IWrL1ZdXLSpoo0LV3nbtKxsAwffO+g8FkhbySsVeughzp8Eju/bvy1/3liZwD1RKK1ZdaYsyBJ3a7GxOldesyDRiNamOZ1qxinhG3feTIAtYpeL9r0yt1eFVkI4/vO/iIDNZM2yzSFFbVNq8s/SRVqyinc1MDwZDFuqArgeJZrDaz48rXW05i3ZRB1DZYvUXx1wgJ9x7UWQZgrTPq92OYrUYag13D7I1UYeVFwmQAAmQAAmQAAmQQGkIFCNWIULxc1ltxCru3bRpk6mx+vLLL6eaDKQqfhY86qijjAxFH7UVq+ivZcuWqcYvdaPQ9nknw7PUY7E/EiglAYrVUtJkX3VOQGtW+oQoxN7OLVrLqk2fBbIJkvSs3iPkw/Ur5f75f0lVf9UtE5C0dT5p0hCQtz9/j/zi7/ebpu6hUGnFKu51MzGR+avZqng/qi87uzQq81LnYdcMtcsJuBmraA8hOHDS6BDvvl0OkgUrF8mUUTcloQnFa9er9W3lt6VoUo1V+34VnQimrsSq1kvFGHh+fn3MRaYObVT9YPfQKhdU1Bq5pQCispgTwUc0oFgtlhzvIwESIAESIAESIAESqAYCxYhVbONHOYDaiFWw++ijj0w5gKha7i5fjNeiRQvZY489TH3VHXbYIXR4FUoK4L8spQBQBgDlABrkcjJNmbnZIKvAQYsgQLFaBDTe0jAEIPH+OPcReXzhc7GCVDNOv9/1YBnV+6Qg2FkLX5QXl/1DPt70WeT9mvUKQYvDsFBCAKLsuB4D5NAu+8fWJsVAyFTFdVyvQQWQVKbVRqz6Sg3YGahRYjXp9HoNNurgKFtK2rIVr9v3aD/uHKOemKjs2KgaqXEHRdljDJ00JsiktbM/k8QqnjFcnfJ1dW1hmiSkbVmKZ2aHFq1N/VT30j6xblq/F20WrVwcHGIVJY59NVbtudoSuZhPKcVqMdR4DwmQAAmQAAmQAAmQQLUQKEasYu5r1qwxEjPq8KqkGqsoJYAa+/jvyy+/TI0T422zzTayzz77mMNgsZW/2FIA6Kt9+/apx2ZDEiCBHAGKVT4JZU8A4u43T/02OJQJAUM8RdVH1QnpwVH69yWfrEjMWHUPs9IsWDtDFjUwT+z1fa9khRDE5SsfoFLMlV9pMlZtOWhLR7umJ8aN6stXRuCgzvsXrL2d2WpnkKKhL2NVO7DFLV6rrVi143APxrpg9p1m2KhapLboddskiVWMu2ubjsH62ayTxGrcgV42aM26Rk1c94o6oEzb+cSqm8k7a8zkQAxn/XBTrGYlxvYkQAIkQAIkQAIkQALVRKBYsYpSAJCjUWLVrbVqH14Ffh988IHMnTvXZL4WcyHT9NBDD5Vdd93V3G5nqdpff/PNN4F4xdea0Yp7IGVZZqoY+rynsROgWG3sT0CZz9/OGISsG77/YLOtH4f24EqSq1mmB6mKq9v2ncyfOPjqkqPON5IKmYyLVr8rc5e9EWTMov3Y/qND2amQZk8ufVX+ePK1YotL++R29zAjlWUYc93YJ6VVi1ZB2Dp/W3La9Thd2WdnL7rb0G2WELJujPa2crcOLAJScejGqMFGHRgVtwa+jFU7DmQf21mfbl1Xd/5gc97DV5hsVd9BYVFiFfet+HSVORzthhN+EaxdVK1W35wQ244Tv2/ecoW3tte18/FFGxzupiUjfHO3+3977F+CMGwR7d6X5TNAsZqFFtuSAAmQAAmQAAmQAAlUG4FixSrKAaxbty44jAoZqq5kVbmqUhXsIDa/+uoreeWVV2T58uXy9ddfF4W0WbNm0rlzZ+ndu7fZyo+xcLnZqypWtUyALVZ33HHHhisDUNSseRMJlAcBitXyWAdGEUFAxdvPDzg+dAgQRBJqi/pqrRYL0z7ZPqkPZEVOn/+U3PXG47J3213k+uMvk7123lNswaUZs5opi7/fOeIa0w4XsjzveuWhYMs6XrNlLSQb+oc81nIEY48+z9yLcR585zlRSYt4LnnsuoK+UMJA78F9EIuQh8oNEq5t81aiMeoBX6f2Hh5CgHXQA8F8Qlkb6/zRxpeRaXdqi14fb8jHc/udHhLNaAeBOe7xCaZMAy7EjIPGcP1x2TzzJ56X/znq/IJ7bfEctcYqse05a9ukTFydv/u86nr/z1M3m/VEzGftf1xobbDebpkLrA+erYWr3pWJsyeHnnetH4yyE25Gchr+vvlnEauTJuXKHIwZM8aLMu79999/Xx588MHIj9nJJ59sTrrHqaj4Dyff49L7Dj/8cMF/7vXQQw+Zl0aMGBF6CxkEiAe/gffFW2y/iA1jLlu2zIw3ePBgQez2b/q1b51T0tzRj85X5+8DFcUAbRHTjBkzBCfU4iCDPn36FMQVCT/lG2CKNcQ4uLp06WLWxGV/ww03mNfd9UpaEzsMbIl78sknpWfPnjJoUGGZFcz3vffe80a+++67F8SUcopsRgIkQAIkQAIk0AgJFCtWgQpiFWJUa626Waq2WIXgXL9+vaxevVo+/PBD8ycEa20ulATo0KGD7LLLLuZP/BwIwWtLVF/dVchXyFiIVV4kQALZCVCsZmfGO+qRgIpViKLTeh0rh3Q9QD7btMFkjiKzD6/bh1UVE5r28eioWwLpmbYfCK37X5kq2J6uW9YhOV9d9oZ8umlD0E2PjnsWlA7QLEl3rE5tdjZZsujnsy8/D95u3Xy7ID7c++ryN4JsWcSBjFr3su+x34PUXLhycai5L0ZtACFrXxqjj5P27SuHYLePmj/a+MoUuGPhfoxlc27TopXhrDVS3Xvcefji795hDyNko9rGxaZz0j7i5uuujbveei/6wjOPjNqoZwWvu/enYej2l0Wszpw5U0477TSZMGFCgayExLz00kvl/vvv94owCMPjjjtODjjgAGnbtm3BvMaPH29qREHKXXPNNcGWKL0P97z22msFW5WGD8/9QmDq1KmhPiHeLrvsMvPD6xtvvGGkrX0V0y/k59133y1DhgyRb3/72+Yk2Hvvvdd0+9hjj5n4cWnfjz/+uJGLSXO349f5H3nkkaF4MY/XX3/djD158uTgPcQwdOhQ894ZZ5xh5hkVl+/ZT/sa5PCAAQPMAQlYR4hkvAYeGBdx64VtaZdffnkgi/X1pDWxYwHr6dOnm/Hmzcv98sS+sO6YM54n99pvv/3kV7/6VdqpsR0JkAAJkAAJkEAjJ1Absbpp0ybzs5ctVl3J+tlnnxmJiuxU/EwH0QkZq5mktcGPsSBSkb0KiYufmZHFirqprVq1iiwPALEKCYuDsHiRAAlkJ0Cxmp0Z76hHApBFZz90eWxmqm7hz5q9am/9/83xlxVdlxI4INSuf+Y2+V73I7wHV9UjMg5FAkUTyCJWMcjo0aPlueeeM/+prFTpBvFmSz87KFc2RgUcJVbR3pWKeC1KrOJ1ZFTOnj3byGDNCNVxNZ60/ULUQaLaAhX34gfpgQMHmh9M//rXv5ruo8Sqita4xXLnb7f1yWsVjL64IFyXLl3qFdJZHxgVna7chiw999xzQ0I9SqwmrYnGBKYHHnignH/++Uay+7hFrXvWebE9CZAACZAAgOQXKQAAIABJREFUCZAACdRGrILexx9/HMpaxWsQpxCqK1euNFmt+BoHVBW77T/tKkGwNm/eXFq3bm1+Qd2xY0cjWJGdikvLAKAds1XTUmU7EigkQLHKp6IiCCB7cN7S102sH3y60mQp7tMht6UemZazFr1gSgPgJHa9UGfTvrB1+p31H8rO+TZoe1bvESUVoYjTl61YEZAZZKMnkFWsqvRCpqBmiarc82WUKuDailVIVWQwuhmxPsEG0bv//vsbIYdxcY+b9ajxpOkXc+7WrZs3CxPzQybvHXfcIVOmTDGZnHUlVjGWLS2TmCoHX/Zo1gcfnJFhofLYvt/d+u8Tq2nWRPvUzFY8T2eeeaYR5HZGLNpRrGZdQbYnARIgARIgARKIIlBbsYrt/Pg5CRmo+HrDhg1m9xWyVCFUS5GZmnX1NJMVghXZq/j5DIIVpQOQ4Qrpiq95kQAJFEeAYrU4bryrDAlgO/yzi16Ud1a9KwtWLjKHT6l8fXv1Yln/xWfSeYdO5rW47eJlODWGRAL1QiCrWEVQdpYi/o6M0Ntvvz22rmWSBNTJRmWsQpJOnDjRbP+2Ba5PsCG7FO0hU1XouULWjiepX53v888/H2z3j1ucuhKr2q+y1izad98tLAmi8SHDGPVgfUI0ywOm6wJJq7Vjo+73idU0a6L9fe973zNiHGMq+yVLloTKQFCsZlk9tiUBEiABEiABEogjUFuxir4hUvEz1wcffGAkK0oElMsFyYosVuyw2nXXXaVr165GtPIiARIongDFavHseCcJkAAJVBWBYsQqAGiWKr62s1ej4KgU1Dqgdjtb1MWJVRxKhHIDbrYs+rJrrB5yyCGmDqjW2bRFnY5ry8+kfuO25/vmm7XG6qmnnhpIaVtg2n1DECNjFz8IT5s2zUjGNHIxa+xxDzd43nrrraYJMnj79+9v6um6h0v5xGqaNUG/rgjXbGFX3GPu+McLpL598eCqqvr2xMmQAAmQAAmQQL0QKIVYRaB//vOfZc2aNfUSc7GDIHv1xBNPLPb2xn3fy9dIk8OvkKtf2iKXf6dxo+DsRShW+RSQQAkJfPTRR+Z/oPif1Hbbbiuff/GF+XPp8uWyXcuW0nK77YL3d9ppJ1m+bJm032mnoB1CsdtqHxoi7sEYeH3b7bYL7sf7Ohb+RLu3337bjInr7bfekn323TcYv2vnzkH7NR99JJ9v3Gjaadzo277Ql76H+PA1Lozzxeefm5jx2sbPPw/mg6/Rr7ZFzBirc5cuob5Rq3LUqFHBazo/vKDtdS7gp2PY89c5YF7KwmYFJr4LawVGOn/lgrb2uiFmrJX+ifY6FmJDNiTmoONg7Eq8ihWrWlcVc7brrUYxiDvASQ+uwr1xYhUHQWkGox6g5cpFPWDLPrDKl/Xoys+4frPKySix6pPKmDPmhf/s+evhVXpoFUQmaplCQkOq4qpvsYoxse5PPvmkzJkzx6w74oPoVtmLNq5YTbsmuNfObNVnCfVdsZ521m3U4VU8uKoSvwsxZhIgARIgARJoWAKlEqvIWn300UfrvI5qsbRQV/WEE04oOlt15f8/XDqd9ogz/NUyZ8vlkvtJtoqu9++X4bsvkbHB3FbK/SefL3LDVDktfCZuFU2aU8lCgGI1Cy22JYEEAvgf8UerV8vqNWuk/4ABMhWHuZx3nixfulTmzpsnHdq3l34DBsjtv/udOT1bT9G+7f/+Xzn/v/9bnp0922Sh4ZAZXIMHDzaCVK9hw4YJxthnn33MfxdfeKEMHzFCDj34YPk/N9xg+v8+7nnrLSP5Pv/8c1m2dKlcMW6cue+tBQvk2MGDjdzF++gDX8+YMUNOP/10ueeee+RIZJ4NHhyMOXPGDPP16o8+MhIV2WZ/mTFD9u3ZUxDPHbffHryGdpg3+oOwRDxggbaQjeBxcz7LTQe4evx4E59eEJjzXn3VxI7xUFNRx8efmM/wk04KzR/Zaj332ccITghX3HfOueeaOUOQLnj7bcMV19y5c+XQQw81X2P+iPPJGTNkpw4dDHdtp19jPbFm2CL+yyuvlIenTjVjqUTF+7gX8b711lumb3CpxKtYsYq5phF7yqQUpQBUPtoHaF188cVmCM1YxXvI7PRdKmPxni+eqH5Vutqy1u0fmZUqPEtdCkDHd7M2IRxxOJdbP9aOLa6NfYCX3oN/EGS59ECtCy+8MMgQdsVq2jXBuHvssYeRtb7LLsWQ5dnLMh+2JQESIAESIAESaHwESiVWQW758uWm/n45Xthl1DmflJI1vpfGN5E+Vw6TP74XFovm9Tf/KCsePE06Zu20otqvlJXvd5SOlKoVtWp1GSzFal3SZd+NjoCK1Q0bNxphuXHDBjmkd28j+pYsW2akmwpDtFmwYIEcduihgq+XLVki7Tt0MIITYhESFAIRklJlny1WAReCtmWrVnLttdfKP+bNMwIRmZMqXzEu5C1kJjJDIf6uvOIKmfvqqybzFVmXEJFTH37YjPvrq66SVi1bmvYQnngN0hF94h4ITHyN91SsqhhF//NeecXMYcnSpdKta1cjVnFBPGI+a1avNkL5oEMOCZ4NV6ziDT2cRueNODEP9I0LXOz5q8xEXxgbF8QZRBPGRYapylTwf/bZZ+UHP/iBaQe5Cnl9yMEHG7GMeeHCfef+938bKQ5Z9fe5c6Vnz54mAxfCG31DqkI044Js7tK1q+n7rrvuqshnvxLFqn2AlkKHWNVt45B87vZ0SHL78CWfWI3qV7enR9WRxWesX79+QZ3ZUotVzFG34dtyMY3wxbOKLfvu4U/oE/PF9yP7Unltv6bzcevUahtXctpiNcuaaGYrOO+2W/in1pEjR5rvQ1regWK1Ir/dMGgSIAESIAESKEsCpRSrmOC///3vWte3LzUolMb61re+VVS3uUxVKZCqpjNsj7+hW06s5rfK24PUbJt/Sa5pMksGviTSJ7+dfuDTTWTW0XNEDu8jV1w1R7aME7mmSR+5wuog7n57O76bTVtzHzJNO8mPHrI6HaEi2H3Pyr61M1bN1z8SO1d32P0rZOoPcyoZcjmYB14I+i8KN2+qEAIUqxWyUAyzMghAtr3z1ltGVnbYaScjMf7v738vJw0fLkuXLTPvIZMSEnK77bYzmY2QgcjyhATt3LWrEanY7o7XIPQg8jRrEzIUl8rZYSedJK/OnSsHH3qouQdjYEz0hTFwQaYgE1YFIPqEGHz+uefM+xAUDz/yiBlj3333DfrT7ezIIIVwhDREG8xh7333NWIWF6Qn+tSsTczLjlFjR4bn4EGDZMbMmaGMTp9YBUcIXgjnrl26GLmLr5EpisxZXJgjYkdbCF99H7x2at/esNB2dmkD9Pfc7NlmLpgD5ok54X6sE8bCBbaYtymBkF8r/KCl7MET/SpHZLUi+xV926UNKuPJzUVZiWIVcauEw9fYNg+xqtmT7kFHdnsVk1EZtL5+cb/W9Jw1a1boECW8p5mueqhWXYhVCMqBAweaQwfsLfF4JvGavRVfnz9kq+KXE3GZtmmfVWSS+mrpaly2vLXFapY1iTtoyz2oi2I17cqxHQmQAAmQAAmQQBKBUotVjIfMVfzM9vXXXycNX6fvY/s/pGqxmaoIzkjLacPjs1Lz8vEgu/6oEa3/yAtZiFUVqLnCAbksWFtmrpSVu3WsyXwNbccvvD8AZ9pNleGaTWuN222Km1Gbl6n7zZEVe04MzSuUfRuMPVBmNekj/7BEqjhzDc+jpv8t46quQEKdPquV1jnFaqWtGOMlgSoj4NZYrbLpVdR0KlWsqtDEtn8Vq5CMvXr1ksmTJ3vXAHJwyJAhJnszrjSBbl3XftGZ1pTdYYcdTK1TZDJDKt5xxx0mY9nOZs1aYxX96wFecfVctd/LL79cIE1xIVv2+OOPF8R16aWXmkzPqLhq82BqdiyY4LAtjAMmmDdKaNh1dm2xmnZNMJ/999/fZJ2PGTOmIFQ3K5hitTaryXtJgARIgARIgARsAnUhVtE/SiyZHW/5JJH6po5kEvzyGz+b1eZKL1YtuWl+gLaFJ8ToROlmlRKAkJy4Z03mZxBjKPNVyw8U3l8zp+j3jPQUZMPWSM7gtaNn1WTbuoBCYjUct0hO8kpeIrvzMLwWjw2NWRv+vLc8CVCslue6MCoSIAESqHcCtRGrui1b/4wLHmJs3LhxYh9U5WsPgffAAw8ENVPj7oNAPPPMMwUHFkHGod7qOeecU1AGQMeBtPznP/9pxGvafu25YTz8HT8gIysWF0Tt2WefHRw+hdfcvvXvcXyUizt/9x7M4cUXX5QpU6YEmbNuXG3btpUBAwYUxFXbhwtiF8+L1rDFOJg/pKi9dR/SE/IVZQXSrskpp5xiJPXNN99cUAZA44bw/va3v23Gy/Ls1XbevJ8ESIAESIAESKC6CdSVWFVq+BkKP4PW54WfmXwlnoqJIVasGgkqMue9bjLR2S6fGytajHqFJA7HMmUBIEJtYRonVjGOs60/30cum9Qzax3D2eYflBCgWC3mUWlU91CsNqrl5mRJgARIIJpAbcQquZIACZAACZAACZAACZBApROoa7EKPh9++KG8+uqrsnLlyjrF1bFjRzn44INll112Kdk4iTVWA7HqZKyGIkjOWC3IYE3IeI2eYE6yLvnZFkEdVzdjNfK+grqqS2TsFpQCYMZqyR6mKuqIYrWKFpNTIQESIIHaEKBYrQ093ksCJEACJEACJEACJFDpBOpDrCojHGyFw0NLLVghVFGqqtgDqpLWMJf5qdmnNa2D+qL5jFWxapGGM13TidU+b+rBUlqDNbkUQE78HiRztlwuZsO/VQPViFW7jmuwjX+FdLuhk/xov5oyAaF+MtZYtUsasBRA0tNUHe9TrFbHOnIWJEACJFBrAhSrtUbIDkiABEiABEiABEiABCqYQH2KVcW0evVqeffdd02t+g0bNhRFr1WrVtK1a1fBOQIdOnQoqo8sN+XE4yPOLZZsDdVGFZERNZI0vK0/10VhjdXwdv6rX8rLT0E/3eSugsxRV/DW/H1YIHidEgEiEmz3z0vWK4LbrLkUZK/+SOyZ1/RfOA+K1SxPVeW2pVit3LVj5CRAAiRQUgIUqyXFyc5IgARIgARIgARIgAQqjEBDiFUbEQ65WrVqlTnsav369Ua0btq0Sb7++mvTrFmzZtKiRQuBSEWNexxGtfPOO9f6UKoKWyaGSwJlRYBitayWg8GQAAmQQMMRoFhtOPYcmQRIgARIgARIgARIoOEJNLRYbXgCjIAESCArAYrVrMTYngRIgARIgARIgARIgARIgARIgARIoOoIUKxW3ZJyQiRQ5wQoVuscMQcgARIgARIgARIgARIgARIgARIgARIodwIUq+W+QoyPBMqPAMVq+a0JIyIBEiABEiABEiABEiABEiABEiABEqhnAhSr9Qycw5FAFRCgWK2CReQUSIAESIAESIAESIAESIAESIAESIAESIAESIAE6pcAxWr98uZoJEACJEACJEACJEACJEACJEACJEACJEACJEACVUCAYrUKFpFTIAESIAESIAESIAESIAESIAESIAESIAESIAESqF8CFKv1y5ujkQAJkAAJkAAJkAAJkAAJkAAJkAAJkAAJkAAJVAEBitUqWEROgQRIgARIgARIgARIgARIgARIgARIgARIgARIoH4JNNn4+A+31O+QHI0ESIAESIAESIAESKDqCDQRkeCnSvwl5kp4O3xncuMmyU1EJFWjmqEjm2OSTbOGmGsfYlSiJyCIM35+YJT+h35nflGhpkWatl3ahwYTSdunt53/5nTPkRtk2kAS1tt0k6KvFE1MPxkYZZp30c8wbowIPtWc0uHJ/KnKNPmkNUw7kXw/sSytvtJ2m+FZT8sp3GWJvq+nfdYTg9SHvEmqj05id8436GzfM1N+X0i7lkF3mW/wTNPz/6xkGIUtSvZZKcWcUn6/LGaeRd2D/2em/z+sf4hy4lJtsWT4H2JR6y/S5JNra/0EFDk0byMBEiABEiABEiABEqgaAll+Ds/SNgWgTP/eSzt22nZZ/n2Xpc8U8zZNUvbZJO2/+9K2w9ip2jYp8NBppxZuZ000rSeIbOcRx1tEDKOkq6DPlAuQ1K95iFP0laJJ0E+qtiLxnx+nk5R9eqxM9AOTts+gXcKDl7Y/EE/9wUhaQHS2VYpGVpPIOJ2HLO18Ctqhn4iYUvbZ4GI1Mc785yaxXZqlcWab6vtb1GMdEVDaPoNwSzKxwl8GpsHhtmlaRrFk+Z9f7FxLNSd8zqpJrJZiPql/SEh4GtP8jznpgU77Q0NSP9HvN/l0Yq2fgOJH550kQAIkQAIkQAIkQAKVTyCLbEr98602jP+Hz5YtIk0Tf+7O95V27Nh2jqyoVZ9pb454RILb4/tJxyj/78KmMTLGDiNV6FtEtjQtgVh1Bks1ts7HZeefXzZG2mfaQBI+4sHgCf/ITzVctmc9ft5Fci+YbsRnOdV88p2lfNbNv2wTvx/k+tyyZYs0Tf7mke77swGZQawmfo/JTyLtfLztIj7LKfsMN0u4KWWfufVJ0ThFk5zIaiqypRS/vHFmm+r/K3HfY/y/vEn7bOaf0PQPc+xTmvJ7elwfqb9BJn1cShBLkI5fWyma6iFLmlD+Icjw2ff2WMpYUn4DjJxZKdbIfIctwfNbij5KFUv8o9Bky40Uqyk+LWxCAiRAAiRAAiRAAiQQRyDLv3GytE1DPUt/aTOGYv9tYr2Z5ed+b5xZgvfACG5P6CftMKZdymyVVH02FWkCSLW9iiy/ULDeMf9oLOrZSAVBTZ7I5ggWJm00xT+IE4ezHsjEtvk1iW3nvJm2z4LlzmcWuq9n6S/ts552HRFLqbLwDPaUn5vEf+c7E0jLyNsuJmN1yzcisjnDB7NE32MyidWk7x355yoto9jZFvmse8eOeAgzx5nie0LiCpZIlGXaGhIXVCnmlOVDnhRL0jOWCDg6MzzNrUGbzA9HRO+l6Kc2a7RZZPPGNP9zSUmnFPMx3+xLkFUcHXKTAy7coxRPUkoobEYCJEACJEACJEACJEACaQmU6gfqtONZ7ept6PoZKPUoaRviXxBp2xaBv/CWUg3mDzzTdIoJBaUGttlKtunQUrZEydX6BVqDuJj5lGRNi+2kdAGXzBVleoCKnXcx90Wx+ka+ar67bG62Q0a5mj4GHfnTzU3Nk/31liay8Rt8nV4/bJam8qVsXU+fjPRxpadQbMvSPeO5CMppbsUy4X3lTmDLls3SrGlL2WqnCyy5Wu5R1y6+7Zo1leb4/bGM2Y+fstqx5N0kQAIkQAIkQAIkQAIkQAIVQ6AB/vmDIZs3k613by1bvmmA8StmbSo40LJcVn9QTbZ8I/9puZfI1h1EBJmr5XqVJdRyhcW4SKCBCWyWrZq0lJYdL5Mtmzc0cCz1MzyqZJjfqzU759v8blU/zDkKCZAACZAACZAACZAACZBAIyRg6nk2bybNd20dXQ6gEXLhlBuIwJav5ctt95Rvtm4vTTKVA2igeDksCZBA2RPYsuUb2brpdtJy50sajVjVRaFYLfvHkwGSAAmQAAmQAAmQAAmQAAlUMgGK1UpevSqMnWK1CheVUyKBhiVAsdqw/Dk6CZAACZAACZAACZAACZAACVQtAYrVql3aypwYxWplrhujJoEyJkCxWsaLw9BIgARIgARIgARIgARIgARIoJIJUKxW8upVYewUq1W4qJwSCTQsAYrVhuXP0UmABEiABEiABEiABEiABEigaglQrFbt0lbmxChWK3PdGDUJlDEBitUyXhyGRgIkQAIkQAIkQAIkQAIkQAKVTIBitZJXrwpjp1itwkXllEigYQlQrDYsf45OAiRAAiRAAiRAAiRAAiRAAlVLgGK1ape2MidGsVqZ68aoSaCMCVCslvHiMDQSIAESIAESIAESIAESIAESqGQCFKuVvHpVGDvFahUuKqdEAg1LgGK1YflzdBIgARIgARIgARIgARIgARKoWgIUq1W7tJU5MYrVylw3Rk0CZUyAYrWMF4ehkQAJkAAJkAAJkAAJkAAJkEAlE6BYreTVq8LYKVarcFE5JRJoWAIUqw3Ln6OTAAmQAAmQAAmQAAmQAAmQQNUSoFit2qWtzIlRrFbmujFqEihjAhSrZbw4DI0ESIAESIAESIAESIAESIAEKpkAxWolr14Vxk6xWoWLyimRQMMSoFhtWP4cnQRIgARIgARIgARIgARIgASqlgDFatUubWVOjGK1MteNUZNAGROgWC3jxWFoJEACJEACJEACJEACJEACJFDJBChWK3n1qjB2itUqXFROiQQalkCjFqvr1q3b0rD4OToJkAAJkAAJkAAJkAAJkAAJkAAJkAAJkAAJkAAJVBaBJhSrlbVgjJYESIAESIAESIAESIAESIAESIAESIAESIAESKDhCVCsNvwaMAISIAESIAESIAESIAESIAESIAESIAESIAESIIEKI0CxWmELxnBJgARIgARIgARIgARIgARIgARIgARIgARIgAQangDFasOvASMgARIgARIgARIgARIgARIgARIgARIgARIgARKoMAIUqxW2YAyXBEiABEiABEiABEiABEiABEiABEiABEiABEig4QlQrDb8GjACEiABEiABEiABEiABEiABEiABEiABEiABEiCBCiNAsVphC8ZwSYAESIAESIAESIAESIAESIAESIAESIAESIAEGp4AxWrDrwEjIAESIAESIAESIAESIAESIAESIAESIAESIAESqDACFKsVtmAMlwRIgARIgARIgARIgARIgARIgARIgARIgARIoOEJUKw2/BowAhIgARIgARIgARIgARIgARIgARIgARIgARIggQojQLFaYQvGcEmABEiABEiABEiABEiABEiABEiABEiABEiABBqeAMVqw68BIyABEiABEiABEiABEiABEiABEiABEiABEiABEqgwAhSrFbZgDJcESIAESIAESIAESIAESIAESIAESIAESIAESKDhCVCsNvwaMAISIAESIAESIAESIAESIAESIAESIAESIAESIIEKI1ALsfqB/H7i+/KwbC0/G32QDN4xPPN1L/1DTnnxPyI9dpOnj9+1tFjWLZbLJ68V6buPXHN4G0/fGpt/2N6R95U2zFL1Zlh+tHNGjmvk2T88IXLsj+XIDukiWTR9gkx7p7Btu35jZEyfdqk6QR+z2/vaL5JpE6bJIukuQy8dKt1T9cZGJEACJEACJEACJEACJEACJEACJEACJEACJFCeBEogVkUKReWnMmPy23LDOqkDsZrre3m/w+S/9oqCmhOrMsTT5l8L5OjpG+Qk33umO9y7Sjp7ZHGmJTTy90v50diesm+mGwsbFydWF8gjtyyUHhcNk56J46+VlyZNktlrPdJz7UsyadJskZRy1Rar9tdr50ySSW/1lDFjDhco2mgBmxhs6gb1MUbqYNiQBEiABEiABEiABEiABEiABEiABEiABEigqgjUWqxKj1by8Jrm8qfRe0qQtJqXip17bJCHpdQZq5/KunVtZEcnQza8KjFi1YjTCOlapktblFj95yNyy+IectGJyVo1l6kalUmak64L9k2XtRolM12xWqaoGRYJkAAJkAAJkAAJkAAJkAAJkAAJkAAJkAAJpCJQe7E6ZDeR6eEMTxWBN8v7crEtVvPZoqHIdmwXSNnQfQtzrexs2Lce+3u4PyNwP5UjCrJL04tV9PnHnXaTI95+X24QxLKtPBRkrOazV4e0kRemr5VXTESt5GbNQi2Yj/VeKGM130/f5nLDixvy07fa5mXvwzYYD5csJRUW/PkWWbjnRTLs28nPgRGra/oH2aRxdxhB+vzaUJPuQy+Vofm9/b6M1aEyzbonJ3AlKBkg+WzZmi7t0gPx42mmrf/emlgKx8AdNXGjTMFs6Ti0pyyYNltys7NE86JpMmHaojCWdjW83BIKWUonJK8OW5AACZAACZAACZAACZAACZAACZAACZAACZQjgRKI1cOk3zuQk1rvtGarPl4PxKq3Lmq+Fmq+DqvWZQ226efv6Zzftl8SseqUAjB9LrTrxNqlAPLxWZLTtF/TTv50osj/ceq8Bu8he7dArL4vDwf95EslGJGLtp/Kuh3b1GT8ikhO+OaYZs9YRX3V56X9j9OUAchty08tVteulXbtrHqrplTASumfr5uatRRA/zWTwtmy+dID7fKydm3MeJCzoUxb516NpWAMEckJW5H+Y8bI4e3y9V9dWQrZPFRkWkEphHz7vYfKmPazZdLz7WrqxhoJuzbfbzl+5BkTCZAACZAACZAACZAACZAACZAACZAACZBAKQiURKz+lyyQo5/PlwOwhKLYGaYR2aW2LDUC8e02VlmBcOZpVrEaygC1aMVmwYZqrBZmvgYxGrHqZMtC2no47OspP1A4V8kJVBz4pZctnLMcXrX6WfnDX0R+8OMjpX2KpySLWM11pwdRaeftApFYlFiVoXLpED3OKpeFurJ/TRZs1HjtXpgg02LuDYnVUDuYVQjhBdLTEqtiZd4GpQuMWNV2NTANM/S5zwKZME14IFeK54xNSIAESIAESIAESIAESIAESIAESIAESKCaCJRGrO5Vk+V52MKaE+xDIjSffZrbTu9ctkAsoVj1Hl7lDF0ga2sjVu2+PRmrdjy2WJW8UI0SvlkzVtc89wd5Qn4gPx6QRqsmZ6wGEnGIyLQJ02SRvU0+JCjDh1KlObzKZJO60jPgqALX2pZvjVcoVsOLWzqxquUBnIdnbxXCjmgOXq+mbxWcCwmQAAmQAAmQAAmQAAmQAAmQAAmQAAmQgE2gRGJVt67napUu73eY/NdeudfCpQB89VBrwil1xmq9i9UiM1ZXurVj86UAlF02sYoyAE+IHPtjObJDuoc9/vCqvHiF/DxirZXlme+75GLVylhtZ2eVFo7XkBmrSrbwsK5sh32lWyG2IgESIAESIAESIAESIAESIAFYFGNgAAAgAElEQVQSIAESIAESKDcCJROrEhzkVHMoky9jVfpqLVagCG+1TyVWUd8UdUlVPobqoyreuMOrwktQu4zVtWLPJ7HGaj4zVyRcY9WI1YWeQ7GKKgWwQB65ZaH0uChdfdUcDT0EysoMDTDV1BPNidXZIv3GyJg+qLOq99WyFMA7bkbqbDE1Vo1YjR7PiNWoe7vXZM+mrbEaXQrAjgFgckzQvufbbn3a3HtrA0bl9pFnPCRAAiRAAiRAAiRAAiRAAiRAAiRAAiRAAqUgUDqxqifbB/LQyVhFtIF8rQk9OKhK8jVGY0oBBEJyXe7+k4bsJjJ9lXQefZAMhmkNrnoQq5C7BfOx5KivFECPVvLwwg35KK22Klrz8xIw3Hu9HD19g6A8wP8ni+WUtDVW//mI3LK4h1x0Ys/Mz4d7un3Qgb213RzOtCj/FoSqKUIqs9fm5CgOlJrdPide05QCGNNHTE3V2Wtrwm1nS8nY8frL2ph7a8YvHAOjdQ9qqtaI0qH5Uq9BjdUxh0u7UAy5ON17lYh5k6UAMj97vIEESIAESIAESIAESIAESIAESIAESIAEKo1ALcRqpU21IeNNL3obMkqOTQIkQAIkQAIkQAIkQAIkQAIkQAIkQAIkQAIkkI4AxWo6TrVsRbFaS4C8nQRIgARIgARIgARIgARIgARIgARIgARIgATKigDFar0sB8VqvWDmICRAAiRAAiRAAiRAAiRAAiRAAiRAAiRAAiRQTwQoVusJNIchARIgARIgARIgARIgARIgARIgARIgARIgARKoHgIUq9WzlpwJCZAACZAACZAACZAACZAACZAACZAACZAACZBAPRGgWK0n0ByGBEiABEiABEiABEiABEiABEiABEiABEiABEigeghQrFbPWnImJEACJEACJEACJEACJEACJEACJEACJEACJEAC9USAYrWeQHMYEiABEiABEiABEiABEiABEiABEiABEiABEiCB6iFAsVo9a8mZkAAJkAAJkAAJkAAJkAAJkAAJkAAJkAAJkAAJ1BMBitV6As1hSIAESIAESIAESIAESIAESIAESIAESIAESIAEqocAxWr1rCVnQgIkQAIkQAIkQAIkQAIkQAIkQAIkQAIkQAIkUE8EKFbrCTSHIQESIAESIAESIAESIAESIAESIAESIAESIAESqB4CFKvVs5acCQmQAAmQAAmQAAmQAAmQAAmQAAmQAAmQAAmQQD0RKFqsbtmyxYSof9ZTvByGBMqaQJMmTUx8+mdZB8vgSIAESIAESIAESIAESIAESIAESIAESIAEiiZQlFiFTN28eXPwH+Vq0fx5YxURgExt2rRp8B/lahUtLqdCAiRAAiRAAiRAAiRAAiRAAiRAAiRAAg6BosXq119/LRs2bCBQEiABh0CrVq2kWbNmDZK1+tXmL2TjlnXy5ebPZYts5tqQAAmQAAmQAAmQAAmQAAmQAAmQAAmQAAlYBJpIU2nedDtp2WRH2abptrViU5RYRbbqf/7zH9m4caP0mDCkVgHwZhKoJgILL50uLVu2lK233tpkrtbnBan68TfvyeOvvy7XPDFZNmzaWJ/DcywSIAESIAESIAESIAESIAESIAESIAESKHsC22/bSi479sdy3AEHyA5b7V4ruVq0WP3qq6/kiy++oFgt+8eFAdYnAYjVbbfdVrbZZpt6Fasox7F+8wfyyD/myM+n/rY+p8yxSIAESIAESIAESIAESIAESIAESIAESKDiCFw7/AIZdlAfadt016J3HVOsVtyyM+ByJtBQYhVZ5Gu+WSyHX3MRM1XL+QFhbCRAAiRAAiRAAiRAAiRAAiRAAiRAAmVBAJmrL/ziJmm/1Z5FJ8dRrJbFUjKIaiHQUGL1m2++kTWb/yW9xp1TLSg5DxIgARIgARIgARIgARIgARIgARIgARKoUwLzx98h7ZvuJVtttVVR41CsFoWNN5GAnwDFKp8MEiABEiABEiABEiABEiABEiABEiABEqgMAhSrlbFOjLKREKBYbSQLzWmSAAmQAAmQAAmQAAmQAAmQAAmQAAlUPAGK1YpfQk6gmghQrFbTanIuJEACJEACJEACJEACJEACJEACJEAC1UyAYrWaV5dzqzgCFKsVt2QMmARIgARIgARIgARIgARIgARIgARIoJESoFhtpAvPaZcnAYrV8lwXRkUCJEACJEACJEACJEACJEACJEACJEACLgGKVT4TJFBGBChWy2gxGAoJkAAJkAAJkAAJkAAJkAAJkAAJkAAJxBCgWOXjQQJlRIBitYwWg6GQAAmQAAmQAAmQAAmQAAmQAAmQAAmQAMUqnwESqAwCFKuVsU6MkgRIgARIgARIgARIgARIgARIgARIgASYscpngATKiEBli9Uz5Kkbx8p3P31Etv7lL+uB6q/lzd8PE5mzn+x3dz0Ml3GIO379ppwp9cUiKbgcq73l3zLlv4bIOUnNrffLax4ZAmdTEiABEiABEiABEiABEiABEiABEqhjAhSrdQyY3ZNAFgIUq1loZRGrOel74HsTpf0N9WNhy0pInjFd/tPnWwbuOxlFdL3P46hJsmbEvvLaQ33kmGeyPA9sSwIkQAIkQAIkQAIkQAIkQAIkQAL1S4BitX55czQSiCVAsVpXD0j9i9W6mkn2fnXuj8hruw+rx4zi7JGaOyhWiwTH20iABEiABEiABEiABEiABEiABOqbQAWLVd3a+pn8zZPZ9NOfzZHre7QWWVkHW3HNP/wPE1mYlP2mMbrL6o/Zu/hmrPYyzbd9V7PQ6mKO9f0kcjxDoKrEqgqyOW/JgX0Ok7b5NQ5nTObLB7S0HoCNf5dLfjpGbhQRky3Z0f+eiJ2x6ukn+Fw4n8Oo10VkvfWZ1kzNKTKsJgYrtpwArJkXovTdr2URCuZib8u3Mkpzs83wPSLps2OJyhm98H1xTbgcQMLYbsZq8L3VjPtvmTJH5MwD1uTWrLZr7sRinpUPPBmsIfmqz8EjIn2Gyd66RmnWJ/LZSoLK90mABEiABEiABEiABEiABEiABEhApArEalhm5BbVkiwll465vju9nlDXUf9R7xk/JybEK4QLHsqQWIVAOFpWGJHsZuDZ79XRox0neetoyMbWbfWJ1cOkrS0jjThrHzz7hdvMc5Ks48KJ8hv5L0cCujVca8TqS996U85sUyNkVbqin9zWf9/nZZjsbX8+81JPxa+K0BoRbI3//K6Fv1zJf+ZX5rfa23Mzn/nd3wqEcfA9CvVo833pfXjmc98jHAFa5IchPHYNX8PFidk3dsE8Qt+78tLalZlFrnlNTFYpAF8Gq0eshuvHespEWM9eoWCu7/rARS4mbyMBEiABEiABEiABEiABEiABEigrAhUvVmXlv2XvNvlsKUWbF4ArV35L9i754TFnyE+PultujK39l5cNUVI3y1bXSJnZmLc2l9VnqKTBVKNYtYVhmm3eKvIu+eRoR0bmheP2T+cPx3LEqvNZRz9DP4kXqzXiFcsYlnEmjpCszWfQYhwjQ906oJ77Y77/BMLzCZFfuH2V7JcYhd8nQvOKlJY1WfLxgji/JiqNPaI2y5qb7F43ppRiNbyWvo9lzfpMbueKbvfZKunHmp2RAAmQAAmQAAmQAAmQAAmQAAlUKYHKF6tzsP1Tszhzq2SExfZPi9nCa4uNgi2vImJlVoXuy28RjdvaGy0MnKyw2IfHs4XZ3iLszVj9vcgPxsp3dfu0EbhSk80q7hZle1txwngFjKxTxO1YPNtszbZgLVmgbbFNOH9ojs26cFu0nXlcGGPWA3cq9fNafWLVkY/eXyp4SmbkfykR2nauv6g46gz56TN3y40+Eep8bn961Bly4zMxGaueByWUseqRteZ7ileshjsrzMaNKXsQ+jzp5yjNL3ESnnQnQ9i0dl9LGDtJrJr+3FIAdnmWjGterFgV36Fcnu/5ur7xz1alfgdh3CRAAiRAAiRAAiRAAiRAAiRAAvVJoArE6n6CbcBuZhq26pvtwSpGvHVRw5ml+g/tQOLFbO01ixSZeZpNrLoZsCp4a7K3NHssTSmAp6XTiPAW5/C24kJZE4zn2d5cmN2GWF6Xw3/vbKPW8guS345dUAqhZqutyUR0SyFY27Ddbd2l3BZdnx+uYsZqXGK1RqjG/gJDQRbUFPZs98631c9yTb/+UgBxWY6FYjQpYzVKrP7blA8xvwixstgLywPo/crF+kVFqGtH0Nrb7p2HzvcLDG1iM6+5rXDs0orVFGteZMZqSKwGQtX+pVL085KTzd+qm5rcxXwj4D0kQAIkQAIkQAIkQAIkQAIkQAIVQaAqxOp+4mZM5USkYCtvSKy6W3ctUfLLX+YyXUN1EBO29pZErOafEzezKlSzMLtYDUkG37Zi33i+LckF2Wg1YtXNEAvx87CJ2+Jtb8P2bdOtiE9TCYJsVGI1n1kdKhWgB1bJm/K3NvvJge85B8SZ51bymdHhQ4tin8eIGqshseo8s9nFatT3C2ST5+rG5uq95i79vDz+3r5yXOj7Dt6NkYCpn7PoX/DoL0zSjJ0kVpM+96FfQMWuef6gwTRiNZR1W8jK/8sYbTdRVhwwNuHZSg2ZDUmABEiABEiABEiABEiABEiABBoxgeoQq3fXZHKaQ0nyNRhDYsS7dT2/8va243oRq5YIgBR2MqUKRUUtxar9gHsys2JrPdr3BoI2l7FaK7Hao7X3Y+dmC+tJ8v7suur75DZGsSqWcAy2Z6/MidXvagZ0fqlzGZiayRkWq6GDqNwM6qjDq6xsT7emarJYPUzs2N2DoGruz4lV30FZKI9h5GZMBvd+NS422wPvKwOgPeTfW7xaZM8OzkF6vkO88r+gKjx4z3d4VUz5h7xY9a95nFi1WWvGrmajRolVe141Wb7vzMmJ1fhnKxtqtiYBEiABEiABEiABEiABEiABEmicBKpErOYyT4d+8oi8tvswQRkAyIhCsVqYsWove6kzVsOixx4pxSEqocNgailWrYzVtwuycq3DZxo0YzUwPmbbtK5h7tVSZO9Vxge8UYlVHADn/MLDCPS1w/K/bFgq73TsKnuHli5ia/cHbl1h3BTeSl8jbfMCL/9cBf07W+pjxWpwyNJhovIfI0aXNHDqyOKXOfnSG203/l1e+fQw6Z2vD6vTrd0vE/Ii0RHTNShrslmnbT9WzowZ2+UQqk0q/5a/LWwv3w19v0qoqxu75libmtIJwS9aQhn2eAZQ8kRra/u/P4TjzD03S/tBzIu8Y2pzD4t5tirj+wWjJAESIAESIAESIAESIAESIAESaFgCVSNWgxp5lkzxZayGMswcYZdKrFqnhOey52zRYy1mQY1R6z0rI8xse7ez1fS+WpYCsKWuvS3WiNWo8YxYDWfh1a7GaliwhEoBeDP0sMX7EemKepSfqvyqkW/ulvGG/ejUzeiVLVbrhgl7LW8CbqZveUfL6EiABEiABEiABEiABEiABEiABEigdASqR6xq9pl1OExBxlnMCdFAmiRWRbcX4xAa0awnzZryLYrntPN8M/uU+9ABMxCqecHZNshqy5Kx2keOyW+3rcmkC8vf2PH+fUAuWzC4rKw/u1art7SC29YvVnEoV+GhOu690ZmApXv8y68nitXyWxNGZBFwDvTTjOPwL6xIjARIgARIgARIgARIgARIgARIgAQaB4EKFquNY4E4y8ZFgGK1ca13Rc7W+QVV7UoWVCQBBk0CJEACJEACJEACJEACJEACJEAChgDFKh8EEigjAhSrZbQYDIUESIAESIAESIAESIAESIAESIAESIAEYghQrPLxIIEyIkCxWkaLwVBIgARIgARIgARIgARIgARIgARIgARIgGKVzwAJVAYBitXKWCdGSQIkQAIkQAIkQAIkQAIkQAIkQAIkQALMWOUzQAJlRIBitYwWg6GQAAmQAAmQAAmQAAmQAAmQAAmQAAmQQAwBilU+HiRQRgQoVstoMRgKCZAACZAACZAACZAACZAACZAACZAACVCs8hkggcogQLFaGevEKEmABEiABEiABEiABEiABEiABEiABEiAGat8BkigjAhQrJbRYjAUEiABEiABEiABEiABEiABEiABEiABEoghQLHKx4MEyogAxWoZLQZDIQESIAESIAESIAESIAESIAESIAESIAGKVT4DJFAZBChWK2OdGCUJkAAJkAAJkAAJkAAJkAAJkAAJkAAJMGOVzwAJlBEBitUyWgyGQgIkQAIkQAIkQAIkQAIkQAIkQAIkQAIxBChW+XiQQBkRaGixWkYoGAoJkAAJkAAJkAAJkAAJkAAJkAAJkAAJlD2B9k33kq222qqoOJusW7duS9Y7N2/eLF999ZV88cUX0mPCkKy3sz0JVC2Bhhar+3Q4vGrZcmIkQAIk8P/YuxMwq6o73/s/oBs1Ld2+jSN0OlV1YzDpRHGAhMJEQRMVL4iiKBTiBcGItoCiGGQKk8QpAl5wQOCVgDMG4arYKmiUMgIapLW71W6qcjuUI7xGbIeywfdZezpr7zPUmesM33qe+zydqr3XXuuzdtU9/vjv/0YAAQQQQAABBBBAAAEEEPAFPvnkk5wxdn3xpghWc2ZkAATyI0Cwmh9HRkEAAQQQQAABBBBAAAEEEEAAAQRSCRCscn8gUGECBKsVtqEsBwEEEEAAAQQQQAABBBBAAAEESlKgIoLVkpRlUgi0o8BBBx2kzp07q2PHjkWbxb59+/Th/ndEK4CikXMhBBBAAAEEEEAAAQQQQAABBBBoR4GKCFbr6urakZBLI1BaAjt37hTBamntCbNBAAEEEEAAAQQQQAABBBBAAIHKEyBYrbw9ZUVVLkCwWuU3AMtHAAEEEEAAAQQQQAABBBBAAIGiCBCsFoWZiyBQPAGC1eJZcyUEEEAAAQQQQAABBBBAAAEEEKheAYLV6t17Vl6hAgSrFbqxLAsBBBBAAAEEEEAAAQQQQAABBEpKoK1gdd26dRo0aFDKOe/64k0d1vFoderUKau1ddizZ8/XmZ65f/9+tba26vPPPxc9VjPV4/hKFiBYreTdZW0IIIAAAggggAACCCCAAAIIIFAqAqmCVROq+l+pwlWC1VLZTeaBgCSCVW4DBBBAAAEEEEAAAQQQQAABBBBAoPACyYJVO1RtK1wlWC38PnEFBNIWIFhNm4oDEUAAAQQQQAABBBBAAAEEEEAAgawFEgWriULVVOEqwWrW/JyIQP4FCFbzb8qICCCAAAIIIIAAAggggAACCCCAQFSgrR6r6YgRrKajxDEIFEmAYLVI0FwGAQQQQAABBBBAAAEEEEAAAQSqWoBgtaq3n8VXogDBaiXuKmtCAAEEEEAAAQQQQAABBBBAAIFSEyBYLbUdYT4I5ChAsJojIKcjgAACCCCAAAIIIIAAAggggAACaQgQrKaBxCEIlJMAwWo57RZzRQABBBBAAAEEEEAAAQQQQACBchUgWC3XnWPeCCQRIFjl1kAAAQQQQAABBBBAAAEEEEAAAQQKL0CwWnhjroBAUQUIVovKzcUQQAABBBBAAAEEEEAAAQQQQKBKBfxgdfv27RkL9OzZ0zln1xdv6rCOR6tTp04Zj2FO6LBnz56vMz1z//79am1t1eeff666urpMT+d4BCpWgGC1YreWhSGAAAIIIIAAAggggAACCCCAQAkJVHmw+rLmzarXtIQbMleNM6eqTwltVv6m8p7uX3iU1nznXa0568iMh33vqSE6astj8efVNerri9MTc8b46NoEx7tza/j4PK0eu0bDu2U8vao/gWC16m8BABBAAAEEEEAAAQQQQAABBBBAoAgCBKuz6qWBX2vqCba2H+7lMVxtuV9Dljbp2jbDWjfsjZ9TPu+G7IPVl3/TQfU7E4WeXkidZrhqB6uhkPW1eeqwXkGonTyAzZ9HMa6Rv9m2PRLBattGHIEAAggggAACCCCAAAIIIIAAAgjkKkCwmiTEdKsyT2iHqtXSDVZdEyWtJHVCV6VXtZo0zIwEq7ne4NV4PsFqNe46a0YAAQQQQAABBBBAAAEEEEAAgWILEKymClbfHqJ3JwyX87C8U3HaoPAD8JGK1tAxc9U4UKp/sdYdw65YdcJDqwHBIau964RbE5zX+12tOW6jW+lqxlo/TXMHvqvaF82j8uFbZW5c1a3188jcz+vdqCFv17utAI5YFp6LOS2YT/gaGYXN0TVKctbjtR5IWLH6DxutubhVsf1fj7UMcKtlrTnZ1bFtXC/VufZc4o6LzNv8/NZDXT9/DwL7tu6RpPue31/7sg9WP3hcEwbM0eb66Xp60Tnqml+e4o+2fYFOGrNKGrlc28Yfm9/rF8xqtx4ff4bmNPbV9CcX6pzD8zttFWze+Zhn7mvfsegkjV4pjbh3mya6vcj5QgABBBBAAAEEEEAAAQQQqEABgtUUrQBiPUgTPebutQtQJBQNwj7vHD+k9IPVsbW6dWmDTgiCUPe414LQMVKx6od13rhu8BcOdFNXksbP3e+Ret4/LJbevFKyAk8p+SP9mQSr77W8pyO72f1bzbi3qtbrm5ppK4B3D701Ui0bdkt1PSecDVXaRs71+r3GX0OSF4b64WlcKwTn569p9dhr1bS0XtNCrRCse+QC6cqU+56/vy4Eq/mzzMtIBKvxjMUMVv1rpR1sE6zm5b5nEAQQQAABBBBAAAEEEECgCgQIVpO9vCoUkCV+PN8JB4Oq1vhjQj8PKlb7a2PKHqqJgtU1GuIFkgkft3fGjh0Tvm8Tzd3rsdrdBKvPBWP75yV7pD+TYNUdy+9VG5uRH1BmFazaFcSS3OpR+wVcia936fv2Prlzsc/15+IEq5Fr+EGz3/M2ziawd4PVaG/c2D1Qq2UF753rro1gtQr+cpf7Eks6WM0dl4rV3A0ZAQEEEEAAAQQQQAABBBAoBwGC1VQvr/pbv19o+BH90MZGHuMPBWummjFRKwAv2Is91m5XoBY7WL0y0t7AW12Cl1C1FazGQsT+2rjQtCuwX3IVXlc+gtXYPviBauLrJQpW7T3MZ7BqNXiIXcJqrRBuNZDHl6NZCyJYLYc/vVU+R4LVKr8BWD4CCCCAAAIIIIAAAgggUBkCBKtp9VhN54VSaVas2n1XvXsoZeVrpBq1GBWryW7ttl5elbo6M//BaqzqtMlppxCuFo1drz0rVgNLO2RPuO/5+4NSicHq7nUTdMbszU7Pyov/e5VuX7xMG/55r3RIrfpfNFnXj+qlrp2ihq1qWrdAc+5aqx0fSF1/MkZzp47WAatN/8sRWr5tokIdT/ft1VvPLtOy+57SS2/vVus3uurYUy/WuH8coV5Wj9GM55KsFUAW1xv6yQLd9KuHtfnb17v9Z5MFlPt2a+vq27V8w1a9btZiaA6pVY/j++risZfqzO90aeOGi38cPuN1myuYNT5xp25y9qBVnQ8/VoMvn66JP9qh6+w+uqke1/f8+s54WgsHeR13/fWt26ytzXsldVbX75yssy65VJee3kNdvHvBrxy1F+uM86OX3D6+pj3AuXu14PbZevh3x+h6p59sklYA/n6t3qyt/9Ikc1V9o6t6/KCXzhp5tUb8MNYNmIrV/P09YyQEEEAAAQQQQAABBBBAoJQFCFYzCFYT9c9M3oc10oPVbwXgvITK9ORco+Hd3FvDCUv3hHu1BiFhomA1xx6rft/QVD1Wo4+0+zdxXI/R4O621+s+9m57+ZWaObUCSNon1Q1Wk13PCVbz2WNVfiWz/1Iz04YheY/V2EvCUu17/v5MVHKwes7I0fqyy8m6fuSx6qJWtWxeoAnXPCyNWa7Vlx+rzhbjWysbNGpRq4YuXq6JP+wifbxDy295SZ8csFyr1kWD1d3aOPtyTX62s0bMvUVX9O2mzvtatHnhBE1Y30UT771LI77jju4HjGnPJWGwmvn1+v6krz46pL9mjD9HPQ7xFpowWN2tDdcM1LT/e5amz56oc77nhqite1v0+uppmnDvv6nX7PVaOCDVa8GSB6tpr3tfix6/7nzN2dZLk++aq6FmHiacfHSOlr3fTXtXrtJW/wVlmQSrrTu0ZPhobegxXbdcc5Z6dO0s7WtVy7Z7Ne265do7YKGW/6Kvgug40diBW1/1/ehQ9Z8Wc5ISBaut2nFXg0bf30Wjb5mrMSd1U2cT3n62W289u0TTZj8eugcJVvP394yREEAAAQQQQAABBBBAAIFSFiBYTRWsbnlMqd74br/l3tnk0Fvhz9PcOmnaniF6d8JwHRn0WJ0qRd9uL/uR8FifUGf84zZG+qfG9xE1lw7mmehui76tvq5Rjap3+5MesUwd1ocfYE85lumcanrLbnks/krWI+9hC3d+/d80L95yH9d3Xij10bX6+uI+7nje/+2GvlLjzKnq41/L+1n4MXpJdruCyBqj16t9zlzbmrJ1rn39uGtIsvc5eY/VNRou0+u2IdRaIe5cew6hfc/fn4lKDlb1g8lat2KovH+TMDGn9/b6oVrYOFl9/WT14w2afPo0vTRyuRrHW3Wp/7Jcg0YuUYvCwereZ6fpjF9sUC+7KtJsyb63tPzcBi3pOlmP3DtUtZ1iwWrac0kQrGZ7PX8Owd2SKFh9e7kGDV+iY+Zt0s1nRCtTm/TwyAt088dXaPW60eqR9LZLHqymu25/jWf9ulHTf2JH3nu14Rf9NO1ZSVkEq2bcfr/Yrenr7tQ5sRvBDY8bb9ap49dq6L2NmtgzEj7bL6/y3XSsJj+6XENrbIgEwerejZrWb7J2XL5a68ZE1Vq1+Vf1mvDombp501z17yIRrObv7xkjIYAAAggggAACCCCAAAKlLFDlwWphtyYUGBb2UoyOQCBQycFqr6nrdOe54TTNDbH6arrzGLfLsPvJCTpjxmYNXdSoyfV2qLdDS34yWss/s4PVFj08apBu/udIOOuJvrVikBoWS1fcv06jvxMLVtOdi+KC1eyu1+O6R7T6wtrwnZ5Jr9J9rdrb/JSmjZqjzaH1J/rlSR6spkY/N7oAACAASURBVLfuvdo4tZ8mPx0LG+2rmAC0fvzDWQWrbsXwVg399dOa/JNIcOwHoFeu1rpRXgCaqmL1e5P1yMqhCqsmaQWQiMmY7n5dy64Yp1XNsXuQYJU/yAgggAACCCCAAAIIIIBAdQgQrOZxn8PVjG6Pz9dM1elZR+bxKgyFQGqBSg5WTY/VoBLRY0gUrCYPtvzQzApWWzfr5voJevik6Vp31zlWNWw4pPV7fNq9RtOZS1ywmu317tqmiSdF9j5Fj9UdTzylDS8+pdffb1WL3xM0OD1Bj9nQ0Kl7rLa97h1acNJorYpUBgeXaHlc4wbNya4VwAcbNOH8adr8mZyerf1PP1Mn9z1GPWpr1b1rF/cRffsrVbA6/E5tu6ZX5ITkPVabNj+lx5/dpK3Nn+ij5re0+zP7VIJV/jYjgAACCCCAAAIIIIAAAtUmQLCa1x13w9TgwXr7UfW8XofBEEguQLCa6lHsBMFq8Fh46rsqb8FqHq+nRMFqy0bNGT9Zjzf7weNJOubbx6nHEYeq+/c6a+vUCzSnsZ2D1ei8M+mxarbpgx16/MFVenjDS3rrA+fVXO7XN7qq7/lXa+KYM1X7De97qYJVuz1AMEiCYPWzt7R8/Cgt2d7qvjDt9H6q+Xaden2zmw6tPUYfPVivcVbVNBWr/IVGAAEEEEAAAQQQQAABBKpDgGC1OvaZVVaRAMGq5D6+36L4CtcUwarf77ONeyXnitVMHt+3XpaVqFo3Plht1dZbTtW4h6S+Ux/VwkjbhFhP2kIHq14v139Jcp1cg1V7j1r3quXfd2jrts3a+OBabf6gVZ3PuFlPz+vvvsAqD8Fqy6OjNehXO1Q78k4tv7KXukSqYqNV0wSrVfQHl6UigAACCCCAAAIIIIBAVQsQrFb19rP4ShQgWHVfYmR6ePad/bQWDuhqbXOiwO8tLR/UoCUtI3TnKxPVKxKaNT3UoAtukSY/utp5yVHOwaryd734YDUWHCdai6xrL982UdZrvSK/Crm2AvAD3l6h3rfBRbwXbLWk8fKqlt+O06B5W+VWDMt7WVmSwHZfk1aNukAL7EA3D8GqG5T2SvjCLMnvJ0srgEr8e8qaEEAAAQQQQAABBBBAAIFUAgSr3B8IVJgAwap5PfxW3Xz6OD1cP1ebfnWmW7lovpof1ujzb9aOSO/Pt1ZcoIbFuzR08fOa/EPrZVf73tLycxu0pOtkrVsx1Om/mnuwaipq83O9RMHqhmvO0LTfJX5pVMu6CTp/9ma1Jut9Gvwu5BqsSvqX5Ro0cokOve4RLQ+9dKtVW399vsbd3xJ7eVXSvrP+POQFq129amTpipXrNPp70V9eLzjvFNuvfFSs7rirXqPvPTR4gZl91dbtC9QwZpWaRLBaYX9KWQ4CCCCAAAIIIIAAAggg0KYAwWqbRByAQHkJEKy6++WGiE3qP3uhZpxRq857d2j51Jv01H++paaWSMXjZzu0ZMzlWt56lqbPnqhzvtdFam3R5oUTNGF9N01/cKHOMalqnoJV5el6iXqs7n12ms74xQZ1v3Ch7rqmr7p2klr3tuj1h+Zo2u976LRvrNLDjbUaOmO6Rpx5rLpZOXLsTs9DsKpW7VjUoNErpaG/XqiJfbups/bqrUen6fJXpGN/t1mbg/YL5tjzNXrlARr667s0+SddpX17tWPlZC145iPteLspCFaN3YKR5sVY52j67Ct0Vo+u7gurWlu0Y/VNunxxi4beu1oTe3oL27tR0/pN1ob66Vp3+7Fq2vbX6lv7kiYMmKPN6fZYfXu5Lhi+RLt+MlkrZg1VD5PUf7Zbbz27RLMflHrVbtWqpz9S3ytv0cRz+2rvSlPhqgStKMrrbwmzRQABBBBAAAEEEEAAAQQQSC1AsModgkCFCRCsWvHgK8t10y2/0cbmveryg6GaOO0CaWGSlzft262tq2/XnQ9u1A7zQqRvdNWxp16scf84Qr0Ot8ZcN0FnzN6cMDSL9tp0ztq+QCeNWSVFQ7w8XC/hy6tM+LttlW6/6zfauH23WtVZXb9zss665FJdenoPHfAfqzThigXa2tpfc397s860OyUEy8xHsOoF0dYeOC9+umiyrh91gH7zw9FaZfe1NR4rbtLND25U08dSl5r+OmfsOF1xxOOqH7MqFqyaYfc2afNvl2nVhq16/W2zRjkvlepVf45GR/ZLatVb91+n8Xdt1u7PvMrXH2UYrJrc9j82aMldy/T4pibtlZlfL/UdNFpXN/RS190bNWfiND3+9gG6YsUmnbSJYLXC/qyyHAQQQAABBBBAAAEEEEAgoQDBKjcGAhUmUPbBaiH3Y99WLfjhOK06abrW3XWO82g/XwgggAACCCCAAAIIIIAAAggggEA2AgSr2ahxDgIlLECwKsl7OZIuX611Y3rEdsvr+6krV2vdKOv7JbyfTA0BBBBAAAEEEEAAAQQQQAABBEpTgGC1NPeFWSGQtQDBqqHbrQ3XDNS0bb00+d65GvqdLmpt2awF4yfoYfPippUTdew3sibmRAQQQAABBBBAAAEEEEAAAQQQQEAEq9wECFSYAMGqt6H7WrR58QItWOf27HR6cJ4+QhOvPMd9+RBfCCCAAAIIIIAAAggggAACCCCAQA4CBKs54HEqAqUoQLBairvCnBBAAAEEEEAAAQQQQAABBBBAoNIECFYrbUdZT9ULEKxW/S0AAAIIIIAAAggggAACCCCAAAIIFEGAYLUIyFwCgWIKEKwWU5trIYAAAggggAACCCCAAAIIIIBAtQpURLBarZvHuhFIJnDQQQepc+fO6tixY9GQ9u3bpw/3v6PvHt6naNfkQggggAACCCCAAAIIIIAAAggggEB7CVREsFpXV9deflwXgZITKOeK1ZaWlpLzZEIIIIAAAggggAACCCCAAAIIIFC5At26dct6cQSrWdNxIgKlKVDOwWrzn98qTVRmhQACCCCAAAIIIIAAAggggAACFSlQ8zc9sl4XwWrWdJyIQGkKEKyW5r4wKwQQQAABBBBAAAEEEEAAAQQQKD0BglVaAZTeXcmM2k2AYLXd6LkwAggggAACCCCAAAIIIIAAAgiUmQDBKsFqmd2yTLeQAgSrhdRlbAQQQAABBBBAAAEEEEAAAQQQqCQBglWC1Uq6n1lLjgIEqzkCcjoCCCCAAAIIIIAAAggggAACCFSNAMEqwWrV3OwstG0BgtW2jTgCAQQQQAABBBBAAAEEEEAAAQQQMAIEqwSr/CYgEAgQrHIzIIAAAggggAACCCCAAAIIIIAAAukJEKwSrKZ3p3BUVQgQrFbFNrNIBBBAAAEEEEAAAQQQQAABBBDIgwDBKsFqHm4jhqgUAYLVStlJ1oEAAggggAACCCCAAAIIIIAAAoUWIFglWC30Pcb4ZSRAsFpGm8VUEUAAAQQQQAABBBBAAAEEEECgXQUIVglW2/UG5OKlJUCwmv5+vH1Pg254SNKFv9Sjlx2d/okciQACCCCAAAIIIIAAAggggAACFSFAsEqwWhE3MovIj0DFBqsfPq8bL1qq1xIyDdCNzzXoO5kQ+uNlFaq+o5Wn/VLrlMV1gzn6Y8QmfcJ1i3XDmYfo4w23aMwt28Or6T1W984/VYc4342dO2jhao38vnto/Hk9Ne7B63TaYZnAeMcG3jmMkcVlOQUBBBBAAAEEEECgFAUSf/7M20zfWK3zJzyZuuDB/3wa+lyctxnIL7qwP1/nb3RGQgCBUhYgWCVYLeX7k7kVWaDyg9VwmBlUnWb6Act8eFvd3QorM9moXIPVj/XclCt15xbJ+eB2hB8a99S4Jb30yhUmQPYDzdixuvBajWu61TnP/wo++PkfRr3zTnzVC2czdbFCW/caBKuZ3BkciwACCCCAAAIIVKZAgYPVdNAKHKymMwWOQQCByhQgWCVYrcw7m1VlJVBtwar8QNEEiNdIS+KqWr0g1vkgtlXqvV2vmWCyd4Mu0Wrdt8ULDt/3/pXcVreqWYMA1/y8d0+dsGW7XtMAXX7hk7rLtBOwvvywM2mrgQQfCv1jT7i8QbprtV6zAtGgEjWYTySYNRWr0TFtl6DSNZNbyv/wTLCaiRrHIoAAAggggAAClSkQDlYH/ekWjXlB3mdid8X+01f201W+hfszBcUFgZH/+TaoWI0vJHDbdsl7Ysw7s/dYTaldqvmRz+H+HJzP1k3+Z3b3HPczulW04E/Cm0OoYjUofIjtJpWslXlnsyoEjADBah6C1Sfe/r0eeOM53fU/r9HBnQ9Keme999QQHbXlBDXOnKo+3H8IlKBAtQWrsYrVQfrZlnX6J+tDXSjYPHdX0Eog/KHKrhKN/8BlPpxdoaXeo/luSCu/N6vMM/YfSn5LgKwfn7eC0llj9aeZSzMPVuWP4Qah3/yt2z829gE305uVYDVTMY5HAAEEEEAAAQQqVyBBsOq0rhqgGx/srked4obw59Dok1mXXC7dd9d273H/WFDqHCevyKH30dKWdxIf44edvcfqtlO2apJ/fdMSLPI53P8sLFOs0LBLY0ybAbsowili6KlXrafIftTofn4etHCxuq82T5dFCzByaQNWuXcGK0OgEgQIVvMQrC597f/o7m3rdcyhf58yXC1asNpyv4YsbdK1bQa4L2verHpp4NeaekJhb+eXf9NBtx76rtacdWRhL8ToOQlUfrCaiMd8yOmt3zt9T2MVlqFKzyBY9T8QWUFk8Ph97MNSUEFqB6v+v6gHH9y8YDWoJM0mjLT+1dyuus20YlUK+kLZQtn/y3o2a8np1uVkBBBAAAEEEEAAgZIVSBKsOp+DD/MqURM96WR95v5lN935yyflhJ3RJ6r8itXT6qXnGhMfYz2hFQSrST6Hh4sMPgzej+A/bZao+CB5j9Vc24CV7KYyMQQQ8AQIVvMYrBrTVOFq0YLVtG/v4gWraU+JA9tVoPKD1WT/Uhz/MqhgI8wHLj9YDT7I5RCsBn1IcwtWQy+bioa2GQarsbE8n6DnasQr+hKwpD1YCVbb9ReZiyOAAAIIIIAAAiUlkDhYDT/iHw5WQ620/OIHRV5I638WtV9eZT1p5hD4xyQKVuOMElTNfj8WjGYWrEbbBlCxWlK3JJNBII8CBKt5DlZThavhYNWEmreqduAQrVnfoMecTZ1rtQl4T/cvPEoNH9u7bf38tXnqsH5a7IeHrNa7E4bLqQe1K1aTHueGqv4I5/V+V2uOWBYe04xljevM/6Nr1ah61e90L+2c51Shxs839jPJrlh1HdwV+19zg6rZ+HFiP8vjnc9QCQUIVpP0BI3ra9q+wWrsg2aS4DPLYDW+t1W2PVIJVvkTgwACCCCAAAIIIOALpBusDtaui8xTZO5X3GP1pi7B+7KfELvh757Q+eZxfesdB+aw0DEnbndbe9mtACLHR8d2n97KMFj1W3M5g5nP0v6aCFb5fUCgUgUIVgsQrJqbJVHlanywWq9pVnBpwsf6PX5A+p7eazlSR3aL3Xp+sPn1aU0asrRBJwRhpBuSvuaHnH6wOrZWt6Y6TlbF6pGmfUCDFASl5rpe+FrXqK8v7iM/EA2CTuc67jz6v9lB9Tut4Nf6mWkzEApWW97Tkd2slgBWEKyQgbxr0pe2WH+ACFb9vqKx5vih/k4pK1bT67F6+IZbvJ6rWfZYDapGE3w4i+vTav1LeYqXVwUVq9F/0bdaI2R2DxKsZubF0QgggAACCCCAQCULZB6shnqnqqfOG7hdj62P/6zuFAb4weoxkv4tyTGJglX/XQeRF7d+4L0TIVmw6lbBJumxGgSrboHCia/6n/0JViv5Dmdt1S1AsFqgYNXcVtfWX6iLvt8/uMMSBat2f1Pn528PiVWemjMTVpzWalmq3qhBUNlfG1P2UI0Gq2s0ZOwaDbfCXCfslRWshuYXO98JVr3j3AW7ladNP3b7t8b3WA1XzErnafXYNer/egKD6v4dLerqqzdYNe+RijxaZOSTPmIfftnTae97DfPt3bL+BTz8KJN/0AD5jxPZp/l9TUMvz7rs6NghwWP68bdG+GVZ1s9Dj+xbL7ty/hXeHJfgDafB20+zuQUJVrNR4xwEEEAAAQQQQKAyBdINVq9T+HP1AA268Emte8g80h972WxgFNcK4FINemhZUPHqHBd8DrZaf/Ueqym1SzXfjBt8xZ7UCvdLtXuknq3/9F5YFZzmfea3zxn0Jz9MNdcfoEF6Uuu2WP9tUZmbzKoQqFoBgtUCBauDetRrximXhG6sjIJVP1D1qkXNQNHg1Qk9vUfyQ20EIi+vSnpcgorV8AP63vTtitW0g9Xw71QsWG3yWhBEq1utUNerdvXnYrcUqNrf1CItvGKD1SL5cRkEEEAAAQQQQAABBBBAAAEEEKgeAYLVAgSriULVIBjd4j/WHv/iKDs4VYLq1eDnP27SUS/WhipbQ6GrH6wOlOpTHRcXrMZXrNq/CvEVtVlUrB63UUOWRq7jzNd8b7H0SKzK1b02L9gq5p8jgtVianMtBBBAAAEEEEAAAQQQQAABBBAoZwGC1TwHq8lC1ayC1S1yHo93Hs33qzhNT1YTrK5/LfYzEz/avUntYDXVcWn2WPXbFbQZrKbTY9UJVu1erv7LqkwrADdYbfhbt/WA8xXp1VrOv2zlMHeC1XLYJeaIAAIIIIAAAggggAACCCCAAAKlIECwmsdgNVWommmwal7tFHqE3wSqF0hXLm3QY3WNalS91QbAjB59tL5J186cKudlUEG7gMhxXh/Uho8l53H7I5apw/ppofsyeFFVglYE4WpSPyCNnW4/wh/qsRrqG2sFqh/PVaP3wi27JQGtAIr3p4JgtXjWXAkBBBBAAAEEEEAAAQQQQAABBMpbgGA1D8Hq7/74ura1vK1r+lxQ3ncDs696AYLVqr8FAEAAAQQQQAABBBBAAAEEEEAAgTQFCFbzEKymac1hCJS8AMFqyW8RE0QAAQQQQAABBBBAAAEEEEAAgRIRIFglWC2RW5FplIIAwWop7AJzQAABBBBAAAEEEEAAAQQQQACBchAgWCVYLYf7lDkWSYBgtUjQXAYBBBBAAAEEEEAAAQQQQAABBMpegGCVYLXsb2IWkD8BgtX8WTISAggggAACCCCAAAIIIIAAAghUtgDBKsFqZd/hrC4jAYLVjLg4GAEEEEAAAQQQQAABBBBAAAEEqliAYJVgtYpvf5YeFSBY5Z5AAAEEEEAAAQQQQAABBBBAAAEE0hMgWCVYTe9O4aiqECBYrYptZpEIIIAAAggggAACCCCAAAIIIJAHAYJVgtU83EYMUSkCBKuVspOsAwEEEEAAAQQQQAABBBBAAAEECi1AsEqwWuh7jPHLSKCcg1Uzd74QQAABBBBAAAEEEEAAAQQQQACBYgnU5ZArfvLJJ840t2/fnvF0e/bs6Zyz64s3dVjHo9WpU6eMxzAndNizZ8/XmZ65f/9+tba26vPPP1cuAJlel+MRKHWBcg5Wze80XwgggAACCCCAAAIIIIAAAggggECxBDp37pz1pQhWs6bjRARKU4BgtTT3hVkhgAACCCCAAAIIIIAAAggggEDpCRCs5lCyW3rbyYwQyE2AYDU3P85GAAEEEEAAAQQQQAABBBBAAIHqESBYJVitnrudlbYpQLDaJhEHIIAAAggggAACCCCAAAIIIIAAAo4AwSrBKr8KCAQCBKvcDAgggAACCCCAAAIIIIAAAggggEB6AlUfrKbHxFEIVI/AQQcd5PyLS8eOHYu26H379unD/e/ou4f3yfqavLwqazpORAABBBBAAAEEEEAAAQQQQACBLASqPlito2I1i9uGUypVgIrVSt1Z1oUAAggggAACCCCAAAIIIIAAAvkWIFglWM33PcV4ZSxAsFrGm8fUEUAAAQQQQAABBBBAAAEEEECgqAIEqwSrRb3huFhpCxCslvb+MDsEEEAAAQQQQAABBBDIQODzt3Tf3bfrod3SMSderRsH99CBGZzOoQgggEBbAgSrBKtt3SP8vIoECFaraLNZKgIIIIAAAggggAACFS3QqhfuPkWzdKuWny3dt/ha6dwXNLN354peNYtDAIHiChCsEqwW947jaiUtQLBa0tvD5BBAAAEEEEAAAQQQQCCBwBf/tkH3bN0Z+cle/eGfX9epV9yvS2qk5seGa/g7x+mibl0ix9XplKFn6rgDoEUAAQQyFyBYJVjN/K7hjIoVIFit2K1lYQgggAACCCCAAAIIVKzA+xvGa9SfBuj647tKH7+km9au0gveao84bLAm1krPb1urp/d73zxkhO4ffLIO0W49v/ZJffcfF2noERXLw8IQQKCAAgSrBKsFvL0YutwECFbLbceYLwIIIIAAAggggAACCJhg9WrN1P1ndpXeX6vhc+fo8VQsR0zXzmmDdYR26+G5s6SxBKvcRQggkJ0AwSrBanZ3DmdVpEA1BKtvLJ6kpgtu08DD39Ad9ZfpAXsnG+5R45XflxT+WZ+p63Xb2V0l7db6SQM1/+XYSbGfed/7YL0mDX5ep6411zDfe0N3TGrS8NsGyowQ+nKOnS9rOO/HfTQlOD8Pt5q5zk3SDYnmkIfh2x7CeG5Sv8arZHTz/1Xo8fM/42KM+Mbiem06uVFXHZeHq71+h+pf6uf9fuRhPIZAIM8C5j+o657YHBp15phXNTkf939Gc92hm696TqfccbV+mNF5kYNfv11/tb7W+4/+DAcy5967KnbS8Sv0X6OPzXCQ/Bz+yvIT1f8PI7QxV4/8TIdREECgggVCweqXO7Toll9pw5fJF3zI936h5cOO1YEEqxV8V7A0BIojQLBKsFqcO42rlIVAxQeroXAoWRjnhqfNI71AygpK67dO0sCNp2q9H1B6wWjNneZYO4wNB6O7n5ikG3WDF85at4JzfrNGFSxw9K5FsFoWv39MEgEEshRwKpM2avA0q9rICRfVDoFersGqOX+UZhmKoJoqfRc3YJZWWBbO97b1zy6kTf/SCY50LXT8KunE9gi5c5o8JyOAQJkJhILVjOZOxWpGXByMAAJxAgSrBKv8WiAQCFR2sGoC0xul671K0mRhY4Lvm8q/FTXrdYNujASkkRDWkTQB6wrVhCpOk4S4bQarkfPsYNib56l18zV/taQ+U2KBb6SydtjUKWre6Fas6olJGjjPr5Edpnv8UDcynqnENesdOE/h6lkzh3FWna91XadCsmaKmue5VbjDnMDZrvJ1r6fF9brMzNn7co+TFBo7ddWuuZY/Rp+pU1Qzr1n91tZoRagC2Fpf6PfcdVXDA3ogamc77Jyi9SObNdBeb1DV7A4YzKPPMA1Ts2qc+8sdv2Zqs+bPq3HWfFSu7va1zIUj7oFndD9MxepRkcpo+15JeR9ZaFSs8v9TlLKAE6w2aUKoKtIKOCMVnOec/U/Oo6KvLB+vP3ar1agnTHWnqao8TS+YUDMUaFpBpzEIPTr6M41633yzrxdkmv849753xChN0t/p+93maFSL+7ipIlW1QUVtovmb7y2VbnceU03zK1HA7Jzqzqt54Ks65VV/zU1aMW2Mmufa1bV+uDBGzUufk7RKs5z1Sb6ZlMxDMtWpC7u5tuYrCDmOWqm/evW0dquaTVOPwxBAoMwFMgpW/T6rHf2/kbQCKPPtZ/oItKsAwSrBarvegFy8tAQqOliNhpjRgFDJQrhYeDr8T9HK03SD1UTHSco1WB08X261rDv+8/3dlgVO2GdCQaey1gs2NUXrr5dutFoCOMfJa3/gVd/KaXvwrtsmoeEera9ZEavSDVXouh9Ek17X8ZUX3MYCYjdgdMNGpy1AUBE8Ss2DY4G0qfINVQdbvyrOz6wx3HDzp/qpntGnQdsGL/T01xf6VXOri5u9YxM5OK5eIOkax683NA9nvc1eCB0e31ljLu7m0qFgM+buht8xT/8fAfz7YNPJ90jjYms1QyVdb+Q+CpERrJbWH2tmEy9g9dOLhYDmMDcIlN8WwAofv/XEiervhZ5HOOGrCRsXyXzfDwidR9nlP0rvBpRrT/on3a5ZqmsZ44SF4YpQP9B1Q9pE13VejtJWRW22wWobYWx4PdHqWitYnZvcLBaexjz8MDW2MXYFWK5VvNzwCCCAQNsCaQer+3fp6f89QTfpCj0wvj89Vtum5QgEEGhDgGCVYJVfEgQCgYoOVk0wtLImVtUZ+d+hsCkQsUJJr9oz/Eh/usGqG2aZqle3V6v3laTHaqxvaxsVq1YbAbvdQNy1omv3rx+tgLXGC8bo1RgLBRMEwdEgL7ZGe+6RYLV5lNWr06/wvUG6yWrBkOL30gk07TGceW3TwfpUJ1mVwnHHBWOGq4pDx9lrbGO94fHtMRNVLVsLytQ9gYW/306wGvKMHez2WDXBariCOul6TVSerG0FwSr/P0UZCQT9Vp3q0jrd5z9aH6zBrTA1AeoL/iPqVpBpKkv9F6C4PULDi3eD213eI/vR/qF2sGpVgyZ8kUqK3qMpgtVYP1m/UtabX9w54epSM+8JLT+LrdkJnZNUrCasZI2Y2VWpXpVqIBWZi3EMrMvoXmKqCCBQPgJpBaufv6VFt/wvTfmwu35+/kL9+pTuXlU/Favls9PMFIHSEyBYJVgtvbuSGbWbQFUFq1HlSIjmViO+LFmPfseHTvkIVlP1WG27FYD/QqqUwWq0vYEd6PrrS1BV6bz4yFRt+tWWbQTB4ZclZRqsui0a7Ef8gxYBkb2KD0zNtR7RR3pGz0T3NfLovvvjsGtc0Bhab3h/7CA5PA+71USq1g/ey8oycbfXZFVaB+0acg1WrWpagtV2+/PLhXMQcIJGr3o0NoxdfXmvauz+q95BobAvRbBqP94eP00vvAxaBKQKVqPtClIsOtuK1WivWT9z9cLiYgWriV4mpnZ8iVYOtxenIoBAmQiEgtWvdunhRUv0+aBf6JKju7gr2LNZs24Zr5s/7ayhZz+qFWeaUNV80WO1TLaYaSJQsgIEqwSrJXtzMrHiCxCsuiGa2wM0vjVAONxw6wAAIABJREFUewerSQPASKVhXMWqF5qO6/+8Rpqw2O+xmaBnqx/UBiFpXLCaPAjOR7Aa3PUp2iQkD1bDFavJf4PaqFjNc7AahPTZutv9Vb1ANq8VqwSrxf9jyxXzKuCGeLXhF1UFj/ybPqKRx9q9x+Wb7SrKVBWroVYAblWT3S5AoR6pqYJV6wVbphVAqr6j2QSrXgVp9OVVbtuBVU6f1Phg1Qqdg3YICcy8wDa0bq93q2mNEG4FkODR/4R9cPN6GzAYAghUuUAoWP18h26ePUqzPu2iS05boZk/2KpZi2/SfV911im979ZjFx+rAwMvgtUqv3VYPgI5CxCsEqzmfBMxQOUIVHSwGgnqoo/+B//7giZNsh6Jt3c3ru9nXM9Rc3Six8Bz6bF6mWS/BKrO6omaJBAL91j1qkB3TtFKE6xuPDXcezXJeMmDVb+va/xa0w5WE/VYXXaqnr/UCm1DPVrDv2PRHqvu/z440mM1ibkzVBs9ViMVumn1WA16xcZeXtXP6yMbvm+89hKZuEf7olrzz0uPVYLVyvkjXsUrSf7Iflevn6l5QZX5ij0+n07FavRlTcle4hS8iMoLG0dplCa9/5XOtl6oFa7itNoA5OvlVf7+R17W5byYa4y08N2RkWDV7/Xq2RwxQjPVpJqx7kutdPwqzfLaIGT08qokL6uKvtyqim9Xlo4AAgUQiGsF8O5ajfrVHD3sv6hK0g+PX6EnR9uhqpkIwWoBtoMhEagqAYLVrIPVlzVvVr008GtNPaEE7pnX5qnDeqlx5lT1KYHpMIXyFKjoYNV70VLzyPCLiOab19ebL7ua0H4LvP9j50VHcl7WFJxjTrNeluQemiBYTVZ92ebLq7yXFnnzGdYwTA+on9ufNPLofria1gvvvLX1aRgm7azRDbfVqzGYfx9NufNUPT/OC0rtylQvyItrBWCWF3npl73+5MGqPx+3CtitCI79jviP/AeVnd6PkrUCcJTtMRqGadhqqd/aGq0Y7D1qbw5K2AbA36NNUsMDesDMw99786No24ToS84iYwbz6DNMw9Ssmuvjg1X/JV/ufZOluxemPuDYDNM9d0qXeS/Lqn3E8rTWEgrHbZcU66UVQHn+7WbWCORXgJdN5deT0RBAoBgCiXqsfvH67Rpw7yq9Iqnm7+fpiUlnqqZjdDYEq8XYH66BQCULEKwWMlhtuV9Dljbp2jbDzvd0/8KjtOY772rNWUdmd78RrGbnxlkhgcoOVqNvVi/e5icNq4o3Ba4UEkjSAzVTJTuETSckz3R8jkcAAQTaRYBgtV3YuSgCCOQkkOzlVX/+/U0a9kIPLblucIJQ1VySYDUneE5GAAERrBYyWE37BiNYTZuKAwsqUPHBqlPpOElNF7gvSirO1xu6Y1KTht82UF2Lc0Gu0qZAnoLVSOVsqgrbNqfEAQgggAACCCCAAAJZCyQLVp0BTTuAuEpV/1IEq1mjcyICCDgCBKuFDFbtilXn/27QY8GNN9d7bN8NVRs+9n5Q16ivL5bTZmCafZMeslrvThguv5715d90UP1O/4C5ahwo1TutAC5Vkz2ed8jcoGVB5HqSYj/jt6LaBaohWK32PWb9CCCAAAIIIIAAAghUmkDKYDXlYglWK+1eYD0IFFuAYLUowWp/bZxVr9d6+4/6e+Hm35oQ1XREjVSstryn97odGYSo5qYwQeqth7rnv/fUEB21RVo9do2Gd3N+6gWxc3VP3TRdttMPbd3byT6+9rkOqt8TC2ndn51Ab9Zi/+aV6PUIVkt0Y5gWAggggAACCCCAAAIIJBUIvyAwU6jYiw0zPZPjEUAAAYLVogSrbhVp8h6qiVsBuKFnrMZVTjVrHzcofXtIqIJVXo9VJ1iVH9h6N7hTLbtGQ8auUf/XE5zL7wECngDBKrcCAggggAACCCCAAAIIlJ3A/lb9+dMvs5t2xwP0Nwd3zu5czkIAgaoXIFgtSrA6VU5daigoPc+qOA0Hq/5x5wUVrm7Far0XmOYSrDoVrpG2BPZ1qv43osoBCFar/AZg+QgggAACCCCAAAIIIIAAAgggkLYAwWoxgtWxtbp1aZOunekGrM6XV2Ha6HwvHKzaIap/eH6C1cXSI0ep6cdfa+oJwchOGwEFPVjTvnc4sAIFCFYrcFNZEgIIIIAAAggggAACCCCAAAIIFESAYLVowWqDTrDCy3Bv0wTBqt0n1QlhpynUCiDUY9V/IVVbPVbdYLUh6O0aq16151aQO41By0KAYLUstolJIoAAAggggAACCCCAAAIIIIBACQgQrOYYrE5LtImHeC+Hch65dytVa6P9UmW3AvAe9d8pLzyt1f0Lj1LDx97gprfqP2x0wlX/sX2ngtUc73ydp9UDh2jNenMtt59rcK53xFw/1I20AXDOtloOlMA9yRTaUYBgtR3xuTQCCCCAAAIIIIAAAggggAACCJSVAMFq1sFqWe0zk0UgLQGC1bSYOAgBBBBAAAEEEEAAAQQQQAABBBAQwSrBKr8GCAQCBKvcDAgggAACCCCAAAIIIIAAAggggEB6AgSrBKvp3SkcVRUCBKtVsc0sEgEEEEAAAQQQQAABBBBAAAEE8iBAsEqwmofbiCEqRYBgtVJ2knUggAACCCCAAAIIIIAAAggggEChBQhWCVYLfY8xfhkJEKyW0WYxVQQQQAABBBBAAAEEEEAAAQQQaFcBglWC1Xa9Abl4aQkQrJbWfjAbBBBAAAEEEEAAAQQQQAABBBAoXQGCVYLV0r07mVnRBQhWi07OBRFAAAEEEEAAAQQQQAABBBBAoEwFCFYJVsv01mXahRAo52DVzJ0vBBBAAAEEEEAAAQQQQAABBBBAoFgCdTnkip988okzze3bt2c83Z49ezrn7PriTR3W8Wh16tQp4zHMCR327NnzdaZn7t+/X62trfr888+VC0Cm1+V4BEpdoJyD1VK3ZX4IIIAAAggggAACCCCAAAIIIICAL0Cwyr2AQIUJEKxW2IayHAQQQAABBBBAAAEEEEAAAQQQKEkBgtWS3BYmhUD2AgSr2dtxJgIIIIAAAggggAACCCCAAAIIIJCuAMFqulIch0CZCBCslslGMU0EEEAAAQQQQAABBBBAAAEEEChrAYLVst4+Jo9AvADBKncFAggggAACCCCAAAIIIIAAAgggUHgBgtXCG3MFBIoqQLBaVG4uhgACCCCAAAIIIIAAAggggAACVSpAsFqlG8+yK1eAYLVy95aVIYAAAggggAACCCCAAAIIIIBA6QhURLBaOpzMBIHSEDjooIPUuXNndezYsWgT2rdvnz7c/46+e3ifol2TCyGAAAIIIIAAAggggAACCCCAAALtJVARwWpdXV17+XFdBEpOgIrVktsSJoQAAggggAACCCCAAALZCnz2r1qx+DY9sFs6ptck3Tzkuzow27E4DwEEEMizAMFqnkEZDoH2FiBYbe8d4PoIIIAAAggggAACCCCQH4EvtWlxX83Q7frNIGn5gqulCzZr9o8OyM/wjIIAAgjkKECwmiMgpyNQagIEq6W2I8wHAQQQQAABBBBAAAEE2hL44l+f1J2//4/IYXv1hx3b1e+qhzWqTmp+ZKgueKunhnfvEjnuf6jf8AHqSd7aFjM/RwCBPAsQrOYZlOEQaG8BgtX23gGujwACCCCAAAIIIIAAApkKvPfEFRr5n/9TU07sKv1/L2r+mvu0yRvkyMPP0zV10qYtj+mp/d43/59L9PCQH+sQ7damNf9H3524RMOOzPSqHI8AAgjkJkCwmpsfZyNQcgIEqyW3JUwIAQQQQAABBBBAAAEE2hAwwep4zdbDZx8qvfeYhs6cqd+mOufIWfrPWefpSH2kB2bOkMYRrHKTIYBA8QUIVotvzhURKKhANQSrOxZNUNNFC3XO4Tu04KTRWmWLjlyubeOPlRT+Wd8ZT2vhoK6Sduvx8WdoTmPspNjPvO998LgmDNio/k+aa5jv7dCC8U26eNE5MiOEvpxj52hz3K721fTg/DxsubnOXGlGojnkYfi2hzCeG9V/20QZ3fx/FXr8/M+4GCPuWHSSNv5kmyb2zMPVti/QSb/r7/1+5GE8hkAgKwHzH7/9NPI9++RL9OLd1+pHWY2Xw0nmP9rvlBY5/1Gew9cfbtVfrq3z/uM+s3F+f88P9ONXY+fMvvyfNeX4zMbI19HuXBLvhfnZr7tvcsMOvhBAAIECCYSC1S9f1+03ztNTXya/2CHfn6qVI47TgQSrBdoRhkUAgXQECFbTUeIYBMpIoOKD1VA4lCyMc8PTptFeIGUFpSf/foLOeLa/nvYDSi8Yrb3XHGuHseFgdPe6CZqtGV44a90QzvlNurRggaN3LYLVMvotZKoIIJBMwPxH8ze3nB4KIZ1AT6v01WXHFRcu52D1dc3/+QjNMLMOqqbSXYIXMMuvtjLnud/7be/2CDDNWp6RTrxP6mWFuyY0vus+Z1HnDmqPeaXryXEIIFAJAqFgNaMFUbGaERcHI4BAXgUIVvPKyWAItL9AZQerJjCdLU3zKkmThY0Jvm8q/5bVPK0Zmh0JSCMhrLOFJmBdptpQxWmSELfNYDVynh0Me/Ps/+05mrNSUv30WOAbqawdMWO6mp51K1a1boLOmO3XyI7Qcj/UjYxnKnHNes+YrXD1rJnDGKvO17quUyFZM11Ns90q3BFO4GxX+brX06KTNNrM2ftyj5MUGjt11a65lj9G3xnTVTu7Sf2frNWyUAWwtb7Qr5frqpGrtCpqZzv8+3Q9PbpJZ9jrDaqa3QGDedSP0Ag1qda5v9zxa2c0ac7sWmfN3XN1t69lLhxxDzyj+2EqVrtFKqPteyXlfWShUbHa/n+gmYGcYHXXz8Mhqgnvtv7U/Z4V5MXCvF2aP/M/VNN9pkaa6s4TV+mrXs84gV847LOCTnNyEHba3/crMq3v/cMYnXvgN3Xurpka2d0EvN0jVbVWFafzaOpOXWNX2GYR0CYKmJ3bwxpf91yhpu51Grlup1Zedbp++4hdXesGof3u/qk2zXxG0n2a4VUBByYJLd2K02gFahBmdPt/Y3th3a/Zhx3c9AgggED6Ahn9rfH7rHY04xOspq/MkQggkG8BgtV8izIeAu0sUNHBajTEjAaEShbCxcLTi/9vtPI03WA10XGScg1WB8yRWy3rjr/xdLdlgRP2mVDQqaz1gk1N19PTpNlWSwDnOHntD7zqWzltD3a5bRJGLtfTNctiVbqhCl1zs6a4ruMrL7iNBcRuwOiGjU5bgKAi+FI1DYgF0qbKN1QdbP1uOD+zxnDDzTN0hp7Wp0HbBi/09NcX+t1yq4ubvGMTOTiuXiDpGsevNzQPZ71NXggdHt9ZYy7u5tKhYDPm7obfMU//HwH8+2DjT5ZLY2JrNUMlXW/kPgqREay2819nLu8LOKHiuhcl/VgrZ9n98NywU/7j8E7I+KzOnfVzNc8coT94FZNOhesuU+n5P7Ti53erxhsjXPkaq/68Zle/4DH20DF+IDpOGu9cx51LNPRss6I2y2A16COY5NZIONegbYEVrCY1i9m4gW1sjeFL2oGEP264NUNGYQe3OgIIIJClQNp/a/bv0lMLrtCNukqPXHM6PVaz9OY0BBDIjwDBan4cGQWBkhGo6GDVBEPLa2NVnZH/HQqbgh2xQkmv2jP8SH+6waobZpmqV7dXq/eVpMdqrG9rGxWrVhsBu91A3LWia/evH62AtcYLxvjRS7FQMEEQHA3yYmu05x4JVpsvtXp1+hW+M6S5VguGFL8VTqBpj+HMa4sO1qfqbVUKxx0XjBmuKg4dZ6+xjfWGx7fHTFS1bC0oU/cEFv5+O8FqyDN2sNtj1QSr4QrqpOs1UXmythUEqyXzd5qJ+AKxfqtuleWu2KP1AZIJX02waqoz3bAv9h/eCr2sJNqv1AzhjHvi79wXoEQf17eDVavXaiz4tXbKVMkma1WQIliNzSncuzQuPAhVl7qBc+26H2iT/1h+3DXsYDVmE6vaCpulrOaKjG3mHFzXI0g77ODmRgABBHIQSOtvzWf/qtvnX6zJH3TXuIuWaFG/7lSs5mDOqQggkLsAwWruhoyAQEkJVFWwGpWPhGhuNeJmyXr0Oz50ykewmqrHatutAPwXUqUMVqPtDexA119fgqpK58VHpmrTr7ZsIwgOvywp02DVbdFgP+IftAiI7FV8YGqu9ZA+1NN6OrqvkUf33R+HXeOCxtB6w/tjB8nheditJlK1fvBeVpaJu70mq9I6aNeQa7BqVdMSrJbUn2QmExJwg9TmwZEXNAXBXrgCNXZquIoyVbCa8gVL/hum/ZA0VbAabVeQaiezrFiN9pp1LxGrHi1WsJpOkJxW2MHdjgACCOQoEPpb89UuPfDrRfpi8DSN6tHFHXn3i5px4xWa/+kBGjboca0824Sq4b+d5skDvhBAAIFiChCsFlObayFQBAGCVTdEc3uAxrcGaO9gNWkAGKk0jKtY9ULTq07fqItMWOz32EzQs9UPaoOQNC5YTR4E5yNYDW7zFG0Skger4YrV5L8ybVSs5jlYDUL6bN3t/qpeIJvXilWC1SL8deUSuQt4FapOH9PYi6pij96bYDXSCsCpJDXfT7NiNXgJlh9QzpbutMJcUxm6ts59eVaqYNV6wVaiCs6QRRbBqv+iqpGhl1e5vU9//GqSilWrt6sbhtbpRdNjNadWAAke/U/QR5ZgNfe7nxEQQKBtgdDfms9e1/zpIzTj0y4a9bNVmn3cK5qx4Eat+OoA9fvRMq0bdZwODIakx2rbuhyBAAKFEiBYLZQs4yLQTgIVHaxGgrroo//B/76oSROsR+LtrYjr+xnXc9Qcnegx8Fx6rI6W7JdAfdvqiZokEAv3WPWqQP99uh40weqz/cO9V5OMlzxY9fu6xq817WA1UY/Vlf21caQV2oZ6tIZ/IaI9Vt3/fXCkx2oSc2eoNnqsRip00+qxGvSKjb28qr/XRzZ833jtJTJxj/ZFteaflx6rBKvt9BeXy2YuEHnBlDOA1Ws1wSPxw45Mr2JVCo8dvMTJr1SNXss/3ry8avc3tSjoXxprUeCcYrcByNPLq3y3uPYFJ67Si7pbTYMirQC8Fghub1ozp0s0+1W5L6/6+TPSifdphnmxl9/+4OxDk7wILPLyqiQvq0r6ciszLl8IIIBAgQTi/hGn5TGNnDNTD/gvqpL0oxNX6ZnL7FDVTIZgtUBbwrAIIJCGAMFqGkgcgkA5CVR0sOq9aKlpdPhFRHMavR2yqwntt8B7P3b7nsp5SVRwjqRYP1R/pxMEq8mqL9t8eZX30iJvPiNGjtAq9Xf7k0Ye3Q9X03rhnbe2viNHSP9eqxmLTtZLwfz7avq9/bVxjBeU2pWpXpAX1wrALDHy0i97/cmDVX8+bhWwWxEc+83wH/kPKju9HyVrBWB+bLcM0MgRGrFS6v9krZYN8B61NwclbAPgnK0FJ22URq7SKjMPf+/Nj6JtE6IvOYuMGcyjfoRGqEm10+KDVf8lX+59k6W7F6aucmxGaPm90mjvZVm1D1qe1lpC4bjtkmK9tAIop7/YzBWBXAUSv2wq11E5HwEEEGgPgUTV8V/84Vb99K779HtJNd+6Sc/8YoBqOkZnR7DaHvvFNRFAwBUgWOVOQKDCBCo7WI2+Wb14m5c0rCreFLhSSCBJD9RMlewQNp2QPNPxOR4BBBAoqADBakF5GRwBBIoqkKztyMeNN2roxmN0zw3nJQhVzRQJVou6UVwMAQRCAlUerL6sebPqpYFfa+oJkTvjtXnqsP41rR67RsO7cdcgUD4CFR+sOpWOE9R0kfuipOJ87dCC8U26eNE56lqcC3KVNgXyFKxGKmdTVdi2OSUOQAABBBBAAAEEEMhaIGU/Z9MOIK5S1b8UwWrW6JyIAAI5CxCsllSwaoLeW1VLmJvzjV3NA1RDsFrN+8vaEUAAAQQQQAABBBCoRIHsX5RHsFqJ9wNrQqBcBAhWSypYLZfbhnmWsgDBainvDnNDAAEEEEAAAQQQQACBRAImWA1e0pcxkfUixIzP5QQEEEAgewGC1XSD1Zb7NWRpgx4LWc9V48yp6uN8z6s2HThEa9Y3SL3f1ZojlqnD+mmhM84z3z/rSPeM33TQrYc2asjb9WrQar07oVbL/IpVtXW97DedMytbgGC1sveX1SGAAAIIIIAAAgggUJEC+7/Ux5+2Zre0jp11yMEHZHcuZyGAAAI5CBCszqpXOPq0Nc/zeqy6vVin1TXq64vdGFV6T/cvPMoLRIfrSCdYrde0Q0xAav639F7Lezqymxuiul/hR/1NsFq/07+G/fNr1bS0revlsOucWtECBKsVvb0sDgEEEEAAAQQQQAABBBBAAAEESkSAYDWtitXEL7l676khOurtIV6QmuxFWF4A+3Fsx+d6L8tyglXZYa0fvLrBavSlWuHrlcgdxDRKToBgteS2hAkhgAACCCCAAAIIIIAAAggggEAFChCsFixY9QPVaEVqLDAlWK3A36gSWBLBaglsAlNAAAEEEEAAAQQQQAABBBBAAIGKFyBYLViwmqiCNfw9gtWK//1qlwUSrLYLOxdFAAEEEEAAAQQQQAABBBBAAIEqEyBYzSBYTafHauzx/fi+rG5PVSndVgCpr1dldyrLTVuAYDVtKg5EAAEEEEAAAQQQQAABBBBAAAEEshYgWE0rWJXUcr+GLG3QYyHquWqcOVXu66wSVKhGzjGBav83Yy+sqn0uWY/VNRqutq6X9Z5zYoULEKxW+AazPAQQQAABBBBAAAEEEEAAAQQQKAmBKg9WS2IPmAQCeRUgWM0rJ4MhgAACCCCAAAIIIIAAAggggAACCQUIVrkxEKgwAYLVCttQloMAAggggAACCCCAAAIIIIAAAiUpQLBaktvCpBDIXoBgNXs7zkQAAQQQQAABBBBAAAEEEEAAAQTSFSBYTVeK4xAoEwGC1TLZKKaJAAIIIIAAAggggAACCCCAAAJlLUCwWtbbx+QRiBcgWOWuQAABBBBAAAEEEEAAAQQQQAABBAovQLBaeGOugEBRBco5WDVz5wsBBBBAAAEEEEAAAQQQQAABBBAolkBdXV3WlyJYzZqOExEoTYFyDlZbW1tLE5VZIYAAAggggAACCCCAAAIIIIBARQp07tw563URrGZNx4kIlKYAwWpp7guzQgABBBBAAAEEEEAAAQQQQACB0hMgWM2hZLf0tpMZIZCbAMFqbn6cjQACCCCAAAIIIIAAAggggAAC1SNAsEqwWj13OyttU4BgtU0iDkAAAQQQQAABBBBAAAEEEEAAAQQcAYJVglV+FRAIBAhWuRkQQAABBBBAAAEEEEAAAQQQQACB9AQIVglW07tTOKoqBAhWq2KbWSQCCCCAAAIIIIAAAggggAACCORBoKqD1S+++ELf+ta31LFjxzxQMgQC5S2wf/9+/fGPf9SBBx7olLIX8/di3759+nD/O/ru4X2yRmxtbc36XE5EAAEEEEAAAQQQQAABBBBAAAEEMhWo6mDVBEldunTRX//1X2fqxvEIVJzAJ598or179zqBKsFqxW0vC0IAAQQQQAABBBBAAAEEEEAAgTwLVG2w+tVXX+kv/uIvnCCpa9euOvjgg4taoZfnfWQ4BLIWMP/A8Omnn2r37t3OPzT893//t/7yL/+yqL8PVKxmvX2ciAACCCCAAAIIIIAAAskEPn9L9919ux7aLR1z4tW6cXAPHYgWAgggkEeBqgxWv/766yA8MoHOl19+KfMYsfk+XwhUm0CHDh2cCtUDDjhAnTp1kv+PDub7xfoiWC2WNNdBAAEEEEAAAQQQQKBaBFr1wt2naJZu1fKzpfsWXyud+4Jm9u5cLQCsEwEEiiBQtcGqqdLz/x+BahHuNC5R8gImSDVtAPz/R7Ba8lvGBBFAAAEEEEAAAQQQQEDSF/+2Qfds3Rmx2Ks//PPrOvWK+3VJjdT82HANf+c4XdStS+S4Op0y9EwddwCUCCCAQOYCVRmsGiY/TCVUzfym4YzKFfDD1GKGqkaTitXKvadYGQIIIIAAAggggAAChRZ4f8N4jfrTAF1/fFfp45d009pVesG76BGHDdbEWun5bWv19H7vm4eM0P2DT9Yh2q3n1z6p7/7jIg09otCzZHwEEKhEgaoNVitxM1kTAuUqQLBarjvHvBFAAAEEEEAAAQQQaH8BE6xerZm6/8yu0vtrNXzuHD2ealpHTNfOaYN1hHbr4bmzpLEEq+2/i8wAgfIUIFgtz31j1ghUlEAxg9U3Fk9S0wW3aeDhb+iO+sv0gC3ZcI8ar/y+pPDP+kxdr9vO7ippt9ZPGqj5L8dOiv3M+94H6zVp8PM6da25hvneG7pjUpOG3zZQZoTQl3PsfFnDeT/uoynB+XnYanOdm6QbEs0hD8O3PYTx3KR+jVfJ6Ob/q9Dj53/GxRjxjcX12nRyo646Lg9Xe/0O1b/Uz/v9yMN4DIFAVgLmP35/plHv2yeP0MY7rtYPsxovh5PMf7QvlW53/qM8h6/Xb9dfra/1/uM+s3FeWX6i+v8hds7MMa9qcj5+3zObhnO0O5foXuzQzVeN0ixvvPacXxZL4hQEECgzgVCw+uUOLbrlV9rwZfJFHPK9X2j5sGN1IMFqme0000Wg9AQIVktvT5gRAlUnULRgNRQOJQvj3PC0eaQXSFlBaf3WSRq48VSt9wNKLxitudMca4ex4WB09xOTdKNu8MJZa3ud85s1qmCBo3ctgtWq+51iwQhUooD5j+a6bf1DIaQT6GmF/mv0scVdcs7BqhU6BlVT6S7BC5jlV1uZ89zvrT3pn9xqraJ+mbU8Jx2/SjrRD3fd+TQP9P63Uz3WpAntEYIX1YKLIYBAewmEgtWMJkHFakZcHIwAAnECBKvcFAgg0O4CxQlWTWB6o3S9V0maLGxM8H1T+beiZr1u0I2RgDQSwjqSJmBdoZpQxWmSELfNYDVynh0Me/M8tW6+5q+W1GfSU/HgAAAgAElEQVRKLPCNVNYOmzpFzRvdilU9MUkD5/k1ssN0jx/qRsYzlbhmvQPnKVw9a+Ywzqrzta7rVEjWTFHzPLcKd5gTONtVvu71tLhel5k5e1/ucZJCY6eu2jXX8sfoM3WKauY1q9/aGq0IVQBb6wvd5a6rGh7QA1E722HnFK0f2ayB9nqDqmZ3wGAefYZpmJpV49xf7vg1U5s1f16Ns+ajcnW3r2UuHHEPPKP7YSpWj4pURtv3Ssr7yEKjYrXd/04yAckJVlvGhENUU/H56mnu98z/fe+qgOqcs03IuEs3z92pmm5zNMpUdx6/Qv914nPOce7P/RAyXF2pIOy0v+9XZFrf++4onXPg32lwyxyN6mYC3u6RqlqrijNRuJhFQJsoYHYWbY2v5eP1x261GvVEk1aM66+1j9nVtW4Qesodp+mFuc9JWqVZXhVwYJLQ0rUyYfbCbjG7IMw4amVsL+Rfw68mJrjgdxgBBAorkFGw6vdZ7WjmxN+nwu4MoyNQ+QIEq5W/x6wQgZIXKEqwGg0xowGhkoVwsfB0+J+ilafpBquJjpOUa7A6eL7call3/Of7uy0LnLDPhIJOZa0XbGqK1l8v3Wi1BHCOk9f+wKu+ldP24F23TULDPVpfsyJWpRuq0HU/iCa9ruMrL7iNBcRuwOiGjU5bgKAieJSaB8cCaVPlG6oOtu5i52fWGG64+VP9VM/o06Btgxd6+uuLC1YvU7N3bCIHx9ULJF3j+PWG5uGst9kLod3qZX98Z425uJtLh4LNmLsbfsc8/X8E8O+DTSffI42z5uIHtJF9T3QfhcgIVkv+72i1TNAJFZ/YLKmvVkyz++G5Yaf8x+GdkHGjBk8bo+a5o7TdC1GdCtcWU+lZp/uuulc13hjhytdY9eeElp8FIWLoGD8QHStd7VzHnUs09GyzojbLYDXoI5hk4xPONWhbYAWrSc1iNm5gG1tj+JJ2IBENU60js1hntdzTrBMBBPIjkHawun+Xnv7fE3STrtAD4/vTYzU//IyCQFULEKxW9fazeARKQ6AowaoJhlbWxKo6I/87FK4FLFYo6VV7hh/pTzdYdUM+U/Xq9mr1vpL0WI31bW2jYtVqI2C3G4i7VnTt/vWjFbDWeMEYvRpjoWCCIDga5MXWaM89Eqw2j7J6dfoVvjdIN1ktGFLcmk6gaY/hzGubDtanOsmqFI47LhgzXFUcOs5eYxvrDY9vj5moatlaUKbuCSz8/XaC1ZBn7GC3x6oJVsMV1EnXa6LyZG0rCFZL448ls7AEYv1Wg8pUq5+ne6AJX02waqoz3crJ2H94K/Sykmi/UnO2M+7xL7ovQIk+rm8Hq1av1Vjwa03VVMkma1WQInCMzSncuzQuPAhVl7qB87eeOFEv+I/lx13DDlZjNrGqrbBZymquyNhmzsF1HYJEbQu4kRFAAIH8C6QVrH7+lhbd8r805cPu+vn5C/XrU7pTsZr/rWBEBKpOgGC16racBSNQegLtEqxGGSIhmluN+LJkPfodHzrlI1hN1WO17VYA/gupUgar0fYGdqDrry9BVaXz4iNTtelXW7YRBIdflpRpsOq2aLAf8Q9aBET2Kj4wNdd6RB/pGT0T3dfIo/vuj8OucUFjaL3h/bGD5PA87FYTqVo/eC8ry8TdXpNVaR20a8g1WLWqaQlWS+/vIzPyBSI9O/1vB8FeuAI15hauokwVrNqPt8e5+2+Y9kPSVMFqtF1Bqk3MopIzaSsA63HWYgWrKYNkJ/BtilQWc0cjgAAChREIBatf7dLDi5bo80G/0CVHd3EvuGezZt0yXjd/2llDz35UK840oar5ohVAYXaEURGoHgGC1erZa1aKQMkKlFqw6vYAjW8N0N7BatIAMFJpGFex6oWm4/o/r5EmLPZ7bCbo2eoHtUFIGhesJg+C8xGsBjdpijYJyYPVcMVq8hu+jYrVPAerQUifrbvdX9ULZPNasUqwWrJ/G5mYLeBVPjp9TGMvqoqFjCZYjbQCcCpJzffTrFgNXoLl/0f2TGmp9QImExSur3VfnpUqWLVesBVfwRnZ1SyC1WRVoG6Fa5KKVevFUW4YWquNpsdqTq0AEjz6H/R5NWNb7QS4mRFAAIECC4SC1c936ObZozTr0y665LQVmvmDrZq1+Cbd91VnndL7bj128bE6MJgPwWqBt4bhEah4AYLVit9iFohA6QsUJViNBHXRR/+D/31BkyZZj8SH/rM+2vczrueoOTrRY+C59Fi9TLJfAlVn9URNEoiFe6x6VaA7p2ilCVY3nhruvZpkvOTBqt/XNX6taQeriXqsLjtVz19qhbahHq3hezjaY9X93wdHeqwmMXeGCvdAjeuxGqnQTavHatArNvbyqn5eH9lwv1ivvUQm7tG+qNb889JjlWC19P9IMkNPIPKCKee7Vq/VBI/EDz0ivYpVOS9bGqVZ3pWClzj5larRa/nHm5dX7fk73R70L421KHBOsdsA5OnlVf7tENe+4PgV2qh79cezI60AvBYIbm9aM6cRmvkHuS+vuuo56fhVmmVe7OW3PzAv9Ern5VWhl1XFblLn5VZ/fY30wq/1eOjejfbF5cZGAAEE8icQ1wrg3bUa9as5eth/UZWkHx6/Qk+OtkNVc32C1fztAiMhUJ0CBKvVue+sGoGSEihKsOq9aKl5ZPhFRPPN6+vNl11NaL8F3v+x86IjOS9rCs4xp1kvS3IPTRCsJqu+bPPlVd5Li7z5DGsYpgfUz+1PGnl0P1xN64V33tr6NAyTdtbohtvq1RjMv4+m3Hmqnh/nBaV2ZaoX5MW1AjDLi7z0y15/8mDVn49bBexWBMduQf+R/6Cy0/tRslYAjrI9RsMwDVst9VtboxWDvUftzUEJ2wD4e7RJanhAD5h5+HtvfhRtmxB9yVlkzGAefYZpmJpVc318sOq/5Mu9b7J098LUBxybYbrnTuky72VZtY9YntZaQuG47ZJivbQCKKk/jUwGgQILpHjZVIGvzPAIIIBAvgUS9Vj94vXbNeDeVXpFUs3fz9MTk85UTcfolQlW870XjIdAtQkQrFbbjrNeBEpQoDjBavTN6sWDSBpWFW8KXCkkkKQHaqZKdgibTkie6fgcjwACCBRUgGC1oLwMjgACRRVI9vKqP//+Jg17oYeWXDc4QahqpkiwWtSN4mIIVKAAwWoFbipLQqDcBIoWrDqVjpPUdIH7oqTifL2hOyY1afhtA9W1OBfkKm0K5ClYjVTOpqqwbXNKHIAAAggggAACCCCQtUCyYNUZ0LQDiKtU9S9FsJo1OicigIAjQLDKjYAAAu0uUMxgtd0XywQQQAABBBBAAAEEEEAgrwIpg9WUVyJYzetGMBgCVShAsFqFm86SESg1AYLVUtsR5oMAAggggAACCCCAQPkImGA1eElfxtPm5XoZk3ECAggEAgSr3AwIINDuAgSr7b4FTAABBBBAAAEEEEAAgfIV2N+qP3/6ZXbz73iA/ubgztmdy1kIIFD1AgSrVX8LAIBA+wsQrLb/HjADBBBAAAEEEEAAAQQQQAABBBDITIBgNTMvjkYAgQIIEKwWAJUhEUAAAQQQQAABBBBAAAEEEECgoAL5CFZzmeCuL97UYR2PVqdOnbIapsOePXu+zupMTkIAgZIRIFgtma1gIggggAACCCCAAAIIIIAAAgggkKYAwWqaUByGAAKFEyBYLZwtIyOAAAIIIIAAAggggAACCCCAQGEECFYL48qoCCCQgQDBagZYHIoAAggggAACCCCAAAIIIIAAAiUhQLBaEtvAJBCobgGC1eref1aPAAIIIIAAAggggAACCCCAQDkKEKyW464xZwQqTIBgtcI2lOUggAACCCCAAAIIIIAAAgggUAUCBKtVsMksEYFSFyBYLfUdYn4IIIAAAggggAACCCCAAAIIIBAVIFjlnkAAgXYXIFht9y1gAggggAACCCCAAAIIIIAAAgggkKEAwWqGYByOAAL5FyBYzb8pIyKAAAIIIIAAAggggAACCCCAQGEFCFYL68voCCCQhgDBahpIHIIAAggggAACCCCAAAIIIIAAAiUlQLBaUtvBZBCoToF8BKvVKceqEUAAAQQQQAABBBBAAAEEEECgHAU++eSTnKe964s3dVjHo9WpU6esxuqwZ8+er7M6k5MQQKBkBAhWS2YrmAgCCCCAAAIIIIAAAggggAACCBRBgGC1CMhcAoFqECBYrYZdZo0IIIAAAggggAACCCCAAAIIIOALEKxyLyCAQF4ECFbzwsggCCCAAAIIIIAAAggggAACCCBQJgIEq2WyUUwTgVIXIFgt9R1ifggggAACCCCAAAIIIIAAAgggkE8BgtV8ajIWAlUsQLBaxZvP0hFAAAEEEEAAAQQQQAABBBCoQgGC1SrcdJaMQCEECFYLocqYCCCAAAIIIIAAAggggAACCCBQqgIEq6W6M8wLgTITIFgtsw1juggggAACCCCAAAIIIIAAAgggkJMAwWpOfJyMAAK+AMEq9wICCCCAAAIIIIAAAggggAACCFSTAMFqNe02a0WggAIEqwXEZWgEEEAAAQQQQAABBBBAAAEEECg5AYLVktsSJoRAeQoQrJbnvjFrBBBAAAEEEEAAAQQQQAABBBDIToBgNTs3zkIAgYgAwSq3BAIIIIAAAggggAACCCCAAAIIVJMAwWo17TZrRaCAAgSrBcRlaAQQQAABBBBAAAEEEEAAAQQQKDkBgtWS2xImhEB5ChCslue+MWsEEEAAAQQQQAABBBBAAAEEEMhOgGA1OzfOQgCBiADBKrcEAggggAACCCCAAAIIIIAAAghUkwDBajXtNmtFoIACBKsFxGVoBBBAAAEEEEAAAQQQQAABBBAoOQGC1ZLbEiaEQHkKEKyW574xawQQQAABBBBAAAEEEEAAAQQQyE6AYDU7N85CAIGIAMEqtwQCCCCAAAIIIIAAAggggAACCFSTAMFqNe02a0WggAIEqwXEZWgEEEAAAQQQQAABBBBAAAEEECg5AYLVktsSJoRAeQoQrJbnvjFrBBBAAAEEEEAAAQQQQAABBBDIToBgNTs3zkIAgYhAPoLV5j+/hSsCCCCAAAIIIIAAAggggAACCCBQNIGav+mR9bUIVrOm40QEELAFCFa5HxBAAAEEEEAAAQQQQAABBBBAoNwECFbLbceYLwIVKECwWoGbypIQQAABBBBAAAEEEEAAAQQQqHABgtUK32CWh0A5CBCslsMuMUcEEEAAAQQQQAABBBBAAAEEELAFCFa5HxBAoN0FCFbbfQuYAAIIIIAAAggggAACCCCAAAIIZChAsJohGIcjgED+BQhW82/KiAgggAACCCCAAAIIIIAAAgggUFgBgtXC+jI6AgikIUCwmgYShyCAAAIIIIAAAggggAACCCCAQEkJEKyW1HYwGQSqU4BgtTr3nVUjgAACCCCAAAIIIIAAAgggUM4CBKvlvHvMHYEKESBYrZCNZBkIIIAAAggggAACCCCAAAIIVJEAwWoVbTZLRaBUBQhWS3VnmBcCCCCAAAIIIIAAAggggAACCCQTIFjl3kAAgXYXKMdg9e17GnTDQ5Iu/KUevezodjdkAggggAACCCCAAAIIIIAAAgggUFwBgtXienM1BBBIIFDwYPXD53XjRUv1WkL9AbrxuQZ9J5Od8cfLKlR9RytP+6XWKYvrBnP0x4hN+oTrFuuGMw/Rxxtu0ZhbtodX03us7p1/qg5xvhs7d9DC1Rr5fSU+xxvBPyZdnvjr57LOdK/KcQgggAACCCCAAAKlKxD/+TOvc31jtc6f8GTqggf/83voc3H+ZuEXXWT62Tl/M2AkBBBoLwGC1faS57oIIBAIFC9YDYd8QdVpph+wzIe31d2tsDKTzcw1WP1Yz025UndukZwPbkf4oXFPjVvSS69cYQLknhr34HU67bDYsbrwWo1rutU5z/9K/sHPO092IJvGGv0PtZ7nB1T1poHGIQgggAACCCCAQKULFDhYTYevwMFqOlPgGAQQqEwBgtXK3FdWhUBZCbRXsCo7CLxGWhJX1eoFsc4Hsa1S7+16zQSTvRt0iVbrvi1egPm+96/ktrpVzRoEuObnvXvqhC3b9ZoG6PILn9Rdpp2A9eWHnUlbDST4UOgfe8LlDdJdq/WaFRQHFaTBfCLB7PfjbxV3PD+cTf9WivuX+qBSmKrV9BU5EgEEEEAAAQQQqDSBcLA66E+3aMwL8j4Tu2v1n76yn67yFdyfKSguCHT8z7dBxWp8IYHbtkveE2Pemb3HakrtUs2PfA735+B8pm3yP7O757if0a2iBX8S3hxCn4ODwofYPlLJWmn3NOtBICZAsMrdgAAC7S7QXsFqrGJ1kH62ZZ3+yfpQFwo2z90VtBIIf6iyq0TjP3CZD2dXaKn3aL4bLsqv4tRhkj6U/JYAQQiZaaBpBaWzxupPM5fmFqym8yhVundMpILVbUXAFwIIIIAAAggggEB1CSQIVp3WVQN044Pd9ahT3OB+Bv7mb933GESfzLrkcum+u7Z7j/vHglLnOHlFDr2Plra8k/gYP+zsPVa3nbJVk/zrm5Zgkc/h/hxkihUadmmMaTNgF0U4RQw99ar1FNmPGv15L1b31ebpsmgBBoUG1XXPs9pqEiBYrabdZq0IlKhA8YLVRADmQ05v/d7pexoLNUOVnkGw6n8g8sNMO1iNfVgKKkjtYNX/F/Xgg5sXrAaVpP4HzkyCVetfzc0HPL/qNuuKVWtdTiuBHG4YP1QN/oU/h7E4FQEEEEAAAQQQQKCMBZIEq87n4MO8StREn4Gtz6a/7KY7f/mknLAzeHeAR+J/7jytXnquMfEx1lNfQbCa5HO4H6y6FawfBu9H8J82i1XXxrYkeY/VXNuAlfG2M3UEqkSAYLVKNpplIlDKAsULVpP9S3H8y6ACL/OByw9Wgw9yOQSrwcujcgtWQy+Jioa22QarbVWrRl8ClrA3rW2ZSUhcyncoc0MAAQQQQAABBBDIXiBxsBp+xD/8uTHUSssvflDkhbT+Z1H7M6z1pJkzX/+YRMFq3IISVM1+PxaMZhasRtsGULGa/f3DmQiUtgDBamnvD7NDoCoESidYTRIExvU1bd9gNfZBM/IBLUH/1Ux6rOb8NlMreE30L/lVcTOzSAQQQAABBBBAAIGIQLrB6mDtusg8ReZ+DVoYeazeeprKfkLshr97Quebx/WtdxyY80PHnLjdbe1ltwKIHO9POvyZOMNg1W/N5Qxm/tvCXxPBKr8WCFSqAMFqpe4s60KgjARKJ1j1G+fHmuOH+julrFhNr8fq4Rtu8XquZtljNdULoeL6tFr/Ut7my6uyaUUQvslCH17PpKNqGf0KMlUEEEAAAQQQQKCAApkHq6Heqeqp8wZu12Pr4z+rO/+Y7werx0j6tyTHJApW/XcdRN4L8IH3TgT33QrxwapbBZukx2oQrLoFGye+6n/2J1gt4A3G0Ai0qwDBarvyc3EEEDAC7R+smvdIRR4tMhNL+oh9pBfp+17DfHs7rX8BDz/K5B80QP7jRPZp/htDQy/Puuzo2CFW79Lo3RN+WZb109Aj+9bLrpwPi95xOb9oKsFbUoMp8EGS33QEEEAAAQQQQKB6BdINVq/TaaHP1QM06MInte4h80h/7GWzgWNcK4BLNeihZUHFq3Nc8DnYalfVe6ym1C7VfDNu8BV7ci1ZxeqNz52t//ReWBWc5n3mt88Z9Cc/TDXXH6BBelLrtlj/bVG9NwIrR6AiBQhWK3JbWRQC5SVQ8GC1vDiYLQIIIIAAAggggAACCCCAAAIIlIEAwWoZbBJTRKDSBQhWK32HWR8CCCCAAAIIIIAAAggggAAClSdAsFp5e8qKECg7AYLVstsyJowAAggggAACCCCAAAIIIIBA1QsQrFb9LQAAAu0vQLDa/nvADBBAAAEEEEAAAQQQQAABBBBAIDMBgtXMvDgaAQQKIECwWgBUhkQAAQQQQAABBBBAAAEEEEAAgYIKEKwWlJfBEUAgHQGC1XSUOAYBBBBAAAEEEEAAAQQQQAABBEpJgGC1lHaDuSBQpQIEq1W68SwbAQQQQAABBBBAAAEEEEAAgTIWIFgt481j6ghUigDBaqXsJOtAAAEEEEAAAQQQQAABBBBAoHoECFarZ69ZKQIlK0CwWrJbw8QQQAABBBBAAAEEEEAAAQQQQCCJAMEqtwYCCLS7AMFqu28BE0AAAQQQQAABBBBAAAEEEEAAgQwFCFYzBONwBBDIvwDBav5NGREBBBBAAAEEEEAAAQQQQAABBAorQLBaWF9GRwCBNAQIVtNA4hAEEEAAAQQQQAABBBBAAAEEECgpAYLVktoOJoNAdQoQrFbnvrNqBBBAAAEEEEAAAQQQQAABBMpZgGC1nHePuSNQIQL5CFZ37txZIRosAwEEEEAAAQQQQAABBBBAAAEEykGgrq4u62l+8sknWZ/rn7jrizd1WMej1alTp6zG6rBnz56vszqTkxBAoGQE8hGstra2lsx6mAgCCCCAAAIIIIAAAggggAACCFS+QOfOnbNeJMFq1nSciAACtgDBKvcDAggggAACCCCAAAIIIIAAAgiUmwDBarntGPNFoAIFCFYrcFNZEgIIIIAAAggggAACCCCAAAIVLkCwWuEbzPIQKAcBgtVy2CXmiAACCCCAAAIIIIAAAggggAACtgDBKvfD/9/evYBZUd353v+Jz6hnom+Yt2NQSGYaZjSaGC+DmoCKgDH66EEhEx0bCE4bNMEZIYYkBi8wgEDQGBUHjYhw8GCYaEZRDkajAmokXsdLNIlmhu68ES8xzTGGibf36HlWXdeqvWv33rv3pWrvbz/PPM/YXbVqrc+q7nT/+Ne/EECg6QIEq03fAiaAAAIIIIAAAggggAACCCCAAAIVChCsVgjG4QggUHsBgtXamzIiAggggAACCCCAAAIIIIAAAgjUV4Bgtb6+jI4AAmUIEKyWgcQhCCCAAAIIIIAAAggggAACCCCQKQGC1UxtB5NBoD0FCFbbc99ZNQIIIIAAAggggAACCCCAAAJ5FiBYzfPuMXcEWkSAYLVFNpJlIIAAAggggAACCCCQJYG3XtCa66/UD/ukA0aer8UTP6E9sjQ/5oIAArkXIFjN/RayAATyL0Cwmv89ZAUIIIAAAggggAACCGRL4F09cP2xmq/vatXJ0prl35AmPaB5R+6WrWkyGwQQyLUAwWqut4/JI9AaAgSrrbGPrAIBBBBAAAEEEEAAgWYIvP2ru7Xi8W2JS/9RT/38GY099wc6s1PqvW2yJv/6EJ0xdK/EcSN07Okn6pDdmzFzrokAAnkXIFjN+w4yfwRaQIBgtQU2kSUggAACCCCAAAIIINAkgdfunqnul07SBYd1SG/8VEvXr9UDwVyG7D1RXxsubXlive55P/jk4Kn6wcSjNVh92rL+Lh34T8t0+pAmTZ7LIoBArgUIVnO9fUwegdYQIFhtjX1kFQgggAACCCCAAAIINEPABKvna55+cGKH9Np6Tb50oe4oNZEhl2jbxRM1RH265dL50tkEq83YN66JQCsIEKy2wi6yBgRyLtDIYPW55bPVc9oVmvDR53TN6HO0zrabskJb//EgSe7XRl20QVec3CGpTxtmT9CSn8UnxV8LPve7DZo9cYvGrjfXMJ97TtfM7tHkKybIjOB8eMcukTVc8OVRmhOdX4PNNddZKl1YbA41GL7/IYznZo3bep6Mbu0/6j1+7WfciBGfWz5am4/eqvMOqcHVnrlGo386Lvj+qMF4DIFAjQXMH9QjNj7sjDpv+pP6Vi3u/4rm+qwuO+9+HXvN+fpMReclDn7mSn1ow/Dgj/4KBzLnrlwbn3TYav3XWQdXOEhtDn901UiNf2qqNg3UozbTYRQEEGhhASdYfedZLbv8O7r7nfQFD/7kt7Wq62DtQbDawncFS0OgMQIEq41x5ioIIFBCoGHBqhMOpYVxfnjaOy0IpKygdPTjszVh01htCAPKIBjtvM4ca4exbjDat3G2FuvCIJy1ILzze9Vdt8AxuBbBKt9/CCDQygJeZdImTbzYqjbywkU1IdAbaLBqzu/WfLNfUTVV+ZvnB8zSasvC+9wT46sLacu/dJEjfQsdtlYa2YyQe0CT52QEEMiZgBOsVjR3KlYr4uJgBBAoECBY5aZAAIGmCzQmWDWB6WLpgqCSNC1sLPJ5U/m3unODLtTiRECaCGE9SROwrlanU3GaEuL2G6wmzrOD4WCeY0cs0ZKbJY2aEwe+icrarovmqHeTX7GqjbM1YVFYI9ulFWGomxjPVOKa9U5YJLd61sxhhlXna13Xq5DsnKPeRX4VbpcXONtVvv71tHy0zjFzDj784yQ5Y5eu2jXXCscYddEcdS7q1bj1nVrtVABb63Puct9VU9ZpXdLOdtg2Rxum9WqCvd6oqtkfMJrHqC51qVed3v3lj995Ua+WLOr01rzvQN3ta5kLJ9wjz+R+mIrVfROV0fa9UvI+stCoWG36z0kmUELAC1Z7NMupirQCzkQF56kn/8R7VPTRVTP1m6HD1b3RVHeaqsrj9IAJNZ1A0wo6zRScR0c/r+7XzCePCoJM88d58Lkh3Zqtj+mgoQvV/bL/uKkSVbVRRW2x+ZvP3SBd6T2mWuZHsYDZO9WfV++EJ3Xsk+Gae7T64unqvdSurg3DhenqveF+SWs131ufFJpJaR6SqU69eqhvaz6ikGPfm/ShJ49rWtVsmXochgACOReoKFgN+6wOCn9G0gog59vP9BFoqgDBalP5uTgCCBiBhgSryRAzGRAqLYSLw9PJLyUrT8sNVosdJ2mgwerEJfKrZf3xt4z3WxZ4YZ8JBb3K2iDY1BxtuEBabLUE8I5T0P4gqL6V1/bgFb9NwpQV2tC5Oq7SdSp0/V9EU6/r+SoIbuOA2A8Y/bDRawsQVQR3q3diHEibKl+nOtj6VvG+Zo3hh5vH63jdq51R24Yg9AzX53yr+autMZIAACAASURBVNXFvcGxxRw81yCQ9I0L1+vMw1tvbxBCu+N7axyIu7m0E2zG7n74HXuG/wgQ3gebj14hzYjXaoZKXW/iPnLICFb5YZ11AaufXhwCmkn7QaDCtgBW+PhXG0dqfBB6DvHCVxM2LpP5fBgQeo+yK3yU3g8o1x/+E12p+Rrx8nQvLHQrQsNA1w9pi13XezlKfxW11Qar/YSx7nqS1bVWsHppulkcnsYeYZga3yZ2BdhAq3izfvMxPwQQyIJA2cHq+9t1z7/M0lKdq3Uzx9NjNQubxxwQyLkAwWrON5DpI9AKAg0JVk0wdFNnXNWZ+G8nbIpQrVAyqPZ0H+kvN1j1wyxT9er3ag0+Unqsxn1b+6lYtdoI2O0GCq6VXHt4/WQFrDVeNMYRW+NQsEgQnAzy4jXac08Eq73dVq/OsML3Qmmp1YKhxI3tBZr2GN68ntCe2qnDrUrhguOiMd2qYuc4e439rNcd3x6zWNWytaBK3YtYhPvtBauOZ3yw32PVBKtuBXXqek1Unta2gmC1FX7Uts0aon6rXnXpCK0JH62PBPwKUxOgPhA+om4FmaayNHwBit8j1KXzg9vtwSP7yf6hdrBqVYMWfZFKid6jJYLVuJ9sWCkbzK/gHLe61Mx71sufj9fshc4pFatFK1kTZnZValClGkkl5mIcI+u2uRNZKAIINFKgrGD1rRe07PJ/0JzXh+krX7xa3zt2WFDVT8VqI/eKayHQagIEq622o6wHgRwKNCVYTTolQjS/GvFnkvXod2HoVItgtVSP1f5bAYQvpCoZrCbbG9iBbri+IlWV3ouPTNVmWG3ZTxDsviyp0mDVb9FgP+IftQhI7FVhYGqudat+r3t1b3JfE4/u+192XQuCRme97v7YQbI7D7vVRKnWD8HLyipxt9dkVVpH7RoGGqxa1bQEqzn8AcqU/YrRoHo05rCrL1eq0+6/GhzkhH0lglX78fZC7iC8jFoElApWk+0KSmxetRWryV6zYeYahMWNClaLvUxMTXyJFt8mCCDQ+gJOsPredt2y7Fq9dcq3deZ+e/mL3/Gw5l8+U5ft3E2nn/wjrT7RhKrmgx6rrX93sEIE6itAsFpfX0ZHAIEyBLIWrPo9QAtbAzQ7WE0NABOVhgUVq0FoOmP8Fk0zYXHYY7NIz9YwqI1C0oJgNT0IrkWwGt0uJdokpAerbsVq+q3XT8VqjYPVKKSv1t3urxoEsjWtWCVYLeOnFIdkWcAP8Ya7L6qKHvk3fUQTj7UHj8v32lWUpSpWnVYAflWT3S5ATo/UUsGq9YIt0wqgVN/RaoLVoII0+fIqv+3AWq9PamGwaoXOUTuEImZBYOusO+jdalojuK0Aijz6X7QPbpbvKuaGAAJ5E3CC1bee1WULujV/514687jVmvfpxzV/+VKteW83HXvk9brtSwdrj2iBBKt522vmi0DWBAhWs7YjzAeBNhRoSLCaCOqSj/5H/31aj2Zbj8Tb21HQ97Og56g5uthj4APpsXqOZL8EaoTVEzUlEHN7rAZVoNvm6CYTrG4a6/ZeTRkvPVgN+7oWrrXsYLVYj9Ubx2rLl63Q1unR6n5TJHus+v+9Z6LHaoq5N1Q/PVYTFbpl9ViNesXGL68aF/SRde+boL1EJe7JvqjW/GvSY5VgtQ1/6rbektMf2e8I+pmaF1SZj/jx+XIqVpMva0p7iVP0IqogbOxWt2a/9p5Otl6o5VZxWm0AavXyqnBbEy/r8l7MNV26+pVpiWA17PUa2AyZqnnqUefZ/kutdNhazQ/aIFT08qqUl1UlX27VenchK0IAgWYKFLQCeGW9ur+zULeEL6qS9JnDVuuus+xQ1cyYYLWZ+8a1EWgFAYLVVthF1oBAzgUaEqwGL1rqnea+iGiJeX29+bCrCe23wIdf9l50JO9lTdE55jTrZUn+oUWC1bTqy35fXhW8tCiYT9eULq3TOL8/aeLRfbeaNgjvgrWNmtIlbevUhVeM1tZo/qM057qx2jIjCErtytQgyCtoBWCWl3jpl73+9GA1nI9fBexXBMc3bfjIf1TZGXwprRWAp2yPMaVLXTdL49Z3avXE4FF7c1DRNgDhHm2WpqzTOjOPcO/Nl5JtE5IvOUuMGc1jVJe61KvOCwqD1fAlX/59U6V7EKau82y6tOI66ZzgZVnDb7U8rbU44bjtUmK9tALI+Q9Tpo9ATQR42VRNGBkEAQQaKlCsx+rbz1ypk1au1aOSOv9ykTbOPlGdg5LTIlht6EZxMQRaUIBgtQU3lSUhkDeBxgSryTerN04pNaxq3BS4kiOQ0gO1UiU7hC0nJK90fI5HAAEEmiJAsNoUdi6KAAIDEkh7edUfHlmqrgc+oWu/ObFIqGouSbA6IHhORgABEaxyEyCAQNMFGhasepWOs9Vzmv+ipMZ8PKdrZvdo8hUT1NGYC3KVfgVqFKwmKmdLVdj2OyUOQAABBBBAAAEEEKhaIC1Y9QY07QAKKlXDSxGsVo3OiQgg4AkQrHIjIIBA0wUaGaw2fbFMAAEEEEAAAQQQQAABBGoqUDJYLXklgtWabgSDIdCGAgSrbbjpLBmBrAkQrGZtR5gPAggggAACCCCAAAL5EXBfEFjpvOMXG1Z6JscjgAACBKvcAwgg0HQBgtWmbwETQAABBBBAAAEEEEAgvwLvv6s/7HynuvkP2l0f3nO36s7lLAQQaHsBgtW2vwUAQKD5AgSrzd8DZoAAAggggAACCCCAAAIIIIAAApUJEKxW5sXRCCBQBwGC1TqgMiQCCCCAAAIIIIAAAggggAACCNRVgGC1rrwMjgAC5QgQrJajxDEIIIAAAggggAACCCCAAAIIIJAlAYLVLO0Gc0GgTQUIVtt041k2AggggAACCCCAAAIIIIAAAjkWIFjN8eYxdQRaRYBgtVV2knUggAACCCCAAAIIIIAAAggg0D4CBKvts9esFIHMChCsZnZrmBgCCCCAAAIIIIAAAggggAACCKQIEKxyayCAQNMFCFabvgVMAAEEEEAAAQQQQAABBBBAAAEEKhQgWK0QjMMRQKD2AgSrtTdlRAQQQAABBBBAAAEEEEAAAQQQqK8AwWp9fRkdAQTKECBYLQOJQxBAAAEEEEAAAQQQQAABBBBAIFMCBKuZ2g4mg0B7ChCstue+s2oEEEAAAQQQQAABBBBAAAEE8ixAsJrn3WPuCLSIAMFqi2wky0AAAQQQQAABBBBAAAEEEECgjQQIVttos1kqAlkVqEWwum3btqwuj3khgAACCCCAAAIIIIAAAggggEALCowYMaLqVb355ptVnxueuP3t57X3oP206667VjXWLjt27PigqjM5CQEEMiNQi2A1M4thIggggAACCCCAAAIIIIAAAggggEA/AgSr3CIIIFATAYLVmjAyCAIIIIAAAggggAACCCCAAAII5ESAYDUnG8U0Eci6AMFq1neI+SGAAAIIIIAAAggggAACCCCAQC0FCFZrqclYCLSxAMFqG28+S0cAAQQQQAABBBBAAAEEEECgDQUIVttw01kyAvUQIFithypjIoAAAggggAACCCCAAAIIIIBAVgUIVrO6M8wLgZwJEKzmbMOYLgIIIIAAAggggAACCCCAAAIIDEiAYHVAfJyMAAKhAMEq9wICCCCAAAIIIIAAAggggAACCLSTAMFqO+02a0WgjgIEq3XEZWgEEEAAAQQQQAABBBBAAAEEEMicAMFq5raECSGQTwGC1XzuG7NGAAEEEEAAAQQQQCDTAn/6pVYvv0Lr+qQDjpity/7uQO2R6QkzOQQQaCcBgtV22m3WikAdBQhW64jL0AgggAACCCCAAAIItKXAO9q8/CjN1ZX6n6dIq646XzrtYS347O5tqcGiEUAgewIEq9nbE2aEQC4FCFZzuW1MGgEEEEAAAQQQQACBTAi8/cu7dN0j/5mYyx/11LNPa9x5t6h7hNR76+k67YVDNXnYXonj/lrjJp+kQ8lbM7GXTAKBdhIgWG2n3WatCNRRgGC1jrgMjQACCCCAAAIIIIBAiwu8uvFcTfvtf9eckR3S/35IS/5tjTYHa97no1/Q10dImx+7TT9+P/jkX5ypW/7uGA1Wnzb/2//SgV+7Vl37tDgSy0MAgcwJEKxmbkuYEAL5FCBYzee+MWsEEEAAAQQQQAABBLIgYILVmVqgW07+iPTqbTp93jzdXmpi+8zXb+d/Qfvo91o3b640g2A1C/vIHBBoNwGC1XbbcdaLQJ0EGhmsPrtslnrOuFqnfvRZXXX4WVprr2naKj0x82BJ7teOmnuPrj6lQ1Kf7ph5ghZujU+KvxZ87nd3aNZJmzT+LnMN87lnddXMHn1p2akyIzgf3rEL9XCB61G6JDq/BujmOpdKc4vNoQbD9z+E8dyk8U98TUa39h/1Hr/2M27EiM8uO1ybxjyhrx1ag6s9fZUOf3B88P1Rg/EYAoGqBMwfv+M07VX75DP10PXf0GerGm8AJ5k/2q+Tlnl/lA/g46nv6s/Wjwj+uK9snEdWfFrHPBmfs+CrP9ecwyobo1ZH+3Mpvhfma98bttkPO/hAAAEE6iTgBKvvPKMrFy/Sj99Jv9jggy7STVMP0R4Eq3XaEYZFAIFyBAhWy1HiGAQQ6FegYcGqEw6lhXF+eNpzVhBIWUHp0Y/M0gn3jdc9YUAZBKPDV5pj7TDWDUb77pylBZobhLMWh3d+j75ct8AxuBbBar/3IAcggED2BcwfzR9/7HNOCOkFelqr9845pLELGHCw+oyWfGWq5ppZR1VT5S4hCJgVVluZ8/zP3X5kMwJMs5Z7pZFrpCOscNeExt9f4y1q0inNmFe5nhyHAAKtIOAEqxUtiIrVirg4GAEEaipAsFpTTgZDoH0FGhOsmsB0gXRxUEmaFjYW+byp/Lux8x7N1YJEQJoIYb0tNAHrjRruVJymhLj9BquJ8+xgOJjn+L9ZqIU3SRp9SRz4Jiprp869RD33+RWrunOWTlgQ1shO1aow1E2MZypxzXpPWCC3etbMYbpV52td16uQ7LxEPQv8KtypXuBsV/n619Oyw3WWmXPw4R8nyRm7dNWuuVY4xlFzL9HwBT0af9dw3ehUAFvrc769fFdNW6u1STvb4T8u0T1n9egEe71RVbM/YDSP0VM1VT0a7t1f/vjD5/Zo4YLh3pqHDdTdvpa5cMI98kzuh6lYHZqojLbvlZL3kYVGxWr7/oDO0Mq9YHX7V9wQ1YR3jx/vf84K8uIwb7uWzPtPdQ6bp2mmunPkWr13xL1e4OeGfVbQaU6Owk7782FFpvW5T03XpD0+rknb52naMBPwDktU1VpVnN6jqdv0dbvCtoqAtljA7G2TNb5WnKueYSM07c5tuum8z+n2W+3qWj8IHXf98do8715JazQ3qAKOTIpa+hWnyQrUKMwY+j/ivbDum+rDjgzdfEwFAQQyL1DRz5qwz+ogsyyC1cxvLhNEoIUFCFZbeHNZGgKNFGhIsJoMMZMBodJCuDg8/dL/l6w8LTdYLXacpIEGqyctlF8t64+/6XN+ywIv7DOhoFdZGwSbukT3XCwtsFoCeMcpaH8QVN/Ka3uw3W+TMG2V7um8Ma7SdSp0zR1S4rqer4LgNg6I/YDRDxu9tgBRRfCX1XNSHEibKl+nOti6Ib2vWWP44eYJOkH3aGfUtiEIPcP1FQSrZ6knOLaYg+caBJK+ceF6nXl46+0JQmi/ejkc31vjQNzNpZ1gM3b3w+/YM/xHgPA+2DRmlTTdmksY0Cb2vdh95JARrDbyRyLXKiHghYp3PiTpGN003+6H54edCh+H90LG+zRp/lfUO2+qngoqJr0K1+2m0vOvtfor16szGMOtfI2rP7++fVz0GLtzTBiIzpBmetfx55IMPfutqK0yWI36CKZYFZ1r1LbAClZTzWIbP7CN1+he0g4kwnHd1gwVhR3c/QgggECVAmX/rHl/u3581blarPN069c/R4/VKr05DQEEaiNAsFobR0ZBoO0FGhKsmmBo1fC4qjPx3064Fu2IFUoG1Z7uI/3lBqt+yGeqXv1ercFHSo/VuG9rPxWrVhsBu91AwbWSaw+vn6yAtcaLxvjsT+NQsEgQnAzy4jXac08Eq71ftnp1hhW+c6VLrRYMJb4rvEDTHsOb12PaUzt1pFUpXHBcNKZbVewcZ6+xn/W649tjFqtathZUqXsRi3C/vWDV8YwP9nusmmDVraBOXa+JytPaVhCstv3P6ewBxP1W/SrL7fGj9dFkTfhqglVTnemHffEf3nJeVpLsV2qG8MYd+aD/ApTk4/p2sGr1Wo2DX0vMVMmmtSooEazGc3J7lxaEB051qR84D7/z09ocPpZfcA07WI1t4qot16xkNVdibDPn6LoBQdlhR/ZuMmaEAAI5EijrZ82ffqkrl3xJ3/rdMM0441otGzeMitUc7TFTRaAVBQhWW3FXWRMCTRBoSrCaXGciRPOrER+WrEe/C0OnWgSrpXqs9t8KIHwhVclgNdnewA50w/UVqar0XnxkqjbDast+gmD3ZUmVBqt+iwb7Ef+oRUBirwoDU3OtH+p13aN7kvuaeHTf/7LrWhA0Out198cOkt152K0mSrV+CF5WVom7vSar0jpq1zDQYNWqpiVYbcIPQC5ZpoAfpPZOTLygKQr23ArUeFC3irJUsFryBUvhG6bDkLRUsJpsV1BqhVVWrCZ7zfqXiKtHGxWslhMklxV2lHkXcBgCCCCQJuD8rHlvu9Z9b5nennixuj+xl39K30Oau/hcLdm5u7pOuUM3nWxCVfdnp3nygA8EEECgkQIEq43U5loItLBA1oJVvwdoYWuAZgerqQFgotKwoGI1CE3P+9wmnWHC4rDHZpGerWFQG4WkBcFqehBci2A1us1LtElID1bditX0b5l+KlZrHKxGIX217nZ/1SCQrWnFKsFqC/90baWlBRWqXh/T+EVV8aP3JlhNtALwKknN58usWI1eghUGlAuk66ww11SGrh/hvzyrVLBqvWCrWAWnsytVBKvhi6qmOS+v8nufHvNkSsWq1dvVD0NH6CHTY3VArQCKPPpfpI8swWorfR+yFgSyK+D8rPnTM1pyyVTN3bmXuj+/VgsOeVRzr1qs1e/trnGfvVF3dh+iPaKl0GM1u7vKzBBofQGC1dbfY1aIQEMEGhKsJoK65KP/0X+f0aNZ1iPxNkBB38+CnqPm6GKPgQ+kx+pZkv0SqL+xeqKmBGJuj9WgCvQ/LtG/mmD1vvFu79WU8dKD1bCva+Fayw5Wi/VYvWm8Nk2zQlunR6t7GyZ7rPr/vWeix2qKuTeU2wO1oMdqokK3rB6rUa/Y+OVV44M+su59E7SXqMQ92RfVmn9NeqwSrDbk5xwXqYVA4gVT3pBWr9Uij8R37VNexarkjh29xCmsVE1eKzzevLyq7+NaFvUvjVsUeKfYbQBq9PKqULKgfcHItXpI16vnlEQrgKAFgt+b1szpTC14Uv7Lq75yrzRyjeaaF3uF7Q9O/kjKi8ASL69KeVlV6sutzLh8IIAAAnUSKPhHnJdv07SF87QufFGVpM+OXKt7z7FDVTMZgtU6bQnDIoBAGQIEq2UgcQgCCPQv0JBgNXjRUs9Z7ouIFm4N5mdXE9pvgQ++7Pc9lfeSqOgcSXE/1HCdRYLVtOrLfl9eFby0KJjP1GlTtVbj/f6kiUf33WraILwL1nbUtKnSfwzX3GVH66fR/I/SJSvHa9P0ICi1K1ODIK+gFYBZYuKlX/b604PVcD5+FbBfERzfF+Ej/1FlZ/CltFYA5st2ywBNm6qpN0nj7xquG08KHrU3BxVtA+CdrasO3yRNW6u1Zh7h3psvJdsmJF9ylhgzmsfoqZqqHg2/uDBYDV/y5d83VboHYepaz2aqVq2UzgpeljX8Xy1Pay1OOG67lFgvrQD6/3nFEQi0jkDxl021zvpYCQIItJNAser4t5/6ro7//ho9Iqnzr5bq3m+fpM5BSRWC1Xa6T1grAlkTIFjN2o4wHwRyKtCYYDX5ZvXGYaWGVY2bAldyBFJ6oFaqZIew5YTklY7P8QgggEBdBQhW68rL4Agg0FCBtLYjb2xdrNM3HaAVF36hSKhqpkiw2tCN4mIIIOAIEKxyQyCAQE0EGhasepWOs9Rzhv+ipMZ8PKurZvboS8tOVUdjLshV+hWoUbCaqJwtVWHb75Q4AAEEEEAAAQQQQKBqgZL9nE07gIJK1fBSBKtVo3MiAggMWIBgdcCEDIAAAkagkcEq4ggggAACCCCAAAIIINBaAtW/KI9gtbXuBFaDQL4ECFbztV/MFoHMChCsZnZrmBgCCCCAAAIIIIAAApkXMMFq9JK+imdrvQix4nM5AQEEEKhegGC1ejvORAABS4BgldsBAQQQQAABBBBAAAEEqhZ4/x29sfPd6k4ftJsG77l7dedyFgIIIDAAAYLVAeBxKgIIxAIEq9wNCCCAAAIIIIAAAggggAACCCDQTgIEq+2026wVgToKEKzWEZehEUAAAQQQQAABBBBAAAEEEEAgcwIEq5nbEiaEQD4FCFbzuW/MGgEEEEAAAQQQQAABBBBAAAEEqhMgWK3OjbMQQCAhQLDKLYEAAggggAACCCCAAAIIIIAAAu0kQLDaTrvNWhGoowDBah1xGRoBBBBAAAEEEEAAAQQQQAABBDInQLCauS1hQgjkU4BgNZ/7xqwRQAABBBBAAAEEEEAAAQQQQKA6AYLV6tw4CwEEEgIEq9wSCCCAAAIIIIAAAggggAACCCDQTgIEq+2026wVgToKEKzWEZehEUAAAQQQQAABBBBAAAEEEEAgcwIEq5nbEiaEQD4FCFbzuW/MGgEEEEAAAQQQQAABBBBAAAEEqhMgWK3OjbMQQCAhQLDKLYEAAggggAACCCCAAAIIIIAAAu0kQLDaTrvNWhGoowDBah1xGRoBBBBAAAEEEEAAAQQQQAABBDInQLCauS1hQgjkU6AWweq2bdvyuXhmjQACCCCAAAIIIIAAAggggAACuRQYMWJE1fMmWK2ajhMRQMAWqEWw+u6774KKAAIIIIAAAggggAACCCCAAAIINExgt912q/paBKtV03EiAggQrHIPIIAAAggggAACCCCAAAIIIIBAngUIVvO8e8wdgRYRoGK1RTaSZSCAAAIIIIAAAggggAACCCDQRgIEq2202SwVgawKEKxmdWeYFwIIIIAAAggggAACCCCAAAIIpAkQrHJvIIBA0wUIVpu+BUwAAQQQQAABBBBAAAEEEEAAAQQqFCBYrRCMwxFAoPYCBKu1N2VEBBBAAAEEEEAAAQQQQAABBBCorwDBan19GR0BBMoQIFgtA4lDEEAAAQQQQAABBBBAAAEEEEAgUwIEq5naDiaDQHsKEKy2576zagQQQAABBBBAAAEEEEAAAQTyLECwmufdY+4ItIgAwWqLbCTLQAABBBBAAAEEEEAgSwJvvaA111+pH/ZJB4w8X4snfkJ7ZGl+zAUBBHIvQLCa+y1kAQjkX4BgNf97yAoQQAABBBBAAAEEEMiWwLt64PpjNV/f1aqTpTXLvyFNekDzjtwtW9NkNgggkGsBgtVcbx+TR6A1BAhWW2MfWQUCCCCAAAIIIIAAAs0QePtXd2vF49sSl/6jnvr5Mxp77g90ZqfUe9tkTf71ITpj6F6J40bo2NNP1CG7N2PmXBMBBPIuQLCa9x1k/gi0gADBagtsIktAAAEEEEAAAQQQQKBJAq/dPVPdL52kCw7rkN74qZauX6sHgrkM2XuivjZc2vLEet3zfvDJwVP1g4lHa7D6tGX9XTrwn5bp9CFNmjyXRQCBXAsQrOZ6+5g8Aq0hQLDaGvvIKhBAAAEEEEAAAQQQaIaACVbP1zz94MQO6bX1mnzpQt1RaiJDLtG2iydqiPp0y6XzpbMJVpuxb1wTgVYQIFhthV1kDQjkXKCRwepzy2er57QrNOGjz+ma0edonW03ZYW2/uNBktyvjbpog644uUNSnzbMnqAlP4tPir8WfO53GzR74haNXW+uYT73nK6Z3aPJV0yQGcH58I5dImu44MujNCc6vwaba66zVLqw2BxqMHz/QxjPzRq39TwZ3dp/1Hv82s+4ESM+t3y0Nh+9VecdUoOrPXONRv90XPD9UYPxGAKBqgTMH7+fV/dr9slTtema8/WZqsYbwEnmj/YbpCu9P8oH8PHMlfrQhuHBH/eVjfPoqpEa/1R8zrzpT+pbtfh+r2wa3tH+XJJ78awuO69b84Pxmjm/KpbEKQggkDMBJ1h951ktu/w7uvud9EUM/uS3tarrYO1BsJqznWa6CGRPgGA1e3vCjBBoO4GGBatOOJQWxvnhae+0IJCygtLRj8/WhE1jtSEMKINgtPM6c6wdxrrBaN/G2VqsC4Nw1tpe7/xeddctcAyuRbDadt9TLBiBVhQwfzSPeGK8E0J6gZ5W67/OOrixSx5wsGqFjlHVVLlLCAJmhdVW5jz/c+sP/4lfrdXQD7OW+6XD1kojw3DXn0/vhOC/veqxHs1qRgjeUAsuhgACzRJwgtWKJkHFakVcHIwAAgUCBKvcFAgg0HSBxgSrJjBdLF0QVJKmhY1FPm8q/1Z3btCFWpwISBMhrCdpAtbV6nQqTlNC3H6D1cR5djAczHPsiCVacrOkUXPiwDdRWdt10Rz1bvIrVrVxtiYsCmtku7QiDHUT45lKXLPeCYvkVs+aOcyw6nyt63oVkp1z1LvIr8Lt8gJnu8rXv56Wj9Y5Zs7Bh3+cJGfs0lW75lrhGKMumqPORb0at75Tq50KYGt9zl3uu2rKOq1L2tkO2+Zow7ReTbDXG1U1+wNG8xjVpS71qtO7v/zxOy/q1ZJFnd6a9x2ou30tc+GEe+SZ3A9TsbpvojLavldK3kcWGhWrTf85yQQkL1h9ebobopqKzyeP8z9n/v+VayOqU082IeN2XXbpNnUOXahuU9152Gr918j7veP8r4chpFtdqSjstD8fVmRar171XQAAIABJREFUnzuwW6fu8TFNfHmhuoeagHdYoqrWquIsFi5WEdAWC5i9RVvja9VM/WbocHVv7NHqGeO1/ja7utYPQo+95jg9cOn9ktZqflAFHJkUtfStTJh99dDYLgoz9r0p3guF1wiriQku+B5GAIH6ClQUrIZ9VgeZOfHzqb47w+gItL4AwWrr7zErRCDzAg0JVpMhZjIgVFoIF4enk19KVp6WG6wWO07SQIPViUvkV8v6428Z77cs8MI+Ewp6lbVBsKk52nCBtNhqCeAdp6D9QVB9K6/twSt+m4QpK7Shc3VcpetU6Pq/iKZe1/NVENzGAbEfMPpho9cWIKoI7lbvxDiQNlW+TnWwdRd7X7PG8MPN43W87tXOqG1DEHqG6ysIVs9Rb3BsMQfPNQgkfePC9Trz8NbbG4TQfvVyOL63xoG4m0s7wWbs7offsWf4jwDhfbD56BXSDGsuYUCb2Pdi95FDRrCa+Z+j7TJBL1Tc+LCko7T6Yrsfnh92Knwc3gsZN2nixdPVe2m3ng5CVK/C9WVT6TlCa85bqc5gDLfyNa7+nPXy56MQ0TkmDETPls73ruPPJRl69ltRW2WwGvURTNn4onON2hZYwWqqWWzjB7bxGt1L2oFEMky1jqxine1yT7NOBBCojUDZwer723XPv8zSUp2rdTPH02O1NvyMgkBbCxCstvX2s3gEsiHQkGDVBEM3dcZVnYn/dsK1iMUKJYNqT/eR/nKDVT/kM1Wvfq/W4COlx2rct7WfilWrjYDdbqDgWsm1h9dPVsBa40VjHLE1DgWLBMHJIC9eoz33RLDa22316gwrfC+UllotGErcml6gaY/hzesJ7amdOtyqFC44LhrTrSp2jrPX2M963fHtMYtVLVsLqtS9iEW4316w6njGB/s9Vk2w6lZQp67XROVpbSsIVrPxw5JZWAJxv9WoMtXq5+kfaMJXE6ya6ky/cjL+w1vOy0qS/UrN2d64hz3kvwAl+bi+HaxavVbj4NeaqqmSTWtVUCJwjOfk9i4tCA+c6lI/cP6rjSP1QPhYfsE17GA1tomrtlyzktVcibHNnKPregTF2hZwIyOAAAK1FygrWH3rBS27/B805/Vh+soXr9b3jh1GxWrtt4IREWg7AYLVtttyFoxA9gSaEqwmGRIhml+N+DPJevS7MHSqRbBaqsdq/60AwhdSlQxWk+0N7EA3XF+RqkrvxUemajOstuwnCHZfllRpsOq3aLAf8Y9aBCT2qjAwNde6Vb/Xvbo3ua+JR/f9L7uuBUGjs153f+wg2Z2H3WqiVOuH4GVllbjba7IqraN2DQMNVq1qWoLV7P18ZEahQKJnZ/jpKNhzK1BjN7eKslSwaj/eXuAevmE6DElLBavJdgWlNrGKSs7UVgDW46yNClZLBsle4NuTqCzmjkYAAQTqI+AEq+9t1y3LrtVbp3xbZ+63l3/BHQ9r/uUzddnO3XT6yT/S6hNNqGo+aAVQnx1hVATaR4BgtX32mpUikFmBrAWrfg/QwtYAzQ5WUwPARKVhQcVqEJrOGL9F00xYHPbYLNKzNQxqo5C0IFhND4JrEaxGN2mJNgnpwapbsZp+w/dTsVrjYDUK6at1t/urBoFsTStWCVYz+7ORidkCQeWj18c0flFVHDKaYDXRCsCrJDWfL7NiNXoJVvhH9jzpBusFTCYo3DDcf3lWqWDVesFWYQVnYlerCFbTqkD9CteUilXrxVF+GDpcm0yP1QG1Aijy6H/U59WMbbUT4GZGAAEE6izgBKtvPavLFnRr/s69dOZxqzXv049r/vKlWvPebjr2yOt125cO1h7RfAhW67w1DI9AywsQrLb8FrNABLIv0JBgNRHUJR/9j/77tB7Nth6Jd/6sT/b9LOg5ao4u9hj4QHqsniPZL4EaYfVETQnE3B6rQRXotjm6yQSrm8a6vVdTxksPVsO+roVrLTtYLdZj9cax2vJlK7R1erS693Cyx6r/33smeqymmHtDuT1QC3qsJip0y+qxGvWKjV9eNS7oI+v2iw3aS1TinuyLas2/Jj1WCVaz/0OSGQYCiRdMeZ+1eq0WeST+9CHlVazKe9lSt+YHV4pe4hRWqiavFR5vXl6142O6MupfGrco8E6x2wDU6OVV4e1Q0L7gsNXapJX6zcmJVgBBCwS/N62Z01TNe0r+y6vOu186bK3mmxd7he0PzAu9ynl5lfOyqvgm9V5u9f98XXrge7rDuXeTfXG5sRFAAIHaCRS0Anhlvbq/s1C3hC+qkvSZw1brrrPsUNVcn2C1drvASAi0pwDBanvuO6tGIFMCDQlWgxct9U5zX0S0xLy+3nzY1YT2W+DDL3svOpL3sqboHHOa9bIk/9AiwWpa9WW/L68KXloUzKdrSpfWaZzfnzTx6L5bTRuEd8HaRk3pkrZ16sIrRmtrNP9RmnPdWG2ZEQSldmVqEOQVtAIwy0u89Mtef3qwGs7HrwL2K4LjWzB85D+q7Ay+lNYKwFO2x5jSpa6bpXHrO7V6YvCovTmoaBuAcI82S1PWaZ2ZR7j35kvJtgnJl5wlxozmMapLXepV5wWFwWr4ki//vqnSPQhT13k2XVpxnXRO8LKs4bdantZanHDcdimxXloBZOpHI5NBoM4CJV42VecrMzwCCCBQa4FiPVbffuZKnbRyrR6V1PmXi7Rx9onqHJS8MsFqrfeC8RBoNwGC1XbbcdaLQAYFGhOsJt+s3jiI1LCqcVPgSo5ASg/USpXsELackLzS8TkeAQQQqKsAwWpdeRkcAQQaKpD28qo/PLJUXQ98Qtd+c2KRUNVMkWC1oRvFxRBoQQGC1RbcVJaEQN4EGhasepWOs9Vzmv+ipMZ8PKdrZvdo8hUT1NGYC3KVfgVqFKwmKmdLVdj2OyUOQAABBBBAAAEEEKhaIC1Y9QY07QAKKlXDSxGsVo3OiQgg4AkQrHIjIIBA0wUaGaw2fbFMAAEEEEAAAQQQQAABBGoqUDJYLXklgtWabgSDIdCGAgSrbbjpLBmBrAkQrGZtR5gPAggggAACCCCAAAL5ETDBavSSvoqnzcv1KibjBAQQiAQIVrkZEECg6QIEq03fAiaAAAIIIIAAAggggEB+Bd5/V3/Y+U518x+0uz68527VnctZCCDQ9gIEq21/CwCAQPMFCFabvwfMAAEEEEAAAQQQQAABBBBAAAEEKhMgWK3Mi6MRQKAOAgSrdUBlSAQQQAABBBBAAAEEEEAAAQQQqKsAwWpdeRkcAQTKESBYLUeJYxBAAAEEEEAAAQQQQAABBBBAIEsCBKtZ2g3mgkCbChCstunGs2wEEEAAAQQQQAABBBBAAAEEcixAsJrjzWPqCLSKAMFqq+wk60AAAQQQQAABBBBAAAEEEECgfQQIVttnr1kpApkVIFjN7NYwMQQQQAABBBBAAAEEEEAAAQQQSBEgWOXWQACBpgsQrDZ9C5gAAggggAACCCCAAAIIIIAAAghUKECwWiEYhyOAQO0FCFZrb8qICCCAAAIIIIAAAggggAACCCBQXwGC1fr6MjoCCJQhQLBaBhKHIIAAAggggAACCCCAAAIIIIBApgQIVjO1HUwGgfYUIFhtz31n1QgggAACCCCAAAIIIIAAAgjkWYBgNc+7x9wRaBEBgtUW2UiWgQACCCCAAAIIIIAAAggggEAbCRCsttFms1QEsipQi2A1q2tjXggggAACCCCAAAIIIIAAAggggEBS4M033xwwyva3n9feg/bTrrvuWtVYu+zYseODqs7kJAQQyIwAwWpmtoKJIIAAAggggAACCCCAAAIIIIBAAwQIVhuAzCUQaAcBgtV22GXWiAACCCCAAAIIIIAAAggggAACoQDBKvcCAgjURIBgtSaMDIIAAggggAACCCCAAAIIIIAAAjkRIFjNyUYxTQSyLkCwmvUdYn4IIIAAAggggAACCCCAAAIIIFBLAYLVWmoyFgJtLECw2sabz9IRQAABBBBAAAEEEEAAAQQQaEMBgtU23HSWjEA9BAhW66HKmAgggAACCCCAAAIIIIAAAgggkFUBgtWs7gzzQiBnAgSrOdswposAAggggAACCCCAAAIIIIAAAgMSIFgdEB8nI4BAKECwyr2AAAIIIIAAAggggAACCCCAAALtJECw2k67zVoRqKMAwWodcRkaAQQQQAABBBBAAAEEEEAAAQQyJ0CwmrktYUII5FOAYDWf+8asEUAAAQQQQAABBBBAAAEEEECgOgGC1ercOAsBBBICBKvcEggggAACCCCAAAIIIIAAAggg0E4CBKvttNusFYE6ChCs1hGXoRFAAAEEEEAAAQQQQAABBBBAIHMCBKuZ2xImhEA+BQhW87lvzBoBBBBAAAEEEEAAAQQQQAABBKoTIFitzo2zEEAgIUCwyi2BAAIIIIAAAggggAACCCCAAALtJECw2k67zVoRqKMAwWodcRkaAQQQQAABBBBAAAEEEEAAAQQyJ0CwmrktYUII5FOAYDWf+8asEUAAAQQQQAABBBBAAAEEEECgOgGC1ercOAsBBBICBKvcEggggAACCCCAAAIIIIAAAggg0E4CBKvttNusFYE6ChCs1hGXoRFAAAEEEEAAAQQQQAABBBBAIHMCBKuZ2xImhEA+BQhW87lvzBoBBBBAAAEEEEAAAQQQQAABBKoTIFitzo2zEEAgIVCLYLX3Dy/gigACCCCAAAIIIIAAAggggAACCDRMoPPDn6j6WgSrVdNxIgII2AIEq9wPCCCAAAIIIIAAAggggAACCCCQNwGC1bztGPNFoAUFCFZbcFNZEgIIIIAAAggggAACCCCAAAItLkCw2uIbzPIQyIMAwWoedok5IoAAAggggAACCCCAAAIIIICALUCwyv2AAAJNFyBYbfoWMAEEEEAAAQQQQAABBBBAAAEEEKhQgGC1QjAORwCB2gsQrNbelBERQAABBBBAAAEEEEAAAQQQQKC+AgSr9fVldAQQKEOAYLUMJA5BAAEEEEAAAQQQQAABBBBAAIFMCRCsZmo7mAwC7SlAsNqe+86qEUAAAQQQQAABBBBAAAEEEMizAMFqnnePuSPQIgIEqy2ykSwDAQQQQAABBBBAAAEEEEAAgTYSIFhto81mqQhkVYBgNas7w7wQQAABBBBAAAEEEEAAAQQQQCBNgGCVewMBBJoukMdg9cUVU3ThDyX9/T/rR+fs13RDJoAAAggggAACCCCAAAIIIIAAAo0VIFhtrDdXQwCBIgJ1D1Zf36LFZ9ygfy+qf5IW3z9F+1eyM+F4VYWqv9ZNx/2z7lQV143mGI4RT/pvv7lcF544WG/cfbmmX/60u5ojz9bKJWM12PtsfO4pV9+saQep+DnBCOExlfAo8j5UM/71mzpu74rO5mAEEEAAAQQQQACBlhIo/P2zpst77mZ9cdZdpQsewt9Pnd+LazeLsOiiqt+dazcNRkIAgSYIEKw2AZ1LIoCAK9C4YNUNM6Oq00p/wTK/vN08zAorK9nRgQarb+j+Of+o6x6TvF/choSh8aGace0RevRcEyCHgWZ8rP7+G5rR813vvPAj/Re/4DzZgWw5a0wGvgSr5ahxDAIIIIAAAggg0NoCdQ5Wy8Grc7BazhQ4BgEEWlOAYLU195VVIZArgWYFqwr/ddsEq1+Xri2oag2CWO8XscelI5/Wv5tg8sgpOlM3a81jQXD4WvCv5La6Vc0aBbjm60ceqr997Gn9u07SV//+Ln3ftBOwPsKwM7XVQJFfCsNj//arU6Tv36x/t4LiqII1mk8imD2o8FbxxxtIKBr+8jyQMXJ1CzNZBBBAAAEEEEAAgVQBN1g95aXLNf0BBb8T+yeFT1/ZT1eFw/lfU1RcEF0m/P02qlgtLCTw23YpeGIsOPPIszVn+A1akvg9PJyD97twT/g7u3+O/zu6VbQQTiKYg1OxGhU+xCBUsvLtgUDrChCstu7esjIEciPQrGA1rlg9RZ9/7E79xPqlzgk2J22PWgm4v1TZVaKFv3CZX87O1Q3Bo/l+SKuwN6vM8/GvS2FLgKofn7eC0vln66V5NwwsWC3nUap+7yyC1X6JOAABBBBAAAEEEGgbgSLBqte66iQt/tdh+pFX3OD/g/zHb/ffY5B8MuvMr0prvv908Lh/HJR6xykocjhyP+mxXxc/Jgw7jzxbVxz7uGaH1zctwRK/h4dzkClWmLJd002bAbsowitiOFRPWk+RfXZrOO/lGnazebosWYAxkDZgbXOjsFAEcilAsJrLbWPSCLSWQOOC1WJu5pecI/WI1/c0rrB0Kj2jYDX8hSgMM+1gNf5lKaogtYPV8F/Uo1/cgmA1qiStJoy0/tXcrrqtumLVWteAeqNWs5bWuqdZDQIIIIAAAggggEAokBKser8H7x1UohZ70sn63fSfh+q6f75LXtgZvTsgGD8sDDhutHT/1uLHWE99RcFqyu/hYbDqV7C+Hr0fIXzaLK6ujXc4vcfqQNuAcRchgEDWBQhWs75DzA+BNhBoXLCa9i/FhS+DitjNL1xhsBr9IjeAYDV6edTAglXnJVXJ0LbaYLW/atXkS8BSe9MSrLbBty1LRAABBBBAAAEEyhQoHqy6j/i7warTSissflDihbTh76L277DWk2be5MJjigWrBbMvUjV7UByMVhasJtsGULFa5s3CYQjkToBgNXdbxoQRaD2B7ASrKT1BC/qaNjdYjX/RTPyCVqT/aiU9Vmv3NlOC1db7LmVFCCCAAAIIIIBAtQLlBqsTtf0M8xSZ/3HK1YnH6k1dQvBhPyF24cc26ovmcX3rHQfmMOeYkU/7rb3sVgCJ45Nj+y3AKgxWw9Zc3mDmb4twTQSr1d49nIdA1gUIVrO+Q8wPgTYQyE6wGjbOj5vjO/2dSlasltdj9aN3Xx70XK2yx2pUNVrkl7OCPq3Wv5T3+/KqWoahtRyrDb4BWCICCCCAAAIIINDSApUHq07vVB2qL0x4WrdtKPxd3at6DYPVAyT9KuWYYsFq+K4D+4W2S8bqd8E7EdKCVb8KNqXHahSs+gUbI58Mf/cnWG3pW5zFtbUAwWpbbz+LRyAbAs0PVs17pBKPFhma1EfsE71IXwsa5tuc1r+Au48yhQedpPBxIvu08I2hzsuzztkvPiT8xa/I1rkvy7IOcB7Zt1525f0rfHBc4hfKwQO6NQhWB8THyQgggAACCCCAQEsJlBusflPHOb9Xn6RT/v4u3flD80h//LLZiKagFcCXdcoPb4wqXr3jot+DrdZfR56tOcNv0BIzbvQRP7nmPsVl90g9Wb8NXlgVnRb8zm+fc8pLYZhqrn+STtFduvMx62+LltpbFoMAAgSr3AMIINB0gboHq01fIRNAAAEEEEAAAQQQQAABBBBAAIFWEyBYbbUdZT0I5FCAYDWHm8aUEUAAAQQQQAABBBBAAAEEEGhzAYLVNr8BWD4CWRAgWM3CLjAHBBBAAAEEEEAAAQQQQAABBBCoRIBgtRItjkUAgboIEKzWhZVBEUAAAQQQQAABBBBAAAEEEECgjgIEq3XEZWgEEChPgGC1PCeOQgABBBBAAAEEEEAAAQQQQACB7AgQrGZnL5gJAm0rQLDatlvPwhFAAAEEEEAAAQQQQAABBBDIrQDBam63jokj0DoCBKuts5esBAEEEEAAAQQQQAABBBBAAIF2ESBYbZedZp0IZFiAYDXDm8PUEEAAAQQQQAABBBBAAAEEEECgqADBKjcGAgg0XYBgtelbwAQQQAABBBBAAAEEEEAAAQQQQKBCAYLVCsE4HAEEai9AsFp7U0ZEAAEEEEAAAQQQQAABBBBAAIH6ChCs1teX0RFAoAwBgtUykDgEAQQQQAABBBBAAAEEEEAAAQQyJUCwmqntYDIItKcAwWp77jurRgABBBBAAAEEEEAAAQQQQCDPAgSred495o5AiwgQrLbIRrIMBBBAAAEEEEAAAQQQQAABBNpIgGC1jTabpSKQVYFaBKvbtm3L6vKYFwIIIIAAAggggAACCCCAAAIItKDAiBEjql7Vm2++WfW54Ynb335eew/aT7vuumtVY+2yY8eOD6o6k5MQQCAzArUIVt99993MrIeJIIAAAggggAACCCCAAAIIIIBA6wvstttuVS+SYLVqOk5EAAFbgGCV+wEBBBBAAAEEEEAAAQQQQAABBPImQLCatx1jvgi0oADBagtuKktCAAEEEEAAAQQQQAABBBBAoMUFCFZbfINZHgJ5ECBYzcMuMUcEEEAAAQQQQAABBBBAAAEEELAFCFa5HxBAoOkCBKtN3wImgAACCCCAAAIIIIAAAggggAACFQoQrFYIxuEIIFB7AYLV2psyIgIIIIAAAggggAACCCCAAAII1FeAYLW+voyOAAJlCBCsloHEIQgggAACCCCAAAIIIIAAAgggkCkBgtVMbQeTQaA9BQhW23PfWTUCCCCAAAIIIIAAAggggAACeRYgWM3z7jF3BFpEgGC1RTaSZSCAAAIIIIAAAgggkCWBt17Qmuuv1A/7pANGnq/FEz+hPbI0P+aCAAK5FyBYzf0WsgAE8i9AsJr/PWQFCCCAAAIIIIAAAghkS+BdPXD9sZqv72rVydKa5d+QJj2geUfulq1pMhsEEMi1AMFqrrePySPQGgIEq62xj6wCAQQQQAABBBBAAIFmCLz9q7u14vFtiUv/UU/9/BmNPfcHOrNT6r1tsib/+hCdMXSvxHEjdOzpJ+qQ3Zsxc66JAAJ5FyBYzfsOMn8EWkCAYLUFNpElIIAAAggggAACCCDQJIHX7p6p7pdO0gWHdUhv/FRL16/VA8Fchuw9UV8bLm15Yr3ueT/45OCp+sHEozVYfdqy/i4d+E/LdPqQJk2eyyKAQK4FCFZzvX1MHoHWECBYbY19ZBUIIIAAAggggAACCDRDwASr52uefnBih/Taek2+dKHuKDWRIZdo28UTNUR9uuXS+dLZBKvN2DeuiUArCBCstsIusgYEci7QyGD1ueWz1XPaFZrw0ed0zehztM62m7JCW//xIEnu10ZdtEFXnNwhqU8bZk/Qkp/FJ8VfCz73uw2aPXGLxq431zCfe07XzO7R5CsmyIzgfHjHLpE1XPDlUZoTnV+DzTXXWSpdWGwONRi+/yGM52aN23qejG7tP+o9fu1n3IgRn1s+WpuP3qrzDqnB1Z65RqN/Oi74/qjBeAyBQI0FzB/UIzY+7Iw6b/qT+lYt7v+K5vqsLjvvfh17zfn6TEXnJQ5+5kp9aMPw4I/+Cgcy565cG5902Gr911kHVzhIbQ5/dNVIjX9qqjYN1KM202EUBBBoYQEnWH3nWS27/Du6+530BQ/+5Le1qutg7UGw2sJ3BUtDoDECBKuNceYqCCBQQqBhwaoTDqWFcX542jstCKSsoHT047M1YdNYbQgDyiAY7bzOHGuHsW4w2rdxthbrwiCctSC883vVXbfAMbgWwSrffwgg0MoCXmXSJk282Ko28sJFNSHQG2iwas7v1nyzX1E1Vfmb5wfM0mrLwvvcE+OrC2nLv3SRI30LHbZWGtmMkHtAk+dkBBDImYATrFY0dypWK+LiYAQQKBAgWOWmQACBpgs0Jlg1geli6YKgkjQtbCzyeVP5t7pzgy7U4kRAmghhPUkTsK5Wp1NxmhLi9husJs6zg+FgnmNHLNGSmyWNmhMHvonK2q6L5qh3k1+xqo2zNWFRWCPbpRVhqJsYz1TimvVOWCS3etbMYYZV52td16uQ7Jyj3kV+FW6XFzjbVb7+9bR8tM4xcw4+/OMkOWOXrto11wrHGHXRHHUu6tW49Z1a7VQAW+tz7nLfVVPWaV3SznbYNkcbpvVqgr3eqKrZHzCax6gudalXnd795Y/feVGvlizq9Na870Dd7WuZCyfcI8/kfpiK1X0TldH2vVLyPrLQqFht+s9JJlBCwAtWezTLqYq0As5EBeepJ//Ee1T00VUz9Zuhw9W90VR3mqrK4/SACTWdQNMKOs0UnEdHP6/u18wnjwqCTPPHefC5Id2arY/poKEL1f2y/7ipElW1UUVtsfmbz90gXek9plrmR7GA2TvVn1fvhCd17JPhmnu0+uLp6r3Urq4Nw4Xp6r3hfklrNd9bnxSaSWkekqlOvXqob2s+opBj35v0oSePa1rVbJl6HIYAAjkXqChYDfusDgp/RtIKIOfbz/QRaKoAwWpT+bk4AggYgYYEq8kQMxkQKi2Ei8PTyS8lK0/LDVaLHSdpoMHqxCXyq2X98beM91sWeGGfCQW9ytog2NQcbbhAWmy1BPCOU9D+IKi+ldf24BW/TcKUFdrQuTqu0nUqdP1fRFOv6/kqCG7jgNgPGP2w0WsLEFUEd6t3YhxImypfpzrY+lbxvmaN4Yebx+t43audUduGIPQM1+d8q/nVxb3BscUcPNcgkPSNC9frzMNbb28QQrvje2sciLu5tBNsxu5++B17hv8IEN4Hm49eIc2I12qGSl1v4j5yyAhW+WGddQGrn14cAppJ+0GgwrYAVvj4VxtHanwQeg7xwlcTNi6T+XwYEHqPsit8lN4PKNcf/hNdqfka8fJ0Lyx0K0LDQNcPaYtd13s5Sn8VtdUGq/2Ese56ktW1VrB6abpZHJ7GHmGYGt8mdgXYQKt4s37zMT8EEMiCQNnB6vvbdc+/zNJSnat1M8fTYzULm8ccEMi5AMFqzjeQ6SPQCgINCVZNMHRTZ1zVmfhvJ2yKUK1QMqj2dB/pLzdY9cMsU/Xq92oNPlJ6rMZ9W/upWLXaCNjtBgqulVx7eP1kBaw1XjTGEVvjULBIEJwM8uI12nNPBKu93VavzrDC90JpqdWCocSN7QWa9hjevJ7Qntqpw61K4YLjojHdqmLnOHuN/azXHd8es1jVsrWgSt2LWIT77QWrjmd8sN9j1QSrbgV16npNVJ7WtoJgtRV+1LbNGqJ+q1516QitCR+tjwT8ClMToD4QPqJuBZmmsjR8AYrfI9Sl84Pb7cEj+8n+oXawalWtTg6pAAAaPklEQVSDFn2RSoneoyWC1bifbFgpG8yv4By3utTMe9bLn4/X7IXOKRWrRStZE2Z2VWpQpRpJJeZiHCPrtrkTWSgCCDRSoKxg9a0XtOzyf9Cc14fpK1+8Wt87dlhQ1U/FaiP3imsh0GoCBKuttqOsB4EcCjQlWE06JUI0vxrxZ5L16Hdh6FSLYLVUj9X+WwGEL6QqGawm2xvYgW64viJVld6Lj0zVZlht2U8Q7L4sqdJg1W/RYD/iH7UISOxVYWBqrnWrfq97dW9yXxOP7vtfdl0LgkZnve7+2EGyOw+71USp1g/By8oqcbfXZFVaR+0aBhqsWtW0BKs5/AHKlP2K0aB6NOawqy9XqtPuvxoc5IR9JYJV+/H2Qu4gvIxaBJQKVpPtCkpsXrUVq8les2HmGoTFjQpWi71MTE18iRbfJggg0PoCTrD63nbdsuxavXXKt3Xmfnv5i9/xsOZfPlOX7dxNp5/8I60+0YSq5oMeq61/d7BCBOorQLBaX19GRwCBMgSyFqz6PUALWwM0O1hNDQATlYYFFatBaDpj/BZNM2Fx2GOzSM/WMKiNQtKCYDU9CK5FsBrdLiXaJKQHq27Favqt10/Fao2D1Sikr9bd7q8aBLI1rVglWC3jpxSHZFnAD/GGuy+qih75N31EE4+1B4/L99pVlKUqVp1WAH5Vk90uQE6P1FLBqvWCLdMKoFTf0WqC1aCCNPnyKr/twFqvT2phsGqFzlE7hCJmQWDrrDvo3WpaI7itAIo8+l+0D26W7yrmhgACeRNwgtW3ntVlC7o1f+deOvO41Zr36cc1f/lSrXlvNx175PW67UsHa49ogQSredtr5otA1gQIVrO2I8wHgTYUaEiwmgjqko/+R/99Wo9mW4/E29tR0PezoOeoObrYY+AD6bF6jmS/BGqE1RM1JRBze6wGVaDb5ugmE6xuGuv2Xk0ZLz1YDfu6Fq617GC1WI/VG8dqy5et0Nbp0ep+UyR7rPr/vWeix2qKuTdUPz1WExW6ZfVYjXrFxi+vGhf0kXXvm6C9RCXuyb6o1vxr0mOVYLUNf+q23pLTH9nvCPqZmhdUmY/48flyKlaTL2tKe4lT9CKqIGzsVrdmv/aeTrZeqOVWcVptAGr18qpwWxMv6/JezDVduvqVaYlgNez1GtgMmap56lHn2f5LrXTYWs0P2iBU9PKqlJdVJV9u1Xp3IStCAIFmChS0Anhlvbq/s1C3hC+qkvSZw1brrrPsUNXMmGC1mfvGtRFoBQGC1VbYRdaAQM4FGhKsBi9a6p3mvohoiXl9vfmwqwntt8CHX/ZedCTvZU3ROeY062VJ/qFFgtW06st+X14VvLQomE/XlC6t0zi/P2ni0X23mjYI74K1jZrSJW3r1IVXjNbWaP6jNOe6sdoyIwhK7crUIMgraAVglpd46Ze9/vRgNZyPXwXsVwTHN234yH9U2Rl8Ka0VgKdsjzGlS103S+PWd2r1xOBRe3NQ0TYA4R5tlqas0zozj3DvzZeSbROSLzlLjBnNY1SXutSrzgsKg9XwJV/+fVOlexCmrvNsurTiOumc4GVZw2+1PK21OOG47VJivbQCyPkPU6aPQE0EeNlUTRgZBAEEGipQrMfq289cqZNWrtWjkjr/cpE2zj5RnYOS0yJYbehGcTEEWlCAYLUFN5UlIZA3gcYEq8k3qzdOKTWsatwUuJIjkNIDtVIlO4QtJySvdHyORwABBJoiQLDaFHYuigACAxJIe3nVHx5Zqq4HPqFrvzmxSKhqLkmwOiB4TkYAARGschMggEDTBRoWrHqVjrPVc5r/oqTGfDyna2b3aPIVE9TRmAtylX4FahSsJipnS1XY9jslDkAAAQQQQAABBBCoWiAtWPUGNO0ACipVw0sRrFaNzokIIOAJEKxyIyCAQNMFGhmsNn2xTAABBBBAAAEEEEAAAQRqKlAyWC15JYLVmm4EgyHQhgIEq2246SwZgawJEKxmbUeYDwIIIIAAAggggAAC+RFwXxBY6bzjFxtWeibHI4AAAgSr3AMIINB0AYLVpm8BE0AAAQQQQAABBBBAIL8C77+rP+x8p7r5D9pdH95zt+rO5SwEEGh7AYLVtr8FAECg+QIEq83fA2aAAAIIIIAAAggggAACCCCAAAKVCRCsVubF0QggUAcBgtU6oDIkAggggAACCCCAAAIIIIAAAgjUVYBgta68DI4AAuUIEKyWo8QxCCCAAAIIIIAAAggggAACCCCQJQGC1SztBnNBoE0FCFbbdONZNgIIIIAAAggggAACCCCAAAI5FiBYzfHmMXUEWkWAYLVVdpJ1IIAAAggggAACCCCAAAIIINA+AgSr7bPXrBSBzAoQrGZ2a5gYAggggAACCCCAAAIIIIAAAgikCBCscmsggEDTBQhWm74FTAABBBBAAAEEEEAAAQQQQAABBCoUIFitEIzDEUCg9gIEq7U3ZUQEEEAAAQQQQAABBBBAAAEEEKivAMFqfX0ZHQEEyhAgWC0DiUMQQAABBBBAAAEEEEAAAQQQQCBTAgSrmdoOJoNAewoQrLbnvrNqBBBAAAEEEEAAAQQQQAABBPIsQLCa591j7gi0iADBaotsJMtAAAEEEEAAAQQQQAABBBBAoI0ECFbbaLNZKgJZFahFsLpt27asLo95IYAAAggggAACCCCAAAIIIIBACwqMGDGi6lW9+eabVZ8bnrj97ee196D9tOuuu1Y11i47duz4oKozOQkBBDIjUItgNTOLYSIIIIAAAggggAACCCCAAAIIIIBAPwIEq9wiCCBQEwGC1ZowMggCCCCAAAIIIIAAAggggAACCOREgGA1JxvFNBHIugDBatZ3iPkhgAACCCCAAAIIIIAAAggggEAtBQhWa6nJWAi0sQDBahtvPktHAAEEEEAAAQQQQAABBBBAoA0FCFbbcNNZMgL1ECBYrYcqYyKAAAIIIIAAAggggAACCCCAQFYFCFazujPMC4GcCRCs5mzDmC4CCCCAAAIIIIAAAggggAACCAxIoFiweuaZZ6aOuWbNmoKvbX/7ee09aD/tuuuuVc1llx07dnxQ1ZmchAACmREgWM3MVjARBBBAAAEEEEAAAQQQQAABBBBogEBaxWqxcLVYqGqmSLDagI3iEghkXYBgNes7xPwQQAABBBBAAAEEEEAAAQQQQKCWAqVaAdjhalqoSrBay91gLARyLECwmuPNY+oIIIAAAggggAACCGRV4E+/1OrlV2hdn3TAEbN12d8dqD2yOlfmhQACbSfQX49VE66WClUJVtvulmHBCBQXIFjlzkAAAQQQQAABBBBAAIHaCryjzcuP0lxdqf95irTqqvOl0x7Wgs/uXtvLMBoCCCBQpUB/wWo5w9IKoBwljkGgxQUIVlt8g1keAggggAACCCCAAAJ1FHj7l3fpukf+M3GFP+qpZ5/WuPNuUfcIqffW03XaC4dq8rC9Esf9tcZNPkmHkrfWcYcYGgEEigkQrHJfIIBATQQIVmvCyCAIIIAAAggggAACCLSlwKsbz9W03/53zRnZIf3vh7Tk39ZocyCxz0e/oK+PkDY/dpt+/H7wyb84U7f83TEarD5t/rf/pQO/dq269mlLOhaNAAJNFCBYbSI+l0aglQQIVltpN1kLAggggAACCCCAAAKNFTDB6kwt0C0nf0R69TadPm+ebi81hX3m67fzv6B99HutmzdXmkGw2tgd42oIIGAECFa5DxBAoCYCJlj9/fv/qf33PlyDdtm1JmOmDfLsslnqOeNqnfrRZ3XV4WdprX3gtFV6YubBktyvHTX3Hl19SoekPt0x8wQt3BqfFH8t+Nzv7tCskzZp/F3mGuZzz+qqmT360rJTZUZwPrxjF+rhgskepUui82vAYa5zqTS32BxqMHz/QxjPTRr/xNdkdGv/Ue/xaz/jRoz47LLDtWnME/raoTW42tNX6fAHxwffHzUYjyEQSBV4Rku+MlVz7a9Hf/w2ls35I73qS5s/2Mepd+LPNeewSgfxz532anjeMbppfgP/8E8JJiadstkPLqyPR1Z8Wsc8eaYeuv4b+mximeZr3xtWeE6lGhyPAAIIlBJwfma/84yuXLxIP34n/YzBB12km6Yeoj0IVrmxEECgiQIDDVZ32WUXbX/rF/rIoL/WrrtWl6XssmPHjg+aaMClEUCgBgImWP3DBy/r/93zo/qL/1bHZ3CccCgtjPPD056zgkDKCkqPfmSWTrhvvO4JA8ogGB2+0hxrh7FuMNp35ywt0NwgnLXAvPN79OW6BY7BtQhWa3CXMgQCCDRCwAvotFbvnXNIcDk/XLz9yMYHcwMNVs35H7/zIW8dC75aabAaBMwjbQv/c6p4rCp3zgSr10nLvIqu4MMLW+/TJCfgNfO6Vxq5RjrCWudT39WffX+Nd2KxMLbKWXEaAgggUFSg+p/ZVKxySyGAQPMEBhqsfjDo/9fv33pJH95lKMFq87aRKyPQfIH3339fb7+3U38c9IqG7NWpD++xdx0qV01gukC6OKgkTQsbi3zeVP7d2HmP5mpBIiBNhLAepQlYb9Rwp+I0JcTtN1hNnGcHw8E8x//NQi28SdLoS+LAN1FZO3XuJeq5z69Y1Z2zdMKCsEZ2qlaFoW5iPFOJa9Z7wgK51bNmDtOtOl/rul6FZOcl6lngV+FO9QJnu8rXv56WHa6zzJyDD/84Sc7Ypat2zbXCMY6ae4mGL+jR+LuG60anAthan3Ob+66atlZrk3a2w39convO6tEJ9nqjqmZ/wGgeo6dqqno03Lu//PGHz+3RwgXDvTUPG6i7fS1z4YR75JncD1OxOjRRGW3fKyXvIwuNitXm/6BskxkUq26M/1hWooIzqJA0Yd+d0qTt87zqThPiLdNcL9S0A0076DSc0desAFBhkGl97ltHHKM99/2cnrpzng7zQs1EVa1VUVts/uZzm+3AsYy9LAyYg5PMvNaP0G9nSDPDNQ9bq98Ouz5+BNYcao57/Hjv86u3j9DcJ/2AU4qrSlM9vPB0m74+f4S+lwxWZdZ+vTqtYDXan6H/w7tmHIr7V6w+7CgDikMQQACBQKCinzVhn9VB5mSCVW4iBBBonkC1waqpVH1/l/f0yp9e1F7v76s9/mxPDRrk/VCr+IOK1YrJOAGB7Al88MEHMlWr7/yfP+mdQW/oPb2lD0QxevZ2ihkhgAACCCCAAAIIIIAAAggggEAzBXbRLvoz/Tft/v5g7b7rn3vVqiZsreaDYLUaNc5BIIMCYbhqAlbz/5v/4wMBBBBAAAEEEEAAAQQQQAABBBBAIBYwIar5PxOoDiRUNSMSrHJnIdBCAmGgSqjaQpvKUhBAAAEEEEAAAQQQQAABBBBAoKYCYbhabaVqOBmC1ZpuC4MhgAACCCCAAAIIIIAAAggggAACCCCAQDsIEKy2wy6zRgQQQAABBBBAAAEEEEAAAQQQQAABBBCoqQDBak05GQwBBBBAAAEEEEAAAQQQQACBFhN48XYtvf3FoovqOGa6po/uKLngvq0rtfKhPpVzbPGBXtTtS2/Xix1jNH36KJW+Wn/2wVjaX5MumKT9+zu8gq+/eMdS3f6r2o9bwRQacGiffrZypR7s69CY6dM1qsrN8K2S03XtCu6b8D4seR+E86v9PoTz2X/SBZoU3TiV3U/FvxfCMWyPwLfP/96r/nun/1uinL0oGCXYCzOvMa+v9PfygEm64NRafkclrxrubfx5by86fqaVKx9Un3V4vEehrXW/Jn6eDdSWYLX/e4wjEEAAAQQQQAABBBBAAAEEEEBAlYVIIRjBaivdOgMPVsP7wYkROzrU19cnWaFpdcFqo60r+54o9r0QBptRwFdWgFy7dYbXD8PIKGgtFZRGweoX9alf/EivjrHD5trNzR7JsfvEi0GY2qlPdvTqF+bWMf/I85EHg38E2l+fO6ZP9z0Uxq1hsBqH2PtPmiTdfrvMPxm5YXll8ydYrcyLoxFAAAEEEEAAAQQQQAABBBBoU4EiIVKymjUIxhRUqTrh2TF+CPOgVVrmBxrJir1ktWFYsXq4DtcTeqLa851d219+rmJV4pq5m89Z1W92+OKfXhjQeJ8+YJIm6fZEFaZbdRhdPsXIqZzrc6vwUucRVDRGY3thmPwK3/iCGjN9jF5dGX+u45Od6vtFbxQoReHaZ/bXi4/a1clmL8aoz6tSdXazYMzIpuicgkrGYF0dB+yvF3/1ol/leHSfVq58VZ86pk8PWpXNJYNVb5+elzr6ZPLYcA8uOLUjqKgNAjcFVc6hZ8cn1dn3C/WWsim4T/193P8Fv/K6cC/MYPtr0vR99KBTOeme534vxJXeJf/hIfj+GvxXg/XGb94IhujQmEmf0vO3h1WaJe6zVKe4sjQZrLrz6StyL03XKKuS1tz3xqXzwA71/lJBJXMcwH9yeJ9+0WOtPvm9UlUlejh+GKwmvy/DnyHJfwiw/9vDGXD1NcFqm/7PIctGAAEEEEAAAQQQQAABBBBAoDKBZLDqPmbb8VP/8e6OkYdLTz6hPu9x+ziUi8KhKEwzwdD++swBL+pRc57XVsAEOQ9qH+cx8+A6f/7n0p/+ZIVx5Z3vVARGFW1DNVQv6+UgKC0+90lS8Mi6Uw3XMUaf2/tB3efNeZI+9YvbvdBx6DDp5e3BI9EHPu9XzkVBnh/8pF2nwwTRr4+JH6WOglU/ICo+jzAktIK1B/ex5mZV8CXmMaojCJj2toJYO+CyAnM/MOtLuHcoDMxcm+Jzilo4eOt6VWOCUNupFLQeLzftJfoPVs3+m7WHAZmpPJyufR40YVkYnPc5oWi4R6XmHAao/qPtflBrKjLH/N4PVouOYbeWsELxtO+F5OPnhVW8blgafe90jNGYvR/Ug+bR+44xmvTJ53W7qcrs9z5LOsUVpsVbASTuV7sa1NwnY17VyqBFQRishoFznzk2rCi1ql7j6yS/5yvtJxG3BOiIQvByg1WpYL1VBbvxT06C1cr+V4SjEUAAAQQQQAABBBBAAAEEEGhTgbRgNagOC4OxMFhNVGaG4ZAfKimoLPTP9YLF8LHdgqDDDVYrPd+tyAvXEAar7lZGQVgwh75ivUCtYNUOBoteJwq8EkZRiBxXkTohY1Rh6Vdcps1j+vT99aJVTer0vLSXlpyHFASXHVHlbhxSmRP315iggjQMVl33OFh1qo49t8I5RX14E8FqXLH6vD51TIcefCjuJ1pWsJq4x5xg9YJP6fmlt6svCr/jQM/Z9SI2ciqx3Xs0DFbdamt77A6NCdeS8r1Quq+n9X0WBNDO9074jwP2P1Ck3Wcp10+/b82NEVZLx2sq2OOiweoF+tQvl+r21+PAd//PjVHffUFl7QFjNOb1B73QO/zHlGKP4DvBZ6IdQRxAh0FqsiI1+TMq8fWwmjrx/T2QPqsEq236P4csGwEEEEAAAQQQQAABBBBAAIHKBKqpWI2rLYtXrNqP8tqVh0VeEFS0YrX/852K1ag3YxyslhVoJgKeeMzCilU3hHIrOKOK1eBRfC9YjKpbrZdzpQWr9jzsY6IWBlbA58y5SBsHp92AW9FoV+I6FatRm4GUitXBnRr8Rq/ecNoqWK0dwlYAUWVpcAceMEnT937QeclZFKIlWyfYY5cMVuN7z7uK/Qh6CZuwOtjsoxcUBtXUYWWmU7Ea3U+ue9gWwq1YTVQeey99K/JyJbtaueJgNaUyusCpsGI1+j6IQuVEZWkY6KZWrF7gtcOIX3Rnt0ew2xeUDlbTfiYVb5lgV6+6PVb9l9OlBKuJanqC1cr+l4CjEUAAAQQQQAABBBBAAAEEEECgYoE69Vh1wphibxfvp8dquec76y3SY9XUaYYVdlHVbJE3thfrY2qFdmnVfdHli1R1xr1bg6MSwWpHFMBZiyjS17V4z1pj+hnt/6tH9aL9yLqJ9cKK3DBoTPR29a8WvyAovroJ8Ny+reEawvA4PDZZlRhXHcaBazJE9R8OL3wLvNfL1ARmCZ+wp69bsWodl9Yb1wtcEzZJg4JQMn7pUexh5uVXyNodao3J4SOlJ550GtQGbS+CR+CTfYqDQT234N7uv2I1fjzfuc/CwL2MYDX546D4veS2KDCBZNwKwIS1iaDTaungjL+XpD9W9tKo4i0LivW2tcctfNkarQAq/sHPCQgggAACCCCAAAIIIIAAAggggAACWRFIDcm8KkM+EMiPAK0A8rNXzBQBBBBAAAEEEEAAAQQQQAABBBBAAAEEMiJAsJqRjWAaCCCAAAIIIIAAAggggAACCCCAAAIIIJAfAYLV/OwVM0UAAQQQQAABBBBAAAEEEEAAAQQQQACBjAgQrGZkI5gGAggggAACCCCAAAIIIIAAAggggAACCORHgGA1P3vFTBFAAAEEEEAAAQQQQAABBBBAAAEEEEAgIwIEqxnZCKaBAAIIIIAAAggggAACCCCAAAIIIIAAAvkRIFjNz14xUwQQQAABBBBAAAEEEEAAAQQQQAABBBDIiADBakY2gmkggAACCCCAAAIIIIAAAggggAACCCCAQH4ECFbzs1fMFAEEEEAAAQQQQAABBBBAAAEEEEAAAQQyIkCwmpGNYBoIIIAAAggggAACCCCAAAIIIIAAAgggkB8BgtX87BUzRQABBBBAAAEEEEAAAQQQQAABBBBAAIGMCBCsZmQjmAYCCCCAAAIIIIAAAggggAACCCCAAAII5EeAYDU/e8VMEUAAAQQQQAABBBBAAAEEEEAAAQQQQCAjAgSrGdkIpoEAAggggAACCCCAAAIIIIAAAggggAAC+REgWM3PXjFTBBBAAAEEEEAAAQQQQAABBBBAAAEEEMiIAMFqRjaCaSCAAAIIIIAAAggggAACCCCAAAIIIIBAfgQIVvOzV8wUAQQQQAABBBBAAAEEEEAAAQQQQAABBDIiQLCakY1gGggggAACCCCAAAIIIIAAAggggAACCCCQHwGC1fzsFTNFAAEEEEAAAQQQQAABBBBAAAEEEEAAgYwI/F/tDVkVNXWBm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4" name="AutoShape 5" descr="data:image/png;base64,iVBORw0KGgoAAAANSUhEUgAABVYAAAKjCAYAAAD2wVQ2AAAgAElEQVR4Xuy9CZhU1Z33/+2NrZulAVlkE5FNZBVRacVINIgLmBiXKDFRfH1mMnkSncn/7zuvy5PH5X1m3v/MaPLOknFEM4rGPQGDSGJQUVBQQUDZkR2hodl36O7/8zt1z61zb92qulV9a7m3vjd26K469yyfc+p21ad/93fKfvnLXzaDBwmQAAmQAAmQAAmQAAmQAAmQAAmQAAmQAAmQAAmQgG8CZRSrvlmxIAmQAAmQAAmQAAmQAAmQAAmQAAmQAAmQAAmQAAkoAhSrXAgkQAIkQAIkQAIkQAIkQAIkQAIkQAIkQAIkQAIkkCEBitUMgbE4CZAACZAACZAACZAACZAACZAACZAACZAACZAACVCscg2QAAmQAAmQAAmQAAmQAAmQAAmQAAmQAAmQAAmQQIYEKFYzBMbiJEACJEACJEACJEACJEACJEACJEAC0SOwevVqDB06NHoD44hIgARyRoBiNWdoWTEJkAAJkAAJkAAJkAAJkAAJkAAJkEBYCFCshmWm2E8SKB4CFKvFMxfsCQmQAAmQAAmULIFt27ahY8eO6NChQ8ky4MBJgARIgARIgAQKS4BitbD82ToJhJEAxWoYZ419JgESIIEcEPj8889x4YUX5qBmVkkCqQl89dVX+Oyzz3DbbbehdevWxEUCJEACJEACJEACBSFAsVoQ7GyUBEJNgGI11NPHzpMACZBAcAQoVoNjyZoyI7Bhwwb06dOHUjUzbCxNAiRAAiRAAiQQMIFCi9XGxkbIV1NTk/pqbm62v2SoZWVl9ld5eTnkq6KiQn3xIAESKAwBitXCcGerJEACJFB0BDIVq3Lr9vz587Fr1y41liFDhuCaa66x5dgrr7yCW2+9VT138uRJfPzxx1i+fDlOnDiB2tpa1NXVYdiwYZBoxS+//NKTxwUXXIBu3bqpdrwOqX/Pnj3q+YEDB2LMmDGOYvPmzcOBAwfsfugnpS9nnXUWzjvvPM96dZ3mk3379lX164jKZP3u3r07vvWtbyXU+/7776vxSrty7vbt2zFp0iRHObOMfL979+6EejRTeULGsXLlSuzfv18xHT58OC699FL7HK86pH9SRo9D5qlTp04JfVm6dCnWr1+PiRMnqj77Yae5bd68GW3atMHIkSMdLMzxSX1SftGiRVizZo29hsaPH2+3p+u78cYbHdJV+MkhPHmQAAmQAAmQAAmQQFAECiFWRaSeOXNGfYlMzeYQwVpZWam+KFmzIchzSCB7AhSr2bPjmSRAAiQQKQKZiFURpf/93/+NyZMnq0hDLU5FBGrx94//+I944IEHFCMRgIcOHVKSTYSeSNm5c+eq8yWv5sGDB1W5VatWqX/PP/989a9+TsSpCD73IW1LXW+++Sbatm2Le++91y4i7T333HNK5Op+yJPS15dfflmV+9GPfuQ5h1oam22KaBRJq29X12PSfdUViVA0RaR+XASmSEPps5y7YMECXH311Q4ZbJaR70UWu+uS8+UQSbllyxZ897vfVXlJZby///3v0a9fP1tmetUh4xAm5jxJn++66y5HftOnn34ax48fx/e+9z3V53TsRIJK+8JMhLXuz6BBg2zZa45Pz8/ll19uM5C+ffjhh3ZfZB5eeuklJe2nTp1qz5Xwk8OUyJF6MXIwJEACJEACJEACBSGQT7F6+vRpyJeIVfchkanpDolm9TpErFZVVakvHiRAArknQLGae8ZsgQRIgARCQSATsSrCSyINzehJGaQILy27TLFqCjUNQ+qQQ0s7fb5bmCVry6xH+iJyViSjFpEi6UT2ffHFFw6xKo+L3JWIUYlA9ZKgydqcNWuWkoYSKZmp3HOLVRGLIkZF1OoNm9xiVYtY9wKSc0UOixg2c5KKNP7Nb35ji0kv7lKXOTfy/ahRoxQHHfGrJamIbbMPqdiZbHR/pZ/vvfeeLUXN/kg0sdmmPkcLa4nm1fMgIlginHWEcabsQ/ECZCdJgARIgARIgAQKTiAfYlUiU0+dOpVSqOoUAO6UACJcdQoA+VcOecxLsopgbdWqlYpiDeo4tnYuPsAVmDy4nV2l12NBtafryb6NY1gz9wNgwmQMqU7Sq12f4Okt/XHvxd2D7rZHfT76g9345OlN6H/vJchHj/Iw6Mg3QbEa+SnmAEmABEjAH4FMxKoWeBJJOGDAAM/8mO6IVbllfezYsaqsl8yUXnoJM79iVW5xF0Gp5aCIPhGgb7zxhkOsSiSmCEmpd+PGjQm3wEs/krUpuUDlNnSJnsxU7rnFqrSjo3d1NKZfsaqlsTuVgNRpCksvsSrnykZROrpX5ummm26yxyV1SBmRohKBbIrVVOx+9atf4a/+6q9S5kk1+yPl3VGy0raOZP35z39uz4NEwUo0rBbJmbL39wpgKRIgARIgARIggVInkGuxKu+hRaqah45O1XJU/pUoVrlzSL50VKs8rm/5l7uNampqlDTVglXq9BKsErkq5YM4CiVWs++7H5GZfe25OZNiNTdcc1crxWru2LLmgAgs2vgp6o80+K7t8gHj0KWmc9LyDUf24cONS3zX162mC8YPuMh3eRYkgbASyESsyhh1fkzJpykRhSJZzfyYpliV8iLD1q1bp3KyeuUD1WXkX/MWb307uJvrOeecoyJmtQQV+fb2228r+abFr8g5sx9SVtINaCGpRaF7J/pkYtV8XN/O7+7XhAkTPG9R9xKrMk55/MILL1TRmG6xKmzN4/bbb7dTCbg56XKmdJT63HUINzNvquZjilFJ83Dttdeq3LVarKZj555vr9eBOb5U5fVzbt4yr5JOgmI1rFcZ9psESIAESIAEiptArsSqiFJ5H2Pe9u++3V/L1CNHjuDo0aP25lXJiIlU7dKlC9q3b++Qq1LeLVhFvopcbWn+1fRiVaTgLKxQnR6BqRJ1eXQN5i4Arpg8BLE4V1McmuUBjJyKey8GPpm7H506L8CCfRMwbfIQwI6UPWzUL7e+xZ6XencvfhpLO01zRNMCllgd2x+bPkvSBztitT3WzJ2JBeqmuj6YcIeOcvXqo8SSej++e/Fc7O9UiwUf7MeE7/bHpq+B/vsWYEFnGZu0YUXQHv4ET8+OkVItXiF9R7wPamy1WGHz1HwYx1psVxGK1WKbEfYngcAflr8DkZt+5GqbqlYY2et89OzYIynJbw7uwvIdq3DitPMvhV4n6HZvHHkNZ4YEIk8gU7FqAhHJKpGcsjmVjlpMJs7kTaVEfkrUpJl/U+prScSqSFYRpXJrvQg5vTmU2Q+J5pTb7+UWdzlE8l511VUJmyClilgVTtJWpnIvmVg1b+v/wx/+YIvMZLfxJ+Ok50Nyr4oo1tJWi1F9e7+ZLkHO0XyETe/evZW4lTQDEtHqvnU/FbugxKqsj6eeekpFGbvnQYSvSGGZWzmYYzXylyUOkARIgARIgATySiAXYlVu/ZcgBC07vfKnyvufffv2qQhVEaw6FUCqwUs9IkrlfZ/sNSCCVW79Nw9TsEp5kastSQ2QTqyaclO+n4WpuPeC/cnF6tFjOFbdzhKuOrp0DA68OAuYci8usT7W63bHHJhpyFMpPxObznXLVJOAf7E6rdNSzDwwRqUEkPZmft0/Jm09+zgZQ+DV98mo/dIat6QWEKn84ib0tyVtkjE6yhniOVnbydIa5PXVwsY0AYpVroWiJyBiVY6VB3em7evwjmfj4nNGpRWrizd/4bs+aZRiNS16FogAgUzEqkhFHT1oDj1ZRKJIt/vuu89xm7iXvGypWBWpKOkApG5JAyBRoFr46ShW2YxJHyI1RfC6N7FKJlbN2+yDEqtalNbX16s33VqEphKrWpKam3XpMYlc1vLUXYcI7YULF9obcJliVac5ELGqNxrT53fr1k3lbk3FTqde0HlQdX9EhuoNtsz+eOVklXNE0EtfJD2Cex70pmci5LU8jsBLj0MgARIgARIgARIoEgJBi1W5jV/e39kCxtiUSgtWeY/a0NCgolS9NrJKh0bnXBWx2rVr17TRqyJXs93YKp1YjYnEBdhmRJKqx5JGrFqj0+epSFERq84co6ZY3dQvUbiaOV+dvPyLVRUpq6JDrUhbN3hHH42cra7HRazafUwYu1OsxuNVpTEdJeuRCiBZ2+kWB5/PCwGK1bxgZiMtISBitWPbGuw+sg/rj+z1rKpPm/bo1Lq9es6PWJ239kNsO3EYtZWtsf/MyYQ6pT55XtfrV6xKmoFTjc5IWB09az7XqqJV0nQFZrma1jVo36bG7t+pM6fQcHSf/XOX6s5oVen8q6Q8efjEERw5ecQxrmzK+m3Pa9y68VRj9eqn1FXTpgbtW9ekTOlgDk7q2dKwFSfPxNhLKohzuvRNuuzc41LnJGHpVVbakX6e3Sn2J9RUEdLJOiHnb27Yigv7jfL98pBoa/ex88AutUbkK9kY/DaQiVjVeTDl1nSdL1Vkn+zg7hWxKkJSDjMnqDwmckxu7dZHS8Wq9EHSARw4cACSBkAOLVZ13lCzPXle3/Zu5n31Eqt6x3o9viDFqu6H9FvkpcjNVGJVysvznTp1SmAqdehNxbzqEKEpotRrkzFJByB1ShoA4aHPF65atprryWSnpa2WqFJOGG3dutWzP8L4zTffhNca0gy85kHkuURGjxs3jhGrfl/cLEcCJEACJEACJOCLQJBiVSJVJQJVH2akqvn93r171XtXKd+SQ4Sp7Dkg0atymNGq7tQAUiabyNW0YlUPQItAubU/RcQqJKp1ub6lvy+2qtvkCyVW9S321i3+lhw+7NlHKzI1oe+xx/2J1aXoZEeymjMfF6vefFJsxNWSBcRzsyZAsZo1Op6YLwJa2n2wcQn2njjsKUJFkH5nwMW+5JIWZWt2b8DB40c8I1cH1nRFm4pWGNX7/IwE37rdG7BoyzJb2l7aa5gtzuS5pTtWqTFIXwd1P88ToZT708bFapwidm8fM9WWpyIQF369BJ/u3Yxv9xqO4b2GOsSrrlCnO5BycqQrK2y1tL6sxyCM7TtK1Svtfbb1C3y0ax0u6noO6s4d59meHpvUIXPRu7qLavfAycNKeCcT09JPM3pYIo5PNJ6y+3JtvzFpxaO0/craBZA5G9ilL7Yd2KXm9LsDLsEFvc73ZGxylAKpxmYykLJ6bcj32482qHmSMV8/+PKUMtfdkXdWzVfzeM/Ia32L2c+3fIGPd3xlrw39xwThLH8I0HOdbU7gTMSqtCWRhe+++64ScfJGzn1bvXlruPwlXm5zlzI9evTAwYMH1e34N954oyOKNZlYFWHrdYiUk2PRokW2vJOIzX79+tnCUffDjOQ06/LaCMorr6s7h2yyHKtSt9zG7j6SpQLQ5URePvvss0o0+hGrmqlm6cXUS6zqyF29cZRXqgQdCavPnzt3rh0Fm4qdZiJ5XKU/Is61pJXz3P3Ra0jWhBzuNeQlVqX/InSHDx9OsZqvX8RshwRIgARIgARKhEBQYlXnS/W6/d+Uqk1NTSofvkS2em08lQl2nXNV9jLQRzK5Kn0QuZppzlXHLfKqEfN2/Fh+0AOjrYhSyV26rBOmTQA+ePEAxli73Ks6PqhV+VeVOJR0AY7b5lOL1Xge1QxTAfzeuw/drRyrUzErnmZAieFYee8+Jr/l379YNdIdOCJbXWI1gQ/Faiavi3yUpVjNB2W2EQgBkUpvb1matK6HJ9ydUTtuqWee7CelQLLGdD+lDrdQlOdE/KWLgJUoXZ36QKTfNedPtJsT0ffUkleRbrwyvmeWv63OS1dW1yll3UJSi957x93sGR2rO+Y1bumDCOwrB12WdG68+qmloxdDsyKR5P+4aKYS0D8ed7P9lJzvJ9eu5uNHbj624FlVv1lW2p+/7iMlSEWu/mjMVE/x7B68yds9v+kWsV4bbun85Y5V+P3GT9Tptw6ekFTcp6o/U7Gq6xL5JYdEQbo3gXK3J1GPItxExJoRounGzeeTE9BMRVRLGoRCHyI+Ja1BJnOs15AIZR4kQAIkQAIkQAIkUCgCQYnVY8eO2bf1e0WqymMiPaXczp07WxytKrxEkko6gJ49eyp8XlLVfExSCFRXZ5qsMyYzYxs8WYfacMqK9rRvWZfn4htAxWSqddLIERixHOivRKuxAVSfCZigNqwahaHbmjDIErFSUzxSNsvNqyZMRt/tSfpgb16lUwHExjXCzvHq1UfXxlJ23yfgms4LsFOnK0iaCmAyhjg2rzI3y7IYI3kbesOuQr1O2K6TAMUqV0RoCJSaWNXRkDJBbokmki+dLM1ErEobWma6JaXePCxdFGQqoZxqkXn1U9eVTjrqcyWK9LYxU+xm5HF3GgWvPnjJ0mR9TVZWy12veUpWlxl5KmXuG3eLLyErZZOJVfM5Nw+/L/Jsxarf+lmOBEiABEiABEiABEiABIqZQBBiVf7IfOpULEVZMqkqz0m06uHDh7F79+6scqu6OYpYrampQa9evdRT5gZYySJXJdeq/DGcBwmQQPYEKFazZ8cz80yg1MRqn049sOfoPhUNKYcZhZgLsSr5Pl/46l3Vlo7K1JGVfsSfl1jNpp8iKl9aOkvd2p4uklTSRPz70j+oPkt0qzCTvKd+c40GIValbS0700XY6pfMb5e8hm8NuBh/XPuhuq1fUjWkE9f63FRi1XyNpBPvXi9fitU8X9TYHAmQAAmQAAmQAAmQQFERaKlYNfOqppKq8pyIVcmtKumgstm0ykusSsTq2WefbT/lR65mm2+1qCaOnSGBAhKgWC0gfDadGYFSFKvDe52PN1e8o3KOyq3mPxgxWW3MlI2w9ENbhJ8ITcmzKrfvC3ORu2YqgmT1JJufdILPjFgVwbh09zrVhN/b6l9eOttzUzM/t8MXQqyKwBah+tPxd2DRxk/xlx0r1dymS7VAsepnBbMMCZAACZAACZAACZAACWRPoKVi1SsFgBas5r/yvcjUoMWq7H2gc9frKFUvuWpGsEqka7t27bKHxjNJoMQJUKyW+AIotuFLPs+vG7biwIkjapMnU65lK1YlAlI2fJKd3E1BWOw5ViX6UnaMl6jM362Ya2+SJEyCzrGq14GZp/OB8dNU5KhEVp7TpW/apeKOWNW3yGciVn8y5kY7AjXV5lPuzoisFE564yp5XmSlyMtUR9Bi1U/kqaRckENywEpEsGy8JYcfESzl/ESsutM5pJ08q0CpRaxKdMCJEyfURlE8SIAESIAESIAESKBgBCTH4+wVRk7HgvUk84bD3HeP0bZErMoGVPLeUg4vmaof189JxKrkypfNO4OIWNWbV8k+BsmkarKUAJIOQNIC8CABEsicAMVq5sx4RgsIpNrpUCTTyh2rcfjkEXszoDvHTLFzT4q4m7tlWdLWH5pwV8JzItteXvGOkpJyTO43Wt0q3rNjD4hYXbJ5ub1JlHmy3NI97pyRvndrN8/V/ZQ6po6c5OiTPLf9wO6Ex90dn7V8Hnp36q7EqhzS1xnL56rvJX+mRLB6jdesxzwnXVl9nsjQ/7PoRfWj9F92m//RuO/7mnGvcUsfhHWqw91PXY+IUXP+veqQ/opUHdT9PPtpmfP/WDpL/Zxu3I8veE6Vmz5yctp+JitrMktXj6zxXy15TbHVhzCWKGGRoX5Yy9qQjc1kLev1oevSz9X1GJhyw7Bk81FKYlXexP7mN7/BVVddhTFjxvha4yxEAiRAAiRAAiQQNQK78cl/zcbKEVPwP/TmO4UY4q5P8F9vrcTwG/4HLkn91tnoXZj7XgjI/tpsiVhNF60qQtUUrvLZ+MiRI9ixY0cgm1eJGJXNZGtra9Vg3XLV/FnT0I8xatV7fZjpHPytIJYqRQIUq6U463kccyqRqn6RnDwKiVL9cvd6bDtxBH3a1KBvp57o1bEH+nXu49iFfunW5SnF6oOX/9gxMpFYb69+DyfPnFR16+OCjj0xdcQk7Dq4G4u3fIEvD36TQETKXNxvFHp0tHY3zICZ7mdtZSvcc9H3HWOYtWKeygM6pu/IlDV6lVtfvxGvrv3QPs89XneFMr4ZK2IyNl1Z89z31y/Ewl3r1UMi79L1VZ+rx6356sdlLJefexE613T2HLO7nyIqX142W82Zuy6vMcocynzqQ+b915++rtbSnRcll8L7RMAum61Omz5ictq5fuLD33qW1bzGdu2HSUOvTDmvwmh9w1bcOvoGu5w5r376ITxlzbrnRtfjte78Lt+lS5eWjGT85JNPVITAd77zHb94WI4ESIAESIAESCByBOqx+JmYWL1nXLeQjS7MfS9e1GvWrMGQIUMy7qBEnIpYlSNdtKop62STq82bN0OiXVt6tGrVCt27d0fHjh1VVe4UAOlSAkg6ABGspXqkkqgUrKW6KvyNm2LVHyeWypCAW6i6fxb59fnW5Vi4ex3GdjkH/bv0URGDNa2rk7YkUuqdrckjVv/XZU6xKtK2dWUr/G7ZbGw/cVi181nDZnWL+ICOPTGi11AVsfrloZ0JbV7QIRax2qND5mJV2v31p6+pOnu3aY8LusWiKTc0bEPDycP44egpKccp57+96j10r+mM8edehKqK+C0ZH6xfpJjJ4R6vOYjTjaexcscqm9cd539biWo/x76j+/GbZbGIz59ddHPKvpr1ffL155i/cyXOq+6KCQMuUqkXJHp08c5V+OtLfuDZtLufd4vg7NAdW/Ztw4ur/qLOuaZvcrm769BuPLtiriqjo1YXff2pmudUY5Z2RejP+nqxamPquRer803WZofNOZWykudW1vDqXRvV+pG1deWguqTnS13C9Y+r56Nfx564YuB4u3qzbll3k4ddmbKeV5f9ERuO7kVd90EY3H2A4ry5YZtaF7Lerh86EZ2rY3+lzvRoiVjdvn272lG0a9euKZvdu3cvNm7cqMpIcv3zzjsP8iYw2ZGqXtlF9eDBgwmnyl/qveqUulId+jxdb6rx6Lr0OfKmuL6+XkUJuNuW5zZs2KB2fZVjwIABKTm5GUmqAmGV7aH7Jm+yveqR9vRta2YbvXv3TmgyGzZSifAy29dterXhZpmKrawlqUsOWXvCSvNPtj7MQek+JWOQbk3rNtzznm6tSR9k7O6xuTm5JyAZi6DXTLZrjeeRAAmQQPgI1GPJM7OxYuQU3HNR+MRqePtevCslW7Eqv6PlSw53LlX9mNfjkg5g3bp1gYhViViVNADyniidVPVKCSDnt27dungnJ4c9SyZO3Y9TsOZwEkJcNcVqiCevWLueLG+Lflxk26sr52FApx64tP9FvsXdsq0rUorVv7/sRwlIRGb957LZKvJxQJc+mPX1EnSqbI0DZ07irhHX4NMty5NGrF7ULzuxKp0Q4bdix2psPLhLtSXHhV36YWzfkWmllwjKPUcb1DlDug/AwG4DHOOS59fv24Ifjv1e0iUg0YtrdsfklT7qJGrUp3ATgdu6ojUuOfdCX8tMOC/8+tOkZW8Y7h0VmKqf0odDVqRxsr4fOXEUn29bjlWSl9fifF5NV4zrOyKlSPbqbyo+5pyYgzyrugvO6drbl4B/a+Wf7FPNeTUflwJSZzLuXrzknA5tanB2x+4Ja8XX5BmFli1bhtGjR2d6mhKlf/jDH9R5P/3pTz3fkJ08eRJvvfUWtmzZov6SLsJK8knJMXHiRJx//vkJ7aard/Hixfjoo488+9uvXz/ccMMNjr788z//c8qx3XrrrUp2mfV6jcfslz5HhNgrr7wC/bNuaNWqVZg/P5ZXVzYSEIG5e/duePXPi5GIY9nU4KKLLsKECRMynhs5YcGCBfj0008V92nTpiXU8frrr6t58Trc7WbDRuoV9pdddhkuvvhi1Yxu88Ybb1Si2TzcLL3YikicNWuWYiMs5dDr6bbbblMfKFKtD92e7lMqBvIBQ/rpJYFnzpyp5tPNKd1ak/b/7u/+Tglnc91IfXJ4zZM5l3pd5mrNZLXQeBIJkAAJhJJAPZbMeAsrR9yA6ZZYrf90Bt7adxlun1SLlfKcPa7huGH6ODj1q3W+Ofbecu5gtLUf8yhjtKeK7V6CGX9cieHXT8c4FdeR5hyrfLzZ3rjsB5MwWO8/5H7e1d7xdfPw0oe1uGH6cOyf9xI+sv/27KrH6Fu8LReHhL5LyeNY66hXHnPz88GlAGsqW7Eq0aoiSU3x5r71X4ajH5N/5fOxvDeU92Fnzpxp8WjLy8vVJlR9+/a1+6EFq9dndHdqAH1+izsS0gq8pKl7PvXQKFhDOsk56jbFao7Almq1qfK26Ode+OxNFUF608A6hUmi7XYf3YftJ45gUt+RGNVnhHpcbgl/bfkc3HHhd9XPEtl35GT8ln43Y6/o0gUbPsbqhq2YPLAOc9cvxLf7X4Qvdq5Bm4oqfGvQeJUOQNe55+h+FeHaoXU1alrXqFvDU0XQluocc9zRJfDFF19g1KhYXt9MjnfffRcieORN4ZVXXomhQ4c6Tpe/3ou4kkNkp46alMdF+q1cuRI//OEPE6I409W7ZMkSLFy4EPfff7+jva+//hoffPCBkqrf//737QjGJ598EnV1dRg3blzK4el65Xyv8Ui/JLJAxnzLLbegV69eKjfWq6++av8sDUiOrnfeeUfVYXKVsiIFRQhed911dl9eeuklJQqnTp2q6tSHzMt7772HsWPH4vLLL89kalTZ5557TkVyCud77rknIWr1jTfeUOVuuukmu26ZG5HCixYtwqBBg1QuWjmyYSPnudlLm1u3blVzJH0yo3zdLL3YyvmSyuGOO+6wz5U+i7wX0fmTn/wkgZPXOHWhZM9JRKrUKfPirlOee+aZZzB8+HBs27YNd92VmOdb6vfqv27X/ZxeM17zZM6lno9crZmMFxlPIAESIIHQEqjHp8/NwZfDr8NdY2PKtP6z5zBnf2/03t4JI++6yBKpx7Huzy9j4fYLcJ39WOK5IhQd5Y6tw59fWQhcdhuuHqhVq8d5uz/Fc29/iQuuvQsXtfd5DrzaB46v/zNe/giou/VqDFKiNbGcLiM3p8BqBY8AACAASURBVPSr0+Wssa/sbZ8bK7c91i8lfD04mH03y6AOt109yBbMiquuG37HmP+FtXbtWgwePDijhiUNwPHjx1NKVa9oVfl8LH8sli+RskEcsoGVvMeU91ha3kq9pmB1f2Y3pWvbtm1LMh1AOoGa7vkg5o51hJcAxWp4567oep7sAu2+DeE/F7+CA6djUZxyDKjugqHdzlW3NO84uBvXXRD7AL965xr1b21NLdbXb0J7JTyrcV63c7HvyH713NLtK3HVkAkqQrSmVTVq2tTY9cpjL3z5Z1zdZyRW1W9En449MLBbf/XYDy+42hFl+OGGT/BJ/Qac36GH3X7RAc5Rh77YtlJx33l0P24adhU612R3G3mOulcU1S7etBR7j+5TjH504VRH3tyi6GBAnchGrIpc/I//+A9MmjQJO3fuVLfD/+AHztQPy5cvV2Jw+vTpCVJPzhfxd8EFF6iIRn34qVckn4i/++67L4GAvEGV6L/x48fbIvWpp55y/JwMm65XhJn049prr3UUlU2vBg4cqETlzTffbIvV1157zf5ZTtDlvv3tbyc0pdv467/+a/XGV4TavHnzVKSiVzoFXd6LYarpF8k8e/ZsxV7koaReMDnLuW+++aaq4nvfS4yC13Onx5kNG6nbzV7aFDEqURoSVWEyFtlosnT/7FWfZiBlJVJVonvdHFONM9VzmqFmoNuSaGlJ8SBCesaMGZgyZQrOPffchOnw6r/ZX3OsyV4PUt7dj1ytmYAuJ6yGBEiABEJCoB6f/vZtfHXBtfixLVZ/i7e/BIZN/rElE62h7P4Uv537Vfxx9fMBjL/5agwys5kZ5YYd+jNeXdgJ1/5YC9pYXcfWy+OIn5vNOSJMXX1XEvW3b+NA3S24eqAOX01sL9b+DvRylcPRdfjza4sA9fgRj/oBZ5l2gJuLVUcnNz+j7jos9MelAKsoG7Eq+VHld7h5mJGp8rj5s/5ehGxDQ4P6ku+DOESs9uzZU73n1mI1XVoAs135Y3eqNF1B9LFY60iXG1fPo9e/xTom9is/BChW88M58q24dxyUAbv/Knb06FH1l7xd+3dj75EGtG3VFl3adUbbVm0Un+37d2DLvp244OzBWLr9K+w4fhCDO/TA2kOx24X10b+6CzYdbUBNRRU6tmqnysn3RxpPY9qIa1Sx02dOY87aBer5mqq2ONV4GnUDLsK8NR+gpqqdaqOqvArtWrfFF9u/xJf7tqNX247o1f4s9Vjv2ni0WKrJk3Z2HNiBU2fOoH/XfqiqjOdDDcOkC/P3t63EWa3a4pJ+o9GxbYcwdDuvfVy3awOW1G9Q6+PivqPU+ojqIVGYEp2YybF+/XolGEXKSVSfRGhec8016NSpk13Nn/70J/UG7Vvf+pbvqv3UKxGVK1asgNz67XWIdJWdVvUGVS+//DJGjBjhmXbAPF/XK9GhH374oRqbfoOpx6ifkzQGkl9ThLLc8q9/Fpkm5+qf0w38/fffV0WSMZJoTJF/fvpvtiUM5BDBbDI1y6RrW9oVYShRt9mwkbbc7HWbEpn7+eefq0hcHaXrZun+WeqbM2eOzau6Onlubr/jTMVANpSQzc7c61q4iHwXyW5yds+1V/91Ga/nPvvsMxV1a0YzS3n34+nmLds1k26t8nkSIAESiBaB/Vg9ZxG+HjAe1w2JBRfsXzMHizaei/HXDYUj3ODEViz5y0q0v/Q6DPXekzWGZt9qzPn4a5x76XXof3QJ/rJiD84a8W2M6xP7zON5ZHMOEvtutu3oo9V3WP04sU36BQz/9jj0dXQrVudhKVe9yR6H3/GmLGf0YQRW+ONSgMUmd2DpNEN+mxepKmI0XVSj3Govhy4nn5flDpj9+/cHJlZl8ynJsyqRp2Y7XikBpC/u4Cg5v1TzrOq5EW6Sb1YYyvtMtxQ3y+k1wtQAfl8t0SxHsRrNec3rqNJJVfkLnvyyGDZsmIpqkw/opXyxzuvksDESIAESIAESIAESIAESIAESIAESIAFfBESUy51CcjfZV199hdraWiVak0Uhm7LcVwMsFDkCFKuRm9L8Dsjr9n95THLE6L+K7dmzR93m6XWbaX57y9ZIgARIgARIgARIgARIgARIgARIgARIID2BF//zH3DfQ/8MSbFgR6WOuB434I94a0U8+ljVNHIqpnVaipkfbHNW3GcCpk0egna7PsHTs1fEntOPyffm4xiBqfdeApWumEdoCFCshmaqiq+j6aSqyFW5tUF2fP7bv/3b4hsAe0QCJEACJEACJEACJEACJEACJEACJEACSQj8y7/8CzZu3Kjy1u5d+hccHPYdDKkptyNY5bT6JfNwYPhkDHFlqDq2di5WdJyMS3rsxidPL0WnO2Jldi9+Gks7TcPkwYfxydOzgCn34pIegJSf+XX/mIjljISGAMVqaKaq+DrqTgGgI1RFqOov2UBGpKpsTMODBEiABEiABEiABEiABEiABEiABEiABMJCQPZ0kI1YuzZtwfwjF+A7g6oh+XLt1AD1S/DOwRGYPLidI88ujq7B3C9rMfni7rGo1C39ca987zicwjV5ubDQKs1+UqyW5rwHMmpzd0Hz1n/5XpJ3y7/ffPON2i25TZsUydoD6Q0rIQESIAESIAESIAESIAESIAESIAESIIHgCMgG3Pfc831885fj6HfnWPSoqLDFann5HiyZsQX977kY3cvKDLF6DGvmfgBMiEWoSiTqBwdqgeUrEEsUYNzyz1QAwU1WgWqiWC0Q+LA36xWtakaqarkqYvV3v/td2IfL/pMACZAACZAACZAACZAACZAACZAACZQgge9NGIxNtRPx7YHVqLDEqkStntjwZ3xUNgHXDK62parKxeqKUFW3+H9Qa+dPjd/yX4sVRooARqyGc3FRrIZz3greazNaVW9WZYpViVg9c+YMdu3ahVdeeaXg/WUHSIAESIAESIAESIAESIAESIAESIAESCBTAnWDBqHztyZjUPtKQ6yexIZ3F6Ls8mswpCYerSpiVXKobuoXy5sqh4pYxRUqXYA6RLwu64RpE4APFgBX2DlVJTXAJvTnBlaZTlFBy1OsFhR/eBvXYtX8V9/+L/9qsSoRq6+//np4B8qekwAJkAAJkAAJkAAJkAAJkAAJkAAJlCyBgQPr8K1rxqCmMiZW1deJjXj34zJMmDQE7aw0ACpaFbux+L82O+Wo5Ft98QDGWMLUjlgVsWo8roTrbNiRrSULPGQDp1gN2YQVS3fdYlVHq5pSVUesvvHGG8XSbfaDBEiABEiABEiABEiABEiABEiABEiABHwT6DzyKvzgssGorKxUX0qs7l2K/97RH9PH9YhvZCVi9egavPNhmRGFGmsmlg4glmHVzLHqfBwYMSUe6eq7gyxYUAIUqwXFH87G3flV3SkAdLTq6dOnVSqA3//+9+EcKHtNAiRAAiRAAiRAAiRAAiRAAiRAAiRQ0gS++93vomfPnk6xakWuSq5ViVTVXwIqFrnKo1QIUKyWykwHOM5kYlVHq8q/IlUlYlVSAcyaNSvA1lkVCZAACZAACZAACZAACZAACZAACZAACeSHwNSpU5VYraqqsiNWJXJVpKr+0jLVFKz56R1bKTQBitVCz0DI2jelqnRdolX15lU6UtUUqxKxSrEasklmd0mABEiABEiABEiABEiABEiABEiABBQBEas9evSwxaqdDqCigmKVawQUq1wEGRFwR6tqqSqC1Z1fVacCmD17dkZtsDAJkAAJkAAJkAAJkAAJkAAJkAAJkAAJFAOBKVOmJIhVHbEq+VYlSlUiV+VgxGoxzFh++0Cxml/eoW8tnViV2//1lxarb731VujHzQGQAAmQAAmQAAmQAAmQAAmQAAmQAAmUHoEbbrjBFqtmOgCRqmYqAHeu1dIjVZojplgtzXnPetSZilXJsfrHP/4x6/Z4IgmQAAmQAAmQAAmQAAmQAAmQAAmQAAkUisD111/vyLEq0ao6HQDFaqFmpXjapVgtnrkIRU/8ilWJVtURqxSroZhadpIESIAESIAESIAESIAESIAESIAESMBFQMSqzrGqI1YpVrlMNAGKVa6FjAgkE6s6v6rewIpiNSOsLEwCJEACJEACJEACJEACJEACJEACJFCEBK677jo7YpVitQgnqMBdolgt8ASErXk/YlWkquRZlX8lFcCcOXPCNkz2lwRIgARIgARIgARIgARIgARIgARIgARAscpFkIoAxSrXR0YEKFYzwsXCJEACJEACJEACJEACJEACJEACJEACISZAsRriyctD1ylW8wA5Sk1kIlZPnTqFXbt2MWI1SguAYyEBEiABEiABEiABEiABEiABEiCBEiKQIFb3fI4nX16ECXf+T1zWuxyygVVZWZnjq4TwlPxQKVZLfglkBqB0xeouvHRLT9yBF/HNq7ejR2bYClw6zH0vMDo2TwIkQAIkQAIkQAIkQAIkQAIkUHQExE0cPHgQrVq1Qrt27Tz7J2UOHDiA6upqVS7bo2fZYIydfjl6V1WhquoUNsxbgIqJ38UFnSqUVKVYzZZsNM6jWI3GPOZtFAURq588gbJLH8LjHzfjwUvyNlRXQ9nJyV2/uwk9bwde3PYGbu8drr4XqrdslwRIgARIgARIgARIgARIgARIgARSERBhunnzZrRp0wb9+vVD27ZtHcWbmpqwe/du7Ny5E71790b37t2zBuqMWD2Fkyc6omOnSlRUUKxmDTVCJ1KsRmgy8zGU0hWr2dEtDrGaXd95FgmQAAmQAAmQAAmQAAmQAAmQAAkUK4F9+/Zh69atSq6ec8456l85GhsblVCtr69Hr169lFSVW/WzPeyI1ZOb8eeZf8FGo6LBU3+Om4e3V/Xv+PAxbBpwN8pmPIv5UmbYTfjFzcNRk23DPC8UBChWQzFNxdNJitXM5oJiNTNeLE0CJEACJEACJEACJEACJEACJEACfgm45WplZSW2b9+OhoaGQKSq9CMmVgehfsYf0fCduzFlWEdIOxXH1uL3/zYbPe96CJf3jonVZ9+/EtN/eQX64AhWvvZPeKPbdPzyij5+h8NyISRAsRrCSStkl4tDrH6MJ8rGY+lL3+CN/jNUmgD7eHQRmh++1InISiVgPvg9OfcH8UypMQH6plHke67b9xNTAaQ+xyr/mlGlo2/u593tZTLGxLac40uSxiAQLoVcjWybBEiABEiABEiABEiABEiABEig1AlouSp5VCXf6dGjRwOTqk6x+hU63XU9hnWqjInVil34+B9eQJkhVj/u/He4dUR7NSVHVr6Cf9o3nmI14guUYjXiExz08IpKrN78Pbw5/Bdxkbr9JdzU5w68aQpMr/ysrnIfP1aG8Y88jkXND0Ir2cRIU6ec3OTrHMA7YjUmTR8y+plYzhKracdo1XWzsamWNea4XPUQq4FxCXqFsT4SIAESIAESIAESIAESIAESIAESyIzArl27sGPHDnXSWWedpfKqimQN4ohHrFKsBsEzanVQrEZtRnM8nmISqw/BKUNl6G5Jqn5eaUhHi0+83ETM19GvRgQr4Jafppzsjxm+zvEWqzGJOsYhchPbs9pPM8b+STbHcnJIFKvBccnxgmP1JEACJEACJEACJEACJEACJEACJJCCACNWuTwKSYBitZD0Q9h2UYlVj9v+vaVlImi3WPWStM6zEsVq+nO8xGqS2/ITpHBiVKvuT3yM07Hplp64A4niOHnfb0c8AUIQXEK4iNllEiABEiABEiABEiABEiABEiCBSBAothyrTAUQiWWV0SAoVjPCxcLFJFZVjlVHlKkWmUmiQROmLxbxGov6NPOrAkiQtk4hCl/neIlVHYmabC3pKFwjx2rSMcaibc2UAt61JpO5yfqSCRe+JkiABEiABEiABEiABEiABEiABEgg/wTcUrVNmzaqE42Njdi5cyfq6+sDybUaSwVwOXqf3Iw/z/wLNhpDHTz157h5eHuUlcU2r6JYzf86KHSLFKuFnoGQtR82sRqLTLUgG3lIvSNbU20ClUxOpt44Klnu1PQyNLdiNTguIVvA7C4JkAAJkAAJkAAJkAAJkAAJkEDoCRw4cACbN2+GyNR+/fqhbdu2jjE1NTVh9+7dSrBKvtXu3btnPebrrrsOPXv2RFVVlfqSjatim1dVqDyu8iVi1fzKujGeGDoCFKuhm7LCdjhUYtXapAq+I1tNtlqY6gjS5Lfwx89yn5NZKgDnzPoRq8lTAaTMsRool8KuR7ZOAiRAAiRAAiRAAiRAAiRAAiRQegTETRw8eBCtWrVCu3btPAFIGRGw1dXVqly2B8VqtuRK4zyK1dKY58BGGSqx6rXzvSJhCNCPgfGXPoTHP27Gg5c4MTmjWg2x+reb0NPXOd6bV8Wk5/fw4rY3cHtv3aZV//BFaH74Usm4iic8N8hypjuIpTFItxGWSwoHyiWwpcWKSIAESIAESIAESIAESIAESIAESKDoCFCsFt2UFFWHKFaLajqKvzOhEquWnHzISAEQl6rCWuTmvwF/2xN3vKYjU605SIjqNOXkRMyXTaPSngNAScylTolq1f2mkcc1WcqA9HlkEze5ShS37mhb65xAuBT/mmUPSYAESIAESIAESIAESIAESIAESCBbAhSr2ZIrjfMoVktjngMbZbjEKgAtMW0CVqQoXsJNfe7Am4gJVZi5WK2yzijWxFQAjjylnufIg8YGUY4NsdwbR7kjWP1FrEpsq1MWy88uSawjdPEivnn1dvSQIoFxCWxpsSISIAESIAESIAESIAESIAESIAESKDoCFKtFNyVF1SGK1aKajuLvTEHEavFjYQ9JgARIgARIgARIgARIgARIgARIgAQiSIBiNYKTGuCQKFYDhFkKVVGslsIsc4wkQAIkQAIkQAIkQAIkQAIkQAIkQAJCgGKV6yAVAYpVro+MCFCsZoSLhUmABEiABEiABEiABEiABEiABEiABEJMgGI1xJOXh65TrOYBcpSaoFiN0mxyLCRAAiRAAiRAAiRAAiRAAiRAAiRAAqkIUKxyfaQiQLHK9ZERAYrVjHCxMAmQAAmQAAmQAAmQAAmQAAmQAAmQQIgJUKyGePLy0PWyB28f3pyHdthERAg0W6ulGc2Q70W0NjUDTU3NaGxqxplG+WpSX6fONKP+wHHMXbIjIqPnMEiABEiABEiABEiABEiABEiABEiABEqJwLWXD0D3LtWoqipHVUU5KivLUVlRjoryMpSXl6Nc/i0rA9R/ZZBvC3MUrGGP4RZTX3I7G2V/fxUoVnPLOFK1q8UiQjX2j5KrMbEKNDYDZ5qsr0bgdCOw+wgwbzWXWKQWAQdDAiRAAiRAAiRAAiRAAiRAAiRAAiVCYPLYanSvrUCrijJUVgKV8m85LLEqUhWGWEXIxWpQQlTqaakLCrIvuVusZX//nRaPNHe9Y81FR8AhVi3BmiBWG2NyVYnVw8C8VS19MRUdBnaIBEiABEiABEiABEiABEiABEiABEigBAhce1F7dK+tRFVFGaoqRaqWobIiSLEahEAU7xJEPUHUIYuipfUENZ4g+pJ6kZf98hqK1RK4DgQ2xGRitVEiVq2v0xK12gicagR2HQbmfEWxGtgEsCISIAESIAESIAESIAESIAESIAESIIG8EbhuXDV61lYoqVpVYUWs2mK1XEWslpXFUgCITgx3KoCWCFGJvjsd4Ly0pC9mN4KInk0+rLIeF3em9Qpw2kumKitaNZZoNZYSQP6vuSmWd7W5EWiWnKvHzuDgpqMlg4UDJQESIAESIAESIAESIAESIAESIAESiA6BVsP6oax9OwlRRVlFOVAueQDEopajTFlV06ZaP0dn+L5GIvvwlJdVobzduIDlqq/mC1KoSiKX1XSP6U6xWpApCHmjZuiqDEUlWzWTriKWfPX4GTRvPRjywbL7JEACJEACJEACJEACJEACJEACJEACpUigbNi5QIeYWEVFhSRUjX0voamxcFUjTLU0xapE3JWhCq1qLkNz86mSWSYqYUH5hd0oVktmygMcqF41KlTVykksIlULVpV4tRnNx8+gacuhABtmVSRAAiRAAiRAAiRAAiRAAiRAAiRAAiSQHwLlw/pbYlXd/+8SqyJYGbEqYrWirApV1XUlJVZlBVKs5ud1GL1WKFajN6ccEQmQAAmQAAmQAAmQAAmQAAmQAAmQgIMAxaqfBUGx6ocSy5BAnADFKlcDCZAACZAACZAACZAACZAACZAACZBAxAlQrPqZYIpVP5RYhgQoVrkGSIAESIAESIAESIAESIAESIAESIAESoYAxaqfqaZY9UOJZUiAYpVrgARIgARIgARIgARIgARIgARIgARIoGQIUKz6mWqKVT+UWIYEKFa5BkiABEiABEiABEiABEiABEiABEiABEqGAMWqn6mmWPVDiWVIgGKVa4AESIAESIAESIAESIAESIAESIAESKBkCFCs+plqilU/lFiGBChWuQZIgARIgARIgARIgARIgARIgARIgARKhgDFqp+pplj1Q4llSIBilWuABEiABEiABEiABEiABEiABEiABEigZAhQrPqZaopVP5RYhgQoVrkGSIAESIAESIAESIAESIAESIAESIAESoYAxaqfqaZY9UOJZUggK7G6/eM1JEcCJEACJEACJEACJEACJEACJEACJEACoSPQ++o6oEM7oKICqCgHysti/5aVAeXyL2Lfq6Ms9nPJHRSrJTflHHALCTRb5zdb38g/Tc2A/Nxkfd/UjObjZ9C05VALG+PpJEACJEACJEACJEACJEACJEACJEACJJB/AoxY9cOcYtUPJZYhgTgBilWuBhIgARIgARIgARIgARIgARIgARIggYgToFj1M8EUq34osQwJUKxyDZAACZAACZAACZAACZAACZAACZAACZQMAYpVP1NdwmL1gQce0LGHfkixTIkTaLZu/Zd/9VdTUxPkq7GxUX2dOXMGp0+fVl979uzBvHnzSpwah08CJEACJEACJEACJEACJEACJEACJBBGApMmTUK3bt1QVVWFyspK9VVRUWF/lZWVoVxyrapUq2Xqi0fpECijWC2dyQ5ip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mmBWD2MzxcdwiqU49LRPXFeWye149u/wetbm4CuHfDDQe2DRXp8H+YvOw707YqJvVt71K375t1sr6TnBdvNoGpTLI/VZMjxGDZ/sQ4YOArnVPvrScPahVizN7Fs275jMKZPbILTidW96xZja6shGNS1AqdPn8aePXswb948fx1gKRIgARIgARIgARIgARIgARIgARIgARIoIgIUq0U0GUXYlQDEKpAoKk9iw7K9+Pg4ciBWY3Uf7NcLF3ZORjQmVjHEo8y+PXhhzSmc7/Wcqk7OPYKOHrI4o/lT8rcRw8efhbMyOjGxcHZidQ9WL96LrhcP9dH+cWxfuhRbjnfBkLoh6GJ24fh2LF26BbDkaiZitWHjUqw/0Rmrl7zXQgI8nQRIgARIgARIgARIgARIgARIgARIgATyT4BiNf/Mw9Rii8UqurbCqqMV+P7ozrCDVi2p2LHrKaxC0BGrJ3H8eGu0dUXIOqGnEKtKnCaRrkU6c1mJ1frVWLyvKy4ekl7rxiJVPaSq4hGTrvVnxaJWMxGrLY9YXYGnxt6NmSnmpe6RefjVFIcKznAWdRt1ePjtX2FqtwxP91t8yT8AEwCc+J9+z2C5iBFomP1zTHp0ITD+Ycz79VTjDxgNmPWzSXhsEYA7n8VnPxsRsZEHMJwdLwMD/gBsfBnoFUB9rIIESIAELAJRuDYnH0Oupzn++6vl78d89JW/C3xAYhESIAESIIFcEKBYzQXV6NTZcrE6pAOwxhnhqUXgNTiEd0yxakWLOvC1bWtLWcd51i3pZjTsnnU7nPUpgXsSfROiS/2LValzZbsO6LvnED6G9KUKq+yIVSt6dUhrbF1zHDtUx1vhGh2FmjAe4zlHxKpVT99KfLz1lDV8o6wle1eZYDy4ZJJSYc+axdjb+WIM9SEKlVg92g9jxvSOy/Eka/zY1qVYtu24Q7DWDrwY53VqQmNjI8xUAC2PWI2L1WnPfIb7RuXihZdrsboYaHOFq+M3UhDlYiqLvM6i+/BePws/v/YxLMQ0PPvZfUinc1f8eizufh5I/+E5yNfUbuCOfsAbrsldcAIYV+QTzu6RAAmEgkDRXZuzoGaOhdcuowAAIABJREFU4anzHsN9GV2rgezfY+VLrPJ3QRbLgqeQAAmQAAkESIBiNUCYEawqALHaC333ipzU+U7jt+rL47ZY9cyLauVCtfKw6rys9m361jkdrdv2AxGrrlQAqs69Zp5YMxWA1T9DcqryR9vi+0OAj115Xu3nJHo3Qawewiq7HitVghK5UvYkjrdt7ZCaMeEbY5p5xKrkV92C6lF+0gAAGYnVY8fQtm0sclV9HduOZcsOo9e489CRYjX5JeJ/twEeBXDTb4EXb4vgpYRDSkcgCh/e040xZ8+/chvwoz8A+CWjvnMGmRWTQGkSiMK1ObuI1SD+eJ0vsWqtTf4uKM0XKUdNAiRAAkVAgGK1CCahiLsQiFi9EHvwwhYrHYAhFGFGmCaJLjVlqRKIe1obaQWckaeZilVHBKgxCSmjYB05VhMjX+0+KrHqipYVaevB4SyP9AOJY0VMoMqGX/owhXMmm1cd3Ywv1gODRp2Ddj4WXyZiNZYKoAFrFq5Bg7WZVXNzG/QeMRzdqwoUsfrFUxh7j0fCAH3LtefzOkovWbqBeBSf/YHFxdI7wsO4rVu3rz4IjAIWAJjwS+CRD4D/dbGPmWGRKBHI6MN7ujWN2LrddOc04PmZWAiJJH0K/R+9LzF1RkLqAYuqK2IVEpG6YRqmYSZmSloC69Dr3BGx2vcFj9ec+zUl6TUeAR630hz4ev0A8deblZ5js6TR+AJYcCMw4cf840SUXhQcCwkUAYGMrs32ddPdcef1z3ltfhkT370tlu7FcVjneNaZ6k4C432Gqq8O0+4EZj4fSzVjRqxO3zxJ3WngOFTKGSSkWqp7JE0/pRJ3X8fHf2fI3QyP4NFYyhvP672737FCSaNljd+Dqswp/i4ogpcLu0ACJEACJUuAYrVkp97XwIMRq53jUZ69GuI72DtEqBV9Grud3nWYAjFAseq5eZWr6QRZ2xKxatbtEbFq9scUq7CEajLhm2nE6rEtX2AdBmFUPz9aNX3EqhKvGIK6wbCEamcMvnQwau2I1Xp0ybFY9VzNIoweAh5VtzObtygbsvT7d6Hu9eccz2tBFMt12R8v6DyuloDaYd3yrHNhys8zzjFyuWZ4C7WvVyILRZ5AMkGf8IH3tk3WLfpJ1rT7Q7EWp2pdbsJ047b+lLfve4lV9QHcEpo79R8sYj/3f9lKBXDf/cBTT/p4TdXhru8vxHOvq4/OdrqBBHHqI11J5BcHB0gCJFAwAr6vzaaMtPNhu/+Ymvieoov6Q9gM9DfyuNtt3vkgpj3/hPqDWCzNCtLm3Lbfw+jrqik7DbF60ZRx+HT2kvg1vVv8vVGsrR22XI3JzVT9dMlYa/wmO6lTRG6y90sP3jkTT8jvGOt3FnTecZ/paAq2QNgwCZAACZAACQCgWOUySEUgILEKmLlKD/brhQs7xx5zpgLwyoca717QEat5F6tZRqweceeOhZNdZmJV0gCsAwaOwjnV/hZ/6s2rLPEqYrXvcSxdWo+zRo9GrzZmKoDci9WkEQ32Bwrn5lP2Bw9brBrP6ygIl1jVbXhHr3hFtuZ4wyt/08dSISHgOyrKFqtJ1rRLrLpfG56SwGtTrGRiVZd1vbYSxWq615QhVs32k7xmQzKN7CYJkEDECPi+Nhti1bzuOs+Pi9WE9y1edyKMvx/340k8uchP/uoYePv9jXFd9cqxaotV464F5x/b3GLVmljPfjr/EB0fm1cqAO/3S/ffDzz5pNcGjhFbUBwOCZAACZBAJAlQrEZyWgMbVGBiFfZGTvFNmbwiVtFX52KVMThvtfclViW/qeQl1fLRkR9Vc0m1eZWTXcsiVo/DHE/aHKtWZC7gzLGqxOpej02xskoFsAerF+9F14v95VeN0TiO7UuXYsvxLhhSN8TYrVyes27776rF6hY09xmN0b3boLn5OLYvW4otxwqYCiDpbXnWPHuJVccSSMwxluxDkh11RzEU2AWolCry/eE9S7Hqjhz61ZQunh/AbeZBilXP1xTFaimtb46VBMJKwPe1OVuxaopKd6RnQvSmppj8D7ctEavOOXK9/4GRVsmzn17S2BSrZjoad5oDazzQmybGe5J+Q8Swriz2mwRIgARIIEoEKFajNJvBjyU4sap3trfloStiVfpuy9f4QOyNqkTvpcmxagvJ47Hzzx/SAVhzBB1H98R5YlrtIw9iVeRuwngMOeqVCqBrK6zae8rqpVFWi1ZrXBCGXU/ghTWnIOkBLsU+vO43x2r9aize1xUXDzkr49USi1z1OE2k6uAu6onmvWuwaG2D2rgKaIs+Iwehec0ybDlWiwFjz0XjusXY2moIBnWtQMPGpVh/ojNWL3kv477ETvCxsUI6yen1fCYRq3aqAeNDTro2sxwtT4s2Ad8f3rMUq14ftr0esykHKVY9X1MUq9Fe0RwdCUSDgO9rc5Zi1at++7Gx12PcZ3/EEvN2eFvEeudZbYlYTRWx+sOtP4/lRzUiXNNH4xpi1U4T4/V+6SJcP/ZT/PEzM6eqj/d40VhiHAUJkAAJkEAECFCsRmAScziEFojVHPYqclX7F73FPvSYUIUSq/qrqakJ8tXY2Ki+zpw5g9OnT6uvPXv2YN68eVkOy8ebbiNiNR71YJz3/z2MTf+PMwdrshyrnqkAEnK4GvnPdC5K5ojMcn5L6zTfH94zzLHq3lzKjqz2iJJyEG+xWI3fuur9mmKO1dJa4RwtCYSTgO9rc4Y5VhPeU+j3DGbUpi1W48IxfvdBGrFqy1jj1vsW5Fi1xapXP9056XUaAuP3TF1C/m3z/VJcrCIh3UyKDazCuaTYaxIgARIggQgSoFiN4KQGOCSK1QBhJq+KYjU7zD7EqlScZAd1OweY5/PuHcw9PtToqA3X+XWPPIuJ795t7fDr/uDj3shiqiu1QnYkeFb4Cfj/8D4i6ZqORxJ5vTbcOy5Pw7PPAHffI9uieOTvy1asyqYnfV/AWKve+My4X1MStfQI8Pgkj92wk3+Q5uZW4V/rHAEJhIlARtfmpOmHkr+nEBbxDafU1RgPPzMR8++J/dEX40cAi1a4kKXK4e6+1gPT7pyGmc/PVNGmT533GO57PnbNl82k7labEhqH18Zb1u8IZ3lXP+U84w9/sRqnYdqdMzHTas/9u8H5fukSjMAnSBip2kgrdleU4zDeeyXNsx+mhca+kgAJkAAJhJoAxWqopy/nnadYzTliaYBiNS+Y2QgJkAAJkAAJkAAJkAAJkAAJkAAJkAAJBEiAYjVAmBGsimI1gpOayyHlNxVALkfCukmABEiABEiABEiABEiABEiABEiABEggNQGKVa6QVAQoVrk+MiJAsZoRLhYmARIgARIgARIgARIgARIgARIgARIIMQGK1RBPXh66TrGaB8hRaoJiNUqzybGQAAmQAAmQAAmQAAmQAAmQAAmQAAmkIkCxyvWRigDFKtdHRgQoVjPCxcIkQAIkQAIkQAIkQAIkQAIkQAIkQAIhJkCxGuLJy0PXKVbzADlKTVCsRmk2ORYSIAESIAESIAESIAESIAESIAESIIFUBChWuT5SEaBY5frIiADFaka4WJgESIAESIAESIAESIAESIAESIAESCDEBChWQzx5eeg6xWoeIEepCYrVKM0mx0ICJEACJEACJEACJEACJEACJEACJJCKAMUq10cqAhSrXB8ZEaBYzQgXC5MACZAACZAACZAACZAACZAACZAACYSYAMVqiCcvD12nWM0D5Cg1QbEapdnkWEiABEiABEiABEiABEiABEiABEiABFIRoFjl+khFgGKV6yMjAoUQq8eOHcM333yDQ4cOoampKaP+sjAJlJeXo0OHDujZsyfatWtXUCBcywXFH4nGuZ4jMY0chEWA65lLISoEimktR4Upx0ECJEACxUSAYrWYZqP4+tJisapFW/ENjT3KBYFMxOqZM2dQX1+PP/3pT1l3RUTU2rVr0b17dyXF5I0rDxLIhIDIeFlHu3fvxuDBgwsmV7mWM5k1lk1GgOuZayNKBLieozSbpT2WYlnLpT0LHD0JkAAJ5I4AxWru2Eah5qzFqgg28ysKMDiG9ARMsSql5Y2kPNbY2Gh/iVCVr9OnT2PPnj14991301ecpMTGjRvRtm1b1NbWoqKiAmVlZVnXxRNLk4Ben/v378fx48cxYMCAgoDgWi4I9sg1yvUcuSkt6QFxPZf09Edq8MWyliMFlYMhARIggSIiQLFaRJNRhF3JWqyKUDt16lQRDoldyiWBZGJV1oOWq6ZY3bt3L+bPn591l5YtW6aiDFu3bm1Hq1KuZo2z5E7U61XW58mTJ1X08+jRowvCgWu5INgj1SjXc6Sms+QHw/Vc8ksgMgCKaS1HBioHQgIkQAJFRuCKq+vQtVtnVFVVorKyEhWVFaisrEB5eQXKK8pRXl6mgsDkf+o/BoQV2QwmdkfmqqKsFarQFhVllS3qb1ZiVd5AiKiQiMT/+9HvWtQBnhxSAs1Wv5utb+SfpmZAfpY0qPJ9UzOaj59B05ZDWQ/y888/x/Dhw1FVVcWLU9YUeaJcs+R6tXLlSlx44YUFAcK1XBDskWyU6zmS01qyg+J6Ltmpj9zAi2EtRw4qB0QCJEACRUKgvF8HlLWtBMrLrC+IPY19r2+q1TKVN9kWyayl7kabqla4bOAoDOrRA23KOrZIrmYtViU6USITKVZDsWaC72QexerIkSPVX4V4kEBLCIhYXbFiRUHFKtdyS2aQ55oEuJ65HqJEgOs5SrNZ2mMp9FoubfocPQmQAAnkjgDFau7YFrrmq84fh6E9+6BNWYesu0KxmjW6Ej+RYrXEF0D4hi9/CFq+fDnFavimjj32IMD1zGURJQJcz1GazdIeS6HXcmnT5+hJgARIIHcEKFZzx7bQNUvk6t2XX4N2ZZ2zvkuaYrXQsxjW9ilWwzpzJdvvQn/YkVQAjFgt2eUX+MC5ngNHygoLSIDruYDw2XSgBAq9lgMdDCsjARIgARKwCVCsRnsx/PXEG1Bd1oViNdrTXISjo1gtwklhl1IRKPSHHYpVrs8gCXA9B0mTdRWaANdzoWeA7QdFoNBrOahxsB4SIAESIAEnAYrVaK8IitVoz2/xjo5itXjnhj3zJFDoDzsUq1yYQRLgeg6SJusqNAGu50LPANsPikCh13JQ42A9JEACJEACFKultAYoVktptotprBSrxTQb7IsPAoX+sEOx6mOSWMQ3Aa5n36hYMAQEuJ5DMEnsoi8ChV7LvjrJQiRAAiRAAhkTYMRqxshCdQLFaqimK0KdpViN0GSWxlAK/WGHYrU01lm+Rsn1nC/SbCcfBLie80GZbeSDQKHXcj7GyDZIgARIoBQJUKxGe9YpVqM9v8U7umIXq3vm4aG/mYF1muDA6fjXJyahm/q5HvMe/ClmrDfxDsL0f3sck85yIv/ymVvwcq9/xeOTY2fGjsTzJz30KqaPSDZd6duTdh79U/z81PUBSDk+ox8rZuCWV3obYy/eJZXrnhX6w05gYtU99wLOsb4ByLw/Ps9GmnY95Ro+6w+cQFTWs/vaJ6Di6zX9tTNwsKywIAQisZ7TXZtd12UF+juP4NV7LigIczaaGwKFXsu5GRVrJQESIAESoFiN9hqgWI32/Bbv6IparH6JGbc8Ctiy0/pwjphcrVcScxIeeXU69MeZ+rkP4afPwSlXrQ9Bg+4yxaqzLqVbVblNnmJWno6Jg+Ttjf7sIfz0o8vj8tNqN7kMSz2+uAKOlZvnlm7Fu6py2rNCf9gJRqxac+r4MO5ak9aH+/56/adZnzmFzspzRiAK6znVdVeufxcv8XmtzhllVpwvAlFYzzNuuQXzkl2b7wN+/TczAMf7Ca/reb6Is51cESj0Ws7VuFgvCZAACZQ6AYrVaK8AitVoz2/xjq6YxapXlKaSTR/i8n97HL1m3YJH4YoSMZ6fdJb1Ycei7yVWP7zMkK2OcxOnTInVpO39DHjqp9h+qzPi1fMcXXWa8UnUrSMKjGJVkSv0h50gxWr8jwaxRaEElSXn1R8OHOstJl7da6x4Ly6l27MnnngCy5cvdwAYOXIkHnzwwQQoUVjP5rp1/0FI1rgSqymv1aW7VsIw8lJbzyJWk16blViNvQcx74xJ+bs+DJNcIn0M01oukSnhMEmABEgg7wQoVvOOPK8NUqzmFTcbswkUs1j1miYjai+9WNUVxISUQ6LqCNRN8dQCsair/o4IWLMLqcVqYvoBO9VA/wxuEUwSlegtLkpzHUdBRAHuaGW3WO2FtxzR2qU512EdtUhV+QBvHiJVRa66jyisZ4rVsK5Uf/0utfVMsepvXYSxVJjWchj5ss8kQAIkEAYCFKthmKXs+0ixmj07ntkSAqESqx6pAHxFQXmLVcHmzAvovM3fjTVjsZo2FYC7BY/0BFYRitU4qyiIKH9i9WX0fuhyfPh4shzDLXnh89xcEzAjo5JFq0oforCeKVZzvZoKX38prWeK1cKvt1z2ICxrOZcMWDcJkAAJlDIBitVozz7FarTnt3hHFxKxGosmlS2s4vLTv+j0F7HqK8eqL5EbT0HgTD+QfBl4jc8sTbFaYmLVyuO3zljvWsY6c/8V76Wl1HtmRkYli1alWE28pbrU102xjr+U1jPFarGuwmD6FZa1HMxoWQsJkAAJkICbAMVqtNcExWq057d4R1f0YjW5pGyZWPW6FdsQsL3eMnZjj8lcpMyxGksFkFyQOvO9xje08idhKVZLTKw+4Z0KgHn8ivdS6tUznQ7AK7eqLs+IVa80KuGa51LpbamsZ4rV6K/oMKzl6M8CR0gCJEAChSFAsVoY7vlqNcRi9Ur85Iah6IqT2PTVDLzwtRPZpZdOx9VdWwNHVuPR994Llue5U/D/DusN7F2E//PxFynq1n10F/Hus2dFqq1qrH7rd3jLXWDUD/BIn9rcjDFYYom1FbVY1dLR+xb9FonVJBtVpRJX6dob/VksqtZvlKodgeiISvSecIrVUhOro7HMY6MqitVcXxCDrV9vYOWVW5ViNb4RobkJULAzwNqCJFAq65liNchVU5x1hWEtFyc59ooESIAEwk+AYjX8c5hqBBEQq8CJBME5Cj+8Zjz6VyEH0jFWd/td/45/T+VULfnaxkPsxqQvPIVwwmQ5xKqI2nNxWInkWD96HtRy13wuR4s2leTNtMkiFqu+NpP6k1O6xs4Bpjt27PVIBaDE6gzgrn/F45P1PtaWyP2O92ZTsXysydq7Ddv/5lFsctSXejLSjc88m2I1mmLVeVu/K8euytELYzO11Osz05c+yxcHgchErLqvu0aO6YuXpLp2MmK1OFZiML2IwnoWsZr02mylacnkvUMwZFlLvgkUei3ne7xsjwRIgARKhQDFarRnOvRiFUf2o2vro/jzO7PxsZ4rSwAeOVKLrgg6YnUULj33C3zsipB1LhMrUjVZtKzq31n4xiPSNrVYNZ91i9WQLdQiFqvOjaVMroMscWqJqPVezzm0JOY9+FN8eJkpUQFYclUyt9pHEqkaez5Fe4iJWkddutKUotZrvejxxZ+jWI2zKPSHnc8//1zt7l5ZWdmyF7vX+hs4Hf/6xCRo1R9PLWE15Xq+ZR3g2cVAICrr2et6HU954vdaXQwzwj60hEAk1nO6a7P1RwMHp5TvHVpClOcWikCh13Khxs12SYAESCDqBChWoz3D4Rer21YDfXQUZ2yyVERom6+xDEMx2hSr+tZ5c05Pb7elrOO8mlghMxr2hit/4qwvqSCNidWatKkCpAUjutbu134s07f+e0asfg4MsiJy5RwlcBGPZkUsVUEbuz4z9UCa9hIYJemLjsh1vD48ym4DRku6AjkM1tdf8VcYWd2M5uZmNDU1obGxEcf2LMa/fboSaBqC6y4djrOaTmHXrl2YM2dO1q/CwGRU1j3giVEhUOgPO1zLUVlJxTEOrufimAf2IhgCXM/BcGQthSdQ6LVceALsAQmQAAlEkwDFajTnVY8qAmL137Gt9icYekLfEh+/VV8et8WqZ15UZ2Spzsu6d5t1m791zhHr51yJVXcErBa8KjdsxqkAvkb7YUPR1YiWjY3rmCVrEyNu7fa2tE/IHavG3NqSz3ZfdqGP5Ld1RORawhZm2d6Ip0KIPX/OiVV498S5+HaXZmz66jm8+LUVujrsJvxtjxrs2fYctlf/AAPLd2Dhh+/jy+Nn0LTlUNavQsqorNHxRBeBQn/Y4VrmkgySANdzkDRZV6EJcD0XegbYflAECr2WgxoH6yEBEiABEnASoFiN9oqIhFj9d/wAj/Sw0gEYIhJmhGmS6FJTlirB2HGPkVYgJl6RU7FqLTB3pKiO7sxSrOo+q9q9cqN6tbcOuNydokDKJbCNiVVHGzpSWPPz4C2sRzVbYrXDHrw77y180myJ1ebL8OOrBqBx23NYWXkTxrXdQ7Ea7WtP6EZX6A87FKuhWzJF3WGu56KeHnYuQwJczxkCY/GiJVDotVy0YNgxEiABEgg5AYrVkE9gmu5HQ6x+Ed+4aUP3WBoAifZ0RJh63rpu0bEiL/MnVg1hK1JYbpV3R5g6BGU1VqvUAH42r4pFrLqlp70OtFD1as9LrJoLyBWx2iKx2qWVSgNgpgKQdAASsfrClwDOnoDb+9RiH1MBRPsKFKLRFfrDDsVqiBZLCLrK9RyCSWIXfRPgevaNigWLnECh13KR42H3SIAESCC0BChWQzt1vjoeEbEKJVGHnliNbzoORftdsVv5E8Vq6g2jgharzlvlzfmIi9Vlbd1RslaO2CDFqhGxujchKtdor6ARqwCamoHm8zGlbgRa73oJr61uRjNTAfh6IbNQ7gkU+sMOxWru57iUWuB6LqXZjv5YuZ6jP8elMsJCr+VS4cxxkgAJkEC+CVCs5pt4ftuLjFiFfWt7fAMlr4hVODaUct7q70us6nyjsMRtjbkxlDF5OkLWkYfUet7qq+RyVWK1K7Dpqxl44Wt9235vtGlhKoBkOVaVWE3WnhKrvWEyalmOVafIdqQC8Myx2ogV89aiXd0I9Di2Dk8v/pRiNb/XA7aWgkChP+xQrHJ5BkmA6zlImqyr0AS4ngs9A2w/KAKFXstBjYP1kAAJkAAJOAlQrEZ7RURHrKrb5J0bKiVsNpWw4z1gb1TlzhGq5t0pXgFrg6aq2KLYu2010OdcHNZSNGGtWH3yWENmu6qfNVYhEaqW4FQbP6kNpTJJBTADL2CK2oSqjd2uU/6mbG9/j1hqAvuIi2pHrlbP1Arust5i9bH338f1V/wVRlabqQD2Yfnc1/EnybnaayJ+dE4XlJ06hV1MBRDtK1CIRlfoDzsUqyFaLCHoKtdzCCaJXfRNgOvZNyoWLHIChV7LRY6H3SMBEiCB0BKgWA3t1PnqeIjFqq/xsVCxErD2rIK9eZVOBdAMNFnfNzEVQLFOXyn2q9AfdihWS3HV5W7MXM+5Y8ua80+A6zn/zNlibggUei3nZlSslQRIgARIgGI12muAYjXa81u8o8uTWF22bBmGDRuGVq1aFS8L9iwUBE6dOoWvvvoKo0ePLkh/uZYLgj2yjXI9R3ZqS3JgXM8lOe2RHHSh13IkoXJQJEACJFAEBChWi2ASctgFitUcwmXVKQjkSaxu3LgRNTU16NatG8rKyjglJJAVgebmZtTX1+PIkSMYMGBAVnW09CSu5ZYS5PmaANcz10KUCHA9R2k2S3ssxbCWS3sGOHoSIAESyB0BitXcsS2GmilWi2EWSrEPeRKrx44dw9q1a9GrVy906dIF5eXlFKyluN6yHLN8yGlqakJDQwN27NiBwYMHo127dlnW1rLTuJZbxo9nA1zPXAVRIsD1HKXZLO2xFNNaLu2Z4OhJgARIIHcEKFZzx7YYaqZYLYZZKMU+5EmsCloRUt988w0OHTqkJBkPEsiEgMj4Dh06oGfPngWTqrq/XMuZzBzLehHgeua6iBIBrucozWZpj6WY1nJpzwRHTwIkQAK5IUCxmhuuxVIrxWqxzESp9SOPYrXU0HK8JEACJEACJEACJEACJEACJEACJEACxUGAYrU45iFXvaBYzRVZ1puaAMUqVwgJkAAJkAAJkAAJkAAJkAAJkAAJkEDECVCsRnuCKVajPb/FOzqK1eKdG/aMBEiABEiABEiABEiABEiABEiABEggEAIUq4FgLNpKKFaLdmoi3jGK1YhPMIdHAiRAAiRAAiRAAiRAAiRAAiRAAiRAsRrtNUCxGu35Ld7RUawW79ywZyRAAiRAAiRAAiRAAiRAAiRAAiRAAoEQoFgNBGPRVkKxWrRTE/GOUaxGfII5PBIgARIgARIgARIgARIgARIgARIgAYrVaK8BitVoz2/xjo5itXjnhj0jARIgARIgARIgARIgARIgARIgARIIhMAVV9eha7fOqKqqRGVlJSoqK1BZWYHy8gqUV5SjvLwMZWVlkP+p/8rKAmmXleSPQHVZl6znreyBBx7Qisx3j5ubm9HY2IgzZ87g/370O9/nsWCECFCsRmgyORQSIAESIAESIAESIAESIAESIAESIAEvAtdddx169uyJqqoq9SVyVQnWCpGrIlbLY2LV+CLJ/BA4efJkixs6dKYeFKstxsgKMiZAsZoxMp5AAiRAAiRAAiRAAiRAAiRAAiRAAiQQLgIUq8U7XxSrxTs37Fk6AhSr6QjxeRIgARIgARIgARIgARIgARIgARIggZAToFgt3gmMhFgtXrzsWS4ISBoIOfS/TU1N6nv5V9JD6BQRkibi9OnT2Lt3L+bPn5+LrrBOEiABEiABEiABEiABEiABEiABEiABEsgpAYrVnOJtUeWREKu1tbUtgsCTw0XAFKvyvVuqilgVoSpi9dSpU9i1axfmzJkTrkGytyRAAiRAAiRAAiRAAiRAAiRAAiRAAiQAgGK1eJcBxWrxzg17loQAxSqXBgmQAAmQAAmQAAmQAAmQAAmQAAmQQKkQoFgt3pmmWC3euWHPKFa5BkjNbn4zAAAgAElEQVSABEiABEiABEiABEiABEiABEiABEqcAMVq8S4AitXinRv2jGKVa4AESIAESIAESIAESIAESIAESIAESKDECVCsFu8CSCdW165di8GDB6ccwKEz9agu64KysrKsBlr2wAMP6P3dfVcgt4PrTYqYY9U3tkgULFQqgCNHjuDQoUOQF43uQySAchAkQAIkQAIkQAIkQAIkQAIkQAIkQAKBERBB1rp1a3To0AE1NTUtrpditcUIc1ZBKrEqUlUfqeQqxWrOpocVexEohFhtaGjAiRMnIBK/bdu2Wf8VgTNKAiRAAiRAAiRAAiRAAiRAAiRAAiQQHgISYNXSQwRrSw6K1ZbQy+25ycSqKVXTyVWK1dzOEWt3Eci3WJVI1YMHD+Lss8+mUOVqJAESIAESIAESIAESIAESIAESIIESIhCEWC0vL29R5CrFavEuOC+x6iVVU8lVitXind9I9izfYnXnzp3o1KkT2rVrF0meHBQJkAAJkAAJkAAJkAAJkAAJkAAJkIA3gSDEqgRsSbBWtgfFarbkcn9euhyrfnpAseqHEssERiDfYnXTpk0455xzGK0a2AyyIhIgARIgARIgARIgARIgARIgARIIB4EgxKqkF+zfv3/WA6ZYzRpdzk+kWM05YjYQNIF8i9Wvv/4a5557btDDYH0kQAIkQAIkQAIkQAIkQAIkQAIkQAJFTiAIsbp3794WeQWK1eJdJBSrxTs37FkSAhSrXBokQAIkQAIkQAIkQAIkQAIkQAIkQAL5IECxmg/K4W2DYjW8c1eyPadYLdmp58BJgARIgARIgARIgARIgARIgARIIK8EKFbzijt0jVGshm7K2OF8itWmpiZs3ry5RSH7nDESIAESIAESIAESIAESIAESIAESIIFwEkgnVmfPno0pU6akHJykApC9W8rLy7OCwFQAWWHLy0kUq3nBzEaCJJAvsSrtnDp1Cjt27KBYDXICWRcJkAAJkAAJkAAJkAAJkAAJkAAJhIRAKrEqUlUfqeSqiNVevXqhVatWWW2MTbFavItFi9Vdu3Zl3MkePXqocw6dqUd1WZes1oacX/bAAw80Z9q6SK/GxkacOXMGtbW1mZ7O8iEmkE+xevToUdTX12cuVr94CmPvmQlgGp797D6MCDFvdp0ESIAESIAESIAESIAESIAESIAESpVAMrFqStV0clXEardu3VBdXZ2VPKNYLd7VV+JidRsWvD8D8z3nZyKmf2sC+hTv3LWgZ0ew8pN/wqouv8CtA2syrufI+lfwTztWJ55XOx2/HOmPmKrj2HiP8rG+vXFiKG668FYMb5/YTD7FqlxAGxoaMhSrDZj1s0l4bBGlasaLq8UnrMBTY++GUtrPfIb7RrW4QlZAAiRAAiRAAiRAAiRAAiRAAiRQMAKF/4znJVa9pGoquSpitUuXLujQoQPFasHWUm4aplh9fwYw+JeY0NMErOVegHL18Eq88vl+jE8ra2OyN7FPQS6A7MXqtuW/xIz9XtLTktQ+5aopVh2S9ZsF+OVa2FLbS8DmU6weOHAA+/fvz1Csxi/8uPNZfHbbJvz82sewcPzDmPfrqegS5FSWUl12FLBr0ML4Z7GY4IbZP8ekRxf6kKp6jqbhwTtn4onnKWJLaSmFcawrfj0Wdz8PqGuKtd5RPyt2bQk4Mj72OgIefvtXmNqtyGjZYwbqHpmHX01p4RVVX1fufBbP4m7FWP4oM3FBjLf3H2ji1w/ekVBk64PdIYGCEMjxB37jOmVf/93j1NfGHL3X1L+DsvqjddDX7RbPsQ6AqMv495x+nxnI758WjyPPFdjzmDk3Pz31s8Zyyz/7deFnfMVeRrP16mfQ693PXMN13fP/GS93pNPlWPXTsohVudu6U6dOFKt+gIWoDMVqEokZi8rsWYCo1eIVqzEmSBpJqqQr/EWtJo1YdYlVr9dS8YtVwCFBKFZbfkk0pGr8Tb1+AxQXLMJ9xjl+ZAvFSMsnhTXkk4B9TTGjsUtQrJocEIRASCJWU0e78/qRz7XPtkig+AnkWKz6AZBjseqnC8nKBH7dbkln1LnZC7Tcir0WDyy3FeRYrPrpfEnz9wOoBWVsser5B/zCB6D4/4zXAghpTqVYzR3bKNRMsZpKrDacj19cMhzqZnkVcfoGnDfAuyJaHWUmYvpgYMaW2lgdZsSqkodGAoI2N1ntOFMTDO31C9zaY1Ms0lXqWjsfEwf/ArVb5FZ55/KbmBB1azzv6vvQXtNxfsOMWCqAmqXOvshpdn+cbWQkm91jBKDGY6Ue8IxY7bbJ6EssKrb/rnjKgFi0rNUnycpbezceHt4LIlqbdn6I/73uA6AJ9lf/rnfiyh6VkATCc+bMyfj1KvVmF7FqitUHMe35J9St6eoY/zCeOu8x3CeRZ8ah/xKo3nxuqEPdooVYqATKs8A9sVvbHZFqGY8mxCcYkQ7uSAn9Zl34Td88KRbRZxxmeecbe83YHbEal7XxaiSlww+xSaV3cMxaxpEOIZ4Fdr3ABDw/mCaIVa/1G48s8Xt98Ypa0K8ldx2TrgHmveN1PYOVEsV4znyzrh72SJuiRaenNLXkxZ3TMO35mZgJI2rGuE7YLer2vKLddf0+I1a9rx834a7xb+A5z+uCceeC1aGgIz4KvCTZPAmQgE3AKVZ/uPXnmPQu7PdyUiz++k92bUhxzbSvU0/i4Q33O9+LqOsc7DRI2bzXlHNi13iP3yHWddQRYXa2vlvCeKeUNP1Siut2wrVZX9Ndf7xyRK7FxrppfB0WLlLvlPHsM8Ddal8Dp/xxRsWZder3dLH2LvskdreT832ftT+C63dLndWuzOcjeDT5eVF8dbjEav+XnZ9ZHPw9fifH1ljy343x+TI++5i/P/u+YO1fEXuw7pGXMfHd21zvzfUaiLUTXyeqd7F9L5L2zSncU66LCM6vp1i136eluEYYrzu/7zPjcz0P/Z91fb5yv3cz7igysev3parfSa+3wU4UxWqwPKNWG8VqilQA8RykXre5W+kC4JKi9q3w1jlaUmqxemEtFn3+BnraIjRW7htbOroiVrUUteqNyUWn0E0dSZrYd50jdWi364D6OYAhPIHkt/RnIlaPHD6CmvZm/lapdxFqrbypmaYC+EW7RXa07AU1YlWlvmfxzdn34/sDqnH40GG0adtGbWgmX6dPb8PiTz5H9XlXomLj23h3yTcZv3aDEavOVAAvXzUft6k3b+5f7rE3d+pNipKD0/DwI5vwmJQdb4rWEswb6iMqLy6CvLnG3xzFnoe+rRpOsapv/xUB/uxV83G3NVc6XYAdIcfNyTJ+PfGElhGw/4hgfahTbyjtD7eude2Whtb1xlz3qa4vjtfT2/0xQ6UbcF2jxj+MVNez++8HnnxyofUHofiH/oTbSK3XkuOPS88nuc3fKmveqm/LCscfYOJv1Ovuux946knrD1VOcaDO1R/UUqQCUJLEuG7HOVpz6sFbXzNUG5d8ZKVsyM3tky1bWTybBEig5QQ8xKq+ZiS5hjqv4XVIec2EtSHq+BHAohXe11X9+yDNtdnxXlOuXXdvwiRrs1Xne53L8JH1B2VnehR9fbWuZzvTbNaa7LptXxctYWOPUdJm9ccLKl++9Z7OQ6zGAg4exsMbHlNiTQtPc9NYX2L1+YmYf2c8XdcOR9qd+O8u57UcsH+3WNd/53kR3bLWS6zKZxbXOooHIySukVS/G/VnIP0HW6/fn/r9vCOgwvM9z0TMt/ZccJS9Mx7w4qzfDKKow8Mp10U05zd1xGrie0CV3s71ecjv+0z92rzprjq88VyS94ru616Sz86Oz3iu623Q6awoVlv+2zLKNVCsJtu8ypEr1Pv2fCUH7ajWxDKO5+2I1f7YlDKHqpdYXYXzLSHpebu9qjtexrlgvfpu5VjtIGL1a7tufV6yW/ozEauxunSu2niP/n/23gdYr6o8+H3OSdKmBmJiTgkp8HlOrkWhUpkrbfPHC+HUEYc06J18HYyk6UCUjvaittDJgMLQoHCdT0bFr3WGMeEODY0MjUXy4QjDHALX/LktWhQLIzqc008xQE9MDPD1UEK8s/bftfZee797v3/23mu/vzNzij1n77We9XvWfvOe3/vsZ4eVtV2J1YD1ol8psSry0+//tRz4DV+snjx5Ut5447j88J/+uzz4H3HV6rvPuEqW/LyBYjWq3ArfjJv/YBn/2Cf+4B+6BzKVEasZXKN/dMPfa2PqPVZDsZp8s2W8EVQ9HQvE1OZ/OFhb9QTSn+5vlp3RG0hTrKZlo+X34R+1ltcX8811+Idl+jUqqtaxXXf/bUJu+atd/h9cub2lg9dA77jEH9MJzD6DxB/a4fiJazJ8cx+L1fhhgnqleymxmnr98AO08f7iTdPyF0qspKp0q987zAgBCAyaQIZY9a7/M4LqfdsHK1qFXN5rZigv3n+JyLcfsr+uaq0Aog+9irzXvOz5oNo1/qDZVl2f3RMxvzVK5uv2Z0S2Z/YI71yxGt6xEL6/i+/wSr/Wm5WSCYGW7CVulbiJOz9sH/4V6YM76G046PEzxKq/X+J9lO49Hucz799Gu2wzJabeCiC8U83+nicUqwm5G4nVDtdj7r5ouVhN7aOc/Z/13kv/UNnyPjN6Pdm2WXZ9PuO9YnQHk/6BkmJv/u1s/o2X93rb+wWCWO2dYZtHQKzmPbzqN8J+oeYt+saGSNzGbzx0St0Ob2sF4ElB7bZ20StQqxarDybaGwSrszyEqpNYjUXyhEwfUu0K9Idcmevqh1hVFaX+98vy1P/3Jfnmf5wt6995mZz9G2HF6j/IyaaK1Yx/tMJPa/VKBtFuc+/qoQGuv4IVkJjpT1nz/tHV/1G2V6wm3yQiVl3fRO7Hb/xRG3yKv3bLZpG7d0UPr4pkYvhQp4w3vJ1eX8weZuEfS6ZYVWPElZxJvsGbcEncLpohWf21rZXNW0R23Z0lI9O3DwZa02/JEc6VqB7SK1ZTUZatWE1Jimyx6v1hmbzNFcnq/oXICiBgJWAXq/57ifAWf1PkGO1FwrYmWa+ZurQL+/aHcSQ/XDIqVu2vzcZ7zejW7LJiNdk2IBaa8aw5r9thRaD14YtFxKo/3xnRwxa3yvSlWpWr0i9B9WkhsZq8PdxosRDnLtXj03peO8VbXFSQfj8Q3+Kv74OMPZLxb6PtfU60l4J/P21iNX1JqhhCsZqseg4rVguK1SHKb6mK1RR08wP8Tu8zc1uLJCuQjUr9bLGa93rbr3+4EKv9ItnOcRCrhXqsFnmgVMGKVb3varCncitfE9WoVVSsZm31Tg+vitexRL6X4tp/sRpXrB6V//ex/0d+9b9tk98f01sBNFisZvyBbfuHBrEay5mkWI7eBBT8RzeuHovftGdWrOZVcRSQve38J4NV1UUgWS1k/lFermK10xveIhWrhlgtIAyNKlFV9a1/Jf5wsX6AZOm9aowZ3VaaYBG1ArD90S+iP3V2p1zltWIxb3vVBHJZsRqtMf7jcig/HKvromFeCFRGoKhYDeWfH9jmryVuqz9NU5KBFEy2LHniE7G0s74G6mK1yHvNsmL1v90o03+l2sOoLyWn0kIzWkXe63bua7MpVn15mrxduKRYNVrnxD1WoxYMKmj9lvYOYvX3Lvt9+ecH/slfauq8IRer0d00nfaI+W9jeNeY+e+keUz4ga5+e7+9f3mWnC8mVvP3RTvza++xmnNnZfK9XPLDjOCas/0dm1UBb72jqODfeFWK1SeffLL0vy7nn3++d87s7KwsXbpUlixZIiMjI6XHWb9+vaxYsUIWLFjgfc+fP9/7njdvnoyOjnrfalz9u/QknNAVAcRqCbE6ZVRxBrfTqwdAeQ9kSvYmTfRgDVsBeA+hOuw9mOm8U/2cebL0P8xerVHlq02s9thjVYIHS+X1WDUqb7Wt5Vfa6pWo4S/19fpiVecVVuj21ArgefG4pXus+mL1sTdvluvecbrXY/WnP/yi/MNRkca2Akj2jUpUWXUSH11d7S6fpH26Hb/h0j4JD//RLdJ/J6pw8Hvd2sRqsl8UPVZd3jztiD31JtSQkeV6rHZ6fSnSY9WsWE3fnh8+pM98o5vRO1V7OILeHy/OXIaY1P9oj24r1WWF1gcveriC+UfCB8L+gCV6rEZ/5IcBpvq7xQ+1Sj6sA7HajuuRVUDAJFBerHqvBWEPQVkrV/7X/XLXP4SvkfGDrAyx+jsi8q8Zx4QfLtl6rCYEZ9gPNFnJWajHaiRWkw9+Sn541eF1+4I/kt9/4n+IUpMGC6MtjPl67n84HranKS5W1XkPje/QemVbxKo3b9xX1pwrZB7ewSESiVXree0Ub4UrVhN9LuMemPn/NoZiddV5IoeeMh9CpXrq6u87bD1WJUfAR3eQFOyxGonVIcpvGbEatnkymf+uWSVeQKwa/XSj6v7gegt74Bf8Gw+xilit+50JYjVPrD7/jIQiUMKHSGkZ059y7/3YOOYcmVwqMvUf58p1q86TU6IeqxeKGG0A1Il6K4C4L6k3/unTif6p6b6l3gjRw7AsWyoZ+9KtslV2yIE3XSeXn/I9uflHU8ZJuWOpzqmqt+zzz6QnitoiJFn48U28FEvZiRfulS/8rzVy87vO8scL/rcvfUW2rrtQzgrnCn5ntE9QbVaXXiU3nneG1w7g5PGn5B++90159qTfX3XVW/8vOf3f/7vcf/Stcv5bfkf+5ZEHS19rfXt4lf601jU3Sigc4oDSvWs6iY/Si2nDCbYne6t1JR8coK1VlxhmhV94kClWrU/E9WRt+CZcB8mDaNqwrVxZg+3T/dRD2wxBGa6s/OtLPG5MJ7yW8itn1fHJpzprhHP6raZur9QTk1khrknS6LZS7cTkk2W1X0UVLtottlkVq6qvtf31I/4jMfV6nrylVx1QoLLXlf1InBCAgE6gqFj9skQf5ninb5bNW3bJLu8BQFfKxgN3yR592OSHNpoUig6LXle12+7LvNfUKlat73WC1y39td9oA7Nms2yWXbLrQOI1rsjrdthXNlqM9r7K9p6vpFiNezHqUJM9Vm8S+Wz8VPK4xU4g9qJKV3PHJ59InzrPL05r11dGj9V0q4WwRYNf1yz6HvmvV8raf7grqHgO8CT3mFEVbR4T3WXi9Tf/ukw+8iHv4WXxVyj4c9pJJNtpRB+8aj2Pv9VhX7Qwv3axqhWxGD2jbcwT7TcKiNW4N7I2Xup1b6eE78+MWdWHU+eLmO8f7a1X+nUhhq0AqFjtF9F2jTPkYnWwyTSE4WCnGqrRlfBUX3GP1V8FD6/y2wCo79dff11OnDgh//mf/ykvvPCCPPhgtWJ1qBLSpsXqfcwunJIL1JNyOz58p00AWAsE6iEQ9ln1+qVqt8MWjib4g0/dcvZly+1phcfhQAhAAAIQgAAEIAABCCQIIFbZEnkEEKt93B9m/1O/NcBhVXXqtQrgq18EEKv9Isk4aQLJRvtUpbJLIDBQAnpLg14qOhGrA00Tg0MAAhCAAAQgAIFhJoBYHebsd147YrUzoxJHBH1WwzOMnqwlhuHQXAKIVTYIBCAAAQhAAAIQgAAEIAABCEAAAlUQQKxWQdndORCr7uZuaCNHrA5t6lk4BCAAAQhAAAIQgAAEIAABCECgUgKI1UpxOzcZYtW5lBEwYpU9AAEIQAACEIAABCAAAQhAAAIQgEAVBBCrVVB2dw7Eqru5G9rIEatDm3oWDgEIQAACEIAABCAAAQhAAAIQqJQAYrVS3M5Nhlh1LmUEjFhlD0AAAhCAAAQgAAEIQAACEIAABCBQBQHEahWU3Z0Dsepu7oY2csTq0KaehUMAAhCAAAQgAAEIQAACEIAABColgFitFLdzkyFWnUsZASNW2QMQgAAEIAABCEAAAhCAAAQgAAEIVEEAsVoFZXfnQKy6m7uhjRyxOrSpZ+EQgAAEIAABCEAAAhCAAAQgAIFKCSBWK8Xt3GSIVedSRsCIVfYABCAAAQhAAAIQgAAEIAABCEAAAlUQQKxWQdndORCr7uZuaCNHrA5t6lk4BCAAAQhAAAIQgAAEIAABCECgUgKI1UpxOzcZYtW5lBEwYpU9AAEIQAACEIAABCAAAQhAAAIQgEAVBBCrVVB2dw7Eqru5G9rI6xCrQwubhUMAAhCAAAQgAAEIQAACEIAABIaYwNjYmLf6J598sjSF888/3ztndnZWli5dKkuWLJGRkZHS46xfv15WrFghCxYs8L7nz5/vfc+bN09GR0e9bzWu/l16Ek7oigBitStsnFQnAcRqnfSZGwIQgAAEIAABCEAAAhCAAAQgMDwEEKvDk+tuVtoKsdrNwjnHXQK6WFWrOHnypKifqf++8cYb3veJEye879dff937ZGhqaqr0gtWYx44dk6NHj8qZZ55Z+nxOgAAEIAABCEAAAhCAAAQgAAEIQMBtAnNzc94CqFh1O4+Dir4VYlWVU/M1PATqqFhFrA7P/mKlEIAABCAAAQhAAAIQgAAEIACBkEATxOp73/teOe2007zb/1UrANUCwNYKQMUctgMgg8UJnHrqqcUPThyJWO0aHSfWRQCxWhd55oUABCAAAQhAAAIQgAAEIAABCAwXgSaI1T+8ZJ2MnTbm91ddoPqrzvPkqtdjdd6ojI6Mysio6t2q+qz6cpWv4gSWLPT76HbzhVjthhrn1EoAsVorfiaHAAQgAAEIQAACEIAABCAAAQgMDQHEavtTjVilFUD7d7m2QsTqUKWbxUIAAhCAAAQgAAEIQAACEIAABGojgFitDX1lEyNWEauVbbYmTIRYbUIWiAECEIAABCAAAQhAAAIQgAAEINB+AojV9ucYsYpYbf8u11aIWB2qdLNYCEAAAhCAAAQgAAEIQAACEIBAbQQQq7Whr2xixCpitbLN1oSJEKtNyAIxQAACEIAABCAAAQhAAAIQgAAE2k8Asdr+HCNWEavt3+XaChGrQ5VuFgsBCEAAAhCAAAQgAAEIQAACjhMYnZuTkwsXOrkKxKqTaSsVNGIVsVpqw7h+MGLV9QwSPwQgAAEIQAACEIAABCAAAQgME4F5e7bJ6Jl/La//gXtyFbHa/p2KWEWstn+XaytErA5VulksBCAAAQhAAAIQgAAEIAABCDhOYN69l8u8vzomv7rvm87JVcSq45uvQPiIVcRqgW3SnkPaJVZ/KF9Zc7XIVw/INe+qMUff/4qs+djuIIDVcv39t8uG00TE+Ln69Sa588A18k4t1B/+zRq5Wu6UA38e//TIg9fKhs8dTI8X/MT7/dQ62Xv7BlmWWLZtPBGfUxjhppDXS3vl2g/eJtFMn94rt683R0yPd0T2XrtBbgtPEpHV2nlm7Pp6zRjkCnPNNWav0qk9nvfkcImiiY8xmZrheuzP/HtZ8zFJ7a0w78b1EeRckjmbudLYg+Ys6ZzL6uut+y86L7G31M/1faI43DWe3m/++fF1/eGfZex1b/x9ss671srEl9iH2kLVdXHxd1R+0lsiumZs15stn4n97eUwwdjfC+aA+jz6tWc7VufpUeswnkgZTmZc9n17l4yHr3X64Zbce78OmWT93tsk18vebSK3aq9L0dDanut4TajXsdTrr0hWHit9EWAyCEAAAhCAAAQg0AUBT6xuuV9k+Trn5CpitYuEO3YKYhWx6tiW7S3cdohVUxDU+seyJwlm5MpAmMbSc0L+PiF9PTnxnC+kRJenuoTxZMBMJGcNiaqLgoTYMkSDIXV8VjNbAvkcxXuxPLrmapmJBJsSTrEoyRovJXUDSTKuZK18RdbcPR4Jt6QYikWaL7fiuXvb086crVh9fkbGleIO8+FJxLSgSu2VXPGZ8QGDt19M4arGfVQ2ye7n4jzZpF/MNLjWRBeptp9pWbDIW0n8rKhYvWaFLlC1qKIPF9bIASX6C8dn5x2ObI0rcU1GUWTm0/8QQ39dSjJOi0oRn1EoiwNRKnfK3vG7ZMPnxhPi3Mx55/G6yGO40BL71jsl8ZroD6Nd8793wHjNTF2/1vOD+FemP5CxfpgUvFYa/zbYfubMiweBQgACEIAABDoT+OUvfylPP/20HD9+PPfgxYsXy7nnnitvfvObOw/KEY0hEIlVFZFjchWx2phtNLBAEKuI1YFtriYO3A6xGpJNSMMagCthcqvcoFV6huLmSpn54KNysV6hqv6w18SjCjcltTyJIXJDWI1qOcerxEqMExFJVsZlHpsWTDaplIwvvd44B6ra79H3aNXDhsQ15WF6nBqSV/GUIUtPlEWiNEP0aXnzJHyuWLXso6CC0awK1fdmQqJnjK8LXrOWOUt05UhzTcKrvVKkYlVVoqf3pbnnwg8riseXUWlpZRZKwfQ5ufn89LjcNmWX1/6HFklRmp4nFIbmfkm/9nlVvR3Gm7gv/lCnGKf44ii1bzPFqpbHrsSqfY971JJV//qHPck7GbIkecWvBUwHAQhAwCNQ4M4mSEGgDIGDBw/K2NiYrFixIve0w4cPy+zsrKxevbrM8Bw7QAIjc8dkZC5/gpE9fybzPn5/fJBDchWxOsDN05ChEauI1YZsxWrCQKwOmLMhE7sQq97tureKbPPbCWRW0BUUq74UGZdN9+xOtAKwi1VrWwJNuuWJ1VQ7hkypa65xwBlpyPDahwBeFWZY5ZxTsRq0iMivKA2Wl6rys4yr5eOwdit+3vh5laX28/IqQk0hWlSspj5I0NYqOS0FyseXc72lWi10yucNIp+PK8X1WArlUxeGfzztt+zIaJ9RZLzyeUwLXL96OH/femfZKk71alwxq/xTF2hOxeq+yQLtSqznh7PkVyw35MWCMCAAgaEgkL7bJPvDzKEAwiL7QODb3/62rF27ttBI+/fvl/e///2FjuWgwRMwqlHLTOeIXEWslkmqm8ciVhGrbu7cLqNGrHYJrshpxu3Oh+Ura7oRq+leialWByUqVv3qOIn7vkaCQ1XUarfjh30PO/SGLCxWrbfdav0tO/XoLLsiG0oAACAASURBVMLbpWMM2aNXWmf0/NTykN1PUu/VmqjetuwRQ64VrIgtL+QGIFYT7RJ0kdhdfHG/4WgLBbxtfUptvZFNeZjMZ1DdqgnEFVrVcRERquJKVWImKpvC14Ui45XnZBP2GetU/aT1rx56rHpr8gRu3Ps5HDrZUzZSpdaK1bg9ixkcYtWll01ihUC7CajXo87vE9vNgNX1m8DevXsLV6Gq6tYNGzb0OwTG65JA12JVzeeAXEWsdrkxHDoNsdoHsfrskZ/JD196Tv7o7NXya/MWZKb/lR/fK194foVsXXehnOXQJmlTqIjVQWQz7vkaS9Bib5htt9obt/Va+mSWaQWQli6aWPDETygwVsumK0RmxvW2BunbbzuL1VAUag/xSiH3edmqzwaRnSaMaZWjnsyT7B6rZSpWE20l0iLNJnD9HK355+xWA+WF3CDEql5JKkbP4P7GV7xitWg+w/hukFujdg5FRKhVrBobOZacXiuADq0iynPyJyu6zrRYTYvNSBR7FbhZ4jOrR2v2a4a9FQBitQmve8QAAQjkESj2PhGGEChDYM+ePbJq1apCpxw6dEg2btxY6FgOGjyBnsSqA3IVsTr4PVT3DIjVPojV7x5+Vr778x/J2JvenCtXKxOrLz8l9373qKzpKHB/Ko/v2yHy9pvlwvxWND3v059+/2Y58Kbr5PLfPqXnsXoZALHaCz3buYGwSt2mW+wNc+cepvm3dJv9Ei19CJWY/c7F2hPfs8WX92AjvUeqpQdsrlgNKs30J857xCy35g5Xj1VLL+Cc/rOR0ApkWVERF3NWDyZL9ATNqWDVpV9yhzehx6oXUxi/98T4WJp1F1/JHqup/Vsmn/71JleI7JYrveswu8eqOa4vDL8g1z93XfzwOS1BhrS19ljtpRettwvNB98Z17Jlj4WxZd2Kn5HD1KtqxvlZcpgeq/3+N43xIACBaggUe59YTSzM0hYCiFV3M9mzWJXlIl98WE58/B1ysoEYEKsNTEqfQ0Ks9lGsqtzkydXKxGrhTVKdWC0c0oAPRKz2F3C29CrWO8tasTq1TvaGD69KPCnckEzhMdqScitU1S270XhmD0j/AQrmE+STgi/6/1Px3SbjXz0g2Q8kSrJIs+lvVho2mrV1Qyit7hT5WPaDkSIR16EiMVyxJ8dlk+wWXaZnPOQtiOvuyX2yJXP8Lp4mb7TECNR/4md5FZThE+RF3RYePXzI78s7szJZVV02vvxbwa1xJUVfyXxGVZ/ahy9+ywG9lUN4bfrXUvjQrlCspqu7zYeEdR6vLCdNZhuvM/n71tuHOWLUe9BYQo73XayqAW2tSKztSRr2WkE4EIDAEBFArA5RsitbKmK1MtR9n6g3sbpc5G8flhNbmylVFSzEat+3TOMGRKz2WazmyVVTrCqpeUCWvv1cefpHe+QZb2tMam0CXpGnDn1B9hhPx9N+f/hxuflHU/GGWrhRrlt1nnj1oHrFauZxvlQNRzjnjOvk8lO+Z46pxtLG9eL/X2tkq+yQHUf9qb3zvCrUdLzx70T0ilWfg7/i8GsyqppNjxP/rvfrB7HaO0N9BHtPxuA2+MNKVu7WDk+IFEtFaFgldtvB+LReeqx6o2T0ZvQFSNwKQN0Wrh6YpX+lRW3c9iA8zu996N+ircft/z5Yc6LvYla/xP5mpxmjZUlEn+1Fsumex2Q8yV57erl3q/7ntA2hLSvF0SaPMh/m40vG37xG5I6v2MYP2zmkcy6deuRa+mzqsdqvm3C/qGrIq8UUq+Ft6Vq/4IhDmfi6EKtej9e4H3H5fAbxrVStH94ZRW1jkGLktYNQ7SKy+8KGA3Yaz/bakpfHzuv8v6MH4hlX2v+5RVb/492S3lH21wLjXLWvMsRrVqVvqmI1HDD1tG2R1GtpM14iiAICEBhKAojVoUz7gBeNWB0w4AEO371Ybb5UVdgQqwPcPA0ZGrE6ALGqcmurXE2L1R0ypYlLJR93/EcoSF+RV14+RU45Nd4podi8eeUxufe7e2RFJCN9SXo4lJyhWH33UjmQd5xoFaunqPYBe0QiUarmDeTr0q1y87vOklCIRqLTm8ePY+Klm2XHUU38ar9TbQYMsfryK3LKqVpLAE0Ei8FAgjn715e2XWK1Ia8ihAEBCEAAAhCAAAQgAIHCBIrd2VR4OA6EgIggVt3dBqPPPymjPzmWv4B9t8norfu0Y9yQqohVd/dlmcgRqwMSqyoJa856p7zztIkoHzaxqvc39X5/5Ny48lSdaa04XSLfy+uNGonKCZnO7aGaFKtPy7nvvlzO02SuJ3tFE6tGfPH5nlgNjvMX7FeeHn2r37813WPVrJgVOUc2vvtymXjBwqDMju5wLGK1jzAZCgIQgAAEIAABCEAAAt0QSFXWp+9s6mZYzhleAojVduferGp1R6oiVtu9L8PVIVYHJFbfvuwsuWj8fGMXlRKroVANqkU9VZkQr570DG7JN9oIJB5elXmcpWLVvEE/CF+vWC0sVs0LKBarR4MWBMnqVk3qBtWuYSx6S4FeL0vEaq8EOR8CEIAABCAAAQhAAAIQgECzCDz88MMyNjYmy5cvzw3sxRdflNnZWXnf+97XrAUQTS6BWKy6JVURq8OxsRGrAxCrNqkaidHnw9va0w+O0sWpWKpXo9+/9ah84d+WGpWthnQNxerbRXbkHZcSq+mKVf0ySFfUdlGxevq03PvdxDxevOpn60X+Na5y9efu7wO2EKvD8cLGKiEAAQhAAAIQgAAEIACB4SEwMzMjzz77rLz88su5iz711FPl7LPPlvHx8eGB04KV+mL1YOMfVGVDTY/VFmzADktArPZZrGZJ1a7E6vPi3R7v3ZofVnGqnqxKrP7ocPw7pR/13qS6WM07rmCP1bBdQUexWqTHqidW9V6u4cOqVCsAX6zu+Q2/9YD3lejV2usliVjtlSDnQwACEIAABCAAAQhAAAIQaBYBJa9effVVOXnyZG5go6OjsmjRIlm4cGGzFkA0uQTm3funMu+V6+XE1ndIfoabBxKx2ryc9DsixGofxWqeVC0rVtWjnYxb+JVQ/R2RB7+7R55ZulW2yg6tDYAaPXlr/VFZs+5C8R4GFbULSBwX9EHdMyfi3W5/yvfk5h9NGXsselCVpRWBWU0aCtL4dP0WfqPHqtE3VhOqc5OyNXjglt6SgFYA/b7sGQ8CEIAABCAAAQhAAAIQgAAEIOAGgdF/mxF567hzUlXRRay6scd6iRKx2gex+m/HXpCfv3xEVp/1O73kgnMrIEDFagWQmQICEIAABCAAAQhAAAIQgAAEIAABxOoQ7AHEah/E6hDsk9YsEbHamlSyEAhAAAIQgAAEIAABCEAAAhCAQKMJULHa6PT0JTjEKmK1LxvJlUEQq65kijghAAEIQAACEIAABCAAAQhAAAJuE0Csup2/ItEjVhGrRfZJa45BrLYmlSwEAhCAAAQgAAEIQAACEIAABCDQaAKI1Uanpy/BIVYRq33ZSK4Mglh1JVPECQEIQAACEIAABCAAAQhAAAIQcJsAYtXt/BWJHrGKWC2yT1pzDGK1NalkIRCAAAQgAAEIQAACEIAABCAAgUYTQKw2Oj19CQ6xiljty0ZyZRDEqiuZIk4IQAACEIAABCAAAQhAAAIQgIDbBBCrbuevSPSIVcRqkX3SmmMQq61JJQuBAAQgAAEIQAACEIAABCAAAQg0mgBitdHp6UtwiFXEal82kiuDIFZdyRRxQgACEIAABCAAAQhAAAIQgAAE3CaAWHU7f0WiR6wiVovsk9Ycg1htTSpZCAQgAAEIQAACEIAABCAAAQhAoNEEmiBWJycnZWxsTBYsWCDz58/3vufNm+d9j46Oet8jIyMeR/Xf8H83GmyDglvag1d87bXXvJW88MILpVd0+umne+ccP/GSLBpZ1nXeRrZt2/arsrMrufbGG2/IiRMnpBcAZefl+PoJIFbrzwERQAACEIAABCAAAQhAAAIQgAAEhoFAE8TqpZdeKsuXL/fEalKuhmJV/Rex2t2OVIK62y/EarfkOK82AojV2tAzMQQgAAEIQAACEIAABCAAAQhAYKgIIFbbn27Eag8lu+3fHu1bYR1itX0UWREEIAABCEAAAhCAAAQgAAEIQAACnQioW/DV15NPPtnp0NTvzz//fO9ns7Oz3t3WS5Ys6ep2bypWS6MvdQJiFbFaasO4fnAdYnXlypWuYyN+CEAAAhCAAAQgAAEIQAACEIAABEoSOH78OGK1JDPXDkesIlZd27M9xYtY7QkfJ0MAAhCAAAQgAAEIQAACEIAABCBQkABitSAohw8berHqcO4IvQsCulhVp588eVLUz9R/1QPNwoeaqQebvf76617J/dTUVOmZ1JjHjh2To0ePChWrpfFxAgQgAAEIQAACEIAABCAAAQhAwHkCiFXnU9hxAUMvVlWfCr6GhwAVq8OTa1YKAQhAAAIQgAAEIAABCEAAAhCokwBitU761cyNWEWsVrPTGjILYrUhiSAMCEAAAhCAAAQgAAEIQAACEIBAywkgVlueYBFBrCJW27/LtRUiVocq3SwWAhCAAAQgAAEIQAACEIAABCBQGwHEam3oK5sYsYpYrWyzNWEixGoTskAMEIAABCAAAQhAAAIQgAAEIACB9hNArLY/x4hVxGr7d7m2QsTqUKWbxUIAAhCAAAQgAAEIQAACEIAABGojgFitDX1lEyNWEauVbbYmTIRYbUIWiAECEIAABCAAAQhAAAIQgAAEIFCQwNycyMKFBQ9u1mGI1WblYxDRIFYRq4PYV40dE7Ha2NQQGAQgAAEIQAACEIAABCAAAQhAIE3gvutEzvqsyCr35Cpitf0bGrGKWG3/LtdWiFgdqnSzWAhAAAIQgAAEIAABCEAAAhBwncDujSJ/eUzkHx90Tq4iVl3ffJ3jR6wiVjvvkhYd0Rqx+uSX5IKP7Aoys1Zu/NaX5QOn1ZSorFiMn6vYNsvOJz4lv6uF+YM7LpCrZKc88Yn4p0ce+KRcsn1/5tq83z8yKQ/d8QFZlliybbzokJe+KZ+8dFq2hjF4//8tEs1000Py5cvCEX8gX7rgKgkJyxY9RvN3m7/2hHzqfH8WM3Z9vXnj1ZS3Gqb18nN3DpcopvgYk2kc9FojXyJh7h8a36HtH3OR3jn/5e+0aycBwchzMKYRr3m8v540SDO2I/LNT1witxzQjltzY7R/i6wvax597+lRpDmLSGK/+8enr8nUaoLrWJ8re/zw+krs93DQPq3bi1y77rzhLXHmbXGP+8zW6LUnzTi5T3fIROJ1NjmG+Vpzi4i2R/08S+K1WnGKx+3M1bb/CuSwhmudKSEAAQhAAAIQgEBfCSix+uFviJw+6ZxcRaz2dSc0cjDEKmK1kRtzUEG1QqwmBGGeaBwUR1MgxLIyjmVC/u6Cq0Q0+eFJg5/4Qkl0earLLE+OTEfywVibLmo1QaNiMeRUQo75sYZyK5QQvviZjsRHWnDsGA9Fq36seJJs+qpApuq5UPHtnIiEmS551f+2j5dUwwPPWH0TKFafnZYJpatDfmJyD4NL7RVNgHnHBJJwIrm/ZKd4YjV5fMaqc68da7xpsRXnNfidEVuw7yQWqdFeDH7mXQsd1mfun2CexLViXJNWzvp+D66KnA8p4utmu0y/TWSXWCSkfq0Zr0u2vJrX4BndrtuaSzV2Os68za5LUZvQNH9m36dZYlWdOyWbZddP4teD6DXKeO2yiVUR44Oc5AdC4aIK7M/6LnZmhgAEIAABCFRP4Be/+IU89dRTEkqsrAgWL14s5513nrzlLW+pPkhm7J5AKFbVCI7JVcRq92l35UzEKmLVlb3alzjbIFbVH+jb5aZEdWW6mqovwDoMkh3LVpm+dEom9QrVhHhUQ6fEhCcLRG4Kq1Et53iVaZrA1EPMEh1+nJMysX06iCktSmJ59bxRRRbG6TFX1Y4Zc3sy5cK4etWXf0o6T8qUVpVmjBdVyFaRrXrnCHNjik+7sNJzbBWPgSiPBLckKlb7IFbt8ZoMrcJTi23y8fjDBFOhB5LxbVki2P99uD77PPmyryxnq+IP9/C3JmSHVu3tx3OjTGyfiqs4O4pVb+f71bs9rduyjzPiLCJW/QrniVQ1vTo3Fvzqg6KiFathXtRrYHyOv58m5caf3BJ/MJP4YKEz13hFRfZnvVc8s0MAAhDoQKDAnU0whEAZAo899piMjY3JihUrck87fPiwzM7OykUXXVRmeI4dJIG5YyJzHSa4b6vI1d+ID3JIriJWB7l5mjE2YhWx2oydWFEUbRCrKVRZFU0VMTWmMWRiF2LVEy/bRT7jtzbIrNQrJVaV6FCxKMEZxmQXq8m2BP7a4pjec0jJkQnZfPeuqE1A1u3Y2QLYXGMdaap+Tk0U/pbekiGnYjVoEWGV5d4+m5JJ7dZsoxVAz2I1K16TnHV/ahWrSqymKlqDIXLFWGJ92RWrkhCC2XH7FZjl2obE7M+wit6bZHtcbVtIrMYfplgri4us27J5s+LM2+eFxGT0IU4Jsap98PO8VqkexXjhlPbhjL1SPptruKJi+7P665wZIQABCBQl4N8NlHVn0xDdz1MUGMcVIPDAAw/I2rVrCxwpsn//frnssssKHctBFRDQq1HLTOeIXEWslkmqm8ciVhGrbu7cLqNunVgNJI7ey69LNL2fZsSiqj67EathX8s4HGsvxRJiNa4kDQWr6vOaaAUQ9p/M6qUa3L7rtzDQ+iRaBJ8XubXfo9Z3MtHKoHf4DR/BkG56NWZGL04tD/YepGlB2LnHaroXZWYrgMx402I1r8eqvdLUH8MQe1FP4XB8c332HquW3pod4070e83dh2bVbPLWeV8Ya60xCgjz/qxbRIy4s+PMuyrKi1Wt57I+sKUvbyTTNcmqV15nVcfHP8/iGkzcMc8Nfz0gPAhAAALe+7DO7xMBBYEyBPbs2SOrV68udMrBgwdl48aNhY7loAoIdCtWVWgOyFXEagV7qOYpEKuI1Zq3YLXTt0esxoIks2KyMrS2WIq9YU5WI/oSTbst1xOUiaq8Mq0A1LGPTwYPqEnEZDzMZ61s3iIyPa63WAgB+uubeu9DYlSSeb9OVlyGojCvMjAeL35YVmXJqmUiqxz1hJSk2i54VLWHmtVRsZodr/7otYyKao1wYbFq7bEaV+QWrVgtGncUYs61lPewK9F7BodjfEZke9QuIKPFQ1Iod7Pu5A7u8qFc5cVqkVYAtg8K/NcCv9o96FOb0SbEyLOVq7/40nmu5apnUghAAAJ5BIq9T4QhBMoQ2L17t6xatarQKYcOHZJNmzYVOpaDKiDQi1h1QK4iVivYQzVPgVhFrNa8Baudvh1iNfjj3fqQpmp5+mLxKtmViqXYG2abWO3YP7aEWLVX+lmeKB7IPK9HqlF5F4uMqMdqJGoTYlXU7enmk8C9sy2tGtK9aavOW5XzmRWFJpN0/9lIHAUSyt43N7uVQ+8Pr8qLV1U7x1954tTbHdoD28r1WM17mFowf2pf5cT9NZGrbFXeOW1E0tzj8ZMtDjwOslnkbpGtXl/lLLHaqcdqgXUntm5enJ86Xzs48bphVgz3qceq5bUp3CPJD2X8+VVbkemoT21yP6W5eleH+QC9jNeYKq9w5oIABCBQnkCx94nlx+WMYSaAWHU4+72KVTld5I4pkWvOaSQExGoj09LXoBCrXYvVn8rj+3aIvP1muTC/P3ZfE5Y52OHH5eYfiWxdd6GcVc2MTs7SBrGa9YCmOhKSHUux3lnWitVHJuWh8OFVtlvtS4hVk4n+Jj4hJ4zK2GTs+v+fEEZafBNfz+qnmTdeHVmreE5rvkL+O0U+kl8JWLlYzY1XezhZIE6zeqj6lAORKDfGezrxM/vDuQoIxqQUzYv7/9gsuz6f7McaVj7apKJdjIa52ClXmb1jo6rRsD2B7fywst0/5gxPLAYVnNGWLLBuY/vmx/nEJzQNbrl9XlWhq6px/wMYs7WC+bMi81iEp4o1yMvX3zslHzLWm65uT4n6FNd4vOg1Uttn+sPcKr7KmQ4CEIBASQKI1ZLAOLwAAcRqAUhNPaQnsXq6yJ1TIh9tplRVyBGrTd14/YsLsTpIsfryU3Lvd4/Kmo6y8xV56tAX5Oll18nlv31Kd9lFrBbi1gaxaq/CLPdQmkKwChyUG8vP1W38u7RRMnpcGrIh0QNSLNWlfRGrYSXpLbLfizDBL3F78dqbfAHjfSWeYuu3YkjH7R8crDlvvAKcXT4kq6rTl3TrZPPd++Iny4cL9RhPp2+hjkDElY+hPOvcY1XEyGN4S7Uu8nNkqU3wdqpY9cO17A2tR6hdHJvrs8/ji7npYG/mc94qXiVvh16uEd6sayyQk+u27JJ9Xo/VuA7XbOOR0Tu3i3Xbeth6V5a67uRL2oOgtKskoxLXuIU+0V82/Vqmv14VEKuZ1b/+ub/5FyJfPJIQydo+z3pYX7I9Sqc8GzLZ5RcOYocABFpOALHa8gTXsjzEai3Y+zNp12K1+VJVAUKs9mebNHkUxOogxWrhzCNWC6Pq8cA2iNUeEXA6BCAAAQhAAAIQgAAEaiRQ7M6mGgNkagcJIFYdTFoY8s/+ReTHR/MX8OjnRG6Z0o5xQ6oiVh3elyVCR6wOUqzqFave/94jz0TJmQxu2/el6p654BdLt8rN7xKvzYD+siELN8p1q86TsJ71p9+/WXZErz2TsvXtIju8VgD/uxzTxwuGnYxaFiTmE5H4dyV2jqOHIlYdTRxhQwACEIAABCAAAQi0h0DiDqDoLp/2rJCVVEwAsVox8KqnM6pa3ZGqiNWqN0o98yFWKxGrEzK9b4ccPiO81T+Qm7+hJKrqiJqoWH35FXnl1FMiiaq2hhKpB97kn//Kj++VLzwvsvHdl8t5p3q/DUTspGxYOiV7j4bS1t9U+vFLnrtZdvxHLGn9360Ymt6siNV6XmiYFQIQgAAEIAABCEAAAhCAwKAIPPjgg7Js2TJZvnx57hQvvviiHDlyRNavXz+oUBh3EAQiseqWVEWsDmIzNG9MxGolYtWvIs3uoWpvBeBLz7jGVbxq1rN8UXrkXKOCVYIeq55YlVDYBhvOq5Z9Ws599+Uy8YLl3Obty4FFhFgdGFoGhgAEIAABCEAAAhCAAAQgUAuB5557Tp555pmon2VWEIsXL5ZzzjlHVq5cWUucTNolAU+sHmj8g6psq6PHapc5d+g0xGolYvVC8epSDVF6jlZxaorV8LhzogpXv2J1RyBMexGrXoVroi2BPo9De7erUBGrXWHjJAhAAAIQgAAEIAABCEAAAo0lMDc3J6+++qqcPHkyN8bR0VFZtGiRLFy4sLFrITALgd1XiLzyGZGPnuMcHsSqcykrHTBitQqx+u6lcuC7R2XNOl+wel9BhelW72emWNUlanh4f8TqepF//YIcfevNcuGKaGSvjYBEPVhL7yGnTkCsOpUugoUABCAAAQhAAAIQgAAEIACBYScwMy0yPuEkBcSqk2krFTRitTKxukdWaPLS7G1qEat6n1RPwk6J0QrA6LEaPpCqU49VX6zuiXq7xtWremyldpBjByNWHUsY4UIAAhCAAAQgAAEIQAACEIAABBwlEIrVXsKfnZ2VpUuXypIlS2RkZKT0UJdeeqnXf3jBggXe9/z5871vJQRVFXf4rQZW43czR+mgWnQCYrVHsTpl2wwLg4dDebfc+5WqS5P9UkVvBRDc6n9UAnm6VJ469AXZMxcMrnqrnjbtydXwtn2vglUd732dIxvffq48/SM1l9/PNTo3OGIylLqJNgDe2VrLgRbtbetSEKttzzDrgwAEIAABCEAAAhCAAAQgAAEINIMAYrUZeRhkFIjVrsXqINPC2IMigFgdFFnGhQAEIAABCEAAAhCAAAQgAAEIQEAngFht/35ArCJW27/LtRUiVocq3SwWAhCAAAQgAAEIQAACEIAABCBQGwHEam3oK5sYsYpYrWyzNWEixGoTskAMEIAABCAAAQhAAAIQgAAEIACB9hNArLY/x4hVxGr7d7m2QsTqUKWbxUIAAhCAAAQgAAEIQAACEIAABGojgFitDX1lEyNWEauVbbYmTIRYbUIWiAECEIAABCAAAQhAAAIQgAAEINB+AojV9ucYsYpYbf8u11aIWB2qdLNYCEAAAhCAAAQgAAEIQAACEIBAbQQQq7Whr2xixCpitbLN1oSJEKtNyAIxQAACEIAABCAAAQhAAAIQgAAE2k8Asdr+HCNWEavt3+XaChGrQ5VuFgsBCEAAAhCAAAQgAAEIQAACEKiNQBPE6uTkpIyNjcmCBQtk/vz53reSgep7dHTU+x4ZGfEYqf+G/7s2aI5NvLQHr/jaa695q33hhRdKr/r000/3zjl+4iVZNLKs67yNbNu27VdlZ1dy7Y033pATJ05ILwDKzsvx9RNArNafAyKAAAQgAAEIQAACEIAABCAAAQgMA4EmiNX169fLihUrPLGalKu6WA2lKmK1up2JWK2ONTP1iQBitU8gGQYCEIAABCAAAQhAAAIQgAAEIACBXAKIVTZIHgHEKvvDOQJ1iFXnIBEwBCAAAQhAAAIQgAAEIAABCEAAAj0TULfg9/o1Ozvr3W29ZMmSrm73pmK11wwM7nzE6uDYMvKACNQhVs8888wBrYZhIQABCEAAAhCAAAQgAAEIQAACEGgqgbm5uZ5DQ6z2jLCxAyBWG5saAssigFhlb0AAAhCAAAQgAAEIQAACEIAABCBQBQHEahWU3Z0Dsepu7oY2csTq0KaehUMAAhCAAAQgAAEIQAACEIAABColgFitFLdzkyFWnUsZASNW2QMQgAAEIAABCEAAAhCAAAQgAAEIVEEAsVoFZXfnaIVYdRc/kXdDQBer6vyTJ0+K+pn67xtvvOF9nzhxwvt+/fXXRfUymZqaKj2VGvPYsWNy9OhRocdqaXycAAEIQAACEIAABCAAAQhAAAIQcJ4AMgoMRQAAIABJREFUYtX5FA50Aa0Qq+rJanwNDwEqVocn16wUAhCAAAQgAAEIQAACEIAABCBQJwHEap30mz83YrX5OSLCBAHEKlsCAhCAAAQgAAEIQAACEIAABCAAgSoIIFaroOzuHIhVd3M3tJEjVoc29SwcAhCAAAQgAAEIQAACEIAABCBQKQHEaqW4nZsMsepcyggYscoegAAEIAABCEAAAhCAAAQgAAEIuENgdG5OTi5c6E7AWqSIVSfTVlnQiNXKUDNRvwggVvtFknEgAAEIQAACEIAABCAAAQhAAAKDJzBvzzYZPfOv5fU/cE+uIlYHvz9cngGx6nL2hjR2xOqQJp5lQwACEIAABCAAAQhAAAIQgICTBObde7nM+6tj8qv7vumcXEWsOrnlKgsasVoZaibqF4HWiNXvf0XWfGx3hGXTVw/INe/qF6WS4xixrJbr779dNpwmIokYRTbJnQeukXdqw//wb9bI1XKnHPjz+KdHHrxWNnzuYHCUNl7wE+/3U+tk7+0bZFkiVNt40SEv7ZVrPzgjV4YxeP//bRLN9Om9cvv6cMQfylfWXC0R4SvMGEX830uSuzGmHrs53mpjrpK8nTo8wTGMffX12fm7R98nGedn7aV7TDjhdeHti8TvwiPVMRd/Z43cNa7nPwE5sVfUb7Ny6O3PmSuNPW2OdkT2XrtBbgs3njdYzMPc/9qZwR7M/H0U02Fz7+qTJ7j7XDKusc8dFOvrSnBd67/L4muen3HNWMazbXHbHOXiK7bO8DVk7/hdHfIYRFkwfqcuW4KFAAQgAAEIQAACDSPgidUt94ssX+ecXEWsNmwzNSwcxGrDEkI4nQm0Q6wqQXGXjBsCcyYWmp0x9O+IhKyMpeeE/H1CPHrC4jlfIIkuT3Vp6UmKeC2GRNVFbUIQGbIpJUHVckOZFUo7X/LMRILTZKpijUWbfqwYUiwtjhJ5uXtc9t6+Rg5cu0FmtgTy22O2T9aF+etfNho4UmKvehEGuViZkNWKy+dnZFzp7JCVJ7A1psEK9b2kVLgv3RLiXuM8cV++ODXzbZeqosvwQLQaPwtOyxerwdpFF8vmz7xrIyVm4z14g9xaTPgZy7BLzVBWmpI4Fr9pcal+d6vMrBTZLbE8tvJLXMv2DyPs4yU3cqf8eh/kRHvLHp8S60XWWU6sFou/gRcmIUEAAhCAAARaR+CXv/ylPP3003L8+PHctS1evFjOPfdcefOb39w6Bm1eUCRW1SIdk6uI1TbvzN7XhljtnSEjVEygFWJVCQtP2IUVm/4f97ItqBStkKmSSLfKDYlKTyXCrpSZDz4qF+sVqqm4RVISypNrIjeEa7Oc41XCGuuPF5wltfw418n452aCmNLCLpZDquLPlHnpdfryKZKlShdmVSom1xSIwNwKyQpzONip7GLUxir8mVkpaD9f3wO+pB9PVUP7Is/PY/diNSngNVqBXB1PVC3nidWkENZ2ri/sV94pWZWS4f4sL1b9vbpvMl2R640pm0SeG4+vOavgDiINP0i5f1zu0qq/7WI6mTuL3M0YT9+T/ocm+fmNxGpefAXXWUqsFoh/sNcXo0MAAhBwmECBO5scXh2h10Dg4MGDMjY2JitWrMid/fDhwzI7OyurV6+uIUqmtBEYmTsmI3P5bEb2/JnM+/j98UEOyVXEKvs+jwBilf3hHIFWiNUkdYu4qy0xUQXrxfLomi7EqlfNGEvizEq4UmJVCR0Vix6TXawm2xL4HG3iOi1WI0l1z+6gvUD61uN4PFPK1pavgU9sE6O26kmN5wq9ZUNOxWrQQqLzrfd+RWueyM7+fYbYjfZFOo+dxGpWHHaxHCao+4rVvPYY/rrvlHVTj8rE7UGbDvWH7nfG5frnbjM+OPCuhOjDgxXGBwvZFauiCe903rPGS4nV3NYK8dH58RVbZxmxWiT+gV9iTAABCEDASQLpfxOyP3x0coEEXQOBb3/727J27dpCM+/fv1/e//73FzqWgwZPwKhGLTOdI3IVsVomqcN3LGJ1+HLu/IpbJVa1T/ob0bPTuD1aVX12I1bD27rjrZa6Hblkxap6o/7oe9Rt+KFgVQIpUYkY9tA02gho/T1TPUHtYtW4Hd3Ljy6WQkm7QW4zbgV3/rLKWUDBHqtGSwmdbcb5Wp6KilVrj9Ugr4czxWtNYjXqMayh7dhjNd3DOK8fsRo5FKJXzmwIrhH/Z4++Z6+M352Uxuae17nbe6wm40n+EZ09XndiNT8+JbSLrLO4WC0Wf5uvbtYGAQhAoHsC+nuyYJSc93fdz8OZw0Rg7969hatQVXXrhg0bhglPo9fatVhVq3JAriJWG739ag8OsVp7CgigLIFWidVw8bX37LT1ZCz2hjkpxVK3/drkZBmx6lXfXRw8SCgRU+JBU5uuEJkZ19sahIBtt1JnVKzqD0Cy9Z9VwszaA7bsTnbl+JxWANoDyKwPZPI4SXaP1aGqWI3zXUQke0enepym90xUaXrm3wfXieKtPhD5sEwnWl2I5QFe4QPpxCamU9duQqzmjKc/4K7weovEV2CdhcVqwfhduVKJEwIQgEC1BIq9T6w2JmZzncCePXtk1apVhZZx6NAh2bhxY6FjOWjwBHoSqw7IVcTq4PeQyzMgVl3O3pDG3gaxmhYN9fVYDR9IszslC4u9YbaJVXvPVq1/bAmxaq+kE+vTzqPKVuNWdP9CKdpj1YhdE6tKPKUerjQU12BGxWdmhWoAxWgpkX54lb5vsntwxvL74u/00gpAf8iZlrSKe6xGmj+rl6++nzJiS245s6/wo3LxV0Wu9j6IMG/1D68B86FaHfgmPlhIPrzK/jqW0VrB2mO1U8WoLb6gkj5nnUXFatH4h+IyZ5EQgAAEShMo9j6x9LCcMNQEEKvupr9nsSrLRb74sJz4+DvkZAMxIFYbmJQGhYRYbVAyCKUYgTaIVb8STbvF3HrLeTEevR6VXU1WrHeWtWJVq2T0q+T2ybr7uxOr5vr0N/GJilODYTL2Dj1B35WUgVqvSpWnxIN+emXu1vk5FauhLLOK8jA/d4p8LF+sKh7ZT42/TdTDpboXqyJhpaZ8Wnv4k9H2YpmRkvwKy6C622gFYf7MexhXTk/RzhWciTYXORtG740afgjht95IVmTn5HHmSrlTrk73sM0Vq/njHfhzvWa1c379Nh/Z+0SPL3+dwVyS/RAxH2e5+N26ZokWAhCAQBUEEKtVUB62ORCr7ma8N7G6XORvH5YTW5spVVVWEKvu7s0qIkesVkGZOfpKoBViNXyITNSHMeshSX1FZx3MXhEaxHNYCeDd2nkZPSANiRS3FQhP7LXHahxAfiuA63V5m7jNN93DNt0KQM1j3tKexcGPqBF9cQe+RTJ6pEq8Z7MeHOULxItk0z2PybieGxWz5TZ3214MGWdVLquh1P5S4tXag1WCPWu57Tsrf9a2Bn7Gxd9j6T0uWg/fTuI0e3x/T90gt8oGW49WL4TrZe/tGyRUwQZ748MFywcPtgfGBfL0oit2y2N6G4xIPurVvtoHFPIVWZMz3pUHgg8ntP2Zl19vPxSNL2+doaQPxaqV42q5/rZxue2BcYOlF2pKJg/8AmMCCEAAAo4SQKw6mrhGh41YbXR6coPrXqw2X6qqhSNW3d2bVUQ+5GL1p/L4vh0ib79ZLlyRwH34cbn5R4dl47svl/NOrSIVzFGUQFvEatH1chwEIAABCEAAAhCAAASaRaDYnU3Niplomk4Asdr0DGXHN/r8kzL6k2P5C9h3m4zeuk87xg2pilh1d19WFTlitVFiVYneA7IUmZu7/xGrVb08MA8EIAABCEAAAhCAAAQyCHh3EOTf2QQ7CJQhgFgtQ8u9Y82qVnekKmLVvb1WdcSI1UaJ1arT7+Z8iFU380bUEIAABCAAAQhAAAIQgAAEsgg8/PDDMjY2JsuXL8+F9OKLL8rs7Ky8733vA6ZDBGKx6pZURaw6tMlqChWxWlSsvvyU3PvdPfKMkahJ2bruQjnL+1lQbfr2c+XpH+0ROeM6ufyU78nNP5oyzjhH/fy3T/HP+P7NcuBNW+XcIztkj2yU61Ytke+FFavSab6adkwDpkWsNiAJhAABCEAAAhCAAAQgAAEIQKCPBGZmZuTZZ5+Vl19+OXfUU089Vc4++2wZHx/v4+wMNWgCvlg92PgHVdk40GN10LvD7fERq/t2iKk+9YSeE/RY9XuxTi3dKje/y9eoIq/IU4e+EAjR8+QUT6zukKmFSpCq/1/klZdfkVNO9SWq/2Xe6q/E6o6j4Rz679fI0e92ms/tjddL9IjVXuhxLgQgAAEIQAACEIAABCAAgeYRUPLq1VdflZMnT+YGNzo6KosWLZKFCxc2bxFElElg3r1/KvNeuV5ObH2H5Ge4eRARq83LSZMiQqwWqli1P+TqlR/fK184cm4gUrMehBUI2Lk47ZPBw7I8sSq6rA3Fqy9Wkw/VMudr0jaqNhbEarW8mQ0CEIAABCAAAQhAAAIQgAAEINALgdF/mxF567hzUlWtGbHaS+bbfy5idWBiNRSqyYrUWJgiVru7wBCr3XHjLAhAAAIQgAAEIAABCEAAAhCAAATKEUCsluM1bEcjVgcmVm0VrObPEKvdXW6I1e64cRYEIAABCEAAAhCAAAQgAAEIQAAC5QggVsvxGrajEaslxGqRHqvx7fvpvqx+T1WRoq0A8ucbtq0arxexOry5Z+UQgAAEIAABCEAAAhCAAAQgAIEqCSBWq6Tt3lyI1UJiVURefkru/e4eecbI8aRsXXeh+I+zslSoJs5RQnXipfiBVUuey+qxermcJ53mc2+z9StixGq/SDIOBCAAAQhAAAIQgAAEIAABCEAAAnkEEKvsjzwCQy5W2RwuEkCsupg1YoYABCAAAQhAAAIQgAAEIAABCLhHALHqXs6qjBixWiVt5uoLAcRqXzAyCAQgAAEIQAACEIAABCAAAQhAAAIdCCBW2SJ5BBCr7A/nCCBWnUsZAUMAAhCAAAQgAAEIQAACEIAABJwkgFh1Mm2VBY1YrQw1E/WLAGK1XyQZBwIQgAAEIAABCEAAAhCAAAQgAIE8AohV9kceAcQq+8M5AohV51JGwBCAAAQgAAEIQAACEIAABCAAAScJIFadTFtlQSNWK0PNRP0igFjtF0nGgQAEIAABCEAAAhCAAAQgAAEIQCCPQBPE6uTkpIyNjcmCBQtk/vz53ve8efO879HRUe97ZGTEW4b6b/i/yWwxAkuXLi12oOUoxGrX6DixLgKI1brIMy8EIAABCEAAAhCAAAQgAAEIQGC4CDRBrF566aWyfPlyT6wm5WooVtV/Eavd7U0lqLv9Qqx2S47zaiOAWK0NPRNDAAIQgAAEIAABCEAAAhCAAASGigBitf3pRqz2ULLb/u3RvhXWIVbbR5EVQQACEIAABCAAAQhAAAIQgAAEINCJgLoFv9ev2dlZUbebL1mypKvb9KlY7TUD+ecjVhGrg91hDRu9DrG6cuXKhlEgHAhAAAIQgAAEIAABCEAAAhCAAAQGTeD48eM9T4FY7RnhQAdArCJWB7rBmjY4YrVpGSEeCEAAAhCAAAQgAAEIQAACEIBAOwkgVtuZV31ViFXEavt3ubZCxOpQpZvFQgACEIAABCAAAQhAAAIQgAAEaiOAWK0NfWUTD71Y7bZHRWUZYqK+EkCs9hUng0EAAhCAAAQgAAEIQAACEIAABCCQQQCx2v6tMdRiVUm2X//1X/e++RoOAojV4cgzq4QABCAAAQhAAAIQgAAEIAABCNRNALFadwYGP//QitWTJ0/K6OiovPbaa/KmN71Jfu3Xfq2rp6sNPkXM0E8CiNV+0mQsCEAAAhCAAAQgAAEIQAACEIAABLIIIFbbvzeGUqyqtIZiVYm2EydOyBtvvNH+bLNC0cVquA/Uz9R+UHtAfav9oL5ff/11UU/fm5qaKk1OjXns2DE5evSorFy5svT5nAABCEAAAhCAAAQgAAEIQAACEICA2wQQq27nr0j0QytWlfjSv4vA4hj3CWSJ1VCqJsXqv//7v8sjjzxSeuGI1dLIOAECEIAABCAAAQhAAAIQgAAEINAqAojVVqXTupihFashjVC0tT/VrFARyGoFkKxYVdWqqmr1pZdekocffrg0PMRqaWScAAEIQAACEIAABCAAAQhAAAIQSBOYmxNZuNBJMohVJ9NWKuihF6ulaHGw8wTKiFUlV1XF6kMPPVR63YjV0sg4AQIQgAAEIAABCEAAAhCAAAQgkCZw33UiZ31WZJV7chWx2v4NjVhtf45ZoUYAscp2gAAEIAABCEAAAhCAAAQgAAEIOERg90aRvzwm8o8POidXEasO7bMuQ0WsdgmO09wk0Dqx+tI35ZOXTsvWJz4lv1tXSp78klzwkV3B7Gvlxm99WT5wmogYP1e/3iw7E3H+4I4L5CrZKU98Io7+yAOflEu270+PF/zE+/0jk/LQHR+QZYk128aLDkmx+oF86YKrJIxctmhxJGLf/LUn5FPn+yPlxWf+TluvN/ctEq3qpofky5clo68rgRXMm1i/N+OaG9M5DI4TjY/JNI41zEnW79dqY3j74m77OtU4k4/bf6/nXT/bHy+9n80Zjsg3P3GJ3HJA+6ltzerXJdatryvYkel5RLsOxd/nou1h77xgj2etMeSa+n1wXjoO+zrSrwMajy2fls13fy6+Bg2A2dePOsw6f3C+Ld/h8Vn7JRzzJtmuvf6k95sRoiVv6vd58+fzUK9BUjhf1n3YhH8TKnhJYQoIQAACEIAABIaMgBKrH/6GyOmTzslVxGr79ypitf05ZoUagXaJ1VDcdBI8A9wCiT/iY+k5IX+XkDmeBPiJL9NEl6cpoTkdyVlDouqyMyGoDFmijxctPckq+P/fFspUTT79li9BJ0IRpa/RiyEnvp0TkSyMJa8vSqZD0eeNNyWToYAeYHoaMXSefEpIdcVsSjbLrp/EHL3czmw15Lsvp/w8vOeQ5ffBnGEO1bg7xrNltvX3iVxHLNXYn52WCaUDr4qFu1WqiimP/X06Yf2AodC6E+sSCfZxYh6fjwTz2MSqOm+7TL9NZJck2AYLia6pxPUUSkOb2LTlT+eS/lBExbZDJvKuBdv+ydhTai4745jBn/xPy37Rguy037wPjTSBa81bKsd2uW3/kKh4viKBq+cIsdqIlz2CgAAEIACB6gn84he/kKeeeko6SazFixfLeeedJ295y1uqD5IZuycQilU1gmNytdOeLAJldnZWli5dKkuWLJGRkZEipxjHXHrppbJ8+XJZsGCB9z1//nzvWwnB0dHR6FudpMbvZo7SQbXoBMRqi5LJUjoTaJNYVX+Ub5dJmdg+LZM1Vaz6MdykVV+GomSrTCt5qMelZI8mHiMJokszT1qJ3BRWo1rO8aRRYpww81YpEsiWJCtPAl0YijFfUE0rUeaJVb0KOPG7jPieN8YLq/fUOH8i05/YLvKZoJLXqyDsIJM6b2VHjvAlUSSVcwWWvndiPvacxgytYjUQjl4+z/crCEuL1Yw8hfE8NL4jLXw14RZ+iGCrqjZjKbNubS8G67LOY8g1i6gLf/+tCdmRUfHur3NCNt8t2nWsxpoS2bJLplOi2r4OfaOWF6vZ+yes8o0+AAkmsu+XmFtXYtW6F7rPm/F6laq+L54vf1/fKBPbp2I5jVh15LWRMCEAgSJ3NkEJAmUIPPbYYzI2NiYrVqzIPe3w4cOiJNVFF11UZniOHSSBuWMicx0muG+ryNXfiA9ySK4iVge5eZoxNmK1GXkgiooItEes+oJj8olJmfL+W2MrAD130R/1lriKiFVPiMUSMrOSsJRYzWCl4nl80q+E1GVESkz4UmbqvariUTrHF/LQ1qsqdCMBnSOGK7oMKpymhETWuChJHcpHmyjTBZ1X/ZysaE1UBXclVo2qz0iF5Qj4GGun+YwElFi3v0/jaudi86RFXcz0jHg9QasLQ/rNbJWdskOmPxR8KBB88DH5tltkKilWM9bRu1jN+hDClMzRPGHbCWvlelDRmtwvWpCd9lskyrPW22H+fB7qt8XzFebfa18QrgmxWuHrG1NBAALdE0i/1ul3Ng1Rs6TuEXJmisADDzwga9euLURm//79ctlllxU6loMqIKBXo5aZzhG5ilgtk1Q3j0Wsupk3ou6SQFvEalxtGUrDBohV4/bc5wPxq8VVSKym+xNaezyWEKuZrJJ9P8P2AsnbrRM9JZP9E609KpP9K5P9ZjOkT5fbusGnFRerhiRMSOm452681Pweq3qPUXvPS2+kIOdK5KZ7sFpabBjSKkPsBT0201WpWj9frZVFuXWn15VXievTSv7xasadV+WtZJ2qzA0/FAgr1LfOXJKqAM5ah/7Hsb1iVeOi7WS/1YB6HSkpVsMxMvokZ/dY9fN9htHjOb3fwp90XG9On+ZwjGKtALLzFcegPvDJqrhv8MsDoUEAAkNMwPL+dag+eB7i1A9w6Xv27JHVq1cXmuHgwYOycePGQsdyUAUEuhWrKjQH5CpitYI9VPMUiNWaE8D01RJohVjVKy09aVJ3xWr8kJ5YMhZ7w5yUOqn+iLaqwTKtADJZJW8x1qtSlyUevLVZNm/ZJXLhE+LdRqz3T0zF54+7S394UKovpr3fYrVXQlWzFRWrITc9Ll8i2m/179Azs2RlZ3aP1bBPqR+XVcpZJHluJamxf0uuu+S6rGI1+YGCd1BaIkfX5oemg/Yc75HvBNXkE19PtlbIXofek7S7VgBdilVji/ejFYD+ALBi641DsEv4QmI1J1+it7gI99VnRLbX/UDDql5emAcCEHCYQLH3iQ4vkNBrILB7925ZtWpVoZkPHTokmzZtKnQsB1VAoBex6oBcRaxWsIdqngKxWnMCmL5aAm0Qq1lPOM96uvdgCQeCISWXir1htolVe8/WsD9p8DTzghWr2ax2inzEFNJZlXv+A4L89gRK8mXGJ/5Dr/Qn2nvsk31jrRWNg81SfaPn9MjUBaNFlltvc9YWkv97U+h2umXe+vuMlhBh39YotxaJlXc7oyHTSq87vS57L1f9OFPkp/d5jvTzbi9X7QK2i1w1KVM7/f7HeqsGj0POOr58WVyz2p1YtffotfdY7VxFbNw2b7kwsl4HOlWo+r//ukw+8iG/V3OitYJtjxURq3n5mnzcFNzeHLJZ5G6RrU1pD1Pfiw8zQwACjSZQ7H1io5dAcI0jgFhtXEqKB9SrWJXTRe6YErnmnOJzVngkYrVC2DVNhVitCTzT1kOgDWLVJFdvxWq2jCzWO8tasao/zCVRoZclcUIm2fGoI3RWGfF5T6kX4/bjVD/PjPjSVXxBVKk1JKpj67kUqps14wnusXxUlZDBbcy6jApk3dffOyUfSvXEjIWtXZQNQKxaK6WzRF5QxS03ykPhg9j0ilevFUC369YrOO3z+A8EmfYqfj9wmr7X7RXEmX1FA+5hpa5/e/6yxMPAMhhktf4wHtZUoKLZtn8y9pT/IUjYD1lvQtBpv8SXg/01RP+AQLvtPrVff1P+Qr4o/+T1Y7bPny+aw9epsDo2P1875SqzJUNU3WppY1HdFc9MEIAABAoQQKwWgMQhJQkgVksCa9LhPYnV00XunBL5aDOlqsKMWG3SZhtMLIjVwXBl1IYSQKz2NzH2itCgD+TPldzZpU2Yc7uxeoCU9xW3FQhP7LXHahxA4k18su+p1vfSfFKtHndWfOmf+/Nm9G0cmh6rAf28288zH7bjS6Xf/AuRL35xf3rjBgzzngJ/y9uUKP9dTwSme6gGGfraE5Ks/PN/Y1bbZlW95lc6XyK3HNBD3yw7vzUhOz4rclPmLdvauo+oitHw2tCuj2BdWdeMt/O+FlZNamJVviQX2Kq9LTkw1pXXgqBD/iY8uRtEqvqXpsSqvceq0Z7Asn9CyZveGLbb9EVE3y/bLftJRNSYnqi3/T68Zjuud6tMX2pZk+Wa71ix2iFf67bskn2Jh4il2qn09yWf0SAAAQj0iQBitU8gGUYjgFh1eDt0LVabL1VVVhCrDu/NgqEjVguC4rB2EGifWG1HXlgFBCAAAQhAAAIQgMCwECh2Z9Ow0GCd/SGAWO0Px1pG+dm/iPz4aP7Uj35O5JYp7Rg3pCpitZYdVfmkiNXKkTNhnQQQq3XSZ24IQAACEIAABCAAAQgE/bk73NkEJwiUIYBYLUPLwWONqlZ3pCpi1cG91kXIiNUuoHGKuwQQq+7mjsghAAEIQAACEIAABCAAAQjYCDz44IOybNkyWb58eS6gF198UY4cOSLr168HpEsEIrHqllRFrLq0ybqPFbHaPTvOdJAAYtXBpBEyBCAAAQhAAAIQgAAEIACBHALPPfecPPPMMx37WS5evFjOOeccWblyJTxdIuCJ1QONf1CVDSk9Vl3aaN3FiljtjhtnOUoAsepo4ggbAhCAAAQgAAEIQAACEIBABoG5uTl59dVX5eTJk7mMRkdHZdGiRbJw4UJYukRg9xUir3xG5KPnuBS1Fyti1bmUlQ4YsVoaGSe4TACx6nL2iB0CEIAABCAAAQhAAAIQgAAEho7AzLTI+ISTy0asOpm2UkH3Q6yWmjBx8PETL8mikWUyMjLS1TAj27Zt+1VXZ3LSUBJArA5l2lk0BCAAAQhAAAIQgAAEIAABCECgcgKI1cqRVz4hYrVy5ExYJwHEap30mRsCEIAABCAAAQhAAAIQgAAEIDA8BBCr7c81YrX9OWaFGgHEKtsBAhCAAAQgAAEIQAACEIAABCAAgSoIIFaroFzvHIjVevkze8UEEKsVA2c6CEAAAhCAAAQgAAEIQAACEIDAkBJArLY/8YjV9ueYFWoEEKtsBwhAAAIQgAAEIAABCEAAAhCAAASqIIBYrYJyvXMgVuvlz+wVE0CsVgyc6SAAAQhAAAIQgAAEIAABCEAAAkNKALHa/sQjVtufY1aoEUCssh0gAAEIQAACEIAABCAAAQhAvBklAAAgAElEQVRAAAIQqIIAYrUKyvXOgVitlz+zV0wAsVoxcKaDAAQgAAEIQAACEIAABCAAAQgMKQHEavsTj1htf45ZoUYAscp2gAAEIAABCEAAAhCAAAQgAAEIQKAKAojVKijXOwditV7+zF4xAcRqxcCZDgIQgAAEIAABCEAAAhCAAAQgMKQEmiBW169fLytWrJAFCxZ43/Pnz/e+lRAcHR31vkdGRozvIU1X5ct+7bXXep7z+ImXZNHIMi9/3XyNbNu27VfdnMg5w0kAsTqceWfVEIAABCAAAQhAAAIQgAAEIACBqgkgVqsm7tZ8iFW38kW0IoJYZRtAAAIQgAAEIAABCEAAAhCAAAQgUAUBxGoVlN2dA7Hqbu6GNvI6xOrQwmbhEIAABCAAAQhAAAIQgAAEIACBISYwNjbW8+pnZ2dl6dKlsmTJkq5u96YVQM8pGNgAiNWBoWXgQRGoQ6yeeeaZg1oO40IAAhCAAAQgAAEIQAACEIAABCDQUAJzc3M9R4ZY7RlhYwdArDY2NQSWRQCxyt6AAAQgAAEIQAACEIAABCAAAQhAoAoCiNUqKLs7B2LV3dwNbeSI1aFNPQuHAAQgAAEIQAACEIAABCAAAQhUSgCxWilu5yZDrDqXMgJGrLIHIAABCEAAAhCAAAQgAAEIQAACEKiCAGK1CsruzoFYdTd3Qxs5YnVoU8/CIQABCEAAAhCAAAQgAAEIQAAClRJArFaK27nJEKvOpYyAEavsAQhAAAIQgAAEIAABCEAAAhCAAASqIIBYrYKyu3MgVt3N3dBGjlgd2tSzcAhAAAIQgAAEIAABCEAAAhCAQKUEEKuV4nZuMsSqcykjYMQqewACEIAABCAAAQhAAAIQgAAEIACBKgggVqug7O4ciFV3cze0kSNWhzb1LBwCEIAABCAAAQhAAAIQgAAEHCQwOjcnJxcudDByEcSqk2mrLGjEamWomahfBBCr/SLJOBCAAAQgAAEIQAACEIAABCAAgcETmLdnm4ye+dfy+h+4J1cRq4PfHy7PgFh1OXtDGjtidUgTz7IhAAEIQAACEIAABCAAAQhAwEkC8+69XOb91TH51X3fdE6uIlad3HKVBY1YrQw1E/WLQDvE6hHZe+0Gue2gRmX19bL39g2yrF+gyozz/a/Imo/tDs5YLdfff7tsOE1EjJ+rX2+SOw9cI+/Uxv7h36yRq+VOOfDn/k+PPHitbPicvjD/4E1fPSDXvMv/394xU+us602O55/xQ/nKmqsljDAey/y5XBHHkTzH+F3WesN1vbRXrv3gPlkXcrCtq858lcltv471mNwmRmZtDILj5NN75fb1/m7294TE+yrK6V0yrjGOQg3yk9ozln2lzrngjy6QJ/7HE9aVrtbiiA6wrcWyt72dp/b3Pfq+D/acsdeCNc5cGV0H8blmWOGa1Lh3jceMvKO8uGbkSu8aS+xtYxg/nhUZ15r1eutwTRrDW/inOSTjja9T+eoBufg7ipt98ykG6vep9fdrrzIOBCAAAQhAAAIQgEDjCHhidcv9IsvXOSdXEauN206NCgix2qh0EEwRAu0Rq7eKbAsEZpGFD+oYQ+bo0nNC/n7N1aIkSShEPbnynC+ARZc6CclkhnpE9v7NAVnz5xtkmS40E1LOELLGeL6EntkSxBHF+2GZVnJ6ZShTfREVxmuKK/93M0qy/d4BTV4lJa8uszTBnBKtgRiP5h5UchoyrkWWRuJQk+rhzx6VTbL7ufFInEe5NXKuWNvEqmJ7q8ysFNktpqgMaVhlfkJqZpPT9kIgftWxVtmv1v35GRlXSj/cf5rwTIlfLYZsEekL+4n7iojVDPGcsy1s6/B+luQTXItp8Wzn769HxPiAIvHaEX6YEYrVPHFqFcsN2e6EAQEIQAACEIBAPQR++ctfytNPPy3Hjx/PDWDx4sVy7rnnypvf/OZ6AmXWrghEYlWd7ZhcRax2lfKhOQmxOjSpbs9C2yFWldx5VC5OVH/WkSUlXW6VG6LqQl+OKKFzpcx8MBGjkjF3x8IsElI5UuuHf3OtTP9xQiBbxgnXnpJAOccqOfPoe0LxqwvYtLQL13mD3JqxXj3GxPmeYBO5QasotsqqOhI48DntItKee33vxFLQZ7VOrn/utliQR/sssTdCWXf/uNwVVW+ai+xdrFqEZc7e3jt+lyYmgzV+elxum0rI4+A68EXyeKq6O762BiRWPVkqqXkz96p3/IxZSZzB3xeh18v45/bFVcaI1YFffUwAAQhAoNEECtzZ1Oj4Ca5xBA4ePChjY2OyYsWK3NgOHz4ss7Ozsnr16satYVgDGpk7JiNz+asf2fNnMu/j98cHOSRXEavDurOLrRuxWowTRzWIQCvEaupWZK06sm7WkSy5WB5Nyt+yYlUd/52LjdujveWVEKu+FBqXTffsTrcC0MdPSR4dpF+FZ60Qtp6HWI3pZVWWWjaqltfD2q3ukdh7z6OamLePG0vAFWalsjZdb2I1vL2/0zWnifoVyVv0lZi9QeTzcSW1Li+LSPdirQBKVKxa2ldkflgRsbR/AOFXt5r8w3jVBxNR9Stite5Xa+aHAAQgUCMB804hFYh+Z1Mtra1qpMHU/SHw7W9/W9auXVtosP3798v73//+Qsdy0OAJGNWoZaZzRK4iVsskdfiORawOX86dX3F7xGrYSzG/52ilCTNu+T6crqotJVZzZGZZsar359QFkiT6fqZ6fmq39hfsB+rzRqx2I1YNWajl2GsbEVRzxseo/ZUUh2bbhyxBWbSvr60ncLyuRJ/j5P4wpGFGNbS3//zr2Ot3qlesdmhNEN1an7rAw36u2T1W07fvp/+4NT5WsLUCsO1zyeYf501i4W0I5/C68dtxZPZYDTjr4r3S1zgmgwAEIACBPhGw3H2V8/6uT5MyTMsJ7N27t3AVqqpu3bBhQ8uJuLO8rsWqWqIDchWx6s5erCNSxGod1JmzJwKtEKspAiWqAnuil3VyLJnMB0P10Aogq1pVhVBWrBqSSr/dPOib6vXK9NewbzLxQCBvycnf2dars0GslherNhHoV4Wu+Wetx6dREZ0QqwUfKtVrxar1KkjsSetD2Lzev2IIYVslZ7UVq537/WbHY9nnyQeUBQ/1Ev1hWyGrbSK3Gu0aYsHb6eFU9FgdyAs5g0IAAhCokABitULYQzPVnj17ZNWqVYXWe+jQIdm4cWOhYzlo8AR6EqsOyNUmiNU/vGSdjJ02JgsWLJD5C+bL/PnzZN48/3t03qiMjozKyOiIiIzIyIjIiPo/fBUmsGThWOFjkwciVrtGx4l1EUCs9pu8/SnnftVm92LV7H+aiLmEWPUkrNFOILsHbCSQ/njaeECVp1ajXrKqUvJq2Z37wC3EqilWdYGt5VLPoyWn1tvHwwdFee0dZuJ+ndHP9QdWJR5cFkzdk1jN2nuZFarBpJlC2N8rckX8sK3sHqvxeqzi0Yih2IctRW67LNpjNX1cdrxebmWTyD3iVey+08OEWO33qzPjQQACEGgugWLvE5sbP5E1kQBitYlZKRZTz2JVlot88WE58fF3yMliU1Z6FGK1Uty1TIZYrQU7k9ZFoA1iNfnkbusTySsCnF/N5t/We827/GBsEsd+fgcpVEas2m7L/6B6srp6uJYlPu8p9aqqUP9dLHw+/DPLE9JTrG2VfP7T3Dec5mlarzr2tpVqLl8ptfrLaBERd02L98MaOXBt3G80YhHk+e7JfbIlVXV8tewWvc9pp56rMeeexWrWA57CB05Z92coGe8U+ZhZaRtVt2qy3r/VP7ytPyAScBwPbpW/azxRXV1SrGYLXHM3Wq/R4IEjcVuBfP53ytVixBtVF+trRKy2+nWAxUEAAhAwCCBW2RD9J4BY7T/TqkbsTawuF/nbh+XE1mZKVcUQsVrVTqpvHsRqfeyZuQYCbRCrkaS8JwSYEDAVcrX3egyE12H11PDdWjTpODOlzd3xE9NTyyklVoPWAVocUbuC5NNo9T6ZidvKQ4GUu15PmnrZSfX/TN0abuvZWmHeKp8q7zb9zAeH+Rx/8xqRO36hV6KGOdWeSF+okjTIjpKWnkD3Zav1tv0AULofadbxseTNuk3d3+sXyaZ7HjMqbbNEu22v6fuws1hV8tn2pa5D9XC5rN+LxC09svnox2S25whye9EVu+WxhAhOi11TrF4dvb6Za1DzZvZgDVoPDMHHFZVfwkwIAQhAoL8EEKv95cloigBi1d190L1Ybb5UVVlBrLq7N4tGjlgtSorjWkGgLWK1FclgERCAAAQgAAEIQAACQ0gg/eDEIu1phhAUSy5BALFaAlbDDh19/kkZ/cmx/Kj23Sajt+7TjnFDqiJWG7bZBhQOYnVAYBm2mQQQq83MC1FBAAIQgAAEIAABCAwRgeSdQ9x1METJH8xSEauD4dqUUc2qVnekKmK1KTtosHEgVgfLl9EbRgCx2rCEEA4EIAABCEAAAhCAAAQgAIEeCTz88MMyNjYmy5cvzx3pxRdflNnZWXnf+97X44ycXiWBWKy6JVURq1XukvrmQqzWx56ZayCAWK0BOlNCAAIQgAAEIAABCEAAAhAYIIGZmRl59tln5eWXX86d5dRTT5Wzzz5bxsfHBxgNQ/ebgC9WDzb+QVW2ddNjtd+7oXnjIVablxMiGiABxOoA4TI0BCAAAQhAAAIQgAAEIACBGggoefXqq6/KyZMnc2cfHR2VRYsWycKFC2uIkim7JTDv3j+Vea9cLye2vkPyM9ztDIM7D7E6OLZNGRmx2pRMEEclBBCrlWBmEghAAAIQgAAEIAABCEAAAhCAQF8IjP7bjMhbx52TqmrxiNW+bIFGD4JYbXR6CK7fBBCr/SbKeBCAAAQgAAEIQAACEIAABCAAAQjYCCBW278v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AAJVEECsVkG53jkQq/XyZ/aKCSBWKwbOdBCAAAQgAAEIQAACEIAABCAAgSElgFhtf+IRq+3PMSvUCCBW2Q4QgAAEIAABCEAAAhCAAAQgAAEIVEEAsVoF5XrnQKzWy5/ZKyaAWK0YONNBAAIQgAAEIAABCEAAAhCAAASGlABitf2JR6y2P8esUCOAWGU7QAACEIAABCAAAQhAAAIQgAAEIFAFAcRqFZTrnQOxWi9/Zq+YQB1iteIlMh0EIAABCEAAAhCAAAQgAAEIQAACDSAwNjbWcxSzs7OydOlSWbJkiYyMjJQe7w8vWSdjp43JggULZP6C+TJ//jyZN8//Hp03KqMjozIyqsYdETV8N3OUDqpFJyBWW5RMltKZQB1ideXKlZ0D4wgIQAACEIAABCAAAQhAAAIQgAAEWkXg+PHjPa8HsdozwoEOgFgdKF4GbxoBxGrTMkI8EIAABCAAAQhAAAIQgAAEIACBdhJArLYzr/qq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wCECc3MiCxc6FHAcKmLVybSVChqxWgoXB7tOALHqegaJHwIQgAAEIAABCEAAAhCAAASGisB914mc9VmRVe7JVcRq+3cqYrX9OWaFGgHEKtsBAhCAAAQgAAEIQAACEIAABCDgEIHdG0X+8pjIPz7onFxtglidnJyUsbExWbBggcyfP9/7njdvnvc9OjrqfY+MjHgbQv03/N8O7ZBaQ126dGnX87/22mtdnxueePzES7JoZFnXeRvZtm3br3qOggGGhkB7xOoP5EsXXCW7gsxt/toT8qnza0rjk1+SCz4SRrJWbvzWl+UDp4mI8XMV22bZ+cSn5He1MH9wxwVyleyUJz4R//TIA5+US7bvD47Sxgt+4v3+kUl56I4PyLLEkm3jRYe89E355KXTsjWKwWQoW7Q4ErHrfL057g5HNddkxh7/zvy5iKy50Rp/TRkc/LQe+1skzKo3YcBAVD5nthp7QETlZodMhHtJjzDITXZO4oPjYxK5jg6x5C/cW7aYLXtYDeXviYy9un2/WK/PAa3D22uFeB6Rb37iErnlgAbXsi/N/W6/jsMRynBIXqvpeSTipn63Y/wh+fJl2hVvXM9Z+Q3jnZSprP1k7P6scdK5jfOefl0Ty95Ze1Mcv3U9lqvQZ2IZf/BXLDNAAAIQgAAEIACBZhFQYvXD3xA5fdI5udoEsXrppZfK8uXLPbGalKuhWFX/VV+I1fJbXwnqbr8Qq92S47zaCLRDrPpCZPqqQKamhGGFeBNzx9JzQv7ugqtENOHrSYKf+ELRk2mhPE0JzelIzhoSVZedCQFkiEt9vAhFKJFCSRH8/28LZaovVLx4f8uXgBNh7Noaz/DinogEsSGxVHw7JyJhGomjD03LJy+dkslIEibnrjBfdUwVSCbRxFIkpWSnPDS+o6AIVGcpdttl+m0iuySWsVZR5e2XcC/ZRa2+J5WyS+7f6UTMWVI/lIK6PPNj9cVlWqwObh3FRHUQm5iC37+O4v1tE3t5sq8MB12sWsf09o1/3Ux8vYhYzRDx3p7PEfUpsZoeJ8nFO0XF99lpmVAfb4WvxeHPL71FjP2euAYKidWs8eu4hpkTAhCAAAQg4ACBX/ziF/LUU09JJ4m1ePFiOe+88+Qtb3mLA6sixIhAKFbVDxyTq532ZJEsz87OiqqKXLJkSVdViYjVIpS7Pwax2j07znSQQCvEakLg1ZkGJRy2y01aJVkoMLbKtJIieoWqJe5UdZ0nE0RuCqtRbWvNWb+9Ws8XZttlUia2T0cxKbkxdWFY6avJak+s6pWt8e/+5H8mqgE16SrGeIF4UeN8a0J26GsKBV6qqrDOTA5qbl9YJwWlp0iDyspSYjXkrZhqObKLKl2mZYi1xF4yxapF1GXsPW9+2Szyk4l47+aJsQGuo4hYTQplPfshy5tkuyFZk8eEH5LoVeNlOIRi1cu/JnPjeeKc1S1W/QpU/TUha/9m7/ewilV9YDP5uEUUJy7B/OtjUNcr40IAAhCokECBO5sqjIapWkDgscce8251XrFiRe5qDh8+LEpSXXTRRS1YdUuWMHdMZK7DWu7bKnL1N+KDHJKriNWW7NOcZSBW259jVqgRaINY9f/gnpDNd+9qRisAfYdFAkLdetuFWA0qEuUzfjuBzEpErTJUnz77NmgVSyIm9Yb+8Un/FnRdnKQkii9Wp977kHiySReiWlWd1/5A/wol3GdEtg+1WM2rJIwFld4OIqvCMM7vGUbVdnbFqgTVxTkVq1orCr0i9fmM2/ttL6j+/Dtl8pEpmbgjaHfh7a8JufEnt8TV5cHJg1xHkVYARSomsz6k8JaQJ5gLcjDEaocPGYq1AqiyYjXrg5i8ytj4nM5iNe+DHv5JhwAEINAGAtqdQkErq7wP/dqwYtYweAIPPPCArF27ttBE+/fvl8suu6zQsRxUAQG9GrXMdI7IVcRqmaS6eSxi1c28EXWXBFojVrdL3Ms0T+51yamr04zbXZ+XL3UlVsN+lXEEqduoS1asxpWp6k28JnuTfRDD9gLBz6NWAEFFhbrNO1nFl9VTMuwv68WuKmARq37fXctXqv9sdEyyr6XZAkMXf7b+nGZP34zemYm2Eelb/RN9SDN644bib+vMJVEVtL/vHpKJnVrbDm9tg11Hd2I1wWfNjfL1907Jh7KEZ65YfUiKcCgrVuO+xvomClt7ZPdY9dszqNejfMHvj1qwx6rx4Yuezz6J1czxu3pl5iQIQAACDSSQeE+mImzQHVkNBEZIBQjs2bNHVq9eXeBIkYMHD8rGjRsLHctBFRDoVqyq0ByQq4jVCvZQzVMgVmtOANNXS6A1YtUQHkX7Bw6Kta2XZLE3zEkJlOpl6EnNsOowiL+MWNWrUj1pEorV5C27cVWq94Ac4/a0zbJ5yy6RoG2AIfG2bJbNd4vW8iAUM5oUTLY3GLpWAH2qWM15mJRqw5B6uJGxd8pXrCYfjObtvg5C8cv/5e+CKmgJ9tqfyLTeD1mNMeB1dCdWtdeGYI29iNUiHMqK1c4PrxpcxWryldP6YYAn6VXes+IoXrGaPb7+6L9BvZ4zLgQgAIEqCBR7n1hFJMzRHgK7d++WVatWFVrQoUOHZNOmTYWO5aAKCPQiVh2Qq4jVCvZQzVMgVmtOANNXS6ANYtWTO+Et7B6+OsVqIBJTD4wq9obZJlbtPVv91gB5ckv9LjmevZJRPUxop8hHzFYF2bc++w8aCtsTGDtWl6YZD2nyH3Kj9Y0dOrFq77EaSkq7wEvv6XR+Ooiq1FPjMx5KpH1IEVWsXjUtl9jaTWQ8KC6+VT2o1P6ayFXeNWq2LLDtUb2C1XqLeMl1FBWrth6pUXyPTPoVq9bep0FVefAgulSP1fGwQnRKJnM4dO6x2nt+42u16GtkkeMSDw+MZLnqwarajWTsd60SPr8VQN74QZuJav/ZZDYIQAACAyBQ7H3iACZmyBYTQKw6nNxexaqcLnLHlMg15zQSAmK1kWnpa1CI1b7iZLCmE2iFWE2K1BpbAWTLyGK9s6wVq49MykPhw6tsaytTsWpsyHTFqqhb9fXeXl6/TbPqzLg93JjbrHLN7FuZWkNQ4fs2NdcQVKBlCOewl1oxsWoXXuH+2SlXpStWSwpJXSo+pMRqslI6FOIW2ajnPpT5fguLpCQb/DpSVd9qYV717nTcPiRoR3CL3Bhfa9H69osELQ/8PrPh7fb+xeSvz/xZeJkV5xCME/S3tY7ZSUQWyO9AxKr19SfZE/UWEa8FQaCdE9dAbo/bTuMHr1dN/7eW+CAAAQjkE0CsskP6TwCx2n+mlY3Yk1g9XeTOKZGPNlOqKoaI1cp2Um0TIVZrQ8/EdRBoh1gNRcmuCGGqD2lFcO0VocFt8D9XMieO0ex56QeYVYV4y4F4Ab32WDXlilalmnward4/M9EKYOcTcaWY2QoglKOJXpxxZryHJ52hHji2fX8cSkavzorSVv00Obe/e2xSvTwTAjJLpgdybd2WXbLPq5Q06iflS1H1YEaPzYRw1CW6JHPmUUv2ffVRGqLMaEGQEKsVrcN2XaZfI2x7drPs/NaE7NAqrNNj2aVqKQ6hoNUeHGaL2e+Pusz+ELuUWL0qepifucFVvH4lqf5qFB1jVNt3rljNkqLGa5llv4drCTll9Yz9tHUvZz3krfpLmRkhAAEI9IcAYrU/HBlFJ4BYdXg/dC1Wmy9VVVYQqw7vzYKhI1YLguKwdhBojVhtRzpYBQQgAAEIQAACEIDA0BEodmfT0GFhwT0RQKz2hK/ek3/2LyI/Ppofw6OfE7llSjvGDamKWK13a1U1O2K1KtLM0wgCiNVGpIEgIAABCEAAAhCAAASGmUDyziHJviNimDGx9uIEEKvFWTl5pFHV6o5URaw6udtKB41YLY2ME1wmgFh1OXvEDgEIQAACEIAABCAAAQhAIE3gwQcflGXLlsny5ctz8bz44oty5MgRWb9+PRhdIhCJVbekKmLVpU3WfayI1e7ZcaaDBBCrDiaNkCEAAQhAAAIQgAAEIAABCOQQeO655+SZZ57p2M9y8eLFcs4558jKlSvh6RIBT6weaPyDqmxI6bHq0kbrLlbEanfcOMtRAohVRxNH2BCAAAQgAAEIQAACEIAABDIIzM3NyauvvionT57MZTQ6OiqLFi2ShQsXwtIlAruvEHnlMyIfPcelqL1YEavOpax0wIjV0sg4wWUCiFWXs0fsEIAABCAAAQhAAAIQgAAEIDB0BGamRcYnnFw2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mHRkB0AACAASURBVESs9kKPc50jgFh1LmUEDAEIQAACEIAABCDw/7d3N0By1XW+/z/d0zOZSTLJJDNhCAQyEwUCIq7+3VpCrEuI/sUiNz4su3XNHxcv4GXLB/bh79/KH12te0HgWluUV13XutQqu64s1/KiaK6WUP55uMVTlS6rggF5ykQIIWQmJJk8TGbG5F+/89B9zulzuvv0dJ8+5/R7dqeQmXN+D6/vr5vk07/+NQIIIIAAApkUIFjNZNliDZpgNRYXF2ddoBPBatbNGD8CCCCAAAIIIIAAAggggAACCMQXGBkZiX9T4I7JyUmtWLFCQ0NDKhQKsdu74oorNDo6qt7eXuu7VCpZ3yYQLBaL5W/TsGm/mT5iDypHNxCs5qiYTKW+QCeC1TVr1tQfGFcggAACCCCAAAIIIIAAAggggECuBGZmZhY8H4LVBRO2tQGC1bby0njaBAhW01YRxoMAAggggAACCCCAAAIIIIBAPgUIVvNZV++sCFbzX2Nm6BEgWGU5IIAAAggggAACCCCAAAIIIIBAEgIEq0kod7YPgtXO+tN7wgIEqwmD0x0CCCCAAAIIIIAAAggggAACXSpAsJr/whOs5r/GzNAjQLDKckAAAQQQQAABBBBAAAEEEEAAgSQECFaTUO5sHwSrnfWn94QFCFYTBqc7BBBAAAEEEEAAAQQQQAABBLpUgGA1/4UnWM1/jZmhR4BgleWAAAIIIIAAAggggAACCCCAAAJJCBCsJqHc2T4IVjvrT+8JCxCsJgxOdwgggAACCCCAAAIIIIAAAgh0qQDBav4LT7Ca/xozQ48AwSrLAQEEEEAAAQQQQAABBBBAAIHsCBRnZnSyvz87A/aMlGA1k2WLNWiC1VhcXJx1AYLVrFeQ8SOAAAIIIIAAAggggAACCHSTQM8921Vc818090fZC1cJVvO/UglW819jZugRIFhlOSCAAAIIIIAAAggggAACCCCQHYGe7/4H9XzmoE5974eZC1fTEKxu3rxZIyMj6u3tValUsr5NGGi+i8Wi9V0oFKwFYf7p/u/srJDOjnTFihVND+DEiRNN3+veeHj+dS0pDDddt8L27dtPLXgUNNA1AnkIVqd+/GltveXxqppt+8ZjuuFtHSjlr76mSz5+t9PxBt147+3aepok38/Nr7fpjsdu0IWeIT799Ut0ve7QY5+s/NQ/P097zn3W7x/YpB23b9VwYLph7ZUveX2HPv3BCV3jjsH699vkSm743A7dvsVt8Wl97ZLrVZ6V93dR85Vk9X+X26NnvgGLjtWqA8vD6jJgbf1sw42+GvrtguvFX4/KNKKNfVO96v/Vtrv+a7mefganjbAxhqzZyr1T2vHprbrN91AMrNeQNr3rrHrOdutV66OGn8zjYeIa32NIMl53asx9LFqthow3UIOq5dFA3bz1ledx4j6Oq+biPBa8DpXH9Lj+pWrc/lHVXic1FrjTr3c8dluB5yXf80TEuvO4RT0fN1LnSq3D1lLIOujU45d+EUAAAQQQQACBDgtYwerV90qjmzIXrqYhWN2yZYtWr15tBavBcNUbrLqhKsFqcgueYDU5a3pqkUAegtVqiint+PpjuuST1UFji9iimwmElf6A5HrJE/ZaIcZLdphmhUFuOHyVJ1i1wo+JcjjrC1G94WQgEPKFG972yiN3gws3RLEDk4lyEOQNouxrJ652gmprjg9pkwmp5A9nveOz5zRWDo/LIe+f7rIC3DHXIhjwtr1IHe7ACee8oZsZkTcEDwu4/D8LCwqdNpw15Q3Zq8P38PsrMsH1YP8mOsR31pP84bD9YoLsNRA278DPzBzvHPMG+u4LEpXHgBtKR/ntGLuzgWA1bLwRc3BRGqibe6mZx4PaprtfGiuH5eXHZODx6AajzQSr9ddJ1Fo3c71VE+uku1UJocshrXeMVcFqVEBtP5esDgu2HTv3MR9aZ89Qvc+N5XXsfd4xL1TxhQACCCCAAAI1BQ4dOqSdO3fq8OHDNa9btmyZLrjgAi1fvhzRDAmUg1Uz5oyFqwSrGVpoHRgqwWoH0OlyYQJ5DFaf/vqntetPnV2iC+OJfbcJT27VZwM7PU0QcY0mPvigLvPuUDWh07crwUs5uPLutjNhwpekz7q7UUPuscKrQDvuwK0wp2r3nh2Q3apNGrtlwhlTddBWDj/+8DH/GJwQ0ARgn9WtEfO9XVv3fk2XPHJZeedgeSxWsOrZKevsHCwHt7HVs3RDeGDprb0VDHoCae/sKoFTxE7GiLXQXLAaDNCckDNkrYUGYWbg5VDuMj3oC+49s/KEbpc9EhKs+nabNuhXZ8dq5HjdXazr/LvG7R2v3hceKuOvfoy5jyXzmK8Y2teNadtd8jwPmGsflK66WxOeQLmRHat2UFt54SJ8nUS8uOTW5d4x3el5LNqP+Rs1dstDld29dYNVa/Xau5XX3aHwYNv/4kwjwWpVwB666zhLj33GigACCNQRaOCdTRgiEEfg8ccft97qbHbl1frau3evJicntWHDhjjNc20bBQozB1WYqd1B4Z4/V88n7q1clKFwlWC1jYsnB00TrOagiN02hdwFq+YPpZ4wr+P19AVLTQSrVmBxq7TdDoojd/TFClbtMOeyx0zY5Y4pPFgNHktgewZ2sHqRq0IYt33PPasDRxA47T20ObBTsePFa8cA6u0UdXaFhoTh1mjKwWl4sBp19EP8YNU9xqH66IkwlXpBWfhb8d2WKmsjNFj17nptIFwLfzHB715rvI3cX3NleMLtvZ4duG67d+jOygs/zgsnm9bdpoeaCVbrrpPwYLUyx9W+3eiui3nBpPyCTEPBamXdhgargd2mdddLyPEI7Xg00iYCCCCQHgH7BbyodzYFj3pKz7gZSZoFfvrTn2rjxo0NDfHRRx/V+973voau5aL2C/h2o8bpLiPhKsFqnKJ237UEq91X88zPOF/Bqj+E7HhxfG8d3uuEmZ4zVRvZsVp1TmnIOYMxd6xab1N+l3lbvxuwmjEFduS5Z0lWHSNQ4+3SVW+VDp6T6IR01vEBnqMAuipEaWWwWjnztrzWQ499CHsLf9QZrZL/bN1ADSPOIK0blNUMRP3BauVMXndW3jM/G/QLOXNZqoTE7QxWfW17Hpvu2a8meHR3tbs73K+Z2Oo7AqHhHatNBav+F0a8QXJl7KoErr4XQqL93XbsHdfBM6/9AX3UWbrBc4brnS/d8ed4BoAAAgi0TMD7ZzKn0Rp/vmtZtzSUa4EdO3Y0vAvV7G7dunVrrj2yNLmmg1UzyQyEqwSrWVqNyY+VYDV5c3pcoECugtXU7FathFGVD4Zp7A/Mwd1yVW/39e3eq/8H76rddz6jwJh8H8yzQduukibGKscaRJ0R6f0QoKoPwvGc9xl5Pqy2adtVd0tW2LvABZ362xsMBusGZu3fsRpKGfGXvFYGq+FnrDrntKZ+x2pYYG2Hipf83DmWwxyFYR3vcYkec3ajj3/PfwRCW4PVGh9KJu8Zt26tt0u3lo8LaDBYDa7fuDtWQxdf/cdO6h/+DBABBBCIFGjsz4kAIhBH4J577tHFF1/c0C1PPPGErrzyyoau5aL2CywoWM1AuEqw2v41lOUeCFazXL0uHXuegtXKTsxOFtMJVqp2Djb2B+awYDX8zFbPGbIxdqxG7RSr+qRyZ6esvbPVfVt44NPCLeao+dr3uPdbl0Z+SFXKdhq3dflEn9Xpvs3/25sf0tV1z84MD1Zrnam79YFN5Q9Sqv3W/OizVKNqGH1mqfe80fAzSt0PozIfbBR6FEDIp9JXPmTNUyzncWD5JXjGqu+M45DHYvXb683b72+Vrt6kh75tn5/sPTLAzKjhYLXuOqk+CqB6jUQfxWCNXduku6RrrPOho8LNemesNn4UQ/TarHEESVsfszSOAAIIJCHQ2J8TkxgJfeRHgGA1u7VccLCqUenL92v+E+t1MoUMBKspLEqKhkSwmqJiMJTGBPITrKZjN1NUsOUGkPXOzgrdseoNxMI+GTtGsOpfFd4/xAdCi6pPc/d+2FSllej5+j/l3rqj3KY52zXwoT6+0K+xtZvZq2p9uryzw9cEbdff5Q+y/Z8AH77eWxqsftzdJRqod2iYF3FEhFXzCWvH5lbnCAh9znOWbsAidOdrMJCv49dIsFreZa0bPWFzjWMuyi8M3Cbf+N2jOqy6mR2oW1X1IWwhga+7+9s9diE470aCVetljbrrJPgoqb1u7tD1viMJ3ND7cblrMex+d4e+fc3q0A/Mixus+s8ZrLww4zlCJLNPAAwcAQQQCBMgWGVdtF6AYLX1pkm1uLBgdVT6+/s1f106Q1VjSLCa1ErKZj8Eq9msW1ePOjfBakrOoQrfEeqcL7jXhEx3e9Zb9Q7QqN1kt3mOLKzaXdqSYNXdUXqb7K48ZyJWfUqtPQUTCpmzIavPxHTvDb4tOqrNsJ2wOX9Y1ng79oXO1KvXUgNnjXqDzNMCgWjVjtWQM1qtWzwBWZ2zMv1VCp6pa//Wt15D5u090zX8SIGQXb41/BoJ9uyRhYw34gzZ8jxr1S1yR7YdKq66QfrqgWv02CcvdHZvP6RNJnAO+VA6f7AaUSdnV3ztdRJ4HEU9Vzhjv/Squ/Ww50O0LCUTlJbD9IizeT1u4eF+ZUermX/kGavuerHOdXWfiypz8J//m/PnCKaHAAJdJkCw2mUFT2S6BKuJMLelk+aD1fSHqgaMYLUtyyY3jRKs5qaU3TOR3ASr3VMyZooAAggggAACCCCQKwH7hat672zK1ZSZTNsFCFbbTty2Dop7fqniCwdrt//QbSre+pDnmmyEqgSrbVs2uWmYYDU3peyeiRCsdk+tmSkCCCCAAAIIIIBASgWq3iHUhe/oSWlpsjosgtWsVq6xcft3tWYnVCVYbay+3XwVwWo3Vz+jcydYzWjhGDYCCCCAAAIIIIAAAgggECFw//33a2RkRKOjozWN9u3bp8nJSb33ve/FMkMClWA1W6EqwWqGFlmHhkqw2iF4um1egGC1eTvuRAABBBBAAAEEEEAAAQTSKDAxMaHnnntO09PTNYc3ODioc889V2NjY2mcBmOKELCD1cdT/0FVYcPnjFWWdS0BglXWR+YECFYzVzIGjAACCCCAAAIIIIAAAgjUFDDh1dGjR3Xy5Mma1xWLRS1ZskT9/f2IZkig57sfVc+RGzV/3XrVrnD6JkWwmr6apGlEBKtpqgZjaUiAYLUhJi5CAAEEEEAAAQQQQAABBBBAIBUCxd0T0tqxzIWqBo9gNRVLKLWDIFhNbWkYWJQAwSprAwEEEEAAAQQQQAABBBBAAAEEkhAgWE1CObt9EKxmt3ZdO3KC1a4tPRNHAAEEEEAAAQQQQAABBBBAIFEBgtVEuTPXGcFq5krGgAlWWQMIIIAAAggggAACCCCAAAIIIJCEAMFqEsrZ7YNgNbu169qRE6x2bemZOAIIIIAAAggggAACCCCAAAKJChCsJsqduc4IVjNXMgZMsMoaQAABBBBAAAEEEEAAAQQQQACBJAQIVpNQzm4fBKvZrV3XjpxgtWtLz8QRQAABBBBAAAEEEEAAAQQQSFSAYDVR7sx1RrCauZIxYIJV1gACCCCAAAIIIIAAAggggAACCCQhQLCahHJ2+yBYzW7tunbkBKtdW3omjgACCCCAAAIIIIAAAggggECiAgSriXJnrjOC1cyVjAETrLIGEEAAAQQQQAABBBBAAAEEEEAgCQGC1SSUs9sHwWp2a9e1IydY7drSM3EEEEAAAQQQQAABBBBAAAEEEhUgWE2UO3OdEaxmrmQMmGCVNYAAAggggAACCCCAAAIIIIAAAkkIEKwmoZzdPghWs1u7rh05wWrXlp6JI4AAAggggAACCCCAAAIIIJCoAMFqotyZ64xgNXMlY8CdCFZRRwABBBBAAAEEEEAAAQQQQACB7hMYGRlZ8KQnJye1YsUKDQ0NqVAoxG5vy5YtWr16tXp7e63vUqlkfff09KhYLFrfpl3vd+xOuKEpAYLVpti4qZMCnQhW161b18kp0zcCCCCAAAIIIIAAAggggAACCHRA4PDhwwvulWB1wYSpbYBgNbWlYWBRAgSrrA0EEEAAAQQQQAABBBBAAAEEEEhCgGA1CeXs9kGwmt3ade3ICVa7tvRMHAEEEEAAAQQQQAABBBBAAIFEBQhWE+XOXGcEq5krGQMmWGUNIIAAAggggAACCCCAAAIIIIBAEgIEq0koZ7cPgtXs1q5rR06w2rWlZ+IIIIAAAggggAACCCCAAAIIJCpAsJood+Y6I1jNXMkYMMEqawABBBBAAAEEEEAAAQQQQAABBJIQIFhNQjm7fRCsZrd2XTtygtWuLT0TRwABBBBAAAEEEEAAAQQQQCBRAYLVRLkz1xnBauZKxoAJVlkDCCCAAAIIIIAAAggggAACCCCQhADBahLK2e2DYDW7tevakROsdm3pmTgCCCCAAAIIIIAAAggggEAWBWZmpP7+LI5cBKuZLFtigyZYTYyajlolQLDaKknaQQABBBBAAAEEEEAAAQQQQCABge/9P9JZX5Quzl64SrCawPrIcBcEqxkuXrcOnWC1WyvPvBFAAAEEEEAAAQQQQAABBDIpcPeV0v99UPrBjzMXrqYhWN28ebNGRkbU29urUqlkfff09FjfxWLR+i4UCtbSMP90/3cm10oHBr1ixYqmeyVYbZqOGzslkJdgdepHf6nLb3rUYdyoz//kK/rAaR1S/eV/0zs/9p3qsfh+bn79EX3rF3+lizzD/PVX36lr9S394i8qP603N+v3P9us+776AQ0HphzWXvmS13+ov7xil65zx2D9+80qK37hPn3l/W6Lv9Z/e+e1cmelq+0x+sdW6fwj//AL/dUfBO4xv3buq1w5pR/+xeXada25vkP1SrTbEBPT/yWfL9cvytRcttFXE/MT0943NV5vvTu1VdX97uQjxhW1Rr/tRQus48A6sq+sXuvW6M16/3b47yq/ry6Qvb48Pw/p02tl91P9vOBau+3Z14UvCHPN5v8d/vu44/H2EBxD+XfO80V1zSWF1DNq3QTvDz4nVM85uh4+GWd83rmH1tP3PNP8+q+uZ3Sd/uoP7OeVmx/zX1NVp0Qf+3SGAAIIIIAAAgi0UMAEq//X96XTN2cuXE1DsHrFFVdodHTUClaD4aobrJp/mi+C1fjr1gTUzX4RrDYrx30dE8hFsGr9BX9XOUytFTS2HToQVlbGMq5/fue1kicQskKIF+xATd5g2Bs+1pqbN6j1BHNmjr6QpSrMtK5wggc3RLEDj13l4M0f2JmxfnPMDVqD1/piIv3wq4/oXX9hQl5z3QPaHAiPGwqV2l6oTnUQFoT6a3GmWQsT1/nC9ejRNhasmvo9oI/oOy+MhwbwUQGtd42aiD0sOPP/LHxthD4mzWPli7s0buL6iGDdv+4chcBjIixkDP7MDQ/9IWMlfPMGq5V1Xq3eqvGEPQaCLzqEj9m+M6yelnFw3TgB7Hjwecd58aZ+PaNWnrG7SbveLH1HlbVaDmm9zzlVwWrwhYAG1n9gHqF18Aw1uG6tX1ltPKDN9V6E6NRTA/0igAACCCDQYoEDBw7oqaeeqnue5bJly/TWt75VK1eubPEIaK6tAm6wajrJWLhKsNrWlZGKxglWU1EGBpGUQC6CVSugkb7g7tg0wcu3ogKk9sqacOMmfSGw09MECddpl/lLvTdkDBlnVTjSyNxqzDc0bHGC15u0WeM37XLGVB3QVcKLPVW7Iqvn6QY+f6ldH3Z2CwfHHqR3fr/5zTdr17/rph2rYTtMnXDpzd/SfWPfbHGw6tbWrMGo3a0RAa1nbdnh/3jVLms36LNfJDAvIIT0UWOt15pveIDmHWuNkN8Txpmdpt/UR6QXxivPEyHBbiOBXXXwGn883t229mN0XB/5tjzPD/aLErr6O9pVfkHDfQCF1zP8sV69I9zdsWq5161n9S74Ski5S9f9ZFzf9Ox6t/0+r/GbHqjsoq4brJoW661//zwWXqf2/neA1hFAAIGmBBp4Z1NT7XJT1wo8/PDD1ludV69eXdNg7969mpyc1KWXXtq1Vqmb+MxBaabOqL53nXT99ysXZShcJVhN3Ypr+YAIVltOSoNpFshFsGr9pfwm6W/sQK/eX7oTrUc5VNisB4K7NxsJVhuZW+xg1d1J6h1TeLAaPJbAtvN7lz3NOP735spOyzp/QbB23f07++3V5p/dcxRAeLjpBmMtD1Y962OPb+ex95EQHqx63zYeFdJbrQT6CHvbvf9x5wnKzggcSeG5MHqHqJyAt9aO3UofVrA69i1t/tkDGv+qc/yGtV7H9fkXbi4fRVHvuaNV46kOVq/Tt/TNqhclzIsODwSD1Yh6Ru9Y9e/S9AWrUTuj67w4VenrTN9RHq7PF3RT5cWBhoJVZ5f9xHXhLywEdpvWq5O1Hj/2nZCjMxJ99qczBBBAIIaA/UJh1Dubgkc9xWiYS7tY4Ec/+pE2btzYkMCjjz6q97///Q1dy0UJCHh3o8bpLiPhKsFqnKJm81qC1WzWjVE3KZCPYNV9i3IFIRVn6fnOQTS7PpvYsVp++3WNucUMVt1A0z4D1R1TYOefe2al7xgBz/mIgaMHQsPWwLi8IZ0VfDghbGU8TS7iTN0WHQT6gtXyecHeyYWdfVn/KABfCBW5ViLOvvTUv9Fg1f7LX+CMy+B68YVt0efslt9a7qux1yFOsHqfrpu4vBzi2+vuPo1/q3LGb3h/lTNwTTBdfQZr/PGEBasmUHd3u7s7ws14gztko+rpO06k7FV9ruzCg1V/vbzrojI2VQJXX3De7Pr3z6NendwAot751Jl66mCwCCCQc4GQ45M6+A6snGN3zfTuuecebdiwoaH5Pv7447ryyisbupaLEhBoNlg1Q8tAuEqwmsAa6nAXBKsdLgDdJyuQh2DV/suz5y3K1m4ld0dbsp52b9VnN9pnWMYPVhuaW5xg1berNDAm3wcAbdRHrpZ2jXmPNXAt7fk98B7Ph1sFd6uGsUfs3iVYdVaNc0Zma3eshgWmYR/u1rodq6G7agJrNPSDlkLOAm7VDlF7x+p9+srZ/+wE+nIej3+mXZ4PT6u3E7JV4wkLVn/x4V3OkSbv0iPODvzx/+E929isk+h6vuuJqDNWW7xjtcaHk8m7I9qt+d9IN5WPC2gwWA09K7Yyj3p1Cn/Wr/8iRCf+a0GfCCCAgC3Q2J8T0UIgjsDdd9+tiy++uKFbnnjiCW3btq2ha7koAYGFBKsZCFcJVhNYQx3ugmC1wwWg+2QF8hKshp9r6pz1mSipE3xUhUSN/YE5uCsw+sxWz9xiBKtRO73CdviWA8+Qt2oHx9VQOOoGq/8gXfux71RXJfRDthItXgKdRYU79c6YjBpanbAoZG2Eh1Lh7XjXY1XI7xmSta7MGavX7tLlYecb19uhGvjQN7fp0LGGfMp85UPXPIMKnrFqvaXe2Tlu1qC1Yzr8rexfeX/4my5bNZ7QYNUay03StZv1wLfsM6Orjm6oUU/f2+/LDNFHfDR7xmr1zuXgkQuVF1wsL3O27bel66zzpZtd//77agertfvYFfFBaQk8+OkCAQQQqCHQ2J8TIUQgjgDBahytlF270GBVp0tffUC64fyUTcweDsFqKsvS0kERrLaUk8bSLpCXYPXyn22ufNp5Bz/9Ofrt0o2dnRUWrNadW4xg1b8evX+ID7wd27frNzj2sH+vPjfU99Z/90gD59PIveNoKJRN+wOp4fGFhT4NfCp6ZPuNvRXed35t6HqpH6yaIdjBvP9IAt/PInaL+0LZ0P7DjwOoH2S6n/Z+s/QFzw5q3zEcw75zl90XF+wXE1rwoUjBUDjQt1W6sJ85Na0Orx8tnw3qn3/EkQmO5/94zwP6cNWZqdHB6i/+4qL69axad7XXybd0rf/ogvLuVnfNNLv+4war/nMKvTUYt+re8AOWCxFAAIGEBAhWE4Luqm4IVjNc7gUFq6dLdzwg/ad0hqoEqxlelzGGTrAaA4tLsy+Qh2C16jxHSZ06YzV8R6jz1utX7Q9UqXxVn5kZtRvs5sc8dwWDgZYEq5Xw51Grq8DbxQNv/93oDbEi+69zzqYzpe4LVq9V1X5dzxmkoW+Td6x87tbPwt4a7lz8J9do4/+cc3YKep+rwsKtiIDWCkp36fM/qeyQrl7j/nUcPv7KeorabRj2okT07tpr5dulGvL2dK9V1bmk5aNCqoPV6jNUbTvznFI+UsC3o9WuQZzxeKvhm3etD2mK2NVrr4FvatVfS1+euq7y4XFWJ5Wd0CZItVaMCcc9L3DUq6fvv3JRj3VnbJuu/o4eCnzYln+nc8R6Da7/qoDYP4/IM1bd535rl/3Nsp/LKl/Vj5/s/zecGSCAQF4ECFbzUsk0zYNgNU3ViDmWpoPV9IeqRoIdqzHXQwYvJ1jNYNEYcvMC+QhWm58/dyKAAAIIIIAAAggg0FmBxt7Z1Nkx0nvWBAhWs1Yxz3hf+Tfp+TdqT+DBW6SbH/Bck41QlWA1w+syxtAJVmNgcWn2BQhWs19DZoAAAggggAACCCCQcQHrXSK139mU8Rky/IQFCFYTBk+6O9+u1uyEqgSrSS+UzvRHsNoZd3rtkADBaofg6RYBBBBAAAEEEEAAAQQQaJPAj3/8Yw0PD2t0dLRmD/v27dPU1JS2bNnSppHQbFsEysFqtkJVgtW2rIbUNUqwmrqSMKB2ChCstlOXthFAAAEEEEAAAQQQQACB5AVeeuklPfPMM3XPs1y2bJnOP/98rVu3LvlB0mPzAlaw+ljqP6gqbIKcsdp82bNyJ8FqVirFOFsiQLDaEkYaQQABBBBAAAEEEEAAAQRSIzAzM6OjR4/q5MmTNcdULBa1ZMkS9ff3p2bsDKQBgbuvko78jfSfzm/g4nRdQrCarnq0YzQEq+1Qpc3UChCsprY0DAwBBBBAAAEEEEAAAQQQQACBaoGJXdLYtYqYsAAAIABJREFUeCZl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6ESwmnUzxo8AAggggAACCCCAAAIIIIAAAvEFRkZG4t8UuGNyclIrVqzQ0NCQCoVC7PauuOIKjY6Oqre31/oulUrWtwkEi8Vi+ds0bNpvpo/Yg8rRDQSrOSomU6kv0Ilgdc2aNfUHxhUIIIAAAggggAACCCCAAAIIIJArgZmZmQXPh2B1wYRtbYBgta28NJ42AYLVtFWE8SCAAAIIIIAAAggggAACCCCQTwGC1XzW1TsrgtX815gZegQIVlkOCCCAAAIIIIAAAggggAACCCCQhADBahLKne2DYLWz/vSesADBasLgdIcAAggggAACCCCAAAIIIIBAlwoQrOa/8ASr+a8xM/QIEKyyHBBAAAEEEEAAAQQQQAABBBBAIAkBgtUklDvbB8FqZ/3pPWEBgtWEwekOAQQQQAABBBBAAAEEEEAAgS4VIFjNf+EJVvNfY2boESBYZTkggAACCCCAAAIIIIAAAggggEASAgSrSSh3tg+C1c7603vCAgSrCYPTHQIIIIAAAggggAACCCCAAAJdKkCwmv/CE6zmv8bM0CNAsMpyQAABBBBAAAEEEEAAAQQQQCA7AsWZGZ3s78/OgD0jJVjNZNliDZpgNRYXF2ddgGA16xVk/AgggAACCCCAAAIIIIAAAt0k0HPPdhXX/BfN/VH2wlWC1fyvVILV/NeYGXoECFZZDggggAACCCCAAAIIIIAAAghkR6Dnu/9BPZ85qFPf+2HmwtU0BKtbtmzR6tWr1dvba32XSiXr2wSCxWLR+i4UCr7v7KyObI/0xIkTC57A4fnXtaQwbNWvma/C9u3bTzVzI/d0p0BegtWnv36Jrr/LreE23fHYDbqwUyX91dd0ycfvdnrfoBvvvV1bT5Pk+7n5dfU4rXnoDj32ycrop378aW295fHq9pyfWL9/YJN23L5Vw4E5h7VXvuT1Hfr0Byd0jWtl/fttKvf0uR26fUuwxSnt+PRWTVz9mG54m7ezp/W1S66XvlH5ub8m7rUeD0k1x9ep+rW1X9vJXR3lrjbcWFW/aj/venHauSpkrUxc41s/Vh9ObeWpqX9dVSa9zVND+6d2zW9zF4b5Uch47Wsbn591tfW4DZlXVQ0iHivlx7x9gzv28LVXueayRy7RnWNh69vpOPBYsKYc+niQLMcqc+Nwp8acx74ZT1V/vsef41bl6tq786/nG/F7W0d3PHaZHgxbf97noqrnKU8x3PUWwydYyqBX7XVeWbve5Vd57qw33w7+d6CtzyM0jgACCCCAAALdLmAFq1ffK41uyly4SrDa7au39vwJVlkfmRPIQ7BqB0Rj5TA1POhIqDSBsLISeo7rX8KCx5fsQE3e8NQbllkhx0Q5nPWFqN4AJBDI+EKzQPhmS4QHNhPl8MgfDLl6bruV8M0fulWHcl73p/W1r0s3fPJCO4xyw+LQ8SVUr8S7CXMN1iIscAz+rBIoec2j1r4Jrx7UNt390lg5wA291llTlRDRGZu8wW/Yz1zIGvNb5w+BrbD3SxMaMzFzOagPX3dW+OY8VkzUXx3IugHcQ9p07+0a/17t4DQ06HSnEBJChwXTvsdEq4JV+V94cPt9vBx81vOVL9CtXt6N+frmFnzRJqZPrWA1rI7+n9nrvPK85Dx7lV9MMs+rlQA78YczHSKAAAIIIJBigUOHDmnnzp06fPhwzVEuW7ZMF1xwgZYvX57i2TC0oEA5WDW/yFi4SrDKeq4lQLDK+sicQG6CVW+wEdyJmWBVTFh1qz7r2enpBhnXaOKDD+oy705aE2J9uxJ0WXFncPebFT5Jn3V3o4bcY+2EDbRTO/Sx+7lVmzR2y4QzpurApSp8csayad1tmnhXcMdq1E7W8ki049P/ovHb/TvIOhqCJ7guKl2FB1vloHvdHdoxdqfvhQLvMCsBoxMofW5Mtz1QJyy1dpGa8MmswUoIFWnvCfNNQOkNNCtjccLVYFha7svZpe3cENaX+zNrvuXHb4SPZ43bL0JUXkgJs20+WA0P8qw+nEBxLLCjt3U7Vu+UrpImxirPH9bjdGJMukvOzvIaL3hYhs0Fq1HPIdW74eP7RAWrsda5u+vfbay8HghWO/I0RqcIINAegQbe2dSejmk1rwKPP/64RkZGrLc71/rau3evJicntWHDhrxSZG5ehZmDKszUHnbhnj9XzyfurVyUoXCVYDVzSzLRAROsJspNZ60QyG+wau9cs96C38mvcshr3oLbRLBq7Sy9VdpuzyV0p13sYNWEI2Ys3jGFB6veYwmsXY/vekzmbdTmn/6jAGoHq9WBs10UgtXK4gwPGgOLtypQ+qz0pcrRDJG7UJ3gfa/nLenR9pW1UCugbCRQtEdffUyEGyRbR0qs9h5JUWNHpXNERiNrpuaOVGfHa/hRAFHBt7VaQ4/BaMShsaMA7tTYNzbpoUfGdbtzFIj1mBu7URO3uEd2hI3P61tr/G4tqnd4Rh3JER6sRu0Qrffiiv8x7w/Uo9b5Vpk1e/1dgZ285cvrzbeTT/70jQACCMQRqP5vZfDdGnFa41oEjMBPf/pTbdy4sSGMRx99VO973/saupaL2i/g240ap7uMhKsEq3GK2n3XEqx2X80zP+PcBKueHWz2W0mj/iKeYMl8b5nd64SZnh2bjexYLb/tuTLuqrfbxwxW3YD0hre5AasZU2AnmnuGovs2fdPHI5dZZ3dW7vda1gpVvP34/RsJyRKsWAJdRQdBzQWrt2urKsHk6pDzPn2hXnDnZ9h5rJ5dp80Fqw2cIevbVe5dOxFnZnqOi2hkzUSeseocmeENmP1FbzJYLZ+B7G2t8hzUcLBq7Sp2X4BxHjf3junO8lnIET7lo0Aifl8+I9Y8D4XUJ+I4jjQEq/Ypz4Fzfhueb/CM6AQe4nSBAAIINCUQ8melGn++a6oLbuo6gR07djS8C9Xsbt26dWvXGaV1wk0Hq2ZCGQhXCVbTuvLSMS6C1XTUgVHEEMhDsGqm6wtSrtqmbXfJ/7b7GCYLv7QSAlRC0Mb+wBwMjeyzSD1ve7beJib/h3PFCVY9Aam9k9Czi9b3gTQbtK38tmR/KBw3WI3arWrFJaEf/LPwCqS3hTYEq56dzJ/VrYEPUgoL2uzA75Kfh33okvVoKp/T2VywWr2jMRjQ+c7YdYtlhXvhb2X37qhsZM1kdseqcz6stSNczosZf7rL8yFzNY4CsM5CrffW+Po7gr2PnfQEq4FHNEcBpPcpjpEhgECTAo39ObHJxrmtSwXuueceXXzxxQ3N/oknntCVV17Z0LVc1H6BBQWrGQhXCVbbv4ay3APBapar16Vjz0uw6itf8FzSRGvrBFlVO8Aa+wNzWLAafmar55iDGMFq1E6+sA+dKgeoJuD5eNXn2Eu+OUbtWPUfZRAsRSMhWaLla3tnUcFq5czS5s6etNs1Z3TeLXPW5oX2TELWhhs6VoewzuTbcMaqfT6p+3b2kLXiOzIjIph1dtdWvdhQrlmlXXNcRfhb/e2Lo4PXwM5t73pI4IzVMXN8yV47UL1D19tHbjRwVELF1xzvUevDnGoEsyG7l1tyxmpgDfp2Zoeeleu8UGY+rOzqCW0NOz+6znpp+8OYDhBAAIGWCzT258SWd0uDuRYgWM1ueRccrGpU+vL9mv/Eep1MIQPBagqLkqIhEaymqBgMpTGBXASrvr+42+HKQ5t3eD5AqjGLVlxV+9zK6yXPB9+EnZ0VumPV+6ncVqAQOD82RrDqn6P3D/GBsCtsZ6xzc6wdq3U+SIxg1aC6O5y3lXciN/Zp6f4ArbwLtBx4R4Tdznr59uaHdHUwTHM+OGPD59zHjzM23agd7geoueP1/cxdWTWCOzdEC12v7ljvkD5eO1h1g9Hr76p4Wb17gs/mg9VKOyobRPzMmXKjZ6wGPwTMHxB73dxdxs78fI+her7tDlbj+4SF6u7zc911HvE8VLGrN99WPKvTBgIIIJCEAMFqEsrd1gfBanYrvrBgdVT6+/s1f106Q1VTFYLV7K7NJEZOsJqEMn20VCAXwWrVUQDmLcXOjr2WatVvLHxHqHPWotmJ5tv5GQiGQt8aHzhbUNJCz1itzKL2UQDm7eJhH/4VJ1itF5zW+3198axdUe+MTE91rLOCvfPzrpewgK2y69Va/5Ghtn3vqhukr37t8SrA6t3L1WtQ5TMug7dHnfFZ57zR8tq/VNvueljWzk3vB895dtG6Pw97rLmBcOQZq87jxwSvflt3Ht4w8zZ5dSphs3/OjQSrVWeEWk14z4H219P3YVJVwWrIGanltqLPWJXM3CKCyBBfM8LqHavO3H3Hhtg/i/Ipt+OeQxtYO9W18j8vhh4b0fB8PWdaZ+2pgvEigECXCRCsdlnBE5kuwWoizG3ppPlgNf2hqgEjWG3LsslNowSruSll90wkL8Fq91SMmSKAAAIIIIAAAgjkS8B+YazeO5vyNWdm024BgtV2C7ev/eKeX6r4wsHaHTx0m4q3PuS5JhuhKsFq+9ZNXlomWM1LJbtoHgSrXVRspooAAggggAACCCCQTgHnOJ7K4Krf2ZTOgTOqtAoQrKa1Mq0Zl39Xa3ZCVYLV1tQ/z60QrOa5ujmdG8FqTgvLtBBAAAEEEEAAAQQQQKBrBe6//36NjIxodHS0psG+ffs0OTmp9773vV1rlcWJV4LVbIWqBKtZXG3JjplgNVlvemuBAMFqCxBpAgEEEEAAAQQQQAABBBBIkcDExISee+45TU9P1xzV4OCgzj33XI2NjaVo9AylnoAdrD6e+g+qCpsHZ6zWq253/55gtbvrn8nZE6xmsmwMGgEEEEAAAQQQQAABBBCIFDDh1dGjR3Xy5MmaSsViUUuWLFF/fz+aGRLo+e5H1XPkRs1ft161K5y+SRGspq8maRoRwWqaqsFYGhIgWG2IiYsQQAABBBBAAAEEEEAAAQQQSIVAcfeEtHYsc6GqwSNYTcUSSu0gCFZTWxoGFiVAsMraQAABBBBAAAEEEEAAAQQQQACBJAQIVpNQzm4fBKvZrV3XjpxgtWtLz8QRQAABBBBAAAEEEEAAAQQQSFSAYDVR7sx1RrCauZIxYIJV1gACCCCAAAIIIIAAAggggAACCCQhEBasfvSjH43s+p/+6Z+qfjc5OakVK1ZoaGhIhUIh9rC3bNmi1atXq7e31/oulUrWd09Pj8y5w+bbtOv9jt0JNzQlQLDaFBs3dVKAYLWT+vSNAAIIIIAAAggggAACCCCAQPcIRO1YDQtXw0JVI0Wwmt/1QrCa39rmdmYEq7ktLRNDAAEEEEAAAQQQQAABBBBAIFUCtY4C8IarUaFqK4LVd1++SSOnjdi7VXvNbtUea7eqtWO1p6hioahC0eyENbtW1dSu2FShJzyYof6RpnskWG2ajhs7JUCw2il5+kUAAQQQQAABBBBAAAEEEECguwTqnbFqwtVaoSrBavrXC8Fq+mvECFsoQLDaQkyaQgABBBBAAAEEEEAAAQQQQACBSIF6wWojdAs9CoAdq40oN38NwWrzdtyZQQGC1QwWjSEjgAACCCCAAAIIIIAAAgggkEEBgtUMFi3mkAlWY4JxebYFCFazXT9GjwACCCCAAAIIIIAAAggggEBWBAhWs1Kp5sdJsNq8HXdmUIBgNYNFY8gIIIAAAggggAACCCCAAAIIZFCAYDWDRYs5ZILVmGBcnm0BgtVs14/RI4AAAggggAACCCCAAAIIIJAVAYLVrFSq+XESrDZvx50ZFCBYzWDRGDICCCCAAAIIIIAAAggggAACGRQgWM1g0WIOmWA1JhiXZ1ugE8FqtsUYPQIIIIAAAggggAACCCCAAAIINCMwMjLSzG2+eyYnJ7VixQoNDQ2pUCjEbu/dl2/SyGkj6u3tVam3pFKpRz099nexp6hioahC0bRbkGm+mT5iDypHNxCs5qiYTKW+QCeC1VY8kdafGVcggAACCCCAAAIIIIAAAggggECaBJYtW7bg4bz00ksEqwtWbF8DBKvts6XlFAoQrKawKAwJAQQQQAABBBBAAAEEEEAAgRwKEKzmsKiBKRGs5r/GzNAjQLDKckAAAQQQQAABBBBAAAEEEEAAgSQECFaTUO5sHwSrnfWn94QFCFYTBqc7BBBAAAEEEEAAAQQQQAABBLpUgGA1/4UnWM1/jZmhR4BgleWAAAIIIIAAAggggAACCCCAAAJJCBCsJqHc2T4IVjvrT+8JC6Q1WP3Rj36k97///Qlr0B0CCCCAAAIIIIAAAggggAACCMQVaPTv8ASrcWWzdz3BavZqxogXIJDGYNU8IZsvgtUFFJZbEUAAAQQQQAABBBBAAAEEEEhIoNG/xxOsJlSQDnZDsNpBfLpOXiBtwar7ZEywmvxaoEcEEEAAAQQQQAABBBBAAAEEmhFo9O/yBKvN6GbrHoLVbNWL0S5QIE3BqveJmGB1gYXldgQQQAABBBBAAAEEEEAAAQQSEmj07/MEqwkVpIPdEKx2EJ+ukxdIU7BqZt/oq1zJS9EjAggggAACCCCAAAIIIIAAAgiECTT6d3mC1fyvH4LV/NeYGXoE0hasesNVzlhlqSKAAAIIIIAAAggggAACCCCQfgHOWE1/jZIaIcFqUtL0kwqBNAarbrhKsJqKJcIgEEAAAQQQQAABBBBAAAEEEKgpYILVRv4Oz47V/C8kgtX815gZegTSGqxSJAQQQAABBBBAAAEEEEAAAQQQyJcAwWq+6hk2G4LV/NeYGRKssgYQQAABBBBAAAEEEEAAAQQQQCBhAYLVhME70B3BagfQ6bJzAknvWD1w4IBWrVrVuQnTMwIIIIAAAggggAACCCCAAAIIdESgFcHqiy++qJUrV2poaEiFQiH2PN59+SaNnDai3t5elXpLKpV61NNjfxd7iioWiioUTbsFmeab6SP2oHJ0A8FqjorJVOoLJB2svvLKK1q7dm39gXEFAggggAACCCCAAAIIIIAAAgjkSqAVwepTTz2lNWvWEKymdGUQrKa0MAyrPQJJB6svvfSSzjnnnPZMhlYRQAABBBBAAAEEEEAAAQQQQCC1Aq0IVv/1X/9V69atI1hNaZUJVlNaGIbVHoFOBKsHDx7UkiVLrK37pVKpPROjVQQQQAABBBBAAAEEEEAAAQQQyIXA/Py8zNGCR48etQJVgtX0lpVgNb21YWRtEOhUsOr224Yp0SQCCCCAAAIIIIAAAggggAACCORQwJx3SrCa7sISrKa7PoyuxQKdCFYPHTqkkydPtngmNIcAAggggAACCCCAAAIIIIAAAnkWKBaLWr58OTtWU1xkgtUUF4ehtV4gyWD18OHD2rVrl9544w39/ve/b/1kaBEBBBBAAAEEEEAAAQQQQAABBHIr0NPToxUrVmh8fFzmvFazgzXu17sv36SR00bU29urUm9JpVKPTLvmu9hTVLFQVKFo2i3INN9MH3HHlKfrCVbzVE3mUlcgyWDVnIXy8ssva//+/ZqbmxPHAdQtDxcggAACCCCAAAIIIIAAAggggICJOQsFKwxdtWqVzjrrLOuzW5oJPQlW27ucCFbb60vrKRNIMlidnZ21QtW9e/fqyJEj1nEAhKspWxAMBwEEEEAAAQQQQAABBBBAAIGUCZgA1RwDsHTpUq1evdoKV/v6+ghWU1YnMxyC1RQWhSG1TyCpYNXMwASpZteqCVenpqZ0/Phx60gAMwYC1vbVmJYRQAABBBBAAAEEEEAAAQQQyKKACVTNt3mb/sDAgIaHh61Q1exWNUFrM1/sWG1GrfF7CFYbt+LKHAgkGawaLhOkHjt2TOa8VfN94sQJzlvNwTpiCggggAACCCCAAAIIIIAAAgi0Q8CEqosWLbLOVDXfixcvtoLWZr82b96skRHnjNWSOWO1VDljtVi0Alv3iAE32G22r268z5yB2+yXyYgW+nV4/nUtKQw3tZvZ9F3Yvn37qYUOgvu7RyDpYNXImp2r5oxV822CVvPvfCGAAAIIIIAAAggggAACCCCAAAJBARN0miDVnK9qvpvdqeq2e8UVV2h0dLTcnglW3XDVtO1+WyGbs2OWqjQusJDQm2C1cWeuTIlAJ4JVM3Xe+p+SBcAwEEAAAQQQQAABBBBAAAEEEMiIQDMfVhWcGsFqe4tNsNpeX1pPmUCngtWUMTAcBBBAAAEEEEAAAQQQQAABBBDoAgGC1fYWmWC1vb60njIBgtWUFYThIIAAAggggAACCCCAAAIIIIBA2wQIVttGazVMsNpeX1pPmQDBasoKwnAQQAABBBBAAAEEEEAAAQQQQKBtAgSrbaMlWG0vLa2nUYBgNY1VYUwIIIAAAggggAACCCCAAAIIINAOAYLVdqhW2mTHant9aT1lAgSrKSsIw0EAAQQQQAABBBBAAAEEEEAAgbYJEKy2jdZqmGC1vb60njIBgtWUFYThIIAAAggggAACCCCAAAIIIIBA2wQIVttGS7DaXlpaT6MAwWoaq8KYEEAAAQQQQAABBBBAAAEEEECgHQIEq+1QrbTJjtX2+tJ6ygQIVlNWEIaDAAIIIIAAAggggAACCCCAAAJtEyBYbRut1TDBant9aT1lAgSrKSsIw0EAAQQQQAABBBBAAAEEEEAAgbYJEKy2jZZgtb20tJ5GAYLVNFaFMSGAAAIIIIAAAggggAACCCCAQDsECFbboVppkx2r7fWl9ZQJEKymrCAMBwEEEEAAAQQQQAABBBBAAAEE2iZAsNo2WqthgtX2+tJ6ygQIVlNWEIaDAAIIIJB7gRcOvqA7n75TO6d2av7kfO7nG3eCpWJJFwxfoGsuvEZvHnpz6O3Hn/ut9n3j73TsqV/r1Hx3GBZKJS1+60Ua/finNHDueXFZuR4BBBBAAAEEHAGC1fYuBYLV9vrSesoECFZTVhCGgwACCCCQawETqn7m4c+ot9SrvlKfCirker7NTO6UTml2flZz83P620v/tipcNaHqrk9cr2J/v4qL+qVClxieOqWTJ2Z0cmZG439/B+FqM4uLexBAAAEEEJBEsNreZUCw2l5fWk+ZAMFqygrCcBBAAAEEci3wuUc+p+cPPa9FpUW5nmcrJndi/oTOWX6ObnnXLb7mJv76Bs08/5yK/QOt6CZzbZycOa7+c87V2Je/lrmxM2AEEEAAAQTSIECw2t4qEKy215fWUyZAsJqygjAcBBBAAIFcC3zohx/Skv4l7FRtoMpm5+rRmaP6wQd+4Lt653suVWn5UPfsVA1anTql+UMHdcHPHm5AkUsQQAABBBBAIChAsNreNUGw2l5fWk+ZAMFqygrCcBBAAAEEci2w9QdbNbR4KNdzbOXkDh47qB0f2uFr8jebNqp3ZFUru8lcW3OT+/WWhx7N3LgZMAIIIIAAAmkQIFhtbxUIVtvrS+spEyBYTVlBGA4CCCCAQK4FCFbjlZdgNdyLYDXeOuJqBBBAAAEEvAIEq+1dDwSr7fWl9ZQJEKymrCAMBwEEEEAg1wIEq/HKS7BKsBpvxXA1AggggAAC9QUIVusbLeQKgtWF6HFv5gQIVjNXMgaMAAIIIJBhAYLVeMUjWCVYjbdiuBoBBBBAAIH6AgSr9Y0WcgXB6kL0uDdzAgSrmSsZA0YAAQQQyLAAwWq84hGsEqzGWzFcjQACCCCAQH0BgtX6Rgu5gmB1IXrcmzkBgtXMlYwBI4AAAghkWIBgNV7xCFYJVuOtGK5GAAEEEECgvgDBan2jhVxBsLoQPe7NnADBauZKxoARQAABBDIsQLAar3gEqwSr8VYMVyOAAAIIIFBfgGC1vtFCriBYXYge92ZOgGA1cyVjwAgggAACGRYgWI1XPIJVgtV4K4arEUAAAQQQqC9AsFrfaCFXEKwuRI97MydAsJq5kjFgBBBAAIEMCywsWP2YvnT5pTrDO/+jD+vPHvmHxEWu+MP/rm3LJnT3/3ebftLG3lsdrI5+5V4tP7N6wCefvlMv/OcftnEmrW16bnK/3vLQo61tlNYQQAABBBDoEgGC1fYWmmC1vb60njIBgtWUFYThIIAAAgjkWqD5YNUJVQNBqhVwrpR2Pvvnum13cnTZC1Y/oDX/dI0WL3lFh/7kU9rnpfr3N+nN//EiKUPhKsFqcmudnhBAAAEE8idAsNremhKstteX1lMmQLCasoIwHAQQQACBXAs0FayuvVH/ff0FWhyxO/Vj7/pnXapkd65mLVi1d6qGhKrWarND1/5d2dm1SrCa66cJJocAAggg0GYBgtX2AhOstteX1lMmQLCasoIwHAQQQACBXAvED1bDd6pGI9nXa8+fafvT9lX+EDTkOIH5neW39FvXLvq5HtalunSp3pawAAAavklEQVTJq3r4vu36B12hG9+9TReUnF7nd+rhw2O61DoK4Fd6m/d31iXufZKsUHhIP98jXXrmGXrVM65GCt2qowCsYHXo19r/0S/ojTodhx0X4D0qwPx+8I2faWb8PVqsX2v/96Th/7hS0w9Kyy9bo9kHP6gJ/Z3OvWyNr6eabTQwLm9jBKuNrB6uQQABBBBAIFyAYLW9K4Ngtb2+tJ4yAYLVlBWE4SCAAAII5Fqg2WB16MDd+vOfe04zvfBL+uczvaetumFmnWB17RW6YvdPfOeimh2vf3jCbt8+WmCxLwC1dsSWQ1Y3LL1Ai61A9lfS2p/oJ55jCNxw1jr7tc5u23rFTjpYXfGf79KqC6Vj/3iVXvlfzug+aYekVmD6dckOXo9WrnGOEiju+Zme+8u/s25a8e8/oDf+l/fM1k9p7H9u0LzTblUb9SACvydYjQnG5QgggAACCHgECFbbuxwIVtvrS+spEyBYTVlBGA4CCCCAQK4FWhasepXcXaHW7tJ6O1btG90AtdyMc8xA2Fv8w44aqLouGPS6u2CtsY1poskzYDsSrI6/GNjZakLR90jeYFWVEFVWsPomzXjDWAvWPde1UixfOOttI+aqJ1iNCcblCCCAAAIIEKwmtgYIVhOjpqM0CBCspqEKjAEBBBBAoFsEmg1Wz4g4X9Vys0JNOW/brx2sytmResyzA9YbnMYOVvcNaZvZOesZn6+NjASr1g5S/Uz739igVRcuCV2OkaFoVbDqBqqeXa2qE87GfAAQrMYE43IEEEAAAQQIVhNbAwSriVHTURoECFbTUAXGgAACCCDQLQLxg1XPW+9Dw1X3/NPGjgI4I+SDrhYSrP7b4TG93Tpr9bby8QKpDVYjP7zKeXu/G6xW7Vj1r043hHXf9l+9Y9Ufotp3E6x2y2OceSKAAAIIpF+AowDaWyOC1fb60nrKBAhWU1YQhoMAAgggkGuBpoJVSyTsQ6y8H0TlD1YrZ7I61zhvzbeCVe95qe5b+OsdBeC9xx3L/E5ZwepKaaf7Vn/3TNWUHQVQeVv+Kzr0J5/SPt8qs0PPvj3ujtWwM1ZVvq/RYNW054av7gdicRRArh/eTA4BBBBAICMCBKvtLRTBant9aT1lAgSrKSsIw0EAAQQQyLVA88GqJ1z1ClmBqPSly8/R89YZq54drtZ1r+rhPdKlowedXaXuDlenEXP/wXOsD8IyxwP8UB/QtsAOVClwT6BNO6x12jOB6gvSB9ZfoMWm7ZdXpeKMVZfMDTirFllICFq5xh/G1g9WJXsX60UqOo2YQPX4uZUPvZr7P+2jB8q7XmOueo4CiAnG5QgggAACCHgECFbbuxwIVtvrS+spEyBYTVlBGA4CCCCAQK4FFhas5pomdHKt+vCqvMkRrOatoswHAQQQQCBJAYLV9moTrLbXl9ZTJkCwmrKCMBwEEEAAgVwLEKzGKy/BargXwWq8dcTVCCCAAAIIeAUIVtu7HghW2+tL6ykTIFhNWUEYDgIIIIBArgUIVuOVl2CVYDXeiuFqBBBAAAEE6gsQrNY3WsgVBKsL0ePezAkQrGauZAwYAQQQQCDDAgSr8YpHsEqwGm/FcDUCCCCAAAL1BTZv3qyRkRH19vaqVCpZ3yYMNN/FYtH6LhQKVkPmn+7/rt8yVxiBFStWNA1x4sSJpu91bzw8/7qWFIabrlth+/btpxY8ChroGgGC1a4pNRNFAAEEEEiBAMFqvCIQrBKsxlsxXI0AAggggEB9gS1btmj16tVWsBoMV73BqhuqEqzWN23VFQSrrZKkncQECFYTo6YjBBBAAAEERLAabxEQrBKsxlsxXI0AAggggEB9AYLV+kaduoJgtVPy9Nu0AMFq03TciAACCCCAQGwBgtV4ZASrBKvxVgxXI4AAAgggUF+AYLW+UaeuIFjtlDz9Ni1AsNo0HTcigAACCCAQW4BgNR4ZwSrBarwVw9UIIIAAAgjUFyBYrW/UqSsIVjslT79NCxCsNk3HjQgggAACCMQW+NAPP6Ql/UtUkP2BCHxFC5zSKR2dOaoffOAHvot2vudSlZYPmU+T6E6+U6c0f+igLvjZw905f2aNAAIIIIDAAgUIVhcI2MbbCVbbiEvT7REgWG2PK60igAACCCAQJvC5Rz6n5w89r0WlRQDVETgxf0LnLD9Ht7zrFt+VE399g2aef07F/oGuNDw5c1z955yrsS9/rSvnz6QRQAABBBBYqADB6kIF23d/WLD6gx/4X2T39v6hD32oajCH51/XksKwmv3QscL27dtPtW+KtJw3AYLVvFWU+SCAAAIIpFnghYMv6DMPf0a9pV71lfrYuRpSLLNTdXZ+VnPzc/rbS/9Wbx56s++q48/9Vrs+cb2K/f0qLurvnp2rp07p5IkZnZyZ0fjf36GBc89L81JnbAgggAACCKRWgGA1taVR1I7VsHA1LFQ1MyNYTW99czkygtVclpVJIYAAAgikWMCEq3c+fad2Tu3U/Mn5FI+0M0MrFUu6YPgCXXPhNVWhqjsiE67u+8bf6dhTv9ap+e4wLJRKWvzWizT68U8RqnZmadIrAggggEBOBAhW01vIWkcBeMPVqFCVYDW9tc3tyAhWc1taJoYAAggggAACCCCAAAIIIIAAAgEBgtX0Lol6Z6yacLVWqEqwmt7a5nZkBKu5LS0TQwABBBBAAAEEEEAAAQQQQAABgtXMrIF6wWojE+EogEaUuKZlAgSrLaOkIQQQQAABBBBAAAEEEEAAAQQQSLkAO1bTWyCC1fTWhpFFCBCssjQQQAABBBBAAAEEEEAAAQQQQKBbBAhW01tpgtX01oaREayyBhBAAAEEEEAAAQQQQAABBBBAoMsFCFbTuwAIVtNbG0bWgmB1fn5er7/+uu677z48EUAAAQQQQAABBBBAAAEEEEAAgcwJEKymt2StCFan5/drcWGlCoVCUxMtbN++/VRTd3JTVwo0ehSACVXn5uYIVrtylTBpBBBAAAEEEEAAAQQQQAABBPIhQLCa3jouNFg9VTipY3OH1V8YJFhNb5nzNTKC1XzVk9kggAACCCCAAAIIIIAAAggggEC0AMFqelfHQoJVE6oemZtS36mlKhX7CFbTW+Z8jYxgNV/1ZDYIIIAAAggggAACCCCAAAIIIBAtcOl7N2rVacMqlXpU6i2pp6fH+t/Fnh4Vi0UViwUrlDP/Z/1/k28ppwbJCZhaFVVS6VS/egq9Vh2b/eIogGbluvS+sGDV/Oz3v/99+dscA8BRAF26QJg2AggggAACCCCAAAIIIIAAAjkSeM973qPTTjtNvb29KpVK1rcJV823HawWy2GqFbASrGai+m6tFhKqmokSrGai3OkZpDdYNaM6efKkzM/MP0246oaqbrC6f/9+3Xvvverv70/PJBgJAggggAACCCCAAAIIIIAAAgggUEfg+PHj+uAHP2gFqyZQdcNVgtV8LJ1WhOAEq/lYC4nNwg1WTYduoOoNVt1w1XxwlQlXp6am9MUvflFvf/vbExsjHSGAAAIIIIAAAggggAACCCCAAAILFXjyySf1+c9/XsPDw+xYXShmTu8nWM1pYds1rUaDVXfn6vT0tN7ylrfo5ptvbteQaBcBBBBAAAEEEEAAAQQQQAABBBBouYAJVX/zm99ocHCwfAxA1FEA7u7HVuyCbPlEaLBtAgSrbaPNb8PBc1bNMQDud9hxAAcOHNCHP/xhffSjH80vCjNDAAEEEEAAAQQQQAABBBBAAIHcCPzjP/6jvvvd72rlypXWbtXfTz6nZ/fNafjcP9J5I+75qgf1/BPP6UBhROs3rtewOXOzxhmrx19+Uk/+7rgGzn6H3nHWgGM1pWcffVZTPrkBrX3HO7Tm2LN69NmpwPWtJZ767aN6djLY5nB5PqG9TVXGtfbYk/b9I+u18Twj0K6v43rlySe1+3il/eH1G7V+8St68snd8vxY1s+tobi2jqchd8butuKvRfyxE6zGN+v6O+oFq95w1RwJMDs7q0OHDultb3ub/viP/1gXXXSRFi9e3PWOACCAAAIIIIAAAggggAACCCCAQHoEjh49qqeeekrf//739atf/UrLly9XX19f6DEA9odXvaHnnnheB1QJIuMGq26wWQ743OBvYK3e8Y41cuPXdim5/bthZDlorRWUloPVC3Ta/p06stYNMts1SskXSo9MOWHqkFYNHNT+47LD58W7rSBaGta6s4/ppd+5casbrFZC7OH166Vn7UC7EsTGHz/Banyzrr8jGKy6Z6y6H2AV3LXqHgtgnqBmZmZkwlZzjflyP/zKe8RA1wMDgAACCCCAAAIIIIAAAgikUmBGB/ZM6bgGNHzmSlkfUTxzQHumPHvFSss0OjooTe/TvsPzvlmUlg1r8bEpeX88MHymVva77bqXe9q3fuT8vrRUS3VERzzNxrrfN5oBDQ9LU8Gxm5/tOyy3iwH7Is9uuJKWjY5qsBQY88CwhjUlb3OSc+18Y0alZaMaHSzZo5yf1r5GxhFse2BYZ66UUyd3wmYcyzW3rzKP0uJFmj92QrafKeMea+wDSwd0/Ih375+pxTLN7dvnq5s9N3+bkfO1xuR8oLUzr96BAZkPhpL53bI57ds3p8XL5nT48Lxch3lnDZVd3LVm1phVp2NSaV7zlWLpzJUlTVtjXaTFpRM6Jns9llzP0mItmj+mE+WdpSUtP93M44BmCgVrt+mi4dVaeWJK0+qT+cT4YnFAZ77lLRqZfk7PvDar4XPPVfHFF/WGc70dpA5r/TuW6nf/9jvPWrHDvOFJe5eq98u7SzJ8F6tztRNg9i/v18yhGeeHA1q7/jS9/qy7S9O/u7Xcjwlmz5eeefJ1aeC4DLf1FQhMg8GqfzzHArtpq3fSnq9nrPkNjQzo4KTsnbYD7u7SAa0aOq79Bz2zH1mv9Xq2sku2qQDZbd8NVoPBqRt0V8YRHNdaG0e7j3t2szbxvEuw2gRat99SK1h1w1UTpgYDVvPv7rd7dIBpy/12XQlZu32FMX8EEEAAAQQQQAABBBBIp8BR7XvxNR3RUp3+plEtkfvvfRo++yz1HnhRrx2R+pYPSYcOata6bqXmXv6dpmal3oFezR2fk5aerjetnNPLv5uyrhlaekQHzX0rz9ZZK2a178UDWnT2WRrqdRWcfnp6JLNJJ+b9R/c54zLt9x3Qi2aQ6le/ZjSjWmMflcLu7RvWqr4p7bfGfLoGj7xmza/fBJQm+zLjW3rE7qdvUItnp3WsTj99b7ys382u1JtGl9iTnjtY9jHW4ePwtz00u08vHljkGZtnvoFxDPXO6aCpS9/pspt/TUf6hnX2WUOy2I/uc5ykxUv7dOzIbMC9T4OLZzV9zKmb6xrsxxlTuV1rXie08nTptdeOaOnpb5I7ZbdPex30as6YHJh11kVvZUxmnOZ+a/2Y+ln/YtVg6elna9EB87+X6nSrj1lrbS45YrfV31/QiRNS78qzdXbflF587agKfcu0eG5axwuLdNq6dVp+dLd2Tc2puGKt3ja2RAdeeEEn1vwfOmvuWe3cO6tly4o6erSgxWe/XW9f8oqeeO6AHay6RwHM7Cm/NX1g9RnS3ld13Pr9Wh133soefPu5G2ZWHvf+ALMcrA6s1dolu7XbvPV+YK3Wr3pdz5rQdmCVho7v10HZ9w38zn57f6V/83M3SPTv0Aw/CiDQjnc3qAlC1x7Rk84RBW6w6u4APWaudXeUekLcSj/DOnNkSnvM+HxHIjT6rFc5EmDgbHvHbCUcdXekRgWrUtV8mwp2K2MlWG20blznE/CGq+6uU+85q26o6v2nN1Q1/9sbqgbDVbgRQAABBBBAAAEEEEAAAQTSJnBEe5/fawWrq89Zbe0e9f37kb16fu8R9Q0NSQcParZvWGvXmu2Tu7V7ala9i3s1d2xOfcNrZf94txWAmbb6nGusGTv39ZWn7/TjBKtx7z/y2vPaOy0tXX2OVi91x+wGq37j4NhnnXt9V5lgddGU9pfbtH8b2k85aHTMXCPLYNbxs++3x+f0NHtAu3dPlQ2jxrF27VIdsRzt+4zN8Oxua77+MbshrFs7adYy79Pq1dJeU7fhMzQ4/arT1lIND89qampWiwf7dGx6NlC3SrDqc7VqVz2mtSudalrzOqFhp08NrtY5K2e1e/e0Bof7NDVlxmFs+pzxuf32SY6dtT7M/R4fd40tXb1Wi6bcdTWo6ef3anZ4tQan91prbcXgEb0x7T8H1QSrS+amdaywTGvOX6Ohnh71HH1VO1+ZdnasrtCb33mOlrz+jBWsDg4WdOxYUcPnbdD6kTf028efs44COHPkgF61Dkod0NqzF2v376YqwaYT3in0jNXg49wTDlrvVp+SG6z63u5uQsuzj9shbjlYdQJF9636brAb6N/71vfgjlUdd88srQSg9vXOuCKD1Y1aNfmonj1aCXyH163VsZecnbUja7X26G7tPh5s1z9/X/AZ2F1bCaDdXabBHal1glXnzFoTSptjFo4558s2F/Da4yZYTdt/pzIynnrHAQR3rgZDVe8RAGG7VjPCwDARQAABBBBAAAEEEEAAgS4SmNarv31V0xrUGeedoUG5/96nkfFx9U3+Vq9OS30rVkhvvKFZ5zq9av/cDVY1eIbOG5nVrl2TmtUSLes7qsOzpo0zpT27NDkrDZ5xns4YdGmdftwdqzHvn3b67xsZ1/jgtNPvgAZ03Hrbtq+v2Sn7930jGh8f1gnnXmvMlQGp0uYZWnb4VWvMAwOy3m5tt+eM2YR2s4d1VAGjZUs0e/iouVjnDU7rtxac3acVQTYyDu81Fp3xHNTKwWkdMMGqb8zB2nn6sCNZn3/fSGVeSwb7dHTaKorOO0POGujTsiWzMlOwXPsm7Tn0LlHv3FHNmbl4xmSvl0qfi84Y16JJu9bW1+AZGl80qV2Ts3Z7w32andpl/bvrIu+/u207Zu7vBsvt2mvUXXtuH2fqVe0xweqyM8v1LBSO6tXf7tGRwjKd9ZazVXz1Gb1yuKAV43+g4emntftQQQNr3qrzii/pN06wWt6xOvKGfvlL8/b/YZ256oBedT7EyX2ru3/H6nqpKsgL+XAlT7BpHwMaJ1iN2LEaJ1gtf7hTYGepe35pjWDVzNs+49R82ccj7LY+WMp7fEHtYDXqCTX8yATv7lX/Gav2DuJA8OoGq3V2EMd5UidYjaPFtWWBsGA1eNaq98zV4BEAYcGqaZxjAFhkCCCAAAIIIIAAAggggEBaBab1yjOvWMGq2dlnBWXTr+iZVzzbIxedpjetG5YmX9KL+81JlpWvRavO0vLDL+t1z48H15yvNQq0sWyNzj+znKqaTux+F63USh3QgWbv941mUGvWSK94x27yvdNP0+xrr+uEM48+t2/vvdb45Fg4v1i2xprHK4cla06D7phP05tWHdeLVUaDmn7pRY/FIp32pnUadrfpzk7ppRfrj8Pt0x2er2/fmIc1eNicG+qpnZHdY0JESa6526/PaomWLzqqQ75ymvGu0vEXzXpwv+w59O132nR+bI+p0uBseW1UxlL+WdndXD+rKZ+R+ZlzT8DHXW+Da96kgf3GNXCdXN9p7Xl2j2fMUmH5iJYZm8JyrX3rWg3NTen55/dptlCwdqwWBtbooovOVPG13+jpV09o+LzzVHz+eR1wzli1Z2Z2iq7S5GO/tT4MqfI1oDNWS6/ujT5jNfgp9e691i5RJ6isv2O18vb8ct/lM1bNjlZ7h6a7YzZsx2rwWce3S7XSqH2GqhNQmp2elaMAzK7WQNB51kD5Q6d87Zt1PhvvQ6PCjyzwhreVHirzC+5o5SiAtP7XpevG5Q1AvTtO3eMAvMcCuAFr8Hfet/97g9quw2TCCCCAAAIIIIAAAggggAACCHSRwOGXf6OXTaDr+zI7Rs/SsgQc7A+csr/M/zbfVojq/NP+0Kqienp6fP90f+5e697rbSuB4dNFigTYsZqiYmRtKFG7Vr07V71hqnuuatzdquxizdrKYLwIIIAAAggggAACCCCAAAIIpEfAG6QGQ1A3HA0GrG6o6g1Tg4GqN1gN6yM9AoykXQIEq+2S7YJ2o3atusGqN2AN/u/guarB8JQwtQsWEFNEAAEEEEAAAQQQQAABBBBAIEGBqIA1LFx1A9XgbtbgtcGgNsHp0FUKBAhWU1CELA8h+BZ+b2AaDFiDvws7CiDLFowdAQQQQAABBBBAAAEEEEAAAQSyI+AGrcGwNOx4gLBA1Xt/dmbNSFspQLDaSs0ubateuNpIoMoO1S5dPEwbAQQQQAABBBBAAAEEEEAAgQ4K1AtXw0JXM1xC1Q4WLUVdE6ymqBhZHkpUuGrmFPa2/7Drszx/xo4AAggggAACCCCAAAIIIIAAAtkSCPsQKzc09Qaq3p8Rqmarxu0eLcFqu4W7pP3geatuoBr1T85U7ZKFwTQRQAABBBBAAAEEEEAAAQQQSKlA8MzV4O7VsBCVnaopLWaHhkWw2iH4vHbbSMDqDVuDDhwJkNeVwbwQQAABBBBAAAEEEEAAAQQQSIdA2IdYeUPUWoFq8Lp0zIhRdEqAYLVT8jnut9ZuVHaq5rjwTA0BBBBAAAEEEEAAAQQQQACBjAoEjwVwpxG1qzWj02TYLRYgWG0xKM3ZAlE7T2vtSGW3KqsHAQQQQAABBBBAAAEEEEAAAQTaLRC1YzUqTDU/r3dPu8dM++kUIFhNZ11yM6pGw9JGr8sNDBNBAAEEEEAAAQQQQAABBBBAAIGOC9QLTOv9vuMTYAAdFSBY7Sh/93VOgNp9NWfGCCCAAAIIIIAAAggggAACCGRNgEA1axXrzHgJVjvjTq+OAEErSwEBBBBAAAEEEEAAAQQQQAABBDolQIDaKfl89Euwmo86MgsEEEAAAQQQQAABBBBAAAEEEEAAAQQQSFCAYDVBbLpCAAEEEEAAAQQQQAABBBBAAAEEEEAAgXwIEKzmo47MAgEEEEAAAQQQQAABBBBAAAEEEEAAAQQSFCBYTRCbrhBAAAEEEEAAAQQQQAABBBBAAAEEEEAgHwIEq/moI7NAAAEEEEAAAQQQQAABBBBAAAEEEEAAgQQFCFYTxKYrBBBAAAEEEEAAAQQQQAABBBBAAAEEEMiHAMFqPurILBBAAAEEEEAAAQQQQAABBBBAAAEEEEAgQYH/H0vltTmVfKgC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7" descr="data:image/png;base64,iVBORw0KGgoAAAANSUhEUgAABVYAAAKjCAYAAAD2wVQ2AAAgAElEQVR4Xuy9CZhU1Z33/+2NrZulAVlkE5FNZBVRacVINIgLmBiXKDFRfH1mMnkSncn/7zuvy5PH5X1m3v/MaPLOknFEM4rGPQGDSGJQUVBQQUDZkR2hodl36O7/8zt1z61zb92qulV9a7m3vjd26K469yyfc+p21ad/93fKfvnLXzaDBwmQAAmQAAmQAAmQAAmQAAmQAAmQAAmQAAmQAAmQgG8CZRSrvlmxIAmQAAmQAAmQAAmQAAmQAAmQAAmQAAmQAAmQAAkoAhSrXAgkQAIkQAIkQAIkQAIkQAIkQAIkQAIkQAIkQAIkkCEBitUMgbE4CZAACZAACZAACZAACZAACZAACZAACZAACZAACVCscg2QAAmQAAmQAAmQAAmQAAmQAAmQAAmQAAmQAAmQQIYEKFYzBMbiJEACJEACJEACJEACJEACJEACJEAC0SOwevVqDB06NHoD44hIgARyRoBiNWdoWTEJkAAJkAAJkAAJkAAJkAAJkAAJkEBYCFCshmWm2E8SKB4CFKvFMxfsCQmQAAmQAAmULIFt27ahY8eO6NChQ8ky4MBJgARIgARIgAQKS4BitbD82ToJhJEAxWoYZ419JgESIIEcEPj8889x4YUX5qBmVkkCqQl89dVX+Oyzz3DbbbehdevWxEUCJEACJEACJEACBSFAsVoQ7GyUBEJNgGI11NPHzpMACZBAcAQoVoNjyZoyI7Bhwwb06dOHUjUzbCxNAiRAAiRAAiQQMIFCi9XGxkbIV1NTk/pqbm62v2SoZWVl9ld5eTnkq6KiQn3xIAESKAwBitXCcGerJEACJFB0BDIVq3Lr9vz587Fr1y41liFDhuCaa66x5dgrr7yCW2+9VT138uRJfPzxx1i+fDlOnDiB2tpa1NXVYdiwYZBoxS+//NKTxwUXXIBu3bqpdrwOqX/Pnj3q+YEDB2LMmDGOYvPmzcOBAwfsfugnpS9nnXUWzjvvPM96dZ3mk3379lX164jKZP3u3r07vvWtbyXU+/7776vxSrty7vbt2zFp0iRHObOMfL979+6EejRTeULGsXLlSuzfv18xHT58OC699FL7HK86pH9SRo9D5qlTp04JfVm6dCnWr1+PiRMnqj77Yae5bd68GW3atMHIkSMdLMzxSX1SftGiRVizZo29hsaPH2+3p+u78cYbHdJV+MkhPHmQAAmQAAmQAAmQQFAECiFWRaSeOXNGfYlMzeYQwVpZWam+KFmzIchzSCB7AhSr2bPjmSRAAiQQKQKZiFURpf/93/+NyZMnq0hDLU5FBGrx94//+I944IEHFCMRgIcOHVKSTYSeSNm5c+eq8yWv5sGDB1W5VatWqX/PP/989a9+TsSpCD73IW1LXW+++Sbatm2Le++91y4i7T333HNK5Op+yJPS15dfflmV+9GPfuQ5h1oam22KaBRJq29X12PSfdUViVA0RaR+XASmSEPps5y7YMECXH311Q4ZbJaR70UWu+uS8+UQSbllyxZ897vfVXlJZby///3v0a9fP1tmetUh4xAm5jxJn++66y5HftOnn34ax48fx/e+9z3V53TsRIJK+8JMhLXuz6BBg2zZa45Pz8/ll19uM5C+ffjhh3ZfZB5eeuklJe2nTp1qz5Xwk8OUyJF6MXIwJEACJEACJEACBSGQT7F6+vRpyJeIVfchkanpDolm9TpErFZVVakvHiRAArknQLGae8ZsgQRIgARCQSATsSrCSyINzehJGaQILy27TLFqCjUNQ+qQQ0s7fb5bmCVry6xH+iJyViSjFpEi6UT2ffHFFw6xKo+L3JWIUYlA9ZKgydqcNWuWkoYSKZmp3HOLVRGLIkZF1OoNm9xiVYtY9wKSc0UOixg2c5KKNP7Nb35ji0kv7lKXOTfy/ahRoxQHHfGrJamIbbMPqdiZbHR/pZ/vvfeeLUXN/kg0sdmmPkcLa4nm1fMgIlginHWEcabsQ/ECZCdJgARIgARIgAQKTiAfYlUiU0+dOpVSqOoUAO6UACJcdQoA+VcOecxLsopgbdWqlYpiDeo4tnYuPsAVmDy4nV2l12NBtafryb6NY1gz9wNgwmQMqU7Sq12f4Okt/XHvxd2D7rZHfT76g9345OlN6H/vJchHj/Iw6Mg3QbEa+SnmAEmABEjAH4FMxKoWeBJJOGDAAM/8mO6IVbllfezYsaqsl8yUXnoJM79iVW5xF0Gp5aCIPhGgb7zxhkOsSiSmCEmpd+PGjQm3wEs/krUpuUDlNnSJnsxU7rnFqrSjo3d1NKZfsaqlsTuVgNRpCksvsSrnykZROrpX5ummm26yxyV1SBmRohKBbIrVVOx+9atf4a/+6q9S5kk1+yPl3VGy0raOZP35z39uz4NEwUo0rBbJmbL39wpgKRIgARIgARIggVInkGuxKu+hRaqah45O1XJU/pUoVrlzSL50VKs8rm/5l7uNampqlDTVglXq9BKsErkq5YM4CiVWs++7H5GZfe25OZNiNTdcc1crxWru2LLmgAgs2vgp6o80+K7t8gHj0KWmc9LyDUf24cONS3zX162mC8YPuMh3eRYkgbASyESsyhh1fkzJpykRhSJZzfyYpliV8iLD1q1bp3KyeuUD1WXkX/MWb307uJvrOeecoyJmtQQV+fb2228r+abFr8g5sx9SVtINaCGpRaF7J/pkYtV8XN/O7+7XhAkTPG9R9xKrMk55/MILL1TRmG6xKmzN4/bbb7dTCbg56XKmdJT63HUINzNvquZjilFJ83Dttdeq3LVarKZj555vr9eBOb5U5fVzbt4yr5JOgmI1rFcZ9psESIAESIAEiptArsSqiFJ5H2Pe9u++3V/L1CNHjuDo0aP25lXJiIlU7dKlC9q3b++Qq1LeLVhFvopcbWn+1fRiVaTgLKxQnR6BqRJ1eXQN5i4Arpg8BLE4V1McmuUBjJyKey8GPpm7H506L8CCfRMwbfIQwI6UPWzUL7e+xZ6XencvfhpLO01zRNMCllgd2x+bPkvSBztitT3WzJ2JBeqmuj6YcIeOcvXqo8SSej++e/Fc7O9UiwUf7MeE7/bHpq+B/vsWYEFnGZu0YUXQHv4ET8+OkVItXiF9R7wPamy1WGHz1HwYx1psVxGK1WKbEfYngcAflr8DkZt+5GqbqlYY2et89OzYIynJbw7uwvIdq3DitPMvhV4n6HZvHHkNZ4YEIk8gU7FqAhHJKpGcsjmVjlpMJs7kTaVEfkrUpJl/U+prScSqSFYRpXJrvQg5vTmU2Q+J5pTb7+UWdzlE8l511VUJmyClilgVTtJWpnIvmVg1b+v/wx/+YIvMZLfxJ+Ok50Nyr4oo1tJWi1F9e7+ZLkHO0XyETe/evZW4lTQDEtHqvnU/FbugxKqsj6eeekpFGbvnQYSvSGGZWzmYYzXylyUOkARIgARIgATySiAXYlVu/ZcgBC07vfKnyvufffv2qQhVEaw6FUCqwUs9IkrlfZ/sNSCCVW79Nw9TsEp5kastSQ2QTqyaclO+n4WpuPeC/cnF6tFjOFbdzhKuOrp0DA68OAuYci8usT7W63bHHJhpyFMpPxObznXLVJOAf7E6rdNSzDwwRqUEkPZmft0/Jm09+zgZQ+DV98mo/dIat6QWEKn84ib0tyVtkjE6yhniOVnbydIa5PXVwsY0AYpVroWiJyBiVY6VB3em7evwjmfj4nNGpRWrizd/4bs+aZRiNS16FogAgUzEqkhFHT1oDj1ZRKJIt/vuu89xm7iXvGypWBWpKOkApG5JAyBRoFr46ShW2YxJHyI1RfC6N7FKJlbN2+yDEqtalNbX16s33VqEphKrWpKam3XpMYlc1vLUXYcI7YULF9obcJliVac5ELGqNxrT53fr1k3lbk3FTqde0HlQdX9EhuoNtsz+eOVklXNE0EtfJD2Cex70pmci5LU8jsBLj0MgARIgARIgARIoEgJBi1W5jV/e39kCxtiUSgtWeY/a0NCgolS9NrJKh0bnXBWx2rVr17TRqyJXs93YKp1YjYnEBdhmRJKqx5JGrFqj0+epSFERq84co6ZY3dQvUbiaOV+dvPyLVRUpq6JDrUhbN3hHH42cra7HRazafUwYu1OsxuNVpTEdJeuRCiBZ2+kWB5/PCwGK1bxgZiMtISBitWPbGuw+sg/rj+z1rKpPm/bo1Lq9es6PWJ239kNsO3EYtZWtsf/MyYQ6pT55XtfrV6xKmoFTjc5IWB09az7XqqJV0nQFZrma1jVo36bG7t+pM6fQcHSf/XOX6s5oVen8q6Q8efjEERw5ecQxrmzK+m3Pa9y68VRj9eqn1FXTpgbtW9ekTOlgDk7q2dKwFSfPxNhLKohzuvRNuuzc41LnJGHpVVbakX6e3Sn2J9RUEdLJOiHnb27Yigv7jfL98pBoa/ex88AutUbkK9kY/DaQiVjVeTDl1nSdL1Vkn+zg7hWxKkJSDjMnqDwmckxu7dZHS8Wq9EHSARw4cACSBkAOLVZ13lCzPXle3/Zu5n31Eqt6x3o9viDFqu6H9FvkpcjNVGJVysvznTp1SmAqdehNxbzqEKEpotRrkzFJByB1ShoA4aHPF65atprryWSnpa2WqFJOGG3dutWzP8L4zTffhNca0gy85kHkuURGjxs3jhGrfl/cLEcCJEACJEACJOCLQJBiVSJVJQJVH2akqvn93r171XtXKd+SQ4Sp7Dkg0atymNGq7tQAUiabyNW0YlUPQItAubU/RcQqJKp1ub6lvy+2qtvkCyVW9S321i3+lhw+7NlHKzI1oe+xx/2J1aXoZEeymjMfF6vefFJsxNWSBcRzsyZAsZo1Op6YLwJa2n2wcQn2njjsKUJFkH5nwMW+5JIWZWt2b8DB40c8I1cH1nRFm4pWGNX7/IwE37rdG7BoyzJb2l7aa5gtzuS5pTtWqTFIXwd1P88ToZT708bFapwidm8fM9WWpyIQF369BJ/u3Yxv9xqO4b2GOsSrrlCnO5BycqQrK2y1tL6sxyCM7TtK1Svtfbb1C3y0ax0u6noO6s4d59meHpvUIXPRu7qLavfAycNKeCcT09JPM3pYIo5PNJ6y+3JtvzFpxaO0/craBZA5G9ilL7Yd2KXm9LsDLsEFvc73ZGxylAKpxmYykLJ6bcj32482qHmSMV8/+PKUMtfdkXdWzVfzeM/Ia32L2c+3fIGPd3xlrw39xwThLH8I0HOdbU7gTMSqtCWRhe+++64ScfJGzn1bvXlruPwlXm5zlzI9evTAwYMH1e34N954oyOKNZlYFWHrdYiUk2PRokW2vJOIzX79+tnCUffDjOQ06/LaCMorr6s7h2yyHKtSt9zG7j6SpQLQ5URePvvss0o0+hGrmqlm6cXUS6zqyF29cZRXqgQdCavPnzt3rh0Fm4qdZiJ5XKU/Is61pJXz3P3Ra0jWhBzuNeQlVqX/InSHDx9OsZqvX8RshwRIgARIgARKhEBQYlXnS/W6/d+Uqk1NTSofvkS2em08lQl2nXNV9jLQRzK5Kn0QuZppzlXHLfKqEfN2/Fh+0AOjrYhSyV26rBOmTQA+ePEAxli73Ks6PqhV+VeVOJR0AY7b5lOL1Xge1QxTAfzeuw/drRyrUzErnmZAieFYee8+Jr/l379YNdIdOCJbXWI1gQ/Faiavi3yUpVjNB2W2EQgBkUpvb1matK6HJ9ydUTtuqWee7CelQLLGdD+lDrdQlOdE/KWLgJUoXZ36QKTfNedPtJsT0ffUkleRbrwyvmeWv63OS1dW1yll3UJSi957x93sGR2rO+Y1bumDCOwrB12WdG68+qmloxdDsyKR5P+4aKYS0D8ed7P9lJzvJ9eu5uNHbj624FlVv1lW2p+/7iMlSEWu/mjMVE/x7B68yds9v+kWsV4bbun85Y5V+P3GT9Tptw6ekFTcp6o/U7Gq6xL5JYdEQbo3gXK3J1GPItxExJoRounGzeeTE9BMRVRLGoRCHyI+Ja1BJnOs15AIZR4kQAIkQAIkQAIkUCgCQYnVY8eO2bf1e0WqymMiPaXczp07WxytKrxEkko6gJ49eyp8XlLVfExSCFRXZ5qsMyYzYxs8WYfacMqK9rRvWZfn4htAxWSqddLIERixHOivRKuxAVSfCZigNqwahaHbmjDIErFSUzxSNsvNqyZMRt/tSfpgb16lUwHExjXCzvHq1UfXxlJ23yfgms4LsFOnK0iaCmAyhjg2rzI3y7IYI3kbesOuQr1O2K6TAMUqV0RoCJSaWNXRkDJBbokmki+dLM1ErEobWma6JaXePCxdFGQqoZxqkXn1U9eVTjrqcyWK9LYxU+xm5HF3GgWvPnjJ0mR9TVZWy12veUpWlxl5KmXuG3eLLyErZZOJVfM5Nw+/L/Jsxarf+lmOBEiABEiABEiABEiABIqZQBBiVf7IfOpULEVZMqkqz0m06uHDh7F79+6scqu6OYpYrampQa9evdRT5gZYySJXJdeq/DGcBwmQQPYEKFazZ8cz80yg1MRqn049sOfoPhUNKYcZhZgLsSr5Pl/46l3Vlo7K1JGVfsSfl1jNpp8iKl9aOkvd2p4uklTSRPz70j+oPkt0qzCTvKd+c40GIValbS0700XY6pfMb5e8hm8NuBh/XPuhuq1fUjWkE9f63FRi1XyNpBPvXi9fitU8X9TYHAmQAAmQAAmQAAmQQFERaKlYNfOqppKq8pyIVcmtKumgstm0ykusSsTq2WefbT/lR65mm2+1qCaOnSGBAhKgWC0gfDadGYFSFKvDe52PN1e8o3KOyq3mPxgxWW3MlI2w9ENbhJ8ITcmzKrfvC3ORu2YqgmT1JJufdILPjFgVwbh09zrVhN/b6l9eOttzUzM/t8MXQqyKwBah+tPxd2DRxk/xlx0r1dymS7VAsepnBbMMCZAACZAACZAACZAACWRPoKVi1SsFgBas5r/yvcjUoMWq7H2gc9frKFUvuWpGsEqka7t27bKHxjNJoMQJUKyW+AIotuFLPs+vG7biwIkjapMnU65lK1YlAlI2fJKd3E1BWOw5ViX6UnaMl6jM362Ya2+SJEyCzrGq14GZp/OB8dNU5KhEVp7TpW/apeKOWNW3yGciVn8y5kY7AjXV5lPuzoisFE564yp5XmSlyMtUR9Bi1U/kqaRckENywEpEsGy8JYcfESzl/ESsutM5pJ08q0CpRaxKdMCJEyfURlE8SIAESIAESIAESKBgBCTH4+wVRk7HgvUk84bD3HeP0bZErMoGVPLeUg4vmaof189JxKrkypfNO4OIWNWbV8k+BsmkarKUAJIOQNIC8CABEsicAMVq5sx4RgsIpNrpUCTTyh2rcfjkEXszoDvHTLFzT4q4m7tlWdLWH5pwV8JzItteXvGOkpJyTO43Wt0q3rNjD4hYXbJ5ub1JlHmy3NI97pyRvndrN8/V/ZQ6po6c5OiTPLf9wO6Ex90dn7V8Hnp36q7EqhzS1xnL56rvJX+mRLB6jdesxzwnXVl9nsjQ/7PoRfWj9F92m//RuO/7mnGvcUsfhHWqw91PXY+IUXP+veqQ/opUHdT9PPtpmfP/WDpL/Zxu3I8veE6Vmz5yctp+JitrMktXj6zxXy15TbHVhzCWKGGRoX5Yy9qQjc1kLev1oevSz9X1GJhyw7Bk81FKYlXexP7mN7/BVVddhTFjxvha4yxEAiRAAiRAAiQQNQK78cl/zcbKEVPwP/TmO4UY4q5P8F9vrcTwG/4HLkn91tnoXZj7XgjI/tpsiVhNF60qQtUUrvLZ+MiRI9ixY0cgm1eJGJXNZGtra9Vg3XLV/FnT0I8xatV7fZjpHPytIJYqRQIUq6U463kccyqRqn6RnDwKiVL9cvd6bDtxBH3a1KBvp57o1bEH+nXu49iFfunW5SnF6oOX/9gxMpFYb69+DyfPnFR16+OCjj0xdcQk7Dq4G4u3fIEvD36TQETKXNxvFHp0tHY3zICZ7mdtZSvcc9H3HWOYtWKeygM6pu/IlDV6lVtfvxGvrv3QPs89XneFMr4ZK2IyNl1Z89z31y/Ewl3r1UMi79L1VZ+rx6356sdlLJefexE613T2HLO7nyIqX142W82Zuy6vMcocynzqQ+b915++rtbSnRcll8L7RMAum61Omz5ictq5fuLD33qW1bzGdu2HSUOvTDmvwmh9w1bcOvoGu5w5r376ITxlzbrnRtfjte78Lt+lS5eWjGT85JNPVITAd77zHb94WI4ESIAESIAESCByBOqx+JmYWL1nXLeQjS7MfS9e1GvWrMGQIUMy7qBEnIpYlSNdtKop62STq82bN0OiXVt6tGrVCt27d0fHjh1VVe4UAOlSAkg6ABGspXqkkqgUrKW6KvyNm2LVHyeWypCAW6i6fxb59fnW5Vi4ex3GdjkH/bv0URGDNa2rk7YkUuqdrckjVv/XZU6xKtK2dWUr/G7ZbGw/cVi181nDZnWL+ICOPTGi11AVsfrloZ0JbV7QIRax2qND5mJV2v31p6+pOnu3aY8LusWiKTc0bEPDycP44egpKccp57+96j10r+mM8edehKqK+C0ZH6xfpJjJ4R6vOYjTjaexcscqm9cd539biWo/x76j+/GbZbGIz59ddHPKvpr1ffL155i/cyXOq+6KCQMuUqkXJHp08c5V+OtLfuDZtLufd4vg7NAdW/Ztw4ur/qLOuaZvcrm769BuPLtiriqjo1YXff2pmudUY5Z2RejP+nqxamPquRer803WZofNOZWykudW1vDqXRvV+pG1deWguqTnS13C9Y+r56Nfx564YuB4u3qzbll3k4ddmbKeV5f9ERuO7kVd90EY3H2A4ry5YZtaF7Lerh86EZ2rY3+lzvRoiVjdvn272lG0a9euKZvdu3cvNm7cqMpIcv3zzjsP8iYw2ZGqXtlF9eDBgwmnyl/qveqUulId+jxdb6rx6Lr0OfKmuL6+XkUJuNuW5zZs2KB2fZVjwIABKTm5GUmqAmGV7aH7Jm+yveqR9vRta2YbvXv3TmgyGzZSifAy29dterXhZpmKrawlqUsOWXvCSvNPtj7MQek+JWOQbk3rNtzznm6tSR9k7O6xuTm5JyAZi6DXTLZrjeeRAAmQQPgI1GPJM7OxYuQU3HNR+MRqePtevCslW7Eqv6PlSw53LlX9mNfjkg5g3bp1gYhViViVNADyniidVPVKCSDnt27dungnJ4c9SyZO3Y9TsOZwEkJcNcVqiCevWLueLG+Lflxk26sr52FApx64tP9FvsXdsq0rUorVv7/sRwlIRGb957LZKvJxQJc+mPX1EnSqbI0DZ07irhHX4NMty5NGrF7ULzuxKp0Q4bdix2psPLhLtSXHhV36YWzfkWmllwjKPUcb1DlDug/AwG4DHOOS59fv24Ifjv1e0iUg0YtrdsfklT7qJGrUp3ATgdu6ojUuOfdCX8tMOC/8+tOkZW8Y7h0VmKqf0odDVqRxsr4fOXEUn29bjlWSl9fifF5NV4zrOyKlSPbqbyo+5pyYgzyrugvO6drbl4B/a+Wf7FPNeTUflwJSZzLuXrzknA5tanB2x+4Ja8XX5BmFli1bhtGjR2d6mhKlf/jDH9R5P/3pTz3fkJ08eRJvvfUWtmzZov6SLsJK8knJMXHiRJx//vkJ7aard/Hixfjoo488+9uvXz/ccMMNjr788z//c8qx3XrrrUp2mfV6jcfslz5HhNgrr7wC/bNuaNWqVZg/P5ZXVzYSEIG5e/duePXPi5GIY9nU4KKLLsKECRMynhs5YcGCBfj0008V92nTpiXU8frrr6t58Trc7WbDRuoV9pdddhkuvvhi1Yxu88Ybb1Si2TzcLL3YikicNWuWYiMs5dDr6bbbblMfKFKtD92e7lMqBvIBQ/rpJYFnzpyp5tPNKd1ak/b/7u/+Tglnc91IfXJ4zZM5l3pd5mrNZLXQeBIJkAAJhJJAPZbMeAsrR9yA6ZZYrf90Bt7adxlun1SLlfKcPa7huGH6ODj1q3W+Ofbecu5gtLUf8yhjtKeK7V6CGX9cieHXT8c4FdeR5hyrfLzZ3rjsB5MwWO8/5H7e1d7xdfPw0oe1uGH6cOyf9xI+sv/27KrH6Fu8LReHhL5LyeNY66hXHnPz88GlAGsqW7Eq0aoiSU3x5r71X4ajH5N/5fOxvDeU92Fnzpxp8WjLy8vVJlR9+/a1+6EFq9dndHdqAH1+izsS0gq8pKl7PvXQKFhDOsk56jbFao7Almq1qfK26Ode+OxNFUF608A6hUmi7XYf3YftJ45gUt+RGNVnhHpcbgl/bfkc3HHhd9XPEtl35GT8ln43Y6/o0gUbPsbqhq2YPLAOc9cvxLf7X4Qvdq5Bm4oqfGvQeJUOQNe55+h+FeHaoXU1alrXqFvDU0XQluocc9zRJfDFF19g1KhYXt9MjnfffRcieORN4ZVXXomhQ4c6Tpe/3ou4kkNkp46alMdF+q1cuRI//OEPE6I409W7ZMkSLFy4EPfff7+jva+//hoffPCBkqrf//737QjGJ598EnV1dRg3blzK4el65Xyv8Ui/JLJAxnzLLbegV69eKjfWq6++av8sDUiOrnfeeUfVYXKVsiIFRQhed911dl9eeuklJQqnTp2q6tSHzMt7772HsWPH4vLLL89kalTZ5557TkVyCud77rknIWr1jTfeUOVuuukmu26ZG5HCixYtwqBBg1QuWjmyYSPnudlLm1u3blVzJH0yo3zdLL3YyvmSyuGOO+6wz5U+i7wX0fmTn/wkgZPXOHWhZM9JRKrUKfPirlOee+aZZzB8+HBs27YNd92VmOdb6vfqv27X/ZxeM17zZM6lno9crZmMFxlPIAESIIHQEqjHp8/NwZfDr8NdY2PKtP6z5zBnf2/03t4JI++6yBKpx7Huzy9j4fYLcJ39WOK5IhQd5Y6tw59fWQhcdhuuHqhVq8d5uz/Fc29/iQuuvQsXtfd5DrzaB46v/zNe/giou/VqDFKiNbGcLiM3p8BqBY8AACAASURBVPSr0+Wssa/sbZ8bK7c91i8lfD04mH03y6AOt109yBbMiquuG37HmP+FtXbtWgwePDijhiUNwPHjx1NKVa9oVfl8LH8sli+RskEcsoGVvMeU91ha3kq9pmB1f2Y3pWvbtm1LMh1AOoGa7vkg5o51hJcAxWp4567oep7sAu2+DeE/F7+CA6djUZxyDKjugqHdzlW3NO84uBvXXRD7AL965xr1b21NLdbXb0J7JTyrcV63c7HvyH713NLtK3HVkAkqQrSmVTVq2tTY9cpjL3z5Z1zdZyRW1W9En449MLBbf/XYDy+42hFl+OGGT/BJ/Qac36GH3X7RAc5Rh77YtlJx33l0P24adhU612R3G3mOulcU1S7etBR7j+5TjH504VRH3tyi6GBAnchGrIpc/I//+A9MmjQJO3fuVLfD/+AHztQPy5cvV2Jw+vTpCVJPzhfxd8EFF6iIRn34qVckn4i/++67L4GAvEGV6L/x48fbIvWpp55y/JwMm65XhJn049prr3UUlU2vBg4cqETlzTffbIvV1157zf5ZTtDlvv3tbyc0pdv467/+a/XGV4TavHnzVKSiVzoFXd6LYarpF8k8e/ZsxV7koaReMDnLuW+++aaq4nvfS4yC13Onx5kNG6nbzV7aFDEqURoSVWEyFtlosnT/7FWfZiBlJVJVonvdHFONM9VzmqFmoNuSaGlJ8SBCesaMGZgyZQrOPffchOnw6r/ZX3OsyV4PUt7dj1ytmYAuJ6yGBEiABEJCoB6f/vZtfHXBtfixLVZ/i7e/BIZN/rElE62h7P4Uv537Vfxx9fMBjL/5agwys5kZ5YYd+jNeXdgJ1/5YC9pYXcfWy+OIn5vNOSJMXX1XEvW3b+NA3S24eqAOX01sL9b+DvRylcPRdfjza4sA9fgRj/oBZ5l2gJuLVUcnNz+j7jos9MelAKsoG7Eq+VHld7h5mJGp8rj5s/5ehGxDQ4P6ku+DOESs9uzZU73n1mI1XVoAs135Y3eqNF1B9LFY60iXG1fPo9e/xTom9is/BChW88M58q24dxyUAbv/Knb06FH1l7xd+3dj75EGtG3VFl3adUbbVm0Un+37d2DLvp244OzBWLr9K+w4fhCDO/TA2kOx24X10b+6CzYdbUBNRRU6tmqnysn3RxpPY9qIa1Sx02dOY87aBer5mqq2ONV4GnUDLsK8NR+gpqqdaqOqvArtWrfFF9u/xJf7tqNX247o1f4s9Vjv2ni0WKrJk3Z2HNiBU2fOoH/XfqiqjOdDDcOkC/P3t63EWa3a4pJ+o9GxbYcwdDuvfVy3awOW1G9Q6+PivqPU+ojqIVGYEp2YybF+/XolGEXKSVSfRGhec8016NSpk13Nn/70J/UG7Vvf+pbvqv3UKxGVK1asgNz67XWIdJWdVvUGVS+//DJGjBjhmXbAPF/XK9GhH374oRqbfoOpx6ifkzQGkl9ThLLc8q9/Fpkm5+qf0w38/fffV0WSMZJoTJF/fvpvtiUM5BDBbDI1y6RrW9oVYShRt9mwkbbc7HWbEpn7+eefq0hcHaXrZun+WeqbM2eOzau6Onlubr/jTMVANpSQzc7c61q4iHwXyW5yds+1V/91Ga/nPvvsMxV1a0YzS3n34+nmLds1k26t8nkSIAESiBaB/Vg9ZxG+HjAe1w2JBRfsXzMHizaei/HXDYUj3ODEViz5y0q0v/Q6DPXekzWGZt9qzPn4a5x76XXof3QJ/rJiD84a8W2M6xP7zON5ZHMOEvtutu3oo9V3WP04sU36BQz/9jj0dXQrVudhKVe9yR6H3/GmLGf0YQRW+ONSgMUmd2DpNEN+mxepKmI0XVSj3Govhy4nn5flDpj9+/cHJlZl8ynJsyqRp2Y7XikBpC/u4Cg5v1TzrOq5EW6Sb1YYyvtMtxQ3y+k1wtQAfl8t0SxHsRrNec3rqNJJVfkLnvyyGDZsmIpqkw/opXyxzuvksDESIAESIAESIAESIAESIAESIAESIAFfBESUy51CcjfZV199hdraWiVak0Uhm7LcVwMsFDkCFKuRm9L8Dsjr9n95THLE6L+K7dmzR93m6XWbaX57y9ZIgARIgARIgARIgARIgARIgARIgARIID2BF//zH3DfQ/8MSbFgR6WOuB434I94a0U8+ljVNHIqpnVaipkfbHNW3GcCpk0egna7PsHTs1fEntOPyffm4xiBqfdeApWumEdoCFCshmaqiq+j6aSqyFW5tUF2fP7bv/3b4hsAe0QCJEACJEACJEACJEACJEACJEACJEACSQj8y7/8CzZu3Kjy1u5d+hccHPYdDKkptyNY5bT6JfNwYPhkDHFlqDq2di5WdJyMS3rsxidPL0WnO2Jldi9+Gks7TcPkwYfxydOzgCn34pIegJSf+XX/mIjljISGAMVqaKaq+DrqTgGgI1RFqOov2UBGpKpsTMODBEiABEiABEiABEiABEiABEiABEiABMJCQPZ0kI1YuzZtwfwjF+A7g6oh+XLt1AD1S/DOwRGYPLidI88ujq7B3C9rMfni7rGo1C39ca987zicwjV5ubDQKs1+UqyW5rwHMmpzd0Hz1n/5XpJ3y7/ffPON2i25TZsUydoD6Q0rIQESIAESIAESIAESIAESIAESIAESIIHgCMgG3Pfc831885fj6HfnWPSoqLDFann5HiyZsQX977kY3cvKDLF6DGvmfgBMiEWoSiTqBwdqgeUrEEsUYNzyz1QAwU1WgWqiWC0Q+LA36xWtakaqarkqYvV3v/td2IfL/pMACZAACZAACZAACZAACZAACZAACZQgge9NGIxNtRPx7YHVqLDEqkStntjwZ3xUNgHXDK62parKxeqKUFW3+H9Qa+dPjd/yX4sVRooARqyGc3FRrIZz3greazNaVW9WZYpViVg9c+YMdu3ahVdeeaXg/WUHSIAESIAESIAESIAESIAESIAESIAESCBTAnWDBqHztyZjUPtKQ6yexIZ3F6Ls8mswpCYerSpiVXKobuoXy5sqh4pYxRUqXYA6RLwu64RpE4APFgBX2DlVJTXAJvTnBlaZTlFBy1OsFhR/eBvXYtX8V9/+L/9qsSoRq6+//np4B8qekwAJkAAJkAAJkAAJkAAJkAAJkAAJlCyBgQPr8K1rxqCmMiZW1deJjXj34zJMmDQE7aw0ACpaFbux+L82O+Wo5Ft98QDGWMLUjlgVsWo8roTrbNiRrSULPGQDp1gN2YQVS3fdYlVHq5pSVUesvvHGG8XSbfaDBEiABEiABEiABEiABEiABEiABEiABHwT6DzyKvzgssGorKxUX0qs7l2K/97RH9PH9YhvZCVi9egavPNhmRGFGmsmlg4glmHVzLHqfBwYMSUe6eq7gyxYUAIUqwXFH87G3flV3SkAdLTq6dOnVSqA3//+9+EcKHtNAiRAAiRAAiRAAiRAAiRAAiRAAiRQ0gS++93vomfPnk6xakWuSq5ViVTVXwIqFrnKo1QIUKyWykwHOM5kYlVHq8q/IlUlYlVSAcyaNSvA1lkVCZAACZAACZAACZAACZAACZAACZAACeSHwNSpU5VYraqqsiNWJXJVpKr+0jLVFKz56R1bKTQBitVCz0DI2jelqnRdolX15lU6UtUUqxKxSrEasklmd0mABEiABEiABEiABEiABEiABEiABBQBEas9evSwxaqdDqCigmKVawQUq1wEGRFwR6tqqSqC1Z1fVacCmD17dkZtsDAJkAAJkAAJkAAJkAAJkAAJkAAJkAAJFAOBKVOmJIhVHbEq+VYlSlUiV+VgxGoxzFh++0Cxml/eoW8tnViV2//1lxarb731VujHzQGQAAmQAAmQAAmQAAmQAAmQAAmQAAmUHoEbbrjBFqtmOgCRqmYqAHeu1dIjVZojplgtzXnPetSZilXJsfrHP/4x6/Z4IgmQAAmQAAmQAAmQAAmQAAmQAAmQAAkUisD111/vyLEq0ao6HQDFaqFmpXjapVgtnrkIRU/8ilWJVtURqxSroZhadpIESIAESIAESIAESIAESIAESIAESMBFQMSqzrGqI1YpVrlMNAGKVa6FjAgkE6s6v6rewIpiNSOsLEwCJEACJEACJEACJEACJEACJEACJFCEBK677jo7YpVitQgnqMBdolgt8ASErXk/YlWkquRZlX8lFcCcOXPCNkz2lwRIgARIgARIgARIgARIgARIgARIgARAscpFkIoAxSrXR0YEKFYzwsXCJEACJEACJEACJEACJEACJEACJEACISZAsRriyctD1ylW8wA5Sk1kIlZPnTqFXbt2MWI1SguAYyEBEiABEiABEiABEiABEiABEiCBEiKQIFb3fI4nX16ECXf+T1zWuxyygVVZWZnjq4TwlPxQKVZLfglkBqB0xeouvHRLT9yBF/HNq7ejR2bYClw6zH0vMDo2TwIkQAIkQAIkQAIkQAIkQAIkUHQExE0cPHgQrVq1Qrt27Tz7J2UOHDiA6upqVS7bo2fZYIydfjl6V1WhquoUNsxbgIqJ38UFnSqUVKVYzZZsNM6jWI3GPOZtFAURq588gbJLH8LjHzfjwUvyNlRXQ9nJyV2/uwk9bwde3PYGbu8drr4XqrdslwRIgARIgARIgARIgARIgARIgARSERBhunnzZrRp0wb9+vVD27ZtHcWbmpqwe/du7Ny5E71790b37t2zBuqMWD2Fkyc6omOnSlRUUKxmDTVCJ1KsRmgy8zGU0hWr2dEtDrGaXd95FgmQAAmQAAmQAAmQAAmQAAmQAAkUK4F9+/Zh69atSq6ec8456l85GhsblVCtr69Hr169lFSVW/WzPeyI1ZOb8eeZf8FGo6LBU3+Om4e3V/Xv+PAxbBpwN8pmPIv5UmbYTfjFzcNRk23DPC8UBChWQzFNxdNJitXM5oJiNTNeLE0CJEACJEACJEACJEACJEACJEACfgm45WplZSW2b9+OhoaGQKSq9CMmVgehfsYf0fCduzFlWEdIOxXH1uL3/zYbPe96CJf3jonVZ9+/EtN/eQX64AhWvvZPeKPbdPzyij5+h8NyISRAsRrCSStkl4tDrH6MJ8rGY+lL3+CN/jNUmgD7eHQRmh++1InISiVgPvg9OfcH8UypMQH6plHke67b9xNTAaQ+xyr/mlGlo2/u593tZTLGxLac40uSxiAQLoVcjWybBEiABEiABEiABEiABEiABEig1AlouSp5VCXf6dGjRwOTqk6x+hU63XU9hnWqjInVil34+B9eQJkhVj/u/He4dUR7NSVHVr6Cf9o3nmI14guUYjXiExz08IpKrN78Pbw5/Bdxkbr9JdzU5w68aQpMr/ysrnIfP1aG8Y88jkXND0Ir2cRIU6ec3OTrHMA7YjUmTR8y+plYzhKracdo1XWzsamWNea4XPUQq4FxCXqFsT4SIAESIAESIAESIAESIAESIAESyIzArl27sGPHDnXSWWedpfKqimQN4ohHrFKsBsEzanVQrEZtRnM8nmISqw/BKUNl6G5Jqn5eaUhHi0+83ETM19GvRgQr4Jafppzsjxm+zvEWqzGJOsYhchPbs9pPM8b+STbHcnJIFKvBccnxgmP1JEACJEACJEACJEACJEACJEACJJCCACNWuTwKSYBitZD0Q9h2UYlVj9v+vaVlImi3WPWStM6zEsVq+nO8xGqS2/ITpHBiVKvuT3yM07Hplp64A4niOHnfb0c8AUIQXEK4iNllEiABEiABEiABEiABEiABEiCBSBAothyrTAUQiWWV0SAoVjPCxcLFJFZVjlVHlKkWmUmiQROmLxbxGov6NPOrAkiQtk4hCl/neIlVHYmabC3pKFwjx2rSMcaibc2UAt61JpO5yfqSCRe+JkiABEiABEiABEiABEiABEiABEgg/wTcUrVNmzaqE42Njdi5cyfq6+sDybUaSwVwOXqf3Iw/z/wLNhpDHTz157h5eHuUlcU2r6JYzf86KHSLFKuFnoGQtR82sRqLTLUgG3lIvSNbU20ClUxOpt44Klnu1PQyNLdiNTguIVvA7C4JkAAJkAAJkAAJkAAJkAAJkEDoCRw4cACbN2+GyNR+/fqhbdu2jjE1NTVh9+7dSrBKvtXu3btnPebrrrsOPXv2RFVVlfqSjatim1dVqDyu8iVi1fzKujGeGDoCFKuhm7LCdjhUYtXapAq+I1tNtlqY6gjS5Lfwx89yn5NZKgDnzPoRq8lTAaTMsRool8KuR7ZOAiRAAiRAAiRAAiRAAiRAAiRQegTETRw8eBCtWrVCu3btPAFIGRGw1dXVqly2B8VqtuRK4zyK1dKY58BGGSqx6rXzvSJhCNCPgfGXPoTHP27Gg5c4MTmjWg2x+reb0NPXOd6bV8Wk5/fw4rY3cHtv3aZV//BFaH74Usm4iic8N8hypjuIpTFItxGWSwoHyiWwpcWKSIAESIAESIAESIAESIAESIAESKDoCFCsFt2UFFWHKFaLajqKvzOhEquWnHzISAEQl6rCWuTmvwF/2xN3vKYjU605SIjqNOXkRMyXTaPSngNAScylTolq1f2mkcc1WcqA9HlkEze5ShS37mhb65xAuBT/mmUPSYAESIAESIAESIAESIAESIAESCBbAhSr2ZIrjfMoVktjngMbZbjEKgAtMW0CVqQoXsJNfe7Am4gJVZi5WK2yzijWxFQAjjylnufIg8YGUY4NsdwbR7kjWP1FrEpsq1MWy88uSawjdPEivnn1dvSQIoFxCWxpsSISIAESIAESIAESIAESIAESIAESKDoCFKtFNyVF1SGK1aKajuLvTEHEavFjYQ9JgARIgARIgARIgARIgARIgARIgAQiSIBiNYKTGuCQKFYDhFkKVVGslsIsc4wkQAIkQAIkQAIkQAIkQAIkQAIkQAJCgGKV6yAVAYpVro+MCFCsZoSLhUmABEiABEiABEiABEiABEiABEiABEJMgGI1xJOXh65TrOYBcpSaoFiN0mxyLCRAAiRAAiRAAiRAAiRAAiRAAiRAAqkIUKxyfaQiQLHK9ZERAYrVjHCxMAmQAAmQAAmQAAmQAAmQAAmQAAmQQIgJUKyGePLy0PWyB28f3pyHdthERAg0W6ulGc2Q70W0NjUDTU3NaGxqxplG+WpSX6fONKP+wHHMXbIjIqPnMEiABEiABEiABEiABEiABEiABEiABEqJwLWXD0D3LtWoqipHVUU5KivLUVlRjoryMpSXl6Nc/i0rA9R/ZZBvC3MUrGGP4RZTX3I7G2V/fxUoVnPLOFK1q8UiQjX2j5KrMbEKNDYDZ5qsr0bgdCOw+wgwbzWXWKQWAQdDAiRAAiRAAiRAAiRAAiRAAiRAAiVCYPLYanSvrUCrijJUVgKV8m85LLEqUhWGWEXIxWpQQlTqaakLCrIvuVusZX//nRaPNHe9Y81FR8AhVi3BmiBWG2NyVYnVw8C8VS19MRUdBnaIBEiABEiABEiABEiABEiABEiABEigBAhce1F7dK+tRFVFGaoqRaqWobIiSLEahEAU7xJEPUHUIYuipfUENZ4g+pJ6kZf98hqK1RK4DgQ2xGRitVEiVq2v0xK12gicagR2HQbmfEWxGtgEsCISIAESIAESIAESIAESIAESIAESIIG8EbhuXDV61lYoqVpVYUWs2mK1XEWslpXFUgCITgx3KoCWCFGJvjsd4Ly0pC9mN4KInk0+rLIeF3em9Qpw2kumKitaNZZoNZYSQP6vuSmWd7W5EWiWnKvHzuDgpqMlg4UDJQESIAESIAESIAESIAESIAESIAESiA6BVsP6oax9OwlRRVlFOVAueQDEopajTFlV06ZaP0dn+L5GIvvwlJdVobzduIDlqq/mC1KoSiKX1XSP6U6xWpApCHmjZuiqDEUlWzWTriKWfPX4GTRvPRjywbL7JEACJEACJEACJEACJEACJEACJEACpUigbNi5QIeYWEVFhSRUjX0voamxcFUjTLU0xapE3JWhCq1qLkNz86mSWSYqYUH5hd0oVktmygMcqF41KlTVykksIlULVpV4tRnNx8+gacuhABtmVSRAAiRAAiRAAiRAAiRAAiRAAiRAAiSQHwLlw/pbYlXd/+8SqyJYGbEqYrWirApV1XUlJVZlBVKs5ud1GL1WKFajN6ccEQmQAAmQAAmQAAmQAAmQAAmQAAmQgIMAxaqfBUGx6ocSy5BAnADFKlcDCZAACZAACZAACZAACZAACZAACZBAxAlQrPqZYIpVP5RYhgQoVrkGSIAESIAESIAESIAESIAESIAESIAESoYAxaqfqaZY9UOJZUiAYpVrgARIgARIgARIgARIgARIgARIgARIoGQIUKz6mWqKVT+UWIYEKFa5BkiABEiABEiABEiABEiABEiABEiABEqGAMWqn6mmWPVDiWVIgGKVa4AESIAESIAESIAESIAESIAESIAESKBkCFCs+plqilU/lFiGBChWuQZIgARIgARIgARIgARIgARIgARIgARKhgDFqp+pplj1Q4llSIBilWuABEiABEiABEiABEiABEiABEiABEigZAhQrPqZaopVP5RYhgQoVrkGSIAESIAESIAESIAESIAESIAESIAESoYAxaqfqaZY9UOJZUggK7G6/eM1JEcCJEACJEACJEACJEACJEACJEACJEACoSPQ++o6oEM7oKICqCgHysti/5aVAeXyL2Lfq6Ms9nPJHRSrJTflHHALCTRb5zdb38g/Tc2A/Nxkfd/UjObjZ9C05VALG+PpJEACJEACJEACJEACJEACJEACJEACJJB/AoxY9cOcYtUPJZYhgTgBilWuBhIgARIgARIgARIgARIgARIgARIggYgToFj1M8EUq34osQwJUKxyDZAACZAACZAACZAACZAACZAACZAACZQMAYpVP1NdwmL1gQce0LGHfkixTIkTaLZu/Zd/9VdTUxPkq7GxUX2dOXMGp0+fVl979uzBvHnzSpwah08CJEACJEACJEACJEACJEACJEACJBBGApMmTUK3bt1QVVWFyspK9VVRUWF/lZWVoVxyrapUq2Xqi0fpECijWC2dyQ5ip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mmBWD2MzxcdwiqU49LRPXFeWye149u/wetbm4CuHfDDQe2DRXp8H+YvOw707YqJvVt71K375t1sr6TnBdvNoGpTLI/VZMjxGDZ/sQ4YOArnVPvrScPahVizN7Fs275jMKZPbILTidW96xZja6shGNS1AqdPn8aePXswb948fx1gKRIgARIgARIgARIgARIgARIgARIgARIoIgIUq0U0GUXYlQDEKpAoKk9iw7K9+Pg4ciBWY3Uf7NcLF3ZORjQmVjHEo8y+PXhhzSmc7/Wcqk7OPYKOHrI4o/lT8rcRw8efhbMyOjGxcHZidQ9WL96LrhcP9dH+cWxfuhRbjnfBkLoh6GJ24fh2LF26BbDkaiZitWHjUqw/0Rmrl7zXQgI8nQRIgARIgARIgARIgARIgARIgARIgATyT4BiNf/Mw9Rii8UqurbCqqMV+P7ozrCDVi2p2LHrKaxC0BGrJ3H8eGu0dUXIOqGnEKtKnCaRrkU6c1mJ1frVWLyvKy4ekl7rxiJVPaSq4hGTrvVnxaJWMxGrLY9YXYGnxt6NmSnmpe6RefjVFIcKznAWdRt1ePjtX2FqtwxP91t8yT8AEwCc+J9+z2C5iBFomP1zTHp0ITD+Ycz79VTjDxgNmPWzSXhsEYA7n8VnPxsRsZEHMJwdLwMD/gBsfBnoFUB9rIIESIAELAJRuDYnH0Oupzn++6vl78d89JW/C3xAYhESIAESIIFcEKBYzQXV6NTZcrE6pAOwxhnhqUXgNTiEd0yxakWLOvC1bWtLWcd51i3pZjTsnnU7nPUpgXsSfROiS/2LValzZbsO6LvnED6G9KUKq+yIVSt6dUhrbF1zHDtUx1vhGh2FmjAe4zlHxKpVT99KfLz1lDV8o6wle1eZYDy4ZJJSYc+axdjb+WIM9SEKlVg92g9jxvSOy/Eka/zY1qVYtu24Q7DWDrwY53VqQmNjI8xUAC2PWI2L1WnPfIb7RuXihZdrsboYaHOFq+M3UhDlYiqLvM6i+/BePws/v/YxLMQ0PPvZfUinc1f8eizufh5I/+E5yNfUbuCOfsAbrsldcAIYV+QTzu6RAAmEgkDRXZuzoGaOhdcuowAAIABJREFU4anzHsN9GV2rgezfY+VLrPJ3QRbLgqeQAAmQAAkESIBiNUCYEawqALHaC333ipzU+U7jt+rL47ZY9cyLauVCtfKw6rys9m361jkdrdv2AxGrrlQAqs69Zp5YMxWA1T9DcqryR9vi+0OAj115Xu3nJHo3Qawewiq7HitVghK5UvYkjrdt7ZCaMeEbY5p5xKrkV92C6lF+0gAAGYnVY8fQtm0sclV9HduOZcsOo9e489CRYjX5JeJ/twEeBXDTb4EXb4vgpYRDSkcgCh/e040xZ8+/chvwoz8A+CWjvnMGmRWTQGkSiMK1ObuI1SD+eJ0vsWqtTf4uKM0XKUdNAiRAAkVAgGK1CCahiLsQiFi9EHvwwhYrHYAhFGFGmCaJLjVlqRKIe1obaQWckaeZilVHBKgxCSmjYB05VhMjX+0+KrHqipYVaevB4SyP9AOJY0VMoMqGX/owhXMmm1cd3Ywv1gODRp2Ddj4WXyZiNZYKoAFrFq5Bg7WZVXNzG/QeMRzdqwoUsfrFUxh7j0fCAH3LtefzOkovWbqBeBSf/YHFxdI7wsO4rVu3rz4IjAIWAJjwS+CRD4D/dbGPmWGRKBHI6MN7ujWN2LrddOc04PmZWAiJJH0K/R+9LzF1RkLqAYuqK2IVEpG6YRqmYSZmSloC69Dr3BGx2vcFj9ec+zUl6TUeAR630hz4ev0A8deblZ5js6TR+AJYcCMw4cf840SUXhQcCwkUAYGMrs32ddPdcef1z3ltfhkT370tlu7FcVjneNaZ6k4C432Gqq8O0+4EZj4fSzVjRqxO3zxJ3WngOFTKGSSkWqp7JE0/pRJ3X8fHf2fI3QyP4NFYyhvP672737FCSaNljd+Dqswp/i4ogpcLu0ACJEACJUuAYrVkp97XwIMRq53jUZ69GuI72DtEqBV9Grud3nWYAjFAseq5eZWr6QRZ2xKxatbtEbFq9scUq7CEajLhm2nE6rEtX2AdBmFUPz9aNX3EqhKvGIK6wbCEamcMvnQwau2I1Xp0ybFY9VzNIoweAh5VtzObtygbsvT7d6Hu9eccz2tBFMt12R8v6DyuloDaYd3yrHNhys8zzjFyuWZ4C7WvVyILRZ5AMkGf8IH3tk3WLfpJ1rT7Q7EWp2pdbsJ047b+lLfve4lV9QHcEpo79R8sYj/3f9lKBXDf/cBTT/p4TdXhru8vxHOvq4/OdrqBBHHqI11J5BcHB0gCJFAwAr6vzaaMtPNhu/+Ymvieoov6Q9gM9DfyuNtt3vkgpj3/hPqDWCzNCtLm3Lbfw+jrqik7DbF60ZRx+HT2kvg1vVv8vVGsrR22XI3JzVT9dMlYa/wmO6lTRG6y90sP3jkTT8jvGOt3FnTecZ/paAq2QNgwCZAACZAACQCgWOUySEUgILEKmLlKD/brhQs7xx5zpgLwyoca717QEat5F6tZRqweceeOhZNdZmJV0gCsAwaOwjnV/hZ/6s2rLPEqYrXvcSxdWo+zRo9GrzZmKoDci9WkEQ32Bwrn5lP2Bw9brBrP6ygIl1jVbXhHr3hFtuZ4wyt/08dSISHgOyrKFqtJ1rRLrLpfG56SwGtTrGRiVZd1vbYSxWq615QhVs32k7xmQzKN7CYJkEDECPi+Nhti1bzuOs+Pi9WE9y1edyKMvx/340k8uchP/uoYePv9jXFd9cqxaotV464F5x/b3GLVmljPfjr/EB0fm1cqAO/3S/ffDzz5pNcGjhFbUBwOCZAACZBAJAlQrEZyWgMbVGBiFfZGTvFNmbwiVtFX52KVMThvtfclViW/qeQl1fLRkR9Vc0m1eZWTXcsiVo/DHE/aHKtWZC7gzLGqxOpej02xskoFsAerF+9F14v95VeN0TiO7UuXYsvxLhhSN8TYrVyes27776rF6hY09xmN0b3boLn5OLYvW4otxwqYCiDpbXnWPHuJVccSSMwxluxDkh11RzEU2AWolCry/eE9S7Hqjhz61ZQunh/AbeZBilXP1xTFaimtb46VBMJKwPe1OVuxaopKd6RnQvSmppj8D7ctEavOOXK9/4GRVsmzn17S2BSrZjoad5oDazzQmybGe5J+Q8Swriz2mwRIgARIIEoEKFajNJvBjyU4sap3trfloStiVfpuy9f4QOyNqkTvpcmxagvJ47Hzzx/SAVhzBB1H98R5YlrtIw9iVeRuwngMOeqVCqBrK6zae8rqpVFWi1ZrXBCGXU/ghTWnIOkBLsU+vO43x2r9aize1xUXDzkr49USi1z1OE2k6uAu6onmvWuwaG2D2rgKaIs+Iwehec0ybDlWiwFjz0XjusXY2moIBnWtQMPGpVh/ojNWL3kv477ETvCxsUI6yen1fCYRq3aqAeNDTro2sxwtT4s2Ad8f3rMUq14ftr0esykHKVY9X1MUq9Fe0RwdCUSDgO9rc5Zi1at++7Gx12PcZ3/EEvN2eFvEeudZbYlYTRWx+sOtP4/lRzUiXNNH4xpi1U4T4/V+6SJcP/ZT/PEzM6eqj/d40VhiHAUJkAAJkEAECFCsRmAScziEFojVHPYqclX7F73FPvSYUIUSq/qrqakJ8tXY2Ki+zpw5g9OnT6uvPXv2YN68eVkOy8ebbiNiNR71YJz3/z2MTf+PMwdrshyrnqkAEnK4GvnPdC5K5ojMcn5L6zTfH94zzLHq3lzKjqz2iJJyEG+xWI3fuur9mmKO1dJa4RwtCYSTgO9rc4Y5VhPeU+j3DGbUpi1W48IxfvdBGrFqy1jj1vsW5Fi1xapXP9056XUaAuP3TF1C/m3z/VJcrCIh3UyKDazCuaTYaxIgARIggQgSoFiN4KQGOCSK1QBhJq+KYjU7zD7EqlScZAd1OweY5/PuHcw9PtToqA3X+XWPPIuJ795t7fDr/uDj3shiqiu1QnYkeFb4Cfj/8D4i6ZqORxJ5vTbcOy5Pw7PPAHffI9uieOTvy1asyqYnfV/AWKve+My4X1MStfQI8Pgkj92wk3+Q5uZW4V/rHAEJhIlARtfmpOmHkr+nEBbxDafU1RgPPzMR8++J/dEX40cAi1a4kKXK4e6+1gPT7pyGmc/PVNGmT533GO57PnbNl82k7labEhqH18Zb1u8IZ3lXP+U84w9/sRqnYdqdMzHTas/9u8H5fukSjMAnSBip2kgrdleU4zDeeyXNsx+mhca+kgAJkAAJhJoAxWqopy/nnadYzTliaYBiNS+Y2QgJkAAJkAAJkAAJkAAJkAAJkAAJkAAJBEiAYjVAmBGsimI1gpOayyHlNxVALkfCukmABEiABEiABEiABEiABEiABEiABEggNQGKVa6QVAQoVrk+MiJAsZoRLhYmARIgARIgARIgARIgARIgARIgARIIMQGK1RBPXh66TrGaB8hRaoJiNUqzybGQAAmQAAmQAAmQAAmQAAmQAAmQAAmkIkCxyvWRigDFKtdHRgQoVjPCxcIkQAIkQAIkQAIkQAIkQAIkQAIkQAIhJkCxGuLJy0PXKVbzADlKTVCsRmk2ORYSIAESIAESIAESIAESIAESIAESIIFUBChWuT5SEaBY5frIiADFaka4WJgESIAESIAESIAESIAESIAESIAESCDEBChWQzx5eeg6xWoeIEepCYrVKM0mx0ICJEACJEACJEACJEACJEACJEACJJCKAMUq10cqAhSrXB8ZEaBYzQgXC5MACZAACZAACZAACZAACZAACZAACYSYAMVqiCcvD12nWM0D5Cg1QbEapdnkWEiABEiABEiABEiABEiABEiABEiABFIRoFjl+khFgGKV6yMjAoUQq8eOHcM333yDQ4cOoampKaP+sjAJlJeXo0OHDujZsyfatWtXUCBcywXFH4nGuZ4jMY0chEWA65lLISoEimktR4Upx0ECJEACxUSAYrWYZqP4+tJisapFW/ENjT3KBYFMxOqZM2dQX1+PP/3pT1l3RUTU2rVr0b17dyXF5I0rDxLIhIDIeFlHu3fvxuDBgwsmV7mWM5k1lk1GgOuZayNKBLieozSbpT2WYlnLpT0LHD0JkAAJ5I4AxWru2Eah5qzFqgg28ysKMDiG9ARMsSql5Y2kPNbY2Gh/iVCVr9OnT2PPnj14991301ecpMTGjRvRtm1b1NbWoqKiAmVlZVnXxRNLk4Ben/v378fx48cxYMCAgoDgWi4I9sg1yvUcuSkt6QFxPZf09Edq8MWyliMFlYMhARIggSIiQLFaRJNRhF3JWqyKUDt16lQRDoldyiWBZGJV1oOWq6ZY3bt3L+bPn591l5YtW6aiDFu3bm1Hq1KuZo2z5E7U61XW58mTJ1X08+jRowvCgWu5INgj1SjXc6Sms+QHw/Vc8ksgMgCKaS1HBioHQgIkQAJFRuCKq+vQtVtnVFVVorKyEhWVFaisrEB5eQXKK8pRXl6mgsDkf+o/BoQV2QwmdkfmqqKsFarQFhVllS3qb1ZiVd5AiKiQiMT/+9HvWtQBnhxSAs1Wv5utb+SfpmZAfpY0qPJ9UzOaj59B05ZDWQ/y888/x/Dhw1FVVcWLU9YUeaJcs+R6tXLlSlx44YUFAcK1XBDskWyU6zmS01qyg+J6Ltmpj9zAi2EtRw4qB0QCJEACRUKgvF8HlLWtBMrLrC+IPY19r2+q1TKVN9kWyayl7kabqla4bOAoDOrRA23KOrZIrmYtViU6USITKVZDsWaC72QexerIkSPVX4V4kEBLCIhYXbFiRUHFKtdyS2aQ55oEuJ65HqJEgOs5SrNZ2mMp9FoubfocPQmQAAnkjgDFau7YFrrmq84fh6E9+6BNWYesu0KxmjW6Ej+RYrXEF0D4hi9/CFq+fDnFavimjj32IMD1zGURJQJcz1GazdIeS6HXcmnT5+hJgARIIHcEKFZzx7bQNUvk6t2XX4N2ZZ2zvkuaYrXQsxjW9ilWwzpzJdvvQn/YkVQAjFgt2eUX+MC5ngNHygoLSIDruYDw2XSgBAq9lgMdDCsjARIgARKwCVCsRnsx/PXEG1Bd1oViNdrTXISjo1gtwklhl1IRKPSHHYpVrs8gCXA9B0mTdRWaANdzoWeA7QdFoNBrOahxsB4SIAESIAEnAYrVaK8IitVoz2/xjo5itXjnhj3zJFDoDzsUq1yYQRLgeg6SJusqNAGu50LPANsPikCh13JQ42A9JEACJEACFKultAYoVktptotprBSrxTQb7IsPAoX+sEOx6mOSWMQ3Aa5n36hYMAQEuJ5DMEnsoi8ChV7LvjrJQiRAAiRAAhkTYMRqxshCdQLFaqimK0KdpViN0GSWxlAK/WGHYrU01lm+Rsn1nC/SbCcfBLie80GZbeSDQKHXcj7GyDZIgARIoBQJUKxGe9YpVqM9v8U7umIXq3vm4aG/mYF1muDA6fjXJyahm/q5HvMe/ClmrDfxDsL0f3sck85yIv/ymVvwcq9/xeOTY2fGjsTzJz30KqaPSDZd6duTdh79U/z81PUBSDk+ox8rZuCWV3obYy/eJZXrnhX6w05gYtU99wLOsb4ByLw/Ps9GmnY95Ro+6w+cQFTWs/vaJ6Di6zX9tTNwsKywIAQisZ7TXZtd12UF+juP4NV7LigIczaaGwKFXsu5GRVrJQESIAESoFiN9hqgWI32/Bbv6IparH6JGbc8Ctiy0/pwjphcrVcScxIeeXU69MeZ+rkP4afPwSlXrQ9Bg+4yxaqzLqVbVblNnmJWno6Jg+Ttjf7sIfz0o8vj8tNqN7kMSz2+uAKOlZvnlm7Fu6py2rNCf9gJRqxac+r4MO5ak9aH+/56/adZnzmFzspzRiAK6znVdVeufxcv8XmtzhllVpwvAlFYzzNuuQXzkl2b7wN+/TczAMf7Ca/reb6Is51cESj0Ws7VuFgvCZAACZQ6AYrVaK8AitVoz2/xjq6YxapXlKaSTR/i8n97HL1m3YJH4YoSMZ6fdJb1Ycei7yVWP7zMkK2OcxOnTInVpO39DHjqp9h+qzPi1fMcXXWa8UnUrSMKjGJVkSv0h50gxWr8jwaxRaEElSXn1R8OHOstJl7da6x4Ly6l27MnnngCy5cvdwAYOXIkHnzwwQQoUVjP5rp1/0FI1rgSqymv1aW7VsIw8lJbzyJWk16blViNvQcx74xJ+bs+DJNcIn0M01oukSnhMEmABEgg7wQoVvOOPK8NUqzmFTcbswkUs1j1miYjai+9WNUVxISUQ6LqCNRN8dQCsair/o4IWLMLqcVqYvoBO9VA/wxuEUwSlegtLkpzHUdBRAHuaGW3WO2FtxzR2qU512EdtUhV+QBvHiJVRa66jyisZ4rVsK5Uf/0utfVMsepvXYSxVJjWchj5ss8kQAIkEAYCFKthmKXs+0ixmj07ntkSAqESqx6pAHxFQXmLVcHmzAvovM3fjTVjsZo2FYC7BY/0BFYRitU4qyiIKH9i9WX0fuhyfPh4shzDLXnh89xcEzAjo5JFq0oforCeKVZzvZoKX38prWeK1cKvt1z2ICxrOZcMWDcJkAAJlDIBitVozz7FarTnt3hHFxKxGosmlS2s4vLTv+j0F7HqK8eqL5EbT0HgTD+QfBl4jc8sTbFaYmLVyuO3zljvWsY6c/8V76Wl1HtmRkYli1alWE28pbrU102xjr+U1jPFarGuwmD6FZa1HMxoWQsJkAAJkICbAMVqtNcExWq057d4R1f0YjW5pGyZWPW6FdsQsL3eMnZjj8lcpMyxGksFkFyQOvO9xje08idhKVZLTKw+4Z0KgHn8ivdS6tUznQ7AK7eqLs+IVa80KuGa51LpbamsZ4rV6K/oMKzl6M8CR0gCJEAChSFAsVoY7vlqNcRi9Ur85Iah6IqT2PTVDLzwtRPZpZdOx9VdWwNHVuPR994Llue5U/D/DusN7F2E//PxFynq1n10F/Hus2dFqq1qrH7rd3jLXWDUD/BIn9rcjDFYYom1FbVY1dLR+xb9FonVJBtVpRJX6dob/VksqtZvlKodgeiISvSecIrVUhOro7HMY6MqitVcXxCDrV9vYOWVW5ViNb4RobkJULAzwNqCJFAq65liNchVU5x1hWEtFyc59ooESIAEwk+AYjX8c5hqBBEQq8CJBME5Cj+8Zjz6VyEH0jFWd/td/45/T+VULfnaxkPsxqQvPIVwwmQ5xKqI2nNxWInkWD96HtRy13wuR4s2leTNtMkiFqu+NpP6k1O6xs4Bpjt27PVIBaDE6gzgrn/F45P1PtaWyP2O92ZTsXysydq7Ddv/5lFsctSXejLSjc88m2I1mmLVeVu/K8euytELYzO11Osz05c+yxcHgchErLqvu0aO6YuXpLp2MmK1OFZiML2IwnoWsZr02mylacnkvUMwZFlLvgkUei3ne7xsjwRIgARKhQDFarRnOvRiFUf2o2vro/jzO7PxsZ4rSwAeOVKLrgg6YnUULj33C3zsipB1LhMrUjVZtKzq31n4xiPSNrVYNZ91i9WQLdQiFqvOjaVMroMscWqJqPVezzm0JOY9+FN8eJkpUQFYclUyt9pHEqkaez5Fe4iJWkddutKUotZrvejxxZ+jWI2zKPSHnc8//1zt7l5ZWdmyF7vX+hs4Hf/6xCRo1R9PLWE15Xq+ZR3g2cVAICrr2et6HU954vdaXQwzwj60hEAk1nO6a7P1RwMHp5TvHVpClOcWikCh13Khxs12SYAESCDqBChWoz3D4Rer21YDfXQUZ2yyVERom6+xDEMx2hSr+tZ5c05Pb7elrOO8mlghMxr2hit/4qwvqSCNidWatKkCpAUjutbu134s07f+e0asfg4MsiJy5RwlcBGPZkUsVUEbuz4z9UCa9hIYJemLjsh1vD48ym4DRku6AjkM1tdf8VcYWd2M5uZmNDU1obGxEcf2LMa/fboSaBqC6y4djrOaTmHXrl2YM2dO1q/CwGRU1j3giVEhUOgPO1zLUVlJxTEOrufimAf2IhgCXM/BcGQthSdQ6LVceALsAQmQAAlEkwDFajTnVY8qAmL137Gt9icYekLfEh+/VV8et8WqZ15UZ2Spzsu6d5t1m791zhHr51yJVXcErBa8KjdsxqkAvkb7YUPR1YiWjY3rmCVrEyNu7fa2tE/IHavG3NqSz3ZfdqGP5Ld1RORawhZm2d6Ip0KIPX/OiVV498S5+HaXZmz66jm8+LUVujrsJvxtjxrs2fYctlf/AAPLd2Dhh+/jy+Nn0LTlUNavQsqorNHxRBeBQn/Y4VrmkgySANdzkDRZV6EJcD0XegbYflAECr2WgxoH6yEBEiABEnASoFiN9oqIhFj9d/wAj/Sw0gEYIhJmhGmS6FJTlirB2HGPkVYgJl6RU7FqLTB3pKiO7sxSrOo+q9q9cqN6tbcOuNydokDKJbCNiVVHGzpSWPPz4C2sRzVbYrXDHrw77y180myJ1ebL8OOrBqBx23NYWXkTxrXdQ7Ea7WtP6EZX6A87FKuhWzJF3WGu56KeHnYuQwJczxkCY/GiJVDotVy0YNgxEiABEgg5AYrVkE9gmu5HQ6x+Ed+4aUP3WBoAifZ0RJh63rpu0bEiL/MnVg1hK1JYbpV3R5g6BGU1VqvUAH42r4pFrLqlp70OtFD1as9LrJoLyBWx2iKx2qWVSgNgpgKQdAASsfrClwDOnoDb+9RiH1MBRPsKFKLRFfrDDsVqiBZLCLrK9RyCSWIXfRPgevaNigWLnECh13KR42H3SIAESCC0BChWQzt1vjoeEbEKJVGHnliNbzoORftdsVv5E8Vq6g2jgharzlvlzfmIi9Vlbd1RslaO2CDFqhGxujchKtdor6ARqwCamoHm8zGlbgRa73oJr61uRjNTAfh6IbNQ7gkU+sMOxWru57iUWuB6LqXZjv5YuZ6jP8elMsJCr+VS4cxxkgAJkEC+CVCs5pt4ftuLjFiFfWt7fAMlr4hVODaUct7q70us6nyjsMRtjbkxlDF5OkLWkYfUet7qq+RyVWK1K7Dpqxl44Wt9235vtGlhKoBkOVaVWE3WnhKrvWEyalmOVafIdqQC8Myx2ogV89aiXd0I9Di2Dk8v/pRiNb/XA7aWgkChP+xQrHJ5BkmA6zlImqyr0AS4ngs9A2w/KAKFXstBjYP1kAAJkAAJOAlQrEZ7RURHrKrb5J0bKiVsNpWw4z1gb1TlzhGq5t0pXgFrg6aq2KLYu2010OdcHNZSNGGtWH3yWENmu6qfNVYhEaqW4FQbP6kNpTJJBTADL2CK2oSqjd2uU/6mbG9/j1hqAvuIi2pHrlbP1Arust5i9bH338f1V/wVRlabqQD2Yfnc1/EnybnaayJ+dE4XlJ06hV1MBRDtK1CIRlfoDzsUqyFaLCHoKtdzCCaJXfRNgOvZNyoWLHIChV7LRY6H3SMBEiCB0BKgWA3t1PnqeIjFqq/xsVCxErD2rIK9eZVOBdAMNFnfNzEVQLFOXyn2q9AfdihWS3HV5W7MXM+5Y8ua80+A6zn/zNlibggUei3nZlSslQRIgARIgGI12muAYjXa81u8o8uTWF22bBmGDRuGVq1aFS8L9iwUBE6dOoWvvvoKo0ePLkh/uZYLgj2yjXI9R3ZqS3JgXM8lOe2RHHSh13IkoXJQJEACJFAEBChWi2ASctgFitUcwmXVKQjkSaxu3LgRNTU16NatG8rKyjglJJAVgebmZtTX1+PIkSMYMGBAVnW09CSu5ZYS5PmaANcz10KUCHA9R2k2S3ssxbCWS3sGOHoSIAESyB0BitXcsS2GmilWi2EWSrEPeRKrx44dw9q1a9GrVy906dIF5eXlFKyluN6yHLN8yGlqakJDQwN27NiBwYMHo127dlnW1rLTuJZbxo9nA1zPXAVRIsD1HKXZLO2xFNNaLu2Z4OhJgARIIHcEKFZzx7YYaqZYLYZZKMU+5EmsCloRUt988w0OHTqkJBkPEsiEgMj4Dh06oGfPngWTqrq/XMuZzBzLehHgeua6iBIBrucozWZpj6WY1nJpzwRHTwIkQAK5IUCxmhuuxVIrxWqxzESp9SOPYrXU0HK8JEACJEACJEACJEACJEACJEACJEACxUGAYrU45iFXvaBYzRVZ1puaAMUqVwgJkAAJkAAJkAAJkAAJkAAJkAAJkEDECVCsRnuCKVajPb/FOzqK1eKdG/aMBEiABEiABEiABEiABEiABEiABEggEAIUq4FgLNpKKFaLdmoi3jGK1YhPMIdHAiRAAiRAAiRAAiRAAiRAAiRAAiRAsRrtNUCxGu35Ld7RUawW79ywZyRAAiRAAiRAAiRAAiRAAiRAAiRAAoEQoFgNBGPRVkKxWrRTE/GOUaxGfII5PBIgARIgARIgARIgARIgARIgARIgAYrVaK8BitVoz2/xjo5itXjnhj0jARIgARIgARIgARIgARIgARIgARIIhMAVV9eha7fOqKqqRGVlJSoqK1BZWYHy8gqUV5SjvLwMZWVlkP+p/8rKAmmXleSPQHVZl6znreyBBx7Qisx3j5ubm9HY2IgzZ87g/370O9/nsWCECFCsRmgyORQSIAESIAESIAESIAESIAESIAESIAEvAtdddx169uyJqqoq9SVyVQnWCpGrIlbLY2LV+CLJ/BA4efJkixs6dKYeFKstxsgKMiZAsZoxMp5AAiRAAiRAAiRAAiRAAiRAAiRAAiQQLgIUq8U7XxSrxTs37Fk6AhSr6QjxeRIgARIgARIgARIgARIgARIgARIggZAToFgt3gmMhFgtXrzsWS4ISBoIOfS/TU1N6nv5V9JD6BQRkibi9OnT2Lt3L+bPn5+LrrBOEiABEiABEiABEiABEiABEiABEiABEsgpAYrVnOJtUeWREKu1tbUtgsCTw0XAFKvyvVuqilgVoSpi9dSpU9i1axfmzJkTrkGytyRAAiRAAiRAAiRAAiRAAiRAAiRAAiQAgGK1eJcBxWrxzg17loQAxSqXBgmQAAmQAAmQAAmQAAmQAAmQAAmQQKkQoFgt3pmmWC3euWHPKFa5BkjNbn4zAAAgAElEQVSABEiABEiABEiABEiABEiABEiABEqcAMVq8S4AitXinRv2jGKVa4AESIAESIAESIAESIAESIAESIAESKDECVCsFu8CSCdW165di8GDB6ccwKEz9agu64KysrKsBlr2wAMP6P3dfVcgt4PrTYqYY9U3tkgULFQqgCNHjuDQoUOQF43uQySAchAkQAIkQAIkQAIkQAIkQAIkQAIkQAKBERBB1rp1a3To0AE1NTUtrpditcUIc1ZBKrEqUlUfqeQqxWrOpocVexEohFhtaGjAiRMnIBK/bdu2Wf8VgTNKAiRAAiRAAiRAAiRAAiRAAiRAAiQQHgISYNXSQwRrSw6K1ZbQy+25ycSqKVXTyVWK1dzOEWt3Eci3WJVI1YMHD+Lss8+mUOVqJAESIAESIAESIAESIAESIAESIIESIhCEWC0vL29R5CrFavEuOC+x6iVVU8lVitXind9I9izfYnXnzp3o1KkT2rVrF0meHBQJkAAJkAAJkAAJkAAJkAAJkAAJkIA3gSDEqgRsSbBWtgfFarbkcn9euhyrfnpAseqHEssERiDfYnXTpk0455xzGK0a2AyyIhIgARIgARIgARIgARIgARIgARIIB4EgxKqkF+zfv3/WA6ZYzRpdzk+kWM05YjYQNIF8i9Wvv/4a5557btDDYH0kQAIkQAIkQAIkQAIkQAIkQAIkQAJFTiAIsbp3794WeQWK1eJdJBSrxTs37FkSAhSrXBokQAIkQAIkQAIkQAIkQAIkQAIkQAL5IECxmg/K4W2DYjW8c1eyPadYLdmp58BJgARIgARIgARIgARIgARIgARIIK8EKFbzijt0jVGshm7K2OF8itWmpiZs3ry5RSH7nDESIAESIAESIAESIAESIAESIAESIIFwEkgnVmfPno0pU6akHJykApC9W8rLy7OCwFQAWWHLy0kUq3nBzEaCJJAvsSrtnDp1Cjt27KBYDXICWRcJkAAJkAAJkAAJkAAJkAAJkAAJhIRAKrEqUlUfqeSqiNVevXqhVatWWW2MTbFavItFi9Vdu3Zl3MkePXqocw6dqUd1WZes1oacX/bAAw80Z9q6SK/GxkacOXMGtbW1mZ7O8iEmkE+xevToUdTX12cuVr94CmPvmQlgGp797D6MCDFvdp0ESIAESIAESIAESIAESIAESIAESpVAMrFqStV0clXEardu3VBdXZ2VPKNYLd7VV+JidRsWvD8D8z3nZyKmf2sC+hTv3LWgZ0ew8pN/wqouv8CtA2syrufI+lfwTztWJ55XOx2/HOmPmKrj2HiP8rG+vXFiKG668FYMb5/YTD7FqlxAGxoaMhSrDZj1s0l4bBGlasaLq8UnrMBTY++GUtrPfIb7RrW4QlZAAiRAAiRAAiRAAiRAAiRAAiRQMAKF/4znJVa9pGoquSpitUuXLujQoQPFasHWUm4aplh9fwYw+JeY0NMErOVegHL18Eq88vl+jE8ra2OyN7FPQS6A7MXqtuW/xIz9XtLTktQ+5aopVh2S9ZsF+OVa2FLbS8DmU6weOHAA+/fvz1Csxi/8uPNZfHbbJvz82sewcPzDmPfrqegS5FSWUl12FLBr0ML4Z7GY4IbZP8ekRxf6kKp6jqbhwTtn4onnKWJLaSmFcawrfj0Wdz8PqGuKtd5RPyt2bQk4Mj72OgIefvtXmNqtyGjZYwbqHpmHX01p4RVVX1fufBbP4m7FWP4oM3FBjLf3H2ji1w/ekVBk64PdIYGCEMjxB37jOmVf/93j1NfGHL3X1L+DsvqjddDX7RbPsQ6AqMv495x+nxnI758WjyPPFdjzmDk3Pz31s8Zyyz/7deFnfMVeRrP16mfQ693PXMN13fP/GS93pNPlWPXTsohVudu6U6dOFKt+gIWoDMVqEokZi8rsWYCo1eIVqzEmSBpJqqQr/EWtJo1YdYlVr9dS8YtVwCFBKFZbfkk0pGr8Tb1+AxQXLMJ9xjl+ZAvFSMsnhTXkk4B9TTGjsUtQrJocEIRASCJWU0e78/qRz7XPtkig+AnkWKz6AZBjseqnC8nKBH7dbkln1LnZC7Tcir0WDyy3FeRYrPrpfEnz9wOoBWVsser5B/zCB6D4/4zXAghpTqVYzR3bKNRMsZpKrDacj19cMhzqZnkVcfoGnDfAuyJaHWUmYvpgYMaW2lgdZsSqkodGAoI2N1ntOFMTDO31C9zaY1Ms0lXqWjsfEwf/ArVb5FZ55/KbmBB1azzv6vvQXtNxfsOMWCqAmqXOvshpdn+cbWQkm91jBKDGY6Ue8IxY7bbJ6EssKrb/rnjKgFi0rNUnycpbezceHt4LIlqbdn6I/73uA6AJ9lf/rnfiyh6VkATCc+bMyfj1KvVmF7FqitUHMe35J9St6eoY/zCeOu8x3CeRZ8ah/xKo3nxuqEPdooVYqATKs8A9sVvbHZFqGY8mxCcYkQ7uSAn9Zl34Td88KRbRZxxmeecbe83YHbEal7XxaiSlww+xSaV3cMxaxpEOIZ4Fdr3ABDw/mCaIVa/1G48s8Xt98Ypa0K8ldx2TrgHmveN1PYOVEsV4znyzrh72SJuiRaenNLXkxZ3TMO35mZgJI2rGuE7YLer2vKLddf0+I1a9rx834a7xb+A5z+uCceeC1aGgIz4KvCTZPAmQgE3AKVZ/uPXnmPQu7PdyUiz++k92bUhxzbSvU0/i4Q33O9+LqOsc7DRI2bzXlHNi13iP3yHWddQRYXa2vlvCeKeUNP1Siut2wrVZX9Ndf7xyRK7FxrppfB0WLlLvlPHsM8Ddal8Dp/xxRsWZder3dLH2LvskdreT832ftT+C63dLndWuzOcjeDT5eVF8dbjEav+XnZ9ZHPw9fifH1ljy343x+TI++5i/P/u+YO1fEXuw7pGXMfHd21zvzfUaiLUTXyeqd7F9L5L2zSncU66LCM6vp1i136eluEYYrzu/7zPjcz0P/Z91fb5yv3cz7igysev3parfSa+3wU4UxWqwPKNWG8VqilQA8RykXre5W+kC4JKi9q3w1jlaUmqxemEtFn3+BnraIjRW7htbOroiVrUUteqNyUWn0E0dSZrYd50jdWi364D6OYAhPIHkt/RnIlaPHD6CmvZm/lapdxFqrbypmaYC+EW7RXa07AU1YlWlvmfxzdn34/sDqnH40GG0adtGbWgmX6dPb8PiTz5H9XlXomLj23h3yTcZv3aDEavOVAAvXzUft6k3b+5f7rE3d+pNipKD0/DwI5vwmJQdb4rWEswb6iMqLy6CvLnG3xzFnoe+rRpOsapv/xUB/uxV83G3NVc6XYAdIcfNyTJ+PfGElhGw/4hgfahTbyjtD7eude2Whtb1xlz3qa4vjtfT2/0xQ6UbcF2jxj+MVNez++8HnnxyofUHofiH/oTbSK3XkuOPS88nuc3fKmveqm/LCscfYOJv1Ovuux946knrD1VOcaDO1R/UUqQCUJLEuG7HOVpz6sFbXzNUG5d8ZKVsyM3tky1bWTybBEig5QQ8xKq+ZiS5hjqv4XVIec2EtSHq+BHAohXe11X9+yDNtdnxXlOuXXdvwiRrs1Xne53L8JH1B2VnehR9fbWuZzvTbNaa7LptXxctYWOPUdJm9ccLKl++9Z7OQ6zGAg4exsMbHlNiTQtPc9NYX2L1+YmYf2c8XdcOR9qd+O8u57UcsH+3WNd/53kR3bLWS6zKZxbXOooHIySukVS/G/VnIP0HW6/fn/r9vCOgwvM9z0TMt/ZccJS9Mx7w4qzfDKKow8Mp10U05zd1xGrie0CV3s71ecjv+0z92rzprjq88VyS94ru616Sz86Oz3iu623Q6awoVlv+2zLKNVCsJtu8ypEr1Pv2fCUH7ajWxDKO5+2I1f7YlDKHqpdYXYXzLSHpebu9qjtexrlgvfpu5VjtIGL1a7tufV6yW/ozEauxunSu2niP/n/23gdYr6o8+H3OSdKmBmJiTgkp8HlOrkWhUpkrbfPHC+HUEYc06J18HYyk6UCUjvaittDJgMLQoHCdT0bFr3WGMeEODY0MjUXy4QjDHALX/LktWhQLIzqc008xQE9MDPD1UEK8s/bftfZee797v3/23mu/vzNzij1n77We9XvWfvOe3/vsZ4eVtV2J1YD1ol8psSry0+//tRz4DV+snjx5Ut5447j88J/+uzz4H3HV6rvPuEqW/LyBYjWq3ArfjJv/YBn/2Cf+4B+6BzKVEasZXKN/dMPfa2PqPVZDsZp8s2W8EVQ9HQvE1OZ/OFhb9QTSn+5vlp3RG0hTrKZlo+X34R+1ltcX8811+Idl+jUqqtaxXXf/bUJu+atd/h9cub2lg9dA77jEH9MJzD6DxB/a4fiJazJ8cx+L1fhhgnqleymxmnr98AO08f7iTdPyF0qspKp0q987zAgBCAyaQIZY9a7/M4LqfdsHK1qFXN5rZigv3n+JyLcfsr+uaq0Aog+9irzXvOz5oNo1/qDZVl2f3RMxvzVK5uv2Z0S2Z/YI71yxGt6xEL6/i+/wSr/Wm5WSCYGW7CVulbiJOz9sH/4V6YM76G046PEzxKq/X+J9lO49Hucz799Gu2wzJabeCiC8U83+nicUqwm5G4nVDtdj7r5ouVhN7aOc/Z/13kv/UNnyPjN6Pdm2WXZ9PuO9YnQHk/6BkmJv/u1s/o2X93rb+wWCWO2dYZtHQKzmPbzqN8J+oeYt+saGSNzGbzx0St0Ob2sF4ElB7bZ20StQqxarDybaGwSrszyEqpNYjUXyhEwfUu0K9Idcmevqh1hVFaX+98vy1P/3Jfnmf5wt6995mZz9G2HF6j/IyaaK1Yx/tMJPa/VKBtFuc+/qoQGuv4IVkJjpT1nz/tHV/1G2V6wm3yQiVl3fRO7Hb/xRG3yKv3bLZpG7d0UPr4pkYvhQp4w3vJ1eX8weZuEfS6ZYVWPElZxJvsGbcEncLpohWf21rZXNW0R23Z0lI9O3DwZa02/JEc6VqB7SK1ZTUZatWE1Jimyx6v1hmbzNFcnq/oXICiBgJWAXq/57ifAWf1PkGO1FwrYmWa+ZurQL+/aHcSQ/XDIqVu2vzcZ7zejW7LJiNdk2IBaa8aw5r9thRaD14YtFxKo/3xnRwxa3yvSlWpWr0i9B9WkhsZq8PdxosRDnLtXj03peO8VbXFSQfj8Q3+Kv74OMPZLxb6PtfU60l4J/P21iNX1JqhhCsZqseg4rVguK1SHKb6mK1RR08wP8Tu8zc1uLJCuQjUr9bLGa93rbr3+4EKv9ItnOcRCrhXqsFnmgVMGKVb3varCncitfE9WoVVSsZm31Tg+vitexRL6X4tp/sRpXrB6V//ex/0d+9b9tk98f01sBNFisZvyBbfuHBrEay5mkWI7eBBT8RzeuHovftGdWrOZVcRSQve38J4NV1UUgWS1k/lFermK10xveIhWrhlgtIAyNKlFV9a1/Jf5wsX6AZOm9aowZ3VaaYBG1ArD90S+iP3V2p1zltWIxb3vVBHJZsRqtMf7jcig/HKvromFeCFRGoKhYDeWfH9jmryVuqz9NU5KBFEy2LHniE7G0s74G6mK1yHvNsmL1v90o03+l2sOoLyWn0kIzWkXe63bua7MpVn15mrxduKRYNVrnxD1WoxYMKmj9lvYOYvX3Lvt9+ecH/slfauq8IRer0d00nfaI+W9jeNeY+e+keUz4ga5+e7+9f3mWnC8mVvP3RTvza++xmnNnZfK9XPLDjOCas/0dm1UBb72jqODfeFWK1SeffLL0vy7nn3++d87s7KwsXbpUlixZIiMjI6XHWb9+vaxYsUIWLFjgfc+fP9/7njdvnoyOjnrfalz9u/QknNAVAcRqCbE6ZVRxBrfTqwdAeQ9kSvYmTfRgDVsBeA+hOuw9mOm8U/2cebL0P8xerVHlq02s9thjVYIHS+X1WDUqb7Wt5Vfa6pWo4S/19fpiVecVVuj21ArgefG4pXus+mL1sTdvluvecbrXY/WnP/yi/MNRkca2Akj2jUpUWXUSH11d7S6fpH26Hb/h0j4JD//RLdJ/J6pw8Hvd2sRqsl8UPVZd3jztiD31JtSQkeV6rHZ6fSnSY9WsWE3fnh8+pM98o5vRO1V7OILeHy/OXIaY1P9oj24r1WWF1gcveriC+UfCB8L+gCV6rEZ/5IcBpvq7xQ+1Sj6sA7HajuuRVUDAJFBerHqvBWEPQVkrV/7X/XLXP4SvkfGDrAyx+jsi8q8Zx4QfLtl6rCYEZ9gPNFnJWajHaiRWkw9+Sn541eF1+4I/kt9/4n+IUpMGC6MtjPl67n84HranKS5W1XkPje/QemVbxKo3b9xX1pwrZB7ewSESiVXree0Ub4UrVhN9LuMemPn/NoZiddV5IoeeMh9CpXrq6u87bD1WJUfAR3eQFOyxGonVIcpvGbEatnkymf+uWSVeQKwa/XSj6v7gegt74Bf8Gw+xilit+50JYjVPrD7/jIQiUMKHSGkZ059y7/3YOOYcmVwqMvUf58p1q86TU6IeqxeKGG0A1Il6K4C4L6k3/unTif6p6b6l3gjRw7AsWyoZ+9KtslV2yIE3XSeXn/I9uflHU8ZJuWOpzqmqt+zzz6QnitoiJFn48U28FEvZiRfulS/8rzVy87vO8scL/rcvfUW2rrtQzgrnCn5ntE9QbVaXXiU3nneG1w7g5PGn5B++90159qTfX3XVW/8vOf3f/7vcf/Stcv5bfkf+5ZEHS19rfXt4lf601jU3Sigc4oDSvWs6iY/Si2nDCbYne6t1JR8coK1VlxhmhV94kClWrU/E9WRt+CZcB8mDaNqwrVxZg+3T/dRD2wxBGa6s/OtLPG5MJ7yW8itn1fHJpzprhHP6raZur9QTk1khrknS6LZS7cTkk2W1X0UVLtottlkVq6qvtf31I/4jMfV6nrylVx1QoLLXlf1InBCAgE6gqFj9skQf5ninb5bNW3bJLu8BQFfKxgN3yR592OSHNpoUig6LXle12+7LvNfUKlat73WC1y39td9oA7Nms2yWXbLrQOI1rsjrdthXNlqM9r7K9p6vpFiNezHqUJM9Vm8S+Wz8VPK4xU4g9qJKV3PHJ59InzrPL05r11dGj9V0q4WwRYNf1yz6HvmvV8raf7grqHgO8CT3mFEVbR4T3WXi9Tf/ukw+8iHv4WXxVyj4c9pJJNtpRB+8aj2Pv9VhX7Qwv3axqhWxGD2jbcwT7TcKiNW4N7I2Xup1b6eE78+MWdWHU+eLmO8f7a1X+nUhhq0AqFjtF9F2jTPkYnWwyTSE4WCnGqrRlfBUX3GP1V8FD6/y2wCo79dff11OnDgh//mf/ykvvPCCPPhgtWJ1qBLSpsXqfcwunJIL1JNyOz58p00AWAsE6iEQ9ln1+qVqt8MWjib4g0/dcvZly+1phcfhQAhAAAIQgAAEIAABCCQIIFbZEnkEEKt93B9m/1O/NcBhVXXqtQrgq18EEKv9Isk4aQLJRvtUpbJLIDBQAnpLg14qOhGrA00Tg0MAAhCAAAQgAIFhJoBYHebsd147YrUzoxJHBH1WwzOMnqwlhuHQXAKIVTYIBCAAAQhAAAIQgAAEIAABCEAAAlUQQKxWQdndORCr7uZuaCNHrA5t6lk4BCAAAQhAAAIQgAAEIAABCECgUgKI1UpxOzcZYtW5lBEwYpU9AAEIQAACEIAABCAAAQhAAAIQgEAVBBCrVVB2dw7Eqru5G9rIEatDm3oWDgEIQAACEIAABCAAAQhAAAIQqJQAYrVS3M5Nhlh1LmUEjFhlD0AAAhCAAAQgAAEIQAACEIAABCBQBQHEahWU3Z0Dsepu7oY2csTq0KaehUMAAhCAAAQgAAEIQAACEIAABColgFitFLdzkyFWnUsZASNW2QMQgAAEIAABCEAAAhCAAAQgAAEIVEEAsVoFZXfnQKy6m7uhjRyxOrSpZ+EQgAAEIAABCEAAAhCAAAQgAIFKCSBWK8Xt3GSIVedSRsCIVfYABCAAAQhAAAIQgAAEIAABCEAAAlUQQKxWQdndORCr7uZuaCNHrA5t6lk4BCAAAQhAAAIQgAAEIAABCECgUgKI1UpxOzcZYtW5lBEwYpU9AAEIQAACEIAABCAAAQhAAAIQgEAVBBCrVVB2dw7Eqru5G9rI6xCrQwubhUMAAhCAAAQgAAEIQAACEIAABIaYwNjYmLf6J598sjSF888/3ztndnZWli5dKkuWLJGRkZHS46xfv15WrFghCxYs8L7nz5/vfc+bN09GR0e9bzWu/l16Ek7oigBitStsnFQnAcRqnfSZGwIQgAAEIAABCEAAAhCAAAQgMDwEEKvDk+tuVtoKsdrNwjnHXQK6WFWrOHnypKifqf++8cYb3veJEye879dff937ZGhqaqr0gtWYx44dk6NHj8qZZ55Z+nxOgAAEIAABCEAAAhCAAAQgAAEIQMBtAnNzc94CqFh1O4+Dir4VYlWVU/M1PATqqFhFrA7P/mKlEIAABCAAAQhAAAIQgAAEIACBkEATxOp73/teOe2007zb/1UrANUCwNYKQMUctgMgg8UJnHrqqcUPThyJWO0aHSfWRQCxWhd55oUABCAAAQhAAAIQgAAEIAABCAwXgSaI1T+8ZJ2MnTbm91ddoPqrzvPkqtdjdd6ojI6Mysio6t2q+qz6cpWv4gSWLPT76HbzhVjthhrn1EoAsVorfiaHAAQgAAEIQAACEIAABCAAAQgMDQHEavtTjVilFUD7d7m2QsTqUKWbxUIAAhCAAAQgAAEIQAACEIAABGojgFitDX1lEyNWEauVbbYmTIRYbUIWiAECEIAABCAAAQhAAAIQgAAEINB+AojV9ucYsYpYbf8u11aIWB2qdLNYCEAAAhCAAAQgAAEIQAACEIBAbQQQq7Whr2xixCpitbLN1oSJEKtNyAIxQAACEIAABCAAAQhAAAIQgAAE2k8Asdr+HCNWEavt3+XaChGrQ5VuFgsBCEAAAhCAAAQgAAEIQAACjhMYnZuTkwsXOrkKxKqTaSsVNGIVsVpqw7h+MGLV9QwSPwQgAAEIQAACEIAABCAAAQgME4F5e7bJ6Jl/La//gXtyFbHa/p2KWEWstn+XaytErA5VulksBCAAAQhAAAIQgAAEIAABCDhOYN69l8u8vzomv7rvm87JVcSq45uvQPiIVcRqgW3SnkPaJVZ/KF9Zc7XIVw/INe+qMUff/4qs+djuIIDVcv39t8uG00TE+Ln69Sa588A18k4t1B/+zRq5Wu6UA38e//TIg9fKhs8dTI8X/MT7/dQ62Xv7BlmWWLZtPBGfUxjhppDXS3vl2g/eJtFMn94rt683R0yPd0T2XrtBbgtPEpHV2nlm7Pp6zRjkCnPNNWav0qk9nvfkcImiiY8xmZrheuzP/HtZ8zFJ7a0w78b1EeRckjmbudLYg+Ys6ZzL6uut+y86L7G31M/1faI43DWe3m/++fF1/eGfZex1b/x9ss671srEl9iH2kLVdXHxd1R+0lsiumZs15stn4n97eUwwdjfC+aA+jz6tWc7VufpUeswnkgZTmZc9n17l4yHr3X64Zbce78OmWT93tsk18vebSK3aq9L0dDanut4TajXsdTrr0hWHit9EWAyCEAAAhCAAAQg0AUBT6xuuV9k+Trn5CpitYuEO3YKYhWx6tiW7S3cdohVUxDU+seyJwlm5MpAmMbSc0L+PiF9PTnxnC+kRJenuoTxZMBMJGcNiaqLgoTYMkSDIXV8VjNbAvkcxXuxPLrmapmJBJsSTrEoyRovJXUDSTKuZK18RdbcPR4Jt6QYikWaL7fiuXvb086crVh9fkbGleIO8+FJxLSgSu2VXPGZ8QGDt19M4arGfVQ2ye7n4jzZpF/MNLjWRBeptp9pWbDIW0n8rKhYvWaFLlC1qKIPF9bIASX6C8dn5x2ObI0rcU1GUWTm0/8QQ39dSjJOi0oRn1EoiwNRKnfK3vG7ZMPnxhPi3Mx55/G6yGO40BL71jsl8ZroD6Nd8793wHjNTF2/1vOD+FemP5CxfpgUvFYa/zbYfubMiweBQgACEIAABDoT+OUvfylPP/20HD9+PPfgxYsXy7nnnitvfvObOw/KEY0hEIlVFZFjchWx2phtNLBAEKuI1YFtriYO3A6xGpJNSMMagCthcqvcoFV6huLmSpn54KNysV6hqv6w18SjCjcltTyJIXJDWI1qOcerxEqMExFJVsZlHpsWTDaplIwvvd44B6ra79H3aNXDhsQ15WF6nBqSV/GUIUtPlEWiNEP0aXnzJHyuWLXso6CC0awK1fdmQqJnjK8LXrOWOUt05UhzTcKrvVKkYlVVoqf3pbnnwg8riseXUWlpZRZKwfQ5ufn89LjcNmWX1/6HFklRmp4nFIbmfkm/9nlVvR3Gm7gv/lCnGKf44ii1bzPFqpbHrsSqfY971JJV//qHPck7GbIkecWvBUwHAQhAwCNQ4M4mSEGgDIGDBw/K2NiYrFixIve0w4cPy+zsrKxevbrM8Bw7QAIjc8dkZC5/gpE9fybzPn5/fJBDchWxOsDN05ChEauI1YZsxWrCQKwOmLMhE7sQq97tureKbPPbCWRW0BUUq74UGZdN9+xOtAKwi1VrWwJNuuWJ1VQ7hkypa65xwBlpyPDahwBeFWZY5ZxTsRq0iMivKA2Wl6rys4yr5eOwdit+3vh5laX28/IqQk0hWlSspj5I0NYqOS0FyseXc72lWi10yucNIp+PK8X1WArlUxeGfzztt+zIaJ9RZLzyeUwLXL96OH/femfZKk71alwxq/xTF2hOxeq+yQLtSqznh7PkVyw35MWCMCAAgaEgkL7bJPvDzKEAwiL7QODb3/62rF27ttBI+/fvl/e///2FjuWgwRMwqlHLTOeIXEWslkmqm8ciVhGrbu7cLqNGrHYJrshpxu3Oh+Ura7oRq+leialWByUqVv3qOIn7vkaCQ1XUarfjh30PO/SGLCxWrbfdav0tO/XoLLsiG0oAACAASURBVMLbpWMM2aNXWmf0/NTykN1PUu/VmqjetuwRQ64VrIgtL+QGIFYT7RJ0kdhdfHG/4WgLBbxtfUptvZFNeZjMZ1DdqgnEFVrVcRERquJKVWImKpvC14Ui45XnZBP2GetU/aT1rx56rHpr8gRu3Ps5HDrZUzZSpdaK1bg9ixkcYtWll01ihUC7CajXo87vE9vNgNX1m8DevXsLV6Gq6tYNGzb0OwTG65JA12JVzeeAXEWsdrkxHDoNsdoHsfrskZ/JD196Tv7o7NXya/MWZKb/lR/fK194foVsXXehnOXQJmlTqIjVQWQz7vkaS9Bib5htt9obt/Va+mSWaQWQli6aWPDETygwVsumK0RmxvW2BunbbzuL1VAUag/xSiH3edmqzwaRnSaMaZWjnsyT7B6rZSpWE20l0iLNJnD9HK355+xWA+WF3CDEql5JKkbP4P7GV7xitWg+w/hukFujdg5FRKhVrBobOZacXiuADq0iynPyJyu6zrRYTYvNSBR7FbhZ4jOrR2v2a4a9FQBitQmve8QAAQjkESj2PhGGEChDYM+ePbJq1apCpxw6dEg2btxY6FgOGjyBnsSqA3IVsTr4PVT3DIjVPojV7x5+Vr778x/J2JvenCtXKxOrLz8l9373qKzpKHB/Ko/v2yHy9pvlwvxWND3v059+/2Y58Kbr5PLfPqXnsXoZALHaCz3buYGwSt2mW+wNc+cepvm3dJv9Ei19CJWY/c7F2hPfs8WX92AjvUeqpQdsrlgNKs30J857xCy35g5Xj1VLL+Cc/rOR0ApkWVERF3NWDyZL9ATNqWDVpV9yhzehx6oXUxi/98T4WJp1F1/JHqup/Vsmn/71JleI7JYrveswu8eqOa4vDL8g1z93XfzwOS1BhrS19ljtpRettwvNB98Z17Jlj4WxZd2Kn5HD1KtqxvlZcpgeq/3+N43xIACBaggUe59YTSzM0hYCiFV3M9mzWJXlIl98WE58/B1ysoEYEKsNTEqfQ0Ks9lGsqtzkydXKxGrhTVKdWC0c0oAPRKz2F3C29CrWO8tasTq1TvaGD69KPCnckEzhMdqScitU1S270XhmD0j/AQrmE+STgi/6/1Px3SbjXz0g2Q8kSrJIs+lvVho2mrV1Qyit7hT5WPaDkSIR16EiMVyxJ8dlk+wWXaZnPOQtiOvuyX2yJXP8Lp4mb7TECNR/4md5FZThE+RF3RYePXzI78s7szJZVV02vvxbwa1xJUVfyXxGVZ/ahy9+ywG9lUN4bfrXUvjQrlCspqu7zYeEdR6vLCdNZhuvM/n71tuHOWLUe9BYQo73XayqAW2tSKztSRr2WkE4EIDAEBFArA5RsitbKmK1MtR9n6g3sbpc5G8flhNbmylVFSzEat+3TOMGRKz2WazmyVVTrCqpeUCWvv1cefpHe+QZb2tMam0CXpGnDn1B9hhPx9N+f/hxuflHU/GGWrhRrlt1nnj1oHrFauZxvlQNRzjnjOvk8lO+Z46pxtLG9eL/X2tkq+yQHUf9qb3zvCrUdLzx70T0ilWfg7/i8GsyqppNjxP/rvfrB7HaO0N9BHtPxuA2+MNKVu7WDk+IFEtFaFgldtvB+LReeqx6o2T0ZvQFSNwKQN0Wrh6YpX+lRW3c9iA8zu996N+ircft/z5Yc6LvYla/xP5mpxmjZUlEn+1Fsumex2Q8yV57erl3q/7ntA2hLSvF0SaPMh/m40vG37xG5I6v2MYP2zmkcy6deuRa+mzqsdqvm3C/qGrIq8UUq+Ft6Vq/4IhDmfi6EKtej9e4H3H5fAbxrVStH94ZRW1jkGLktYNQ7SKy+8KGA3Yaz/bakpfHzuv8v6MH4hlX2v+5RVb/492S3lH21wLjXLWvMsRrVqVvqmI1HDD1tG2R1GtpM14iiAICEBhKAojVoUz7gBeNWB0w4AEO371Ybb5UVdgQqwPcPA0ZGrE6ALGqcmurXE2L1R0ypYlLJR93/EcoSF+RV14+RU45Nd4podi8eeUxufe7e2RFJCN9SXo4lJyhWH33UjmQd5xoFaunqPYBe0QiUarmDeTr0q1y87vOklCIRqLTm8ePY+Klm2XHUU38ar9TbQYMsfryK3LKqVpLAE0Ei8FAgjn715e2XWK1Ia8ihAEBCEAAAhCAAAQgAIHCBIrd2VR4OA6EgIggVt3dBqPPPymjPzmWv4B9t8norfu0Y9yQqohVd/dlmcgRqwMSqyoJa856p7zztIkoHzaxqvc39X5/5Ny48lSdaa04XSLfy+uNGonKCZnO7aGaFKtPy7nvvlzO02SuJ3tFE6tGfPH5nlgNjvMX7FeeHn2r37813WPVrJgVOUc2vvtymXjBwqDMju5wLGK1jzAZCgIQgAAEIAABCEAAAt0QSFXWp+9s6mZYzhleAojVduferGp1R6oiVtu9L8PVIVYHJFbfvuwsuWj8fGMXlRKroVANqkU9VZkQr570DG7JN9oIJB5elXmcpWLVvEE/CF+vWC0sVs0LKBarR4MWBMnqVk3qBtWuYSx6S4FeL0vEaq8EOR8CEIAABCAAAQhAAAIQgECzCDz88MMyNjYmy5cvzw3sxRdflNnZWXnf+97XrAUQTS6BWKy6JVURq8OxsRGrAxCrNqkaidHnw9va0w+O0sWpWKpXo9+/9ah84d+WGpWthnQNxerbRXbkHZcSq+mKVf0ySFfUdlGxevq03PvdxDxevOpn60X+Na5y9efu7wO2EKvD8cLGKiEAAQhAAAIQgAAEIACB4SEwMzMjzz77rLz88su5iz711FPl7LPPlvHx8eGB04KV+mL1YOMfVGVDTY/VFmzADktArPZZrGZJ1a7E6vPi3R7v3ZofVnGqnqxKrP7ocPw7pR/13qS6WM07rmCP1bBdQUexWqTHqidW9V6u4cOqVCsAX6zu+Q2/9YD3lejV2usliVjtlSDnQwACEIAABCAAAQhAAAIQaBYBJa9effVVOXnyZG5go6OjsmjRIlm4cGGzFkA0uQTm3funMu+V6+XE1ndIfoabBxKx2ryc9DsixGofxWqeVC0rVtWjnYxb+JVQ/R2RB7+7R55ZulW2yg6tDYAaPXlr/VFZs+5C8R4GFbULSBwX9EHdMyfi3W5/yvfk5h9NGXsselCVpRWBWU0aCtL4dP0WfqPHqtE3VhOqc5OyNXjglt6SgFYA/b7sGQ8CEIAABCAAAQhAAAIQgAAEIOAGgdF/mxF567hzUlXRRay6scd6iRKx2gex+m/HXpCfv3xEVp/1O73kgnMrIEDFagWQmQICEIAABCAAAQhAAAIQgAAEIAABxOoQ7AHEah/E6hDsk9YsEbHamlSyEAhAAAIQgAAEIAABCEAAAhCAQKMJULHa6PT0JTjEKmK1LxvJlUEQq65kijghAAEIQAACEIAABCAAAQhAAAJuE0Csup2/ItEjVhGrRfZJa45BrLYmlSwEAhCAAAQgAAEIQAACEIAABCDQaAKI1Uanpy/BIVYRq33ZSK4Mglh1JVPECQEIQAACEIAABCAAAQhAAAIQcJsAYtXt/BWJHrGKWC2yT1pzDGK1NalkIRCAAAQgAAEIQAACEIAABCAAgUYTQKw2Oj19CQ6xiljty0ZyZRDEqiuZIk4IQAACEIAABCAAAQhAAAIQgIDbBBCrbuevSPSIVcRqkX3SmmMQq61JJQuBAAQgAAEIQAACEIAABCAAAQg0mgBitdHp6UtwiFXEal82kiuDIFZdyRRxQgACEIAABCAAAQhAAAIQgAAE3CaAWHU7f0WiR6wiVovsk9Ycg1htTSpZCAQgAAEIQAACEIAABCAAAQhAoNEEmiBWJycnZWxsTBYsWCDz58/3vufNm+d9j46Oet8jIyMeR/Xf8H83GmyDglvag1d87bXXvJW88MILpVd0+umne+ccP/GSLBpZ1nXeRrZt2/arsrMrufbGG2/IiRMnpBcAZefl+PoJIFbrzwERQAACEIAABCAAAQhAAAIQgAAEhoFAE8TqpZdeKsuXL/fEalKuhmJV/Rex2t2OVIK62y/EarfkOK82AojV2tAzMQQgAAEIQAACEIAABCAAAQhAYKgIIFbbn27Eag8lu+3fHu1bYR1itX0UWREEIAABCEAAAhCAAAQgAAEIQAACnQioW/DV15NPPtnp0NTvzz//fO9ns7Oz3t3WS5Ys6ep2bypWS6MvdQJiFbFaasO4fnAdYnXlypWuYyN+CEAAAhCAAAQgAAEIQAACEIAABEoSOH78OGK1JDPXDkesIlZd27M9xYtY7QkfJ0MAAhCAAAQgAAEIQAACEIAABCBQkABitSAohw8berHqcO4IvQsCulhVp588eVLUz9R/1QPNwoeaqQebvf76617J/dTUVOmZ1JjHjh2To0ePChWrpfFxAgQgAAEIQAACEIAABCAAAQhAwHkCiFXnU9hxAUMvVlWfCr6GhwAVq8OTa1YKAQhAAAIQgAAEIAABCEAAAhCokwBitU761cyNWEWsVrPTGjILYrUhiSAMCEAAAhCAAAQgAAEIQAACEIBAywkgVlueYBFBrCJW27/LtRUiVocq3SwWAhCAAAQgAAEIQAACEIAABCBQGwHEam3oK5sYsYpYrWyzNWEixGoTskAMEIAABCAAAQhAAAIQgAAEIACB9hNArLY/x4hVxGr7d7m2QsTqUKWbxUIAAhCAAAQgAAEIQAACEIAABGojgFitDX1lEyNWEauVbbYmTIRYbUIWiAECEIAABCAAAQhAAAIQgAAEIFCQwNycyMKFBQ9u1mGI1WblYxDRIFYRq4PYV40dE7Ha2NQQGAQgAAEIQAACEIAABCAAAQhAIE3gvutEzvqsyCr35Cpitf0bGrGKWG3/LtdWiFgdqnSzWAhAAAIQgAAEIAABCEAAAhBwncDujSJ/eUzkHx90Tq4iVl3ffJ3jR6wiVjvvkhYd0Rqx+uSX5IKP7Aoys1Zu/NaX5QOn1ZSorFiMn6vYNsvOJz4lv6uF+YM7LpCrZKc88Yn4p0ce+KRcsn1/5tq83z8yKQ/d8QFZlliybbzokJe+KZ+8dFq2hjF4//8tEs1000Py5cvCEX8gX7rgKgkJyxY9RvN3m7/2hHzqfH8WM3Z9vXnj1ZS3Gqb18nN3DpcopvgYk2kc9FojXyJh7h8a36HtH3OR3jn/5e+0aycBwchzMKYRr3m8v540SDO2I/LNT1witxzQjltzY7R/i6wvax597+lRpDmLSGK/+8enr8nUaoLrWJ8re/zw+krs93DQPq3bi1y77rzhLXHmbXGP+8zW6LUnzTi5T3fIROJ1NjmG+Vpzi4i2R/08S+K1WnGKx+3M1bb/CuSwhmudKSEAAQhAAAIQgEBfCSix+uFviJw+6ZxcRaz2dSc0cjDEKmK1kRtzUEG1QqwmBGGeaBwUR1MgxLIyjmVC/u6Cq0Q0+eFJg5/4Qkl0earLLE+OTEfywVibLmo1QaNiMeRUQo75sYZyK5QQvviZjsRHWnDsGA9Fq36seJJs+qpApuq5UPHtnIiEmS551f+2j5dUwwPPWH0TKFafnZYJpatDfmJyD4NL7RVNgHnHBJJwIrm/ZKd4YjV5fMaqc68da7xpsRXnNfidEVuw7yQWqdFeDH7mXQsd1mfun2CexLViXJNWzvp+D66KnA8p4utmu0y/TWSXWCSkfq0Zr0u2vJrX4BndrtuaSzV2Os68za5LUZvQNH9m36dZYlWdOyWbZddP4teD6DXKeO2yiVUR44Oc5AdC4aIK7M/6LnZmhgAEIAABCFRP4Be/+IU89dRTEkqsrAgWL14s5513nrzlLW+pPkhm7J5AKFbVCI7JVcRq92l35UzEKmLVlb3alzjbIFbVH+jb5aZEdWW6mqovwDoMkh3LVpm+dEom9QrVhHhUQ6fEhCcLRG4Kq1Et53iVaZrA1EPMEh1+nJMysX06iCktSmJ59bxRRRbG6TFX1Y4Zc3sy5cK4etWXf0o6T8qUVpVmjBdVyFaRrXrnCHNjik+7sNJzbBWPgSiPBLckKlb7IFbt8ZoMrcJTi23y8fjDBFOhB5LxbVki2P99uD77PPmyryxnq+IP9/C3JmSHVu3tx3OjTGyfiqs4O4pVb+f71bs9rduyjzPiLCJW/QrniVQ1vTo3Fvzqg6KiFathXtRrYHyOv58m5caf3BJ/MJP4YKEz13hFRfZnvVc8s0MAAhDoQKDAnU0whEAZAo899piMjY3JihUrck87fPiwzM7OykUXXVRmeI4dJIG5YyJzHSa4b6vI1d+ID3JIriJWB7l5mjE2YhWx2oydWFEUbRCrKVRZFU0VMTWmMWRiF2LVEy/bRT7jtzbIrNQrJVaV6FCxKMEZxmQXq8m2BP7a4pjec0jJkQnZfPeuqE1A1u3Y2QLYXGMdaap+Tk0U/pbekiGnYjVoEWGV5d4+m5JJ7dZsoxVAz2I1K16TnHV/ahWrSqymKlqDIXLFWGJ92RWrkhCC2XH7FZjl2obE7M+wit6bZHtcbVtIrMYfplgri4us27J5s+LM2+eFxGT0IU4Jsap98PO8VqkexXjhlPbhjL1SPptruKJi+7P665wZIQABCBQl4N8NlHVn0xDdz1MUGMcVIPDAAw/I2rVrCxwpsn//frnssssKHctBFRDQq1HLTOeIXEWslkmqm8ciVhGrbu7cLqNunVgNJI7ey69LNL2fZsSiqj67EathX8s4HGsvxRJiNa4kDQWr6vOaaAUQ9p/M6qUa3L7rtzDQ+iRaBJ8XubXfo9Z3MtHKoHf4DR/BkG56NWZGL04tD/YepGlB2LnHaroXZWYrgMx402I1r8eqvdLUH8MQe1FP4XB8c332HquW3pod4070e83dh2bVbPLWeV8Ya60xCgjz/qxbRIy4s+PMuyrKi1Wt57I+sKUvbyTTNcmqV15nVcfHP8/iGkzcMc8Nfz0gPAhAAALe+7DO7xMBBYEyBPbs2SOrV68udMrBgwdl48aNhY7loAoIdCtWVWgOyFXEagV7qOYpEKuI1Zq3YLXTt0esxoIks2KyMrS2WIq9YU5WI/oSTbst1xOUiaq8Mq0A1LGPTwYPqEnEZDzMZ61s3iIyPa63WAgB+uubeu9DYlSSeb9OVlyGojCvMjAeL35YVmXJqmUiqxz1hJSk2i54VLWHmtVRsZodr/7otYyKao1wYbFq7bEaV+QWrVgtGncUYs61lPewK9F7BodjfEZke9QuIKPFQ1Iod7Pu5A7u8qFc5cVqkVYAtg8K/NcCv9o96FOb0SbEyLOVq7/40nmu5apnUghAAAJ5BIq9T4QhBMoQ2L17t6xatarQKYcOHZJNmzYVOpaDKiDQi1h1QK4iVivYQzVPgVhFrNa8Baudvh1iNfjj3fqQpmp5+mLxKtmViqXYG2abWO3YP7aEWLVX+lmeKB7IPK9HqlF5F4uMqMdqJGoTYlXU7enmk8C9sy2tGtK9aavOW5XzmRWFJpN0/9lIHAUSyt43N7uVQ+8Pr8qLV1U7x1954tTbHdoD28r1WM17mFowf2pf5cT9NZGrbFXeOW1E0tzj8ZMtDjwOslnkbpGtXl/lLLHaqcdqgXUntm5enJ86Xzs48bphVgz3qceq5bUp3CPJD2X8+VVbkemoT21yP6W5eleH+QC9jNeYKq9w5oIABCBQnkCx94nlx+WMYSaAWHU4+72KVTld5I4pkWvOaSQExGoj09LXoBCrXYvVn8rj+3aIvP1muTC/P3ZfE5Y52OHH5eYfiWxdd6GcVc2MTs7SBrGa9YCmOhKSHUux3lnWitVHJuWh8OFVtlvtS4hVk4n+Jj4hJ4zK2GTs+v+fEEZafBNfz+qnmTdeHVmreE5rvkL+O0U+kl8JWLlYzY1XezhZIE6zeqj6lAORKDfGezrxM/vDuQoIxqQUzYv7/9gsuz6f7McaVj7apKJdjIa52ClXmb1jo6rRsD2B7fywst0/5gxPLAYVnNGWLLBuY/vmx/nEJzQNbrl9XlWhq6px/wMYs7WC+bMi81iEp4o1yMvX3zslHzLWm65uT4n6FNd4vOg1Uttn+sPcKr7KmQ4CEIBASQKI1ZLAOLwAAcRqAUhNPaQnsXq6yJ1TIh9tplRVyBGrTd14/YsLsTpIsfryU3Lvd4/Kmo6y8xV56tAX5Oll18nlv31Kd9lFrBbi1gaxaq/CLPdQmkKwChyUG8vP1W38u7RRMnpcGrIh0QNSLNWlfRGrYSXpLbLfizDBL3F78dqbfAHjfSWeYuu3YkjH7R8crDlvvAKcXT4kq6rTl3TrZPPd++Iny4cL9RhPp2+hjkDElY+hPOvcY1XEyGN4S7Uu8nNkqU3wdqpY9cO17A2tR6hdHJvrs8/ji7npYG/mc94qXiVvh16uEd6sayyQk+u27JJ9Xo/VuA7XbOOR0Tu3i3Xbeth6V5a67uRL2oOgtKskoxLXuIU+0V82/Vqmv14VEKuZ1b/+ub/5FyJfPJIQydo+z3pYX7I9Sqc8GzLZ5RcOYocABFpOALHa8gTXsjzEai3Y+zNp12K1+VJVAUKs9mebNHkUxOogxWrhzCNWC6Pq8cA2iNUeEXA6BCAAAQhAAAIQgAAEaiRQ7M6mGgNkagcJIFYdTFoY8s/+ReTHR/MX8OjnRG6Z0o5xQ6oiVh3elyVCR6wOUqzqFave/94jz0TJmQxu2/el6p654BdLt8rN7xKvzYD+siELN8p1q86TsJ71p9+/WXZErz2TsvXtIju8VgD/uxzTxwuGnYxaFiTmE5H4dyV2jqOHIlYdTRxhQwACEIAABCAAAQi0h0DiDqDoLp/2rJCVVEwAsVox8KqnM6pa3ZGqiNWqN0o98yFWKxGrEzK9b4ccPiO81T+Qm7+hJKrqiJqoWH35FXnl1FMiiaq2hhKpB97kn//Kj++VLzwvsvHdl8t5p3q/DUTspGxYOiV7j4bS1t9U+vFLnrtZdvxHLGn9360Ymt6siNV6XmiYFQIQgAAEIAABCEAAAhCAwKAIPPjgg7Js2TJZvnx57hQvvviiHDlyRNavXz+oUBh3EAQiseqWVEWsDmIzNG9MxGolYtWvIs3uoWpvBeBLz7jGVbxq1rN8UXrkXKOCVYIeq55YlVDYBhvOq5Z9Ws599+Uy8YLl3Obty4FFhFgdGFoGhgAEIAABCEAAAhCAAAQgUAuB5557Tp555pmon2VWEIsXL5ZzzjlHVq5cWUucTNolAU+sHmj8g6psq6PHapc5d+g0xGolYvVC8epSDVF6jlZxaorV8LhzogpXv2J1RyBMexGrXoVroi2BPo9De7erUBGrXWHjJAhAAAIQgAAEIAABCEAAAo0lMDc3J6+++qqcPHkyN8bR0VFZtGiRLFy4sLFrITALgd1XiLzyGZGPnuMcHsSqcykrHTBitQqx+u6lcuC7R2XNOl+wel9BhelW72emWNUlanh4f8TqepF//YIcfevNcuGKaGSvjYBEPVhL7yGnTkCsOpUugoUABCAAAQhAAAIQgAAEIACBYScwMy0yPuEkBcSqk2krFTRitTKxukdWaPLS7G1qEat6n1RPwk6J0QrA6LEaPpCqU49VX6zuiXq7xtWremyldpBjByNWHUsY4UIAAhCAAAQgAAEIQAACEIAABBwlEIrVXsKfnZ2VpUuXypIlS2RkZKT0UJdeeqnXf3jBggXe9/z5871vJQRVFXf4rQZW43czR+mgWnQCYrVHsTpl2wwLg4dDebfc+5WqS5P9UkVvBRDc6n9UAnm6VJ469AXZMxcMrnqrnjbtydXwtn2vglUd732dIxvffq48/SM1l9/PNTo3OGIylLqJNgDe2VrLgRbtbetSEKttzzDrgwAEIAABCEAAAhCAAAQgAAEINIMAYrUZeRhkFIjVrsXqINPC2IMigFgdFFnGhQAEIAABCEAAAhCAAAQgAAEIQEAngFht/35ArCJW27/LtRUiVocq3SwWAhCAAAQgAAEIQAACEIAABCBQGwHEam3oK5sYsYpYrWyzNWEixGoTskAMEIAABCAAAQhAAAIQgAAEIACB9hNArLY/x4hVxGr7d7m2QsTqUKWbxUIAAhCAAAQgAAEIQAACEIAABGojgFitDX1lEyNWEauVbbYmTIRYbUIWiAECEIAABCAAAQhAAAIQgAAEINB+AojV9ucYsYpYbf8u11aIWB2qdLNYCEAAAhCAAAQgAAEIQAACEIBAbQQQq7Whr2xixCpitbLN1oSJEKtNyAIxQAACEIAABCAAAQhAAAIQgAAE2k8Asdr+HCNWEavt3+XaChGrQ5VuFgsBCEAAAhCAAAQgAAEIQAACEKiNQBPE6uTkpIyNjcmCBQtk/vz53reSgep7dHTU+x4ZGfEYqf+G/7s2aI5NvLQHr/jaa695q33hhRdKr/r000/3zjl+4iVZNLKs67yNbNu27VdlZ1dy7Y033pATJ05ILwDKzsvx9RNArNafAyKAAAQgAAEIQAACEIAABCAAAQgMA4EmiNX169fLihUrPLGalKu6WA2lKmK1up2JWK2ONTP1iQBitU8gGQYCEIAABCAAAQhAAAIQgAAEIACBXAKIVTZIHgHEKvvDOQJ1iFXnIBEwBCAAAQhAAAIQgAAEIAABCEAAAj0TULfg9/o1Ozvr3W29ZMmSrm73pmK11wwM7nzE6uDYMvKACNQhVs8888wBrYZhIQABCEAAAhCAAAQgAAEIQAACEGgqgbm5uZ5DQ6z2jLCxAyBWG5saAssigFhlb0AAAhCAAAQgAAEIQAACEIAABCBQBQHEahWU3Z0Dsepu7oY2csTq0KaehUMAAhCAAAQgAAEIQAACEIAABColgFitFLdzkyFWnUsZASNW2QMQgAAEIAABCEAAAhCAAAQgAAEIVEEAsVoFZXfnaIVYdRc/kXdDQBer6vyTJ0+K+pn67xtvvOF9nzhxwvt+/fXXRfUymZqaKj2VGvPYsWNy9OhRocdqaXycAAEIQAACEIAABCAAAQhAAAIQcJ4AMgoMRQAAIABJREFUYtX5FA50Aa0Qq+rJanwNDwEqVocn16wUAhCAAAQgAAEIQAACEIAABCBQJwHEap30mz83YrX5OSLCBAHEKlsCAhCAAAQgAAEIQAACEIAABCAAgSoIIFaroOzuHIhVd3M3tJEjVoc29SwcAhCAAAQgAAEIQAACEIAABCBQKQHEaqW4nZsMsepcyggYscoegAAEIAABCEAAAhCAAAQgAAEIuENgdG5OTi5c6E7AWqSIVSfTVlnQiNXKUDNRvwggVvtFknEgAAEIQAACEIAABCAAAQhAAAKDJzBvzzYZPfOv5fU/cE+uIlYHvz9cngGx6nL2hjR2xOqQJp5lQwACEIAABCAAAQhAAAIQgICTBObde7nM+6tj8qv7vumcXEWsOrnlKgsasVoZaibqF4HWiNXvf0XWfGx3hGXTVw/INe/qF6WS4xixrJbr779dNpwmIokYRTbJnQeukXdqw//wb9bI1XKnHPjz+KdHHrxWNnzuYHCUNl7wE+/3U+tk7+0bZFkiVNt40SEv7ZVrPzgjV4YxeP//bRLN9Om9cvv6cMQfylfWXC0R4SvMGEX830uSuzGmHrs53mpjrpK8nTo8wTGMffX12fm7R98nGedn7aV7TDjhdeHti8TvwiPVMRd/Z43cNa7nPwE5sVfUb7Ny6O3PmSuNPW2OdkT2XrtBbgs3njdYzMPc/9qZwR7M/H0U02Fz7+qTJ7j7XDKusc8dFOvrSnBd67/L4muen3HNWMazbXHbHOXiK7bO8DVk7/hdHfIYRFkwfqcuW4KFAAQgAAEIQAACDSPgidUt94ssX+ecXEWsNmwzNSwcxGrDEkI4nQm0Q6wqQXGXjBsCcyYWmp0x9O+IhKyMpeeE/H1CPHrC4jlfIIkuT3Vp6UmKeC2GRNVFbUIQGbIpJUHVckOZFUo7X/LMRILTZKpijUWbfqwYUiwtjhJ5uXtc9t6+Rg5cu0FmtgTy22O2T9aF+etfNho4UmKvehEGuViZkNWKy+dnZFzp7JCVJ7A1psEK9b2kVLgv3RLiXuM8cV++ODXzbZeqosvwQLQaPwtOyxerwdpFF8vmz7xrIyVm4z14g9xaTPgZy7BLzVBWmpI4Fr9pcal+d6vMrBTZLbE8tvJLXMv2DyPs4yU3cqf8eh/kRHvLHp8S60XWWU6sFou/gRcmIUEAAhCAAARaR+CXv/ylPP3003L8+PHctS1evFjOPfdcefOb39w6Bm1eUCRW1SIdk6uI1TbvzN7XhljtnSEjVEygFWJVCQtP2IUVm/4f97ItqBStkKmSSLfKDYlKTyXCrpSZDz4qF+sVqqm4RVISypNrIjeEa7Oc41XCGuuPF5wltfw418n452aCmNLCLpZDquLPlHnpdfryKZKlShdmVSom1xSIwNwKyQpzONip7GLUxir8mVkpaD9f3wO+pB9PVUP7Is/PY/diNSngNVqBXB1PVC3nidWkENZ2ri/sV94pWZWS4f4sL1b9vbpvMl2R640pm0SeG4+vOavgDiINP0i5f1zu0qq/7WI6mTuL3M0YT9+T/ocm+fmNxGpefAXXWUqsFoh/sNcXo0MAAhBwmECBO5scXh2h10Dg4MGDMjY2JitWrMid/fDhwzI7OyurV6+uIUqmtBEYmTsmI3P5bEb2/JnM+/j98UEOyVXEKvs+jwBilf3hHIFWiNUkdYu4qy0xUQXrxfLomi7EqlfNGEvizEq4UmJVCR0Vix6TXawm2xL4HG3iOi1WI0l1z+6gvUD61uN4PFPK1pavgU9sE6O26kmN5wq9ZUNOxWrQQqLzrfd+RWueyM7+fYbYjfZFOo+dxGpWHHaxHCao+4rVvPYY/rrvlHVTj8rE7UGbDvWH7nfG5frnbjM+OPCuhOjDgxXGBwvZFauiCe903rPGS4nV3NYK8dH58RVbZxmxWiT+gV9iTAABCEDASQLpfxOyP3x0coEEXQOBb3/727J27dpCM+/fv1/e//73FzqWgwZPwKhGLTOdI3IVsVomqcN3LGJ1+HLu/IpbJVa1T/ob0bPTuD1aVX12I1bD27rjrZa6Hblkxap6o/7oe9Rt+KFgVQIpUYkY9tA02gho/T1TPUHtYtW4Hd3Ljy6WQkm7QW4zbgV3/rLKWUDBHqtGSwmdbcb5Wp6KilVrj9Ugr4czxWtNYjXqMayh7dhjNd3DOK8fsRo5FKJXzmwIrhH/Z4++Z6+M352Uxuae17nbe6wm40n+EZ09XndiNT8+JbSLrLO4WC0Wf5uvbtYGAQhAoHsC+nuyYJSc93fdz8OZw0Rg7969hatQVXXrhg0bhglPo9fatVhVq3JAriJWG739ag8OsVp7CgigLIFWidVw8bX37LT1ZCz2hjkpxVK3/drkZBmx6lXfXRw8SCgRU+JBU5uuEJkZ19sahIBtt1JnVKzqD0Cy9Z9VwszaA7bsTnbl+JxWANoDyKwPZPI4SXaP1aGqWI3zXUQke0enepym90xUaXrm3wfXieKtPhD5sEwnWl2I5QFe4QPpxCamU9duQqzmjKc/4K7weovEV2CdhcVqwfhduVKJEwIQgEC1BIq9T6w2JmZzncCePXtk1apVhZZx6NAh2bhxY6FjOWjwBHoSqw7IVcTq4PeQyzMgVl3O3pDG3gaxmhYN9fVYDR9IszslC4u9YbaJVXvPVq1/bAmxaq+kE+vTzqPKVuNWdP9CKdpj1YhdE6tKPKUerjQU12BGxWdmhWoAxWgpkX54lb5vsntwxvL74u/00gpAf8iZlrSKe6xGmj+rl6++nzJiS245s6/wo3LxV0Wu9j6IMG/1D68B86FaHfgmPlhIPrzK/jqW0VrB2mO1U8WoLb6gkj5nnUXFatH4h+IyZ5EQgAAEShMo9j6x9LCcMNQEEKvupr9nsSrLRb74sJz4+DvkZAMxIFYbmJQGhYRYbVAyCKUYgTaIVb8STbvF3HrLeTEevR6VXU1WrHeWtWJVq2T0q+T2ybr7uxOr5vr0N/GJilODYTL2Dj1B35WUgVqvSpWnxIN+emXu1vk5FauhLLOK8jA/d4p8LF+sKh7ZT42/TdTDpboXqyJhpaZ8Wnv4k9H2YpmRkvwKy6C622gFYf7MexhXTk/RzhWciTYXORtG740afgjht95IVmTn5HHmSrlTrk73sM0Vq/njHfhzvWa1c379Nh/Z+0SPL3+dwVyS/RAxH2e5+N26ZokWAhCAQBUEEKtVUB62ORCr7ma8N7G6XORvH5YTW5spVVVWEKvu7s0qIkesVkGZOfpKoBViNXyITNSHMeshSX1FZx3MXhEaxHNYCeDd2nkZPSANiRS3FQhP7LXHahxAfiuA63V5m7jNN93DNt0KQM1j3tKexcGPqBF9cQe+RTJ6pEq8Z7MeHOULxItk0z2PybieGxWz5TZ3214MGWdVLquh1P5S4tXag1WCPWu57Tsrf9a2Bn7Gxd9j6T0uWg/fTuI0e3x/T90gt8oGW49WL4TrZe/tGyRUwQZ748MFywcPtgfGBfL0oit2y2N6G4xIPurVvtoHFPIVWZMz3pUHgg8ntP2Zl19vPxSNL2+doaQPxaqV42q5/rZxue2BcYOlF2pKJg/8AmMCCEAAAo4SQKw6mrhGh41YbXR6coPrXqw2X6qqhSNW3d2bVUQ+5GL1p/L4vh0ib79ZLlyRwH34cbn5R4dl47svl/NOrSIVzFGUQFvEatH1chwEIAABCEAAAhCAAASaRaDYnU3Niplomk4Asdr0DGXHN/r8kzL6k2P5C9h3m4zeuk87xg2pilh1d19WFTlitVFiVYneA7IUmZu7/xGrVb08MA8EIAABCEAAAhCAAAQyCHh3EOTf2QQ7CJQhgFgtQ8u9Y82qVnekKmLVvb1WdcSI1UaJ1arT7+Z8iFU380bUEIAABCAAAQhAAAIQgAAEsgg8/PDDMjY2JsuXL8+F9OKLL8rs7Ky8733vA6ZDBGKx6pZURaw6tMlqChWxWlSsvvyU3PvdPfKMkahJ2bruQjnL+1lQbfr2c+XpH+0ROeM6ufyU78nNP5oyzjhH/fy3T/HP+P7NcuBNW+XcIztkj2yU61Ytke+FFavSab6adkwDpkWsNiAJhAABCEAAAhCAAAQgAAEIQKCPBGZmZuTZZ5+Vl19+OXfUU089Vc4++2wZHx/v4+wMNWgCvlg92PgHVdk40GN10LvD7fERq/t2iKk+9YSeE/RY9XuxTi3dKje/y9eoIq/IU4e+EAjR8+QUT6zukKmFSpCq/1/klZdfkVNO9SWq/2Xe6q/E6o6j4Rz679fI0e92ms/tjddL9IjVXuhxLgQgAAEIQAACEIAABCAAgeYRUPLq1VdflZMnT+YGNzo6KosWLZKFCxc2bxFElElg3r1/KvNeuV5ObH2H5Ge4eRARq83LSZMiQqwWqli1P+TqlR/fK184cm4gUrMehBUI2Lk47ZPBw7I8sSq6rA3Fqy9Wkw/VMudr0jaqNhbEarW8mQ0CEIAABCAAAQhAAAIQgAAEINALgdF/mxF567hzUlWtGbHaS+bbfy5idWBiNRSqyYrUWJgiVru7wBCr3XHjLAhAAAIQgAAEIAABCEAAAhCAAATKEUCsluM1bEcjVgcmVm0VrObPEKvdXW6I1e64cRYEIAABCEAAAhCAAAQgAAEIQAAC5QggVsvxGrajEaslxGqRHqvx7fvpvqx+T1WRoq0A8ucbtq0arxexOry5Z+UQgAAEIAABCEAAAhCAAAQgAIEqCSBWq6Tt3lyI1UJiVURefkru/e4eecbI8aRsXXeh+I+zslSoJs5RQnXipfiBVUuey+qxermcJ53mc2+z9StixGq/SDIOBCAAAQhAAAIQgAAEIAABCEAAAnkEEKvsjzwCQy5W2RwuEkCsupg1YoYABCAAAQhAAAIQgAAEIAABCLhHALHqXs6qjBixWiVt5uoLAcRqXzAyCAQgAAEIQAACEIAABCAAAQhAAAIdCCBW2SJ5BBCr7A/nCCBWnUsZAUMAAhCAAAQgAAEIQAACEIAABJwkgFh1Mm2VBY1YrQw1E/WLAGK1XyQZBwIQgAAEIAABCEAAAhCAAAQgAIE8AohV9kceAcQq+8M5AohV51JGwBCAAAQgAAEIQAACEIAABCAAAScJIFadTFtlQSNWK0PNRP0igFjtF0nGgQAEIAABCEAAAhCAAAQgAAEIQCCPQBPE6uTkpIyNjcmCBQtk/vz53ve8efO879HRUe97ZGTEW4b6b/i/yWwxAkuXLi12oOUoxGrX6DixLgKI1brIMy8EIAABCEAAAhCAAAQgAAEIQGC4CDRBrF566aWyfPlyT6wm5WooVtV/Eavd7U0lqLv9Qqx2S47zaiOAWK0NPRNDAAIQgAAEIAABCEAAAhCAAASGigBitf3pRqz2ULLb/u3RvhXWIVbbR5EVQQACEIAABCAAAQhAAAIQgAAEINCJgLoFv9ev2dlZUbebL1mypKvb9KlY7TUD+ecjVhGrg91hDRu9DrG6cuXKhlEgHAhAAAIQgAAEIAABCEAAAhCAAAQGTeD48eM9T4FY7RnhQAdArCJWB7rBmjY4YrVpGSEeCEAAAhCAAAQgAAEIQAACEIBAOwkgVtuZV31ViFXEavt3ubZCxOpQpZvFQgACEIAABCAAAQhAAAIQgAAEaiOAWK0NfWUTD71Y7bZHRWUZYqK+EkCs9hUng0EAAhCAAAQgAAEIQAACEIAABCCQQQCx2v6tMdRiVUm2X//1X/e++RoOAojV4cgzq4QABCAAAQhAAAIQgAAEIAABCNRNALFadwYGP//QitWTJ0/K6OiovPbaa/KmN71Jfu3Xfq2rp6sNPkXM0E8CiNV+0mQsCEAAAhCAAAQgAAEIQAACEIAABLIIIFbbvzeGUqyqtIZiVYm2EydOyBtvvNH+bLNC0cVquA/Uz9R+UHtAfav9oL5ff/11UU/fm5qaKk1OjXns2DE5evSorFy5svT5nAABCEAAAhCAAAQgAAEIQAACEICA2wQQq27nr0j0QytWlfjSv4vA4hj3CWSJ1VCqJsXqv//7v8sjjzxSeuGI1dLIOAECEIAABCAAAQhAAAIQgAAEINAqAojVVqXTupihFashjVC0tT/VrFARyGoFkKxYVdWqqmr1pZdekocffrg0PMRqaWScAAEIQAACEIAABCAAAQhAAAIQSBOYmxNZuNBJMohVJ9NWKuihF6ulaHGw8wTKiFUlV1XF6kMPPVR63YjV0sg4AQIQgAAEIAABCEAAAhCAAAQgkCZw33UiZ31WZJV7chWx2v4NjVhtf45ZoUYAscp2gAAEIAABCEAAAhCAAAQgAAEIOERg90aRvzwm8o8POidXEasO7bMuQ0WsdgmO09wk0Dqx+tI35ZOXTsvWJz4lv1tXSp78klzwkV3B7Gvlxm99WT5wmogYP1e/3iw7E3H+4I4L5CrZKU98Io7+yAOflEu270+PF/zE+/0jk/LQHR+QZYk128aLDkmx+oF86YKrJIxctmhxJGLf/LUn5FPn+yPlxWf+TluvN/ctEq3qpofky5clo68rgRXMm1i/N+OaG9M5DI4TjY/JNI41zEnW79dqY3j74m77OtU4k4/bf6/nXT/bHy+9n80Zjsg3P3GJ3HJA+6ltzerXJdatryvYkel5RLsOxd/nou1h77xgj2etMeSa+n1wXjoO+zrSrwMajy2fls13fy6+Bg2A2dePOsw6f3C+Ld/h8Vn7JRzzJtmuvf6k95sRoiVv6vd58+fzUK9BUjhf1n3YhH8TKnhJYQoIQAACEIAABIaMgBKrH/6GyOmTzslVxGr79ypitf05ZoUagXaJ1VDcdBI8A9wCiT/iY+k5IX+XkDmeBPiJL9NEl6cpoTkdyVlDouqyMyGoDFmijxctPckq+P/fFspUTT79li9BJ0IRpa/RiyEnvp0TkSyMJa8vSqZD0eeNNyWToYAeYHoaMXSefEpIdcVsSjbLrp/EHL3czmw15Lsvp/w8vOeQ5ffBnGEO1bg7xrNltvX3iVxHLNXYn52WCaUDr4qFu1WqiimP/X06Yf2AodC6E+sSCfZxYh6fjwTz2MSqOm+7TL9NZJck2AYLia6pxPUUSkOb2LTlT+eS/lBExbZDJvKuBdv+ydhTai4745jBn/xPy37Rguy037wPjTSBa81bKsd2uW3/kKh4viKBq+cIsdqIlz2CgAAEIACB6gn84he/kKeeeko6SazFixfLeeedJ295y1uqD5IZuycQilU1gmNytdOeLAJldnZWli5dKkuWLJGRkZEipxjHXHrppbJ8+XJZsGCB9z1//nzvWwnB0dHR6FudpMbvZo7SQbXoBMRqi5LJUjoTaJNYVX+Ub5dJmdg+LZM1Vaz6MdykVV+GomSrTCt5qMelZI8mHiMJokszT1qJ3BRWo1rO8aRRYpww81YpEsiWJCtPAl0YijFfUE0rUeaJVb0KOPG7jPieN8YLq/fUOH8i05/YLvKZoJLXqyDsIJM6b2VHjvAlUSSVcwWWvndiPvacxgytYjUQjl4+z/crCEuL1Yw8hfE8NL4jLXw14RZ+iGCrqjZjKbNubS8G67LOY8g1i6gLf/+tCdmRUfHur3NCNt8t2nWsxpoS2bJLplOi2r4OfaOWF6vZ+yes8o0+AAkmsu+XmFtXYtW6F7rPm/F6laq+L54vf1/fKBPbp2I5jVh15LWRMCEAgSJ3NkEJAmUIPPbYYzI2NiYrVqzIPe3w4cOiJNVFF11UZniOHSSBuWMicx0muG+ryNXfiA9ySK4iVge5eZoxNmK1GXkgiooItEes+oJj8olJmfL+W2MrAD130R/1lriKiFVPiMUSMrOSsJRYzWCl4nl80q+E1GVESkz4UmbqvariUTrHF/LQ1qsqdCMBnSOGK7oMKpymhETWuChJHcpHmyjTBZ1X/ZysaE1UBXclVo2qz0iF5Qj4GGun+YwElFi3v0/jaudi86RFXcz0jHg9QasLQ/rNbJWdskOmPxR8KBB88DH5tltkKilWM9bRu1jN+hDClMzRPGHbCWvlelDRmtwvWpCd9lskyrPW22H+fB7qt8XzFebfa18QrgmxWuHrG1NBAALdE0i/1ul3Ng1Rs6TuEXJmisADDzwga9euLURm//79ctlllxU6loMqIKBXo5aZzhG5ilgtk1Q3j0Wsupk3ou6SQFvEalxtGUrDBohV4/bc5wPxq8VVSKym+xNaezyWEKuZrJJ9P8P2AsnbrRM9JZP9E609KpP9K5P9ZjOkT5fbusGnFRerhiRMSOm452681Pweq3qPUXvPS2+kIOdK5KZ7sFpabBjSKkPsBT0201WpWj9frZVFuXWn15VXievTSv7xasadV+WtZJ2qzA0/FAgr1LfOXJKqAM5ah/7Hsb1iVeOi7WS/1YB6HSkpVsMxMvokZ/dY9fN9htHjOb3fwp90XG9On+ZwjGKtALLzFcegPvDJqrhv8MsDoUEAAkNMwPL+dag+eB7i1A9w6Xv27JHVq1cXmuHgwYOycePGQsdyUAUEuhWrKjQH5CpitYI9VPMUiNWaE8D01RJohVjVKy09aVJ3xWr8kJ5YMhZ7w5yUOqn+iLaqwTKtADJZJW8x1qtSlyUevLVZNm/ZJXLhE+LdRqz3T0zF54+7S394UKovpr3fYrVXQlWzFRWrITc9Ll8i2m/179Azs2RlZ3aP1bBPqR+XVcpZJHluJamxf0uuu+S6rGI1+YGCd1BaIkfX5oemg/Yc75HvBNXkE19PtlbIXofek7S7VgBdilVji/ejFYD+ALBi641DsEv4QmI1J1+it7gI99VnRLbX/UDDql5emAcCEHCYQLH3iQ4vkNBrILB7925ZtWpVoZkPHTokmzZtKnQsB1VAoBex6oBcRaxWsIdqngKxWnMCmL5aAm0Qq1lPOM96uvdgCQeCISWXir1htolVe8/WsD9p8DTzghWr2ax2inzEFNJZlXv+A4L89gRK8mXGJ/5Dr/Qn2nvsk31jrRWNg81SfaPn9MjUBaNFlltvc9YWkv97U+h2umXe+vuMlhBh39YotxaJlXc7oyHTSq87vS57L1f9OFPkp/d5jvTzbi9X7QK2i1w1KVM7/f7HeqsGj0POOr58WVyz2p1YtffotfdY7VxFbNw2b7kwsl4HOlWo+r//ukw+8iG/V3OitYJtjxURq3n5mnzcFNzeHLJZ5G6RrU1pD1Pfiw8zQwACjSZQ7H1io5dAcI0jgFhtXEqKB9SrWJXTRe6YErnmnOJzVngkYrVC2DVNhVitCTzT1kOgDWLVJFdvxWq2jCzWO8tasao/zCVRoZclcUIm2fGoI3RWGfF5T6kX4/bjVD/PjPjSVXxBVKk1JKpj67kUqps14wnusXxUlZDBbcy6jApk3dffOyUfSvXEjIWtXZQNQKxaK6WzRF5QxS03ykPhg9j0ilevFUC369YrOO3z+A8EmfYqfj9wmr7X7RXEmX1FA+5hpa5/e/6yxMPAMhhktf4wHtZUoKLZtn8y9pT/IUjYD1lvQtBpv8SXg/01RP+AQLvtPrVff1P+Qr4o/+T1Y7bPny+aw9epsDo2P1875SqzJUNU3WppY1HdFc9MEIAABAoQQKwWgMQhJQkgVksCa9LhPYnV00XunBL5aDOlqsKMWG3SZhtMLIjVwXBl1IYSQKz2NzH2itCgD+TPldzZpU2Yc7uxeoCU9xW3FQhP7LXHahxA4k18su+p1vfSfFKtHndWfOmf+/Nm9G0cmh6rAf28288zH7bjS6Xf/AuRL35xf3rjBgzzngJ/y9uUKP9dTwSme6gGGfraE5Ks/PN/Y1bbZlW95lc6XyK3HNBD3yw7vzUhOz4rclPmLdvauo+oitHw2tCuj2BdWdeMt/O+FlZNamJVviQX2Kq9LTkw1pXXgqBD/iY8uRtEqvqXpsSqvceq0Z7Asn9CyZveGLbb9EVE3y/bLftJRNSYnqi3/T68Zjuud6tMX2pZk+Wa71ix2iFf67bskn2Jh4il2qn09yWf0SAAAQj0iQBitU8gGUYjgFh1eDt0LVabL1VVVhCrDu/NgqEjVguC4rB2EGifWG1HXlgFBCAAAQhAAAIQgMCwECh2Z9Ow0GCd/SGAWO0Px1pG+dm/iPz4aP7Uj35O5JYp7Rg3pCpitZYdVfmkiNXKkTNhnQQQq3XSZ24IQAACEIAABCAAAQgE/bk73NkEJwiUIYBYLUPLwWONqlZ3pCpi1cG91kXIiNUuoHGKuwQQq+7mjsghAAEIQAACEIAABCAAAQjYCDz44IOybNkyWb58eS6gF198UY4cOSLr168HpEsEIrHqllRFrLq0ybqPFbHaPTvOdJAAYtXBpBEyBCAAAQhAAAIQgAAEIACBHALPPfecPPPMMx37WS5evFjOOeccWblyJTxdIuCJ1QONf1CVDSk9Vl3aaN3FiljtjhtnOUoAsepo4ggbAhCAAAQgAAEIQAACEIBABoG5uTl59dVX5eTJk7mMRkdHZdGiRbJw4UJYukRg9xUir3xG5KPnuBS1Fyti1bmUlQ4YsVoaGSe4TACx6nL2iB0CEIAABCAAAQhAAAIQgAAEho7AzLTI+ISTy0asOpm2UkH3Q6yWmjBx8PETL8mikWUyMjLS1TAj27Zt+1VXZ3LSUBJArA5l2lk0BCAAAQhAAAIQgAAEIAABCECgcgKI1cqRVz4hYrVy5ExYJwHEap30mRsCEIAABCAAAQhAAAIQgAAEIDA8BBCr7c81YrX9OWaFGgHEKtsBAhCAAAQgAAEIQAACEIAABCAAgSoIIFaroFzvHIjVevkze8UEEKsVA2c6CEAAAhCAAAQgAAEIQAACEIDAkBJArLY/8YjV9ueYFWoEEKtsBwhAAAIQgAAEIAABCEAAAhCAAASqIIBYrYJyvXMgVuvlz+wVE0CsVgyc6SAAAQhAAAIQgAAEIAABCEAAAkNKALHa/sQjVtufY1aoEUCssh0gAAEIQAACEIAABCAAAQhAvBklAAAgAElEQVRAAAIQqIIAYrUKyvXOgVitlz+zV0wAsVoxcKaDAAQgAAEIQAACEIAABCAAAQgMKQHEavsTj1htf45ZoUYAscp2gAAEIAABCEAAAhCAAAQgAAEIQKAKAojVKijXOwditV7+zF4xAcRqxcCZDgIQgAAEIAABCEAAAhCAAAQgMKQEmiBW169fLytWrJAFCxZ43/Pnz/e+lRAcHR31vkdGRozvIU1X5ct+7bXXep7z+ImXZNHIMi9/3XyNbNu27VfdnMg5w0kAsTqceWfVEIAABCAAAQhAAAIQgAAEIACBqgkgVqsm7tZ8iFW38kW0IoJYZRtAAAIQgAAEIAABCEAAAhCAAAQgUAUBxGoVlN2dA7Hqbu6GNvI6xOrQwmbhEIAABCAAAQhAAAIQgAAEIACBISYwNjbW8+pnZ2dl6dKlsmTJkq5u96YVQM8pGNgAiNWBoWXgQRGoQ6yeeeaZg1oO40IAAhCAAAQgAAEIQAACEIAABCDQUAJzc3M9R4ZY7RlhYwdArDY2NQSWRQCxyt6AAAQgAAEIQAACEIAABCAAAQhAoAoCiNUqKLs7B2LV3dwNbeSI1aFNPQuHAAQgAAEIQAACEIAABCAAAQhUSgCxWilu5yZDrDqXMgJGrLIHIAABCEAAAhCAAAQgAAEIQAACEKiCAGK1CsruzoFYdTd3Qxs5YnVoU8/CIQABCEAAAhCAAAQgAAEIQAAClRJArFaK27nJEKvOpYyAEavsAQhAAAIQgAAEIAABCEAAAhCAAASqIIBYrYKyu3MgVt3N3dBGjlgd2tSzcAhAAAIQgAAEIAABCEAAAhCAQKUEEKuV4nZuMsSqcykjYMQqewACEIAABCAAAQhAAAIQgAAEIACBKgggVqug7O4ciFV3cze0kSNWhzb1LBwCEIAABCAAAQhAAAIQgAAEHCQwOjcnJxcudDByEcSqk2mrLGjEamWomahfBBCr/SLJOBCAAAQgAAEIQAACEIAABCAAgcETmLdnm4ye+dfy+h+4J1cRq4PfHy7PgFh1OXtDGjtidUgTz7IhAAEIQAACEIAABCAAAQhAwEkC8+69XOb91TH51X3fdE6uIlad3HKVBY1YrQw1E/WLQDvE6hHZe+0Gue2gRmX19bL39g2yrF+gyozz/a/Imo/tDs5YLdfff7tsOE1EjJ+rX2+SOw9cI+/Uxv7h36yRq+VOOfDn/k+PPHitbPicvjD/4E1fPSDXvMv/394xU+us602O55/xQ/nKmqsljDAey/y5XBHHkTzH+F3WesN1vbRXrv3gPlkXcrCtq858lcltv471mNwmRmZtDILj5NN75fb1/m7294TE+yrK6V0yrjGOQg3yk9ozln2lzrngjy6QJ/7HE9aVrtbiiA6wrcWyt72dp/b3Pfq+D/acsdeCNc5cGV0H8blmWOGa1Lh3jceMvKO8uGbkSu8aS+xtYxg/nhUZ15r1eutwTRrDW/inOSTjja9T+eoBufg7ipt98ykG6vep9fdrrzIOBCAAAQhAAAIQgEDjCHhidcv9IsvXOSdXEauN206NCgix2qh0EEwRAu0Rq7eKbAsEZpGFD+oYQ+bo0nNC/n7N1aIkSShEPbnynC+ARZc6CclkhnpE9v7NAVnz5xtkmS40E1LOELLGeL6EntkSxBHF+2GZVnJ6ZShTfREVxmuKK/93M0qy/d4BTV4lJa8uszTBnBKtgRiP5h5UchoyrkWWRuJQk+rhzx6VTbL7ufFInEe5NXKuWNvEqmJ7q8ysFNktpqgMaVhlfkJqZpPT9kIgftWxVtmv1v35GRlXSj/cf5rwTIlfLYZsEekL+4n7iojVDPGcsy1s6/B+luQTXItp8Wzn769HxPiAIvHaEX6YEYrVPHFqFcsN2e6EAQEIQAACEIBAPQR++ctfytNPPy3Hjx/PDWDx4sVy7rnnypvf/OZ6AmXWrghEYlWd7ZhcRax2lfKhOQmxOjSpbs9C2yFWldx5VC5OVH/WkSUlXW6VG6LqQl+OKKFzpcx8MBGjkjF3x8IsElI5UuuHf3OtTP9xQiBbxgnXnpJAOccqOfPoe0LxqwvYtLQL13mD3JqxXj3GxPmeYBO5QasotsqqOhI48DntItKee33vxFLQZ7VOrn/utliQR/sssTdCWXf/uNwVVW+ai+xdrFqEZc7e3jt+lyYmgzV+elxum0rI4+A68EXyeKq6O762BiRWPVkqqXkz96p3/IxZSZzB3xeh18v45/bFVcaI1YFffUwAAQhAoNEECtzZ1Oj4Ca5xBA4ePChjY2OyYsWK3NgOHz4ss7Ozsnr16satYVgDGpk7JiNz+asf2fNnMu/j98cHOSRXEavDurOLrRuxWowTRzWIQCvEaupWZK06sm7WkSy5WB5Nyt+yYlUd/52LjdujveWVEKu+FBqXTffsTrcC0MdPSR4dpF+FZ60Qtp6HWI3pZVWWWjaqltfD2q3ukdh7z6OamLePG0vAFWalsjZdb2I1vL2/0zWnifoVyVv0lZi9QeTzcSW1Li+LSPdirQBKVKxa2ldkflgRsbR/AOFXt5r8w3jVBxNR9Stite5Xa+aHAAQgUCMB804hFYh+Z1Mtra1qpMHU/SHw7W9/W9auXVtosP3798v73//+Qsdy0OAJGNWoZaZzRK4iVsskdfiORawOX86dX3F7xGrYSzG/52ilCTNu+T6crqotJVZzZGZZsar359QFkiT6fqZ6fmq39hfsB+rzRqx2I1YNWajl2GsbEVRzxseo/ZUUh2bbhyxBWbSvr60ncLyuRJ/j5P4wpGFGNbS3//zr2Ot3qlesdmhNEN1an7rAw36u2T1W07fvp/+4NT5WsLUCsO1zyeYf501i4W0I5/C68dtxZPZYDTjr4r3S1zgmgwAEIACBPhGw3H2V8/6uT5MyTMsJ7N27t3AVqqpu3bBhQ8uJuLO8rsWqWqIDchWx6s5erCNSxGod1JmzJwKtEKspAiWqAnuil3VyLJnMB0P10Aogq1pVhVBWrBqSSr/dPOib6vXK9NewbzLxQCBvycnf2dars0GslherNhHoV4Wu+Wetx6dREZ0QqwUfKtVrxar1KkjsSetD2Lzev2IIYVslZ7UVq537/WbHY9nnyQeUBQ/1Ev1hWyGrbSK3Gu0aYsHb6eFU9FgdyAs5g0IAAhCokABitULYQzPVnj17ZNWqVYXWe+jQIdm4cWOhYzlo8AR6EqsOyNUmiNU/vGSdjJ02JgsWLJD5C+bL/PnzZN48/3t03qiMjozKyOiIiIzIyIjIiPo/fBUmsGThWOFjkwciVrtGx4l1EUCs9pu8/SnnftVm92LV7H+aiLmEWPUkrNFOILsHbCSQ/njaeECVp1ajXrKqUvJq2Z37wC3EqilWdYGt5VLPoyWn1tvHwwdFee0dZuJ+ndHP9QdWJR5cFkzdk1jN2nuZFarBpJlC2N8rckX8sK3sHqvxeqzi0Yih2IctRW67LNpjNX1cdrxebmWTyD3iVey+08OEWO33qzPjQQACEGgugWLvE5sbP5E1kQBitYlZKRZTz2JVlot88WE58fF3yMliU1Z6FGK1Uty1TIZYrQU7k9ZFoA1iNfnkbusTySsCnF/N5t/We827/GBsEsd+fgcpVEas2m7L/6B6srp6uJYlPu8p9aqqUP9dLHw+/DPLE9JTrG2VfP7T3Dec5mlarzr2tpVqLl8ptfrLaBERd02L98MaOXBt3G80YhHk+e7JfbIlVXV8tewWvc9pp56rMeeexWrWA57CB05Z92coGe8U+ZhZaRtVt2qy3r/VP7ytPyAScBwPbpW/azxRXV1SrGYLXHM3Wq/R4IEjcVuBfP53ytVixBtVF+trRKy2+nWAxUEAAhAwCCBW2RD9J4BY7T/TqkbsTawuF/nbh+XE1mZKVcUQsVrVTqpvHsRqfeyZuQYCbRCrkaS8JwSYEDAVcrX3egyE12H11PDdWjTpODOlzd3xE9NTyyklVoPWAVocUbuC5NNo9T6ZidvKQ4GUu15PmnrZSfX/TN0abuvZWmHeKp8q7zb9zAeH+Rx/8xqRO36hV6KGOdWeSF+okjTIjpKWnkD3Zav1tv0AULofadbxseTNuk3d3+sXyaZ7HjMqbbNEu22v6fuws1hV8tn2pa5D9XC5rN+LxC09svnox2S25whye9EVu+WxhAhOi11TrF4dvb6Za1DzZvZgDVoPDMHHFZVfwkwIAQhAoL8EEKv95cloigBi1d190L1Ybb5UVVlBrLq7N4tGjlgtSorjWkGgLWK1FclgERCAAAQgAAEIQAACQ0gg/eDEIu1phhAUSy5BALFaAlbDDh19/kkZ/cmx/Kj23Sajt+7TjnFDqiJWG7bZBhQOYnVAYBm2mQQQq83MC1FBAAIQgAAEIAABCAwRgeSdQ9x1METJH8xSEauD4dqUUc2qVnekKmK1KTtosHEgVgfLl9EbRgCx2rCEEA4EIAABCEAAAhCAAAQgAIEeCTz88MMyNjYmy5cvzx3pxRdflNnZWXnf+97X44ycXiWBWKy6JVURq1XukvrmQqzWx56ZayCAWK0BOlNCAAIQgAAEIAABCEAAAhAYIIGZmRl59tln5eWXX86d5dRTT5Wzzz5bxsfHBxgNQ/ebgC9WDzb+QVW2ddNjtd+7oXnjIVablxMiGiABxOoA4TI0BCAAAQhAAAIQgAAEIACBGggoefXqq6/KyZMnc2cfHR2VRYsWycKFC2uIkim7JTDv3j+Vea9cLye2vkPyM9ztDIM7D7E6OLZNGRmx2pRMEEclBBCrlWBmEghAAAIQgAAEIAABCEAAAhCAQF8IjP7bjMhbx52TqmrxiNW+bIFGD4JYbXR6CK7fBBCr/SbKeBCAAAQgAAEIQAACEIAABCAAAQjYCCBW278v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AAJVEECsVkG53jkQq/XyZ/aKCSBWKwbOdBCAAAQgAAEIQAACEIAABCAAgSElgFhtf+IRq+3PMSvUCCBW2Q4QgAAEIAABCEAAAhCAAAQgAAEIVEEAsVoF5XrnQKzWy5/ZKyaAWK0YONNBAAIQgAAEIAABCEAAAhCAAASGlABitf2JR6y2P8esUCOAWGU7QAACEIAABCAAAQhAAAIQgAAEIFAFAcRqFZTrnQOxWi9/Zq+YQB1iteIlMh0EIAABCEAAAhCAAAQgAAEIQAACDSAwNjbWcxSzs7OydOlSWbJkiYyMjJQe7w8vWSdjp43JggULZP6C+TJ//jyZN8//Hp03KqMjozIyqsYdETV8N3OUDqpFJyBWW5RMltKZQB1ideXKlZ0D4wgIQAACEIAABCAAAQhAAAIQgAAEWkXg+PHjPa8HsdozwoEOgFgdKF4GbxoBxGrTMkI8EIAABCAAAQhAAAIQgAAEIACBdhJArLYzr/qq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wCECc3MiCxc6FHAcKmLVybSVChqxWgoXB7tOALHqegaJHwIQgAAEIAABCEAAAhCAAASGisB914mc9VmRVe7JVcRq+3cqYrX9OWaFGgHEKtsBAhCAAAQgAAEIQAACEIAABCDgEIHdG0X+8pjIPz7onFxtglidnJyUsbExWbBggcyfP9/7njdvnvc9OjrqfY+MjHgbQv03/N8O7ZBaQ126dGnX87/22mtdnxueePzES7JoZFnXeRvZtm3br3qOggGGhkB7xOoP5EsXXCW7gsxt/toT8qnza0rjk1+SCz4SRrJWbvzWl+UDp4mI8XMV22bZ+cSn5He1MH9wxwVyleyUJz4R//TIA5+US7bvD47Sxgt+4v3+kUl56I4PyLLEkm3jRYe89E355KXTsjWKwWQoW7Q4ErHrfL057g5HNddkxh7/zvy5iKy50Rp/TRkc/LQe+1skzKo3YcBAVD5nthp7QETlZodMhHtJjzDITXZO4oPjYxK5jg6x5C/cW7aYLXtYDeXviYy9un2/WK/PAa3D22uFeB6Rb37iErnlgAbXsi/N/W6/jsMRynBIXqvpeSTipn63Y/wh+fJl2hVvXM9Z+Q3jnZSprP1k7P6scdK5jfOefl0Ty95Ze1Mcv3U9lqvQZ2IZf/BXLDNAAAIQgAAEIACBZhFQYvXD3xA5fdI5udoEsXrppZfK8uXLPbGalKuhWFX/VV+I1fJbXwnqbr8Qq92S47zaCLRDrPpCZPqqQKamhGGFeBNzx9JzQv7ugqtENOHrSYKf+ELRk2mhPE0JzelIzhoSVZedCQFkiEt9vAhFKJFCSRH8/28LZaovVLx4f8uXgBNh7Noaz/DinogEsSGxVHw7JyJhGomjD03LJy+dkslIEibnrjBfdUwVSCbRxFIkpWSnPDS+o6AIVGcpdttl+m0iuySWsVZR5e2XcC/ZRa2+J5WyS+7f6UTMWVI/lIK6PPNj9cVlWqwObh3FRHUQm5iC37+O4v1tE3t5sq8MB12sWsf09o1/3Ux8vYhYzRDx3p7PEfUpsZoeJ8nFO0XF99lpmVAfb4WvxeHPL71FjP2euAYKidWs8eu4hpkTAhCAAAQg4ACBX/ziF/LUU09JJ4m1ePFiOe+88+Qtb3mLA6sixIhAKFbVDxyTq532ZJEsz87OiqqKXLJkSVdViYjVIpS7Pwax2j07znSQQCvEakLg1ZkGJRy2y01aJVkoMLbKtJIieoWqJe5UdZ0nE0RuCqtRbWvNWb+9Ws8XZttlUia2T0cxKbkxdWFY6avJak+s6pWt8e/+5H8mqgE16SrGeIF4UeN8a0J26GsKBV6qqrDOTA5qbl9YJwWlp0iDyspSYjXkrZhqObKLKl2mZYi1xF4yxapF1GXsPW9+2Szyk4l47+aJsQGuo4hYTQplPfshy5tkuyFZk8eEH5LoVeNlOIRi1cu/JnPjeeKc1S1W/QpU/TUha/9m7/ewilV9YDP5uEUUJy7B/OtjUNcr40IAAhCokECBO5sqjIapWkDgscce8251XrFiRe5qDh8+LEpSXXTRRS1YdUuWMHdMZK7DWu7bKnL1N+KDHJKriNWW7NOcZSBW259jVqgRaINY9f/gnpDNd+9qRisAfYdFAkLdetuFWA0qEuUzfjuBzEpErTJUnz77NmgVSyIm9Yb+8Un/FnRdnKQkii9Wp977kHiySReiWlWd1/5A/wol3GdEtg+1WM2rJIwFld4OIqvCMM7vGUbVdnbFqgTVxTkVq1orCr0i9fmM2/ttL6j+/Dtl8pEpmbgjaHfh7a8JufEnt8TV5cHJg1xHkVYARSomsz6k8JaQJ5gLcjDEaocPGYq1AqiyYjXrg5i8ytj4nM5iNe+DHv5JhwAEINAGAtqdQkErq7wP/dqwYtYweAIPPPCArF27ttBE+/fvl8suu6zQsRxUAQG9GrXMdI7IVcRqmaS6eSxi1c28EXWXBFojVrdL3Ms0T+51yamr04zbXZ+XL3UlVsN+lXEEqduoS1asxpWp6k28JnuTfRDD9gLBz6NWAEFFhbrNO1nFl9VTMuwv68WuKmARq37fXctXqv9sdEyyr6XZAkMXf7b+nGZP34zemYm2Eelb/RN9SDN644bib+vMJVEVtL/vHpKJnVrbDm9tg11Hd2I1wWfNjfL1907Jh7KEZ65YfUiKcCgrVuO+xvomClt7ZPdY9dszqNejfMHvj1qwx6rx4Yuezz6J1czxu3pl5iQIQAACDSSQeE+mImzQHVkNBEZIBQjs2bNHVq9eXeBIkYMHD8rGjRsLHctBFRDoVqyq0ByQq4jVCvZQzVMgVmtOANNXS6A1YtUQHkX7Bw6Kta2XZLE3zEkJlOpl6EnNsOowiL+MWNWrUj1pEorV5C27cVWq94Ac4/a0zbJ5yy6RoG2AIfG2bJbNd4vW8iAUM5oUTLY3GLpWAH2qWM15mJRqw5B6uJGxd8pXrCYfjObtvg5C8cv/5e+CKmgJ9tqfyLTeD1mNMeB1dCdWtdeGYI29iNUiHMqK1c4PrxpcxWryldP6YYAn6VXes+IoXrGaPb7+6L9BvZ4zLgQgAIEqCBR7n1hFJMzRHgK7d++WVatWFVrQoUOHZNOmTYWO5aAKCPQiVh2Qq4jVCvZQzVMgVmtOANNXS6ANYtWTO+Et7B6+OsVqIBJTD4wq9obZJlbtPVv91gB5ckv9LjmevZJRPUxop8hHzFYF2bc++w8aCtsTGDtWl6YZD2nyH3Kj9Y0dOrFq77EaSkq7wEvv6XR+Ooiq1FPjMx5KpH1IEVWsXjUtl9jaTWQ8KC6+VT2o1P6ayFXeNWq2LLDtUb2C1XqLeMl1FBWrth6pUXyPTPoVq9bep0FVefAgulSP1fGwQnRKJnM4dO6x2nt+42u16GtkkeMSDw+MZLnqwarajWTsd60SPr8VQN74QZuJav/ZZDYIQAACAyBQ7H3iACZmyBYTQKw6nNxexaqcLnLHlMg15zQSAmK1kWnpa1CI1b7iZLCmE2iFWE2K1BpbAWTLyGK9s6wVq49MykPhw6tsaytTsWpsyHTFqqhb9fXeXl6/TbPqzLg93JjbrHLN7FuZWkNQ4fs2NdcQVKBlCOewl1oxsWoXXuH+2SlXpStWSwpJXSo+pMRqslI6FOIW2ajnPpT5fguLpCQb/DpSVd9qYV717nTcPiRoR3CL3Bhfa9H69osELQ/8PrPh7fb+xeSvz/xZeJkV5xCME/S3tY7ZSUQWyO9AxKr19SfZE/UWEa8FQaCdE9dAbo/bTuMHr1dN/7eW+CAAAQjkE0CsskP6TwCx2n+mlY3Yk1g9XeTOKZGPNlOqKoaI1cp2Um0TIVZrQ8/EdRBoh1gNRcmuCGGqD2lFcO0VocFt8D9XMieO0ex56QeYVYV4y4F4Ab32WDXlilalmnward4/M9EKYOcTcaWY2QoglKOJXpxxZryHJ52hHji2fX8cSkavzorSVv00Obe/e2xSvTwTAjJLpgdybd2WXbLPq5Q06iflS1H1YEaPzYRw1CW6JHPmUUv2ffVRGqLMaEGQEKsVrcN2XaZfI2x7drPs/NaE7NAqrNNj2aVqKQ6hoNUeHGaL2e+Pusz+ELuUWL0qepifucFVvH4lqf5qFB1jVNt3rljNkqLGa5llv4drCTll9Yz9tHUvZz3krfpLmRkhAAEI9IcAYrU/HBlFJ4BYdXg/dC1Wmy9VVVYQqw7vzYKhI1YLguKwdhBojVhtRzpYBQQgAAEIQAACEIDA0BEodmfT0GFhwT0RQKz2hK/ek3/2LyI/Ppofw6OfE7llSjvGDamKWK13a1U1O2K1KtLM0wgCiNVGpIEgIAABCEAAAhCAAASGmUDyziHJviNimDGx9uIEEKvFWTl5pFHV6o5URaw6udtKB41YLY2ME1wmgFh1OXvEDgEIQAACEIAABCAAAQhAIE3gwQcflGXLlsny5ctz8bz44oty5MgRWb9+PRhdIhCJVbekKmLVpU3WfayI1e7ZcaaDBBCrDiaNkCEAAQhAAAIQgAAEIAABCOQQeO655+SZZ57p2M9y8eLFcs4558jKlSvh6RIBT6weaPyDqmxI6bHq0kbrLlbEanfcOMtRAohVRxNH2BCAAAQgAAEIQAACEIAABDIIzM3NyauvvionT57MZTQ6OiqLFi2ShQsXwtIlAruvEHnlMyIfPcelqL1YEavOpax0wIjV0sg4wWUCiFWXs0fsEIAABCAAAQhAAAIQgAAEIDB0BGamRcYnnFw2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mHRkB0AACAASURBVESs9kKPc50jgFh1LmUEDAEIQAACEIAABCDw/7d3N0By1XW+/z/d0zOZSTLJJDNhCAQyEwUCIq7+3VpCrEuI/sUiNz4su3XNHxcv4GXLB/bh79/KH12te0HgWluUV13XutQqu64s1/KiaK6WUP55uMVTlS6rggF5ykQIIWQmJJk8TGbG5F+/89B9zulzuvv0dJ8+5/R7dqeQmXN+D6/vr5vk07/+NQIIIIAAApkUIFjNZNliDZpgNRYXF2ddoBPBatbNGD8CCCCAAAIIIIAAAggggAACCMQXGBkZiX9T4I7JyUmtWLFCQ0NDKhQKsdu74oorNDo6qt7eXuu7VCpZ3yYQLBaL5W/TsGm/mT5iDypHNxCs5qiYTKW+QCeC1TVr1tQfGFcggAACCCCAAAIIIIAAAggggECuBGZmZhY8H4LVBRO2tQGC1bby0njaBAhW01YRxoMAAggggAACCCCAAAIIIIBAPgUIVvNZV++sCFbzX2Nm6BEgWGU5IIAAAggggAACCCCAAAIIIIBAEgIEq0kod7YPgtXO+tN7wgIEqwmD0x0CCCCAAAIIIIAAAggggAACXSpAsJr/whOs5r/GzNAjQLDKckAAAQQQQAABBBBAAAEEEEAAgSQECFaTUO5sHwSrnfWn94QFCFYTBqc7BBBAAAEEEEAAAQQQQAABBLpUgGA1/4UnWM1/jZmhR4BgleWAAAIIIIAAAggggAACCCCAAAJJCBCsJqHc2T4IVjvrT+8JCxCsJgxOdwgggAACCCCAAAIIIIAAAgh0qQDBav4LT7Ca/xozQ48AwSrLAQEEEEAAAQQQQAABBBBAAIHsCBRnZnSyvz87A/aMlGA1k2WLNWiC1VhcXJx1AYLVrFeQ8SOAAAIIIIAAAggggAACCHSTQM8921Vc818090fZC1cJVvO/UglW819jZugRIFhlOSCAAAIIIIAAAggggAACCCCQHYGe7/4H9XzmoE5974eZC1fTEKxu3rxZIyMj6u3tValUsr5NGGi+i8Wi9V0oFKwFYf7p/u/srJDOjnTFihVND+DEiRNN3+veeHj+dS0pDDddt8L27dtPLXgUNNA1AnkIVqd+/GltveXxqppt+8ZjuuFtHSjlr76mSz5+t9PxBt147+3aepok38/Nr7fpjsdu0IWeIT799Ut0ve7QY5+s/NQ/P097zn3W7x/YpB23b9VwYLph7ZUveX2HPv3BCV3jjsH699vkSm743A7dvsVt8Wl97ZLrVZ6V93dR85Vk9X+X26NnvgGLjtWqA8vD6jJgbf1sw42+GvrtguvFX4/KNKKNfVO96v/Vtrv+a7mefganjbAxhqzZyr1T2vHprbrN91AMrNeQNr3rrHrOdutV66OGn8zjYeIa32NIMl53asx9LFqthow3UIOq5dFA3bz1ledx4j6Oq+biPBa8DpXH9Lj+pWrc/lHVXic1FrjTr3c8dluB5yXf80TEuvO4RT0fN1LnSq3D1lLIOujU45d+EUAAAQQQQACBDgtYwerV90qjmzIXrqYhWN2yZYtWr15tBavBcNUbrLqhKsFqcgueYDU5a3pqkUAegtVqiint+PpjuuST1UFji9iimwmElf6A5HrJE/ZaIcZLdphmhUFuOHyVJ1i1wo+JcjjrC1G94WQgEPKFG972yiN3gws3RLEDk4lyEOQNouxrJ652gmprjg9pkwmp5A9nveOz5zRWDo/LIe+f7rIC3DHXIhjwtr1IHe7ACee8oZsZkTcEDwu4/D8LCwqdNpw15Q3Zq8P38PsrMsH1YP8mOsR31pP84bD9YoLsNRA278DPzBzvHPMG+u4LEpXHgBtKR/ntGLuzgWA1bLwRc3BRGqibe6mZx4PaprtfGiuH5eXHZODx6AajzQSr9ddJ1Fo3c71VE+uku1UJocshrXeMVcFqVEBtP5esDgu2HTv3MR9aZ89Qvc+N5XXsfd4xL1TxhQACCCCAAAI1BQ4dOqSdO3fq8OHDNa9btmyZLrjgAi1fvhzRDAmUg1Uz5oyFqwSrGVpoHRgqwWoH0OlyYQJ5DFaf/vqntetPnV2iC+OJfbcJT27VZwM7PU0QcY0mPvigLvPuUDWh07crwUs5uPLutjNhwpekz7q7UUPuscKrQDvuwK0wp2r3nh2Q3apNGrtlwhlTddBWDj/+8DH/GJwQ0ARgn9WtEfO9XVv3fk2XPHJZeedgeSxWsOrZKevsHCwHt7HVs3RDeGDprb0VDHoCae/sKoFTxE7GiLXQXLAaDNCckDNkrYUGYWbg5VDuMj3oC+49s/KEbpc9EhKs+nabNuhXZ8dq5HjdXazr/LvG7R2v3hceKuOvfoy5jyXzmK8Y2teNadtd8jwPmGsflK66WxOeQLmRHat2UFt54SJ8nUS8uOTW5d4x3el5LNqP+Rs1dstDld29dYNVa/Xau5XX3aHwYNv/4kwjwWpVwB666zhLj33GigACCNQRaOCdTRgiEEfg8ccft97qbHbl1frau3evJicntWHDhjjNc20bBQozB1WYqd1B4Z4/V88n7q1clKFwlWC1jYsnB00TrOagiN02hdwFq+YPpZ4wr+P19AVLTQSrVmBxq7TdDoojd/TFClbtMOeyx0zY5Y4pPFgNHktgewZ2sHqRq0IYt33PPasDRxA47T20ObBTsePFa8cA6u0UdXaFhoTh1mjKwWl4sBp19EP8YNU9xqH66IkwlXpBWfhb8d2WKmsjNFj17nptIFwLfzHB715rvI3cX3NleMLtvZ4duG67d+jOygs/zgsnm9bdpoeaCVbrrpPwYLUyx9W+3eiui3nBpPyCTEPBamXdhgargd2mdddLyPEI7Xg00iYCCCCQHgH7BbyodzYFj3pKz7gZSZoFfvrTn2rjxo0NDfHRRx/V+973voau5aL2C/h2o8bpLiPhKsFqnKJ237UEq91X88zPOF/Bqj+E7HhxfG8d3uuEmZ4zVRvZsVp1TmnIOYMxd6xab1N+l3lbvxuwmjEFduS5Z0lWHSNQ4+3SVW+VDp6T6IR01vEBnqMAuipEaWWwWjnztrzWQ499CHsLf9QZrZL/bN1ADSPOIK0blNUMRP3BauVMXndW3jM/G/QLOXNZqoTE7QxWfW17Hpvu2a8meHR3tbs73K+Z2Oo7AqHhHatNBav+F0a8QXJl7KoErr4XQqL93XbsHdfBM6/9AX3UWbrBc4brnS/d8ed4BoAAAgi0TMD7ZzKn0Rp/vmtZtzSUa4EdO3Y0vAvV7G7dunVrrj2yNLmmg1UzyQyEqwSrWVqNyY+VYDV5c3pcoECugtXU7FathFGVD4Zp7A/Mwd1yVW/39e3eq/8H76rddz6jwJh8H8yzQduukibGKscaRJ0R6f0QoKoPwvGc9xl5Pqy2adtVd0tW2LvABZ362xsMBusGZu3fsRpKGfGXvFYGq+FnrDrntKZ+x2pYYG2Hipf83DmWwxyFYR3vcYkec3ajj3/PfwRCW4PVGh9KJu8Zt26tt0u3lo8LaDBYDa7fuDtWQxdf/cdO6h/+DBABBBCIFGjsz4kAIhBH4J577tHFF1/c0C1PPPGErrzyyoau5aL2CywoWM1AuEqw2v41lOUeCFazXL0uHXuegtXKTsxOFtMJVqp2Djb2B+awYDX8zFbPGbIxdqxG7RSr+qRyZ6esvbPVfVt44NPCLeao+dr3uPdbl0Z+SFXKdhq3dflEn9Xpvs3/25sf0tV1z84MD1Zrnam79YFN5Q9Sqv3W/OizVKNqGH1mqfe80fAzSt0PozIfbBR6FEDIp9JXPmTNUyzncWD5JXjGqu+M45DHYvXb683b72+Vrt6kh75tn5/sPTLAzKjhYLXuOqk+CqB6jUQfxWCNXduku6RrrPOho8LNemesNn4UQ/TarHEESVsfszSOAAIIJCHQ2J8TkxgJfeRHgGA1u7VccLCqUenL92v+E+t1MoUMBKspLEqKhkSwmqJiMJTGBPITrKZjN1NUsOUGkPXOzgrdseoNxMI+GTtGsOpfFd4/xAdCi6pPc/d+2FSllej5+j/l3rqj3KY52zXwoT6+0K+xtZvZq2p9uryzw9cEbdff5Q+y/Z8AH77eWxqsftzdJRqod2iYF3FEhFXzCWvH5lbnCAh9znOWbsAidOdrMJCv49dIsFreZa0bPWFzjWMuyi8M3Cbf+N2jOqy6mR2oW1X1IWwhga+7+9s9diE470aCVetljbrrJPgoqb1u7tD1viMJ3ND7cblrMex+d4e+fc3q0A/Mixus+s8ZrLww4zlCJLNPAAwcAQQQCBMgWGVdtF6AYLX1pkm1uLBgdVT6+/s1f106Q1VjSLCa1ErKZj8Eq9msW1ePOjfBakrOoQrfEeqcL7jXhEx3e9Zb9Q7QqN1kt3mOLKzaXdqSYNXdUXqb7K48ZyJWfUqtPQUTCpmzIavPxHTvDb4tOqrNsJ2wOX9Y1ng79oXO1KvXUgNnjXqDzNMCgWjVjtWQM1qtWzwBWZ2zMv1VCp6pa//Wt15D5u090zX8SIGQXb41/BoJ9uyRhYw34gzZ8jxr1S1yR7YdKq66QfrqgWv02CcvdHZvP6RNJnAO+VA6f7AaUSdnV3ztdRJ4HEU9Vzhjv/Squ/Ww50O0LCUTlJbD9IizeT1u4eF+ZUermX/kGavuerHOdXWfiypz8J//m/PnCKaHAAJdJkCw2mUFT2S6BKuJMLelk+aD1fSHqgaMYLUtyyY3jRKs5qaU3TOR3ASr3VMyZooAAggggAACCCCQKwH7hat672zK1ZSZTNsFCFbbTty2Dop7fqniCwdrt//QbSre+pDnmmyEqgSrbVs2uWmYYDU3peyeiRCsdk+tmSkCCCCAAAIIIIBASgWq3iHUhe/oSWlpsjosgtWsVq6xcft3tWYnVCVYbay+3XwVwWo3Vz+jcydYzWjhGDYCCCCAAAIIIIAAAgggECFw//33a2RkRKOjozWN9u3bp8nJSb33ve/FMkMClWA1W6EqwWqGFlmHhkqw2iF4um1egGC1eTvuRAABBBBAAAEEEEAAAQTSKDAxMaHnnntO09PTNYc3ODioc889V2NjY2mcBmOKELCD1cdT/0FVYcPnjFWWdS0BglXWR+YECFYzVzIGjAACCCCAAAIIIIAAAgjUFDDh1dGjR3Xy5Mma1xWLRS1ZskT9/f2IZkig57sfVc+RGzV/3XrVrnD6JkWwmr6apGlEBKtpqgZjaUiAYLUhJi5CAAEEEEAAAQQQQAABBBBAIBUCxd0T0tqxzIWqBo9gNRVLKLWDIFhNbWkYWJQAwSprAwEEEEAAAQQQQAABBBBAAAEEkhAgWE1CObt9EKxmt3ZdO3KC1a4tPRNHAAEEEEAAAQQQQAABBBBAIFEBgtVEuTPXGcFq5krGgAlWWQMIIIAAAggggAACCCCAAAIIIJCEAMFqEsrZ7YNgNbu169qRE6x2bemZOAIIIIAAAggggAACCCCAAAKJChCsJsqduc4IVjNXMgZMsMoaQAABBBBAAAEEEEAAAQQQQACBJAQIVpNQzm4fBKvZrV3XjpxgtWtLz8QRQAABBBBAAAEEEEAAAQQQSFSAYDVR7sx1RrCauZIxYIJV1gACCCCAAAIIIIAAAggggAACCCQhQLCahHJ2+yBYzW7tunbkBKtdW3omjgACCCCAAAIIIIAAAggggECiAgSriXJnrjOC1cyVjAETrLIGEEAAAQQQQAABBBBAAAEEEEAgCQGC1SSUs9sHwWp2a9e1IydY7drSM3EEEEAAAQQQQAABBBBAAAEEEhUgWE2UO3OdEaxmrmQMmGCVNYAAAggggAACCCCAAAIIIIAAAkkIEKwmoZzdPghWs1u7rh05wWrXlp6JI4AAAggggAACCCCAAAIIIJCoAMFqotyZ64xgNXMlY8CdCFZRRwABBBBAAAEEEEAAAQQQQACB7hMYGRlZ8KQnJye1YsUKDQ0NqVAoxG5vy5YtWr16tXp7e63vUqlkfff09KhYLFrfpl3vd+xOuKEpAYLVpti4qZMCnQhW161b18kp0zcCCCCAAAIIIIAAAggggAACCHRA4PDhwwvulWB1wYSpbYBgNbWlYWBRAgSrrA0EEEAAAQQQQAABBBBAAAEEEEhCgGA1CeXs9kGwmt3ade3ICVa7tvRMHAEEEEAAAQQQQAABBBBAAIFEBQhWE+XOXGcEq5krGQMmWGUNIIAAAggggAACCCCAAAIIIIBAEgIEq0koZ7cPgtXs1q5rR06w2rWlZ+IIIIAAAggggAACCCCAAAIIJCpAsJood+Y6I1jNXMkYMMEqawABBBBAAAEEEEAAAQQQQAABBJIQIFhNQjm7fRCsZrd2XTtygtWuLT0TRwABBBBAAAEEEEAAAQQQQCBRAYLVRLkz1xnBauZKxoAJVlkDCCCAAAIIIIAAAggggAACCCCQhADBahLK2e2DYDW7tevakROsdm3pmTgCCCCAAAIIIIAAAggggEAWBWZmpP7+LI5cBKuZLFtigyZYTYyajlolQLDaKknaQQABBBBAAAEEEEAAAQQQQCABge/9P9JZX5Quzl64SrCawPrIcBcEqxkuXrcOnWC1WyvPvBFAAAEEEEAAAQQQQAABBDIpcPeV0v99UPrBjzMXrqYhWN28ebNGRkbU29urUqlkfff09FjfxWLR+i4UCtbSMP90/3cm10oHBr1ixYqmeyVYbZqOGzslkJdgdepHf6nLb3rUYdyoz//kK/rAaR1S/eV/0zs/9p3qsfh+bn79EX3rF3+lizzD/PVX36lr9S394i8qP603N+v3P9us+776AQ0HphzWXvmS13+ov7xil65zx2D9+80qK37hPn3l/W6Lv9Z/e+e1cmelq+0x+sdW6fwj//AL/dUfBO4xv3buq1w5pR/+xeXada25vkP1SrTbEBPT/yWfL9cvytRcttFXE/MT0943NV5vvTu1VdX97uQjxhW1Rr/tRQus48A6sq+sXuvW6M16/3b47yq/ry6Qvb48Pw/p02tl91P9vOBau+3Z14UvCHPN5v8d/vu44/H2EBxD+XfO80V1zSWF1DNq3QTvDz4nVM85uh4+GWd83rmH1tP3PNP8+q+uZ3Sd/uoP7OeVmx/zX1NVp0Qf+3SGAAIIIIAAAgi0UMAEq//X96XTN2cuXE1DsHrFFVdodHTUClaD4aobrJp/mi+C1fjr1gTUzX4RrDYrx30dE8hFsGr9BX9XOUytFTS2HToQVlbGMq5/fue1kicQskKIF+xATd5g2Bs+1pqbN6j1BHNmjr6QpSrMtK5wggc3RLEDj13l4M0f2JmxfnPMDVqD1/piIv3wq4/oXX9hQl5z3QPaHAiPGwqV2l6oTnUQFoT6a3GmWQsT1/nC9ejRNhasmvo9oI/oOy+MhwbwUQGtd42aiD0sOPP/LHxthD4mzWPli7s0buL6iGDdv+4chcBjIixkDP7MDQ/9IWMlfPMGq5V1Xq3eqvGEPQaCLzqEj9m+M6yelnFw3TgB7Hjwecd58aZ+PaNWnrG7SbveLH1HlbVaDmm9zzlVwWrwhYAG1n9gHqF18Aw1uG6tX1ltPKDN9V6E6NRTA/0igAACCCDQYoEDBw7oqaeeqnue5bJly/TWt75VK1eubPEIaK6tAm6wajrJWLhKsNrWlZGKxglWU1EGBpGUQC6CVSugkb7g7tg0wcu3ogKk9sqacOMmfSGw09MECddpl/lLvTdkDBlnVTjSyNxqzDc0bHGC15u0WeM37XLGVB3QVcKLPVW7Iqvn6QY+f6ldH3Z2CwfHHqR3fr/5zTdr17/rph2rYTtMnXDpzd/SfWPfbHGw6tbWrMGo3a0RAa1nbdnh/3jVLms36LNfJDAvIIT0UWOt15pveIDmHWuNkN8Txpmdpt/UR6QXxivPEyHBbiOBXXXwGn883t229mN0XB/5tjzPD/aLErr6O9pVfkHDfQCF1zP8sV69I9zdsWq5161n9S74Ski5S9f9ZFzf9Ox6t/0+r/GbHqjsoq4brJoW661//zwWXqf2/neA1hFAAIGmBBp4Z1NT7XJT1wo8/PDD1ludV69eXdNg7969mpyc1KWXXtq1Vqmb+MxBaabOqL53nXT99ysXZShcJVhN3Ypr+YAIVltOSoNpFshFsGr9pfwm6W/sQK/eX7oTrUc5VNisB4K7NxsJVhuZW+xg1d1J6h1TeLAaPJbAtvN7lz3NOP735spOyzp/QbB23f07++3V5p/dcxRAeLjpBmMtD1Y962OPb+ex95EQHqx63zYeFdJbrQT6CHvbvf9x5wnKzggcSeG5MHqHqJyAt9aO3UofVrA69i1t/tkDGv+qc/yGtV7H9fkXbi4fRVHvuaNV46kOVq/Tt/TNqhclzIsODwSD1Yh6Ru9Y9e/S9AWrUTuj67w4VenrTN9RHq7PF3RT5cWBhoJVZ5f9xHXhLywEdpvWq5O1Hj/2nZCjMxJ99qczBBBAIIaA/UJh1Dubgkc9xWiYS7tY4Ec/+pE2btzYkMCjjz6q97///Q1dy0UJCHh3o8bpLiPhKsFqnKJm81qC1WzWjVE3KZCPYNV9i3IFIRVn6fnOQTS7PpvYsVp++3WNucUMVt1A0z4D1R1TYOefe2al7xgBz/mIgaMHQsPWwLi8IZ0VfDghbGU8TS7iTN0WHQT6gtXyecHeyYWdfVn/KABfCBW5ViLOvvTUv9Fg1f7LX+CMy+B68YVt0efslt9a7qux1yFOsHqfrpu4vBzi2+vuPo1/q3LGb3h/lTNwTTBdfQZr/PGEBasmUHd3u7s7ws14gztko+rpO06k7FV9ruzCg1V/vbzrojI2VQJXX3De7Pr3z6NendwAot751Jl66mCwCCCQc4GQ45M6+A6snGN3zfTuuecebdiwoaH5Pv7447ryyisbupaLEhBoNlg1Q8tAuEqwmsAa6nAXBKsdLgDdJyuQh2DV/suz5y3K1m4ld0dbsp52b9VnN9pnWMYPVhuaW5xg1berNDAm3wcAbdRHrpZ2jXmPNXAt7fk98B7Ph1sFd6uGsUfs3iVYdVaNc0Zma3eshgWmYR/u1rodq6G7agJrNPSDlkLOAm7VDlF7x+p9+srZ/+wE+nIej3+mXZ4PT6u3E7JV4wkLVn/x4V3OkSbv0iPODvzx/+E929isk+h6vuuJqDNWW7xjtcaHk8m7I9qt+d9IN5WPC2gwWA09K7Yyj3p1Cn/Wr/8iRCf+a0GfCCCAgC3Q2J8T0UIgjsDdd9+tiy++uKFbnnjiCW3btq2ha7koAYGFBKsZCFcJVhNYQx3ugmC1wwWg+2QF8hKshp9r6pz1mSipE3xUhUSN/YE5uCsw+sxWz9xiBKtRO73CdviWA8+Qt2oHx9VQOOoGq/8gXfux71RXJfRDthItXgKdRYU79c6YjBpanbAoZG2Eh1Lh7XjXY1XI7xmSta7MGavX7tLlYecb19uhGvjQN7fp0LGGfMp85UPXPIMKnrFqvaXe2Tlu1qC1Yzr8rexfeX/4my5bNZ7QYNUay03StZv1wLfsM6Orjm6oUU/f2+/LDNFHfDR7xmr1zuXgkQuVF1wsL3O27bel66zzpZtd//77agertfvYFfFBaQk8+OkCAQQQqCHQ2J8TIUQgjgDBahytlF270GBVp0tffUC64fyUTcweDsFqKsvS0kERrLaUk8bSLpCXYPXyn22ufNp5Bz/9Ofrt0o2dnRUWrNadW4xg1b8evX+ID7wd27frNzj2sH+vPjfU99Z/90gD59PIveNoKJRN+wOp4fGFhT4NfCp6ZPuNvRXed35t6HqpH6yaIdjBvP9IAt/PInaL+0LZ0P7DjwOoH2S6n/Z+s/QFzw5q3zEcw75zl90XF+wXE1rwoUjBUDjQt1W6sJ85Na0Orx8tnw3qn3/EkQmO5/94zwP6cNWZqdHB6i/+4qL69axad7XXybd0rf/ogvLuVnfNNLv+4war/nMKvTUYt+re8AOWCxFAAIGEBAhWE4Luqm4IVjNc7gUFq6dLdzwg/ad0hqoEqxlelzGGTrAaA4tLsy+Qh2C16jxHSZ06YzV8R6jz1utX7Q9UqXxVn5kZtRvs5sc8dwWDgZYEq5Xw51Grq8DbxQNv/93oDbEi+69zzqYzpe4LVq9V1X5dzxmkoW+Td6x87tbPwt4a7lz8J9do4/+cc3YKep+rwsKtiIDWCkp36fM/qeyQrl7j/nUcPv7KeorabRj2okT07tpr5dulGvL2dK9V1bmk5aNCqoPV6jNUbTvznFI+UsC3o9WuQZzxeKvhm3etD2mK2NVrr4FvatVfS1+euq7y4XFWJ5Wd0CZItVaMCcc9L3DUq6fvv3JRj3VnbJuu/o4eCnzYln+nc8R6Da7/qoDYP4/IM1bd535rl/3Nsp/LKl/Vj5/s/zecGSCAQF4ECFbzUsk0zYNgNU3ViDmWpoPV9IeqRoIdqzHXQwYvJ1jNYNEYcvMC+QhWm58/dyKAAAIIIIAAAggg0FmBxt7Z1Nkx0nvWBAhWs1Yxz3hf+Tfp+TdqT+DBW6SbH/Bck41QlWA1w+syxtAJVmNgcWn2BQhWs19DZoAAAggggAACCCCQcQHrXSK139mU8Rky/IQFCFYTBk+6O9+u1uyEqgSrSS+UzvRHsNoZd3rtkADBaofg6RYBBBBAAAEEEEAAAQQQaJPAj3/8Yw0PD2t0dLRmD/v27dPU1JS2bNnSppHQbFsEysFqtkJVgtW2rIbUNUqwmrqSMKB2ChCstlOXthFAAAEEEEAAAQQQQACB5AVeeuklPfPMM3XPs1y2bJnOP/98rVu3LvlB0mPzAlaw+ljqP6gqbIKcsdp82bNyJ8FqVirFOFsiQLDaEkYaQQABBBBAAAEEEEAAAQRSIzAzM6OjR4/q5MmTNcdULBa1ZMkS9ff3p2bsDKQBgbuvko78jfSfzm/g4nRdQrCarnq0YzQEq+1Qpc3UChCsprY0DAwBBBBAAAEEEEAAAQQQQACBaoGJXdLYtYqYsAAAIABJREFUeCZl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6ESwmnUzxo8AAggggAACCCCAAAIIIIAAAvEFRkZG4t8UuGNyclIrVqzQ0NCQCoVC7PauuOIKjY6Oqre31/oulUrWtwkEi8Vi+ds0bNpvpo/Yg8rRDQSrOSomU6kv0Ilgdc2aNfUHxhUIIIAAAggggAACCCCAAAIIIJArgZmZmQXPh2B1wYRtbYBgta28NJ42AYLVtFWE8SCAAAIIIIAAAggggAACCCCQTwGC1XzW1TsrgtX815gZegQIVlkOCCCAAAIIIIAAAggggAACCCCQhADBahLKne2DYLWz/vSesADBasLgdIcAAggggAACCCCAAAIIIIBAlwoQrOa/8ASr+a8xM/QIEKyyHBBAAAEEEEAAAQQQQAABBBBAIAkBgtUklDvbB8FqZ/3pPWEBgtWEwekOAQQQQAABBBBAAAEEEEAAgS4VIFjNf+EJVvNfY2boESBYZTkggAACCCCAAAIIIIAAAggggEASAgSrSSh3tg+C1c7603vCAgSrCYPTHQIIIIAAAggggAACCCCAAAJdKkCwmv/CE6zmv8bM0CNAsMpyQAABBBBAAAEEEEAAAQQQQCA7AsWZGZ3s78/OgD0jJVjNZNliDZpgNRYXF2ddgGA16xVk/AgggAACCCCAAAIIIIAAAt0k0HPPdhXX/BfN/VH2wlWC1fyvVILV/NeYGXoECFZZDggggAACCCCAAAIIIIAAAghkR6Dnu/9BPZ85qFPf+2HmwtU0BKtbtmzR6tWr1dvba32XSiXr2wSCxWLR+i4UCr7v7KyObI/0xIkTC57A4fnXtaQwbNWvma/C9u3bTzVzI/d0p0BegtWnv36Jrr/LreE23fHYDbqwUyX91dd0ycfvdnrfoBvvvV1bT5Pk+7n5dfU4rXnoDj32ycrop378aW295fHq9pyfWL9/YJN23L5Vw4E5h7VXvuT1Hfr0Byd0jWtl/fttKvf0uR26fUuwxSnt+PRWTVz9mG54m7ezp/W1S66XvlH5ub8m7rUeD0k1x9ep+rW1X9vJXR3lrjbcWFW/aj/venHauSpkrUxc41s/Vh9ObeWpqX9dVSa9zVND+6d2zW9zF4b5Uch47Wsbn591tfW4DZlXVQ0iHivlx7x9gzv28LVXueayRy7RnWNh69vpOPBYsKYc+niQLMcqc+Nwp8acx74ZT1V/vsef41bl6tq786/nG/F7W0d3PHaZHgxbf97noqrnKU8x3PUWwydYyqBX7XVeWbve5Vd57qw33w7+d6CtzyM0jgACCCCAAALdLmAFq1ffK41uyly4SrDa7au39vwJVlkfmRPIQ7BqB0Rj5TA1POhIqDSBsLISeo7rX8KCx5fsQE3e8NQbllkhx0Q5nPWFqN4AJBDI+EKzQPhmS4QHNhPl8MgfDLl6bruV8M0fulWHcl73p/W1r0s3fPJCO4xyw+LQ8SVUr8S7CXMN1iIscAz+rBIoec2j1r4Jrx7UNt390lg5wA291llTlRDRGZu8wW/Yz1zIGvNb5w+BrbD3SxMaMzFzOagPX3dW+OY8VkzUXx3IugHcQ9p07+0a/17t4DQ06HSnEBJChwXTvsdEq4JV+V94cPt9vBx81vOVL9CtXt6N+frmFnzRJqZPrWA1rI7+n9nrvPK85Dx7lV9MMs+rlQA78YczHSKAAAIIIJBigUOHDmnnzp06fPhwzVEuW7ZMF1xwgZYvX57i2TC0oEA5WDW/yFi4SrDKeq4lQLDK+sicQG6CVW+wEdyJmWBVTFh1qz7r2enpBhnXaOKDD+oy705aE2J9uxJ0WXFncPebFT5Jn3V3o4bcY+2EDbRTO/Sx+7lVmzR2y4QzpurApSp8csayad1tmnhXcMdq1E7W8ki049P/ovHb/TvIOhqCJ7guKl2FB1vloHvdHdoxdqfvhQLvMCsBoxMofW5Mtz1QJyy1dpGa8MmswUoIFWnvCfNNQOkNNCtjccLVYFha7svZpe3cENaX+zNrvuXHb4SPZ43bL0JUXkgJs20+WA0P8qw+nEBxLLCjt3U7Vu+UrpImxirPH9bjdGJMukvOzvIaL3hYhs0Fq1HPIdW74eP7RAWrsda5u+vfbay8HghWO/I0RqcIINAegQbe2dSejmk1rwKPP/64RkZGrLc71/rau3evJicntWHDhrxSZG5ehZmDKszUHnbhnj9XzyfurVyUoXCVYDVzSzLRAROsJspNZ60QyG+wau9cs96C38mvcshr3oLbRLBq7Sy9VdpuzyV0p13sYNWEI2Ys3jGFB6veYwmsXY/vekzmbdTmn/6jAGoHq9WBs10UgtXK4gwPGgOLtypQ+qz0pcrRDJG7UJ3gfa/nLenR9pW1UCugbCRQtEdffUyEGyRbR0qs9h5JUWNHpXNERiNrpuaOVGfHa/hRAFHBt7VaQ4/BaMShsaMA7tTYNzbpoUfGdbtzFIj1mBu7URO3uEd2hI3P61tr/G4tqnd4Rh3JER6sRu0Qrffiiv8x7w/Uo9b5Vpk1e/1dgZ285cvrzbeTT/70jQACCMQRqP5vZfDdGnFa41oEjMBPf/pTbdy4sSGMRx99VO973/saupaL2i/g240ap7uMhKsEq3GK2n3XEqx2X80zP+PcBKueHWz2W0mj/iKeYMl8b5nd64SZnh2bjexYLb/tuTLuqrfbxwxW3YD0hre5AasZU2AnmnuGovs2fdPHI5dZZ3dW7vda1gpVvP34/RsJyRKsWAJdRQdBzQWrt2urKsHk6pDzPn2hXnDnZ9h5rJ5dp80Fqw2cIevbVe5dOxFnZnqOi2hkzUSeseocmeENmP1FbzJYLZ+B7G2t8hzUcLBq7Sp2X4BxHjf3junO8lnIET7lo0Aifl8+I9Y8D4XUJ+I4jjQEq/Ypz4Fzfhueb/CM6AQe4nSBAAIINCUQ8melGn++a6oLbuo6gR07djS8C9Xsbt26dWvXGaV1wk0Hq2ZCGQhXCVbTuvLSMS6C1XTUgVHEEMhDsGqm6wtSrtqmbXfJ/7b7GCYLv7QSAlRC0Mb+wBwMjeyzSD1ve7beJib/h3PFCVY9Aam9k9Czi9b3gTQbtK38tmR/KBw3WI3arWrFJaEf/LPwCqS3hTYEq56dzJ/VrYEPUgoL2uzA75Kfh33okvVoKp/T2VywWr2jMRjQ+c7YdYtlhXvhb2X37qhsZM1kdseqcz6stSNczosZf7rL8yFzNY4CsM5CrffW+Po7gr2PnfQEq4FHNEcBpPcpjpEhgECTAo39ObHJxrmtSwXuueceXXzxxQ3N/oknntCVV17Z0LVc1H6BBQWrGQhXCVbbv4ay3APBapar16Vjz0uw6itf8FzSRGvrBFlVO8Aa+wNzWLAafmar55iDGMFq1E6+sA+dKgeoJuD5eNXn2Eu+OUbtWPUfZRAsRSMhWaLla3tnUcFq5czS5s6etNs1Z3TeLXPW5oX2TELWhhs6VoewzuTbcMaqfT6p+3b2kLXiOzIjIph1dtdWvdhQrlmlXXNcRfhb/e2Lo4PXwM5t73pI4IzVMXN8yV47UL1D19tHbjRwVELF1xzvUevDnGoEsyG7l1tyxmpgDfp2Zoeeleu8UGY+rOzqCW0NOz+6znpp+8OYDhBAAIGWCzT258SWd0uDuRYgWM1ueRccrGpU+vL9mv/Eep1MIQPBagqLkqIhEaymqBgMpTGBXASrvr+42+HKQ5t3eD5AqjGLVlxV+9zK6yXPB9+EnZ0VumPV+6ncVqAQOD82RrDqn6P3D/GBsCtsZ6xzc6wdq3U+SIxg1aC6O5y3lXciN/Zp6f4ArbwLtBx4R4Tdznr59uaHdHUwTHM+OGPD59zHjzM23agd7geoueP1/cxdWTWCOzdEC12v7ljvkD5eO1h1g9Hr76p4Wb17gs/mg9VKOyobRPzMmXKjZ6wGPwTMHxB73dxdxs78fI+her7tDlbj+4SF6u7zc911HvE8VLGrN99WPKvTBgIIIJCEAMFqEsrd1gfBanYrvrBgdVT6+/s1f106Q1VTFYLV7K7NJEZOsJqEMn20VCAXwWrVUQDmLcXOjr2WatVvLHxHqHPWotmJ5tv5GQiGQt8aHzhbUNJCz1itzKL2UQDm7eJhH/4VJ1itF5zW+3198axdUe+MTE91rLOCvfPzrpewgK2y69Va/5Ghtn3vqhukr37t8SrA6t3L1WtQ5TMug7dHnfFZ57zR8tq/VNvueljWzk3vB895dtG6Pw97rLmBcOQZq87jxwSvflt3Ht4w8zZ5dSphs3/OjQSrVWeEWk14z4H219P3YVJVwWrIGanltqLPWJXM3CKCyBBfM8LqHavO3H3Hhtg/i/Ipt+OeQxtYO9W18j8vhh4b0fB8PWdaZ+2pgvEigECXCRCsdlnBE5kuwWoizG3ppPlgNf2hqgEjWG3LsslNowSruSll90wkL8Fq91SMmSKAAAIIIIAAAgjkS8B+YazeO5vyNWdm024BgtV2C7ev/eKeX6r4wsHaHTx0m4q3PuS5JhuhKsFq+9ZNXlomWM1LJbtoHgSrXVRspooAAggggAACCCCQTgHnOJ7K4Krf2ZTOgTOqtAoQrKa1Mq0Zl39Xa3ZCVYLV1tQ/z60QrOa5ujmdG8FqTgvLtBBAAAEEEEAAAQQQQKBrBe6//36NjIxodHS0psG+ffs0OTmp9773vV1rlcWJV4LVbIWqBKtZXG3JjplgNVlvemuBAMFqCxBpAgEEEEAAAQQQQAABBBBIkcDExISee+45TU9P1xzV4OCgzj33XI2NjaVo9AylnoAdrD6e+g+qCpsHZ6zWq253/55gtbvrn8nZE6xmsmwMGgEEEEAAAQQQQAABBBCIFDDh1dGjR3Xy5MmaSsViUUuWLFF/fz+aGRLo+e5H1XPkRs1ft161K5y+SRGspq8maRoRwWqaqsFYGhIgWG2IiYsQQAABBBBAAAEEEEAAAQQQSIVAcfeEtHYsc6GqwSNYTcUSSu0gCFZTWxoGFiVAsMraQAABBBBAAAEEEEAAAQQQQACBJAQIVpNQzm4fBKvZrV3XjpxgtWtLz8QRQAABBBBAAAEEEEAAAQQQSFSAYDVR7sx1RrCauZIxYIJV1gACCCCAAAIIIIAAAggggAACCCQhEBasfvSjH43s+p/+6Z+qfjc5OakVK1ZoaGhIhUIh9rC3bNmi1atXq7e31/oulUrWd09Pj8y5w+bbtOv9jt0JNzQlQLDaFBs3dVKAYLWT+vSNAAIIIIAAAggggAACCCCAQPcIRO1YDQtXw0JVI0Wwmt/1QrCa39rmdmYEq7ktLRNDAAEEEEAAAQQQQAABBBBAIFUCtY4C8IarUaFqK4LVd1++SSOnjdi7VXvNbtUea7eqtWO1p6hioahC0eyENbtW1dSu2FShJzyYof6RpnskWG2ajhs7JUCw2il5+kUAAQQQQAABBBBAAAEEEECguwTqnbFqwtVaoSrBavrXC8Fq+mvECFsoQLDaQkyaQgABBBBAAAEEEEAAAQQQQACBSIF6wWojdAs9CoAdq40oN38NwWrzdtyZQQGC1QwWjSEjgAACCCCAAAIIIIAAAgggkEEBgtUMFi3mkAlWY4JxebYFCFazXT9GjwACCCCAAAIIIIAAAggggEBWBAhWs1Kp5sdJsNq8HXdmUIBgNYNFY8gIIIAAAggggAACCCCAAAIIZFCAYDWDRYs5ZILVmGBcnm0BgtVs14/RI4AAAggggAACCCCAAAIIIJAVAYLVrFSq+XESrDZvx50ZFCBYzWDRGDICCCCAAAIIIIAAAggggAACGRQgWM1g0WIOmWA1JhiXZ1ugE8FqtsUYPQIIIIAAAggggAACCCCAAAIINCMwMjLSzG2+eyYnJ7VixQoNDQ2pUCjEbu/dl2/SyGkj6u3tVam3pFKpRz099nexp6hioahC0bRbkGm+mT5iDypHNxCs5qiYTKW+QCeC1VY8kdafGVcggAACCCCAAAIIIIAAAggggECaBJYtW7bg4bz00ksEqwtWbF8DBKvts6XlFAoQrKawKAwJAQQQQAABBBBAAAEEEEAAgRwKEKzmsKiBKRGs5r/GzNAjQLDKckAAAQQQQAABBBBAAAEEEEAAgSQECFaTUO5sHwSrnfWn94QFCFYTBqc7BBBAAAEEEEAAAQQQQAABBLpUgGA1/4UnWM1/jZmhR4BgleWAAAIIIIAAAggggAACCCCAAAJJCBCsJqHc2T4IVjvrT+8JC6Q1WP3Rj36k97///Qlr0B0CCCCAAAIIIIAAAggggAACCMQVaPTv8ASrcWWzdz3BavZqxogXIJDGYNU8IZsvgtUFFJZbEUAAAQQQQAABBBBAAAEEEEhIoNG/xxOsJlSQDnZDsNpBfLpOXiBtwar7ZEywmvxaoEcEEEAAAQQQQAABBBBAAAEEmhFo9O/yBKvN6GbrHoLVbNWL0S5QIE3BqveJmGB1gYXldgQQQAABBBBAAAEEEEAAAQQSEmj07/MEqwkVpIPdEKx2EJ+ukxdIU7BqZt/oq1zJS9EjAggggAACCCCAAAIIIIAAAgiECTT6d3mC1fyvH4LV/NeYGXoE0hasesNVzlhlqSKAAAIIIIAAAggggAACCCCQfgHOWE1/jZIaIcFqUtL0kwqBNAarbrhKsJqKJcIgEEAAAQQQQAABBBBAAAEEEKgpYILVRv4Oz47V/C8kgtX815gZegTSGqxSJAQQQAABBBBAAAEEEEAAAQQQyJcAwWq+6hk2G4LV/NeYGRKssgYQQAABBBBAAAEEEEAAAQQQQCBhAYLVhME70B3BagfQ6bJzAknvWD1w4IBWrVrVuQnTMwIIIIAAAggggAACCCCAAAIIdESgFcHqiy++qJUrV2poaEiFQiH2PN59+SaNnDai3t5elXpLKpV61NNjfxd7iioWiioUTbsFmeab6SP2oHJ0A8FqjorJVOoLJB2svvLKK1q7dm39gXEFAggggAACCCCAAAIIIIAAAgjkSqAVwepTTz2lNWvWEKymdGUQrKa0MAyrPQJJB6svvfSSzjnnnPZMhlYRQAABBBBAAAEEEEAAAQQQQCC1Aq0IVv/1X/9V69atI1hNaZUJVlNaGIbVHoFOBKsHDx7UkiVLrK37pVKpPROjVQQQQAABBBBAAAEEEEAAAQQQyIXA/Py8zNGCR48etQJVgtX0lpVgNb21YWRtEOhUsOr224Yp0SQCCCCAAAIIIIAAAggggAACCORQwJx3SrCa7sISrKa7PoyuxQKdCFYPHTqkkydPtngmNIcAAggggAACCCCAAAIIIIAAAnkWKBaLWr58OTtWU1xkgtUUF4ehtV4gyWD18OHD2rVrl9544w39/ve/b/1kaBEBBBBAAAEEEEAAAQQQQAABBHIr0NPToxUrVmh8fFzmvFazgzXu17sv36SR00bU29urUm9JpVKPTLvmu9hTVLFQVKFo2i3INN9MH3HHlKfrCVbzVE3mUlcgyWDVnIXy8ssva//+/ZqbmxPHAdQtDxcggAACCCCAAAIIIIAAAggggICJOQsFKwxdtWqVzjrrLOuzW5oJPQlW27ucCFbb60vrKRNIMlidnZ21QtW9e/fqyJEj1nEAhKspWxAMBwEEEEAAAQQQQAABBBBAAIGUCZgA1RwDsHTpUq1evdoKV/v6+ghWU1YnMxyC1RQWhSG1TyCpYNXMwASpZteqCVenpqZ0/Phx60gAMwYC1vbVmJYRQAABBBBAAAEEEEAAAQQQyKKACVTNt3mb/sDAgIaHh61Q1exWNUFrM1/sWG1GrfF7CFYbt+LKHAgkGawaLhOkHjt2TOa8VfN94sQJzlvNwTpiCggggAACCCCAAAIIIIAAAgi0Q8CEqosWLbLOVDXfixcvtoLWZr82b96skRHnjNWSOWO1VDljtVi0Alv3iAE32G22r268z5yB2+yXyYgW+nV4/nUtKQw3tZvZ9F3Yvn37qYUOgvu7RyDpYNXImp2r5oxV822CVvPvfCGAAAIIIIAAAggggAACCCCAAAJBARN0miDVnK9qvpvdqeq2e8UVV2h0dLTcnglW3XDVtO1+WyGbs2OWqjQusJDQm2C1cWeuTIlAJ4JVM3Xe+p+SBcAwEEAAAQQQQAABBBBAAAEEEMiIQDMfVhWcGsFqe4tNsNpeX1pPmUCngtWUMTAcBBBAAAEEEEAAAQQQQAABBBDoAgGC1fYWmWC1vb60njIBgtWUFYThIIAAAggggAACCCCAAAIIIIBA2wQIVttGazVMsNpeX1pPmQDBasoKwnAQQAABBBBAAAEEEEAAAQQQQKBtAgSrbaMlWG0vLa2nUYBgNY1VYUwIIIAAAggggAACCCCAAAIIINAOAYLVdqhW2mTHant9aT1lAgSrKSsIw0EAAQQQQAABBBBAAAEEEEAAgbYJEKy2jdZqmGC1vb60njIBgtWUFYThIIAAAggggAACCCCAAAIIIIBA2wQIVttGS7DaXlpaT6MAwWoaq8KYEEAAAQQQQAABBBBAAAEEEECgHQIEq+1QrbTJjtX2+tJ6ygQIVlNWEIaDAAIIIIAAAggggAACCCCAAAJtEyBYbRut1TDBant9aT1lAgSrKSsIw0EAAQQQQAABBBBAAAEEEEAAgbYJEKy2jZZgtb20tJ5GAYLVNFaFMSGAAAIIIIAAAggggAACCCCAQDsECFbboVppkx2r7fWl9ZQJEKymrCAMBwEEEEAAAQQQQAABBBBAAAEE2iZAsNo2WqthgtX2+tJ6ygQIVlNWEIaDAAIIIJB7gRcOvqA7n75TO6d2av7kfO7nG3eCpWJJFwxfoGsuvEZvHnpz6O3Hn/ut9n3j73TsqV/r1Hx3GBZKJS1+60Ua/finNHDueXFZuR4BBBBAAAEEHAGC1fYuBYLV9vrSesoECFZTVhCGgwACCCCQawETqn7m4c+ot9SrvlKfCirker7NTO6UTml2flZz83P620v/tipcNaHqrk9cr2J/v4qL+qVClxieOqWTJ2Z0cmZG439/B+FqM4uLexBAAAEEEJBEsNreZUCw2l5fWk+ZAMFqygrCcBBAAAEEci3wuUc+p+cPPa9FpUW5nmcrJndi/oTOWX6ObnnXLb7mJv76Bs08/5yK/QOt6CZzbZycOa7+c87V2Je/lrmxM2AEEEAAAQTSIECw2t4qEKy215fWUyZAsJqygjAcBBBAAIFcC3zohx/Skv4l7FRtoMpm5+rRmaP6wQd+4Lt653suVWn5UPfsVA1anTql+UMHdcHPHm5AkUsQQAABBBBAIChAsNreNUGw2l5fWk+ZAMFqygrCcBBAAAEEci2w9QdbNbR4KNdzbOXkDh47qB0f2uFr8jebNqp3ZFUru8lcW3OT+/WWhx7N3LgZMAIIIIAAAmkQIFhtbxUIVtvrS+spEyBYTVlBGA4CCCCAQK4FCFbjlZdgNdyLYDXeOuJqBBBAAAEEvAIEq+1dDwSr7fWl9ZQJEKymrCAMBwEEEEAg1wIEq/HKS7BKsBpvxXA1AggggAAC9QUIVusbLeQKgtWF6HFv5gQIVjNXMgaMAAIIIJBhAYLVeMUjWCVYjbdiuBoBBBBAAIH6AgSr9Y0WcgXB6kL0uDdzAgSrmSsZA0YAAQQQyLAAwWq84hGsEqzGWzFcjQACCCCAQH0BgtX6Rgu5gmB1IXrcmzkBgtXMlYwBI4AAAghkWIBgNV7xCFYJVuOtGK5GAAEEEECgvgDBan2jhVxBsLoQPe7NnADBauZKxoARQAABBDIsQLAar3gEqwSr8VYMVyOAAAIIIFBfgGC1vtFCriBYXYge92ZOgGA1cyVjwAgggAACGRYgWI1XPIJVgtV4K4arEUAAAQQQqC9AsFrfaCFXEKwuRI97MydAsJq5kjFgBBBAAIEMCywsWP2YvnT5pTrDO/+jD+vPHvmHxEWu+MP/rm3LJnT3/3ebftLG3lsdrI5+5V4tP7N6wCefvlMv/OcftnEmrW16bnK/3vLQo61tlNYQQAABBBDoEgGC1fYWmmC1vb60njIBgtWUFYThIIAAAgjkWqD5YNUJVQNBqhVwrpR2Pvvnum13cnTZC1Y/oDX/dI0WL3lFh/7kU9rnpfr3N+nN//EiKUPhKsFqcmudnhBAAAEE8idAsNremhKstteX1lMmQLCasoIwHAQQQACBXAs0FayuvVH/ff0FWhyxO/Vj7/pnXapkd65mLVi1d6qGhKrWarND1/5d2dm1SrCa66cJJocAAggg0GYBgtX2AhOstteX1lMmQLCasoIwHAQQQACBXAvED1bDd6pGI9nXa8+fafvT9lX+EDTkOIH5neW39FvXLvq5HtalunSp3pawAAAavklEQVTJq3r4vu36B12hG9+9TReUnF7nd+rhw2O61DoK4Fd6m/d31iXufZKsUHhIP98jXXrmGXrVM65GCt2qowCsYHXo19r/0S/ojTodhx0X4D0qwPx+8I2faWb8PVqsX2v/96Th/7hS0w9Kyy9bo9kHP6gJ/Z3OvWyNr6eabTQwLm9jBKuNrB6uQQABBBBAIFyAYLW9K4Ngtb2+tJ4yAYLVlBWE4SCAAAII5Fqg2WB16MDd+vOfe04zvfBL+uczvaetumFmnWB17RW6YvdPfOeimh2vf3jCbt8+WmCxLwC1dsSWQ1Y3LL1Ai61A9lfS2p/oJ55jCNxw1jr7tc5u23rFTjpYXfGf79KqC6Vj/3iVXvlfzug+aYekVmD6dckOXo9WrnGOEiju+Zme+8u/s25a8e8/oDf+l/fM1k9p7H9u0LzTblUb9SACvydYjQnG5QgggAACCHgECFbbuxwIVtvrS+spEyBYTVlBGA4CCCCAQK4FWhasepXcXaHW7tJ6O1btG90AtdyMc8xA2Fv8w44aqLouGPS6u2CtsY1poskzYDsSrI6/GNjZakLR90jeYFWVEFVWsPomzXjDWAvWPde1UixfOOttI+aqJ1iNCcblCCCAAAIIEKwmtgYIVhOjpqM0CBCspqEKjAEBBBBAoFsEmg1Wz4g4X9Vys0JNOW/brx2sytmResyzA9YbnMYOVvcNaZvZOesZn6+NjASr1g5S/Uz739igVRcuCV2OkaFoVbDqBqqeXa2qE87GfAAQrMYE43IEEEAAAQQIVhNbAwSriVHTURoECFbTUAXGgAACCCDQLQLxg1XPW+9Dw1X3/NPGjgI4I+SDrhYSrP7b4TG93Tpr9bby8QKpDVYjP7zKeXu/G6xW7Vj1r043hHXf9l+9Y9Ufotp3E6x2y2OceSKAAAIIpF+AowDaWyOC1fb60nrKBAhWU1YQhoMAAgggkGuBpoJVSyTsQ6y8H0TlD1YrZ7I61zhvzbeCVe95qe5b+OsdBeC9xx3L/E5ZwepKaaf7Vn/3TNWUHQVQeVv+Kzr0J5/SPt8qs0PPvj3ujtWwM1ZVvq/RYNW054av7gdicRRArh/eTA4BBBBAICMCBKvtLRTBant9aT1lAgSrKSsIw0EAAQQQyLVA88GqJ1z1ClmBqPSly8/R89YZq54drtZ1r+rhPdKlowedXaXuDlenEXP/wXOsD8IyxwP8UB/QtsAOVClwT6BNO6x12jOB6gvSB9ZfoMWm7ZdXpeKMVZfMDTirFllICFq5xh/G1g9WJXsX60UqOo2YQPX4uZUPvZr7P+2jB8q7XmOueo4CiAnG5QgggAACCHgECFbbuxwIVtvrS+spEyBYTVlBGA4CCCCAQK4FFhas5pomdHKt+vCqvMkRrOatoswHAQQQQCBJAYLV9moTrLbXl9ZTJkCwmrKCMBwEEEAAgVwLEKzGKy/BargXwWq8dcTVCCCAAAIIeAUIVtu7HghW2+tL6ykTIFhNWUEYDgIIIIBArgUIVuOVl2CVYDXeiuFqBBBAAAEE6gsQrNY3WsgVBKsL0ePezAkQrGauZAwYAQQQQCDDAgSr8YpHsEqwGm/FcDUCCCCAAAL1BTZv3qyRkRH19vaqVCpZ3yYMNN/FYtH6LhQKVkPmn+7/rt8yVxiBFStWNA1x4sSJpu91bzw8/7qWFIabrlth+/btpxY8ChroGgGC1a4pNRNFAAEEEEiBAMFqvCIQrBKsxlsxXI0AAggggEB9gS1btmj16tVWsBoMV73BqhuqEqzWN23VFQSrrZKkncQECFYTo6YjBBBAAAEERLAabxEQrBKsxlsxXI0AAggggEB9AYLV+kaduoJgtVPy9Nu0AMFq03TciAACCCCAQGwBgtV4ZASrBKvxVgxXI4AAAgggUF+AYLW+UaeuIFjtlDz9Ni1AsNo0HTcigAACCCAQW4BgNR4ZwSrBarwVw9UIIIAAAgjUFyBYrW/UqSsIVjslT79NCxCsNk3HjQgggAACCMQW+NAPP6Ql/UtUkP2BCHxFC5zSKR2dOaoffOAHvot2vudSlZYPmU+T6E6+U6c0f+igLvjZw905f2aNAAIIIIDAAgUIVhcI2MbbCVbbiEvT7REgWG2PK60igAACCCAQJvC5Rz6n5w89r0WlRQDVETgxf0LnLD9Ht7zrFt+VE399g2aef07F/oGuNDw5c1z955yrsS9/rSvnz6QRQAABBBBYqADB6kIF23d/WLD6gx/4X2T39v6hD32oajCH51/XksKwmv3QscL27dtPtW+KtJw3AYLVvFWU+SCAAAIIpFnghYMv6DMPf0a9pV71lfrYuRpSLLNTdXZ+VnPzc/rbS/9Wbx56s++q48/9Vrs+cb2K/f0qLurvnp2rp07p5IkZnZyZ0fjf36GBc89L81JnbAgggAACCKRWgGA1taVR1I7VsHA1LFQ1MyNYTW99czkygtVclpVJIYAAAgikWMCEq3c+fad2Tu3U/Mn5FI+0M0MrFUu6YPgCXXPhNVWhqjsiE67u+8bf6dhTv9ap+e4wLJRKWvzWizT68U8RqnZmadIrAggggEBOBAhW01vIWkcBeMPVqFCVYDW9tc3tyAhWc1taJoYAAggggAACCCCAAAIIIIAAAgEBgtX0Lol6Z6yacLVWqEqwmt7a5nZkBKu5LS0TQwABBBBAAAEEEEAAAQQQQAABgtXMrIF6wWojE+EogEaUuKZlAgSrLaOkIQQQQAABBBBAAAEEEEAAAQQQSLkAO1bTWyCC1fTWhpFFCBCssjQQQAABBBBAAAEEEEAAAQQQQKBbBAhW01tpgtX01oaREayyBhBAAAEEEEAAAQQQQAABBBBAoMsFCFbTuwAIVtNbG0bWgmB1fn5er7/+uu677z48EUAAAQQQQAABBBBAAAEEEEAAgcwJEKymt2StCFan5/drcWGlCoVCUxMtbN++/VRTd3JTVwo0ehSACVXn5uYIVrtylTBpBBBAAAEEEEAAAQQQQAABBPIhQLCa3jouNFg9VTipY3OH1V8YJFhNb5nzNTKC1XzVk9kggAACCCCAAAIIIIAAAggggEC0AMFqelfHQoJVE6oemZtS36mlKhX7CFbTW+Z8jYxgNV/1ZDYIIIAAAggggAACCCCAAAIIIBAtcOl7N2rVacMqlXpU6i2pp6fH+t/Fnh4Vi0UViwUrlDP/Z/1/k28ppwbJCZhaFVVS6VS/egq9Vh2b/eIogGbluvS+sGDV/Oz3v/99+dscA8BRAF26QJg2AggggAACCCCAAAIIIIAAAjkSeM973qPTTjtNvb29KpVK1rcJV823HawWy2GqFbASrGai+m6tFhKqmokSrGai3OkZpDdYNaM6efKkzM/MP0246oaqbrC6f/9+3Xvvverv70/PJBgJAggggAACCCCAAAIIIIAAAgggUEfg+PHj+uAHP2gFqyZQdcNVgtV8LJ1WhOAEq/lYC4nNwg1WTYduoOoNVt1w1XxwlQlXp6am9MUvflFvf/vbExsjHSGAAAIIIIAAAggggAACCCCAAAILFXjyySf1+c9/XsPDw+xYXShmTu8nWM1pYds1rUaDVXfn6vT0tN7ylrfo5ptvbteQaBcBBBBAAAEEEEAAAQQQQAABBBBouYAJVX/zm99ocHCwfAxA1FEA7u7HVuyCbPlEaLBtAgSrbaPNb8PBc1bNMQDud9hxAAcOHNCHP/xhffSjH80vCjNDAAEEEEAAAQQQQAABBBBAAIHcCPzjP/6jvvvd72rlypXWbtXfTz6nZ/fNafjcP9J5I+75qgf1/BPP6UBhROs3rtewOXOzxhmrx19+Uk/+7rgGzn6H3nHWgGM1pWcffVZTPrkBrX3HO7Tm2LN69NmpwPWtJZ767aN6djLY5nB5PqG9TVXGtfbYk/b9I+u18Twj0K6v43rlySe1+3il/eH1G7V+8St68snd8vxY1s+tobi2jqchd8butuKvRfyxE6zGN+v6O+oFq95w1RwJMDs7q0OHDultb3ub/viP/1gXXXSRFi9e3PWOACCAAAIIIIAAAggggAACCCCAQHoEjh49qqeeekrf//739atf/UrLly9XX19f6DEA9odXvaHnnnheB1QJIuMGq26wWQ743OBvYK3e8Y41cuPXdim5/bthZDlorRWUloPVC3Ta/p06stYNMts1SskXSo9MOWHqkFYNHNT+47LD58W7rSBaGta6s4/ppd+5casbrFZC7OH166Vn7UC7EsTGHz/Banyzrr8jGKy6Z6y6H2AV3LXqHgtgnqBmZmZkwlZzjflyP/zKe8RA1wMDgAACCCCAAAIIIIAAAgikUmBGB/ZM6bgGNHzmSlkfUTxzQHumPHvFSss0OjooTe/TvsPzvlmUlg1r8bEpeX88MHymVva77bqXe9q3fuT8vrRUS3VERzzNxrrfN5oBDQ9LU8Gxm5/tOyy3iwH7Is9uuJKWjY5qsBQY88CwhjUlb3OSc+18Y0alZaMaHSzZo5yf1r5GxhFse2BYZ66UUyd3wmYcyzW3rzKP0uJFmj92QrafKeMea+wDSwd0/Ih375+pxTLN7dvnq5s9N3+bkfO1xuR8oLUzr96BAZkPhpL53bI57ds3p8XL5nT48Lxch3lnDZVd3LVm1phVp2NSaV7zlWLpzJUlTVtjXaTFpRM6Jns9llzP0mItmj+mE+WdpSUtP93M44BmCgVrt+mi4dVaeWJK0+qT+cT4YnFAZ77lLRqZfk7PvDar4XPPVfHFF/WGc70dpA5r/TuW6nf/9jvPWrHDvOFJe5eq98u7SzJ8F6tztRNg9i/v18yhGeeHA1q7/jS9/qy7S9O/u7Xcjwlmz5eeefJ1aeC4DLf1FQhMg8GqfzzHArtpq3fSnq9nrPkNjQzo4KTsnbYD7u7SAa0aOq79Bz2zH1mv9Xq2sku2qQDZbd8NVoPBqRt0V8YRHNdaG0e7j3t2szbxvEuw2gRat99SK1h1w1UTpgYDVvPv7rd7dIBpy/12XQlZu32FMX8EEEAAAQQQQAABBBBIp8BR7XvxNR3RUp3+plEtkfvvfRo++yz1HnhRrx2R+pYPSYcOata6bqXmXv6dpmal3oFezR2fk5aerjetnNPLv5uyrhlaekQHzX0rz9ZZK2a178UDWnT2WRrqdRWcfnp6JLNJJ+b9R/c54zLt9x3Qi2aQ6le/ZjSjWmMflcLu7RvWqr4p7bfGfLoGj7xmza/fBJQm+zLjW3rE7qdvUItnp3WsTj99b7ys382u1JtGl9iTnjtY9jHW4ePwtz00u08vHljkGZtnvoFxDPXO6aCpS9/pspt/TUf6hnX2WUOy2I/uc5ykxUv7dOzIbMC9T4OLZzV9zKmb6xrsxxlTuV1rXie08nTptdeOaOnpb5I7ZbdPex30as6YHJh11kVvZUxmnOZ+a/2Y+ln/YtVg6elna9EB87+X6nSrj1lrbS45YrfV31/QiRNS78qzdXbflF587agKfcu0eG5axwuLdNq6dVp+dLd2Tc2puGKt3ja2RAdeeEEn1vwfOmvuWe3cO6tly4o6erSgxWe/XW9f8oqeeO6AHay6RwHM7Cm/NX1g9RnS3ld13Pr9Wh133soefPu5G2ZWHvf+ALMcrA6s1dolu7XbvPV+YK3Wr3pdz5rQdmCVho7v10HZ9w38zn57f6V/83M3SPTv0Aw/CiDQjnc3qAlC1x7Rk84RBW6w6u4APWaudXeUekLcSj/DOnNkSnvM+HxHIjT6rFc5EmDgbHvHbCUcdXekRgWrUtV8mwp2K2MlWG20blznE/CGq+6uU+85q26o6v2nN1Q1/9sbqgbDVbgRQAABBBBAAAEEEEAAAQTSJnBEe5/fawWrq89Zbe0e9f37kb16fu8R9Q0NSQcParZvWGvXmu2Tu7V7ala9i3s1d2xOfcNrZf94txWAmbb6nGusGTv39ZWn7/TjBKtx7z/y2vPaOy0tXX2OVi91x+wGq37j4NhnnXt9V5lgddGU9pfbtH8b2k85aHTMXCPLYNbxs++3x+f0NHtAu3dPlQ2jxrF27VIdsRzt+4zN8Oxua77+MbshrFs7adYy79Pq1dJeU7fhMzQ4/arT1lIND89qampWiwf7dGx6NlC3SrDqc7VqVz2mtSudalrzOqFhp08NrtY5K2e1e/e0Bof7NDVlxmFs+pzxuf32SY6dtT7M/R4fd40tXb1Wi6bcdTWo6ef3anZ4tQan91prbcXgEb0x7T8H1QSrS+amdaywTGvOX6Ohnh71HH1VO1+ZdnasrtCb33mOlrz+jBWsDg4WdOxYUcPnbdD6kTf028efs44COHPkgF61Dkod0NqzF2v376YqwaYT3in0jNXg49wTDlrvVp+SG6z63u5uQsuzj9shbjlYdQJF9636brAb6N/71vfgjlUdd88srQSg9vXOuCKD1Y1aNfmonj1aCXyH163VsZecnbUja7X26G7tPh5s1z9/X/AZ2F1bCaDdXabBHal1glXnzFoTSptjFo4558s2F/Da4yZYTdt/pzIynnrHAQR3rgZDVe8RAGG7VjPCwDARQAABBBBAAAEEEEAAgS4SmNarv31V0xrUGeedoUG5/96nkfFx9U3+Vq9OS30rVkhvvKFZ5zq9av/cDVY1eIbOG5nVrl2TmtUSLes7qsOzpo0zpT27NDkrDZ5xns4YdGmdftwdqzHvn3b67xsZ1/jgtNPvgAZ03Hrbtq+v2Sn7930jGh8f1gnnXmvMlQGp0uYZWnb4VWvMAwOy3m5tt+eM2YR2s4d1VAGjZUs0e/iouVjnDU7rtxac3acVQTYyDu81Fp3xHNTKwWkdMMGqb8zB2nn6sCNZn3/fSGVeSwb7dHTaKorOO0POGujTsiWzMlOwXPsm7Tn0LlHv3FHNmbl4xmSvl0qfi84Y16JJu9bW1+AZGl80qV2Ts3Z7w32andpl/bvrIu+/u207Zu7vBsvt2mvUXXtuH2fqVe0xweqyM8v1LBSO6tXf7tGRwjKd9ZazVXz1Gb1yuKAV43+g4emntftQQQNr3qrzii/pN06wWt6xOvKGfvlL8/b/YZ256oBedT7EyX2ru3/H6nqpKsgL+XAlT7BpHwMaJ1iN2LEaJ1gtf7hTYGepe35pjWDVzNs+49R82ccj7LY+WMp7fEHtYDXqCTX8yATv7lX/Gav2DuJA8OoGq3V2EMd5UidYjaPFtWWBsGA1eNaq98zV4BEAYcGqaZxjAFhkCCCAAAIIIIAAAggggEBaBab1yjOvWMGq2dlnBWXTr+iZVzzbIxedpjetG5YmX9KL+81JlpWvRavO0vLDL+t1z48H15yvNQq0sWyNzj+znKqaTux+F63USh3QgWbv941mUGvWSK94x27yvdNP0+xrr+uEM48+t2/vvdb45Fg4v1i2xprHK4cla06D7phP05tWHdeLVUaDmn7pRY/FIp32pnUadrfpzk7ppRfrj8Pt0x2er2/fmIc1eNicG+qpnZHdY0JESa6526/PaomWLzqqQ75ymvGu0vEXzXpwv+w59O132nR+bI+p0uBseW1UxlL+WdndXD+rKZ+R+ZlzT8DHXW+Da96kgf3GNXCdXN9p7Xl2j2fMUmH5iJYZm8JyrX3rWg3NTen55/dptlCwdqwWBtbooovOVPG13+jpV09o+LzzVHz+eR1wzli1Z2Z2iq7S5GO/tT4MqfI1oDNWS6/ujT5jNfgp9e691i5RJ6isv2O18vb8ct/lM1bNjlZ7h6a7YzZsx2rwWce3S7XSqH2GqhNQmp2elaMAzK7WQNB51kD5Q6d87Zt1PhvvQ6PCjyzwhreVHirzC+5o5SiAtP7XpevG5Q1AvTtO3eMAvMcCuAFr8Hfet/97g9quw2TCCCCAAAIIIIAAAggggAACCHSRwOGXf6OXTaDr+zI7Rs/SsgQc7A+csr/M/zbfVojq/NP+0Kqienp6fP90f+5e697rbSuB4dNFigTYsZqiYmRtKFG7Vr07V71hqnuuatzdquxizdrKYLwIIIAAAggggAACCCCAAAIIpEfAG6QGQ1A3HA0GrG6o6g1Tg4GqN1gN6yM9AoykXQIEq+2S7YJ2o3atusGqN2AN/u/guarB8JQwtQsWEFNEAAEEEEAAAQQQQAABBBBAIEGBqIA1LFx1A9XgbtbgtcGgNsHp0FUKBAhWU1CELA8h+BZ+b2AaDFiDvws7CiDLFowdAQQQQAABBBBAAAEEEEAAAQSyI+AGrcGwNOx4gLBA1Xt/dmbNSFspQLDaSs0ubateuNpIoMoO1S5dPEwbAQQQQAABBBBAAAEEEEAAgQ4K1AtXw0JXM1xC1Q4WLUVdE6ymqBhZHkpUuGrmFPa2/7Drszx/xo4AAggggAACCCCAAAIIIIAAAtkSCPsQKzc09Qaq3p8Rqmarxu0eLcFqu4W7pP3geatuoBr1T85U7ZKFwTQRQAABBBBAAAEEEEAAAQQQSKlA8MzV4O7VsBCVnaopLWaHhkWw2iH4vHbbSMDqDVuDDhwJkNeVwbwQQAABBBBAAAEEEEAAAQQQSIdA2IdYeUPUWoFq8Lp0zIhRdEqAYLVT8jnut9ZuVHaq5rjwTA0BBBBAAAEEEEAAAQQQQACBjAoEjwVwpxG1qzWj02TYLRYgWG0xKM3ZAlE7T2vtSGW3KqsHAQQQQAABBBBAAAEEEEAAAQTaLRC1YzUqTDU/r3dPu8dM++kUIFhNZ11yM6pGw9JGr8sNDBNBAAEEEEAAAQQQQAABBBBAAIGOC9QLTOv9vuMTYAAdFSBY7Sh/93VOgNp9NWfGCCCAAAIIIIAAAggggAACCGRNgEA1axXrzHgJVjvjTq+OAEErSwEBBBBAAAEEEEAAAQQQQAABBDolQIDaKfl89Euwmo86MgsEEEAAAQQQQAABBBBAAAEEEEAAAQQQSFCAYDVBbLpCAAEEEEAAAQQQQAABBBBAAAEEEEAAgXwIEKzmo47MAgEEEEAAAQQQQAABBBBAAAEEEEAAAQQSFCBYTRCbrhBAAAEEEEAAAQQQQAABBBBAAAEEEEAgHwIEq/moI7NAAAEEEEAAAQQQQAABBBBAAAEEEEAAgQQFCFYTxKYrBBBAAAEEEEAAAQQQQAABBBBAAAEEEMiHAMFqPurILBBAAAEEEEAAAQQQQAABBBBAAAEEEEAgQYH/H0vltTmVfKgC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8" b="95551"/>
          <a:stretch/>
        </p:blipFill>
        <p:spPr bwMode="auto">
          <a:xfrm>
            <a:off x="7759699" y="1801202"/>
            <a:ext cx="706755" cy="14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8" b="95551"/>
          <a:stretch/>
        </p:blipFill>
        <p:spPr bwMode="auto">
          <a:xfrm>
            <a:off x="7873999" y="1925027"/>
            <a:ext cx="706755" cy="14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62" t="31575" r="15081" b="63877"/>
          <a:stretch/>
        </p:blipFill>
        <p:spPr bwMode="auto">
          <a:xfrm>
            <a:off x="7903526" y="1192790"/>
            <a:ext cx="228600" cy="29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8207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4" y="1751011"/>
            <a:ext cx="8448068" cy="41745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56711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 continuación completar los datos solicitados en el formulario (Estrategia a remitir, razón y observaciones)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1984304" y="1449098"/>
            <a:ext cx="498407" cy="2056102"/>
            <a:chOff x="5729176" y="178184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184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2482713" y="2577236"/>
            <a:ext cx="4022862" cy="1689964"/>
          </a:xfrm>
          <a:prstGeom prst="roundRect">
            <a:avLst>
              <a:gd name="adj" fmla="val 447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5" descr="data:image/png;base64,iVBORw0KGgoAAAANSUhEUgAABVYAAAKjCAYAAAD2wVQ2AAAgAElEQVR4Xuy9CZhUxdm3/4AoiIAoguDCEhVUIu4YQcAQlWBUBESNAY2Ivr6uSf68aqKYRDSKL59rzGcUIS7xb1QkuARRQxQVjWBUDCoEw+LCJoiKiEbhu37V/ZypU11n6+mZ6e75nevyYuiuU/XUXafH4Z6nnmqyZcuWLcKLBEiABEiABEiABEiABEiABEiABEiABEiABEiABEggNYEmFKupWbEhCZAACZAACZAACZAACZAACZAACZAACZAACZAACRgCFKt8EEiABEiABEiABEiABEiABEiABEiABEiABEiABEggIwGK1YzA2JwESIAESIAESIAESIAESIAESIAESIAESIAESIAEKFb5DJAACZAACZAACZAACZAACZAACZAACZAACZAACZBARgIUqxmBsTkJkAAJkAAJkAAJkAAJkAAJkAAJkED1EXjkkUdk2LBh1TcxzogESKDOCFCs1hladkwCJEACJEACJEACJEACJEACJEACJFApBChWK2WlGCcJlA8BitXyWQtGQgIkQAIkQAKNlsBLL70ku+++u+y2226NlgEnTgIkQAIkQAIk0LAEKFYblj9HJ4FKJECxWomrxphJgARIoA4I3HnnnXL22WfXQc/skgTiCTz00ENy++23y7Rp06RNmzbERQIkQAIkQAIkQAINQoBitUGwc1ASqGgCFKsVvXwMngRIgARKR4BitXQs2VM2AjNnzpTDDz+cUjUbNrYmARIgARIgARIoMYGGFqv/+c9/5KuvvpKvv/7a/PfNN9/I5s2bZcuWLWamTZo0kaZNm8pWW21l/tt6661lm222MX/yIgESaBgCFKsNw52jkgAJkEDZEcgqVrF1+4orrpDXX3/dzGXIkCFy0003BXJs+PDhMnXqVPPep59+KjfccIPce++9sn79eunWrZtceumlMmLECEG24gMPPODlceqpp0rPnj1l3Lhx3vfR/1tvvWXeHzx4sIwZMybU7mc/+5ksW7YsiEPfRCzod9CgQd5+tU/7zb59+5r+NaMyKu799ttPfvWrXxX0i9dOPvlk2Xfffc2cwQ9x2JfdBl+/+eabBf0oU7yB+++//35ZsmSJYXraaacJ5qyXrw/EhzY6D6xTly5dCmKZNGmSzJgxQ8aPH29iTsNOuT377LPStm1bGTVqVIiFPT/0h/YTJ06U6dOnB8/Q2LFjg/G0vylTpoSkK/jhwvPDiwRIgARIgARIgARKRaAhxCpE6qZNm8x/EKnFXJCsLVq0MP9BtPIiARKoPwIUq/XHmiORAAmQQFkTyCJWIUoHDhwot956q8k0VHEKEajir127drJ27VozZwjA999/30g2CD1IxQsvvNDcj7qa7733nmnnCjN9DwL36quvLuCHsdHXyJEjZYcddpB58+YFbTDegAEDjMjVOPAmYh06dKhp99e//tW7JiqN7THBB5JWt6vrnFy5t/3224dEpA4AgQlpiJhx7zXXXCMTJkwIyWC7Db6GLIYAti/cjwssn3/+ebn77rtNXVLM94wzzpB+/foFMtPXB+bxySefhNYJEvS5554L1Tc95JBD5OOPP5b77rvPxJzEDhL09NNPN/OCsNZ4fvCDHwSy156frs/Pf/7zgAFk7rXXXhvEgnU47rjjjLSfPHlygEGFtC2Ry/rDxeBIgARIgARIgAQqgkB9itUvvvhCNm7caDJU3QuZqUmXZrG67SBWW7ZsKdtuu21SF3yfBEigBAQoVksAkV2QAAmQQDUQyCJWIbyQaWhnT4IBhJfKLlus2kJNWaEPXCrt9H78aQuzqLHsfhALpOc999wTSE1IOsg+iEdbrOJ1yE/0iwxUOxvT7dOd3+jRo43shEzNKvdcsQqxOHv2bPnzn/8cCE1XrKqIdZ8v3HviiSfKrFmzQpmckMYHHnhgICZ93NGXvTb4GkIWHDTjVyUpMlntGOLY2Ww0XsR55ZVXBlLUjgdrbI+p96iwxp+69pDjl1xySZBhnJV9NXw+OQcSIAESIAESIIG6J1AfYvXLL7+UDRs2xApVSFNkr2pJAC0HoGUAmjVrFmz/h4T1SVaUB2jdurU0b968ZODWPnqxXCVXys0ntAv69L1WsgHzHRU/xlqZftFVIlfcLEM6RET1+k1yyOyBMu+iXqUO29Nfinhkvtx0yCwZOO8nUh8R1cOkq34IitWqX2JOkARIgATSEcgiVlXgIZMQ2Ym++phuxiq2rJ977rnSp08fr8ysrVjFFndkbqochOg75ZRTzPZ4W6wiExNCEtIOtT3d7fiII0rmov2f/vQnIwqzyj1XrGIcZO/OmTPHKx6jpCjuU2nsi90Wlr4+cC8OitLsXqwT1kbnpf1DiiID2Rarcez22GMPee2112LrpNrxoL2bJYuxNZP13XffDdYB5QiQDasiOSv7dJ8AtiIBEiABEiABEmjsBOparOJn6M8//zyEWbNTIUfxHyQqaq2uW7fO/If2yGrFe7rlHzu1OnbsaLb+4zW9fIIV2atIKijF1VBitfjY04jM4nuvmzspVuuGa931SrFad2zZc4kITHz6d7Jg5aLUvf3imAtkr533jGz/r1WL5TdP/TZ1fz07dpexR5+Xuj0bkkClEsgiVjFHrY8JOYaMQkhWuz6mLVbRHjLsiSeeMDVZffVAtQ3+dDNWsR3cvY488kiTMasSFPIN5QWwvV/FL+ScHQfaotyAijkVhe5J9FFi1X5dt/O7cV1++eWh+PV9n1jFPPH6OeecYwS1m7GKWqX29fjjjwelBFxO2s6WjujP7QPc7LqpyscWo9/73vdMmQbUrlWxmsTOXW/f58CeX1x7fc/ljXVFCQSK1Ur9LsO4SYAESIAESKC8CdSVWIUoRSkm/KmXClX9E/IUInXlypWyevVq01Zlq0sN90Cqdu/eXTp16hRkr6pYdQUrMlxR+qm2h1wli1VIwdFynwl4pExG1uXq6XLx1SJX3jJEcnmutji024vI6ZNl3kUiN120RLrtOV7GLx4nM28ZIhJkyn5g9S8ifXLvo9/5txwid3WdGcqmFcmL1XMHyqzbI2IIMlZ3lekXDZLxcxBjXxn3F81y9cWIXFL/6/NvuViWdO0m469aIuPuGSiznhEZuHi8jN8Tc8MY+QzaD2+SQ8bkSJkRr0TsUhODmVs3uTfgqXyYx1pu30UoVsttRRhPAYEz7/2JQG6mkattt20to3qfJAd13j+S5D+WvyH3vvKwrP/is0TaOu6UUTcltmUDEqh0AlnFqj1fSNYHH3zQHE6lWYtR4gxyDJmfyJq062+iP58wS1sKAJIVohRb63GPHg5lxwGRie332OKOC5L3uuuuKzgEKS5j9Y477jBCN6vcixKr9rb+M888MxCZcRmrcWNrHVuVtipGdXu/XS4BDJQP2iPzGP+hzAAyWt2t+3HsSiVW8XxAvCPL2F0HCF/UvdUyEqyxWunfdRg/CZAACZAACZQXgboQqziUCkkIKjtdoQoCkK5ICMDPPxCqKAMQVUNViaEfbPNHgsCOO+5oBCu2/uPyCVa0h1yFkC32ShKrttzE16Nlssw7dUm0WF29VtZ2aJcXrppdepYsOXa0yKR58pMDcpHquGctHWTJU7QfJLOOcmWqPbv0YnVm17tk0NKzTEkAjDfomYE5aeuN8WYZIr7Yb5ZuD+TnjdICkMrHzpKBgaSNmGOonSWeo8aOKmtQ7MLyvloRoFitFT7eXB8EIFZx/XFZzaE0UeP+qMshcuGAMxPF6q3PTUndH8aiWK2PleYYDU0gi1iF2NPsQTvuqIxESDecXG9nhvrkZW3FKqQiygFgez3KACALVIWfZrHiMCa9IDUheN1DrKLEqr3NvlRiFbGgr3/+85/mh2oVoXFiVSWpfViXzglyWeWp2weE9vXXXx8cwIV7lI+WOUCpBj1oTO/HAVqo3RrHTksvgLl9QYbqAVt2PL6arLgPGcUzZsww5RHcddBDz5DBjGeJYrWhv2twfBIgARIgARKoLgKlFqs4oApSVS9bqurXn332mSxcuFDWrFnjrbuaRBilAJCJCrG69957J2avQq4We7BVkljNicTx8qKVSWpei8xYzc9O7zOZohCr4Rqjtlid1b9QuNo1X8O80otVkylrskPzmbYu+FCMVs1W53WI1SDGgrmHxWrNv0owmGbJekoBRI2d9HDw/XohQLFaL5g5SG0IQKx23qGTzF/5L3li5Tvervq03VW6bd/JvJdGrP7s0d/InPUfyB4t2si7mz4t6BP94X3tN61YRZmBz74M18zR7Fn7vdbNt4ssV2C369RmZ+nUtmMQ34ZNG2TR6neDv3fvsIe0atGqIP4V61fKik9XhV4vpm3a8Xzz1sHj5uqLc9HKxWbOu2y/c2xJB3ty6Oe5RS/Kp5s2mJd7dNxTBnTvG/nYufNCwyg+vrafbdogC1culkO65n6FGpchHRUEmP1t4YtyTv8zUn88kG3tXvOWvi67gFfbjpFzSDtAFrGqdTAfe+yxoF4qZN/xxx/vzVhVAWbXBMVrkGOQoXrVVqwiBpQDWLp0qfmtPy4Vh6gtqsLQZqLb3u1DrHxiVU+s14zcUopVxIM4EDfkJbJG48Qq2uN9ZN66THGIlx665esDQvPb3/6295AxlAPo2rWrKQMAHnr/ggULEtmptFWJihgR24svvuiNB4xHjhwpvmdIGfjWAc8LMqPPP/98itW0H262IwESIAESIAESSEWglGIVmaoff/xxMK5PquJNSFUkIOBQq9pcqKPaq1cvk72Kyy4j4Ga/okZrMZmriWJVJ6AiEFv7YzJWBVmt9+iW/iPkBbNNvqHEqm6xz2/xz8vhD7wx5jNTC2LPvZ5OrN4l3YJMVnvla8Sqn0/MQVy1eYB4b9EEKFaLRscb64uASrvxT90q76z/0CtCIUj/95iLU8klFWXT5z8pyz9e4c1c/UHHvaVt81by48NGZBJ8j8+fKRNnTw6k7U97nxKIM7x31ysPmTkg1uN6hbO6lCfa/c9TN5t5Quw+PuauQJ5CIF7/zG1y2zt/k98cdpr86NBhIfGqfWi5A7TDldQWbFVa//yA4+XcI84w/WK821+4W659/TE5f+/vyiVHne8dT+eGPrAW39m5uxl3yScrjPCOEtOI084eRsbx+i83BLH8tv/ZieIRYw97dLxgzQZ37ycvLXvNrOk9x/xUTu093PuY2hzRIG5uNgO01WcDX7+8apFZJ8z59hMuj5W5biA/fXicWceXT78ttZi9Y/bdcuMrfwqeDf1lAjjjFwG61sXWBM4iVjEWMgsvu+wyI+Lwm293W729NRzZotjmjjYHHHCAQP5BCk6ZMiWUxRolVn01VhEDao7imjhxYiDvkLHZv3//QDhqHHYmp70evoOgIPTcMd0aslE1VtG3fViWjhVVCkDfhxTu16+fmVMasapMlaWPqU+sauauHhzlK5WgmbB6P2S1W0IAcbvslAnquCIe/ICvkhbt3Xj0GcIzgct9hnxiFfEPHDjQHErGjNX6+j8xxyEBEiABEiCBxkGgVGIV2/nx86Bv+z8Eq0pWtMPPZDigKmnrf9IKQJTutddegl+U43LFqt0/xsfPgFlrroa2yJtR7O34ufqgS0bnM0pRu3RyN5l5hchVxy6Rs/Kn3Js+rupm6q8acYhyAaFt8/FitaaOasZSAKf7Y+iVr7E6WUbXlBkwYjjX3h9j9Jb/9GLVKncQymx1xGoBH4rVpM9Cfb9PsVrfxDle0QQglS6YfWfk/V9d8UKmvl2pZ9+cpqRA1GAaJ/pwhSLeg/hLyoBFlq6WPoD0u/Gk8cFwEH1dfnuSJM0X8/vOPeeb+5Laap9o6wpJFb1zL3jQmx2rgfnmjRggsH993KWRa+OLU6Wjj6HdEST5jhO/bwT0sxf8KXgL96eptat80sjNba4+wvRvt8X44x6fYAQp5OqsMZO94tmdvM3bXd+kh1ifDVc6P/DKVDn9qRvN7Y+cMC5S3Mf1n1Wsal9a7xLbxd1DoNzxkDH63nvvGeFmZ4gmzZvvRxNQprvvvrspg9DQF8QnMlyzrLE+QxDKvEiABEiABEiABEigoQiUSqx+9NFHwUFVbqaqitXNmzcb+Tp37txaZ6uCFyTprrvuaso34fKJVVuu4kCr9u3bZ0Sdk5m5A57ylzlwKp/tGWxZx3s1B0DlZOqLuRtOHykj7xEZaESrdQBUn3EyzhxYdaYMn/Mf+UFexOKWmkzZIg+vuuJmOeLliBiCw6u0FEAuzJFBjVdfjM7BUkHs4+SmPcfLPC1XEFkK4GYZEjq8yj4sK89YosfQA7syLh6b1xEBitU6AstuS0+gsYlVzYYESVeiQfIlydIsYhVjqMx0JaUeHpaUBRknlOOeBl+c2leSdNR7kUU6bcykYBi87pZR8MXgk6VRsUa1VbnrW6eovuzMU7RZdsHDqYQs2kaJVfs9l0faT2OxYjVt/2xHAiRAAiRAAiRAAiRAAuVMoBRiFb9kRgYqriipite//vpr+eCDD+TNN98sqraqy1HrrB566KHmLYhblatRZQFatmxpfhnOiwRIoHgCFKvFs+Od9UygsYnVw7scKG+vXmyyIXHZWYh1IVZRo/ToB3OZpZqVqZmVacSfT6wWEydE5XGTzjJb25MySVEmouedPzYxI7sVzFD3NKpeqvvIlkKsok+VnUkZtjr+kb89RX59zEVy7qPXmG39KNWQJK713jixan9GksS77+NLsVrP39Q4HAmQAAmQAAmQAAmQQFkRqK1YRZ3UdevWmTnFSdWmTZuajFbU13/77bdLJlZ32WUXUbEKmZpGrqIma/PmzctqHRgMCVQSAYrVSlqtRh5rYxSrp/UeLqPu+4mpOYqt5o+OusUc6FSMsEzz+ED4QWiiziq274M55K5diiCqn6j1SRJ8dsYqBONdb+RqZqbdVj900hjvoWZptsM3hFiFwIZQfXvsX2Ti07+TX/z9frO2SaUWKFbTPMFsQwIkQAIkQAIkQAIkQALFE6itWMXW/q+++ioQq7rt3/4TUhV/V7GKOvt6T/GRi2yzzTbmDAOtXa9Zqj65apcEQKbrTjvtVJuheS8JNGoCFKuNevnLb/Ko5/nXRS/I0vUrzCFPtlwrVqwiA/J/n7nNnBhvC8Jyr7GK7EucGI+szBPuvSg4JAlMSl1jVZ8Eu07nurFPmsxRZFYO6N438WFxM1Z1i3wWsbrg7D8EGahxh0+5wUBWLly5ODi4Cu9DVkJexl2lFqtpMk9RcgEXasB+uH6lOXgLVxoRjHZpMlbdcg6Ji5dv0NgyVvFD7CeffGIOiuJFAiRAAiRAAiRAAg1GADUex9xn1XRssEiyD1zJsXtmWxux+sUXX8j69etNr7ZIxd9VpuJ1/RqlAHD2wBtvvFESsaqHV+EcA7sEgC1W8TUuuzQA/o6DaLfddtvs6887SIAEhGKVD0HZEMC28z/OfUQ++GSF9zCgYsSqLSUxUdQqxVbxgzrvL5UiVhG3ndWJ+pnIYM0iLJPa6kNg1wvFtnacNm8fChX3sEQdXgXWcZdbY1X7SXMYFOJ9dtGLoYOa7PIASfMuhVi1mSWVLtDSCmCrFxgjSzitDE1TY1UzjrN+uBuTWMWBT/vvv79MmDBBxowZkxUV25MACZAACZAACVQFgfyhNPbhOw0xr6LkZCXH3hCQ041ZG7GalK0KoWoLVkjOVatWySuvvCKbNm1KF2BMK9RLxWGye+yxR0FtVYxlC1ZXriLbtV27drWOgR2QQGMkQLHaGFe9jOYM0fTY/Jly//y/BHJpQNeD5NDOB8iR3fuGTqHPKlbR93kPXyEfb/rM9K2X1sGsa7Hq294NKaaZqHHL4GuHbF7NbsS9SdIw6+FVGs8vH58g177+mPmre2hWXMxRh1dhLr845gJTwsB3uXHaNVaTapbqGk4ZdVPQtcrLJFFpC9gkIYrOoySs8ko6aAt9gNGMRc+HDtqy1zVNHFFiVfvJUlbAXY/GJFZvuOEGgVzFn7xIgARIgARIgAQaK4EykZNF4a/k2IuacL3cVKxYxVZ+iFVcvu3/dqaqylW03bBhg/z1r38VZLvW9tpuu+1M4kDXrl2NWHUzVZNKAkCsQrDyIgESyEaAYjUbL7YuEQHIr9tfuNsIPAip73U/Qg7uvH/syejFiNXWLVoFByFhHBwEBfH0/a4Hm63Ytz43Rf64bF7BrCD0LhxwpslszXqp2MN9kHun9TrWdAGh5pY38PWtQrhXx73kf446PySXbekZJ1YhJ+9/ZapcMPtOM8TTJ09ItZ0fbW3hmObQKp2D1gtFRu24Yy6UzzZtMNvzb3zlT5Fb8t04VSzaB2nFyV2VsmhzfK9BJpTrn7nNrHPcnDEuROTpT91o7kHZgeN6DQqxttfGXlO07d5xT7ONf+obM8zzg2dr/HGXRt6vXM9+6HLBLw5Qv1Yvu288d7eOuDq2H60pi6zUIb2+bzjPWvSC+SzhebtzxDWREjvpWa6NWH3ppZfMiaLYehR3Yfv9k08+aZrsvvvuMmjQIGnTpk3kLXH9Qoxi+5R74Tf1vj7RV9yl92m/cfPRvvQenP66YMECkyXgjo33Zs6cGcT6/e9/P5aTywilCnbbbbek5Yt8X2MDb18/WhLB7cBXIqEYNugXvOzx48owuCzj2IIruOMCe8Ss/KOeD3ueGlMUg6RnWsdw1z3pWUMMiNWdm8vJXZMoFqV+Zop+2HgjCZAACVQcgUqWk5Uce/k+KMWKVfw/+vPPPzcT89VTdUsB4O+4UGf1iSeekI0bN9YaCrby42fxvffeOyRWVai6f2JAuyQAMl7xsw8vEiCBbAQoVrPxYusSENDt+ZCblxx1fqxMtYfLKlZxr0pCCKtBPfoZkQaxipPYIfHqQqxiXAi/e195WJ5c+qoZCxfk23n9zkiUXhCUC1YuMvcM339waJs7XsP7jy98LnaLPqQhpJ99xWWNussKgdu6eevUJ9WD82+e+m3k02FnlNqN4uJEDMs/XmGaR8Wugv7Bd54LOEPs/qT/mbEi2RdvHB97Tez4e3bsLgN79E0l4JFpqpe9rvbreB99jj36PC9LHy807LxDJ5PlDTlcm6tYsQq5ddppp5mhlyxZ4pWa+GHzzDPPlGeffdYU1Ecdp9dff93cc91118mIESMKQk/qF9mm11xzjXfKRx55pEyZMiUUS9L2pscff9zILrtf33zsuPQeCLHjjjtO9O8a1EMPPSSXXXaZ+SvmjbpbmLcvPh+jZcuWGaYXXnih/OpXvypqeXHfrbfeasZHRoR7DR8+3KyL73LHLYYN+gX7yy+/XH72s5+ZYXTM+++/38h1+3JZ+thCJJ5++umGDVji0ufpscceM/+oiHs+dDyNKY4BntX77rvPW4v3e9/7nhnX5ZT0rGF8ZLW4c0N/uHzrhNd1LfW5rKtnpqgHjTeRAAmQQEUSKJST8285REYvHiczb+km9x4yWu4L5jVSJs/7ifQKzTN/v/1aH9w7RGo2VXvauKUHCkoBJNyTb18zbF8Z95ebZUiH/Cvu+854ax+9WAZd1U0mzxslSy4aJOPnaE9OP+Z/sLn6rzWXw8FbxmCtTA/1i7tdfim4NMAzVaxYXb16tXzzzTeBVEXo9tZ/Fan6Gv6E1MTPA88991xJSgE0a9ZMOnToIP369ZOtttrK0NMSAK5UtWuw6kFWuAf38yIBEshGgGI1Gy+2LgEBPXkeh/WYf0AuekFeW7nIbNe3sxN1S7jW+IREW/HpqsgIfNmlkHOQbrefcLk5if1/j7lY7nrlIWnbvJX85vjL5NXlb5jMQ1xvr14sbVq0kl3bdJRd2nZMzKAtAQp2QQJlRaBYsQpZBmGIHwp9khTyZ+jQoWaud999d5A1idchivDa888/X5DFmdSvijPddqUwIT4hzPAb92nTpgVy1ZV7UfC1Xwg133wQ1/Tp082c48QqpOq5555bUMcVMm3kyJEyYMAAmTx5chAGpNrSpUsLJN6kSZPk0ksvLVquHnLIIdK/f3/DGYcjuFmrkIq4pk6dGsSCtXnwwQfl2muvlSFDhgQlE4phg06jxCoYv/baayEBnkasImZI51mzZgX3qmSE6Hz33XcLltc3T20U9R4yUs844wyzLm6fWqcX78+ePVvmzSvc/YD+o6S77z19ZnzrhPa6llrCoq6embL6xsRgSIAESKBOCUSJ1b7Sd043OSsQqSoKbTnoyxh12q2eLhcfO17kyply8wmqWj332XJyl5T3iD9jNSdNxRKthe20Td8+IgOvqBGyRirfUyNXc+1etA7V8nAoEKv5NhIWzKG+Je0c63TxvZ0XI1aRdfrRRx8ZqYpLM1Y1S9XOVoW81L/jvnfeeUfefvvtkhxehbGRtfrd737XJDEgDp9Y9ZUEUBg77bSTbL311vUPniOSQAUToFit4MWr1ND3mXhskF2IOSDD8JReg+XTTRvMqe6a3YgT6nFh2/X0+U8GwhNZecg4xPW75++WG08abzJEO7XZOZT9am8TRw1XbMHG1unv3HO+yVa1RaxusU+q6VmpzOPiRiYwuL+8apE8OuqWxIzaamSQNCfNWAWjuRc8GLtVP6mvcn6/GLEKmdWtWze5/fbbjUCCEHKz7VQM+mQR7j/wwANl1KhRoYzMNP1GiVUwRkYjfltvZ0lmFasQZpCntvxE3zgQALIRojJOrGo7Xx1XjV0zD1Wo+QQzxtT2UcIt6rnS7Frcd+KJJ5qsWjfzNU446tq52bxZ2CA2n1iFGP34448LBHMasRq1lrh34sSJMn78+AJRX4xYRezK0M1GBke89uc//9nUM/Nl3+L+LGI16vPgi6Ounply/h7F2EiABEig9AQixOo9YsnE/KiuQDR/XxLOFEVTq92o5ZoZGs50LZCfxdzjFau5+SwJiVwRdzwVpn2ddhISwR+Yvu5zs2tdWexyyb/fbdI8+ckB1opZ910pV+UzZhO4lH7BE3ssRqxiG/8nn/B9goMAACAASURBVHziFau2XHUzWCFWIVVLKVZbtGghvXv3ll133dVkrSaJVbyPS7NWUVIJtVp5kQAJpCdAsZqeFVuWiACE57ylrxdkheo2Z2zJvuSx68zJ91oX1R4a8hN1LbGlf++2u5h2ur1f644i2/XQ355s3u/atpOs/+IzI2yRLdtt+05ma3mr5q2MiFWpCsE7uHs/E1faLdVaqxNS+LTewytOuOmBR7WtzVmiR6Msu9ESFHg+fnfS1alLV5TlZBKCKkasQrwhqxHZfCozXTmIrDr81tzOiEzik6bfOLGK/kePHm2yGlX0ZhWrEGUocWCXA9A56ntRYjVKxkXNO0764R4VzbYoTmKoDPAn5LDN1L43aWwIYhXfyjwLG4zlE6t4ffDgwSYb15aSacQqMjdxQWqmrT9brFiNEpjg8vOf/1zGjBljnjXl7K5LFrGKe5ER7cuAdV9PWrdin5k0zxXbkAAJkED1EIgSq55t/1HC0IVRIElflAKBWYp7fGLVuy1fJCxM2xWI1ppwLDHb+V5TAmCkK0hjYg+JVLddgVhNwaUBHrRixCqkKuSqZqoibFei4j2ITj3ECu9DrC5evFjmz58vX375ZUlmC7GK0ladOnUqEKtRtVZZZ7Uk6NlJIyZAsdqIF7+cpo4MVMjUjzd9ZkoC4PrNYafJXW88Lt/ZuXsgUvVrHNyDw3rQBvVGd2jRWvp2OSioTaknpy84+w/yt4UvGumphxW5YhYHSv2y/1lycJf95dVlb5ixT+2d2xqL8gOPzZ9pvj6n/xnmT4hhLR/wP0/dbA7CQi1V9KH3lRPbqFi01u3Jew8oOCSrEuKvjxj1EK24A7TqI476GqMYsQppimw9zcqE8HKzItMKTXueafpNEqvu+4gD9Tj79u1bgBSHGGmdV/s+yLPf/e53QR1QZCkuX75czj777FBNVVeeJcXmBpCGUZJIc/u0s34xN9267mZWJvVrv18MG8QVJVYh29E/tu+jlAQkaRqxCsF9/PHHm4xi1I5FdjL+EeHWa7WZJIlV9HX11VeHMOJgLPziAKfr2pnYdiYwYlb56qvJm1Ws2vJe56NrOWHCBCNyfUx93yeS1ra+vrdwHBIgARIoXwJxNVbtOqk1ctLNxMxtcS+cYU5IeuqISnQd00z3eMSqZqJG8VbBW1Nj1V8zFhmvuaxSu6RARK8RMjcqllwM+WzYUJceLg3w4BQjVlGW6quvvoo9tAoi1RWrX3/9tXzwwQfy8ssvl6TGKnChFIAmNUDiQpraWatJB1lts8025ue22l5m/Z8Z6NQbrm2vvJ8EypMAxWp5rkujiQoZn//7zG1GkiLrFLVQj37wUpOpirqryC7F1Xbb1uakd4hUHOx0eJcDzWnzO7dobbb4o46qbtHW0+nRVg8Bggz90YM/N33hMCkVsxgT299xnXDvRUbiLvlkhTw+5i65/5WpZgwVpxgLl4pfXSRkMvbquFfFyUmI1Q8/WRV7yFOjeRAjJgpGn335earDqaqBVVaxqgLI3iIN8XbbbbeF6lGmkYY2v7T9JslLn1hF2YIuXboULNd+++0XbJG379PDlmxxjAxLyDT7sKpyFKuaoWrXMIVoQ+1Zu7xBknyLEqtp2QB2nFiF8EW9WQhSiNY0YhV9ah3YGTNmBIdvRdXFRfskseo7wAv9oewDhDq2xumFDFVkp2gWtm7h1wxW+wHLKlZxr1tL1Vd7Nc3nKmltq+H7FudAAiRAArUjUAuxGjrUyZKCUZmtcYdARWWaxh4cFV07NXSQlQdQnYrV/PxfzI9bk/HqL1OQeDhW7RY4893FiFUcXAVhaddYdTNW7UOrtDwApCd+nnj66adNxmttL4yPn1ewIwiCFJeKVRys5ZOq+pq2TXuAVcEvFEIlI7DWs2RgwWFv1gzxbM8eKPMu2lWmX3SViFXrt7YccveHf6nhPod6HFthRjbuu0u65Q+D8/7i5PTJMllGF/5C5fTJMrPrXaYucejSA+3sz7N9yF3oc+47JK80RNhL3RGgWK07tuw5gQBqqP569l2CjEmIVWQFHtL1AFMDVbNKIS2xlR+HSqHNPcf81NyDC9v8kaX6wScrjITFIVeaYYit7ZCjrVq0EhWtuAf94sIp6prxem6/02XUfT8x46Cfsf1HmwOuUGIA4/1p/gxTIgCSFeJ1UI9+cvpTN4YO2nKniu3jMxY9b/rQS0sNaOZr1AnvemK87yT6W0dcHVtu4KcPjzNlD/TynTAPyYyatc8t/UdIEiM+8PzRocMKtru7J9f/+LARXiHrttO5uHwgLH/z1G9jnxDE7osFN2kJhpkLnzfZzHpBlEOEj+p9UoEM9fHEfSgLsdfOexbE4s5FG6CkRNLaoa1vjr6xsGb4pcGyCx6OLDMQNZ4dNJ7pc484o1alCrKKVYg11BnVU9kRj556j5qrmgFqbyVP840xbb9JYhUy7N577w0kbxoRhfjsfpGZeN5554VKHSArEZmMcWJVa5P6Mhh9DNIwQvYBpLBb8zWKKeQcaphCWOqF0giIya7VmiTf7HGLYYOx48Qq3tcMUGRk9uzZM5Zt1HzRx/XXX2+yX321apPEKvpVUaqHVkGsTpkyJSRVNfPXlfQYd4cddig4xKoYseo+P761r4tnJs3nk21IgARIoLoIFCtW/Qc0GTZpSgbkRUpQIiBKrNqw3XuylAJwFi2NWL05qhRAQo3VnIjyyaEIsRo7x/p/2ooRqytX5g5D1lIA9uFVKlE1W9XOWtXDpbArZs2aNaY0gNY8zTpzjIMyAPhZ8bDDDjO3+7JVNXtV39MyAPonYurYsWPM8L5nP8Xauj0GYrVX1qmmaJ+LccnofJ1f88wukbPmjZIl3tdrMrfdA9zcwebfcrEsObXmwDd9P+p1fNbu7XxzPns9LGzv6lqTvS35khvM9E2xvGXYhGK1DBel2kOCFBv3+ASzff6PJ19r6q1CWiLjdMUnK6XnnT82Gavn9cttvbelF+5dtPpdc1DVhi83mPewXR8X6qVCUmm/OJxK66fifUhVSFEVs8hchYDFpVmoEHPITL1zxDVG/Lm1XLU8wf8ec3FkHdahk8YYoQpReVbvEaZm66yFL5qyBrjeHvsX8yfixlyQoasXRO6A7n3NXCDmUMbggtl3ht6PKjeg9VK1MUT1d3v0DfGzJTOydgd2P0Jat2gVxAcmYODODzL23lceNgIQl2b6ukIS7W59borh9vTJE6R7hz28ok/X8WeP/iZgj3h2bdPRHKSlshTrA2FuX1rCQNfv3N4nmwPOUJ5h6hszgnvR36+Pq2Hr8kTfN5zwCxMjBLx7uXPGM6nCFmsHiQ/B7ls7vKZzHP/UrYGkR+1eeyz00+W3J5ku7AxrNxZ3PPD/ae9TTDMczKbPr49Xlu8nWcUqxA6knbu1HlvNe/XqFQhAt9apG5Nur1dhmLbfJLHqyqhixKpuwcacIMhQBgBxJmVV+rZz2/NWcXfJJZeY7etJjHxbwePWVsfHIVNuDdJrrrlG7C3lccLRHddmnpYN4kwSq2gDBigHcN1118m5554beTAYsjcfeOABb83euLqiWcQq4tEsVM2kVd4qPVHv1l1T/KLBlbrFiFW7jANKHPgOxyr1M5PlewXbkgAJkED1EChWrBbep0x0C/zISTOl2+RBMl7GebZDOyIqEKsZ7vGJVc0WdQ+ccg7aSiVW89v1kw7Csg/r+skBMcI5EMMPyMBnTk3HpQEetGLE6ooVK2Klqi9b1c5oXbVqlSxatEjee+89+eKLL4qaNUoA4GfoffbZR1q3bh2SqnHlADRj1a6zivqsUVeU+IOQtEWhZoRKkJmZfzbm5HoeefpIuU+cjNUPcSBc/s4+I2WkLJFuJpPVKalhZXvWjGuXL3AzZjE2smLPkiXH2pm0+npelBrZ203GLZ7lz6B9/Sa5ePkoufkEp1RC1Ov4PD7QTW6+qFfuUDuToeuK5HCGbHS7oh4L3lRPBChW6wk0h8kR0Fqq+PrekTfJs4telGGPjo/N/iyWHSSiXaP15dNvMxINYx7ceX9Z8ekqI+MgPiF3j+81yLzmE22I+765UwWHVO3TYc+g3qobm8pNiC/39HjNOkTGo33hQC0VY3r4lr4PuYcMXr3ixJnWldW268Y+GZJ4eggT3ofAdQWtLSzRBvVpbXGq2cDaP8Qx1tCVkhgHctSdp28d7ZixPpDhuGwm9usQjAMnjTblHKLG1wxQ9OPKSpsnRHtSjDYzX51VlehRTPH6PhOPNVm0N540vgCB3b/vmXFv2ObqI8xLdux6UBuY4IrLfE36LGURq76tydq/+57+3T1VHe1VXmG7NaRdln7jxKpmQNqZs8WIVcQIgYXMRRwoBOGHGpdJYhX3IWMUWQO+Q7s0ds0c1f7seO31Qhbv9OnTxd7WH7eeUQcg4Z4shyBBet96661BhqvLPA0bjJlGrOqzgPbIfE46GMzHKk5AZxWriMPOpNXapu42fXsdfO8VI1Z1nfB8oH4sWMybV5Odj/dL/cwkfX/g+yRAAiRQnQSKFasivsw2u66oyUbNZ326h1cVZHXaGauSk0uJ90heVO05OSRrCuOKKhnQTSYXbNUOC9/cfKw6qz5x62Tb1ojlfLYgHhx7qzOkb/9ZKedY/09dqcWqK1U1g1X/1Dqo+Nln7ty5Rq4Wc2HHD34Ri6xVXCpK3fqqbsaqLVb1viSxepVcWSgX80GHRWfuGZ11VL5m79Kz8s+q/exqKQBIz5qMzlzm9ywZ+JebpdsDKm0hNGv6LBCcUeDQ19UiV97iqZscvD5fbrpoiYy65Qh5wVuaIKq8QdTrYWmLz8VVS7uJ3HOf5AoFWFndLAVQzCNfVvdQrJbVclR/MCrSIMsWrVxsMv7sbftxBCChkNmqAsluC8l2/fGXBRmsmgkKWeW2R9u2zVuZuq3YNm9vJdc+Ia4uHHBmKBwI1+MmnRUclDWwR9+C7eYq9XzSDuJy+vyngrqv2rktF6PEKhipfH3khHEF2bIqDO352n3ZmZGY/7Qxk7yobdHnzsE3BrI4XWFYCrFqM7EFry1NbeFqTwaicceJ3w9eskVjVrGKchWaleoTq3aWsI+rvh8Vqy2QEbBvbe25+cQq3rd5uUI9y3eVLGIVkgo/ANoH+uhYvqxBPaAI2YjI0ET9J4ihK664QpYuXRocXJSlX5V8kE72BRmGEgAqa/U9yD1kcGqJApcNDrBCdqcrDyF7keFpb6FPI1a1DeIYO3as7LvvvkYkI+MRWaMXXnhhUNcVsWgJBGRCQuKBETJbr7zySiNVXZGIOJHNiP/sSwXlqFGjQv1rG5WFKi6VuX1wE/pAO2Rg2uMWwwbjphGraKex4esosYr3kI2M58Z+npClC6Z43SegixGrGEszaZFNi3/soASEewCYstXyE/b4xYpVZYGSA6eddpp5Ptwr6zOT5fsB25IACZBA4yBQvFhVwTM+n4EHXjkZKkYm4XVTv3EXCKLxeZmSp2rXV8RLbikAp06pucu9B4rJiE9omvDBTwUHRzkZrOkyVvNZeU6dV1f4FsSO6pbugV758fV108d3Xkjm0gAPYTFi1VcKAFv+bYlqC1bIVFus4u8bNmyQV199Vf71r39lnjXu/853vmOyVVXU2mLVzlhFrVU3gxV/x6V/xpUCMIIwQazO6l8j1bU9DkML3VdQYzU6mxRi1ddnsliNyqB2X7clqJPFml+NqHlH8nAyVN3PXE3mbze516rpyozVzI9/WdxAsVoWy9B4glAxZItCNzMyioavbqm2RX8HduxuaqS6h0vF0bXjsNtBktn1UfU9iEu9IGxdYRaVgRkXQxqxCuGGzF7zM5Vne7xdD1RFsS1WkwShxudKSVvSqZTEFn+7fIErHGsrViGgUQ4Cl5uZqcIU66AlFXxsbQFrx5dVrNrtfWIVYyMjVeW9+ywjDq3/68apGcDIHlZ5m7SVP0qsagxJ9yd9p0krVrXGpL2d3O0bMmr+/PlBlh1EHaQcsh/tC/VZx48fb6Rj1n5V8rljY+v2D3/4w+D0dH0/6YRTCE2IKlceqihGvyqS04hVjIt2kH2Qsnoh+/X888/3ijI9cArSWi+INYhY98T7qAxczfr11RkNvpftsUcgniEcfQc3QQifcsopoXGLYYMx04pVtMWzA5EcJ1axJpCYEL9Rz5P7XBQrVu2SAMhARmzvvvuu9+OkJRhsGV2sWMUAyIB1a+K6A2d5ZpK+B/B9EiABEiABEmjsBIoRq/bhVa5MVYnqKwdg12RFCQDUa0cd/6xXs2bNpE+fPtK9e/dAjtryNItYRZwdOnSIDCGqFIAKxrOWDvJK0HoXq075i2BCvtd9v8hATmm+7mnulyi+A7aiXs/9ciFWBiOOyd1k5hUiV4WyaVMc/JX1AWH7OidAsVrniDmATUDFEF7z1fKMo4Xsv4mzJ3vFqQpSCNGf9D9TFq5cHNQmhZTssfMecslj1wWyVNtHiVW83m37ToLDl1AqABfKBdgHUkH6uYdJ2RmfuEf7ObzLgdKj456RBz75ZCjuV7EHSWpnN9qZjZqNCuH5h78/FGTg2mLVFo1ohzquUVfUNnw7FneedjzFilXURG3dvHVQixY1RE/rPTwoNZBFitrx2bVWs/Rh88fXUWLVrVurdV11XaKyULEmS9evMNnDUczdNfKJVa0jHFX3Nst3oLRiNUufvrYQTbg0Q7S2/VXC/ZDGurXLzTD1xQ9Bh1Ni4xiBI/7zZTJWApNSxAjpqf8AaUzPU7HPTCmYsw8SIAESIAESqGYCxYjVtWvXmoOn7ExUu4YqvnYPr3IPusL9b775ppGrWQ+wQk1V/HzZuXNnszRuGYAsNVa33npr8wvx6MuXBVqzPR9iNVdrNbxtH2J1UFAKIJ/VLChjURelAJy6pcFkol63Z+uRpalKCdh9eORocIBW7qCsQFBDrJqDtfIHaBnxK54yHdX8qav8uVGsVv4aVtQM9GT2Yk4whxSzDzuyJ66ZpN/ZubvgxHqIVdT5xHZ/XHroEr5G21/2P8scYuUrK4A2vi3uaUC79S7de3x1QdNkrEKS2lmndiYnxNpzS/9hDnmK6itLJm1UW1usYl72wWC21CtWrGqJBpXMekDTOf1zh5hlkaJRJQ2y9OGOGSVW7TILdp1ULV3h1tpFv650teONe/ZssQpZr6UxfJI/zfPqtqkvsVpMbLynkACEKv5zD6ciKxIgARIgARIgARIggeIIFCNW8ctwZJz6xGpcjVVEqIIV8hPljPBL840bN6YOHv336NHDHBwLwYqrNmIVh2Btv/32ieMXlHsISlVEHTRVj4dXeTNQ+8q4ewbKrNOdshxOGQ1vdmrUwVNRr0eI2HCJjpoaq27pjppM2cRlYIMyIUCxWiYLwTDSEcCWZ1w+IWrL1ZdXLSpoo0LV3nbtKxsAwffO+g8FkhbySsVeughzp8Eju/bvy1/3liZwD1RKK1ZdaYsyBJ3a7GxOldesyDRiNamOZ1qxinhG3feTIAtYpeL9r0yt1eFVkI4/vO/iIDNZM2yzSFFbVNq8s/SRVqyinc1MDwZDFuqArgeJZrDaz48rXW05i3ZRB1DZYvUXx1wgJ9x7UWQZgrTPq92OYrUYag13D7I1UYeVFwmQAAmQAAmQAAmQQGkIFCNWIULxc1ltxCru3bRpk6mx+vLLL6eaDKQqfhY86qijjAxFH7UVq+ivZcuWqcYvdaPQ9nknw7PUY7E/EiglAYrVUtJkX3VOQGtW+oQoxN7OLVrLqk2fBbIJkvSs3iPkw/Ur5f75f0lVf9UtE5C0dT5p0hCQtz9/j/zi7/ebpu6hUGnFKu51MzGR+avZqng/qi87uzQq81LnYdcMtcsJuBmraA8hOHDS6BDvvl0OkgUrF8mUUTcloQnFa9er9W3lt6VoUo1V+34VnQimrsSq1kvFGHh+fn3MRaYObVT9YPfQKhdU1Bq5pQCispgTwUc0oFgtlhzvIwESIAESIAESIAESqAYCxYhVbONHOYDaiFWw++ijj0w5gKha7i5fjNeiRQvZY489TH3VHXbYIXR4FUoK4L8spQBQBgDlABrkcjJNmbnZIKvAQYsgQLFaBDTe0jAEIPH+OPcReXzhc7GCVDNOv9/1YBnV+6Qg2FkLX5QXl/1DPt70WeT9mvUKQYvDsFBCAKLsuB4D5NAu+8fWJsVAyFTFdVyvQQWQVKbVRqz6Sg3YGahRYjXp9HoNNurgKFtK2rIVr9v3aD/uHKOemKjs2KgaqXEHRdljDJ00JsiktbM/k8QqnjFcnfJ1dW1hmiSkbVmKZ2aHFq1N/VT30j6xblq/F20WrVwcHGIVJY59NVbtudoSuZhPKcVqMdR4DwmQAAmQAAmQAAmQQLUQKEasYu5r1qwxEjPq8KqkGqsoJYAa+/jvyy+/TI0T422zzTayzz77mMNgsZW/2FIA6Kt9+/apx2ZDEiCBHAGKVT4JZU8A4u43T/02OJQJAUM8RdVH1QnpwVH69yWfrEjMWHUPs9IsWDtDFjUwT+z1fa9khRDE5SsfoFLMlV9pMlZtOWhLR7umJ8aN6stXRuCgzvsXrL2d2WpnkKKhL2NVO7DFLV6rrVi143APxrpg9p1m2KhapLboddskiVWMu2ubjsH62ayTxGrcgV42aM26Rk1c94o6oEzb+cSqm8k7a8zkQAxn/XBTrGYlxvYkQAIkQAIkQAIkQALVRKBYsYpSAJCjUWLVrbVqH14Ffh988IHMnTvXZL4WcyHT9NBDD5Vdd93V3G5nqdpff/PNN4F4xdea0Yp7IGVZZqoY+rynsROgWG3sT0CZz9/OGISsG77/YLOtH4f24EqSq1mmB6mKq9v2ncyfOPjqkqPON5IKmYyLVr8rc5e9EWTMov3Y/qND2amQZk8ufVX+ePK1YotL++R29zAjlWUYc93YJ6VVi1ZB2Dp/W3La9Thd2WdnL7rb0G2WELJujPa2crcOLAJScejGqMFGHRgVtwa+jFU7DmQf21mfbl1Xd/5gc97DV5hsVd9BYVFiFfet+HSVORzthhN+EaxdVK1W35wQ244Tv2/ecoW3tte18/FFGxzupiUjfHO3+3977F+CMGwR7d6X5TNAsZqFFtuSAAmQAAmQAAmQAAlUG4FixSrKAaxbty44jAoZqq5kVbmqUhXsIDa/+uoreeWVV2T58uXy9ddfF4W0WbNm0rlzZ+ndu7fZyo+xcLnZqypWtUyALVZ33HHHhisDUNSseRMJlAcBitXyWAdGEUFAxdvPDzg+dAgQRBJqi/pqrRYL0z7ZPqkPZEVOn/+U3PXG47J3213k+uMvk7123lNswaUZs5opi7/fOeIa0w4XsjzveuWhYMs6XrNlLSQb+oc81nIEY48+z9yLcR585zlRSYt4LnnsuoK+UMJA78F9EIuQh8oNEq5t81aiMeoBX6f2Hh5CgHXQA8F8Qlkb6/zRxpeRaXdqi14fb8jHc/udHhLNaAeBOe7xCaZMAy7EjIPGcP1x2TzzJ56X/znq/IJ7bfEctcYqse05a9ukTFydv/u86nr/z1M3m/VEzGftf1xobbDebpkLrA+erYWr3pWJsyeHnnetH4yyE25Gchr+vvlnEauTJuXKHIwZM8aLMu79999/Xx588MHIj9nJJ59sTrrHqaj4Dyff49L7Dj/8cMF/7vXQQw+Zl0aMGBF6CxkEiAe/gffFW2y/iA1jLlu2zIw3ePBgQez2b/q1b51T0tzRj85X5+8DFcUAbRHTjBkzBCfU4iCDPn36FMQVCT/lG2CKNcQ4uLp06WLWxGV/ww03mNfd9UpaEzsMbIl78sknpWfPnjJoUGGZFcz3vffe80a+++67F8SUcopsRgIkQAIkQAIk0AgJFCtWgQpiFWJUa626Waq2WIXgXL9+vaxevVo+/PBD8ycEa20ulATo0KGD7LLLLuZP/BwIwWtLVF/dVchXyFiIVV4kQALZCVCsZmfGO+qRgIpViKLTeh0rh3Q9QD7btMFkjiKzD6/bh1UVE5r28eioWwLpmbYfCK37X5kq2J6uW9YhOV9d9oZ8umlD0E2PjnsWlA7QLEl3rE5tdjZZsujnsy8/D95u3Xy7ID7c++ryN4JsWcSBjFr3su+x34PUXLhycai5L0ZtACFrXxqjj5P27SuHYLePmj/a+MoUuGPhfoxlc27TopXhrDVS3Xvcefji795hDyNko9rGxaZz0j7i5uuujbveei/6wjOPjNqoZwWvu/enYej2l0Wszpw5U0477TSZMGFCgayExLz00kvl/vvv94owCMPjjjtODjjgAGnbtm3BvMaPH29qREHKXXPNNcGWKL0P97z22msFW5WGD8/9QmDq1KmhPiHeLrvsMvPD6xtvvGGkrX0V0y/k59133y1DhgyRb3/72+Yk2Hvvvdd0+9hjj5n4cWnfjz/+uJGLSXO349f5H3nkkaF4MY/XX3/djD158uTgPcQwdOhQ894ZZ5xh5hkVl+/ZT/sa5PCAAQPMAQlYR4hkvAYeGBdx64VtaZdffnkgi/X1pDWxYwHr6dOnm/Hmzcv98sS+sO6YM54n99pvv/3kV7/6VdqpsR0JkAAJkAAJkEAjJ1Absbpp0ybzs5ctVl3J+tlnnxmJiuxU/EwH0QkZq5mktcGPsSBSkb0KiYufmZHFirqprVq1iiwPALEKCYuDsHiRAAlkJ0Cxmp0Z76hHApBFZz90eWxmqm7hz5q9am/9/83xlxVdlxI4INSuf+Y2+V73I7wHV9UjMg5FAkUTyCJWMcjo0aPlueeeM/+prFTpBvFmSz87KFc2RgUcJVbR3pWKeC1KrOJ1ZFTOnj3byGDNCNVxNZ60/ULUQaLaAhX34gfpgQMHmh9M//rXv5ruo8Sqita4xXLnb7f1yWsVjL64IFyXLl3qFdJZHxgVna7chiw999xzQ0I9SqwmrYnGBKYHHnignH/++Uay+7hFrXvWebE9CZAACZAAgOQXKQAAIABJREFUCZAACdRGrILexx9/HMpaxWsQpxCqK1euNFmt+BoHVBW77T/tKkGwNm/eXFq3bm1+Qd2xY0cjWJGdikvLAKAds1XTUmU7EigkQLHKp6IiCCB7cN7S102sH3y60mQp7tMht6UemZazFr1gSgPgJHa9UGfTvrB1+p31H8rO+TZoe1bvESUVoYjTl61YEZAZZKMnkFWsqvRCpqBmiarc82WUKuDailVIVWQwuhmxPsEG0bv//vsbIYdxcY+b9ajxpOkXc+7WrZs3CxPzQybvHXfcIVOmTDGZnHUlVjGWLS2TmCoHX/Zo1gcfnJFhofLYvt/d+u8Tq2nWRPvUzFY8T2eeeaYR5HZGLNpRrGZdQbYnARIgARIgARKIIlBbsYrt/Pg5CRmo+HrDhg1m9xWyVCFUS5GZmnX1NJMVghXZq/j5DIIVpQOQ4Qrpiq95kQAJFEeAYrU4bryrDAlgO/yzi16Ud1a9KwtWLjKHT6l8fXv1Yln/xWfSeYdO5rW47eJlODWGRAL1QiCrWEVQdpYi/o6M0Ntvvz22rmWSBNTJRmWsQpJOnDjRbP+2Ba5PsCG7FO0hU1XouULWjiepX53v888/H2z3j1ucuhKr2q+y1izad98tLAmi8SHDGPVgfUI0ywOm6wJJq7Vjo+73idU0a6L9fe973zNiHGMq+yVLloTKQFCsZlk9tiUBEiABEiABEogjUFuxir4hUvEz1wcffGAkK0oElMsFyYosVuyw2nXXXaVr165GtPIiARIongDFavHseCcJkAAJVBWBYsQqAGiWKr62s1ej4KgU1Dqgdjtb1MWJVRxKhHIDbrYs+rJrrB5yyCGmDqjW2bRFnY5ry8+kfuO25/vmm7XG6qmnnhpIaVtg2n1DECNjFz8IT5s2zUjGNHIxa+xxDzd43nrrraYJMnj79+9v6um6h0v5xGqaNUG/rgjXbGFX3GPu+McLpL598eCqqvr2xMmQAAmQAAmQQL0QKIVYRaB//vOfZc2aNfUSc7GDIHv1xBNPLPb2xn3fy9dIk8OvkKtf2iKXf6dxo+DsRShW+RSQQAkJfPTRR+Z/oPif1Hbbbiuff/GF+XPp8uWyXcuW0nK77YL3d9ppJ1m+bJm032mnoB1CsdtqHxoi7sEYeH3b7bYL7sf7Ohb+RLu3337bjInr7bfekn323TcYv2vnzkH7NR99JJ9v3Gjaadzo277Ql76H+PA1Lozzxeefm5jx2sbPPw/mg6/Rr7ZFzBirc5cuob5Rq3LUqFHBazo/vKDtdS7gp2PY89c5YF7KwmYFJr4LawVGOn/lgrb2uiFmrJX+ifY6FmJDNiTmoONg7Eq8ihWrWlcVc7brrUYxiDvASQ+uwr1xYhUHQWkGox6g5cpFPWDLPrDKl/Xoys+4frPKySix6pPKmDPmhf/s+evhVXpoFUQmaplCQkOq4qpvsYoxse5PPvmkzJkzx6w74oPoVtmLNq5YTbsmuNfObNVnCfVdsZ521m3U4VU8uKoSvwsxZhIgARIgARJoWAKlEqvIWn300UfrvI5qsbRQV/WEE04oOlt15f8/XDqd9ogz/NUyZ8vlkvtJtoqu9++X4bsvkbHB3FbK/SefL3LDVDktfCZuFU2aU8lCgGI1Cy22JYEEAvgf8UerV8vqNWuk/4ABMhWHuZx3nixfulTmzpsnHdq3l34DBsjtv/udOT1bT9G+7f/+Xzn/v/9bnp0922Sh4ZAZXIMHDzaCVK9hw4YJxthnn33MfxdfeKEMHzFCDj34YPk/N9xg+v8+7nnrLSP5Pv/8c1m2dKlcMW6cue+tBQvk2MGDjdzF++gDX8+YMUNOP/10ueeee+RIZJ4NHhyMOXPGDPP16o8+MhIV2WZ/mTFD9u3ZUxDPHbffHryGdpg3+oOwRDxggbaQjeBxcz7LTQe4evx4E59eEJjzXn3VxI7xUFNRx8efmM/wk04KzR/Zaj332ccITghX3HfOueeaOUOQLnj7bcMV19y5c+XQQw81X2P+iPPJGTNkpw4dDHdtp19jPbFm2CL+yyuvlIenTjVjqUTF+7gX8b711lumb3CpxKtYsYq5phF7yqQUpQBUPtoHaF188cVmCM1YxXvI7PRdKmPxni+eqH5Vutqy1u0fmZUqPEtdCkDHd7M2IRxxOJdbP9aOLa6NfYCX3oN/EGS59ECtCy+8MMgQdsVq2jXBuHvssYeRtb7LLsWQ5dnLMh+2JQESIAESIAESaHwESiVWQW758uWm/n45Xthl1DmflJI1vpfGN5E+Vw6TP74XFovm9Tf/KCsePE06Zu20otqvlJXvd5SOlKoVtWp1GSzFal3SZd+NjoCK1Q0bNxphuXHDBjmkd28j+pYsW2akmwpDtFmwYIEcduihgq+XLVki7Tt0MIITYhESFAIRklJlny1WAReCtmWrVnLttdfKP+bNMwIRmZMqXzEu5C1kJjJDIf6uvOIKmfvqqybzFVmXEJFTH37YjPvrq66SVi1bmvYQnngN0hF94h4ITHyN91SsqhhF//NeecXMYcnSpdKta1cjVnFBPGI+a1avNkL5oEMOCZ4NV6ziDT2cRueNODEP9I0LXOz5q8xEXxgbF8QZRBPGRYapylTwf/bZZ+UHP/iBaQe5Cnl9yMEHG7GMeeHCfef+938bKQ5Z9fe5c6Vnz54mAxfCG31DqkI044Js7tK1q+n7rrvuqshnvxLFqn2AlkKHWNVt45B87vZ0SHL78CWfWI3qV7enR9WRxWesX79+QZ3ZUotVzFG34dtyMY3wxbOKLfvu4U/oE/PF9yP7Unltv6bzcevUahtXctpiNcuaaGYrOO+2W/in1pEjR5rvQ1regWK1Ir/dMGgSIAESIAESKEsCpRSrmOC///3vWte3LzUolMb61re+VVS3uUxVKZCqpjNsj7+hW06s5rfK24PUbJt/Sa5pMksGviTSJ7+dfuDTTWTW0XNEDu8jV1w1R7aME7mmSR+5wuog7n57O76bTVtzHzJNO8mPHrI6HaEi2H3Pyr61M1bN1z8SO1d32P0rZOoPcyoZcjmYB14I+i8KN2+qEAIUqxWyUAyzMghAtr3z1ltGVnbYaScjMf7v738vJw0fLkuXLTPvIZMSEnK77bYzmY2QgcjyhATt3LWrEanY7o7XIPQg8jRrEzIUl8rZYSedJK/OnSsHH3qouQdjYEz0hTFwQaYgE1YFIPqEGHz+uefM+xAUDz/yiBlj3333DfrT7ezIIIVwhDREG8xh7333NWIWF6Qn+tSsTczLjlFjR4bn4EGDZMbMmaGMTp9YBUcIXgjnrl26GLmLr5EpisxZXJgjYkdbCF99H7x2at/esNB2dmkD9Pfc7NlmLpgD5ok54X6sE8bCBbaYtymBkF8r/KCl7MET/SpHZLUi+xV926UNKuPJzUVZiWIVcauEw9fYNg+xqtmT7kFHdnsVk1EZtL5+cb/W9Jw1a1boECW8p5mueqhWXYhVCMqBAweaQwfsLfF4JvGavRVfnz9kq+KXE3GZtmmfVWSS+mrpaly2vLXFapY1iTtoyz2oi2I17cqxHQmQAAmQAAmQQBKBUotVjIfMVfzM9vXXXycNX6fvY/s/pGqxmaoIzkjLacPjs1Lz8vEgu/6oEa3/yAtZiFUVqLnCAbksWFtmrpSVu3WsyXwNbccvvD8AZ9pNleGaTWuN222Km1Gbl6n7zZEVe04MzSuUfRuMPVBmNekj/7BEqjhzDc+jpv8t46quQEKdPquV1jnFaqWtGOMlgSoj4NZYrbLpVdR0KlWsqtDEtn8Vq5CMvXr1ksmTJ3vXAHJwyJAhJnszrjSBbl3XftGZ1pTdYYcdTK1TZDJDKt5xxx0mY9nOZs1aYxX96wFecfVctd/LL79cIE1xIVv2+OOPF8R16aWXmkzPqLhq82BqdiyY4LAtjAMmmDdKaNh1dm2xmnZNMJ/999/fZJ2PGTOmIFQ3K5hitTaryXtJgARIgARIgARsAnUhVtE/SiyZHW/5JJH6po5kEvzyGz+b1eZKL1YtuWl+gLaFJ8ToROlmlRKAkJy4Z03mZxBjKPNVyw8U3l8zp+j3jPQUZMPWSM7gtaNn1WTbuoBCYjUct0hO8kpeIrvzMLwWjw2NWRv+vLc8CVCslue6MCoSIAESqHcCtRGrui1b/4wLHmJs3LhxYh9U5WsPgffAAw8ENVPj7oNAPPPMMwUHFkHGod7qOeecU1AGQMeBtPznP/9pxGvafu25YTz8HT8gIysWF0Tt2WefHRw+hdfcvvXvcXyUizt/9x7M4cUXX5QpU6YEmbNuXG3btpUBAwYUxFXbhwtiF8+L1rDFOJg/pKi9dR/SE/IVZQXSrskpp5xiJPXNN99cUAZA44bw/va3v23Gy/Ls1XbevJ8ESIAESIAESKC6CdSVWFVq+BkKP4PW54WfmXwlnoqJIVasGgkqMue9bjLR2S6fGytajHqFJA7HMmUBIEJtYRonVjGOs60/30cum9Qzax3D2eYflBCgWC3mUWlU91CsNqrl5mRJgARIIJpAbcQquZIACZAACZAACZAACZBApROoa7EKPh9++KG8+uqrsnLlyjrF1bFjRzn44INll112Kdk4iTVWA7HqZKyGIkjOWC3IYE3IeI2eYE6yLvnZFkEdVzdjNfK+grqqS2TsFpQCYMZqyR6mKuqIYrWKFpNTIQESIIHaEKBYrQ093ksCJEACJEACJEACJFDpBOpDrCojHGyFw0NLLVghVFGqqtgDqpLWMJf5qdmnNa2D+qL5jFWxapGGM13TidU+b+rBUlqDNbkUQE78HiRztlwuZsO/VQPViFW7jmuwjX+FdLuhk/xov5oyAaF+MtZYtUsasBRA0tNUHe9TrFbHOnIWJEACJFBrAhSrtUbIDkiABEiABEiABEiABCqYQH2KVcW0evVqeffdd02t+g0bNhRFr1WrVtK1a1fBOQIdOnQoqo8sN+XE4yPOLZZsDdVGFZERNZI0vK0/10VhjdXwdv6rX8rLT0E/3eSugsxRV/DW/H1YIHidEgEiEmz3z0vWK4LbrLkUZK/+SOyZ1/RfOA+K1SxPVeW2pVit3LVj5CRAAiRQUgIUqyXFyc5IgARIgARIgARIgAQqjEBDiFUbEQ65WrVqlTnsav369Ua0btq0Sb7++mvTrFmzZtKiRQuBSEWNexxGtfPOO9f6UKoKWyaGSwJlRYBitayWg8GQAAmQQMMRoFhtOPYcmQRIgARIgARIgARIoOEJNLRYbXgCjIAESCArAYrVrMTYngRIgARIgARIgARIgARIgARIgARIoOoIUKxW3ZJyQiRQ5wQoVuscMQcgARIgARIgARIgARIgARIgARIgARIodwIUq+W+QoyPBMqPAMVq+a0JIyIBEiABEiABEiABEiABEiABEiABEqhnAhSr9Qycw5FAFRCgWK2CReQUSIAESIAESIAESIAESIAESIAESIAESIAESIAE6pcAxWr98uZoJEACJEACJEACJEACJEACJEACJEACJEACJEACVUCAYrUKFpFTIAESIAESIAESIAESIAESIAESIAESIAESIAESqF8CFKv1y5ujkQAJkAAJkAAJkAAJkAAJkAAJkAAJkAAJkAAJVAEBitUqWEROgQRIgARIgARIgARIgARIgARIgARIgARIgARIoH4JNNn4+A+31O+QHI0ESIAESIAESIAESKDqCDQRkeCnSvwl5kp4O3xncuMmyU1EJFWjmqEjm2OSTbOGmGsfYlSiJyCIM35+YJT+h35nflGhpkWatl3ahwYTSdunt53/5nTPkRtk2kAS1tt0k6KvFE1MPxkYZZp30c8wbowIPtWc0uHJ/KnKNPmkNUw7kXw/sSytvtJ2m+FZT8sp3GWJvq+nfdYTg9SHvEmqj05id8436GzfM1N+X0i7lkF3mW/wTNPz/6xkGIUtSvZZKcWcUn6/LGaeRd2D/2em/z+sf4hy4lJtsWT4H2JR6y/S5JNra/0EFDk0byMBEiABEiABEiABEqgaAll+Ds/SNgWgTP/eSzt22nZZ/n2Xpc8U8zZNUvbZJO2/+9K2w9ip2jYp8NBppxZuZ000rSeIbOcRx1tEDKOkq6DPlAuQ1K95iFP0laJJ0E+qtiLxnx+nk5R9eqxM9AOTts+gXcKDl7Y/EE/9wUhaQHS2VYpGVpPIOJ2HLO18Ctqhn4iYUvbZ4GI1Mc785yaxXZqlcWab6vtb1GMdEVDaPoNwSzKxwl8GpsHhtmlaRrFk+Z9f7FxLNSd8zqpJrJZiPql/SEh4GtP8jznpgU77Q0NSP9HvN/l0Yq2fgOJH550kQAIkQAIkQAIkQAKVTyCLbEr98602jP+Hz5YtIk0Tf+7O95V27Nh2jqyoVZ9pb454RILb4/tJxyj/78KmMTLGDiNV6FtEtjQtgVh1Bks1ts7HZeefXzZG2mfaQBI+4sHgCf/ITzVctmc9ft5Fci+YbsRnOdV88p2lfNbNv2wTvx/k+tyyZYs0Tf7mke77swGZQawmfo/JTyLtfLztIj7LKfsMN0u4KWWfufVJ0ThFk5zIaiqypRS/vHFmm+r/K3HfY/y/vEn7bOaf0PQPc+xTmvJ7elwfqb9BJn1cShBLkI5fWyma6iFLmlD+Icjw2ff2WMpYUn4DjJxZKdbIfIctwfNbij5KFUv8o9Bky40Uqyk+LWxCAiRAAiRAAiRAAiQQRyDLv3GytE1DPUt/aTOGYv9tYr2Z5ed+b5xZgvfACG5P6CftMKZdymyVVH02FWkCSLW9iiy/ULDeMf9oLOrZSAVBTZ7I5ggWJm00xT+IE4ezHsjEtvk1iW3nvJm2z4LlzmcWuq9n6S/ts552HRFLqbLwDPaUn5vEf+c7E0jLyNsuJmN1yzcisjnDB7NE32MyidWk7x355yoto9jZFvmse8eOeAgzx5nie0LiCpZIlGXaGhIXVCnmlOVDnhRL0jOWCDg6MzzNrUGbzA9HRO+l6Kc2a7RZZPPGNP9zSUmnFPMx3+xLkFUcHXKTAy7coxRPUkoobEYCJEACJEACJEACJEACaQmU6gfqtONZ7ept6PoZKPUoaRviXxBp2xaBv/CWUg3mDzzTdIoJBaUGttlKtunQUrZEydX6BVqDuJj5lGRNi+2kdAGXzBVleoCKnXcx90Wx+ka+ar67bG62Q0a5mj4GHfnTzU3Nk/31liay8Rt8nV4/bJam8qVsXU+fjPRxpadQbMvSPeO5CMppbsUy4X3lTmDLls3SrGlL2WqnCyy5Wu5R1y6+7Zo1leb4/bGM2Y+fstqx5N0kQAIkQAIkQAIkQAIkQAIVQ6AB/vmDIZs3k613by1bvmmA8StmbSo40LJcVn9QTbZ8I/9puZfI1h1EBJmr5XqVJdRyhcW4SKCBCWyWrZq0lJYdL5Mtmzc0cCz1MzyqZJjfqzU759v8blU/zDkKCZAACZAACZAACZAACZBAIyRg6nk2bybNd20dXQ6gEXLhlBuIwJav5ctt95Rvtm4vTTKVA2igeDksCZBA2RPYsuUb2brpdtJy50sajVjVRaFYLfvHkwGSAAmQAAmQAAmQAAmQAAlUMgGK1UpevSqMnWK1CheVUyKBhiVAsdqw/Dk6CZAACZAACZAACZAACZAACVQtAYrVql3aypwYxWplrhujJoEyJkCxWsaLw9BIgARIgARIgARIgARIgARIoJIJUKxW8upVYewUq1W4qJwSCTQsAYrVhuXP0UmABEiABEiABEiABEiABEigaglQrFbt0lbmxChWK3PdGDUJlDEBitUyXhyGRgIkQAIkQAIkQAIkQAIkQAKVTIBitZJXrwpjp1itwkXllEigYQlQrDYsf45OAiRAAiRAAiRAAiRAAiRAAlVLgGK1ape2MidGsVqZ68aoSaCMCVCslvHiMDQSIAESIAESIAESIAESIAESqGQCFKuVvHpVGDvFahUuKqdEAg1LgGK1YflzdBIgARIgARIgARIgARIgARKoWgIUq1W7tJU5MYrVylw3Rk0CZUyAYrWMF4ehkQAJkAAJkAAJkAAJkAAJkEAlE6BYreTVq8LYKVarcFE5JRJoWAIUqw3Ln6OTAAmQAAmQAAmQAAmQAAmQQNUSoFit2qWtzIlRrFbmujFqEihjAhSrZbw4DI0ESIAESIAESIAESIAESIAEKpkAxWolr14Vxk6xWoWLyimRQMMSoFhtWP4cnQRIgARIgARIgARIgARIgASqlgDFatUubWVOjGK1MteNUZNAGROgWC3jxWFoJEACJEACJEACJEACJEACJFDJBChWK3n1qjB2itUqXFROiQQalkCjFqvr1q3b0rD4OToJkAAJkAAJkAAJkAAJkAAJkAAJkAAJkAAJkAAJVBaBJhSrlbVgjJYESIAESIAESIAESIAESIAESIAESIAESIAESKDhCVCsNvwaMAISIAESIAESIAESIAESIAESIAESIAESIAESIIEKI0CxWmELxnBJgARIgARIgARIgARIgARIgARIgARIgARIgAQangDFasOvASMgARIgARIgARIgARIgARIgARIgARIgARIgARKoMAIUqxW2YAyXBEiABEiABEiABEiABEiABEiABEiABEiABEig4QlQrDb8GjACEiABEiABEiABEiABEiABEiABEiABEiABEiCBCiNAsVphC8ZwSYAESIAESIAESIAESIAESIAESIAESIAESIAEGp4AxWrDrwEjIAESIAESIAESIAESIAESIAESIAESIAESIAESqDACFKsVtmAMlwRIgARIgARIgARIgARIgARIgARIgARIgARIoOEJUKw2/BowAhIgARIgARIgARIgARIgARIgARIgARIgARIggQojQLFaYQvGcEmABEiABEiABEiABEiABEiABEiABEiABEiABBqeAMVqw68BIyABEiABEiABEiABEiABEiABEiABEiABEiABEqgwAhSrFbZgDJcESIAESIAESIAESIAESIAESIAESIAESIAESKDhCVCsNvwaMAISIAESIAESIAESIAESIAESIAESIAESIAESIIEKI1ALsfqB/H7i+/KwbC0/G32QDN4xPPN1L/1DTnnxPyI9dpOnj9+1tFjWLZbLJ68V6buPXHN4G0/fGpt/2N6R95U2zFL1Zlh+tHNGjmvk2T88IXLsj+XIDukiWTR9gkx7p7Btu35jZEyfdqk6QR+z2/vaL5JpE6bJIukuQy8dKt1T9cZGJEACJEACJEACJEACJEACJEACJEACJEACJFCeBEogVkUKReWnMmPy23LDOqkDsZrre3m/w+S/9oqCmhOrMsTT5l8L5OjpG+Qk33umO9y7Sjp7ZHGmJTTy90v50diesm+mGwsbFydWF8gjtyyUHhcNk56J46+VlyZNktlrPdJz7UsyadJskZRy1Rar9tdr50ySSW/1lDFjDhco2mgBmxhs6gb1MUbqYNiQBEiABEiABEiABEiABEiABEiABEiABEigqgjUWqxKj1by8Jrm8qfRe0qQtJqXip17bJCHpdQZq5/KunVtZEcnQza8KjFi1YjTCOlapktblFj95yNyy+IectGJyVo1l6kalUmak64L9k2XtRolM12xWqaoGRYJkAAJkAAJkAAJkAAJkAAJkAAJkAAJkAAJpCJQe7E6ZDeR6eEMTxWBN8v7crEtVvPZoqHIdmwXSNnQfQtzrexs2Lce+3u4PyNwP5UjCrJL04tV9PnHnXaTI95+X24QxLKtPBRkrOazV4e0kRemr5VXTESt5GbNQi2Yj/VeKGM130/f5nLDixvy07fa5mXvwzYYD5csJRUW/PkWWbjnRTLs28nPgRGra/oH2aRxdxhB+vzaUJPuQy+Vofm9/b6M1aEyzbonJ3AlKBkg+WzZmi7t0gPx42mmrf/emlgKx8AdNXGjTMFs6Ti0pyyYNltys7NE86JpMmHaojCWdjW83BIKWUonJK8OW5AACZAACZAACZAACZAACZAACZAACZAACZQjgRKI1cOk3zuQk1rvtGarPl4PxKq3Lmq+Fmq+DqvWZQ226efv6Zzftl8SseqUAjB9LrTrxNqlAPLxWZLTtF/TTv50osj/ceq8Bu8he7dArL4vDwf95EslGJGLtp/Kuh3b1GT8ikhO+OaYZs9YRX3V56X9j9OUAchty08tVteulXbtrHqrplTASumfr5uatRRA/zWTwtmy+dID7fKydm3MeJCzoUxb516NpWAMEckJW5H+Y8bI4e3y9V9dWQrZPFRkWkEphHz7vYfKmPazZdLz7WrqxhoJuzbfbzl+5BkTCZAACZAACZAACZAACZAACZAACZAACZBAKQiURKz+lyyQo5/PlwOwhKLYGaYR2aW2LDUC8e02VlmBcOZpVrEaygC1aMVmwYZqrBZmvgYxGrHqZMtC2no47OspP1A4V8kJVBz4pZctnLMcXrX6WfnDX0R+8OMjpX2KpySLWM11pwdRaeftApFYlFiVoXLpED3OKpeFurJ/TRZs1HjtXpgg02LuDYnVUDuYVQjhBdLTEqtiZd4GpQuMWNV2NTANM/S5zwKZME14IFeK54xNSIAESIAESIAESIAESIAESIAESIAESKCaCJRGrO5Vk+V52MKaE+xDIjSffZrbTu9ctkAsoVj1Hl7lDF0ga2sjVu2+PRmrdjy2WJW8UI0SvlkzVtc89wd5Qn4gPx6QRqsmZ6wGEnGIyLQJ02SRvU0+JCjDh1KlObzKZJO60jPgqALX2pZvjVcoVsOLWzqxquUBnIdnbxXCjmgOXq+mbxWcCwmQAAmQAAmQAAmQAAmQAAmQAAmQAAmQgE2gRGJVt67napUu73eY/NdeudfCpQB89VBrwil1xmq9i9UiM1ZXurVj86UAlF02sYoyAE+IHPtjObJDuoc9/vCqvHiF/DxirZXlme+75GLVylhtZ2eVFo7XkBmrSrbwsK5sh32lWyG2IgESIAESIAESIAESIAESIAFYFGNgAAAgAElEQVQSIAESIAESKDcCJROrEhzkVHMoky9jVfpqLVagCG+1TyVWUd8UdUlVPobqoyreuMOrwktQu4zVtWLPJ7HGaj4zVyRcY9WI1YWeQ7GKKgWwQB65ZaH0uChdfdUcDT0EysoMDTDV1BPNidXZIv3GyJg+qLOq99WyFMA7bkbqbDE1Vo1YjR7PiNWoe7vXZM+mrbEaXQrAjgFgckzQvufbbn3a3HtrA0bl9pFnPCRAAiRAAiRAAiRAAiRAAiRAAiRAAiRAAqUgUDqxqifbB/LQyVhFtIF8rQk9OKhK8jVGY0oBBEJyXe7+k4bsJjJ9lXQefZAMhmkNrnoQq5C7BfOx5KivFECPVvLwwg35KK22Klrz8xIw3Hu9HD19g6A8wP8ni+WUtDVW//mI3LK4h1x0Ys/Mz4d7un3Qgb213RzOtCj/FoSqKUIqs9fm5CgOlJrdPide05QCGNNHTE3V2Wtrwm1nS8nY8frL2ph7a8YvHAOjdQ9qqtaI0qH5Uq9BjdUxh0u7UAy5ON17lYh5k6UAMj97vIEESIAESIAESIAESIAESIAESIAESIAEKo1ALcRqpU21IeNNL3obMkqOTQIkQAIkQAIkQAIkQAIkQAIkQAIkQAIkQAIkkI4AxWo6TrVsRbFaS4C8nQRIgARIgARIgARIgARIgARIgARIgARIgATKigDFar0sB8VqvWDmICRAAiRAAiRAAiRAAiRAAiRAAiRAAiRAAiRQTwQoVusJNIchARIgARIgARIgARIgARIgARIgARIgARIgARKoHgIUq9WzlpwJCZAACZAACZAACZAACZAACZAACZAACZAACZBAPRGgWK0n0ByGBEiABEiABEiABEiABEiABEiABEiABEiABEigeghQrFbPWnImJEACJEACJEACJEACJEACJEACJEACJEACJEAC9USAYrWeQHMYEiABEiABEiABEiABEiABEiABEiABEiABEiCB6iFAsVo9a8mZkAAJkAAJkAAJkAAJkAAJkAAJkAAJkAAJkAAJ1BMBitV6As1hSIAESIAESIAESIAESIAESIAESIAESIAESIAEqocAxWr1rCVnQgIkQAIkQAIkQAIkQAIkQAIkQAIkQAIkQAIkUE8EKFbrCTSHIQESIAESIAESIAESIAESIAESIAESIAESIAESqB4CFKvVs5acCQmQAAmQAAmQAAmQAAmQAAmQAAmQAAmQAAmQQD0RKFqsbtmyxYSof9ZTvByGBMqaQJMmTUx8+mdZB8vgSIAESIAESIAESIAESIAESIAESIAESIAEiiZQlFiFTN28eXPwH+Vq0fx5YxURgExt2rRp8B/lahUtLqdCAiRAAiRAAiRAAiRAAiRAAiRAAiRAAg6BosXq119/LRs2bCBQEiABh0CrVq2kWbNmDZK1+tXmL2TjlnXy5ebPZYts5tqQAAmQAAmQAAmQAAmQAAmQAAmQAAmQAAlYBJpIU2nedDtp2WRH2abptrViU5RYRbbqf/7zH9m4caP0mDCkVgHwZhKoJgILL50uLVu2lK233tpkrtbnBan68TfvyeOvvy7XPDFZNmzaWJ/DcywSIAESIAESIAESIAESIAESIAESIAESKHsC22/bSi479sdy3AEHyA5b7V4ruVq0WP3qq6/kiy++oFgt+8eFAdYnAYjVbbfdVrbZZpt6Fasox7F+8wfyyD/myM+n/rY+p8yxSIAESIAESIAESIAESIAESIAESIAESKDiCFw7/AIZdlAfadt016J3HVOsVtyyM+ByJtBQYhVZ5Gu+WSyHX3MRM1XL+QFhbCRAAiRAAiRAAiRAAiRAAiRAAiRAAmVBAJmrL/ziJmm/1Z5FJ8dRrJbFUjKIaiHQUGL1m2++kTWb/yW9xp1TLSg5DxIgARIgARIgARIgARIgARIgARIgARKoUwLzx98h7ZvuJVtttVVR41CsFoWNN5GAnwDFKp8MEiABEiABEiABEiABEiABEiABEiABEqgMAhSrlbFOjLKREKBYbSQLzWmSAAmQAAmQAAmQAAmQAAmQAAmQAAlUPAGK1YpfQk6gmghQrFbTanIuJEACJEACJEACJEACJEACJEACJEAC1UyAYrWaV5dzqzgCFKsVt2QMmARIgARIgARIgARIgARIgARIgARIoJESoFhtpAvPaZcnAYrV8lwXRkUCJEACJEACJEACJEACJEACJEACJEACLgGKVT4TJFBGBChWy2gxGAoJkAAJkAAJkAAJkAAJkAAJkAAJkAAJxBCgWOXjQQJlRIBitYwWg6GQAAmQAAmQAAmQAAmQAAmQAAmQAAmQAMUqnwESqAwCFKuVsU6MkgRIgARIgARIgARIgARIgARIgARIgASYscpngATKiEBli9Uz5Kkbx8p3P31Etv7lL+uB6q/lzd8PE5mzn+x3dz0Ml3GIO379ppwp9cUiKbgcq73l3zLlv4bIOUnNrffLax4ZAmdTEiABEiABEiABEiABEiABEiABEqhjAhSrdQyY3ZNAFgIUq1loZRGrOel74HsTpf0N9WNhy0pInjFd/tPnWwbuOxlFdL3P46hJsmbEvvLaQ33kmGeyPA9sSwIkQAIkQAIkQAIkQAIkQAIkQAL1S4BitX55czQSiCVAsVpXD0j9i9W6mkn2fnXuj8hruw+rx4zi7JGaOyhWiwTH20iABEiABEiABEiABEiABEiABOqbQAWLVd3a+pn8zZPZ9NOfzZHre7QWWVkHW3HNP/wPE1mYlP2mMbrL6o/Zu/hmrPYyzbd9V7PQ6mKO9f0kcjxDoKrEqgqyOW/JgX0Ok7b5NQ5nTObLB7S0HoCNf5dLfjpGbhQRky3Z0f+eiJ2x6ukn+Fw4n8Oo10VkvfWZ1kzNKTKsJgYrtpwArJkXovTdr2URCuZib8u3Mkpzs83wPSLps2OJyhm98H1xTbgcQMLYbsZq8L3VjPtvmTJH5MwD1uTWrLZr7sRinpUPPBmsIfmqz8EjIn2Gyd66RmnWJ/LZSoLK90mABEiABEiABEiABEiABEiABEhApArEalhm5BbVkiwll465vju9nlDXUf9R7xk/JybEK4QLHsqQWIVAOFpWGJHsZuDZ79XRox0neetoyMbWbfWJ1cOkrS0jjThrHzz7hdvMc5Ks48KJ8hv5L0cCujVca8TqS996U85sUyNkVbqin9zWf9/nZZjsbX8+81JPxa+K0BoRbI3//K6Fv1zJf+ZX5rfa23Mzn/nd3wqEcfA9CvVo833pfXjmc98jHAFa5IchPHYNX8PFidk3dsE8Qt+78tLalZlFrnlNTFYpAF8Gq0eshuvHespEWM9eoWCu7/rARS4mbyMBEiABEiABEiABEiABEiABEigrAhUvVmXlv2XvNvlsKUWbF4ArV35L9i754TFnyE+PultujK39l5cNUVI3y1bXSJnZmLc2l9VnqKTBVKNYtYVhmm3eKvIu+eRoR0bmheP2T+cPx3LEqvNZRz9DP4kXqzXiFcsYlnEmjpCszWfQYhwjQ906oJ77Y77/BMLzCZFfuH2V7JcYhd8nQvOKlJY1WfLxgji/JiqNPaI2y5qb7F43ppRiNbyWvo9lzfpMbueKbvfZKunHmp2RAAmQAAmQAAmQAAmQAAmQAAlUKYHKF6tzsP1Tszhzq2SExfZPi9nCa4uNgi2vImJlVoXuy28RjdvaGy0MnKyw2IfHs4XZ3iLszVj9vcgPxsp3dfu0EbhSk80q7hZle1txwngFjKxTxO1YPNtszbZgLVmgbbFNOH9ojs26cFu0nXlcGGPWA3cq9fNafWLVkY/eXyp4SmbkfykR2nauv6g46gz56TN3y40+Eep8bn961Bly4zMxGaueByWUseqRteZ7ileshjsrzMaNKXsQ+jzp5yjNL3ESnnQnQ9i0dl9LGDtJrJr+3FIAdnmWjGterFgV36Fcnu/5ur7xz1alfgdh3CRAAiRAAiRAAiRAAiRAAiRAAvVJoArE6n6CbcBuZhq26pvtwSpGvHVRw5ml+g/tQOLFbO01ixSZeZpNrLoZsCp4a7K3NHssTSmAp6XTiPAW5/C24kJZE4zn2d5cmN2GWF6Xw3/vbKPW8guS345dUAqhZqutyUR0SyFY27Ddbd2l3BZdnx+uYsZqXGK1RqjG/gJDQRbUFPZs98631c9yTb/+UgBxWY6FYjQpYzVKrP7blA8xvwixstgLywPo/crF+kVFqGtH0Nrb7p2HzvcLDG1iM6+5rXDs0orVFGteZMZqSKwGQtX+pVL085KTzd+qm5rcxXwj4D0kQAIkQAIkQAIkQAIkQAIkQAIVQaAqxOp+4mZM5USkYCtvSKy6W3ctUfLLX+YyXUN1EBO29pZErOafEzezKlSzMLtYDUkG37Zi33i+LckF2Wg1YtXNEAvx87CJ2+Jtb8P2bdOtiE9TCYJsVGI1n1kdKhWgB1bJm/K3NvvJge85B8SZ51bymdHhQ4tin8eIGqshseo8s9nFatT3C2ST5+rG5uq95i79vDz+3r5yXOj7Dt6NkYCpn7PoX/DoL0zSjJ0kVpM+96FfQMWuef6gwTRiNZR1W8jK/8sYbTdRVhwwNuHZSg2ZDUmABEiABEiABEiABEiABEiABBoxgeoQq3fXZHKaQ0nyNRhDYsS7dT2/8va243oRq5YIgBR2MqUKRUUtxar9gHsys2JrPdr3BoI2l7FaK7Hao7X3Y+dmC+tJ8v7suur75DZGsSqWcAy2Z6/MidXvagZ0fqlzGZiayRkWq6GDqNwM6qjDq6xsT7emarJYPUzs2N2DoGruz4lV30FZKI9h5GZMBvd+NS422wPvKwOgPeTfW7xaZM8OzkF6vkO88r+gKjx4z3d4VUz5h7xY9a95nFi1WWvGrmajRolVe141Wb7vzMmJ1fhnKxtqtiYBEiABEiABEiABEiABEiABEmicBKpErOYyT4d+8oi8tvswQRkAyIhCsVqYsWove6kzVsOixx4pxSEqocNgailWrYzVtwuycq3DZxo0YzUwPmbbtK5h7tVSZO9Vxge8UYlVHADn/MLDCPS1w/K/bFgq73TsKnuHli5ia/cHbl1h3BTeSl8jbfMCL/9cBf07W+pjxWpwyNJhovIfI0aXNHDqyOKXOfnSG203/l1e+fQw6Z2vD6vTrd0vE/Ii0RHTNShrslmnbT9WzowZ2+UQqk0q/5a/LWwv3w19v0qoqxu75libmtIJwS9aQhn2eAZQ8kRra/u/P4TjzD03S/tBzIu8Y2pzD4t5tirj+wWjJAESIAESIAESIAESIAESIAESaFgCVSNWgxp5lkzxZayGMswcYZdKrFqnhOey52zRYy1mQY1R6z0rI8xse7ez1fS+WpYCsKWuvS3WiNWo8YxYDWfh1a7GaliwhEoBeDP0sMX7EemKepSfqvyqkW/ulvGG/ejUzeiVLVbrhgl7LW8CbqZveUfL6EiABEiABEiABEiABEiABEiABEigdASqR6xq9pl1OExBxlnMCdFAmiRWRbcX4xAa0awnzZryLYrntPN8M/uU+9ABMxCqecHZNshqy5Kx2keOyW+3rcmkC8vf2PH+fUAuWzC4rKw/u1art7SC29YvVnEoV+GhOu690ZmApXv8y68nitXyWxNGZBFwDvTTjOPwL6xIjARIgARIgARIgARIgARIgARIgAQaB4EKFquNY4E4y8ZFgGK1ca13Rc7W+QVV7UoWVCQBBk0CJEACJEACJEACJEACJEACJEAChgDFKh8EEigjAhSrZbQYDIUESIAESIAESIAESIAESIAESIAESIAEYghQrPLxIIEyIkCxWkaLwVBIgARIgARIgARIgARIgARIgARIgARIgGKVzwAJVAYBitXKWCdGSQIkQAIkQAIkQAIkQAIkQAIkQAIkQALMWOUzQAJlRIBitYwWg6GQAAmQAAmQAAmQAAmQAAmQAAmQAAmQQAwBilU+HiRQRgQoVstoMRgKCZAACZAACZAACZAACZAACZAACZAACVCs8hkggcogQLFaGevEKEmABEiABEiABEiABEiABEiABEiABEiAGat8BkigjAhQrJbRYjAUEiABEiABEiABEiABEiABEiABEiABEoghQLHKx4MEyogAxWoZLQZDIQESIAESIAESIAESIAESIAESIAESIAGKVT4DJFAZBChWK2OdGCUJkAAJkAAJkAAJkAAJkAAJkAAJkAAJMGOVzwAJlBEBitUyWgyGQgIkQAIkQAIkQAIkQAIkQAIkQAIkQAIxBChW+XiQQBkRaGixWkYoGAoJkAAJkAAJkAAJkAAJkAAJkAAJkAAJlD2B9k33kq222qqoOJusW7duS9Y7N2/eLF999ZV88cUX0mPCkKy3sz0JVC2Bhhar+3Q4vGrZcmIkQAIk8P/YuxMwq6o73/s/oBs1Ld2+jSN0OlV1YzDpRHGAhMJEQRMVL4iiKBTiBcGItoCiGGQKk8QpAl5wQOCVgDMG4arYKmiUMgIapLW71W6qcjuUI7xGbIeywfdZezpr7zPUmesM33qe+zydqr3XXuuzdtU9/vjv/0YAAQQQQAABBBBAAAEEEPAFPvnkk5wxdn3xpghWc2ZkAATyI0Cwmh9HRkEAAQQQQAABBBBAAAEEEEAAAQRSCRCscn8gUGECBKsVtqEsBwEEEEAAAQQQQAABBBBAAAEESlKgIoLVkpRlUgi0o8BBBx2kzp07q2PHjkWbxb59+/Th/ndEK4CikXMhBBBAAAEEEEAAAQQQQAABBBBoR4GKCFbr6urakZBLI1BaAjt37hTBamntCbNBAAEEEEAAAQQQQAABBBBAAIHKEyBYrbw9ZUVVLkCwWuU3AMtHAAEEEEAAAQQQQAABBBBAAIGiCBCsFoWZiyBQPAGC1eJZcyUEEEAAAQQQQAABBBBAAAEEEKheAYLV6t17Vl6hAgSrFbqxLAsBBBBAAAEEEEAAAQQQQAABBEpKoK1gdd26dRo0aFDKOe/64k0d1vFoderUKau1ddizZ8/XmZ65f/9+tba26vPPPxc9VjPV4/hKFiBYreTdZW0IIIAAAggggAACCCCAAAIIIFAqAqmCVROq+l+pwlWC1VLZTeaBgCSCVW4DBBBAAAEEEEAAAQQQQAABBBBAoPACyYJVO1RtK1wlWC38PnEFBNIWIFhNm4oDEUAAAQQQQAABBBBAAAEEEEAAgawFEgWriULVVOEqwWrW/JyIQP4FCFbzb8qICCCAAAIIIIAAAggggAACCCCAQFSgrR6r6YgRrKajxDEIFEmAYLVI0FwGAQQQQAABBBBAAAEEEEAAAQSqWoBgtaq3n8VXogDBaiXuKmtCAAEEEEAAAQQQQAABBBBAAIFSEyBYLbUdYT4I5ChAsJojIKcjgAACCCCAAAIIIIAAAggggAACaQgQrKaBxCEIlJMAwWo57RZzRQABBBBAAAEEEEAAAQQQQACBchUgWC3XnWPeCCQRIFjl1kAAAQQQQAABBBBAAAEEEEAAAQQKL0CwWnhjroBAUQUIVovKzcUQQAABBBBAAAEEEEAAAQQQQKBKBfxgdfv27RkL9OzZ0zln1xdv6rCOR6tTp04Zj2FO6LBnz56vMz1z//79am1t1eeff666urpMT+d4BCpWgGC1YreWhSGAAAIIIIAAAggggAACCCCAQAkJVHmw+rLmzarXtIQbMleNM6eqTwltVv6m8p7uX3iU1nznXa0568iMh33vqSE6astj8efVNerri9MTc8b46NoEx7tza/j4PK0eu0bDu2U8vao/gWC16m8BABBAAAEEEEAAAQQQQAABBBBAoAgCBKuz6qWBX2vqCba2H+7lMVxtuV9Dljbp2jbDWjfsjZ9TPu+G7IPVl3/TQfU7E4WeXkidZrhqB6uhkPW1eeqwXkGonTyAzZ9HMa6Rv9m2PRLBattGHIEAAggggAACCCCAAAIIIIAAAgjkKkCwmiTEdKsyT2iHqtXSDVZdEyWtJHVCV6VXtZo0zIwEq7ne4NV4PsFqNe46a0YAAQQQQAABBBBAAAEEEEAAgWILEKymClbfHqJ3JwyX87C8U3HaoPAD8JGK1tAxc9U4UKp/sdYdw65YdcJDqwHBIau964RbE5zX+12tOW6jW+lqxlo/TXMHvqvaF82j8uFbZW5c1a3188jcz+vdqCFv17utAI5YFp6LOS2YT/gaGYXN0TVKctbjtR5IWLH6DxutubhVsf1fj7UMcKtlrTnZ1bFtXC/VufZc4o6LzNv8/NZDXT9/DwL7tu6RpPue31/7sg9WP3hcEwbM0eb66Xp60Tnqml+e4o+2fYFOGrNKGrlc28Yfm9/rF8xqtx4ff4bmNPbV9CcX6pzD8zttFWze+Zhn7mvfsegkjV4pjbh3mya6vcj5QgABBBBAAAEEEEAAAQQQqEABgtUUrQBiPUgTPebutQtQJBQNwj7vHD+k9IPVsbW6dWmDTgiCUPe414LQMVKx6od13rhu8BcOdFNXksbP3e+Ret4/LJbevFKyAk8p+SP9mQSr77W8pyO72f1bzbi3qtbrm5ppK4B3D701Ui0bdkt1PSecDVXaRs71+r3GX0OSF4b64WlcKwTn569p9dhr1bS0XtNCrRCse+QC6cqU+56/vy4Eq/mzzMtIBKvxjMUMVv1rpR1sE6zm5b5nEAQQQAABBBBAAAEEEECgCgQIVpO9vCoUkCV+PN8JB4Oq1vhjQj8PKlb7a2PKHqqJgtU1GuIFkgkft3fGjh0Tvm8Tzd3rsdrdBKvPBWP75yV7pD+TYNUdy+9VG5uRH1BmFazaFcSS3OpR+wVcia936fv2Prlzsc/15+IEq5Fr+EGz3/M2ziawd4PVaG/c2D1Qq2UF753rro1gtQr+cpf7Eks6WM0dl4rV3A0ZAQEEEEAAAQQQQAABBBAoBwGC1VQvr/pbv19o+BH90MZGHuMPBWummjFRKwAv2Is91m5XoBY7WL0y0t7AW12Cl1C1FazGQsT+2rjQtCuwX3IVXlc+gtXYPviBauLrJQpW7T3MZ7BqNXiIXcJqrRBuNZDHl6NZCyJYLYc/vVU+R4LVKr8BWD4CCCCAAAIIIIAAAgggUBkCBKtp9VhN54VSaVas2n1XvXsoZeVrpBq1GBWryW7ttl5elbo6M//BaqzqtMlppxCuFo1drz0rVgNLO2RPuO/5+4NSicHq7nUTdMbszU7Pyov/e5VuX7xMG/55r3RIrfpfNFnXj+qlrp2ihq1qWrdAc+5aqx0fSF1/MkZzp47WAatN/8sRWr5tokIdT/ft1VvPLtOy+57SS2/vVus3uurYUy/WuH8coV5Wj9GM55KsFUAW1xv6yQLd9KuHtfnb17v9Z5MFlPt2a+vq27V8w1a9btZiaA6pVY/j++risZfqzO90aeOGi38cPuN1myuYNT5xp25y9qBVnQ8/VoMvn66JP9qh6+w+uqke1/f8+s54WgsHeR13/fWt26ytzXsldVbX75yssy65VJee3kNdvHvBrxy1F+uM86OX3D6+pj3AuXu14PbZevh3x+h6p59sklYA/n6t3qyt/9Ikc1V9o6t6/KCXzhp5tUb8MNYNmIrV/P09YyQEEEAAAQQQQAABBBBAoJQFCFYzCFYT9c9M3oc10oPVbwXgvITK9ORco+Hd3FvDCUv3hHu1BiFhomA1xx6rft/QVD1Wo4+0+zdxXI/R4O621+s+9m57+ZWaObUCSNon1Q1Wk13PCVbz2WNVfiWz/1Iz04YheY/V2EvCUu17/v5MVHKwes7I0fqyy8m6fuSx6qJWtWxeoAnXPCyNWa7Vlx+rzhbjWysbNGpRq4YuXq6JP+wifbxDy295SZ8csFyr1kWD1d3aOPtyTX62s0bMvUVX9O2mzvtatHnhBE1Y30UT771LI77jju4HjGnPJWGwmvn1+v6krz46pL9mjD9HPQ7xFpowWN2tDdcM1LT/e5amz56oc77nhqite1v0+uppmnDvv6nX7PVaOCDVa8GSB6tpr3tfix6/7nzN2dZLk++aq6FmHiacfHSOlr3fTXtXrtJW/wVlmQSrrTu0ZPhobegxXbdcc5Z6dO0s7WtVy7Z7Ne265do7YKGW/6Kvgug40diBW1/1/ehQ9Z8Wc5ISBaut2nFXg0bf30Wjb5mrMSd1U2cT3n62W289u0TTZj8eugcJVvP394yREEAAAQQQQAABBBBAAIFSFiBYTRWsbnlMqd74br/l3tnk0Fvhz9PcOmnaniF6d8JwHRn0WJ0qRd9uL/uR8FifUGf84zZG+qfG9xE1lw7mmehui76tvq5Rjap3+5MesUwd1ocfYE85lumcanrLbnks/krWI+9hC3d+/d80L95yH9d3Xij10bX6+uI+7nje/+2GvlLjzKnq41/L+1n4MXpJdruCyBqj16t9zlzbmrJ1rn39uGtIsvc5eY/VNRou0+u2IdRaIe5cew6hfc/fn4lKDlb1g8lat2KovH+TMDGn9/b6oVrYOFl9/WT14w2afPo0vTRyuRrHW3Wp/7Jcg0YuUYvCwereZ6fpjF9sUC+7KtJsyb63tPzcBi3pOlmP3DtUtZ1iwWrac0kQrGZ7PX8Owd2SKFh9e7kGDV+iY+Zt0s1nRCtTm/TwyAt088dXaPW60eqR9LZLHqymu25/jWf9ulHTf2JH3nu14Rf9NO1ZSVkEq2bcfr/Yrenr7tQ5sRvBDY8bb9ap49dq6L2NmtgzEj7bL6/y3XSsJj+6XENrbIgEwerejZrWb7J2XL5a68ZE1Vq1+Vf1mvDombp501z17yIRrObv7xkjIYAAAggggAACCCCAAAKlLFDlwWphtyYUGBb2UoyOQCBQycFqr6nrdOe54TTNDbH6arrzGLfLsPvJCTpjxmYNXdSoyfV2qLdDS34yWss/s4PVFj08apBu/udIOOuJvrVikBoWS1fcv06jvxMLVtOdi+KC1eyu1+O6R7T6wtrwnZ5Jr9J9rdrb/JSmjZqjzaH1J/rlSR6spkY/N7oAACAASURBVLfuvdo4tZ8mPx0LG+2rmAC0fvzDWQWrbsXwVg399dOa/JNIcOwHoFeu1rpRXgCaqmL1e5P1yMqhCqsmaQWQiMmY7n5dy64Yp1XNsXuQYJU/yAgggAACCCCAAAIIIIBAdQgQrOZxn8PVjG6Pz9dM1elZR+bxKgyFQGqBSg5WTY/VoBLRY0gUrCYPtvzQzApWWzfr5voJevik6Vp31zlWNWw4pPV7fNq9RtOZS1ywmu317tqmiSdF9j5Fj9UdTzylDS8+pdffb1WL3xM0OD1Bj9nQ0Kl7rLa97h1acNJorYpUBgeXaHlc4wbNya4VwAcbNOH8adr8mZyerf1PP1Mn9z1GPWpr1b1rF/cRffsrVbA6/E5tu6ZX5ITkPVabNj+lx5/dpK3Nn+ij5re0+zP7VIJV/jYjgAACCCCAAAIIIIAAAtUmQLCa1x13w9TgwXr7UfW8XofBEEguQLCa6lHsBMFq8Fh46rsqb8FqHq+nRMFqy0bNGT9Zjzf7weNJOubbx6nHEYeq+/c6a+vUCzSnsZ2D1ei8M+mxarbpgx16/MFVenjDS3rrA+fVXO7XN7qq7/lXa+KYM1X7De97qYJVuz1AMEiCYPWzt7R8/Cgt2d7qvjDt9H6q+Xaden2zmw6tPUYfPVivcVbVNBWr/IVGAAEEEEAAAQQQQAABBKpDgGC1OvaZVVaRAMGq5D6+36L4CtcUwarf77ONeyXnitVMHt+3XpaVqFo3Plht1dZbTtW4h6S+Ux/VwkjbhFhP2kIHq14v139Jcp1cg1V7j1r3quXfd2jrts3a+OBabf6gVZ3PuFlPz+vvvsAqD8Fqy6OjNehXO1Q78k4tv7KXukSqYqNV0wSrVfQHl6UigAACCCCAAAIIIIBAVQsQrFb19rP4ShQgWHVfYmR6ePad/bQWDuhqbXOiwO8tLR/UoCUtI3TnKxPVKxKaNT3UoAtukSY/utp5yVHOwaryd734YDUWHCdai6xrL982UdZrvSK/Crm2AvAD3l6h3rfBRbwXbLWk8fKqlt+O06B5W+VWDMt7WVmSwHZfk1aNukAL7EA3D8GqG5T2SvjCLMnvJ0srgEr8e8qaEEAAAQQQQAABBBBAAIFUAgSr3B8IVJgAwap5PfxW3Xz6OD1cP1ebfnWmW7lovpof1ujzb9aOSO/Pt1ZcoIbFuzR08fOa/EPrZVf73tLycxu0pOtkrVsx1Om/mnuwaipq83O9RMHqhmvO0LTfJX5pVMu6CTp/9ma1Jut9Gvwu5BqsSvqX5Ro0cokOve4RLQ+9dKtVW399vsbd3xJ7eVXSvrP+POQFq129amTpipXrNPp70V9eLzjvFNuvfFSs7rirXqPvPTR4gZl91dbtC9QwZpWaRLBaYX9KWQ4CCCCAAAIIIIAAAggg0KYAwWqbRByAQHkJEKy6++WGiE3qP3uhZpxRq857d2j51Jv01H++paaWSMXjZzu0ZMzlWt56lqbPnqhzvtdFam3R5oUTNGF9N01/cKHOMalqnoJV5el6iXqs7n12ms74xQZ1v3Ch7rqmr7p2klr3tuj1h+Zo2u976LRvrNLDjbUaOmO6Rpx5rLpZOXLsTs9DsKpW7VjUoNErpaG/XqiJfbups/bqrUen6fJXpGN/t1mbg/YL5tjzNXrlARr667s0+SddpX17tWPlZC145iPteLspCFaN3YKR5sVY52j67Ct0Vo+u7gurWlu0Y/VNunxxi4beu1oTe3oL27tR0/pN1ob66Vp3+7Fq2vbX6lv7kiYMmKPN6fZYfXu5Lhi+RLt+MlkrZg1VD5PUf7Zbbz27RLMflHrVbtWqpz9S3ytv0cRz+2rvSlPhqgStKMrrbwmzRQABBBBAAAEEEEAAAQQQSC1AsModgkCFCRCsWvHgK8t10y2/0cbmveryg6GaOO0CaWGSlzft262tq2/XnQ9u1A7zQqRvdNWxp16scf84Qr0Ot8ZcN0FnzN6cMDSL9tp0ztq+QCeNWSVFQ7w8XC/hy6tM+LttlW6/6zfauH23WtVZXb9zss665FJdenoPHfAfqzThigXa2tpfc397s860OyUEy8xHsOoF0dYeOC9+umiyrh91gH7zw9FaZfe1NR4rbtLND25U08dSl5r+OmfsOF1xxOOqH7MqFqyaYfc2afNvl2nVhq16/W2zRjkvlepVf45GR/ZLatVb91+n8Xdt1u7PvMrXH2UYrJrc9j82aMldy/T4pibtlZlfL/UdNFpXN/RS190bNWfiND3+9gG6YsUmnbSJYLXC/qyyHAQQQAABBBBAAAEEEEAgoQDBKjcGAhUmUPbBaiH3Y99WLfjhOK06abrW3XWO82g/XwgggAACCCCAAAIIIIAAAggggEA2AgSr2ahxDgIlLECwKsl7OZIuX611Y3rEdsvr+6krV2vdKOv7JbyfTA0BBBBAAAEEEEAAAQQQQAABBEpTgGC1NPeFWSGQtQDBqqHbrQ3XDNS0bb00+d65GvqdLmpt2awF4yfoYfPippUTdew3sibmRAQQQAABBBBAAAEEEEAAAQQQQEAEq9wECFSYAMGqt6H7WrR58QItWOf27HR6cJ4+QhOvPMd9+RBfCCCAAAIIIIAAAggggAACCCCAQA4CBKs54HEqAqUoQLBairvCnBBAAAEEEEAAAQQQQAABBBBAoNIECFYrbUdZT9ULEKxW/S0AAAIIIIAAAggggAACCCCAAAIIFEGAYLUIyFwCgWIKEKwWU5trIYAAAggggAACCCCAAAIIIIBAtQpURLBarZvHuhFIJnDQQQepc+fO6tixY9GQ9u3bpw/3v6PvHt6naNfkQggggAACCCCAAAIIIIAAAggggEB7CVREsFpXV9deflwXgZITKOeK1ZaWlpLzZEIIIIAAAggggAACCCCAAAIIIFC5At26dct6cQSrWdNxIgKlKVDOwWrzn98qTVRmhQACCCCAAAIIIIAAAggggAACFSlQ8zc9sl4XwWrWdJyIQGkKEKyW5r4wKwQQQAABBBBAAAEEEEAAAQQQKD0BglVaAZTeXcmM2k2AYLXd6LkwAggggAACCCCAAAIIIIAAAgiUmQDBKsFqmd2yTLeQAgSrhdRlbAQQQAABBBBAAAEEEEAAAQQQqCQBglWC1Uq6n1lLjgIEqzkCcjoCCCCAAAIIIIAAAggggAACCFSNAMEqwWrV3OwstG0BgtW2jTgCAQQQQAABBBBAAAEEEEAAAQQQMAIEqwSr/CYgEAgQrHIzIIAAAggggAACCCCAAAIIIIAAAukJEKwSrKZ3p3BUVQgQrFbFNrNIBBBAAAEEEEAAAQQQQAABBBDIgwDBKsFqHm4jhqgUAYLVStlJ1oEAAggggAACCCCAAAIIIIAAAoUWIFglWC30Pcb4ZSRAsFpGm8VUEUAAAQQQQAABBBBAAAEEEECgXQUIVglW2/UG5OKlJUCwmv5+vH1Pg254SNKFv9Sjlx2d/okciQACCCCAAAIIIIAAAggggAACFSFAsEqwWhE3MovIj0DFBqsfPq8bL1qq1xIyDdCNzzXoO5kQ+uNlFaq+o5Wn/VLrlMV1gzn6Y8QmfcJ1i3XDmYfo4w23aMwt28Or6T1W984/VYc4342dO2jhao38vnto/Hk9Ne7B63TaYZnAeMcG3jmMkcVlOQUBBBBAAAEEEECgFAUSf/7M20zfWK3zJzyZuuDB/3wa+lyctxnIL7qwP1/nb3RGQgCBUhYgWCVYLeX7k7kVWaDyg9VwmBlUnWb6Act8eFvd3QorM9moXIPVj/XclCt15xbJ+eB2hB8a99S4Jb30yhUmQPYDzdixuvBajWu61TnP/wo++PkfRr3zTnzVC2czdbFCW/caBKuZ3BkciwACCCCAAAIIVKZAgYPVdNAKHKymMwWOQQCByhQgWCVYrcw7m1VlJVBtwar8QNEEiNdIS+KqWr0g1vkgtlXqvV2vmWCyd4Mu0Wrdt8ULDt/3/pXcVreqWYMA1/y8d0+dsGW7XtMAXX7hk7rLtBOwvvywM2mrgQQfCv1jT7i8QbprtV6zAtGgEjWYTySYNRWr0TFtl6DSNZNbyv/wTLCaiRrHIoAAAggggAAClSkQDlYH/ekWjXlB3mdid8X+01f201W+hfszBcUFgZH/+TaoWI0vJHDbdsl7Ysw7s/dYTaldqvmRz+H+HJzP1k3+Z3b3HPczulW04E/Cm0OoYjUofIjtJpWslXlnsyoEjADBah6C1Sfe/r0eeOM53fU/r9HBnQ9Keme999QQHbXlBDXOnKo+3H8IlKBAtQWrsYrVQfrZlnX6J+tDXSjYPHdX0Eog/KHKrhKN/8BlPpxdoaXeo/luSCu/N6vMM/YfSn5LgKwfn7eC0llj9aeZSzMPVuWP4Qah3/yt2z829gE305uVYDVTMY5HAAEEEEAAAQQqVyBBsOq0rhqgGx/srked4obw59Dok1mXXC7dd9d273H/WFDqHCevyKH30dKWdxIf44edvcfqtlO2apJ/fdMSLPI53P8sLFOs0LBLY0ybAbsowili6KlXrafIftTofn4etHCxuq82T5dFCzByaQNWuXcGK0OgEgQIVvMQrC597f/o7m3rdcyhf58yXC1asNpyv4YsbdK1bQa4L2verHpp4NeaekJhb+eXf9NBtx76rtacdWRhL8ToOQlUfrCaiMd8yOmt3zt9T2MVlqFKzyBY9T8QWUFk8Ph97MNSUEFqB6v+v6gHH9y8YDWoJM0mjLT+1dyuus20YlUK+kLZQtn/y3o2a8np1uVkBBBAAAEEEEAAgZIVSBKsOp+DD/MqURM96WR95v5lN935yyflhJ3RJ6r8itXT6qXnGhMfYz2hFQSrST6Hh4sMPgzej+A/bZao+CB5j9Vc24CV7KYyMQQQ8AQIVvMYrBrTVOFq0YLVtG/v4gWraU+JA9tVoPKD1WT/Uhz/MqhgI8wHLj9YDT7I5RCsBn1IcwtWQy+bioa2GQarsbE8n6DnasQr+hKwpD1YCVbb9ReZiyOAAAIIIIAAAiUlkDhYDT/iHw5WQ620/OIHRV5I638WtV9eZT1p5hD4xyQKVuOMElTNfj8WjGYWrEbbBlCxWlK3JJNBII8CBKt5DlZThavhYNWEmreqduAQrVnfoMecTZ1rtQl4T/cvPEoNH9u7bf38tXnqsH5a7IeHrNa7E4bLqQe1K1aTHueGqv4I5/V+V2uOWBYe04xljevM/6Nr1ah61e90L+2c51Shxs839jPJrlh1HdwV+19zg6rZ+HFiP8vjnc9QCQUIVpP0BI3ra9q+wWrsg2aS4DPLYDW+t1W2PVIJVvkTgwACCCCAAAIIIOALpBusDtaui8xTZO5X3GP1pi7B+7KfELvh757Q+eZxfesdB+aw0DEnbndbe9mtACLHR8d2n97KMFj1W3M5g5nP0v6aCFb5fUCgUgUIVgsQrJqbJVHlanywWq9pVnBpwsf6PX5A+p7eazlSR3aL3Xp+sPn1aU0asrRBJwRhpBuSvuaHnH6wOrZWt6Y6TlbF6pGmfUCDFASl5rpe+FrXqK8v7iM/EA2CTuc67jz6v9lB9Tut4Nf6mWkzEApWW97Tkd2slgBWEKyQgbxr0pe2WH+ACFb9vqKx5vih/k4pK1bT67F6+IZbvJ6rWfZYDapGE3w4i+vTav1LeYqXVwUVq9F/0bdaI2R2DxKsZubF0QgggAACCCCAQCULZB6shnqnqqfOG7hdj62P/6zuFAb4weoxkv4tyTGJglX/XQeRF7d+4L0TIVmw6lbBJumxGgSrboHCia/6n/0JViv5Dmdt1S1AsFqgYNXcVtfWX6iLvt8/uMMSBat2f1Pn528PiVWemjMTVpzWalmq3qhBUNlfG1P2UI0Gq2s0ZOwaDbfCXCfslRWshuYXO98JVr3j3AW7ladNP3b7t8b3WA1XzErnafXYNer/egKD6v4dLerqqzdYNe+RijxaZOSTPmIfftnTae97DfPt3bL+BTz8KJN/0AD5jxPZp/l9TUMvz7rs6NghwWP68bdG+GVZ1s9Dj+xbL7ty/hXeHJfgDafB20+zuQUJVrNR4xwEEEAAAQQQQKAyBdINVq9T+HP1AA268Emte8g80h972WxgFNcK4FINemhZUPHqHBd8DrZaf/Ueqym1SzXfjBt8xZ7UCvdLtXuknq3/9F5YFZzmfea3zxn0Jz9MNdcfoEF6Uuu2WP9tUZmbzKoQqFoBgtUCBauDetRrximXhG6sjIJVP1D1qkXNQNHg1Qk9vUfyQ20EIi+vSnpcgorV8AP63vTtitW0g9Xw71QsWG3yWhBEq1utUNerdvXnYrcUqNrf1CItvGKD1SL5cRkEEEAAAQQQQAABBBBAAAEEEKgeAYLVAgSriULVIBjd4j/WHv/iKDs4VYLq1eDnP27SUS/WhipbQ6GrH6wOlOpTHRcXrMZXrNq/CvEVtVlUrB63UUOWRq7jzNd8b7H0SKzK1b02L9gq5p8jgtVianMtBBBAAAEEEEAAAQQQQAABBBAoZwGC1TwHq8lC1ayC1S1yHo93Hs33qzhNT1YTrK5/LfYzEz/avUntYDXVcWn2WPXbFbQZrKbTY9UJVu1erv7LqkwrADdYbfhbt/WA8xXp1VrOv2zlMHeC1XLYJeaIAAIIIIAAAggggAACCCCAAAKlIECwmsdgNVWommmwal7tFHqE3wSqF0hXLm3QY3WNalS91QbAjB59tL5J186cKudlUEG7gMhxXh/Uho8l53H7I5apw/ppofsyeFFVglYE4WpSPyCNnW4/wh/qsRrqG2sFqh/PVaP3wi27JQGtAIr3p4JgtXjWXAkBBBBAAAEEEEAAAQQQQAABBMpbgGA1D8Hq7/74ura1vK1r+lxQ3ncDs696AYLVqr8FAEAAAQQQQAABBBBAAAEEEEAAgTQFCFbzEKymac1hCJS8AMFqyW8RE0QAAQQQQAABBBBAAAEEEEAAgRIRIFglWC2RW5FplIIAwWop7AJzQAABBBBAAAEEEEAAAQQQQACBchAgWCVYLYf7lDkWSYBgtUjQXAYBBBBAAAEEEEAAAQQQQAABBMpegGCVYLXsb2IWkD8BgtX8WTISAggggAACCCCAAAIIIIAAAghUtgDBKsFqZd/hrC4jAYLVjLg4GAEEEEAAAQQQQAABBBBAAAEEqliAYJVgtYpvf5YeFSBY5Z5AAAEEEEAAAQQQQAABBBBAAAEE0hMgWCVYTe9O4aiqECBYrYptZpEIIIAAAggggAACCCCAAAIIIJAHAYJVgtU83EYMUSkCBKuVspOsAwEEEEAAAQQQQAABBBBAAAEECi1AsEqwWuh7jPHLSKCcg1Uzd74QQAABBBBAAAEEEEAAAQQQQACBYgnU5ZArfvLJJ840t2/fnvF0e/bs6Zyz64s3dVjHo9WpU6eMxzAndNizZ8/XmZ65f/9+tba26vPPP1cuAJlel+MRKHWBcg5Wze80XwgggAACCCCAAAIIIIAAAggggECxBDp37pz1pQhWs6bjRARKU4BgtTT3hVkhgAACCCCAAAIIIIAAAggggEDpCRCs5lCyW3rbyYwQyE2AYDU3P85GAAEEEEAAAQQQQAABBBBAAIHqESBYJVitnrudlbYpQLDaJhEHIIAAAggggAACCCCAAAIIIIAAAo4AwSrBKr8KCAQCBKvcDAgggAACCCCAAAIIIIAAAggggEB6AlUfrKbHxFEIVI/AQQcd5PyLS8eOHYu26H379unD/e/ou4f3yfqavLwqazpORAABBBBAAAEEEEAAAQQQQACBLASqPlito2I1i9uGUypVgIrVSt1Z1oUAAggggAACCCCAAAIIIIAAAvkWIFglWM33PcV4ZSxAsFrGm8fUEUAAAQQQQAABBBBAAAEEEECgqAIEqwSrRb3huFhpCxCslvb+MDsEEEAAAQQQQAABBBDIQODzt3Tf3bfrod3SMSderRsH99CBGZzOoQgggEBbAgSrBKtt3SP8vIoECFaraLNZKgIIIIAAAggggAACFS3QqhfuPkWzdKuWny3dt/ha6dwXNLN354peNYtDAIHiChCsEqwW947jaiUtQLBa0tvD5BBAAAEEEEAAAQQQQCCBwBf/tkH3bN0Z+cle/eGfX9epV9yvS2qk5seGa/g7x+mibl0ix9XplKFn6rgDoEUAAQQyFyBYJVjN/K7hjIoVIFit2K1lYQgggAACCCCAAAIIVKzA+xvGa9SfBuj647tKH7+km9au0gveao84bLAm1krPb1urp/d73zxkhO4ffLIO0W49v/ZJffcfF2noERXLw8IQQKCAAgSrBKsFvL0YutwECFbLbceYLwIIIIAAAggggAACCJhg9WrN1P1ndpXeX6vhc+fo8VQsR0zXzmmDdYR26+G5s6SxBKvcRQggkJ0AwSrBanZ3DmdVpEA1BKtvLJ6kpgtu08DD39Ad9ZfpAXsnG+5R45XflxT+WZ+p63Xb2V0l7db6SQM1/+XYSbGfed/7YL0mDX5ep6411zDfe0N3TGrS8NsGyowQ+nKOnS9rOO/HfTQlOD8Pt5q5zk3SDYnmkIfh2x7CeG5Sv8arZHTz/1Xo8fM/42KM+Mbiem06uVFXHZeHq71+h+pf6uf9fuRhPIZAIM8C5j+o657YHBp15phXNTkf939Gc92hm696TqfccbV+mNF5kYNfv11/tb7W+4/+DAcy5967KnbS8Sv0X6OPzXCQ/Bz+yvIT1f8PI7QxV4/8TIdREECgggVCweqXO7Toll9pw5fJF3zI936h5cOO1YEEqxV8V7A0BIojQLBKsFqcO42rlIVAxQeroXAoWRjnhqfNI71AygpK67dO0sCNp2q9H1B6wWjNneZYO4wNB6O7n5ikG3WDF85at4JzfrNGFSxw9K5FsFoWv39MEgEEshRwKpM2avA0q9rICRfVDoFersGqOX+UZhmKoJoqfRc3YJZWWBbO97b1zy6kTf/SCY50LXT8KunE9gi5c5o8JyOAQJkJhILVjOZOxWpGXByMAAJxAgSrBKv8WiAQCFR2sGoC0xul671K0mRhY4Lvm8q/FTXrdYNujASkkRDWkTQB6wrVhCpOk4S4bQarkfPsYNib56l18zV/taQ+U2KBb6SydtjUKWre6Fas6olJGjjPr5Edpnv8UDcynqnENesdOE/h6lkzh3FWna91XadCsmaKmue5VbjDnMDZrvJ1r6fF9brMzNn7co+TFBo7ddWuuZY/Rp+pU1Qzr1n91tZoRagC2Fpf6PfcdVXDA3ogamc77Jyi9SObNdBeb1DV7A4YzKPPMA1Ts2qc+8sdv2Zqs+bPq3HWfFSu7va1zIUj7oFndD9MxepRkcpo+15JeR9ZaFSs8v9TlLKAE6w2aUKoKtIKOCMVnOec/U/Oo6KvLB+vP3ar1agnTHWnqao8TS+YUDMUaFpBpzEIPTr6M41633yzrxdkmv849753xChN0t/p+93maFSL+7ipIlW1QUVtovmb7y2VbnceU03zK1HA7Jzqzqt54Ks65VV/zU1aMW2Mmufa1bV+uDBGzUufk7RKs5z1Sb6ZlMxDMtWpC7u5tuYrCDmOWqm/evW0dquaTVOPwxBAoMwFMgpW/T6rHf2/kbQCKPPtZ/oItKsAwSrBarvegFy8tAQqOliNhpjRgFDJQrhYeDr8T9HK03SD1UTHSco1WB08X261rDv+8/3dlgVO2GdCQaey1gs2NUXrr5dutFoCOMfJa3/gVd/KaXvwrtsmoeEera9ZEavSDVXouh9Ek17X8ZUX3MYCYjdgdMNGpy1AUBE8Ss2DY4G0qfINVQdbvyrOz6wx3HDzp/qpntGnQdsGL/T01xf6VXOri5u9YxM5OK5eIOkax683NA9nvc1eCB0e31ljLu7m0qFgM+buht8xT/8fAfz7YNPJ90jjYms1QyVdb+Q+CpERrJbWH2tmEy9g9dOLhYDmMDcIlN8WwAofv/XEiervhZ5HOOGrCRsXyXzfDwidR9nlP0rvBpRrT/on3a5ZqmsZ44SF4YpQP9B1Q9pE13VejtJWRW22wWobYWx4PdHqWitYnZvcLBaexjz8MDW2MXYFWK5VvNzwCCCAQNsCaQer+3fp6f89QTfpCj0wvj89Vtum5QgEEGhDgGCVYJVfEgQCgYoOVk0wtLImVtUZ+d+hsCkQsUJJr9oz/Eh/usGqG2aZqle3V6v3laTHaqxvaxsVq1YbAbvdQNy1omv3rx+tgLXGC8bo1RgLBRMEwdEgL7ZGe+6RYLV5lNWr06/wvUG6yWrBkOL30gk07TGceW3TwfpUJ1mVwnHHBWOGq4pDx9lrbGO94fHtMRNVLVsLytQ9gYW/306wGvKMHez2WDXBariCOul6TVSerG0FwSr/P0UZCQT9Vp3q0jrd5z9aH6zBrTA1AeoL/iPqVpBpKkv9F6C4PULDi3eD213eI/vR/qF2sGpVgyZ8kUqK3qMpgtVYP1m/UtabX9w54epSM+8JLT+LrdkJnZNUrCasZI2Y2VWpXpVqIBWZi3EMrMvoXmKqCCBQPgJpBaufv6VFt/wvTfmwu35+/kL9+pTuXlU/Favls9PMFIHSEyBYJVgtvbuSGbWbQFUFq1HlSIjmViO+LFmPfseHTvkIVlP1WG27FYD/QqqUwWq0vYEd6PrrS1BV6bz4yFRt+tWWbQTB4ZclZRqsui0a7Ef8gxYBkb2KD0zNtR7RR3pGz0T3NfLovvvjsGtc0Bhab3h/7CA5PA+71USq1g/ey8oycbfXZFVaB+0acg1WrWpagtV2+/PLhXMQcIJGr3o0NoxdfXmvauz+q95BobAvRbBqP94eP00vvAxaBKQKVqPtClIsOtuK1WivWT9z9cLiYgWriV4mpnZ8iVYOtxenIoBAmQiEgtWvdunhRUv0+aBf6JKju7gr2LNZs24Zr5s/7ayhZz+qFWeaUNV80WO1TLaYaSJQsgIEqwSrJXtzMrHiCxCsuiGa2wM0vjVAONxw6wAAIABJREFUewerSQPASKVhXMWqF5qO6/+8Rpqw2O+xmaBnqx/UBiFpXLCaPAjOR7Aa3PUp2iQkD1bDFavJf4PaqFjNc7AahPTZutv9Vb1ANq8VqwSrxf9jyxXzKuCGeLXhF1UFj/ybPqKRx9q9x+Wb7SrKVBWroVYAblWT3S5AoR6pqYJV6wVbphVAqr6j2QSrXgVp9OVVbtuBVU6f1Phg1Qqdg3YICcy8wDa0bq93q2mNEG4FkODR/4R9cPN6GzAYAghUuUAoWP18h26ePUqzPu2iS05boZk/2KpZi2/SfV911im979ZjFx+rAwMvgtUqv3VYPgI5CxCsEqzmfBMxQOUIVHSwGgnqoo/+B//7giZNsh6Jt3c3ru9nXM9Rc3Six8Bz6bF6mWS/BKrO6omaJBAL91j1qkB3TtFKE6xuPDXcezXJeMmDVb+va/xa0w5WE/VYXXaqnr/UCm1DPVrDv2PRHqvu/z440mM1ibkzVBs9ViMVumn1WA16xcZeXtXP6yMbvm+89hKZuEf7olrzz0uPVYLVyvkjXsUrSf7Iflevn6l5QZX5ij0+n07FavRlTcle4hS8iMoLG0dplCa9/5XOtl6oFa7itNoA5OvlVf7+R17W5byYa4y08N2RkWDV7/Xq2RwxQjPVpJqx7kutdPwqzfLaIGT08qokL6uKvtyqim9Xlo4AAgUQiGsF8O5ajfrVHD3sv6hK0g+PX6EnR9uhqpkIwWoBtoMhEagqAYLVrIPVlzVvVr008GtNPaEE7pnX5qnDeqlx5lT1KYHpMIXyFKjoYNV70VLzyPCLiOab19ebL7ua0H4LvP9j50VHcl7WFJxjTrNeluQemiBYTVZ92ebLq7yXFnnzGdYwTA+on9ufNPLofria1gvvvLX1aRgm7azRDbfVqzGYfx9NufNUPT/OC0rtylQvyItrBWCWF3npl73+5MGqPx+3CtitCI79jviP/AeVnd6PkrUCcJTtMRqGadhqqd/aGq0Y7D1qbw5K2AbA36NNUsMDesDMw99786No24ToS84iYwbz6DNMw9Ssmuvjg1X/JV/ufZOluxemPuDYDNM9d0qXeS/Lqn3E8rTWEgrHbZcU66UVQHn+7WbWCORXgJdN5deT0RBAoBgCiXqsfvH67Rpw7yq9Iqnm7+fpiUlnqqZjdDYEq8XYH66BQCULEKwWMlhtuV9Dljbp2jbDzvd0/8KjtOY772rNWUdmd78RrGbnxlkhgcoOVqNvVi/e5icNq4o3Ba4UEkjSAzVTJTuETSckz3R8jkcAAQTaRYBgtV3YuSgCCOQkkOzlVX/+/U0a9kIPLblucIJQ1VySYDUneE5GAAERrBYyWE37BiNYTZuKAwsqUPHBqlPpOElNF7gvSirO1xu6Y1KTht82UF2Lc0Gu0qZAnoLVSOVsqgrbNqfEAQgggAACCCCAAAJZCyQLVp0BTTuAuEpV/1IEq1mjcyICCDgCBKuFDFbtilXn/27QY8GNN9d7bN8NVRs+9n5Q16ivL5bTZmCafZMeslrvThguv5715d90UP1O/4C5ahwo1TutAC5Vkz2ed8jcoGVB5HqSYj/jt6LaBaohWK32PWb9CCCAAAIIIIAAAghUmkDKYDXlYglWK+1eYD0IFFuAYLUowWp/bZxVr9d6+4/6e+Hm35oQ1XREjVSstryn97odGYSo5qYwQeqth7rnv/fUEB21RVo9do2Gd3N+6gWxc3VP3TRdttMPbd3byT6+9rkOqt8TC2ndn51Ab9Zi/+aV6PUIVkt0Y5gWAggggAACCCCAAAIIJBUIvyAwU6jYiw0zPZPjEUAAAYLVogSrbhVp8h6qiVsBuKFnrMZVTjVrHzcofXtIqIJVXo9VJ1iVH9h6N7hTLbtGQ8auUf/XE5zL7wECngDBKrcCAggggAACCCCAAAIIlJ3A/lb9+dMvs5t2xwP0Nwd3zu5czkIAgaoXIFgtSrA6VU5daigoPc+qOA0Hq/5x5wUVrm7Far0XmOYSrDoVrpG2BPZ1qv43osoBCFar/AZg+QgggAACCCCAAAIIIIAAAgggkLYAwWoxgtWxtbp1aZOunekGrM6XV2Ha6HwvHKzaIap/eH6C1cXSI0ep6cdfa+oJwchOGwEFPVjTvnc4sAIFCFYrcFNZEgIIIIAAAggggAACCCCAAAIIFESAYLVowWqDTrDCy3Bv0wTBqt0n1QlhpynUCiDUY9V/IVVbPVbdYLUh6O0aq16151aQO41By0KAYLUstolJIoAAAggggAACCCCAAAIIIIBACQgQrOYYrE5LtImHeC+Hch65dytVa6P9UmW3AvAe9d8pLzyt1f0Lj1LDx97gprfqP2x0wlX/sX2ngtUc73ydp9UDh2jNenMtt59rcK53xFw/1I20AXDOtloOlMA9yRTaUYBgtR3xuTQCCCCAAAIIIIAAAggggAACCJSVAMFq1sFqWe0zk0UgLQGC1bSYOAgBBBBAAAEEEEAAAQQQQAABBBAQwSrBKr8GCAQCBKvcDAgggAACCCCAAAIIIIAAAggggEB6AgSrBKvp3SkcVRUCBKtVsc0sEgEEEEAAAQQQQAABBBBAAAEE8iBAsEqwmofbiCEqRYBgtVJ2knUggAACCCCAAAIIIIAAAggggEChBQhWCVYLfY8xfhkJEKyW0WYxVQQQQAABBBBAAAEEEEAAAQQQaFcBglWC1Xa9Abl4aQkQrJbWfjAbBBBAAAEEEEAAAQQQQAABBBAoXQGCVYLV0r07mVnRBQhWi07OBRFAAAEEEEAAAQQQQAABBBBAoEwFCFYJVsv01mXahRAo52DVzJ0vBBBAAAEEEEAAAQQQQAABBBBAoFgCdTnkip988okzze3bt2c83Z49ezrn7PriTR3W8Wh16tQp4zHMCR327NnzdaZn7t+/X62trfr888+VC0Cm1+V4BEpdoJyD1VK3ZX4IIIAAAggggAACCCCAAAIIIICAL0Cwyr2AQIUJEKxW2IayHAQQQAABBBBAAAEEEEAAAQQQKEkBgtWS3BYmhUD2AgSr2dtxJgIIIIAAAggggAACCCCAAAIIIJCuAMFqulIch0CZCBCslslGMU0EEEAAAQQQQAABBBBAAAEEEChrAYLVst4+Jo9AvADBKncFAggggAACCCCAAAIIIIAAAgggUHgBgtXCG3MFBIoqQLBaVG4uhgACCCCAAAIIIIAAAggggAACVSpAsFqlG8+yK1eAYLVy95aVIYAAAggggAACCCCAAAIIIIBA6QhURLBaOpzMBIHSEDjooIPUuXNndezYsWgT2rdvnz7c/46+e3ifol2TCyGAAAIIIIAAAggggAACCCCAAALtJVARwWpdXV17+XFdBEpOgIrVktsSJoQAAggggAACCCCAAALZCnz2r1qx+DY9sFs6ptck3Tzkuzow27E4DwEEEMizAMFqnkEZDoH2FiBYbe8d4PoIIIAAAggggAACCCCQH4EvtWlxX83Q7frNIGn5gqulCzZr9o8OyM/wjIIAAgjkKECwmiMgpyNQagIEq6W2I8wHAQQQQAABBBBAAAEE2hL44l+f1J2//4/IYXv1hx3b1e+qhzWqTmp+ZKgueKunhnfvEjnuf6jf8AHqSd7aFjM/RwCBPAsQrOYZlOEQaG8BgtX23gGujwACCCCAAAIIIIAAApkKvPfEFRr5n/9TU07sKv1/L2r+mvu0yRvkyMPP0zV10qYtj+mp/d43/59L9PCQH+sQ7damNf9H3524RMOOzPSqHI8AAgjkJkCwmpsfZyNQcgIEqyW3JUwIAQQQQAABBBBAAAEE2hAwwep4zdbDZx8qvfeYhs6cqd+mOufIWfrPWefpSH2kB2bOkMYRrHKTIYBA8QUIVotvzhURKKhANQSrOxZNUNNFC3XO4Tu04KTRWmWLjlyubeOPlRT+Wd8ZT2vhoK6Sduvx8WdoTmPspNjPvO998LgmDNio/k+aa5jv7dCC8U26eNE5MiOEvpxj52hz3K721fTg/DxsubnOXGlGojnkYfi2hzCeG9V/20QZ3fx/FXr8/M+4GCPuWHSSNv5kmyb2zMPVti/QSb/r7/1+5GE8hkAgKwHzH7/9NPI9++RL9OLd1+pHWY2Xw0nmP9rvlBY5/1Gew9cfbtVfrq3z/uM+s3F+f88P9ONXY+fMvvyfNeX4zMbI19HuXBLvhfnZr7tvcsMOvhBAAIECCYSC1S9f1+03ztNTXya/2CHfn6qVI47TgQSrBdoRhkUAgXQECFbTUeIYBMpIoOKD1VA4lCyMc8PTptFeIGUFpSf/foLOeLa/nvYDSi8Yrb3XHGuHseFgdPe6CZqtGV44a90QzvlNurRggaN3LYLVMvotZKoIIJBMwPxH8ze3nB4KIZ1AT6v01WXHFRcu52D1dc3/+QjNMLMOqqbSXYIXMMuvtjLnud/7be/2CDDNWp6RTrxP6mWFuyY0vus+Z1HnDmqPeaXryXEIIFAJAqFgNaMFUbGaERcHI4BAXgUIVvPKyWAItL9AZQerJjCdLU3zKkmThY0Jvm8q/5bVPK0Zmh0JSCMhrLOFJmBdptpQxWmSELfNYDVynh0Me/Ps/+05mrNSUv30WOAbqawdMWO6mp51K1a1boLOmO3XyI7Qcj/UjYxnKnHNes+YrXD1rJnDGKvO17quUyFZM11Ns90q3BFO4GxX+brX06KTNNrM2ftyj5MUGjt11a65lj9G3xnTVTu7Sf2frNWyUAWwtb7Qr5frqpGrtCpqZzv8+3Q9PbpJZ9jrDaqa3QGDedSP0Ag1qda5v9zxa2c0ac7sWmfN3XN1t69lLhxxDzyj+2EqVrtFKqPteyXlfWShUbHa/n+gmYGcYHXXz8Mhqgnvtv7U/Z4V5MXCvF2aP/M/VNN9pkaa6s4TV+mrXs84gV847LOCTnNyEHba3/crMq3v/cMYnXvgN3Xurpka2d0EvN0jVbVWFafzaOpOXWNX2GYR0CYKmJ3bwxpf91yhpu51Grlup1Zedbp++4hdXesGof3u/qk2zXxG0n2a4VUBByYJLd2K02gFahBmdPt/Y3th3a/Zhx3c9AgggED6Ahn9rfH7rHY04xOspq/MkQggkG8BgtV8izIeAu0sUNHBajTEjAaEShbCxcLTi/9vtPI03WA10XGScg1WB8yRWy3rjr/xdLdlgRP2mVDQqaz1gk1N19PTpNlWSwDnOHntD7zqWzltD3a5bRJGLtfTNctiVbqhCl1zs6a4ruMrL7iNBcRuwOiGjU5bgKAi+FI1DYgF0qbKN1QdbP1uOD+zxnDDzTN0hp7Wp0HbBi/09NcX+t1yq4ubvGMTOTiuXiDpGsevNzQPZ71NXggdHt9ZYy7u5tKhYDPm7obfMU//HwH8+2DjT5ZLY2JrNUMlXW/kPgqREay2819nLu8LOKHiuhcl/VgrZ9n98NywU/7j8E7I+KzOnfVzNc8coT94FZNOhesuU+n5P7Ti53erxhsjXPkaq/68Zle/4DH20DF+IDpOGu9cx51LNPRss6I2y2A16COY5NZIONegbYEVrCY1i9m4gW1sjeFL2oGEP264NUNGYQe3OgIIIJClQNp/a/bv0lMLrtCNukqPXHM6PVaz9OY0BBDIjwDBan4cGQWBkhGo6GDVBEPLa2NVnZH/HQqbgh2xQkmv2jP8SH+6waobZpmqV7dXq/eVpMdqrG9rGxWrVhsBu91A3LWia/evH62AtcYLxvjRS7FQMEEQHA3yYmu05x4JVpsvtXp1+hW+M6S5VguGFL8VTqBpj+HMa4sO1qfqbVUKxx0XjBmuKg4dZ6+xjfWGx7fHTFS1bC0oU/cEFv5+O8FqyDN2sNtj1QSr4QrqpOs1UXmythUEqyXzd5qJ+AKxfqtuleWu2KP1AZIJX02waqoz3bAv9h/eCr2sJNqv1AzhjHvi79wXoEQf17eDVavXaiz4tXbKVMkma1WQIliNzSncuzQuPAhVl7qBc+26H2iT/1h+3DXsYDVmE6vaCpulrOaKjG3mHFzXI0g77ODmRgABBHIQSOtvzWf/qtvnX6zJH3TXuIuWaFG/7lSs5mDOqQggkLsAwWruhoyAQEkJVFWwGpWPhGhuNeJmyXr0Oz50ykewmqrHatutAPwXUqUMVqPtDexA119fgqpK58VHpmrTr7ZsIwgOvywp02DVbdFgP+IftAiI7FV8YGqu9ZA+1NN6OrqvkUf33R+HXeOCxtB6w/tjB8nheditJlK1fvBeVpaJu70mq9I6aNeQa7BqVdMSrJbUn2QmExJwg9TmwZEXNAXBXrgCNXZquIoyVbCa8gVL/hum/ZA0VbAabVeQaiezrFiN9pp1LxGrHi1WsJpOkJxW2MHdjgACCOQoEPpb89UuPfDrRfpi8DSN6tHFHXn3i5px4xWa/+kBGjboca0824Sq4b+d5skDvhBAAIFiChCsFlObayFQBAGCVTdEc3uAxrcGaO9gNWkAGKk0jKtY9ULTq07fqItMWOz32EzQs9UPaoOQNC5YTR4E5yNYDW7zFG0Skger4YrV5L8ybVSs5jlYDUL6bN3t/qpeIJvXilWC1SL8deUSuQt4FapOH9PYi6pij96bYDXSCsCpJDXfT7NiNXgJlh9QzpbutMJcUxm6ts59eVaqYNV6wVaiCs6QRRbBqv+iqpGhl1e5vU9//GqSilWrt6sbhtbpRdNjNadWAAke/U/QR5ZgNfe7nxEQQKBtgdDfms9e1/zpIzTj0y4a9bNVmn3cK5qx4Eat+OoA9fvRMq0bdZwODIakx2rbuhyBAAKFEiBYLZQs4yLQTgIVHaxGgrroo//B/76oSROsR+LtrYjr+xnXc9Qcnegx8Fx6rI6W7JdAfdvqiZokEAv3WPWqQP99uh40weqz/cO9V5OMlzxY9fu6xq817WA1UY/Vlf21caQV2oZ6tIZ/IaI9Vt3/fXCkx2oSc2eoNnqsRip00+qxGvSKjb28qr/XRzZ833jtJTJxj/ZFteaflx6rBKvt9BeXy2YuEHnBlDOA1Ws1wSPxw45Mr2JVCo8dvMTJr1SNXss/3ry8avc3tSjoXxprUeCcYrcByNPLq3y3uPYFJ67Si7pbTYMirQC8Fghub1ozp0s0+1W5L6/6+TPSifdphnmxl9/+4OxDk7wILPLyqiQvq0r6ciszLl8IIIBAgQTi/hGn5TGNnDNTD/gvqpL0oxNX6ZnL7FDVTIZgtUBbwrAIIJCGAMFqGkgcgkA5CVR0sOq9aKlpdPhFRHMavR2yqwntt8B7P3b7nsp5SVRwjqRYP1R/pxMEq8mqL9t8eZX30iJvPiNGjtAq9Xf7k0Ye3Q9X03rhnbe2viNHSP9eqxmLTtZLwfz7avq9/bVxjBeU2pWpXpAX1wrALDHy0i97/cmDVX8+bhWwWxEc+83wH/kPKju9HyVrBWB+bLcM0MgRGrFS6v9krZYN8B61NwclbAPgnK0FJ22URq7SKjMPf+/Nj6JtE6IvOYuMGcyjfoRGqEm10+KDVf8lX+59k6W7F6aucmxGaPm90mjvZVm1D1qe1lpC4bjtkmK9tAIop7/YzBWBXAUSv2wq11E5HwEEEGgPgUTV8V/84Vb99K779HtJNd+6Sc/8YoBqOkZnR7DaHvvFNRFAwBUgWOVOQKDCBCo7WI2+Wb14m5c0rCreFLhSSCBJD9RMlewQNp2QPNPxOR4BBBAoqADBakF5GRwBBIoqkKztyMeNN2roxmN0zw3nJQhVzRQJVou6UVwMAQRCAlUerL6sebPqpYFfa+oJkTvjtXnqsP41rR67RsO7cdcgUD4CFR+sOpWOE9R0kfuipOJ87dCC8U26eNE56lqcC3KVNgXyFKxGKmdTVdi2OSUOQAABBBBAAAEEEMhaIGU/Z9MOIK5S1b8UwWrW6JyIAAI5CxCsllSwaoLeW1VLmJvzjV3NA1RDsFrN+8vaEUAAAQQQQAABBBCoRIHsX5RHsFqJ9wNrQqBcBAhWSypYLZfbhnmWsgDBainvDnNDAAEEEEAAAQQQQACBRAImWA1e0pcxkfUixIzP5QQEEEAgewGC1XSD1Zb7NWRpgx4LWc9V48yp6uN8z6s2HThEa9Y3SL3f1ZojlqnD+mmhM84z3z/rSPeM33TQrYc2asjb9WrQar07oVbL/IpVtXW97DedMytbgGC1sveX1SGAAAIIIIAAAgggUJEC+7/Ux5+2Zre0jp11yMEHZHcuZyGAAAI5CBCszqpXOPq0Nc/zeqy6vVin1TXq64vdGFV6T/cvPMoLRIfrSCdYrde0Q0xAav639F7Lezqymxuiul/hR/1NsFq/07+G/fNr1bS0revlsOucWtECBKsVvb0sDgEEEEAAAQQQQAABBBBAAAEESkSAYDWtitXEL7l676khOurtIV6QmuxFWF4A+3Fsx+d6L8tyglXZYa0fvLrBavSlWuHrlcgdxDRKToBgteS2hAkhgAACCCCAAAIIIIAAAggggEAFChCsFixY9QPVaEVqLDAlWK3A36gSWBLBaglsAlNAAAEEEEAAAQQQQAABBBBAAIGKFyBYLViwmqiCNfw9gtWK//1qlwUSrLYLOxdFAAEEEEAAAQQQQAABBBBAAIEqEyBYzSBYTafHauzx/fi+rG5PVSndVgCpr1dldyrLTVuAYDVtKg5EAAEEEEAAAQQQQAABBBBAAAEEshYgWE0rWJXUcr+GLG3QYyHquWqcOVXu66wSVKhGzjGBav83Yy+sqn0uWY/VNRqutq6X9Z5zYoULEKxW+AazPAQQQAABBBBAAAEEEEAAAQQQKAmBKg9WS2IPmAQCeRUgWM0rJ4MhgAACCCCAAAIIIIAAAggggAACCQUIVrkxEKgwAYLVCttQloMAAggggAACCCCAAAIIIIAAAiUpQLBaktvCpBDIXoBgNXs7zkQAAQQQQAABBBBAAAEEEEAAAQTSFSBYTVeK4xAoEwGC1TLZKKaJAAIIIIAAAggggAACCCCAAAJlLUCwWtbbx+QRiBcgWOWuQAABBBBAAAEEEEAAAQQQQAABBAovQLBaeGOugEBRBco5WDVz5wsBBBBAAAEEEEAAAQQQQAABBBAolkBdXV3WlyJYzZqOExEoTYFyDlZbW1tLE5VZIYAAAggggAACCCCAAAIIIIBARQp07tw563URrGZNx4kIlKYAwWpp7guzQgABBBBAAAEEEEAAAQQQQACB0hMgWM2hZLf0tpMZIZCbAMFqbn6cjQACCCCAAAIIIIAAAggggAAC1SNAsEqwWj13OyttU4BgtU0iDkAAAQQQQAABBBBAAAEEEEAAAQQcAYJVglV+FRAIBAhWuRkQQAABBBBAAAEEEEAAAQQQQACB9AQIVglW07tTOKoqBAhWq2KbWSQCCCCAAAIIIIAAAggggAACCORBoKqD1S+++ELf+ta31LFjxzxQMgQC5S2wf/9+/fGPf9SBBx7olLIX8/di3759+nD/O/ru4X2yRmxtbc36XE5EAAEEEEAAAQQQQAABBBBAAAEEMhWo6mDVBEldunTRX//1X2fqxvEIVJzAJ598or179zqBKsFqxW0vC0IAAQQQQAABBBBAAAEEEEAAgTwLVG2w+tVXX+kv/uIvnCCpa9euOvjgg4taoZfnfWQ4BLIWMP/A8Omnn2r37t3OPzT893//t/7yL/+yqL8PVKxmvX2ciAACCCCAAAIIIIAAAskEPn9L9919ux7aLR1z4tW6cXAPHYgWAgggkEeBqgxWv/766yA8MoHOl19+KfMYsfk+XwhUm0CHDh2cCtUDDjhAnTp1kv+PDub7xfoiWC2WNNdBAAEEEEAAAQQQQKBaBFr1wt2naJZu1fKzpfsWXyud+4Jm9u5cLQCsEwEEiiBQtcGqqdLz/x+BahHuNC5R8gImSDVtAPz/R7Ba8lvGBBFAAAEEEEAAAQQQQEDSF/+2Qfds3Rmx2Ks//PPrOvWK+3VJjdT82HANf+c4XdStS+S4Op0y9EwddwCUCCCAQOYCVRmsGiY/TCVUzfym4YzKFfDD1GKGqkaTitXKvadYGQIIIIAAAggggAAChRZ4f8N4jfrTAF1/fFfp45d009pVesG76BGHDdbEWun5bWv19H7vm4eM0P2DT9Yh2q3n1z6p7/7jIg09otCzZHwEEKhEgaoNVitxM1kTAuUqQLBarjvHvBFAAAEEEEAAAQQQaH8BE6xerZm6/8yu0vtrNXzuHD2ealpHTNfOaYN1hHbr4bmzpLEEq+2/i8wAgfIUIFgtz31j1ghUlEAxg9U3Fk9S0wW3aeDhb+iO+sv0gC3ZcI8ar/y+pPDP+kxdr9vO7ippt9ZPGqj5L8dOiv3M+94H6zVp8PM6da25hvneG7pjUpOG3zZQZoTQl3PsfFnDeT/uoynB+XnYanOdm6QbEs0hD8O3PYTx3KR+jVfJ6Ob/q9Dj53/GxRjxjcX12nRyo646Lg9Xe/0O1b/Uz/v9yMN4DIFAVgLmP35/plHv2yeP0MY7rtYPsxovh5PMf7QvlW53/qM8h6/Xb9dfra/1/uM+s3FeWX6i+v8hds7MMa9qcj5+3zObhnO0O5foXuzQzVeN0ixvvPacXxZL4hQEECgzgVCw+uUOLbrlV9rwZfJFHPK9X2j5sGN1IMFqme0000Wg9AQIVktvT5gRAlUnULRgNRQOJQvj3PC0eaQXSFlBaf3WSRq48VSt9wNKLxitudMca4ex4WB09xOTdKNu8MJZa3ud85s1qmCBo3ctgtWq+51iwQhUooD5j+a6bf1DIaQT6GmF/mv0scVdcs7BqhU6BlVT6S7BC5jlV1uZ89zvrT3pn9xqraJ+mbU8Jx2/SjrRD3fd+TQP9P63Uz3WpAntEYIX1YKLIYBAewmEgtWMJkHFakZcHIwAAnECBKvcFAgg0O4CxQlWTWB6o3S9V0maLGxM8H1T+beiZr1u0I2RgDQSwjqSJmBdoZpQxWmSELfNYDVynh0Me/M8tW6+5q+W1GfSU/HgAAAgAElEQVRKLPCNVNYOmzpFzRvdilU9MUkD5/k1ssN0jx/qRsYzlbhmvQPnKVw9a+Ywzqrzta7rVEjWTFHzPLcKd5gTONtVvu71tLhel5k5e1/ucZJCY6eu2jXX8sfoM3WKauY1q9/aGq0IVQBb6wvd5a6rGh7QA1E722HnFK0f2ayB9nqDqmZ3wGAefYZpmJpV49xf7vg1U5s1f16Ns+ajcnW3r2UuHHEPPKP7YSpWj4pURtv3Ssr7yEKjYrXd/04yAckJVlvGhENUU/H56mnu98z/fe+qgOqcs03IuEs3z92pmm5zNMpUdx6/Qv914nPOce7P/RAyXF2pIOy0v+9XZFrf++4onXPg32lwyxyN6mYC3u6RqlqrijNRuJhFQJsoYHYWbY2v5eP1x261GvVEk1aM66+1j9nVtW4Qesodp+mFuc9JWqVZXhVwYJLQ0rUyYfbCbjG7IMw4amVsL+Rfw68mJrjgdxgBBAorkFGw6vdZ7WjmxN+nwu4MoyNQ+QIEq5W/x6wQgZIXKEqwGg0xowGhkoVwsfB0+J+ilafpBquJjpOUa7A6eL7call3/Of7uy0LnLDPhIJOZa0XbGqK1l8v3Wi1BHCOk9f+wKu+ldP24F23TULDPVpfsyJWpRuq0HU/iCa9ruMrL7iNBcRuwOiGjU5bgKAieJSaB8cCaVPlG6oOtu5i52fWGG64+VP9VM/o06Btgxd6+uuLC1YvU7N3bCIHx9ULJF3j+PWG5uGst9kLod3qZX98Z425uJtLh4LNmLsbfsc8/X8E8O+DTSffI42z5uIHtJF9T3QfhcgIVkv+72i1TNAJFZ/YLKmvVkyz++G5Yaf8x+GdkHGjBk8bo+a5o7TdC1GdCtcWU+lZp/uuulc13hjhytdY9eeElp8FIWLoGD8QHStd7VzHnUs09GyzojbLYDXoI5hk4xPONWhbYAWrSc1iNm5gG1tj+JJ2IBENU60js1hntdzTrBMBBPIjkHawun+Xnv7fE3STrtAD4/vTYzU//IyCQFULEKxW9fazeARKQ6AowaoJhlbWxKo6I/87FK4FLFYo6VV7hh/pTzdYdUM+U/Xq9mr1vpL0WI31bW2jYtVqI2C3G4i7VnTt/vWjFbDWeMEYvRpjoWCCIDga5MXWaM89Eqw2j7J6dfoVvjdIN1ktGFLcmk6gaY/hzGubDtanOsmqFI47LhgzXFUcOs5eYxvrDY9vj5moatlaUKbuCSz8/XaC1ZBn7GC3x6oJVsMV1EnXa6LyZG0rCFZL448ls7AEYv1Wg8pUq5+ne6AJX02waqoz3crJ2H94K/Sykmi/UnO2M+7xL7ovQIk+rm8Hq1av1Vjwa03VVMkma1WQInCMzSncuzQuPAhVl7qB87eeOFEv+I/lx13DDlZjNrGqrbBZymquyNhmzsF1HYJEbQu4kRFAAIH8C6QVrH7+lhbd8r805cPu+vn5C/XrU7pTsZr/rWBEBKpOgGC16racBSNQegLtEqxGGSIhmluN+LJkPfodHzrlI1hN1WO17VYA/gupUgar0fYGdqDrry9BVaXz4iNTtelXW7YRBIdflpRpsOq2aLAf8Q9aBET2Kj4wNdd6RB/pGT0T3dfIo/vuj8OucUFjaL3h/bGD5PA87FYTqVo/eC8ry8TdXpNVaR20a8g1WLWqaQlWS+/vIzPyBSI9O/1vB8FeuAI15hauokwVrNqPt8e5+2+Y9kPSVMFqtF1Bqk3MopIzaSsA63HWYgWrKYNkJ/BtilQWc0cjgAAChREIBatf7dLDi5bo80G/0CVHd3EvuGezZt0yXjd/2llDz35UK840oar5ohVAYXaEURGoHgGC1erZa1aKQMkKlFqw6vYAjW8N0N7BatIAMFJpGFex6oWm4/o/r5EmLPZ7bCbo2eoHtUFIGhesJg+C8xGsBjdpijYJyYPVcMVq8hu+jYrVPAerQUifrbvdX9ULZPNasUqwWrJ/G5mYLeBVPjp9TGMvqoqFjCZYjbQCcCpJzffTrFgNXoLl/0f2TGmp9QImExSur3VfnpUqWLVesBVfwRnZ1SyC1WRVoG6Fa5KKVevFUW4YWquNpsdqTq0AEjz6H/R5NWNb7QS4mRFAAIECC4SC1c936ObZozTr0y665LQVmvmDrZq1+Cbd91VnndL7bj128bE6MJgPwWqBt4bhEah4AYLVit9iFohA6QsUJViNBHXRR/+D/31BkyZZj8SH/rM+2vczrueoOTrRY+C59Fi9TLJfAlVn9URNEoiFe6x6VaA7p2ilCVY3nhruvZpkvOTBqt/XNX6taQeriXqsLjtVz19qhbahHq3hezjaY9X93wdHeqwmMXeGCvdAjeuxGqnQTavHatArNvbyqn5eH9lwv1ivvUQm7tG+qNb889JjlWC19P9IMkNPIPKCKee7Vq/VBI/EDz0ivYpVOS9bGqVZ3pWClzj5larRa/nHm5dX7fk73R70L421KHBOsdsA5OnlVf7tENe+4PgV2qh79cezI60AvBYIbm9aM6cRmvkHuS+vuuo56fhVmmVe7OW3PzAv9Ern5VWhl1XFblLn5VZ/fY30wq/1eOjejfbF5cZGAAEE8icQ1wrg3bUa9as5eth/UZWkHx6/Qk+OtkNVc32C1fztAiMhUJ0CBKvVue+sGoGSEihKsOq9aKl5ZPhFRPPN6+vNl11NaL8F3v+x86IjOS9rCs4xp1kvS3IPTRCsJqu+bPPlVd5Li7z5DGsYpgfUz+1PGnl0P1xN64V33tr6NAyTdtbohtvq1RjMv4+m3Hmqnh/nBaV2ZaoX5MW1AjDLi7z0y15/8mDVn49bBexWBMduQf+R/6Cy0/tRslYAjrI9RsMwDVst9VtboxWDvUftzUEJ2wD4e7RJanhAD5h5+HtvfhRtmxB9yVlkzGAefYZpmJpVc318sOq/5Mu9b7J098LUBxybYbrnTuky72VZtY9YntZaQuG47ZJivbQCKKk/jUwGgQILpHjZVIGvzPAIIIBAvgUS9Vj94vXbNeDeVXpFUs3fz9MTk85UTcfolQlW870XjIdAtQkQrFbbjrNeBEpQoDjBavTN6sWDSBpWFW8KXCkkkKQHaqZKdgibTkie6fgcjwACCBRUgGC1oLwMjgACRRVI9vKqP//+Jg17oYeWXDc4QahqpkiwWtSN4mIIVKAAwWoFbipLQqDcBIoWrDqVjpPUdIH7oqTifL2hOyY1afhtA9W1OBfkKm0K5ClYjVTOpqqwbXNKHIAAAggggAACCCCQtUCyYNUZ0LQDiKtU9S9FsJo1OicigIAjQLDKjYAAAu0uUMxgtd0XywQQQAABBBBAAAEEEEAgrwIpg9WUVyJYzetGMBgCVShAsFqFm86SESg1AYLVUtsR5oMAAggggAACCCCAQPkImGA1eElfxtPm5XoZk3ECAggEAgSr3AwIINDuAgSr7b4FTAABBBBAAAEEEEAAgfIV2N+qP3/6ZXbz73iA/ubgztmdy1kIIFD1AgSrVX8LAIBA+wsQrLb/HjADBBBAAAEEEEAAAQQQQAABBBDITIBgNTMvjkYAgQIIEKwWAJUhEUAAAQQQQAABBBBAAAEEEECgoAL5CFZzmeCuL97UYR2PVqdOnbIapsOePXu+zupMTkIAgZIRIFgtma1gIggggAACCCCAAAIIIIAAAgggkKYAwWqaUByGAAKFEyBYLZwtIyOAAAIIIIAAAggggAACCCCAQGEECFYL48qoCCCQgQDBagZYHIoAAggggAACCCCAAAIIIIAAAiUhQLBaEtvAJBCobgGC1eref1aPAAIIIIAAAggggAACCCCAQDkKEKyW464xZwQqTIBgtcI2lOUggAACCCCAAAIIIIAAAgggUAUCBKtVsMksEYFSFyBYLfUdYn4IIIAAAggggAACCCCAAAIIIBAVIFjlnkAAgXYXIFht9y1gAggggAACCCCAAAIIIIAAAgggkKEAwWqGYByOAAL5FyBYzb8pIyKAAAIIIIAAAggggAACCCCAQGEFCFYL68voCCCQhgDBahpIHIIAAggggAACCCCAAAIIIIAAAiUlQLBaUtvBZBCoToF8BKvVKceqEUAAAQQQQAABBBBAAAEEEECgHAU++eSTnKe964s3dVjHo9WpU6esxuqwZ8+er7M6k5MQQKBkBAhWS2YrmAgCCCCAAAIIIIAAAggggAACCBRBgGC1CMhcAoFqECBYrYZdZo0IIIAAAggggAACCCCAAAIIIOALEKxyLyCAQF4ECFbzwsggCCCAAAIIIIAAAggggAACCCBQJgIEq2WyUUwTgVIXIFgt9R1ifggggAACCCCAAAIIIIAAAgggkE8BgtV8ajIWAlUsQLBaxZvP0hFAAAEEEEAAAQQQQAABBBCoQgGC1SrcdJaMQCEECFYLocqYCCCAAAIIIIAAAggggAACCCBQqgIEq6W6M8wLgTITIFgtsw1juggggAACCCCAAAIIIIAAAgggkJMAwWpOfJyMAAK+AMEq9wICCCCAAAIIIIAAAggggAACCFSTAMFqNe02a0WggAIEqwXEZWgEEEAAAQQQQAABBBBAAAEEECg5AYLVktsSJoRAeQoQrJbnvjFrBBBAAAEEEEAAAQQQQAABBBDIToBgNTs3zkIAgYgAwSq3BAIIIIAAAggggAACCCCAAAIIVJMAwWo17TZrRaCAAgSrBcRlaAQQQAABBBBAAAEEEEAAAQQQKDkBgtWS2xImhEB5ChCslue+MWsEEEAAAQQQQAABBBBAAAEEEMhOgGA1OzfOQgCBiADBKrcEAggggAACCCCAAAIIIIAAAghUkwDBajXtNmtFoIACBKsFxGVoBBBAAAEEEEAAAQQQQAABBBAoOQGC1ZLbEiaEQHkKEKyW574xawQQQAABBBBAAAEEEEAAAQQQyE6AYDU7N85CAIGIAMEqtwQCCCCAAAIIIIAAAggggAACCFSTAMFqNe02a0WggAIEqwXEZWgEEEAAAQQQQAABBBBAAAEEECg5AYLVktsSJoRAeQoQrJbnvjFrBBBAAAEEEEAAAQQQQAABBBDIToBgNTs3zkIAgYhAPoLV5j+/hSsCCCCAAAIIIIAAAggggAACCCBQNIGav+mR9bUIVrOm40QEELAFCFa5HxBAAAEEEEAAAQQQQAABBBBAoNwECFbLbceYLwIVKECwWoGbypIQQAABBBBAAAEEEEAAAQQQqHABgtUK32CWh0A5CBCslsMuMUcEEEAAAQQQQAABBBBAAAEEELAFCFa5HxBAoN0FCFbbfQuYAAIIIIAAAggggAACCCCAAAIIZChAsJohGIcjgED+BQhW82/KiAgggAACCCCAAAIIIIAAAgggUFgBgtXC+jI6AgikIUCwmgYShyCAAAIIIIAAAggggAACCCCAQEkJEKyW1HYwGQSqU4BgtTr3nVUjgAACCCCAAAIIIIAAAgggUM4CBKvlvHvMHYEKESBYrZCNZBkIIIAAAggggAACCCCAAAIIVJEAwWoVbTZLRaBUBQhWS3VnmBcCCCCAAAIIIIAAAggggAACCCQTIFjl3kAAgXYXKMdg9e17GnTDQ5Iu/KUevezodjdkAggggAACCCCAAAIIIIAAAgggUFwBgtXienM1BBBIIFDwYPXD53XjRUv1WkL9AbrxuQZ9J5Od8cfLKlR9RytP+6XWKYvrBnP0x4hN+oTrFuuGMw/Rxxtu0ZhbtodX03us7p1/qg5xvhs7d9DC1Rr5fSU+xxvBPyZdnvjr57LOdK/KcQgggAACCCCAAAKlKxD/+TOvc31jtc6f8GTqggf/83voc3H+ZuEXXWT62Tl/M2AkBBBoLwGC1faS57oIIBAIFC9YDYd8QdVpph+wzIe31d2tsDKTzcw1WP1Yz025UndukZwPbkf4oXFPjVvSS69cYQLknhr34HU67bDYsbrwWo1rutU5z/9K/sHPO092IJvGGv0PtZ7nB1T1poHGIQgggAACCCCAQKULFDhYTYevwMFqOlPgGAQQqEwBgtXK3FdWhUBZCbRXsCo7CLxGWhJX1eoFsc4Hsa1S7+16zQSTvRt0iVbrvi1egPm+96/ktrpVzRoEuObnvXvqhC3b9ZoG6PILn9Rdpp2A9eWHnUlbDST4UOgfe8LlDdJdq/WaFRQHFaTBfCLB7PfjbxV3PD+cTf9WivuX+qBSmKrV9BU5EgEEEEAAAQQQqDSBcLA66E+3aMwL8j4Tu2v1n76yn67yFdyfKSguCHT8z7dBxWp8IYHbtkveE2Pemb3HakrtUs2PfA735+B8pm3yP7O757if0a2iBX8S3hxCn4ODwofYPlLJWmn3NOtBICZAsMrdgAAC7S7QXsFqrGJ1kH62ZZ3+yfpQFwo2z90VtBIIf6iyq0TjP3CZD2dXaKn3aL4bLsqv4tRhkj6U/JYAQQiZaaBpBaWzxupPM5fmFqym8yhVundMpILVbUXAFwIIIIAAAggggEB1CSQIVp3WVQN044Pd9ahT3OB+Bv7mb933GESfzLrkcum+u7Z7j/vHglLnOHlFDr2Plra8k/gYP+zsPVa3nbJVk/zrm5Zgkc/h/hxkihUadmmMaTNgF0U4RQw99ar1FNmPGv15L1b31ebpsmgBBoUG1XXPs9pqEiBYrabdZq0IlKhA8YLVRADmQ05v/d7pexoLNUOVnkGw6n8g8sNMO1iNfVgKKkjtYNX/F/Xgg5sXrAaVpP4HzkyCVetfzc0HPL/qNuuKVWtdTiuBHG4YP1QN/oU/h7E4FQEEEEAAAQQQQKCMBZIEq87n4MO8StREn4Gtz6a/7KY7f/mknLAzeHeAR+J/7jytXnquMfEx1lNfQbCa5HO4H6y6FawfBu9H8J82i1XXxrYkeY/VXNuAlfG2M3UEqkSAYLVKNpplIlDKAsULVpP9S3H8y6ACL/OByw9Wgw9yOQSrwcujcgtWQy+Jioa22QarbVWrRl8ClrA3rW2ZSUhcyncoc0MAAQQQQAABBBDIXiBxsBp+xD/8uTHUSssvflDkhbT+Z1H7M6z1pJkzX/+YRMFq3IISVM1+PxaMZhasRtsGULGa/f3DmQiUtgDBamnvD7NDoCoESidYTRIExvU1bd9gNfZBM/IBLUH/1Ux6rOb8NlMreE30L/lVcTOzSAQQQAABBBBAAIGIQLrB6mDtusg8ReZ+DVoYeazeeprKfkLshr97Quebx/WtdxyY80PHnLjdbe1ltwKIHO9POvyZOMNg1W/N5Qxm/tvCXxPBKr8WCFSqAMFqpe4s60KgjARKJ1j1G+fHmuOH+julrFhNr8fq4Rtu8XquZtljNdULoeL6tFr/Ut7my6uyaUUQvslCH17PpKNqGf0KMlUEEEAAAQQQQKCAApkHq6Heqeqp8wZu12Pr4z+rO/+Y7werx0j6tyTHJApW/XcdRN4L8IH3TgT33QrxwapbBZukx2oQrLoFGye+6n/2J1gt4A3G0Ai0qwDBarvyc3EEEDAC7R+smvdIRR4tMhNL+oh9pBfp+17DfHs7rX8BDz/K5B80QP7jRPZp/htDQy/Puuzo2CFW79Lo3RN+WZb109Aj+9bLrpwPi95xOb9oKsFbUoMp8EGS33QEEEAAAQQQQKB6BdINVq/TaaHP1QM06MInte4h80h/7GWzgWNcK4BLNeihZUHFq3Nc8DnYalfVe6ym1C7VfDNu8BV7ci1ZxeqNz52t//ReWBWc5n3mt88Z9Cc/TDXXH6BBelLrtlj/bVG9NwIrR6AiBQhWK3JbWRQC5SVQ8GC1vDiYLQIIIIAAAggggAACCCCAAAIIlIEAwWoZbBJTRKDSBQhWK32HWR8CCCCAAAIIIIAAAggggAAClSdAsFp5e8qKECg7AYLVstsyJowAAggggAACCCCAAAIIIIBA1QsQrFb9LQAAAu0vQLDa/nvADBBAAAEEEEAAAQQQQAABBBBAIDMBgtXMvDgaAQQKIECwWgBUhkQAAQQQQAABBBBAAAEEEEAAgYIKEKwWlJfBEUAgHQGC1XSUOAYBBBBAAAEEEEAAAQQQQAABBEpJgGC1lHaDuSBQpQIEq1W68SwbAQQQQAABBBBAAAEEEEAAgTIWIFgt481j6ghUigDBaqXsJOtAAAEEEEAAAQQQQAABBBBAoHoECFarZ69ZKQIlK0CwWrJbw8QQQAABBBBAAAEEEEAAAQQQQCCJAMEqtwYCCLS7AMFqu28BE0AAAQQQQAABBBBAAAEEEEAAgQwFCFYzBONwBBDIvwDBav5NGREBBBBAAAEEEEAAAQQQQAABBAorQLBaWF9GRwCBNAQIVtNA4hAEEEAAAQQQQAABBBBAAAEEECgpAYLVktoOJoNAdQoQrFbnvrNqBBBAAAEEEEAAAQQQQAABBMpZgGC1nHePuSNQIQL5CFZ37txZIRosAwEEEEAAAQQQQAABBBBAAAEEykGgrq4u62l+8sknWZ/rn7jrizd1WMej1alTp6zG6rBnz56vszqTkxBAoGQE8hGstra2lsx6mAgCCCCAAAIIIIAAAggggAACCFS+QOfOnbNeJMFq1nSciAACtgDBKvcDAggggAACCCCAAAIIIIAAAgiUmwDBarntGPNFoAIFCFYrcFNZEgIIIIAAAggggAACCCCAAAIVLkCwWuEbzPIQKAcBgtVy2CXmiAACCCCAAAIIIIAAAggggAACtgDBKvfD/9/evYBZUd353v+Jz6hnom+Yt2NQSGYaZjSaGC+DmoCKgDH66EEhEx0bCE4bNMEZIYYkBi8wgEDQGBUHjYhw8GCYaEZRDkajAmokXsdLNIlmhu68ES8xzTGGibf36HlWXdeqvWv33rv3pWrvbz/PPM/YXbVqrc+q7nT/+Ne/EECg6QIEq03fAiaAAAIIIIAAAggggAACCCCAAAIVChCsVgjG4QggUHsBgtXamzIiAggggAACCCCAAAIIIIAAAgjUV4Bgtb6+jI4AAmUIEKyWgcQhCCCAAAIIIIAAAggggAACCCCQKQGC1UxtB5NBoD0FCFbbc99ZNQIIIIAAAggggAACCCCAAAJ5FiBYzfPuMXcEWkSAYLVFNpJlIIAAAggggAACCCCQJYG3XtCa66/UD/ukA0aer8UTP6E9sjQ/5oIAArkXIFjN/RayAATyL0Cwmv89ZAUIIIAAAggggAACCGRL4F09cP2xmq/vatXJ0prl35AmPaB5R+6WrWkyGwQQyLUAwWqut4/JI9AaAgSrrbGPrAIBBBBAAAEEEEAAgWYIvP2ru7Xi8W2JS/9RT/38GY099wc6s1PqvW2yJv/6EJ0xdK/EcSN07Okn6pDdmzFzrokAAnkXIFjN+w4yfwRaQIBgtQU2kSUggAACCCCAAAIIINAkgdfunqnul07SBYd1SG/8VEvXr9UDwVyG7D1RXxsubXlive55P/jk4Kn6wcSjNVh92rL+Lh34T8t0+pAmTZ7LIoBArgUIVnO9fUwegdYQIFhtjX1kFQgggAACCCCAAAIINEPABKvna55+cGKH9Np6Tb50oe4oNZEhl2jbxRM1RH265dL50tkEq83YN66JQCsIEKy2wi6yBgRyLtDIYPW55bPVc9oVmvDR53TN6HO0zrabskJb//EgSe7XRl20QVec3CGpTxtmT9CSn8UnxV8LPve7DZo9cYvGrjfXMJ97TtfM7tHkKybIjOB8eMcukTVc8OVRmhOdX4PNNddZKl1YbA41GL7/IYznZo3bep6Mbu0/6j1+7WfciBGfWz5am4/eqvMOqcHVnrlGo386Lvj+qMF4DIFAjQXMH9QjNj7sjDpv+pP6Vi3u/4rm+qwuO+9+HXvN+fpMReclDn7mSn1ow/Dgj/4KBzLnrlwbn3TYav3XWQdXOEhtDn901UiNf2qqNg3UozbTYRQEEGhhASdYfedZLbv8O7r7nfQFD/7kt7Wq62DtQbDawncFS0OgMQIEq41x5ioIIFBCoGHBqhMOpYVxfnjaOy0IpKygdPTjszVh01htCAPKIBjtvM4ca4exbjDat3G2FuvCIJy1ILzze9Vdt8AxuBbBKt9/CCDQygJeZdImTbzYqjbywkU1IdAbaLBqzu/WfLNfUTVV+ZvnB8zSasvC+9wT46sLacu/dJEjfQsdtlYa2YyQe0CT52QEEMiZgBOsVjR3KlYr4uJgBBAoECBY5aZAAIGmCzQmWDWB6WLpgqCSNC1sLPJ5U/m3unODLtTiRECaCGE9SROwrlanU3GaEuL2G6wmzrOD4WCeY0cs0ZKbJY2aEwe+icrarovmqHeTX7GqjbM1YVFYI9ulFWGomxjPVOKa9U5YJLd61sxhhlXna13Xq5DsnKPeRX4VbpcXONtVvv71tHy0zjFzDj784yQ5Y5eu2jXXCscYddEcdS7q1bj1nVrtVABb63Puct9VU9ZpXdLOdtg2Rxum9WqCvd6oqtkfMJrHqC51qVed3v3lj995Ua+WLOr01rzvQN3ta5kLJ9wjz+R+mIrVfROV0fa9UvI+stCoWG36z0kmUELAC1Z7NMupirQCzkQF56kn/8R7VPTRVTP1m6HD1b3RVHeaqsrj9IAJNZ1A0wo6zRScR0c/r+7XzCePCoJM88d58Lkh3Zqtj+mgoQvV/bL/uKkSVbVRRW2x+ZvP3SBd6T2mWuZHsYDZO9WfV++EJ3Xsk+Gae7T64unqvdSurg3DhenqveF+SWs131ufFJpJaR6SqU69eqhvaz6ikGPfm/ShJ49rWtVsmXochgACOReoKFgN+6wOCn9G0gog59vP9BFoqgDBalP5uTgCCBiBhgSryRAzGRAqLYSLw9PJLyUrT8sNVosdJ2mgwerEJfKrZf3xt4z3WxZ4YZ8JBb3K2iDY1BxtuEBabLUE8I5T0P4gqL6V1/bgFb9NwpQV2tC5Oq7SdSp0/V9EU6/r+SoIbuOA2A8Y/bDRawsQVQR3q3diHEibKl+nOtj6VvG+Zo3hh5vH63jdq51R24Yg9AzX53yr+autMZIAACAASURBVNXFvcGxxRw81yCQ9I0L1+vMw1tvbxBCu+N7axyIu7m0E2zG7n74HXuG/wgQ3gebj14hzYjXaoZKXW/iPnLICFb5YZ11AaufXhwCmkn7QaDCtgBW+PhXG0dqfBB6DvHCVxM2LpP5fBgQeo+yK3yU3g8o1x/+E12p+Rrx8nQvLHQrQsNA1w9pi13XezlKfxW11Qar/YSx7nqS1bVWsHppulkcnsYeYZga3yZ2BdhAq3izfvMxPwQQyIJA2cHq+9t1z7/M0lKdq3Uzx9NjNQubxxwQyLkAwWrON5DpI9AKAg0JVk0wdFNnXNWZ+G8nbIpQrVAyqPZ0H+kvN1j1wyxT9er3ag0+Unqsxn1b+6lYtdoI2O0GCq6VXHt4/WQFrDVeNMYRW+NQsEgQnAzy4jXac08Eq73dVq/OsML3Qmmp1YKhxI3tBZr2GN68ntCe2qnDrUrhguOiMd2qYuc4e439rNcd3x6zWNWytaBK3YtYhPvtBauOZ3yw32PVBKtuBXXqek1Unta2gmC1FX7Uts0aon6rXnXpCK0JH62PBPwKUxOgPhA+om4FmaayNHwBit8j1KXzg9vtwSP7yf6hdrBqVYMWfZFKid6jJYLVuJ9sWCkbzK/gHLe61Mx71sufj9fshc4pFatFK1kTZnZValClGkkl5mIcI+u2uRNZKAIINFKgrGD1rRe07PJ/0JzXh+krX7xa3zt2WFDVT8VqI/eKayHQagIEq622o6wHgRwKNCVYTTolQjS/GvFnkvXod2HoVItgtVSP1f5bAYQvpCoZrCbbG9iBbri+IlWV3ouPTNVmWG3ZTxDsviyp0mDVb9FgP+IftQhI7FVhYGqudat+r3t1b3JfE4/u+192XQuCRme97v7YQbI7D7vVRKnWD8HLyipxt9dkVVpH7RoGGqxa1bQEqzn8AcqU/YrRoHo05rCrL1eq0+6/GhzkhH0lglX78fZC7iC8jFoElApWk+0KSmxetRWryV6zYeYahMWNClaLvUxMTXyJFt8mCCDQ+gJOsPredt2y7Fq9dcq3deZ+e/mL3/Gw5l8+U5ft3E2nn/wjrT7RhKrmgx6rrX93sEIE6itAsFpfX0ZHAIEyBLIWrPo9QAtbAzQ7WE0NABOVhgUVq0FoOmP8Fk0zYXHYY7NIz9YwqI1C0oJgNT0IrkWwGt0uJdokpAerbsVq+q3XT8VqjYPVKKSv1t3urxoEsjWtWCVYLeOnFIdkWcAP8Ya7L6qKHvk3fUQTj7UHj8v32lWUpSpWnVYAflWT3S5ATo/UUsGq9YIt0wqgVN/RaoLVoII0+fIqv+3AWq9PamGwaoXOUTuEImZBYOusO+jdalojuK0Aijz6X7QPbpbvKuaGAAJ5E3CC1bee1WULujV/514687jVmvfpxzV/+VKteW83HXvk9brtSwdrj2iBBKt522vmi0DWBAhWs7YjzAeBNhRoSLCaCOqSj/5H/31aj2Zbj8Tb21HQ97Og56g5uthj4APpsXqOZL8EaoTVEzUlEHN7rAZVoNvm6CYTrG4a6/ZeTRkvPVgN+7oWrrXsYLVYj9Ubx2rLl63Q1unR6n5TJHus+v+9Z6LHaoq5N1Q/PVYTFbpl9ViNesXGL68aF/SRde+boL1EJe7JvqjW/GvSY5VgtQ1/6rbektMf2e8I+pmaF1SZj/jx+XIqVpMva0p7iVP0IqogbOxWt2a/9p5Otl6o5VZxWm0AavXyqnBbEy/r8l7MNV26+pVpiWA17PUa2AyZqnnqUefZ/kutdNhazQ/aIFT08qqUl1UlX27VenchK0IAgWYKFLQCeGW9ur+zULeEL6qS9JnDVuuus+xQ1cyYYLWZ+8a1EWgFAYLVVthF1oBAzgUaEqwGL1rqnea+iGiJeX29+bCrCe23wIdf9l50JO9lTdE55jTrZUn+oUWC1bTqy35fXhW8tCiYT9eULq3TOL8/aeLRfbeaNgjvgrWNmtIlbevUhVeM1tZo/qM057qx2jIjCErtytQgyCtoBWCWl3jpl73+9GA1nI9fBexXBMc3bfjIf1TZGXwprRWAp2yPMaVLXTdL49Z3avXE4FF7c1DRNgDhHm2WpqzTOjOPcO/Nl5JtE5IvOUuMGc1jVJe61KvOCwqD1fAlX/59U6V7EKau82y6tOI66ZzgZVnDb7U8rbU44bjtUmK9tALI+Q9Tpo9ATQR42VRNGBkEAQQaKlCsx+rbz1ypk1au1aOSOv9ykTbOPlGdg5LTIlht6EZxMQRaUIBgtQU3lSUhkDeBxgSryTerN04pNaxq3BS4kiOQ0gO1UiU7hC0nJK90fI5HAAEEmiJAsNoUdi6KAAIDEkh7edUfHlmqrgc+oWu/ObFIqGouSbA6IHhORgABEaxyEyCAQNMFGhasepWOs9Vzmv+ipMZ8PKdrZvdo8hUT1NGYC3KVfgVqFKwmKmdLVdj2OyUOQAABBBBAAAEEEKhaIC1Y9QY07QAKKlXDSxGsVo3OiQgg4AkQrHIjIIBA0wUaGaw2fbFMAAEEEEAAAQQQQAABBGoqUDJYLXklgtWabgSDIdCGAgSrbbjpLBmBrAkQrGZtR5gPAggggAACCCCAAAL5EXBfEFjpvOMXG1Z6JscjgAACBKvcAwgg0HQBgtWmbwETQAABBBBAAAEEEEAgvwLvv6s/7HynuvkP2l0f3nO36s7lLAQQaHsBgtW2vwUAQKD5AgSrzd8DZoAAAggggAACCCCAAAIIIIAAApUJEKxW5sXRCCBQBwGC1TqgMiQCCCCAAAIIIIAAAggggAACCNRVgGC1rrwMjgAC5QgQrJajxDEIIIAAAggggAACCCCAAAIIIJAlAYLVLO0Gc0GgTQUIVtt041k2AggggAACCCCAAAIIIIAAAjkWIFjN8eYxdQRaRYBgtVV2knUggAACCCCAAAIIIIAAAggg0D4CBKvts9esFIHMChCsZnZrmBgCCCCAAAIIIIAAAggggAACCKQIEKxyayCAQNMFCFabvgVMAAEEEEAAAQQQQAABBBBAAAEEKhQgWK0QjMMRQKD2AgSrtTdlRAQQQAABBBBAAAEEEEAAAQQQqK8AwWp9fRkdAQTKECBYLQOJQxBAAAEEEEAAAQQQQAABBBBAIFMCBKuZ2g4mg0B7ChCstue+s2oEEEAAAQQQQAABBBBAAAEE8ixAsJrn3WPuCLSIAMFqi2wky0AAAQQQQAABBBBAAAEEEECgjQQIVttos1kqAlkVqEWwum3btqwuj3khgAACCCCAAAIIIIAAAggggEALCowYMaLqVb355ptVnxueuP3t57X3oP206667VjXWLjt27PigqjM5CQEEMiNQi2A1M4thIggggAACCCCAAAIIIIAAAggggEA/AgSr3CIIIFATAYLVmjAyCAIIIIAAAggggAACCCCAAAII5ESAYDUnG8U0Eci6AMFq1neI+SGAAAIIIIAAAggggAACCCCAQC0FCFZrqclYCLSxAMFqG28+S0cAAQQQQAABBBBAAAEEEECgDQUIVttw01kyAvUQIFithypjIoAAAggggAACCCCAAAIIIIBAVgUIVrO6M8wLgZwJEKzmbMOYLgIIIIAAAggggAACCCCAAAIIDEiAYHVAfJyMAAKhAMEq9wICCCCAAAIIIIAAAggggAACCLSTAMFqO+02a0WgjgIEq3XEZWgEEEAAAQQQQAABBBBAAAEEEMicAMFq5raECSGQTwGC1XzuG7NGAAEEEEAAAQQQQCDTAn/6pVYvv0Lr+qQDjpity/7uQO2R6QkzOQQQaCcBgtV22m3WikAdBQhW64jL0AgggAACCCCAAAIItKXAO9q8/CjN1ZX6n6dIq646XzrtYS347O5tqcGiEUAgewIEq9nbE2aEQC4FCFZzuW1MGgEEEEAAAQQQQACBTAi8/cu7dN0j/5mYyx/11LNPa9x5t6h7hNR76+k67YVDNXnYXonj/lrjJp+kQ8lbM7GXTAKBdhIgWG2n3WatCNRRgGC1jrgMjQACCCCAAAIIIIBAiwu8uvFcTfvtf9eckR3S/35IS/5tjTYHa97no1/Q10dImx+7TT9+P/jkX5ypW/7uGA1Wnzb/2//SgV+7Vl37tDgSy0MAgcwJEKxmbkuYEAL5FCBYzee+MWsEEEAAAQQQQAABBLIgYILVmVqgW07+iPTqbTp93jzdXmpi+8zXb+d/Qfvo91o3b640g2A1C/vIHBBoNwGC1XbbcdaLQJ0EGhmsPrtslnrOuFqnfvRZXXX4WVprr2naKj0x82BJ7teOmnuPrj6lQ1Kf7ph5ghZujU+KvxZ87nd3aNZJmzT+LnMN87lnddXMHn1p2akyIzgf3rEL9XCB61G6JDq/BujmOpdKc4vNoQbD9z+E8dyk8U98TUa39h/1Hr/2M27EiM8uO1ybxjyhrx1ag6s9fZUOf3B88P1Rg/EYAoGqBMwfv+M07VX75DP10PXf0GerGm8AJ5k/2q+Tlnl/lA/g46nv6s/Wjwj+uK9snEdWfFrHPBmfs+CrP9ecwyobo1ZH+3Mpvhfma98bttkPO/hAAAEE6iTgBKvvPKMrFy/Sj99Jv9jggy7STVMP0R4Eq3XaEYZFAIFyBAhWy1HiGAQQ6FegYcGqEw6lhXF+eNpzVhBIWUHp0Y/M0gn3jdc9YUAZBKPDV5pj7TDWDUb77pylBZobhLMWh3d+j75ct8AxuBbBar/3IAcggED2BcwfzR9/7HNOCOkFelqr9845pLELGHCw+oyWfGWq5ppZR1VT5S4hCJgVVluZ8/zP3X5kMwJMs5Z7pZFrpCOscNeExt9f4y1q0inNmFe5nhyHAAKtIOAEqxUtiIrVirg4GAEEaipAsFpTTgZDoH0FGhOsmsB0gXRxUEmaFjYW+byp/Lux8x7N1YJEQJoIYb0tNAHrjRruVJymhLj9BquJ8+xgOJjn+L9ZqIU3SRp9SRz4Jiprp869RD33+RWrunOWTlgQ1shO1aow1E2MZypxzXpPWCC3etbMYbpV52td16uQ7LxEPQv8KtypXuBsV/n619Oyw3WWmXPw4R8nyRm7dNWuuVY4xlFzL9HwBT0af9dw3ehUAFvrc769fFdNW6u1STvb4T8u0T1n9egEe71RVbM/YDSP0VM1VT0a7t1f/vjD5/Zo4YLh3pqHDdTdvpa5cMI98kzuh6lYHZqojLbvlZL3kYVGxWr7/oDO0Mq9YHX7V9wQ1YR3jx/vf84K8uIwb7uWzPtPdQ6bp2mmunPkWr13xL1e4OeGfVbQaU6Owk7782FFpvW5T03XpD0+rknb52naMBPwDktU1VpVnN6jqdv0dbvCtoqAtljA7G2TNb5WnKueYSM07c5tuum8z+n2W+3qWj8IHXf98do8715JazQ3qAKOTIpa+hWnyQrUKMwY+j/ivbDum+rDjgzdfEwFAQQyL1DRz5qwz+ogsyyC1cxvLhNEoIUFCFZbeHNZGgKNFGhIsJoMMZMBodJCuDg8/dL/l6w8LTdYLXacpIEGqyctlF8t64+/6XN+ywIv7DOhoFdZGwSbukT3XCwtsFoCeMcpaH8QVN/Ka3uw3W+TMG2V7um8Ma7SdSp0zR1S4rqer4LgNg6I/YDRDxu9tgBRRfCX1XNSHEibKl+nOti6Ib2vWWP44eYJOkH3aGfUtiEIPcP1FQSrZ6knOLaYg+caBJK+ceF6nXl46+0JQmi/ejkc31vjQNzNpZ1gM3b3w+/YM/xHgPA+2DRmlTTdmksY0Cb2vdh95JARrDbyRyLXKiHghYp3PiTpGN003+6H54edCh+H90LG+zRp/lfUO2+qngoqJr0K1+2m0vOvtfor16szGMOtfI2rP7++fVz0GLtzTBiIzpBmetfx55IMPfutqK0yWI36CKZYFZ1r1LbAClZTzWIbP7CN1+he0g4kwnHd1gwVhR3c/QgggECVAmX/rHl/u3581blarPN069c/R4/VKr05DQEEaiNAsFobR0ZBoO0FGhKsmmBo1fC4qjPx3064Fu2IFUoG1Z7uI/3lBqt+yGeqXv1ercFHSo/VuG9rPxWrVhsBu91AwbWSaw+vn6yAtcaLxvjsT+NQsEgQnAzy4jXac08Eq71ftnp1hhW+c6VLrRYMJb4rvEDTHsOb12PaUzt1pFUpXHBcNKZbVewcZ6+xn/W649tjFqtathZUqXsRi3C/vWDV8YwP9nusmmDVraBOXa+JytPaVhCstv3P6ewBxP1W/SrL7fGj9dFkTfhqglVTnemHffEf3nJeVpLsV2qG8MYd+aD/ApTk4/p2sGr1Wo2DX0vMVMmmtSooEazGc3J7lxaEB051qR84D7/z09ocPpZfcA07WI1t4qot16xkNVdibDPn6LoBQdlhR/ZuMmaEAAI5EijrZ82ffqkrl3xJ3/rdMM0441otGzeMitUc7TFTRaAVBQhWW3FXWRMCTRBoSrCaXGciRPOrER+WrEe/C0OnWgSrpXqs9t8KIHwhVclgNdnewA50w/UVqar0XnxkqjbDast+gmD3ZUmVBqt+iwb7Ef+oRUBirwoDU3OtH+p13aN7kvuaeHTf/7LrWhA0Out198cOkt152K0mSrV+CF5WVom7vSar0jpq1zDQYNWqpiVYbcIPQC5ZpoAfpPZOTLygKQr23ArUeFC3irJUsFryBUvhG6bDkLRUsJpsV1BqhVVWrCZ7zfqXiKtHGxWslhMklxV2lHkXcBgCCCCQJuD8rHlvu9Z9b5nennixuj+xl39K30Oau/hcLdm5u7pOuUM3nWxCVfdnp3nygA8EEECgkQIEq43U5loItLBA1oJVvwdoYWuAZgerqQFgotKwoGI1CE3P+9wmnWHC4rDHZpGerWFQG4WkBcFqehBci2A1us1LtElID1bditX0b5l+KlZrHKxGIX217nZ/1SCQrWnFKsFqC/90baWlBRWqXh/T+EVV8aP3JlhNtALwKknN58usWI1eghUGlAuk66ww11SGrh/hvzyrVLBqvWCrWAWnsytVBKvhi6qmOS+v8nufHvNkSsWq1dvVD0NH6CHTY3VArQCKPPpfpI8swWorfR+yFgSyK+D8rPnTM1pyyVTN3bmXuj+/VgsOeVRzr1qs1e/trnGfvVF3dh+iPaKl0GM1u7vKzBBofQGC1dbfY1aIQEMEGhKsJoK65KP/0X+f0aNZ1iPxNkBB38+CnqPm6GKPgQ+kx+pZkv0SqL+xeqKmBGJuj9WgCvQ/LtG/mmD1vvFu79WU8dKD1bCva+Fayw5Wi/VYvWm8Nk2zQlunR6t7GyZ7rPr/vWeix2qKuTeU2wO1oMdqokK3rB6rUa/Y+OVV44M+su59E7SXqMQ92RfVmn9NeqwSrDbk5xwXqYVA4gVT3pBWr9Uij8R37VNexarkjh29xCmsVE1eKzzevLyq7+NaFvUvjVsUeKfYbQBq9PKqULKgfcHItXpI16vnlEQrgKAFgt+b1szpTC14Uv7Lq75yrzRyjeaaF3uF7Q9O/kjKi8ASL69KeVlV6sutzLh8IIAAAnUSKPhHnJdv07SF87QufFGVpM+OXKt7z7FDVTMZgtU6bQnDIoBAGQIEq2UgcQgCCPQv0JBgNXjRUs9Z7ouIFm4N5mdXE9pvgQ++7Pc9lfeSqOgcSXE/1HCdRYLVtOrLfl9eFby0KJjP1GlTtVbj/f6kiUf33WraILwL1nbUtKnSfwzX3GVH66fR/I/SJSvHa9P0ICi1K1ODIK+gFYBZYuKlX/b604PVcD5+FbBfERzfF+Ej/1FlZ/CltFYA5st2ywBNm6qpN0nj7xquG08KHrU3BxVtA+CdrasO3yRNW6u1Zh7h3psvJdsmJF9ylhgzmsfoqZqqHg2/uDBYDV/y5d83VboHYepaz2aqVq2UzgpeljX8Xy1Pay1OOG67lFgvrQD6/3nFEQi0jkDxl021zvpYCQIItJNAser4t5/6ro7//ho9Iqnzr5bq3m+fpM5BSRWC1Xa6T1grAlkTIFjN2o4wHwRyKtCYYDX5ZvXGYaWGVY2bAldyBFJ6oFaqZIew5YTklY7P8QgggEBdBQhW68rL4Agg0FCBtLYjb2xdrNM3HaAVF36hSKhqpkiw2tCN4mIIIOAIEKxyQyCAQE0EGhasepWOs9Rzhv+ipMZ8PKurZvboS8tOVUdjLshV+hWoUbCaqJwtVWHb75Q4AAEEEEAAAQQQQKBqgZL9nE07gIJK1fBSBKtVo3MiAggMWIBgdcCEDIAAAkagkcEq4ggggAACCCCAAAIIINBaAtW/KI9gtbXuBFaDQL4ECFbztV/MFoHMChCsZnZrmBgCCCCAAAIIIIAAApkXMMFq9JK+imdrvQix4nM5AQEEEKhegGC1ejvORAABS4BgldsBAQQQQAABBBBAAAEEqhZ4/x29sfPd6k4ftJsG77l7dedyFgIIIDAAAYLVAeBxKgIIxAIEq9wNCCCAAAIIIIAAAggggAACCCDQTgIEq+2026wVgToKEKzWEZehEUAAAQQQQAABBBBAAAEEEEAgcwIEq5nbEiaEQD4FCFbzuW/MGgEEEEAAAQQQQAABBBBAAAEEqhMgWK3OjbMQQCAhQLDKLYEAAggggAACCCCAAAIIIIAAAu0kQLDaTrvNWhGoowDBah1xGRoBBBBAAAEEEEAAAQQQQAABBDInQLCauS1hQgjkU4BgNZ/7xqwRQAABBBBAAAEEEEAAAQQQQKA6AYLV6tw4CwEEEgIEq9wSCCCAAAIIIIAAAggggAACCCDQTgIEq+2026wVgToKEKzWEZehEUAAAQQQQAABBBBAAAEEEEAgcwIEq5nbEiaEQD4FCFbzuW/MGgEEEEAAAQQQQAABBBBAAAEEqhMgWK3OjbMQQCAhQLDKLYEAAggggAACCCCAAAIIIIAAAu0kQLDaTrvNWhGoowDBah1xGRoBBBBAAAEEEEAAAQQQQAABBDInQLCauS1hQgjkU6AWweq2bdvyuXhmjQACCCCAAAIIIIAAAggggAACuRQYMWJE1fMmWK2ajhMRQMAWqEWw+u6774KKAAIIIIAAAggggAACCCCAAAIINExgt912q/paBKtV03EiAggQrHIPIIAAAggggAACCCCAAAIIIIBAngUIVvO8e8wdgRYRoGK1RTaSZSCAAAIIIIAAAggggAACCCDQRgIEq2202SwVgawKEKxmdWeYFwIIIIAAAggggAACCCCAAAIIpAkQrHJvIIBA0wUIVpu+BUwAAQQQQAABBBBAAAEEEEAAAQQqFCBYrRCMwxFAoPYCBKu1N2VEBBBAAAEEEEAAAQQQQAABBBCorwDBan19GR0BBMoQIFgtA4lDEEAAAQQQQAABBBBAAAEEEEAgUwIEq5naDiaDQHsKEKy2576zagQQQAABBBBAAAEEEEAAAQTyLECwmufdY+4ItIgAwWqLbCTLQAABBBBAAAEEEEAgSwJvvaA111+pH/ZJB4w8X4snfkJ7ZGl+zAUBBHIvQLCa+y1kAQjkX4BgNf97yAoQQAABBBBAAAEEEMiWwLt64PpjNV/f1aqTpTXLvyFNekDzjtwtW9NkNgggkGsBgtVcbx+TR6A1BAhWW2MfWQUCCCCAAAIIIIAAAs0QePtXd2vF49sSl/6jnvr5Mxp77g90ZqfUe9tkTf71ITpj6F6J40bo2NNP1CG7N2PmXBMBBPIuQLCa9x1k/gi0gADBagtsIktAAAEEEEAAAQQQQKBJAq/dPVPdL52kCw7rkN74qZauX6sHgrkM2XuivjZc2vLEet3zfvDJwVP1g4lHa7D6tGX9XTrwn5bp9CFNmjyXRQCBXAsQrOZ6+5g8Aq0hQLDaGvvIKhBAAAEEEEAAAQQQaIaACVbP1zz94MQO6bX1mnzpQt1RaiJDLtG2iydqiPp0y6XzpbMJVpuxb1wTgVYQIFhthV1kDQjkXKCRwepzy2er57QrNOGjz+ma0edonW03ZYW2/uNBktyvjbpog644uUNSnzbMnqAlP4tPir8WfO53GzR74haNXW+uYT73nK6Z3aPJV0yQGcH58I5dImu44MujNCc6vwaba66zVLqw2BxqMHz/QxjPzRq39TwZ3dp/1Hv82s+4ESM+t3y0Nh+9VecdUoOrPXONRv90XPD9UYPxGAKBqgTMH7+fV/dr9slTtema8/WZqsYbwEnmj/YbpCu9P8oH8PHMlfrQhuHBH/eVjfPoqpEa/1R8zrzpT+pbtfh+r2wa3tH+XJJ78awuO69b84Pxmjm/KpbEKQggkDMBJ1h951ktu/w7uvud9EUM/uS3tarrYO1BsJqznWa6CGRPgGA1e3vCjBBoO4GGBatOOJQWxvnhae+0IJCygtLRj8/WhE1jtSEMKINgtPM6c6wdxrrBaN/G2VqsC4Nw1tpe7/xeddctcAyuRbDadt9TLBiBVhQwfzSPeGK8E0J6gZ5W67/OOrixSx5wsGqFjlHVVLlLCAJmhdVW5jz/c+sP/4lfrdXQD7OW+6XD1kojw3DXn0/vhOC/veqxHs1qRgjeUAsuhgACzRJwgtWKJkHFakVcHIwAAgUCBKvcFAgg0HSBxgSrJjBdLF0QVJKmhY1FPm8q/1Z3btCFWpwISBMhrCdpAtbV6nQqTlNC3H6D1cR5djAczHPsiCVacrOkUXPiwDdRWdt10Rz1bvIrVrVxtiYsCmtku7QiDHUT45lKXLPeCYvkVs+aOcyw6nyt63oVkp1z1LvIr8Lt8gJnu8rXv56Wj9Y5Zs7Bh3+cJGfs0lW75lrhGKMumqPORb0at75Tq50KYGt9zl3uu2rKOq1L2tkO2+Zow7ReTbDXG1U1+wNG8xjVpS71qtO7v/zxOy/q1ZJFnd6a9x2ou30tc+GEe+SZ3A9TsbpvojLavldK3kcWGhWrTf85yQQkL1h9ebobopqKzyeP8z9n/v+VayOqU082IeN2XXbpNnUOXahuU9152Gr918j7veP8r4chpFtdqSjstD8fVmRar171XQAAIABJREFUnzuwW6fu8TFNfHmhuoeagHdYoqrWquIsFi5WEdAWC5i9RVvja9VM/WbocHVv7NHqGeO1/ja7utYPQo+95jg9cOn9ktZqflAFHJkUtfStTJh99dDYLgoz9r0p3guF1wiriQku+B5GAIH6ClQUrIZ9VgeZOfHzqb47w+gItL4AwWrr7zErRCDzAg0JVpMhZjIgVFoIF4enk19KVp6WG6wWO07SQIPViUvkV8v6428Z77cs8MI+Ewp6lbVBsKk52nCBtNhqCeAdp6D9QVB9K6/twSt+m4QpK7Shc3VcpetU6Pq/iKZe1/NVENzGAbEfMPpho9cWIKoI7lbvxDiQNlW+TnWwdRd7X7PG8MPN43W87tXOqG1DEHqG6ysIVs9Rb3BsMQfPNQgkfePC9Trz8NbbG4TQfvVyOL63xoG4m0s7wWbs7offsWf4jwDhfbD56BXSDGsuYUCb2Pdi95FDRrCa+Z+j7TJBL1Tc+LCko7T6Yrsfnh92Knwc3gsZN2nixdPVe2m3ng5CVK/C9WVT6TlCa85bqc5gDLfyNa7+nPXy56MQ0TkmDETPls73ruPPJRl69ltRW2WwGvURTNn4onON2hZYwWqqWWzjB7bxGt1L2oFEMky1jqxine1yT7NOBBCojUDZwer723XPv8zSUp2rdTPH02O1NvyMgkBbCxCstvX2s3gEsiHQkGDVBEM3dcZVnYn/dsK1iMUKJYNqT/eR/nKDVT/kM1Wvfq/W4COlx2rct7WfilWrjYDdbqDgWsm1h9dPVsBa40VjHLE1DgWLBMHJIC9eoz33RLDa22316gwrfC+UllotGErcml6gaY/hzesJ7amdOtyqFC44LhrTrSp2jrPX2M963fHtMYtVLVsLqtS9iEW4316w6njGB/s9Vk2w6lZQp67XROVpbSsIVrPxw5JZWAJxv9WoMtXq5+kfaMJXE6ya6ky/cjL+w1vOy0qS/UrN2d64hz3kvwAl+bi+HaxavVbj4NeaqqmSTWtVUCJwjOfk9i4tCA+c6lI/cP6rjSP1QPhYfsE17GA1tomrtlyzktVcibHNnKPregTF2hZwIyOAAAK1FygrWH3rBS27/B805/Vh+soXr9b3jh1GxWrtt4IREWg7AYLVtttyFoxA9gSaEqwmGRIhml+N+DPJevS7MHSqRbBaqsdq/60AwhdSlQxWk+0N7EA3XF+RqkrvxUemajOstuwnCHZfllRpsOq3aLAf8Y9aBCT2qjAwNde6Vb/Xvbo3ua+JR/f9L7uuBUGjs153f+wg2Z2H3WqiVOuH4GVllbjba7IqraN2DQMNVq1qWoLV7P18ZEahQKJnZ/jpKNhzK1BjN7eKslSwaj/eXuAevmE6DElLBavJdgWlNrGKSs7UVgDW46yNClZLBsle4NuTqCzmjkYAAQTqI+AEq+9t1y3LrtVbp3xbZ+63l3/BHQ9r/uUzddnO3XT6yT/S6hNNqGo+aAVQnx1hVATaR4BgtX32mpUikFmBrAWrfg/QwtYAzQ5WUwPARKVhQcVqEJrOGL9F00xYHPbYLNKzNQxqo5C0IFhND4JrEaxGN2mJNgnpwapbsZp+w/dTsVrjYDUK6at1t/urBoFsTStWCVYz+7ORidkCQeWj18c0flFVHDKaYDXRCsCrJDWfL7NiNXoJVvhH9jzpBusFTCYo3DDcf3lWqWDVesFWYQVnYlerCFbTqkD9CteUilXrxVF+GDpcm0yP1QG1Aijy6H/U59WMbbUT4GZGAAEE6izgBKtvPavLFnRr/s69dOZxqzXv049r/vKlWvPebjr2yOt125cO1h7RfAhW67w1DI9AywsQrLb8FrNABLIv0JBgNRHUJR/9j/77tB7Nth6Jd/6sT/b9LOg5ao4u9hj4QHqsniPZL4EaYfVETQnE3B6rQRXotjm6yQSrm8a6vVdTxksPVsO+roVrLTtYLdZj9cax2vJlK7R1erS693Cyx6r/33smeqymmHtDuT1QC3qsJip0y+qxGvWKjV9eNS7oI+v2iw3aS1TinuyLas2/Jj1WCVaz/0OSGQYCiRdMeZ+1eq0WeST+9CHlVazKe9lSt+YHV4pe4hRWqiavFR5vXl6142O6MupfGrco8E6x2wDU6OVV4e1Q0L7gsNXapJX6zcmJVgBBCwS/N62Z01TNe0r+y6vOu186bK3mmxd7he0PzAu9ynl5lfOyqvgm9V5u9f98XXrge7rDuXeTfXG5sRFAAIHaCRS0Anhlvbq/s1C3hC+qkvSZw1brrrPsUNVcn2C1drvASAi0pwDBanvuO6tGIFMCDQlWgxct9U5zX0S0xLy+3nzY1YT2W+DDL3svOpL3sqboHHOa9bIk/9AiwWpa9WW/L68KXloUzKdrSpfWaZzfnzTx6L5bTRuEd8HaRk3pkrZ16sIrRmtrNP9RmnPdWG2ZEQSldmVqEOQVtAIwy0u89Mtef3qwGs7HrwL2K4LjWzB85D+q7Ay+lNYKwFO2x5jSpa6bpXHrO7V6YvCovTmoaBuAcI82S1PWaZ2ZR7j35kvJtgnJl5wlxozmMapLXepV5wWFwWr4ki//vqnSPQhT13k2XVpxnXRO8LKs4bdantZanHDcdimxXloBZOpHI5NBoM4CJV42VecrMzwCCCBQa4FiPVbffuZKnbRyrR6V1PmXi7Rx9onqHJS8MsFqrfeC8RBoNwGC1XbbcdaLQAYFGhOsJt+s3jiI1LCqcVPgSo5ASg/USpXsELackLzS8TkeAQQQqKsAwWpdeRkcAQQaKpD28qo/PLJUXQ98Qtd+c2KRUNVMkWC1oRvFxRBoQQGC1RbcVJaEQN4EGhasepWOs9Vzmv+ipMZ8PKdrZvdo8hUT1NGYC3KVfgVqFKwmKmdLVdj2OyUOQAABBBBAAAEEEKhaIC1Y9QY07QAKKlXDSxGsVo3OiQgg4AkQrHIjIIBA0wUaGaw2fbFMAAEEEEAAAQQQQAABBGoqUDJYLXklgtWabgSDIdCGAgSrbbjpLBmBrAkQrGZtR5gPAggggAACCCCAAAL5ETDBavSSvoqnzcv1KibjBAQQiAQIVrkZEECg6QIEq03fAiaAAAIIIIAAAggggEB+Bd5/V3/Y+U518x+0uz68527VnctZCCDQ9gIEq21/CwCAQPMFCFabvwfMAAEEEEAAAQQQQAABBBBAAAEEKhMgWK3Mi6MRQKAOAgSrdUBlSAQQQAABBBBAAAEEEEAAAQQQqKsAwWpdeRkcAQTKESBYLUeJYxBAAAEEEEAAAQQQQAABBBBAIEsCBKtZ2g3mgkCbChCstunGs2wEEEAAAQQQQAABBBBAAAEEcixAsJrjzWPqCLSKAMFqq+wk60AAAQQQQAABBBBAAAEEEECgfQQIVttnr1kpApkVIFjN7NYwMQQQQAABBBBAAAEEEEAAAQQQSBEgWOXWQACBpgsQrDZ9C5gAAggggAACCCCAAAIIIIAAAghUKECwWiEYhyOAQO0FCFZrb8qICCCAAAIIIIAAAggggAACCCBQXwGC1fr6MjoCCJQhQLBaBhKHIIAAAggggAACCCCAAAIIIIBApgQIVjO1HUwGgfYUIFhtz31n1QgggAACCCCAAAIIIIAAAgjkWYBgNc+7x9wRaBEBgtUW2UiWgQACCCCAAAIIIIAAAggggEAbCRCsttFms1QEsipQi2A1q2tjXggggAACCCCAAAIIIIAAAggggEBS4M033xwwyva3n9feg/bTrrvuWtVYu+zYseODqs7kJAQQyIwAwWpmtoKJIIAAAggggAACCCCAAAIIIIBAAwQIVhuAzCUQaAcBgtV22GXWiAACCCCAAAIIIIAAAggggAACoQDBKvcCAgjURIBgtSaMDIIAAggggAACCCCAAAIIIIAAAjkRIFjNyUYxTQSyLkCwmvUdYn4IIIAAAggggAACCCCAAAIIIFBLAYLVWmoyFgJtLECw2sabz9IRQAABBBBAAAEEEEAAAQQQaEMBgtU23HSWjEA9BAhW66HKmAgggAACCCCAAAIIIIAAAgggkFUBgtWs7gzzQiBnAgSrOdswposAAggggAACCCCAAAIIIIAAAgMSIFgdEB8nI4BAKECwyr2AAAIIIIAAAggggAACCCCAAALtJECw2k67zVoRqKMAwWodcRkaAQQQQAABBBBAAAEEEEAAAQQyJ0CwmrktYUII5FOAYDWf+8asEUAAAQQQQAABBBBAAAEEEECgOgGC1ercOAsBBBICBKvcEggggAACCCCAAAIIIIAAAggg0E4CBKvttNusFYE6ChCs1hGXoRFAAAEEEEAAAQQQQAABBBBAIHMCBKuZ2xImhEA+BQhW87lvzBoBBBBAAAEEEEAAAQQQQAABBKoTIFitzo2zEEAgIUCwyi2BAAIIIIAAAggggAACCCCAAALtJECw2k67zVoRqKMAwWodcRkaAQQQQAABBBBAAAEEEEAAAQQyJ0CwmrktYUII5FOAYDWf+8asEUAAAQQQQAABBBBAAAEEEECgOgGC1ercOAsBBBICBKvcEggggAACCCCAAAIIIIAAAggg0E4CBKvttNusFYE6ChCs1hGXoRFAAAEEEEAAAQQQQAABBBBAIHMCBKuZ2xImhEA+BQhW87lvzBoBBBBAAAEEEEAAAQQQQAABBKoTIFitzo2zEEAgIVCLYLX3Dy/gigACCCCAAAIIIIAAAggggAACCDRMoPPDn6j6WgSrVdNxIgII2AIEq9wPCCCAAAIIIIAAAggggAACCCCQNwGC1bztGPNFoAUFCFZbcFNZEgIIIIAAAggggAACCCCAAAItLkCw2uIbzPIQyIMAwWoedok5IoAAAggggAACCCCAAAIIIICALUCwyv2AAAJNFyBYbfoWMAEEEEAAAQQQQAABBBBAAAEEEKhQgGC1QjAORwCB2gsQrNbelBERQAABBBBAAAEEEEAAAQQQQKC+AgSr9fVldAQQKEOAYLUMJA5BAAEEEEAAAQQQQAABBBBAAIFMCRCsZmo7mAwC7SlAsNqe+86qEUAAAQQQQAABBBBAAAEEEMizAMFqnnePuSPQIgIEqy2ykSwDAQQQQAABBBBAAAEEEEAAgTYSIFhto81mqQhkVYBgNas7w7wQQAABBBBAAAEEEEAAAQQQQCBNgGCVewMBBJoukMdg9cUVU3ThDyX9/T/rR+fs13RDJoAAAggggAACCCCAAAIIIIAAAo0VIFhtrDdXQwCBIgJ1D1Zf36LFZ9ygfy+qf5IW3z9F+1eyM+F4VYWqv9ZNx/2z7lQV143mGI4RT/pvv7lcF544WG/cfbmmX/60u5ojz9bKJWM12PtsfO4pV9+saQep+DnBCOExlfAo8j5UM/71mzpu74rO5mAEEEAAAQQQQACBlhIo/P2zpst77mZ9cdZdpQsewt9Pnd+LazeLsOiiqt+dazcNRkIAgSYIEKw2AZ1LIoCAK9C4YNUNM6Oq00p/wTK/vN08zAorK9nRgQarb+j+Of+o6x6TvF/choSh8aGace0RevRcEyCHgWZ8rP7+G5rR813vvPAj/Re/4DzZgWw5a0wGvgSr5ahxDAIIIIAAAggg0NoCdQ5Wy8Grc7BazhQ4BgEEWlOAYLU195VVIZArgWYFqwr/ddsEq1+Xri2oag2CWO8XscelI5/Wv5tg8sgpOlM3a81jQXD4WvCv5La6Vc0aBbjm60ceqr997Gn9u07SV//+Ln3ftBOwPsKwM7XVQJFfCsNj//arU6Tv36x/t4LiqII1mk8imD2o8FbxxxtIKBr+8jyQMXJ1CzNZBBBAAAEEEEAAgVQBN1g95aXLNf0BBb8T+yeFT1/ZT1eFw/lfU1RcEF0m/P02qlgtLCTw23YpeGIsOPPIszVn+A1akvg9PJyD97twT/g7u3+O/zu6VbQQTiKYg1OxGhU+xCBUsvLtgUDrChCstu7esjIEciPQrGA1rlg9RZ9/7E79xPqlzgk2J22PWgm4v1TZVaKFv3CZX87O1Q3Bo/l+SKuwN6vM8/GvS2FLgKofn7eC0vln66V5NwwsWC3nUap+7yyC1X6JOAABBBBAAAEEEGgbgSLBqte66iQt/tdh+pFX3OD/g/zHb/ffY5B8MuvMr0prvv908Lh/HJR6xykocjhyP+mxXxc/Jgw7jzxbVxz7uGaH1zctwRK/h4dzkClWmLJd002bAbsowitiOFRPWk+RfXZrOO/lGnazebosWYAxkDZgbXOjsFAEcilAsJrLbWPSCLSWQOOC1WJu5pecI/WI1/c0rrB0Kj2jYDX8hSgMM+1gNf5lKaogtYPV8F/Uo1/cgmA1qiStJoy0/tXcrrqtumLVWteAeqNWs5bWuqdZDQIIIIAAAggggEAokBKser8H7x1UohZ70sn63fSfh+q6f75LXtgZvTsgGD8sDDhutHT/1uLHWE99RcFqyu/hYbDqV7C+Hr0fIXzaLK6ujXc4vcfqQNuAcRchgEDWBQhWs75DzA+BNhBoXLCa9i/FhS+DitjNL1xhsBr9IjeAYDV6edTAglXnJVXJ0LbaYLW/atXkS8BSe9MSrLbBty1LRAABBBBAAAEEyhQoHqy6j/i7warTSissflDihbTh76L277DWk2be5MJjigWrBbMvUjV7UByMVhasJtsGULFa5s3CYQjkToBgNXdbxoQRaD2B7ASrKT1BC/qaNjdYjX/RTPyCVqT/aiU9Vmv3NlOC1db7LmVFCCCAAAIIIIBAtQLlBqsTtf0M8xSZ/3HK1YnH6k1dQvBhPyF24cc26ovmcX3rHQfmMOeYkU/7rb3sVgCJ45Nj+y3AKgxWw9Zc3mDmb4twTQSr1d49nIdA1gUIVrO+Q8wPgTYQyE6wGjbOj5vjO/2dSlasltdj9aN3Xx70XK2yx2pUNVrkl7OCPq3Wv5T3+/KqWoahtRyrDb4BWCICCCCAAAIIINDSApUHq07vVB2qL0x4WrdtKPxd3at6DYPVAyT9KuWYYsFq+K4D+4W2S8bqd8E7EdKCVb8KNqXHahSs+gUbI58Mf/cnWG3pW5zFtbUAwWpbbz+LRyAbAs0PVs17pBKPFhma1EfsE71IXwsa5tuc1r+Au48yhQedpPBxIvu08I2hzsuzztkvPiT8xa/I1rkvy7IOcB7Zt1525f0rfHBc4hfKwQO6NQhWB8THyQgggAACCCCAQEsJlBusflPHOb9Xn6RT/v4u3flD80h//LLZiKagFcCXdcoPb4wqXr3jot+DrdZfR56tOcNv0BIzbvQRP7nmPsVl90g9Wb8NXlgVnRb8zm+fc8pLYZhqrn+STtFduvMx62+LltpbFoMAAgSr3AMIINB0gboHq01fIRNAAAEEEEAAAQQQQAABBBBAAIFWEyBYbbUdZT0I5FCAYDWHm8aUEUAAAQQQQAABBBBAAAEEEGhzAYLVNr8BWD4CWRAgWM3CLjAHBBBAAAEEEEAAAQQQQAABBBCoRIBgtRItjkUAgboIEKzWhZVBEUAAAQQQQAABBBBAAAEEEECgjgIEq3XEZWgEEChPgGC1PCeOQgABBBBAAAEEEEAAAQQQQACB7AgQrGZnL5gJAm0rQLDatlvPwhFAAAEEEEAAAQQQQAABBBDIrQDBam63jokj0DoCBKuts5esBAEEEEAAAQQQQAABBBBAAIF2ESBYbZedZp0IZFiAYDXDm8PUEEAAAQQQQAABBBBAAAEEEECgqADBKjcGAgg0XYBgtelbwAQQQAABBBBAAAEEEEAAAQQQQKBCAYLVCsE4HAEEai9AsFp7U0ZEAAEEEEAAAQQQQAABBBBAAIH6ChCs1teX0RFAoAwBgtUykDgEAQQQQAABBBBAAAEEEEAAAQQyJUCwmqntYDIItKcAwWp77jurRgABBBBAAAEEEEAAAQQQQCDPAgSred495o5AiwgQrLbIRrIMBBBAAAEEEEAAAQQQQAABBNpIgGC1jTabpSKQVYFaBKvbtm3L6vKYFwIIIIAAAggggAACCCCAAAIItKDAiBEjql7Vm2++WfW54Ynb335eew/aT7vuumtVY+2yY8eOD6o6k5MQQCAzArUIVt99993MrIeJIIAAAggggAACCCCAAAIIIIBA6wvstttuVS+SYLVqOk5EAAFbgGCV+wEBBBBAAAEEEEAAAQQQQAABBPImQLCatx1jvgi0oADBagtuKktCAAEEEEAAAQQQQAABBBBAoMUFCFZbfINZHgJ5ECBYzcMuMUcEEEAAAQQQQAABBBBAAAEEELAFCFa5HxBAoOkCBKtN3wImgAACCCCAAAIIIIAAAggggAACFQoQrFYIxuEIIFB7AYLV2psyIgIIIIAAAggggAACCCCAAAII1FeAYLW+voyOAAJlCBCsloHEIQgggAACCCCAAAIIIIAAAgggkCkBgtVMbQeTQaA9BQhW23PfWTUCCCCAAAIIIIAAAggggAACeRYgWM3z7jF3BFpEgGC1RTaSZSCAAAIIIIAAAgggkCWBt17Qmuuv1A/7pANGnq/FEz+hPbI0P+aCAAK5FyBYzf0WsgAE8i9AsJr/PWQFCCCAAAIIIIAAAghkS+BdPXD9sZqv72rVydKa5d+QJj2geUfulq1pMhsEEMi1AMFqrrePySPQGgIEq62xj6wCAQQQQAABBBBAAIFmCLz9q7u14vFtiUv/UU/9/BmNPfcHOrNT6r1tsib/+hCdMXSvxHEjdOzpJ+qQ3Zsxc66JAAJ5FyBYzfsOMn8EWkCAYLUFNpElIIAAAggggAACCCDQJIHX7p6p7pdO0gWHdUhv/FRL16/VA8Fchuw9UV8bLm15Yr3ueT/45OCp+sHEozVYfdqy/i4d+E/LdPqQJk2eyyKAQK4FCFZzvX1MHoHWECBYbY19ZBUIIIAAAggggAACCDRDwASr52uefnBih/Taek2+dKHuKDWRIZdo28UTNUR9uuXS+dLZBKvN2DeuiUArCBCstsIusgYEci7QyGD1ueWz1XPaFZrw0ed0zehztM62m7JCW//xIEnu10ZdtEFXnNwhqU8bZk/Qkp/FJ8VfCz73uw2aPXGLxq431zCfe07XzO7R5CsmyIzgfHjHLpE1XPDlUZoTnV+DzTXXWSpdWGwONRi+/yGM52aN23qejG7tP+o9fu1n3IgRn1s+WpuP3qrzDqnB1Z65RqN/Oi74/qjBeAyBQI0FzB/UIzY+7Iw6b/qT+lYt7v+K5vqsLjvvfh17zfn6TEXnJQ5+5kp9aMPw4I/+Cgcy565cG5902Gr911kHVzhIbQ5/dNVIjX9qqjYN1KM202EUBBBoYQEnWH3nWS27/Du6+530BQ/+5Le1qutg7UGw2sJ3BUtDoDECBKuNceYqCCBQQqBhwaoTDqWFcX542jstCKSsoHT047M1YdNYbQgDyiAY7bzOHGuHsW4w2rdxthbrwiCctSC883vVXbfAMbgWwSrffwgg0MoCXmXSJk282Ko28sJFNSHQG2iwas7v1nyzX1E1Vfmb5wfM0mrLwvvcE+OrC2nLv3SRI30LHbZWGtmMkHtAk+dkBBDImYATrFY0dypWK+LiYAQQKBAgWOWmQACBpgs0Jlg1geli6YKgkjQtbCzyeVP5t7pzgy7U4kRAmghhPUkTsK5Wp1NxmhLi9husJs6zg+FgnmNHLNGSmyWNmhMHvonK2q6L5qh3k1+xqo2zNWFRWCPbpRVhqJsYz1TimvVOWCS3etbMYYZV52td16uQ7Jyj3kV+FW6XFzjbVb7+9bR8tM4xcw4+/OMkOWOXrto11wrHGHXRHHUu6tW49Z1a7VQAW+tz7nLfVVPWaV3SznbYNkcbpvVqgr3eqKrZHzCax6gudalXnd795Y/feVGvlizq9Na870Dd7WuZCyfcI8/kfpiK1X0TldH2vVLyPrLQqFht+s9JJlBCwAtWezTLqYq0As5EBeepJ//Ee1T00VUz9Zuhw9W90VR3mqrK4/SACTWdQNMKOs0UnEdHP6/u18wnjwqCTPPHefC5Id2arY/poKEL1f2y/7ipElW1UUVtsfmbz90gXek9plrmR7GA2TvVn1fvhCd17JPhmnu0+uLp6r3Urq4Nw4Xp6r3hfklrNd9bnxSaSWkekqlOvXqob2s+opBj35v0oSePa1rVbJl6HIYAAjkXqChYDfusDgp/RtIKIOfbz/QRaKoAwWpT+bk4AggYgYYEq8kQMxkQKi2Ei8PTyS8lK0/LDVaLHSdpoMHqxCXyq2X98beM91sWeGGfCQW9ytog2NQcbbhAWmy1BPCOU9D+IKi+ldf24BW/TcKUFdrQuTqu0nUqdP1fRFOv6/kqCG7jgNgPGP2w0WsLEFUEd6t3YhxImypfpzrY+lbxvmaN4Yebx+t43audUduGIPQM1+d8q/nVxb3BscUcPNcgkPSNC9frzMNbb28QQrvje2sciLu5tBNsxu5++B17hv8IEN4Hm49eIc2I12qGSl1v4j5yyAhW+WGddQGrn14cAppJ+0GgwrYAVvj4VxtHanwQeg7xwlcTNi6T+XwYEHqPsit8lN4PKNcf/hNdqfka8fJ0Lyx0K0LDQNcPaYtd13s5Sn8VtdUGq/2Ese56ktW1VrB6abpZHJ7GHmGYGt8mdgXYQKt4s37zMT8EEMiCQNnB6vvbdc+/zNJSnat1M8fTYzULm8ccEMi5AMFqzjeQ6SPQCgINCVZNMHRTZ1zVmfhvJ2yKUK1QMqj2dB/pLzdY9cMsU/Xq92oNPlJ6rMZ9W/upWLXaCNjtBgqulVx7eP1kBaw1XjTGEVvjULBIEJwM8uI12nNPBKu93VavzrDC90JpqdWCocSN7QWa9hjevJ7Qntqpw61K4YLjojHdqmLnOHuN/azXHd8es1jVsrWgSt2LWIT77QWrjmd8sN9j1QSrbgV16npNVJ7WtoJgtRV+1LbNGqJ+q1516QitCR+tjwT8ClMToD4QPqJuBZmmsjR8AYrfI9Sl84Pb7cEj+8n+oXawalWtTg6pAAAaPklEQVSDFn2RSoneoyWC1bifbFgpG8yv4By3utTMe9bLn4/X7IXOKRWrRStZE2Z2VWpQpRpJJeZiHCPrtrkTWSgCCDRSoKxg9a0XtOzyf9Cc14fpK1+8Wt87dlhQ1U/FaiP3imsh0GoCBKuttqOsB4EcCjQlWE06JUI0vxrxZ5L16Hdh6FSLYLVUj9X+WwGEL6QqGawm2xvYgW64viJVld6Lj0zVZlht2U8Q7L4sqdJg1W/RYD/iH7UISOxVYWBqrnWrfq97dW9yXxOP7vtfdl0LgkZnve7+2EGyOw+71USp1g/By8oqcbfXZFVaR+0aBhqsWtW0BKs5/AHKlP2K0aB6NOawqy9XqtPuvxoc5IR9JYJV+/H2Qu4gvIxaBJQKVpPtCkpsXrUVq8les2HmGoTFjQpWi71MTE18iRbfJggg0PoCTrD63nbdsuxavXXKt3Xmfnv5i9/xsOZfPlOX7dxNp5/8I60+0YSq5oMeq61/d7BCBOorQLBaX19GRwCBMgSyFqz6PUALWwM0O1hNDQATlYYFFatBaDpj/BZNM2Fx2GOzSM/WMKiNQtKCYDU9CK5FsBrdLiXaJKQHq27Favqt10/Fao2D1Sikr9bd7q8aBLI1rVglWC3jpxSHZFnAD/GGuy+qih75N31EE4+1B4/L99pVlKUqVp1WAH5Vk90uQE6P1FLBqvWCLdMKoFTf0WqC1aCCNPnyKr/twFqvT2phsGqFzlE7hCJmQWDrrDvo3WpaI7itAIo8+l+0D26W7yrmhgACeRNwgtW3ntVlC7o1f+deOvO41Zr36cc1f/lSrXlvNx175PW67UsHa49ogQSredtr5otA1gQIVrO2I8wHgTYUaEiwmgjqko/+R/99Wo9mW4/E29tR0PezoOeoObrYY+AD6bF6jmS/BGqE1RM1JRBze6wGVaDb5ugmE6xuGuv2Xk0ZLz1YDfu6Fq617GC1WI/VG8dqy5et0Nbp0ep+UyR7rPr/vWeix2qKuTdUPz1WExW6ZfVYjXrFxi+vGhf0kXXvm6C9RCXuyb6o1vxr0mOVYLUNf+q23pLTH9nvCPqZmhdUmY/48flyKlaTL2tKe4lT9CKqIGzsVrdmv/aeTrZeqOVWcVptAGr18qpwWxMv6/JezDVduvqVaYlgNez1GtgMmap56lHn2f5LrXTYWs0P2iBU9PKqlJdVJV9u1Xp3IStCAIFmChS0Anhlvbq/s1C3hC+qkvSZw1brrrPsUNXMmGC1mfvGtRFoBQGC1VbYRdaAQM4FGhKsBi9a6p3mvohoiXl9vfmwqwntt8CHX/ZedCTvZU3ROeY062VJ/qFFgtW06st+X14VvLQomE/XlC6t0zi/P2ni0X23mjYI74K1jZrSJW3r1IVXjNbWaP6jNOe6sdoyIwhK7crUIMgraAVglpd46Ze9/vRgNZyPXwXsVwTHN234yH9U2Rl8Ka0VgKdsjzGlS103S+PWd2r1xOBRe3NQ0TYA4R5tlqas0zozj3DvzZeSbROSLzlLjBnNY1SXutSrzgsKg9XwJV/+fVOlexCmrvNsurTiOumc4GVZw2+1PK21OOG47VJivbQCyPkPU6aPQE0EeNlUTRgZBAEEGipQrMfq289cqZNWrtWjkjr/cpE2zj5RnYOS0yJYbehGcTEEWlCAYLUFN5UlIZA3gcYEq8k3qzdOKTWsatwUuJIjkNIDtVIlO4QtJySvdHyORwABBJoiQLDaFHYuigACAxJIe3nVHx5Zqq4HPqFrvzmxSKhqLkmwOiB4TkYAARGschMggEDTBRoWrHqVjrPVc5r/oqTGfDyna2b3aPIVE9TRmAtylX4FahSsJipnS1XY9jslDkAAAQQQQAABBBCoWiAtWPUGNO0ACipVw0sRrFaNzokIIOAJEKxyIyCAQNMFGhmsNn2xTAABBBBAAAEEEEAAAQRqKlAyWC15JYLVmm4EgyHQhgIEq2246SwZgawJEKxmbUeYDwIIIIAAAggggAAC+RFwXxBY6bzjFxtWeibHI4AAAgSr3AMIINB0AYLVpm8BE0AAAQQQQAABBBBAIL8C77+rP+x8p7r5D9pdH95zt+rO5SwEEGh7AYLVtr8FAECg+QIEq83fA2aAAAIIIIAAAggggAACCCCAAAKVCRCsVubF0QggUAcBgtU6oDIkAggggAACCCCAAAIIIIAAAgjUVYBgta68DI4AAuUIEKyWo8QxCCCAAAIIIIAAAggggAACCCCQJQGC1SztBnNBoE0FCFbbdONZNgIIIIAAAggggAACCCCAAAI5FiBYzfHmMXUEWkWAYLVVdpJ1IIAAAggggAACCCCAAAIIINA+AgSr7bPXrBSBzAoQrGZ2a5gYAggggAACCCCAAAIIIIAAAgikCBCscmsggEDTBQhWm74FTAABBBBAAAEEEEAAAQQQQAABBCoUIFitEIzDEUCg9gIEq7U3ZUQEEEAAAQQQQAABBBBAAAEEEKivAMFqfX0ZHQEEyhAgWC0DiUMQQAABBBBAAAEEEEAAAQQQQCBTAgSrmdoOJoNAewoQrLbnvrNqBBBAAAEEEEAAAQQQQAABBPIsQLCa591j7gi0iADBaotsJMtAAAEEEEAAAQQQQAABBBBAoI0ECFbbaLNZKgJZFahFsLpt27asLo95IYAAAggggAACCCCAAAIIIIBACwqMGDGi6lW9+eabVZ8bnrj97ee196D9tOuuu1Y11i47duz4oKozOQkBBDIjUItgNTOLYSIIIIAAAggggAACCCCAAAIIIIBAPwIEq9wiCCBQEwGC1ZowMggCCCCAAAIIIIAAAggggAACCOREgGA1JxvFNBHIugDBatZ3iPkhgAACCCCAAAIIIIAAAggggEAtBQhWa6nJWAi0sQDBahtvPktHAAEEEEAAAQQQQAABBBBAoA0FCFbbcNNZMgL1ECBYrYcqYyKAAAIIIIAAAggggAACCCCAQFYFCFazujPMC4GcCRCs5mzDmC4CCCCAAAIIIIAAAggggAACCAxIoFiweuaZZ6aOuWbNmoKvbX/7ee09aD/tuuuuVc1llx07dnxQ1ZmchAACmREgWM3MVjARBBBAAAEEEEAAAQQQQAABBBBogEBaxWqxcLVYqGqmSLDagI3iEghkXYBgNes7xPwQQAABBBBAAAEEEEAAAQQQQKCWAqVaAdjhalqoSrBay91gLARyLECwmuPNY+oIIIAAAggggAACCGRV4E+/1OrlV2hdn3TAEbN12d8dqD2yOlfmhQACbSfQX49VE66WClUJVtvulmHBCBQXIFjlzkAAAQQQQAABBBBAAIHaCryjzcuP0lxdqf95irTqqvOl0x7Wgs/uXtvLMBoCCCBQpUB/wWo5w9IKoBwljkGgxQUIVlt8g1keAggggAACCCCAAAJ1FHj7l3fpukf+M3GFP+qpZ5/WuPNuUfcIqffW03XaC4dq8rC9Esf9tcZNPkmHkrfWcYcYGgEEigkQrHJfIIBATQQIVmvCyCAIIIAAAggggAACCLSlwKsbz9W03/53zRnZIf3vh7Tk39ZocyCxz0e/oK+PkDY/dpt+/H7wyb84U7f83TEarD5t/rf/pQO/dq269mlLOhaNAAJNFCBYbSI+l0aglQQIVltpN1kLAggggAACCCCAAAKNFTDB6kwt0C0nf0R69TadPm+ebi81hX3m67fzv6B99HutmzdXmkGw2tgd42oIIGAECFa5DxBAoCYCJlj9/fv/qf33PlyDdtm1JmOmDfLsslnqOeNqnfrRZ3XV4WdprX3gtFV6YubBktyvHTX3Hl19SoekPt0x8wQt3BqfFH8t+Nzv7tCskzZp/F3mGuZzz+qqmT360rJTZUZwPrxjF+rhgskepUui82vAYa5zqTS32BxqMHz/QxjPTRr/xNdkdGv/Ue/xaz/jRoz47LLDtWnME/raoTW42tNX6fAHxwffHzUYjyEQSBV4Rku+MlVz7a9Hf/w2ls35I73qS5s/2Mepd+LPNeewSgfxz532anjeMbppfgP/8E8JJiadstkPLqyPR1Z8Wsc8eaYeuv4b+mximeZr3xtWeE6lGhyPAAIIlBJwfma/84yuXLxIP34n/YzBB12km6Yeoj0IVrmxEECgiQIDDVZ32WUXbX/rF/rIoL/WrrtWl6XssmPHjg+aaMClEUCgBgImWP3DBy/r/93zo/qL/1bHZ3CccCgtjPPD056zgkDKCkqPfmSWTrhvvO4JA8ogGB2+0hxrh7FuMNp35ywt0NwgnLXAvPN79OW6BY7BtQhWa3CXMgQCCDRCwAvotFbvnXNIcDk/XLz9yMYHcwMNVs35H7/zIW8dC75aabAaBMwjbQv/c6p4rCp3zgSr10nLvIqu4MMLW+/TJCfgNfO6Vxq5RjrCWudT39WffX+Nd2KxMLbKWXEaAgggUFSg+p/ZVKxySyGAQPMEBhqsfjDo/9fv33pJH95lKMFq87aRKyPQfIH3339fb7+3U38c9IqG7NWpD++xdx0qV01gukC6OKgkTQsbi3zeVP7d2HmP5mpBIiBNhLAepQlYb9Rwp+I0JcTtN1hNnGcHw8E8x//NQi28SdLoS+LAN1FZO3XuJeq5z69Y1Z2zdMKCsEZ2qlaFoW5iPFOJa9Z7wgK51bNmDtOtOl/rul6FZOcl6lngV+FO9QJnu8rXv56WHa6zzJyDD/84Sc7Ypat2zbXCMY6ae4mGL+jR+LuG60anAthan3Ob+66atlZrk3a2w39convO6tEJ9nqjqmZ/wGgeo6dqqno03Lu//PGHz+3RwgXDvTUPG6i7fS1z4YR75JncD1OxOjRRGW3fKyXvIwuNitXm/6BskxkUq26M/1hWooIzqJA0Yd+d0qTt87zqThPiLdNcL9S0A0076DSc0desAFBhkGl97ltHHKM99/2cnrpzng7zQs1EVa1VUVts/uZzm+3AsYy9LAyYg5PMvNaP0G9nSDPDNQ9bq98Ouz5+BNYcao57/Hjv86u3j9DcJ/2AU4qrSlM9vPB0m74+f4S+lwxWZdZ+vTqtYDXan6H/w7tmHIr7V6w+7CgDikMQQACBQKCinzVhn9VB5mSCVW4iBBBonkC1waqpVH1/l/f0yp9e1F7v76s9/mxPDRrk/VCr+IOK1YrJOAGB7Al88MEHMlWr7/yfP+mdQW/oPb2lD0QxevZ2ihkhgAACCCCAAAIIIIAAAggggEAzBXbRLvoz/Tft/v5g7b7rn3vVqiZsreaDYLUaNc5BIIMCYbhqAlbz/5v/4wMBBBBAAAEEEEAAAQQQQAABBBBAIBYwIar5PxOoDiRUNSMSrHJnIdBCAmGgSqjaQpvKUhBAAAEEEEAAAQQQQAABBBBAoKYCYbhabaVqOBmC1ZpuC4MhgAACCCCAAAIIIIAAAggggAACCCCAQDsIEKy2wy6zRgQQQAABBBBAAAEEEEAAAQQQQAABBBCoqQDBak05GQwBBBBAAAEEEEAAAQQQQACBFhN48XYtvf3FoovqOGa6po/uKLngvq0rtfKhPpVzbPGBXtTtS2/Xix1jNH36KJW+Wn/2wVjaX5MumKT9+zu8gq+/eMdS3f6r2o9bwRQacGiffrZypR7s69CY6dM1qsrN8K2S03XtCu6b8D4seR+E86v9PoTz2X/SBZoU3TiV3U/FvxfCMWyPwLfP/96r/nun/1uinL0oGCXYCzOvMa+v9PfygEm64NRafkclrxrubfx5by86fqaVKx9Un3V4vEehrXW/Jn6eDdSWYLX/e4wjEEAAAQQQQAABBBBAAAEEEEBAlYVIIRjBaivdOgMPVsP7wYkROzrU19cnWaFpdcFqo60r+54o9r0QBptRwFdWgFy7dYbXD8PIKGgtFZRGweoX9alf/EivjrHD5trNzR7JsfvEi0GY2qlPdvTqF+bWMf/I85EHg38E2l+fO6ZP9z0Uxq1hsBqH2PtPmiTdfrvMPxm5YXll8ydYrcyLoxFAAAEEEEAAAQQQQAABBBBoU4EiIVKymjUIxhRUqTrh2TF+CPOgVVrmBxrJir1ktWFYsXq4DtcTeqLa851d219+rmJV4pq5m89Z1W92+OKfXhjQeJ8+YJIm6fZEFaZbdRhdPsXIqZzrc6vwUucRVDRGY3thmPwK3/iCGjN9jF5dGX+u45Od6vtFbxQoReHaZ/bXi4/a1clmL8aoz6tSdXazYMzIpuicgkrGYF0dB+yvF3/1ol/leHSfVq58VZ86pk8PWpXNJYNVb5+elzr6ZPLYcA8uOLUjqKgNAjcFVc6hZ8cn1dn3C/WWsim4T/193P8Fv/K6cC/MYPtr0vR99KBTOeme534vxJXeJf/hIfj+GvxXg/XGb94IhujQmEmf0vO3h1WaJe6zVKe4sjQZrLrz6StyL03XKKuS1tz3xqXzwA71/lJBJXMcwH9yeJ9+0WOtPvm9UlUlejh+GKwmvy/DnyHJfwiw/9vDGXD1NcFqm/7PIctGAAEEEEAAAQQQQAABBBBAoDKBZLDqPmbb8VP/8e6OkYdLTz6hPu9x+ziUi8KhKEwzwdD++swBL+pRc57XVsAEOQ9qH+cx8+A6f/7n0p/+ZIVx5Z3vVARGFW1DNVQv6+UgKC0+90lS8Mi6Uw3XMUaf2/tB3efNeZI+9YvbvdBx6DDp5e3BI9EHPu9XzkVBnh/8pF2nwwTRr4+JH6WOglU/ICo+jzAktIK1B/ex5mZV8CXmMaojCJj2toJYO+CyAnM/MOtLuHcoDMxcm+Jzilo4eOt6VWOCUNupFLQeLzftJfoPVs3+m7WHAZmpPJyufR40YVkYnPc5oWi4R6XmHAao/qPtflBrKjLH/N4PVouOYbeWsELxtO+F5OPnhVW8blgafe90jNGYvR/Ug+bR+44xmvTJ53W7qcrs9z5LOsUVpsVbASTuV7sa1NwnY17VyqBFQRishoFznzk2rCi1ql7j6yS/5yvtJxG3BOiIQvByg1WpYL1VBbvxT06C1cr+V4SjEUAAAQQQQAABBBBAAAEEEGhTgbRgNagOC4OxMFhNVGaG4ZAfKimoLPTP9YLF8LHdgqDDDVYrPd+tyAvXEAar7lZGQVgwh75ivUCtYNUOBoteJwq8EkZRiBxXkTohY1Rh6Vdcps1j+vT99aJVTer0vLSXlpyHFASXHVHlbhxSmRP315iggjQMVl33OFh1qo49t8I5RX14E8FqXLH6vD51TIcefCjuJ1pWsJq4x5xg9YJP6fmlt6svCr/jQM/Z9SI2ciqx3Xs0DFbdamt77A6NCdeS8r1Quq+n9X0WBNDO9074jwP2P1Ck3Wcp10+/b82NEVZLx2sq2OOiweoF+tQvl+r21+PAd//PjVHffUFl7QFjNOb1B73QO/zHlGKP4DvBZ6IdQRxAh0FqsiI1+TMq8fWwmjrx/T2QPqsEq236P4csGwEEEEAAAQQQQAABBBBAAIHKBKqpWI2rLYtXrNqP8tqVh0VeEFS0YrX/852K1ag3YxyslhVoJgKeeMzCilU3hHIrOKOK1eBRfC9YjKpbrZdzpQWr9jzsY6IWBlbA58y5SBsHp92AW9FoV+I6FatRm4GUitXBnRr8Rq/ecNoqWK0dwlYAUWVpcAceMEnT937QeclZFKIlWyfYY5cMVuN7z7uK/Qh6CZuwOtjsoxcUBtXUYWWmU7Ea3U+ue9gWwq1YTVQeey99K/JyJbtaueJgNaUyusCpsGI1+j6IQuVEZWkY6KZWrF7gtcOIX3Rnt0ew2xeUDlbTfiYVb5lgV6+6PVb9l9OlBKuJanqC1cr+l4CjEUAAAQQQQAABBBBAAAEEEECgYoE69Vh1wphibxfvp8dquec76y3SY9XUaYYVdlHVbJE3thfrY2qFdmnVfdHli1R1xr1bg6MSwWpHFMBZiyjS17V4z1pj+hnt/6tH9aL9yLqJ9cKK3DBoTPR29a8WvyAovroJ8Ny+reEawvA4PDZZlRhXHcaBazJE9R8OL3wLvNfL1ARmCZ+wp69bsWodl9Yb1wtcEzZJg4JQMn7pUexh5uVXyNodao3J4SOlJ550GtQGbS+CR+CTfYqDQT234N7uv2I1fjzfuc/CwL2MYDX546D4veS2KDCBZNwKwIS1iaDTaungjL+XpD9W9tKo4i0LivW2tcctfNkarQAq/sHPCQgggAACCCCAAAIIIIAAAggggAACWRFIDcm8KkM+EMiPAK0A8rNXzBQBBBBAAAEEEEAAAQQQQAABBBBAAAEEMiJAsJqRjWAaCCCAAAIIIIAAAggggAACCCCAAAIIIJAfAYLV/OwVM0UAAQQQQAABBBBAAAEEEEAAAQQQQACBjAgQrGZkI5gGAggggAACCCCAAAIIIIAAAggggAACCORHgGA1P3vFTBFAAAEEEEAAAQQQQAABBBBAAAEEEEAgIwIEqxnZCKaBAAIIIIAAAggggAACCCCAAAIIIIAAAvkRIFjNz14xUwQQQAABBBBAAAEEEEAAAQQQQAABBBDIiADBakY2gmkggAACCCCAAAIIIIAAAggggAACCCCAQH4ECFbzs1fMFAEEEEAAAQQQQAABBBBAAAEEEEAAAQQyIkCwmpGNYBoIIIAAAggggAACCCCAAAIIIIAAAgggkB8BgtX87BUzRQABBBBAAAEEEEAAAQQQQAABBBBAAIGMCBCsZmQjmAYCCCCAAAIIIIAAAggggAACCCCAAAII5EeAYDU/e8VMEUAAAQQQQAABBBBAAAEEEEAAAQQQQCAjAgSrGdkIpoEAAggggAACCCCAAAIIIIAAAggggAAC+REgWM3PXjFTBBBAAAEEEEAAAQQQQAABBBBAAAEEEMiIAMFqRjaCaSCAAAIIIIAAAggggAACCCCAAAIIIIBAfgQIVvOzV8wUAQQQQAABBBBAAAEEEEAAAQQQQAABBDIiQLCakY1gGggggAACCCCAAAIIIIAAAggggAACCCCQHwGC1fzsFTNFAAEEEEAAAQQQQAABBBBAAAEEEEAAgYwI/F/tDVkVNXWBm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4" name="AutoShape 5" descr="data:image/png;base64,iVBORw0KGgoAAAANSUhEUgAABVYAAAKjCAYAAAD2wVQ2AAAgAElEQVR4Xuy9CZhU1Z33/+2NrZulAVlkE5FNZBVRacVINIgLmBiXKDFRfH1mMnkSncn/7zuvy5PH5X1m3v/MaPLOknFEM4rGPQGDSGJQUVBQQUDZkR2hodl36O7/8zt1z61zb92qulV9a7m3vjd26K469yyfc+p21ad/93fKfvnLXzaDBwmQAAmQAAmQAAmQAAmQAAmQAAmQAAmQAAmQAAmQgG8CZRSrvlmxIAmQAAmQAAmQAAmQAAmQAAmQAAmQAAmQAAmQAAkoAhSrXAgkQAIkQAIkQAIkQAIkQAIkQAIkQAIkQAIkQAIkkCEBitUMgbE4CZAACZAACZAACZAACZAACZAACZAACZAACZAACVCscg2QAAmQAAmQAAmQAAmQAAmQAAmQAAmQAAmQAAmQQIYEKFYzBMbiJEACJEACJEACJEACJEACJEACJEAC0SOwevVqDB06NHoD44hIgARyRoBiNWdoWTEJkAAJkAAJkAAJkAAJkAAJkAAJkEBYCFCshmWm2E8SKB4CFKvFMxfsCQmQAAmQAAmULIFt27ahY8eO6NChQ8ky4MBJgARIgARIgAQKS4BitbD82ToJhJEAxWoYZ419JgESIIEcEPj8889x4YUX5qBmVkkCqQl89dVX+Oyzz3DbbbehdevWxEUCJEACJEACJEACBSFAsVoQ7GyUBEJNgGI11NPHzpMACZBAcAQoVoNjyZoyI7Bhwwb06dOHUjUzbCxNAiRAAiRAAiQQMIFCi9XGxkbIV1NTk/pqbm62v2SoZWVl9ld5eTnkq6KiQn3xIAESKAwBitXCcGerJEACJFB0BDIVq3Lr9vz587Fr1y41liFDhuCaa66x5dgrr7yCW2+9VT138uRJfPzxx1i+fDlOnDiB2tpa1NXVYdiwYZBoxS+//NKTxwUXXIBu3bqpdrwOqX/Pnj3q+YEDB2LMmDGOYvPmzcOBAwfsfugnpS9nnXUWzjvvPM96dZ3mk3379lX164jKZP3u3r07vvWtbyXU+/7776vxSrty7vbt2zFp0iRHObOMfL979+6EejRTeULGsXLlSuzfv18xHT58OC699FL7HK86pH9SRo9D5qlTp04JfVm6dCnWr1+PiRMnqj77Yae5bd68GW3atMHIkSMdLMzxSX1SftGiRVizZo29hsaPH2+3p+u78cYbHdJV+MkhPHmQAAmQAAmQAAmQQFAECiFWRaSeOXNGfYlMzeYQwVpZWam+KFmzIchzSCB7AhSr2bPjmSRAAiQQKQKZiFURpf/93/+NyZMnq0hDLU5FBGrx94//+I944IEHFCMRgIcOHVKSTYSeSNm5c+eq8yWv5sGDB1W5VatWqX/PP/989a9+TsSpCD73IW1LXW+++Sbatm2Le++91y4i7T333HNK5Op+yJPS15dfflmV+9GPfuQ5h1oam22KaBRJq29X12PSfdUViVA0RaR+XASmSEPps5y7YMECXH311Q4ZbJaR70UWu+uS8+UQSbllyxZ897vfVXlJZby///3v0a9fP1tmetUh4xAm5jxJn++66y5HftOnn34ax48fx/e+9z3V53TsRIJK+8JMhLXuz6BBg2zZa45Pz8/ll19uM5C+ffjhh3ZfZB5eeuklJe2nTp1qz5Xwk8OUyJF6MXIwJEACJEACJEACBSGQT7F6+vRpyJeIVfchkanpDolm9TpErFZVVakvHiRAArknQLGae8ZsgQRIgARCQSATsSrCSyINzehJGaQILy27TLFqCjUNQ+qQQ0s7fb5bmCVry6xH+iJyViSjFpEi6UT2ffHFFw6xKo+L3JWIUYlA9ZKgydqcNWuWkoYSKZmp3HOLVRGLIkZF1OoNm9xiVYtY9wKSc0UOixg2c5KKNP7Nb35ji0kv7lKXOTfy/ahRoxQHHfGrJamIbbMPqdiZbHR/pZ/vvfeeLUXN/kg0sdmmPkcLa4nm1fMgIlginHWEcabsQ/ECZCdJgARIgARIgAQKTiAfYlUiU0+dOpVSqOoUAO6UACJcdQoA+VcOecxLsopgbdWqlYpiDeo4tnYuPsAVmDy4nV2l12NBtafryb6NY1gz9wNgwmQMqU7Sq12f4Okt/XHvxd2D7rZHfT76g9345OlN6H/vJchHj/Iw6Mg3QbEa+SnmAEmABEjAH4FMxKoWeBJJOGDAAM/8mO6IVbllfezYsaqsl8yUXnoJM79iVW5xF0Gp5aCIPhGgb7zxhkOsSiSmCEmpd+PGjQm3wEs/krUpuUDlNnSJnsxU7rnFqrSjo3d1NKZfsaqlsTuVgNRpCksvsSrnykZROrpX5ummm26yxyV1SBmRohKBbIrVVOx+9atf4a/+6q9S5kk1+yPl3VGy0raOZP35z39uz4NEwUo0rBbJmbL39wpgKRIgARIgARIggVInkGuxKu+hRaqah45O1XJU/pUoVrlzSL50VKs8rm/5l7uNampqlDTVglXq9BKsErkq5YM4CiVWs++7H5GZfe25OZNiNTdcc1crxWru2LLmgAgs2vgp6o80+K7t8gHj0KWmc9LyDUf24cONS3zX162mC8YPuMh3eRYkgbASyESsyhh1fkzJpykRhSJZzfyYpliV8iLD1q1bp3KyeuUD1WXkX/MWb307uJvrOeecoyJmtQQV+fb2228r+abFr8g5sx9SVtINaCGpRaF7J/pkYtV8XN/O7+7XhAkTPG9R9xKrMk55/MILL1TRmG6xKmzN4/bbb7dTCbg56XKmdJT63HUINzNvquZjilFJ83Dttdeq3LVarKZj555vr9eBOb5U5fVzbt4yr5JOgmI1rFcZ9psESIAESIAEiptArsSqiFJ5H2Pe9u++3V/L1CNHjuDo0aP25lXJiIlU7dKlC9q3b++Qq1LeLVhFvopcbWn+1fRiVaTgLKxQnR6BqRJ1eXQN5i4Arpg8BLE4V1McmuUBjJyKey8GPpm7H506L8CCfRMwbfIQwI6UPWzUL7e+xZ6XencvfhpLO01zRNMCllgd2x+bPkvSBztitT3WzJ2JBeqmuj6YcIeOcvXqo8SSej++e/Fc7O9UiwUf7MeE7/bHpq+B/vsWYEFnGZu0YUXQHv4ET8+OkVItXiF9R7wPamy1WGHz1HwYx1psVxGK1WKbEfYngcAflr8DkZt+5GqbqlYY2et89OzYIynJbw7uwvIdq3DitPMvhV4n6HZvHHkNZ4YEIk8gU7FqAhHJKpGcsjmVjlpMJs7kTaVEfkrUpJl/U+prScSqSFYRpXJrvQg5vTmU2Q+J5pTb7+UWdzlE8l511VUJmyClilgVTtJWpnIvmVg1b+v/wx/+YIvMZLfxJ+Ok50Nyr4oo1tJWi1F9e7+ZLkHO0XyETe/evZW4lTQDEtHqvnU/FbugxKqsj6eeekpFGbvnQYSvSGGZWzmYYzXylyUOkARIgARIgATySiAXYlVu/ZcgBC07vfKnyvufffv2qQhVEaw6FUCqwUs9IkrlfZ/sNSCCVW79Nw9TsEp5kastSQ2QTqyaclO+n4WpuPeC/cnF6tFjOFbdzhKuOrp0DA68OAuYci8usT7W63bHHJhpyFMpPxObznXLVJOAf7E6rdNSzDwwRqUEkPZmft0/Jm09+zgZQ+DV98mo/dIat6QWEKn84ib0tyVtkjE6yhniOVnbydIa5PXVwsY0AYpVroWiJyBiVY6VB3em7evwjmfj4nNGpRWrizd/4bs+aZRiNS16FogAgUzEqkhFHT1oDj1ZRKJIt/vuu89xm7iXvGypWBWpKOkApG5JAyBRoFr46ShW2YxJHyI1RfC6N7FKJlbN2+yDEqtalNbX16s33VqEphKrWpKam3XpMYlc1vLUXYcI7YULF9obcJliVac5ELGqNxrT53fr1k3lbk3FTqde0HlQdX9EhuoNtsz+eOVklXNE0EtfJD2Cex70pmci5LU8jsBLj0MgARIgARIgARIoEgJBi1W5jV/e39kCxtiUSgtWeY/a0NCgolS9NrJKh0bnXBWx2rVr17TRqyJXs93YKp1YjYnEBdhmRJKqx5JGrFqj0+epSFERq84co6ZY3dQvUbiaOV+dvPyLVRUpq6JDrUhbN3hHH42cra7HRazafUwYu1OsxuNVpTEdJeuRCiBZ2+kWB5/PCwGK1bxgZiMtISBitWPbGuw+sg/rj+z1rKpPm/bo1Lq9es6PWJ239kNsO3EYtZWtsf/MyYQ6pT55XtfrV6xKmoFTjc5IWB09az7XqqJV0nQFZrma1jVo36bG7t+pM6fQcHSf/XOX6s5oVen8q6Q8efjEERw5ecQxrmzK+m3Pa9y68VRj9eqn1FXTpgbtW9ekTOlgDk7q2dKwFSfPxNhLKohzuvRNuuzc41LnJGHpVVbakX6e3Sn2J9RUEdLJOiHnb27Yigv7jfL98pBoa/ex88AutUbkK9kY/DaQiVjVeTDl1nSdL1Vkn+zg7hWxKkJSDjMnqDwmckxu7dZHS8Wq9EHSARw4cACSBkAOLVZ13lCzPXle3/Zu5n31Eqt6x3o9viDFqu6H9FvkpcjNVGJVysvznTp1SmAqdehNxbzqEKEpotRrkzFJByB1ShoA4aHPF65atprryWSnpa2WqFJOGG3dutWzP8L4zTffhNca0gy85kHkuURGjxs3jhGrfl/cLEcCJEACJEACJOCLQJBiVSJVJQJVH2akqvn93r171XtXKd+SQ4Sp7Dkg0atymNGq7tQAUiabyNW0YlUPQItAubU/RcQqJKp1ub6lvy+2qtvkCyVW9S321i3+lhw+7NlHKzI1oe+xx/2J1aXoZEeymjMfF6vefFJsxNWSBcRzsyZAsZo1Op6YLwJa2n2wcQn2njjsKUJFkH5nwMW+5JIWZWt2b8DB40c8I1cH1nRFm4pWGNX7/IwE37rdG7BoyzJb2l7aa5gtzuS5pTtWqTFIXwd1P88ToZT708bFapwidm8fM9WWpyIQF369BJ/u3Yxv9xqO4b2GOsSrrlCnO5BycqQrK2y1tL6sxyCM7TtK1Svtfbb1C3y0ax0u6noO6s4d59meHpvUIXPRu7qLavfAycNKeCcT09JPM3pYIo5PNJ6y+3JtvzFpxaO0/craBZA5G9ilL7Yd2KXm9LsDLsEFvc73ZGxylAKpxmYykLJ6bcj32482qHmSMV8/+PKUMtfdkXdWzVfzeM/Ia32L2c+3fIGPd3xlrw39xwThLH8I0HOdbU7gTMSqtCWRhe+++64ScfJGzn1bvXlruPwlXm5zlzI9evTAwYMH1e34N954oyOKNZlYFWHrdYiUk2PRokW2vJOIzX79+tnCUffDjOQ06/LaCMorr6s7h2yyHKtSt9zG7j6SpQLQ5URePvvss0o0+hGrmqlm6cXUS6zqyF29cZRXqgQdCavPnzt3rh0Fm4qdZiJ5XKU/Is61pJXz3P3Ra0jWhBzuNeQlVqX/InSHDx9OsZqvX8RshwRIgARIgARKhEBQYlXnS/W6/d+Uqk1NTSofvkS2em08lQl2nXNV9jLQRzK5Kn0QuZppzlXHLfKqEfN2/Fh+0AOjrYhSyV26rBOmTQA+ePEAxli73Ks6PqhV+VeVOJR0AY7b5lOL1Xge1QxTAfzeuw/drRyrUzErnmZAieFYee8+Jr/l379YNdIdOCJbXWI1gQ/Faiavi3yUpVjNB2W2EQgBkUpvb1matK6HJ9ydUTtuqWee7CelQLLGdD+lDrdQlOdE/KWLgJUoXZ36QKTfNedPtJsT0ffUkleRbrwyvmeWv63OS1dW1yll3UJSi957x93sGR2rO+Y1bumDCOwrB12WdG68+qmloxdDsyKR5P+4aKYS0D8ed7P9lJzvJ9eu5uNHbj624FlVv1lW2p+/7iMlSEWu/mjMVE/x7B68yds9v+kWsV4bbun85Y5V+P3GT9Tptw6ekFTcp6o/U7Gq6xL5JYdEQbo3gXK3J1GPItxExJoRounGzeeTE9BMRVRLGoRCHyI+Ja1BJnOs15AIZR4kQAIkQAIkQAIkUCgCQYnVY8eO2bf1e0WqymMiPaXczp07WxytKrxEkko6gJ49eyp8XlLVfExSCFRXZ5qsMyYzYxs8WYfacMqK9rRvWZfn4htAxWSqddLIERixHOivRKuxAVSfCZigNqwahaHbmjDIErFSUzxSNsvNqyZMRt/tSfpgb16lUwHExjXCzvHq1UfXxlJ23yfgms4LsFOnK0iaCmAyhjg2rzI3y7IYI3kbesOuQr1O2K6TAMUqV0RoCJSaWNXRkDJBbokmki+dLM1ErEobWma6JaXePCxdFGQqoZxqkXn1U9eVTjrqcyWK9LYxU+xm5HF3GgWvPnjJ0mR9TVZWy12veUpWlxl5KmXuG3eLLyErZZOJVfM5Nw+/L/Jsxarf+lmOBEiABEiABEiABEiABIqZQBBiVf7IfOpULEVZMqkqz0m06uHDh7F79+6scqu6OYpYrampQa9evdRT5gZYySJXJdeq/DGcBwmQQPYEKFazZ8cz80yg1MRqn049sOfoPhUNKYcZhZgLsSr5Pl/46l3Vlo7K1JGVfsSfl1jNpp8iKl9aOkvd2p4uklTSRPz70j+oPkt0qzCTvKd+c40GIValbS0700XY6pfMb5e8hm8NuBh/XPuhuq1fUjWkE9f63FRi1XyNpBPvXi9fitU8X9TYHAmQAAmQAAmQAAmQQFERaKlYNfOqppKq8pyIVcmtKumgstm0ykusSsTq2WefbT/lR65mm2+1qCaOnSGBAhKgWC0gfDadGYFSFKvDe52PN1e8o3KOyq3mPxgxWW3MlI2w9ENbhJ8ITcmzKrfvC3ORu2YqgmT1JJufdILPjFgVwbh09zrVhN/b6l9eOttzUzM/t8MXQqyKwBah+tPxd2DRxk/xlx0r1dymS7VAsepnBbMMCZAACZAACZAACZAACWRPoKVi1SsFgBas5r/yvcjUoMWq7H2gc9frKFUvuWpGsEqka7t27bKHxjNJoMQJUKyW+AIotuFLPs+vG7biwIkjapMnU65lK1YlAlI2fJKd3E1BWOw5ViX6UnaMl6jM362Ya2+SJEyCzrGq14GZp/OB8dNU5KhEVp7TpW/apeKOWNW3yGciVn8y5kY7AjXV5lPuzoisFE564yp5XmSlyMtUR9Bi1U/kqaRckENywEpEsGy8JYcfESzl/ESsutM5pJ08q0CpRaxKdMCJEyfURlE8SIAESIAESIAESKBgBCTH4+wVRk7HgvUk84bD3HeP0bZErMoGVPLeUg4vmaof189JxKrkypfNO4OIWNWbV8k+BsmkarKUAJIOQNIC8CABEsicAMVq5sx4RgsIpNrpUCTTyh2rcfjkEXszoDvHTLFzT4q4m7tlWdLWH5pwV8JzItteXvGOkpJyTO43Wt0q3rNjD4hYXbJ5ub1JlHmy3NI97pyRvndrN8/V/ZQ6po6c5OiTPLf9wO6Ex90dn7V8Hnp36q7EqhzS1xnL56rvJX+mRLB6jdesxzwnXVl9nsjQ/7PoRfWj9F92m//RuO/7mnGvcUsfhHWqw91PXY+IUXP+veqQ/opUHdT9PPtpmfP/WDpL/Zxu3I8veE6Vmz5yctp+JitrMktXj6zxXy15TbHVhzCWKGGRoX5Yy9qQjc1kLev1oevSz9X1GJhyw7Bk81FKYlXexP7mN7/BVVddhTFjxvha4yxEAiRAAiRAAiQQNQK78cl/zcbKEVPwP/TmO4UY4q5P8F9vrcTwG/4HLkn91tnoXZj7XgjI/tpsiVhNF60qQtUUrvLZ+MiRI9ixY0cgm1eJGJXNZGtra9Vg3XLV/FnT0I8xatV7fZjpHPytIJYqRQIUq6U463kccyqRqn6RnDwKiVL9cvd6bDtxBH3a1KBvp57o1bEH+nXu49iFfunW5SnF6oOX/9gxMpFYb69+DyfPnFR16+OCjj0xdcQk7Dq4G4u3fIEvD36TQETKXNxvFHp0tHY3zICZ7mdtZSvcc9H3HWOYtWKeygM6pu/IlDV6lVtfvxGvrv3QPs89XneFMr4ZK2IyNl1Z89z31y/Ewl3r1UMi79L1VZ+rx6356sdlLJefexE613T2HLO7nyIqX142W82Zuy6vMcocynzqQ+b915++rtbSnRcll8L7RMAum61Omz5ictq5fuLD33qW1bzGdu2HSUOvTDmvwmh9w1bcOvoGu5w5r376ITxlzbrnRtfjte78Lt+lS5eWjGT85JNPVITAd77zHb94WI4ESIAESIAESCByBOqx+JmYWL1nXLeQjS7MfS9e1GvWrMGQIUMy7qBEnIpYlSNdtKop62STq82bN0OiXVt6tGrVCt27d0fHjh1VVe4UAOlSAkg6ABGspXqkkqgUrKW6KvyNm2LVHyeWypCAW6i6fxb59fnW5Vi4ex3GdjkH/bv0URGDNa2rk7YkUuqdrckjVv/XZU6xKtK2dWUr/G7ZbGw/cVi181nDZnWL+ICOPTGi11AVsfrloZ0JbV7QIRax2qND5mJV2v31p6+pOnu3aY8LusWiKTc0bEPDycP44egpKccp57+96j10r+mM8edehKqK+C0ZH6xfpJjJ4R6vOYjTjaexcscqm9cd539biWo/x76j+/GbZbGIz59ddHPKvpr1ffL155i/cyXOq+6KCQMuUqkXJHp08c5V+OtLfuDZtLufd4vg7NAdW/Ztw4ur/qLOuaZvcrm769BuPLtiriqjo1YXff2pmudUY5Z2RejP+nqxamPquRer803WZofNOZWykudW1vDqXRvV+pG1deWguqTnS13C9Y+r56Nfx564YuB4u3qzbll3k4ddmbKeV5f9ERuO7kVd90EY3H2A4ry5YZtaF7Lerh86EZ2rY3+lzvRoiVjdvn272lG0a9euKZvdu3cvNm7cqMpIcv3zzjsP8iYw2ZGqXtlF9eDBgwmnyl/qveqUulId+jxdb6rx6Lr0OfKmuL6+XkUJuNuW5zZs2KB2fZVjwIABKTm5GUmqAmGV7aH7Jm+yveqR9vRta2YbvXv3TmgyGzZSifAy29dterXhZpmKrawlqUsOWXvCSvNPtj7MQek+JWOQbk3rNtzznm6tSR9k7O6xuTm5JyAZi6DXTLZrjeeRAAmQQPgI1GPJM7OxYuQU3HNR+MRqePtevCslW7Eqv6PlSw53LlX9mNfjkg5g3bp1gYhViViVNADyniidVPVKCSDnt27dungnJ4c9SyZO3Y9TsOZwEkJcNcVqiCevWLueLG+Lflxk26sr52FApx64tP9FvsXdsq0rUorVv7/sRwlIRGb957LZKvJxQJc+mPX1EnSqbI0DZ07irhHX4NMty5NGrF7ULzuxKp0Q4bdix2psPLhLtSXHhV36YWzfkWmllwjKPUcb1DlDug/AwG4DHOOS59fv24Ifjv1e0iUg0YtrdsfklT7qJGrUp3ATgdu6ojUuOfdCX8tMOC/8+tOkZW8Y7h0VmKqf0odDVqRxsr4fOXEUn29bjlWSl9fifF5NV4zrOyKlSPbqbyo+5pyYgzyrugvO6drbl4B/a+Wf7FPNeTUflwJSZzLuXrzknA5tanB2x+4Ja8XX5BmFli1bhtGjR2d6mhKlf/jDH9R5P/3pTz3fkJ08eRJvvfUWtmzZov6SLsJK8knJMXHiRJx//vkJ7aard/Hixfjoo488+9uvXz/ccMMNjr788z//c8qx3XrrrUp2mfV6jcfslz5HhNgrr7wC/bNuaNWqVZg/P5ZXVzYSEIG5e/duePXPi5GIY9nU4KKLLsKECRMynhs5YcGCBfj0008V92nTpiXU8frrr6t58Trc7WbDRuoV9pdddhkuvvhi1Yxu88Ybb1Si2TzcLL3YikicNWuWYiMs5dDr6bbbblMfKFKtD92e7lMqBvIBQ/rpJYFnzpyp5tPNKd1ak/b/7u/+Tglnc91IfXJ4zZM5l3pd5mrNZLXQeBIJkAAJhJJAPZbMeAsrR9yA6ZZYrf90Bt7adxlun1SLlfKcPa7huGH6ODj1q3W+Ofbecu5gtLUf8yhjtKeK7V6CGX9cieHXT8c4FdeR5hyrfLzZ3rjsB5MwWO8/5H7e1d7xdfPw0oe1uGH6cOyf9xI+sv/27KrH6Fu8LReHhL5LyeNY66hXHnPz88GlAGsqW7Eq0aoiSU3x5r71X4ajH5N/5fOxvDeU92Fnzpxp8WjLy8vVJlR9+/a1+6EFq9dndHdqAH1+izsS0gq8pKl7PvXQKFhDOsk56jbFao7Almq1qfK26Ode+OxNFUF608A6hUmi7XYf3YftJ45gUt+RGNVnhHpcbgl/bfkc3HHhd9XPEtl35GT8ln43Y6/o0gUbPsbqhq2YPLAOc9cvxLf7X4Qvdq5Bm4oqfGvQeJUOQNe55+h+FeHaoXU1alrXqFvDU0XQluocc9zRJfDFF19g1KhYXt9MjnfffRcieORN4ZVXXomhQ4c6Tpe/3ou4kkNkp46alMdF+q1cuRI//OEPE6I409W7ZMkSLFy4EPfff7+jva+//hoffPCBkqrf//737QjGJ598EnV1dRg3blzK4el65Xyv8Ui/JLJAxnzLLbegV69eKjfWq6++av8sDUiOrnfeeUfVYXKVsiIFRQhed911dl9eeuklJQqnTp2q6tSHzMt7772HsWPH4vLLL89kalTZ5557TkVyCud77rknIWr1jTfeUOVuuukmu26ZG5HCixYtwqBBg1QuWjmyYSPnudlLm1u3blVzJH0yo3zdLL3YyvmSyuGOO+6wz5U+i7wX0fmTn/wkgZPXOHWhZM9JRKrUKfPirlOee+aZZzB8+HBs27YNd92VmOdb6vfqv27X/ZxeM17zZM6lno9crZmMFxlPIAESIIHQEqjHp8/NwZfDr8NdY2PKtP6z5zBnf2/03t4JI++6yBKpx7Huzy9j4fYLcJ39WOK5IhQd5Y6tw59fWQhcdhuuHqhVq8d5uz/Fc29/iQuuvQsXtfd5DrzaB46v/zNe/giou/VqDFKiNbGcLiM3p8BqBY8AACAASURBVPSr0+Wssa/sbZ8bK7c91i8lfD04mH03y6AOt109yBbMiquuG37HmP+FtXbtWgwePDijhiUNwPHjx1NKVa9oVfl8LH8sli+RskEcsoGVvMeU91ha3kq9pmB1f2Y3pWvbtm1LMh1AOoGa7vkg5o51hJcAxWp4567oep7sAu2+DeE/F7+CA6djUZxyDKjugqHdzlW3NO84uBvXXRD7AL965xr1b21NLdbXb0J7JTyrcV63c7HvyH713NLtK3HVkAkqQrSmVTVq2tTY9cpjL3z5Z1zdZyRW1W9En449MLBbf/XYDy+42hFl+OGGT/BJ/Qac36GH3X7RAc5Rh77YtlJx33l0P24adhU612R3G3mOulcU1S7etBR7j+5TjH504VRH3tyi6GBAnchGrIpc/I//+A9MmjQJO3fuVLfD/+AHztQPy5cvV2Jw+vTpCVJPzhfxd8EFF6iIRn34qVckn4i/++67L4GAvEGV6L/x48fbIvWpp55y/JwMm65XhJn049prr3UUlU2vBg4cqETlzTffbIvV1157zf5ZTtDlvv3tbyc0pdv467/+a/XGV4TavHnzVKSiVzoFXd6LYarpF8k8e/ZsxV7koaReMDnLuW+++aaq4nvfS4yC13Onx5kNG6nbzV7aFDEqURoSVWEyFtlosnT/7FWfZiBlJVJVonvdHFONM9VzmqFmoNuSaGlJ8SBCesaMGZgyZQrOPffchOnw6r/ZX3OsyV4PUt7dj1ytmYAuJ6yGBEiABEJCoB6f/vZtfHXBtfixLVZ/i7e/BIZN/rElE62h7P4Uv537Vfxx9fMBjL/5agwys5kZ5YYd+jNeXdgJ1/5YC9pYXcfWy+OIn5vNOSJMXX1XEvW3b+NA3S24eqAOX01sL9b+DvRylcPRdfjza4sA9fgRj/oBZ5l2gJuLVUcnNz+j7jos9MelAKsoG7Eq+VHld7h5mJGp8rj5s/5ehGxDQ4P6ku+DOESs9uzZU73n1mI1XVoAs135Y3eqNF1B9LFY60iXG1fPo9e/xTom9is/BChW88M58q24dxyUAbv/Knb06FH1l7xd+3dj75EGtG3VFl3adUbbVm0Un+37d2DLvp244OzBWLr9K+w4fhCDO/TA2kOx24X10b+6CzYdbUBNRRU6tmqnysn3RxpPY9qIa1Sx02dOY87aBer5mqq2ONV4GnUDLsK8NR+gpqqdaqOqvArtWrfFF9u/xJf7tqNX247o1f4s9Vjv2ni0WKrJk3Z2HNiBU2fOoH/XfqiqjOdDDcOkC/P3t63EWa3a4pJ+o9GxbYcwdDuvfVy3awOW1G9Q6+PivqPU+ojqIVGYEp2YybF+/XolGEXKSVSfRGhec8016NSpk13Nn/70J/UG7Vvf+pbvqv3UKxGVK1asgNz67XWIdJWdVvUGVS+//DJGjBjhmXbAPF/XK9GhH374oRqbfoOpx6ifkzQGkl9ThLLc8q9/Fpkm5+qf0w38/fffV0WSMZJoTJF/fvpvtiUM5BDBbDI1y6RrW9oVYShRt9mwkbbc7HWbEpn7+eefq0hcHaXrZun+WeqbM2eOzau6Onlubr/jTMVANpSQzc7c61q4iHwXyW5yds+1V/91Ga/nPvvsMxV1a0YzS3n34+nmLds1k26t8nkSIAESiBaB/Vg9ZxG+HjAe1w2JBRfsXzMHizaei/HXDYUj3ODEViz5y0q0v/Q6DPXekzWGZt9qzPn4a5x76XXof3QJ/rJiD84a8W2M6xP7zON5ZHMOEvtutu3oo9V3WP04sU36BQz/9jj0dXQrVudhKVe9yR6H3/GmLGf0YQRW+ONSgMUmd2DpNEN+mxepKmI0XVSj3Govhy4nn5flDpj9+/cHJlZl8ynJsyqRp2Y7XikBpC/u4Cg5v1TzrOq5EW6Sb1YYyvtMtxQ3y+k1wtQAfl8t0SxHsRrNec3rqNJJVfkLnvyyGDZsmIpqkw/opXyxzuvksDESIAESIAESIAESIAESIAESIAESIAFfBESUy51CcjfZV199hdraWiVak0Uhm7LcVwMsFDkCFKuRm9L8Dsjr9n95THLE6L+K7dmzR93m6XWbaX57y9ZIgARIgARIgARIgARIgARIgARIgARIID2BF//zH3DfQ/8MSbFgR6WOuB434I94a0U8+ljVNHIqpnVaipkfbHNW3GcCpk0egna7PsHTs1fEntOPyffm4xiBqfdeApWumEdoCFCshmaqiq+j6aSqyFW5tUF2fP7bv/3b4hsAe0QCJEACJEACJEACJEACJEACJEACJEACSQj8y7/8CzZu3Kjy1u5d+hccHPYdDKkptyNY5bT6JfNwYPhkDHFlqDq2di5WdJyMS3rsxidPL0WnO2Jldi9+Gks7TcPkwYfxydOzgCn34pIegJSf+XX/mIjljISGAMVqaKaq+DrqTgGgI1RFqOov2UBGpKpsTMODBEiABEiABEiABEiABEiABEiABEiABMJCQPZ0kI1YuzZtwfwjF+A7g6oh+XLt1AD1S/DOwRGYPLidI88ujq7B3C9rMfni7rGo1C39ca987zicwjV5ubDQKs1+UqyW5rwHMmpzd0Hz1n/5XpJ3y7/ffPON2i25TZsUydoD6Q0rIQESIAESIAESIAESIAESIAESIAESIIHgCMgG3Pfc831885fj6HfnWPSoqLDFann5HiyZsQX977kY3cvKDLF6DGvmfgBMiEWoSiTqBwdqgeUrEEsUYNzyz1QAwU1WgWqiWC0Q+LA36xWtakaqarkqYvV3v/td2IfL/pMACZAACZAACZAACZAACZAACZAACZQgge9NGIxNtRPx7YHVqLDEqkStntjwZ3xUNgHXDK62parKxeqKUFW3+H9Qa+dPjd/yX4sVRooARqyGc3FRrIZz3greazNaVW9WZYpViVg9c+YMdu3ahVdeeaXg/WUHSIAESIAESIAESIAESIAESIAESIAESCBTAnWDBqHztyZjUPtKQ6yexIZ3F6Ls8mswpCYerSpiVXKobuoXy5sqh4pYxRUqXYA6RLwu64RpE4APFgBX2DlVJTXAJvTnBlaZTlFBy1OsFhR/eBvXYtX8V9/+L/9qsSoRq6+//np4B8qekwAJkAAJkAAJkAAJkAAJkAAJkAAJlCyBgQPr8K1rxqCmMiZW1deJjXj34zJMmDQE7aw0ACpaFbux+L82O+Wo5Ft98QDGWMLUjlgVsWo8roTrbNiRrSULPGQDp1gN2YQVS3fdYlVHq5pSVUesvvHGG8XSbfaDBEiABEiABEiABEiABEiABEiABEiABHwT6DzyKvzgssGorKxUX0qs7l2K/97RH9PH9YhvZCVi9egavPNhmRGFGmsmlg4glmHVzLHqfBwYMSUe6eq7gyxYUAIUqwXFH87G3flV3SkAdLTq6dOnVSqA3//+9+EcKHtNAiRAAiRAAiRAAiRAAiRAAiRAAiRQ0gS++93vomfPnk6xakWuSq5ViVTVXwIqFrnKo1QIUKyWykwHOM5kYlVHq8q/IlUlYlVSAcyaNSvA1lkVCZAACZAACZAACZAACZAACZAACZAACeSHwNSpU5VYraqqsiNWJXJVpKr+0jLVFKz56R1bKTQBitVCz0DI2jelqnRdolX15lU6UtUUqxKxSrEasklmd0mABEiABEiABEiABEiABEiABEiABBQBEas9evSwxaqdDqCigmKVawQUq1wEGRFwR6tqqSqC1Z1fVacCmD17dkZtsDAJkAAJkAAJkAAJkAAJkAAJkAAJkAAJFAOBKVOmJIhVHbEq+VYlSlUiV+VgxGoxzFh++0Cxml/eoW8tnViV2//1lxarb731VujHzQGQAAmQAAmQAAmQAAmQAAmQAAmQAAmUHoEbbrjBFqtmOgCRqmYqAHeu1dIjVZojplgtzXnPetSZilXJsfrHP/4x6/Z4IgmQAAmQAAmQAAmQAAmQAAmQAAmQAAkUisD111/vyLEq0ao6HQDFaqFmpXjapVgtnrkIRU/8ilWJVtURqxSroZhadpIESIAESIAESIAESIAESIAESIAESMBFQMSqzrGqI1YpVrlMNAGKVa6FjAgkE6s6v6rewIpiNSOsLEwCJEACJEACJEACJEACJEACJEACJFCEBK677jo7YpVitQgnqMBdolgt8ASErXk/YlWkquRZlX8lFcCcOXPCNkz2lwRIgARIgARIgARIgARIgARIgARIgARAscpFkIoAxSrXR0YEKFYzwsXCJEACJEACJEACJEACJEACJEACJEACISZAsRriyctD1ylW8wA5Sk1kIlZPnTqFXbt2MWI1SguAYyEBEiABEiABEiABEiABEiABEiCBEiKQIFb3fI4nX16ECXf+T1zWuxyygVVZWZnjq4TwlPxQKVZLfglkBqB0xeouvHRLT9yBF/HNq7ejR2bYClw6zH0vMDo2TwIkQAIkQAIkQAIkQAIkQAIkUHQExE0cPHgQrVq1Qrt27Tz7J2UOHDiA6upqVS7bo2fZYIydfjl6V1WhquoUNsxbgIqJ38UFnSqUVKVYzZZsNM6jWI3GPOZtFAURq588gbJLH8LjHzfjwUvyNlRXQ9nJyV2/uwk9bwde3PYGbu8drr4XqrdslwRIgARIgARIgARIgARIgARIgARSERBhunnzZrRp0wb9+vVD27ZtHcWbmpqwe/du7Ny5E71790b37t2zBuqMWD2Fkyc6omOnSlRUUKxmDTVCJ1KsRmgy8zGU0hWr2dEtDrGaXd95FgmQAAmQAAmQAAmQAAmQAAmQAAkUK4F9+/Zh69atSq6ec8456l85GhsblVCtr69Hr169lFSVW/WzPeyI1ZOb8eeZf8FGo6LBU3+Om4e3V/Xv+PAxbBpwN8pmPIv5UmbYTfjFzcNRk23DPC8UBChWQzFNxdNJitXM5oJiNTNeLE0CJEACJEACJEACJEACJEACJEACfgm45WplZSW2b9+OhoaGQKSq9CMmVgehfsYf0fCduzFlWEdIOxXH1uL3/zYbPe96CJf3jonVZ9+/EtN/eQX64AhWvvZPeKPbdPzyij5+h8NyISRAsRrCSStkl4tDrH6MJ8rGY+lL3+CN/jNUmgD7eHQRmh++1InISiVgPvg9OfcH8UypMQH6plHke67b9xNTAaQ+xyr/mlGlo2/u593tZTLGxLac40uSxiAQLoVcjWybBEiABEiABEiABEiABEiABEig1AlouSp5VCXf6dGjRwOTqk6x+hU63XU9hnWqjInVil34+B9eQJkhVj/u/He4dUR7NSVHVr6Cf9o3nmI14guUYjXiExz08IpKrN78Pbw5/Bdxkbr9JdzU5w68aQpMr/ysrnIfP1aG8Y88jkXND0Ir2cRIU6ec3OTrHMA7YjUmTR8y+plYzhKracdo1XWzsamWNea4XPUQq4FxCXqFsT4SIAESIAESIAESIAESIAESIAESyIzArl27sGPHDnXSWWedpfKqimQN4ohHrFKsBsEzanVQrEZtRnM8nmISqw/BKUNl6G5Jqn5eaUhHi0+83ETM19GvRgQr4Jafppzsjxm+zvEWqzGJOsYhchPbs9pPM8b+STbHcnJIFKvBccnxgmP1JEACJEACJEACJEACJEACJEACJJCCACNWuTwKSYBitZD0Q9h2UYlVj9v+vaVlImi3WPWStM6zEsVq+nO8xGqS2/ITpHBiVKvuT3yM07Hplp64A4niOHnfb0c8AUIQXEK4iNllEiABEiABEiABEiABEiABEiCBSBAothyrTAUQiWWV0SAoVjPCxcLFJFZVjlVHlKkWmUmiQROmLxbxGov6NPOrAkiQtk4hCl/neIlVHYmabC3pKFwjx2rSMcaibc2UAt61JpO5yfqSCRe+JkiABEiABEiABEiABEiABEiABEgg/wTcUrVNmzaqE42Njdi5cyfq6+sDybUaSwVwOXqf3Iw/z/wLNhpDHTz157h5eHuUlcU2r6JYzf86KHSLFKuFnoGQtR82sRqLTLUgG3lIvSNbU20ClUxOpt44Klnu1PQyNLdiNTguIVvA7C4JkAAJkAAJkAAJkAAJkAAJkEDoCRw4cACbN2+GyNR+/fqhbdu2jjE1NTVh9+7dSrBKvtXu3btnPebrrrsOPXv2RFVVlfqSjatim1dVqDyu8iVi1fzKujGeGDoCFKuhm7LCdjhUYtXapAq+I1tNtlqY6gjS5Lfwx89yn5NZKgDnzPoRq8lTAaTMsRool8KuR7ZOAiRAAiRAAiRAAiRAAiRAAiRQegTETRw8eBCtWrVCu3btPAFIGRGw1dXVqly2B8VqtuRK4zyK1dKY58BGGSqx6rXzvSJhCNCPgfGXPoTHP27Gg5c4MTmjWg2x+reb0NPXOd6bV8Wk5/fw4rY3cHtv3aZV//BFaH74Usm4iic8N8hypjuIpTFItxGWSwoHyiWwpcWKSIAESIAESIAESIAESIAESIAESKDoCFCsFt2UFFWHKFaLajqKvzOhEquWnHzISAEQl6rCWuTmvwF/2xN3vKYjU605SIjqNOXkRMyXTaPSngNAScylTolq1f2mkcc1WcqA9HlkEze5ShS37mhb65xAuBT/mmUPSYAESIAESIAESIAESIAESIAESCBbAhSr2ZIrjfMoVktjngMbZbjEKgAtMW0CVqQoXsJNfe7Am4gJVZi5WK2yzijWxFQAjjylnufIg8YGUY4NsdwbR7kjWP1FrEpsq1MWy88uSawjdPEivnn1dvSQIoFxCWxpsSISIAESIAESIAESIAESIAESIAESKDoCFKtFNyVF1SGK1aKajuLvTEHEavFjYQ9JgARIgARIgARIgARIgARIgARIgAQiSIBiNYKTGuCQKFYDhFkKVVGslsIsc4wkQAIkQAIkQAIkQAIkQAIkQAIkQAJCgGKV6yAVAYpVro+MCFCsZoSLhUmABEiABEiABEiABEiABEiABEiABEJMgGI1xJOXh65TrOYBcpSaoFiN0mxyLCRAAiRAAiRAAiRAAiRAAiRAAiRAAqkIUKxyfaQiQLHK9ZERAYrVjHCxMAmQAAmQAAmQAAmQAAmQAAmQAAmQQIgJUKyGePLy0PWyB28f3pyHdthERAg0W6ulGc2Q70W0NjUDTU3NaGxqxplG+WpSX6fONKP+wHHMXbIjIqPnMEiABEiABEiABEiABEiABEiABEiABEqJwLWXD0D3LtWoqipHVUU5KivLUVlRjoryMpSXl6Nc/i0rA9R/ZZBvC3MUrGGP4RZTX3I7G2V/fxUoVnPLOFK1q8UiQjX2j5KrMbEKNDYDZ5qsr0bgdCOw+wgwbzWXWKQWAQdDAiRAAiRAAiRAAiRAAiRAAiRAAiVCYPLYanSvrUCrijJUVgKV8m85LLEqUhWGWEXIxWpQQlTqaakLCrIvuVusZX//nRaPNHe9Y81FR8AhVi3BmiBWG2NyVYnVw8C8VS19MRUdBnaIBEiABEiABEiABEiABEiABEiABEigBAhce1F7dK+tRFVFGaoqRaqWobIiSLEahEAU7xJEPUHUIYuipfUENZ4g+pJ6kZf98hqK1RK4DgQ2xGRitVEiVq2v0xK12gicagR2HQbmfEWxGtgEsCISIAESIAESIAESIAESIAESIAESIIG8EbhuXDV61lYoqVpVYUWs2mK1XEWslpXFUgCITgx3KoCWCFGJvjsd4Ly0pC9mN4KInk0+rLIeF3em9Qpw2kumKitaNZZoNZYSQP6vuSmWd7W5EWiWnKvHzuDgpqMlg4UDJQESIAESIAESIAESIAESIAESIAESiA6BVsP6oax9OwlRRVlFOVAueQDEopajTFlV06ZaP0dn+L5GIvvwlJdVobzduIDlqq/mC1KoSiKX1XSP6U6xWpApCHmjZuiqDEUlWzWTriKWfPX4GTRvPRjywbL7JEACJEACJEACJEACJEACJEACJEACpUigbNi5QIeYWEVFhSRUjX0voamxcFUjTLU0xapE3JWhCq1qLkNz86mSWSYqYUH5hd0oVktmygMcqF41KlTVykksIlULVpV4tRnNx8+gacuhABtmVSRAAiRAAiRAAiRAAiRAAiRAAiRAAiSQHwLlw/pbYlXd/+8SqyJYGbEqYrWirApV1XUlJVZlBVKs5ud1GL1WKFajN6ccEQmQAAmQAAmQAAmQAAmQAAmQAAmQgIMAxaqfBUGx6ocSy5BAnADFKlcDCZAACZAACZAACZAACZAACZAACZBAxAlQrPqZYIpVP5RYhgQoVrkGSIAESIAESIAESIAESIAESIAESIAESoYAxaqfqaZY9UOJZUiAYpVrgARIgARIgARIgARIgARIgARIgARIoGQIUKz6mWqKVT+UWIYEKFa5BkiABEiABEiABEiABEiABEiABEiABEqGAMWqn6mmWPVDiWVIgGKVa4AESIAESIAESIAESIAESIAESIAESKBkCFCs+plqilU/lFiGBChWuQZIgARIgARIgARIgARIgARIgARIgARKhgDFqp+pplj1Q4llSIBilWuABEiABEiABEiABEiABEiABEiABEigZAhQrPqZaopVP5RYhgQoVrkGSIAESIAESIAESIAESIAESIAESIAESoYAxaqfqaZY9UOJZUggK7G6/eM1JEcCJEACJEACJEACJEACJEACJEACJEACoSPQ++o6oEM7oKICqCgHysti/5aVAeXyL2Lfq6Ms9nPJHRSrJTflHHALCTRb5zdb38g/Tc2A/Nxkfd/UjObjZ9C05VALG+PpJEACJEACJEACJEACJEACJEACJEACJJB/AoxY9cOcYtUPJZYhgTgBilWuBhIgARIgARIgARIgARIgARIgARIggYgToFj1M8EUq34osQwJUKxyDZAACZAACZAACZAACZAACZAACZAACZQMAYpVP1NdwmL1gQce0LGHfkixTIkTaLZu/Zd/9VdTUxPkq7GxUX2dOXMGp0+fVl979uzBvHnzSpwah08CJEACJEACJEACJEACJEACJEACJBBGApMmTUK3bt1QVVWFyspK9VVRUWF/lZWVoVxyrapUq2Xqi0fpECijWC2dyQ5ip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mmBWD2MzxcdwiqU49LRPXFeWye149u/wetbm4CuHfDDQe2DRXp8H+YvOw707YqJvVt71K375t1sr6TnBdvNoGpTLI/VZMjxGDZ/sQ4YOArnVPvrScPahVizN7Fs275jMKZPbILTidW96xZja6shGNS1AqdPn8aePXswb948fx1gKRIgARIgARIgARIgARIgARIgARIgARIoIgIUq0U0GUXYlQDEKpAoKk9iw7K9+Pg4ciBWY3Uf7NcLF3ZORjQmVjHEo8y+PXhhzSmc7/Wcqk7OPYKOHrI4o/lT8rcRw8efhbMyOjGxcHZidQ9WL96LrhcP9dH+cWxfuhRbjnfBkLoh6GJ24fh2LF26BbDkaiZitWHjUqw/0Rmrl7zXQgI8nQRIgARIgARIgARIgARIgARIgARIgATyT4BiNf/Mw9Rii8UqurbCqqMV+P7ozrCDVi2p2LHrKaxC0BGrJ3H8eGu0dUXIOqGnEKtKnCaRrkU6c1mJ1frVWLyvKy4ekl7rxiJVPaSq4hGTrvVnxaJWMxGrLY9YXYGnxt6NmSnmpe6RefjVFIcKznAWdRt1ePjtX2FqtwxP91t8yT8AEwCc+J9+z2C5iBFomP1zTHp0ITD+Ycz79VTjDxgNmPWzSXhsEYA7n8VnPxsRsZEHMJwdLwMD/gBsfBnoFUB9rIIESIAELAJRuDYnH0Oupzn++6vl78d89JW/C3xAYhESIAESIIFcEKBYzQXV6NTZcrE6pAOwxhnhqUXgNTiEd0yxakWLOvC1bWtLWcd51i3pZjTsnnU7nPUpgXsSfROiS/2LValzZbsO6LvnED6G9KUKq+yIVSt6dUhrbF1zHDtUx1vhGh2FmjAe4zlHxKpVT99KfLz1lDV8o6wle1eZYDy4ZJJSYc+axdjb+WIM9SEKlVg92g9jxvSOy/Eka/zY1qVYtu24Q7DWDrwY53VqQmNjI8xUAC2PWI2L1WnPfIb7RuXihZdrsboYaHOFq+M3UhDlYiqLvM6i+/BePws/v/YxLMQ0PPvZfUinc1f8eizufh5I/+E5yNfUbuCOfsAbrsldcAIYV+QTzu6RAAmEgkDRXZuzoGaOhdcuowAAIABJREFU4anzHsN9GV2rgezfY+VLrPJ3QRbLgqeQAAmQAAkESIBiNUCYEawqALHaC333ipzU+U7jt+rL47ZY9cyLauVCtfKw6rys9m361jkdrdv2AxGrrlQAqs69Zp5YMxWA1T9DcqryR9vi+0OAj115Xu3nJHo3Qawewiq7HitVghK5UvYkjrdt7ZCaMeEbY5p5xKrkV92C6lF+0gAAGYnVY8fQtm0sclV9HduOZcsOo9e489CRYjX5JeJ/twEeBXDTb4EXb4vgpYRDSkcgCh/e040xZ8+/chvwoz8A+CWjvnMGmRWTQGkSiMK1ObuI1SD+eJ0vsWqtTf4uKM0XKUdNAiRAAkVAgGK1CCahiLsQiFi9EHvwwhYrHYAhFGFGmCaJLjVlqRKIe1obaQWckaeZilVHBKgxCSmjYB05VhMjX+0+KrHqipYVaevB4SyP9AOJY0VMoMqGX/owhXMmm1cd3Ywv1gODRp2Ddj4WXyZiNZYKoAFrFq5Bg7WZVXNzG/QeMRzdqwoUsfrFUxh7j0fCAH3LtefzOkovWbqBeBSf/YHFxdI7wsO4rVu3rz4IjAIWAJjwS+CRD4D/dbGPmWGRKBHI6MN7ujWN2LrddOc04PmZWAiJJH0K/R+9LzF1RkLqAYuqK2IVEpG6YRqmYSZmSloC69Dr3BGx2vcFj9ec+zUl6TUeAR630hz4ev0A8deblZ5js6TR+AJYcCMw4cf840SUXhQcCwkUAYGMrs32ddPdcef1z3ltfhkT370tlu7FcVjneNaZ6k4C432Gqq8O0+4EZj4fSzVjRqxO3zxJ3WngOFTKGSSkWqp7JE0/pRJ3X8fHf2fI3QyP4NFYyhvP672737FCSaNljd+Dqswp/i4ogpcLu0ACJEACJUuAYrVkp97XwIMRq53jUZ69GuI72DtEqBV9Grud3nWYAjFAseq5eZWr6QRZ2xKxatbtEbFq9scUq7CEajLhm2nE6rEtX2AdBmFUPz9aNX3EqhKvGIK6wbCEamcMvnQwau2I1Xp0ybFY9VzNIoweAh5VtzObtygbsvT7d6Hu9eccz2tBFMt12R8v6DyuloDaYd3yrHNhys8zzjFyuWZ4C7WvVyILRZ5AMkGf8IH3tk3WLfpJ1rT7Q7EWp2pdbsJ047b+lLfve4lV9QHcEpo79R8sYj/3f9lKBXDf/cBTT/p4TdXhru8vxHOvq4/OdrqBBHHqI11J5BcHB0gCJFAwAr6vzaaMtPNhu/+Ymvieoov6Q9gM9DfyuNtt3vkgpj3/hPqDWCzNCtLm3Lbfw+jrqik7DbF60ZRx+HT2kvg1vVv8vVGsrR22XI3JzVT9dMlYa/wmO6lTRG6y90sP3jkTT8jvGOt3FnTecZ/paAq2QNgwCZAACZAACQCgWOUySEUgILEKmLlKD/brhQs7xx5zpgLwyoca717QEat5F6tZRqweceeOhZNdZmJV0gCsAwaOwjnV/hZ/6s2rLPEqYrXvcSxdWo+zRo9GrzZmKoDci9WkEQ32Bwrn5lP2Bw9brBrP6ygIl1jVbXhHr3hFtuZ4wyt/08dSISHgOyrKFqtJ1rRLrLpfG56SwGtTrGRiVZd1vbYSxWq615QhVs32k7xmQzKN7CYJkEDECPi+Nhti1bzuOs+Pi9WE9y1edyKMvx/340k8uchP/uoYePv9jXFd9cqxaotV464F5x/b3GLVmljPfjr/EB0fm1cqAO/3S/ffDzz5pNcGjhFbUBwOCZAACZBAJAlQrEZyWgMbVGBiFfZGTvFNmbwiVtFX52KVMThvtfclViW/qeQl1fLRkR9Vc0m1eZWTXcsiVo/DHE/aHKtWZC7gzLGqxOpej02xskoFsAerF+9F14v95VeN0TiO7UuXYsvxLhhSN8TYrVyes27776rF6hY09xmN0b3boLn5OLYvW4otxwqYCiDpbXnWPHuJVccSSMwxluxDkh11RzEU2AWolCry/eE9S7Hqjhz61ZQunh/AbeZBilXP1xTFaimtb46VBMJKwPe1OVuxaopKd6RnQvSmppj8D7ctEavOOXK9/4GRVsmzn17S2BSrZjoad5oDazzQmybGe5J+Q8Swriz2mwRIgARIIEoEKFajNJvBjyU4sap3trfloStiVfpuy9f4QOyNqkTvpcmxagvJ47Hzzx/SAVhzBB1H98R5YlrtIw9iVeRuwngMOeqVCqBrK6zae8rqpVFWi1ZrXBCGXU/ghTWnIOkBLsU+vO43x2r9aize1xUXDzkr49USi1z1OE2k6uAu6onmvWuwaG2D2rgKaIs+Iwehec0ybDlWiwFjz0XjusXY2moIBnWtQMPGpVh/ojNWL3kv477ETvCxsUI6yen1fCYRq3aqAeNDTro2sxwtT4s2Ad8f3rMUq14ftr0esykHKVY9X1MUq9Fe0RwdCUSDgO9rc5Zi1at++7Gx12PcZ3/EEvN2eFvEeudZbYlYTRWx+sOtP4/lRzUiXNNH4xpi1U4T4/V+6SJcP/ZT/PEzM6eqj/d40VhiHAUJkAAJkEAECFCsRmAScziEFojVHPYqclX7F73FPvSYUIUSq/qrqakJ8tXY2Ki+zpw5g9OnT6uvPXv2YN68eVkOy8ebbiNiNR71YJz3/z2MTf+PMwdrshyrnqkAEnK4GvnPdC5K5ojMcn5L6zTfH94zzLHq3lzKjqz2iJJyEG+xWI3fuur9mmKO1dJa4RwtCYSTgO9rc4Y5VhPeU+j3DGbUpi1W48IxfvdBGrFqy1jj1vsW5Fi1xapXP9056XUaAuP3TF1C/m3z/VJcrCIh3UyKDazCuaTYaxIgARIggQgSoFiN4KQGOCSK1QBhJq+KYjU7zD7EqlScZAd1OweY5/PuHcw9PtToqA3X+XWPPIuJ795t7fDr/uDj3shiqiu1QnYkeFb4Cfj/8D4i6ZqORxJ5vTbcOy5Pw7PPAHffI9uieOTvy1asyqYnfV/AWKve+My4X1MStfQI8Pgkj92wk3+Q5uZW4V/rHAEJhIlARtfmpOmHkr+nEBbxDafU1RgPPzMR8++J/dEX40cAi1a4kKXK4e6+1gPT7pyGmc/PVNGmT533GO57PnbNl82k7labEhqH18Zb1u8IZ3lXP+U84w9/sRqnYdqdMzHTas/9u8H5fukSjMAnSBip2kgrdleU4zDeeyXNsx+mhca+kgAJkAAJhJoAxWqopy/nnadYzTliaYBiNS+Y2QgJkAAJkAAJkAAJkAAJkAAJkAAJkAAJBEiAYjVAmBGsimI1gpOayyHlNxVALkfCukmABEiABEiABEiABEiABEiABEiABEggNQGKVa6QVAQoVrk+MiJAsZoRLhYmARIgARIgARIgARIgARIgARIgARIIMQGK1RBPXh66TrGaB8hRaoJiNUqzybGQAAmQAAmQAAmQAAmQAAmQAAmQAAmkIkCxyvWRigDFKtdHRgQoVjPCxcIkQAIkQAIkQAIkQAIkQAIkQAIkQAIhJkCxGuLJy0PXKVbzADlKTVCsRmk2ORYSIAESIAESIAESIAESIAESIAESIIFUBChWuT5SEaBY5frIiADFaka4WJgESIAESIAESIAESIAESIAESIAESCDEBChWQzx5eeg6xWoeIEepCYrVKM0mx0ICJEACJEACJEACJEACJEACJEACJJCKAMUq10cqAhSrXB8ZEaBYzQgXC5MACZAACZAACZAACZAACZAACZAACYSYAMVqiCcvD12nWM0D5Cg1QbEapdnkWEiABEiABEiABEiABEiABEiABEiABFIRoFjl+khFgGKV6yMjAoUQq8eOHcM333yDQ4cOoampKaP+sjAJlJeXo0OHDujZsyfatWtXUCBcywXFH4nGuZ4jMY0chEWA65lLISoEimktR4Upx0ECJEACxUSAYrWYZqP4+tJisapFW/ENjT3KBYFMxOqZM2dQX1+PP/3pT1l3RUTU2rVr0b17dyXF5I0rDxLIhIDIeFlHu3fvxuDBgwsmV7mWM5k1lk1GgOuZayNKBLieozSbpT2WYlnLpT0LHD0JkAAJ5I4AxWru2Eah5qzFqgg28ysKMDiG9ARMsSql5Y2kPNbY2Gh/iVCVr9OnT2PPnj14991301ecpMTGjRvRtm1b1NbWoqKiAmVlZVnXxRNLk4Ben/v378fx48cxYMCAgoDgWi4I9sg1yvUcuSkt6QFxPZf09Edq8MWyliMFlYMhARIggSIiQLFaRJNRhF3JWqyKUDt16lQRDoldyiWBZGJV1oOWq6ZY3bt3L+bPn591l5YtW6aiDFu3bm1Hq1KuZo2z5E7U61XW58mTJ1X08+jRowvCgWu5INgj1SjXc6Sms+QHw/Vc8ksgMgCKaS1HBioHQgIkQAJFRuCKq+vQtVtnVFVVorKyEhWVFaisrEB5eQXKK8pRXl6mgsDkf+o/BoQV2QwmdkfmqqKsFarQFhVllS3qb1ZiVd5AiKiQiMT/+9HvWtQBnhxSAs1Wv5utb+SfpmZAfpY0qPJ9UzOaj59B05ZDWQ/y888/x/Dhw1FVVcWLU9YUeaJcs+R6tXLlSlx44YUFAcK1XBDskWyU6zmS01qyg+J6Ltmpj9zAi2EtRw4qB0QCJEACRUKgvF8HlLWtBMrLrC+IPY19r2+q1TKVN9kWyayl7kabqla4bOAoDOrRA23KOrZIrmYtViU6USITKVZDsWaC72QexerIkSPVX4V4kEBLCIhYXbFiRUHFKtdyS2aQ55oEuJ65HqJEgOs5SrNZ2mMp9FoubfocPQmQAAnkjgDFau7YFrrmq84fh6E9+6BNWYesu0KxmjW6Ej+RYrXEF0D4hi9/CFq+fDnFavimjj32IMD1zGURJQJcz1GazdIeS6HXcmnT5+hJgARIIHcEKFZzx7bQNUvk6t2XX4N2ZZ2zvkuaYrXQsxjW9ilWwzpzJdvvQn/YkVQAjFgt2eUX+MC5ngNHygoLSIDruYDw2XSgBAq9lgMdDCsjARIgARKwCVCsRnsx/PXEG1Bd1oViNdrTXISjo1gtwklhl1IRKPSHHYpVrs8gCXA9B0mTdRWaANdzoWeA7QdFoNBrOahxsB4SIAESIAEnAYrVaK8IitVoz2/xjo5itXjnhj3zJFDoDzsUq1yYQRLgeg6SJusqNAGu50LPANsPikCh13JQ42A9JEACJEACFKultAYoVktptotprBSrxTQb7IsPAoX+sEOx6mOSWMQ3Aa5n36hYMAQEuJ5DMEnsoi8ChV7LvjrJQiRAAiRAAhkTYMRqxshCdQLFaqimK0KdpViN0GSWxlAK/WGHYrU01lm+Rsn1nC/SbCcfBLie80GZbeSDQKHXcj7GyDZIgARIoBQJUKxGe9YpVqM9v8U7umIXq3vm4aG/mYF1muDA6fjXJyahm/q5HvMe/ClmrDfxDsL0f3sck85yIv/ymVvwcq9/xeOTY2fGjsTzJz30KqaPSDZd6duTdh79U/z81PUBSDk+ox8rZuCWV3obYy/eJZXrnhX6w05gYtU99wLOsb4ByLw/Ps9GmnY95Ro+6w+cQFTWs/vaJ6Di6zX9tTNwsKywIAQisZ7TXZtd12UF+juP4NV7LigIczaaGwKFXsu5GRVrJQESIAESoFiN9hqgWI32/Bbv6IparH6JGbc8Ctiy0/pwjphcrVcScxIeeXU69MeZ+rkP4afPwSlXrQ9Bg+4yxaqzLqVbVblNnmJWno6Jg+Ttjf7sIfz0o8vj8tNqN7kMSz2+uAKOlZvnlm7Fu6py2rNCf9gJRqxac+r4MO5ak9aH+/56/adZnzmFzspzRiAK6znVdVeufxcv8XmtzhllVpwvAlFYzzNuuQXzkl2b7wN+/TczAMf7Ca/reb6Is51cESj0Ws7VuFgvCZAACZQ6AYrVaK8AitVoz2/xjq6YxapXlKaSTR/i8n97HL1m3YJH4YoSMZ6fdJb1Ycei7yVWP7zMkK2OcxOnTInVpO39DHjqp9h+qzPi1fMcXXWa8UnUrSMKjGJVkSv0h50gxWr8jwaxRaEElSXn1R8OHOstJl7da6x4Ly6l27MnnngCy5cvdwAYOXIkHnzwwQQoUVjP5rp1/0FI1rgSqymv1aW7VsIw8lJbzyJWk16blViNvQcx74xJ+bs+DJNcIn0M01oukSnhMEmABEgg7wQoVvOOPK8NUqzmFTcbswkUs1j1miYjai+9WNUVxISUQ6LqCNRN8dQCsair/o4IWLMLqcVqYvoBO9VA/wxuEUwSlegtLkpzHUdBRAHuaGW3WO2FtxzR2qU512EdtUhV+QBvHiJVRa66jyisZ4rVsK5Uf/0utfVMsepvXYSxVJjWchj5ss8kQAIkEAYCFKthmKXs+0ixmj07ntkSAqESqx6pAHxFQXmLVcHmzAvovM3fjTVjsZo2FYC7BY/0BFYRitU4qyiIKH9i9WX0fuhyfPh4shzDLXnh89xcEzAjo5JFq0oforCeKVZzvZoKX38prWeK1cKvt1z2ICxrOZcMWDcJkAAJlDIBitVozz7FarTnt3hHFxKxGosmlS2s4vLTv+j0F7HqK8eqL5EbT0HgTD+QfBl4jc8sTbFaYmLVyuO3zljvWsY6c/8V76Wl1HtmRkYli1alWE28pbrU102xjr+U1jPFarGuwmD6FZa1HMxoWQsJkAAJkICbAMVqtNcExWq057d4R1f0YjW5pGyZWPW6FdsQsL3eMnZjj8lcpMyxGksFkFyQOvO9xje08idhKVZLTKw+4Z0KgHn8ivdS6tUznQ7AK7eqLs+IVa80KuGa51LpbamsZ4rV6K/oMKzl6M8CR0gCJEAChSFAsVoY7vlqNcRi9Ur85Iah6IqT2PTVDLzwtRPZpZdOx9VdWwNHVuPR994Llue5U/D/DusN7F2E//PxFynq1n10F/Hus2dFqq1qrH7rd3jLXWDUD/BIn9rcjDFYYom1FbVY1dLR+xb9FonVJBtVpRJX6dob/VksqtZvlKodgeiISvSecIrVUhOro7HMY6MqitVcXxCDrV9vYOWVW5ViNb4RobkJULAzwNqCJFAq65liNchVU5x1hWEtFyc59ooESIAEwk+AYjX8c5hqBBEQq8CJBME5Cj+8Zjz6VyEH0jFWd/td/45/T+VULfnaxkPsxqQvPIVwwmQ5xKqI2nNxWInkWD96HtRy13wuR4s2leTNtMkiFqu+NpP6k1O6xs4Bpjt27PVIBaDE6gzgrn/F45P1PtaWyP2O92ZTsXysydq7Ddv/5lFsctSXejLSjc88m2I1mmLVeVu/K8euytELYzO11Osz05c+yxcHgchErLqvu0aO6YuXpLp2MmK1OFZiML2IwnoWsZr02mylacnkvUMwZFlLvgkUei3ne7xsjwRIgARKhQDFarRnOvRiFUf2o2vro/jzO7PxsZ4rSwAeOVKLrgg6YnUULj33C3zsipB1LhMrUjVZtKzq31n4xiPSNrVYNZ91i9WQLdQiFqvOjaVMroMscWqJqPVezzm0JOY9+FN8eJkpUQFYclUyt9pHEqkaez5Fe4iJWkddutKUotZrvejxxZ+jWI2zKPSHnc8//1zt7l5ZWdmyF7vX+hs4Hf/6xCRo1R9PLWE15Xq+ZR3g2cVAICrr2et6HU954vdaXQwzwj60hEAk1nO6a7P1RwMHp5TvHVpClOcWikCh13Khxs12SYAESCDqBChWoz3D4Rer21YDfXQUZ2yyVERom6+xDEMx2hSr+tZ5c05Pb7elrOO8mlghMxr2hit/4qwvqSCNidWatKkCpAUjutbu134s07f+e0asfg4MsiJy5RwlcBGPZkUsVUEbuz4z9UCa9hIYJemLjsh1vD48ym4DRku6AjkM1tdf8VcYWd2M5uZmNDU1obGxEcf2LMa/fboSaBqC6y4djrOaTmHXrl2YM2dO1q/CwGRU1j3giVEhUOgPO1zLUVlJxTEOrufimAf2IhgCXM/BcGQthSdQ6LVceALsAQmQAAlEkwDFajTnVY8qAmL137Gt9icYekLfEh+/VV8et8WqZ15UZ2Spzsu6d5t1m791zhHr51yJVXcErBa8KjdsxqkAvkb7YUPR1YiWjY3rmCVrEyNu7fa2tE/IHavG3NqSz3ZfdqGP5Ld1RORawhZm2d6Ip0KIPX/OiVV498S5+HaXZmz66jm8+LUVujrsJvxtjxrs2fYctlf/AAPLd2Dhh+/jy+Nn0LTlUNavQsqorNHxRBeBQn/Y4VrmkgySANdzkDRZV6EJcD0XegbYflAECr2WgxoH6yEBEiABEnASoFiN9oqIhFj9d/wAj/Sw0gEYIhJmhGmS6FJTlirB2HGPkVYgJl6RU7FqLTB3pKiO7sxSrOo+q9q9cqN6tbcOuNydokDKJbCNiVVHGzpSWPPz4C2sRzVbYrXDHrw77y180myJ1ebL8OOrBqBx23NYWXkTxrXdQ7Ea7WtP6EZX6A87FKuhWzJF3WGu56KeHnYuQwJczxkCY/GiJVDotVy0YNgxEiABEgg5AYrVkE9gmu5HQ6x+Ed+4aUP3WBoAifZ0RJh63rpu0bEiL/MnVg1hK1JYbpV3R5g6BGU1VqvUAH42r4pFrLqlp70OtFD1as9LrJoLyBWx2iKx2qWVSgNgpgKQdAASsfrClwDOnoDb+9RiH1MBRPsKFKLRFfrDDsVqiBZLCLrK9RyCSWIXfRPgevaNigWLnECh13KR42H3SIAESCC0BChWQzt1vjoeEbEKJVGHnliNbzoORftdsVv5E8Vq6g2jgharzlvlzfmIi9Vlbd1RslaO2CDFqhGxujchKtdor6ARqwCamoHm8zGlbgRa73oJr61uRjNTAfh6IbNQ7gkU+sMOxWru57iUWuB6LqXZjv5YuZ6jP8elMsJCr+VS4cxxkgAJkEC+CVCs5pt4ftuLjFiFfWt7fAMlr4hVODaUct7q70us6nyjsMRtjbkxlDF5OkLWkYfUet7qq+RyVWK1K7Dpqxl44Wt9235vtGlhKoBkOVaVWE3WnhKrvWEyalmOVafIdqQC8Myx2ogV89aiXd0I9Di2Dk8v/pRiNb/XA7aWgkChP+xQrHJ5BkmA6zlImqyr0AS4ngs9A2w/KAKFXstBjYP1kAAJkAAJOAlQrEZ7RURHrKrb5J0bKiVsNpWw4z1gb1TlzhGq5t0pXgFrg6aq2KLYu2010OdcHNZSNGGtWH3yWENmu6qfNVYhEaqW4FQbP6kNpTJJBTADL2CK2oSqjd2uU/6mbG9/j1hqAvuIi2pHrlbP1Arust5i9bH338f1V/wVRlabqQD2Yfnc1/EnybnaayJ+dE4XlJ06hV1MBRDtK1CIRlfoDzsUqyFaLCHoKtdzCCaJXfRNgOvZNyoWLHIChV7LRY6H3SMBEiCB0BKgWA3t1PnqeIjFqq/xsVCxErD2rIK9eZVOBdAMNFnfNzEVQLFOXyn2q9AfdihWS3HV5W7MXM+5Y8ua80+A6zn/zNlibggUei3nZlSslQRIgARIgGI12muAYjXa81u8o8uTWF22bBmGDRuGVq1aFS8L9iwUBE6dOoWvvvoKo0ePLkh/uZYLgj2yjXI9R3ZqS3JgXM8lOe2RHHSh13IkoXJQJEACJFAEBChWi2ASctgFitUcwmXVKQjkSaxu3LgRNTU16NatG8rKyjglJJAVgebmZtTX1+PIkSMYMGBAVnW09CSu5ZYS5PmaANcz10KUCHA9R2k2S3ssxbCWS3sGOHoSIAESyB0BitXcsS2GmilWi2EWSrEPeRKrx44dw9q1a9GrVy906dIF5eXlFKyluN6yHLN8yGlqakJDQwN27NiBwYMHo127dlnW1rLTuJZbxo9nA1zPXAVRIsD1HKXZLO2xFNNaLu2Z4OhJgARIIHcEKFZzx7YYaqZYLYZZKMU+5EmsCloRUt988w0OHTqkJBkPEsiEgMj4Dh06oGfPngWTqrq/XMuZzBzLehHgeua6iBIBrucozWZpj6WY1nJpzwRHTwIkQAK5IUCxmhuuxVIrxWqxzESp9SOPYrXU0HK8JEACJEACJEACJEACJEACJEACJEACxUGAYrU45iFXvaBYzRVZ1puaAMUqVwgJkAAJkAAJkAAJkAAJkAAJkAAJkEDECVCsRnuCKVajPb/FOzqK1eKdG/aMBEiABEiABEiABEiABEiABEiABEggEAIUq4FgLNpKKFaLdmoi3jGK1YhPMIdHAiRAAiRAAiRAAiRAAiRAAiRAAiRAsRrtNUCxGu35Ld7RUawW79ywZyRAAiRAAiRAAiRAAiRAAiRAAiRAAoEQoFgNBGPRVkKxWrRTE/GOUaxGfII5PBIgARIgARIgARIgARIgARIgARIgAYrVaK8BitVoz2/xjo5itXjnhj0jARIgARIgARIgARIgARIgARIgARIIhMAVV9eha7fOqKqqRGVlJSoqK1BZWYHy8gqUV5SjvLwMZWVlkP+p/8rKAmmXleSPQHVZl6znreyBBx7Qisx3j5ubm9HY2IgzZ87g/370O9/nsWCECFCsRmgyORQSIAESIAESIAESIAESIAESIAESIAEvAtdddx169uyJqqoq9SVyVQnWCpGrIlbLY2LV+CLJ/BA4efJkixs6dKYeFKstxsgKMiZAsZoxMp5AAiRAAiRAAiRAAiRAAiRAAiRAAiQQLgIUq8U7XxSrxTs37Fk6AhSr6QjxeRIgARIgARIgARIgARIgARIgARIggZAToFgt3gmMhFgtXrzsWS4ISBoIOfS/TU1N6nv5V9JD6BQRkibi9OnT2Lt3L+bPn5+LrrBOEiABEiABEiABEiABEiABEiABEiABEsgpAYrVnOJtUeWREKu1tbUtgsCTw0XAFKvyvVuqilgVoSpi9dSpU9i1axfmzJkTrkGytyRAAiRAAiRAAiRAAiRAAiRAAiRAAiQAgGK1eJcBxWrxzg17loQAxSqXBgmQAAmQAAmQAAmQAAmQAAmQAAmQQKkQoFgt3pmmWC3euWHPKFa5BkjNbn4zAAAgAElEQVSABEiABEiABEiABEiABEiABEiABEqcAMVq8S4AitXinRv2jGKVa4AESIAESIAESIAESIAESIAESIAESKDECVCsFu8CSCdW165di8GDB6ccwKEz9agu64KysrKsBlr2wAMP6P3dfVcgt4PrTYqYY9U3tkgULFQqgCNHjuDQoUOQF43uQySAchAkQAIkQAIkQAIkQAIkQAIkQAIkQAKBERBB1rp1a3To0AE1NTUtrpditcUIc1ZBKrEqUlUfqeQqxWrOpocVexEohFhtaGjAiRMnIBK/bdu2Wf8VgTNKAiRAAiRAAiRAAiRAAiRAAiRAAiQQHgISYNXSQwRrSw6K1ZbQy+25ycSqKVXTyVWK1dzOEWt3Eci3WJVI1YMHD+Lss8+mUOVqJAESIAESIAESIAESIAESIAESIIESIhCEWC0vL29R5CrFavEuOC+x6iVVU8lVitXind9I9izfYnXnzp3o1KkT2rVrF0meHBQJkAAJkAAJkAAJkAAJkAAJkAAJkIA3gSDEqgRsSbBWtgfFarbkcn9euhyrfnpAseqHEssERiDfYnXTpk0455xzGK0a2AyyIhIgARIgARIgARIgARIgARIgARIIB4EgxKqkF+zfv3/WA6ZYzRpdzk+kWM05YjYQNIF8i9Wvv/4a5557btDDYH0kQAIkQAIkQAIkQAIkQAIkQAIkQAJFTiAIsbp3794WeQWK1eJdJBSrxTs37FkSAhSrXBokQAIkQAIkQAIkQAIkQAIkQAIkQAL5IECxmg/K4W2DYjW8c1eyPadYLdmp58BJgARIgARIgARIgARIgARIgARIIK8EKFbzijt0jVGshm7K2OF8itWmpiZs3ry5RSH7nDESIAESIAESIAESIAESIAESIAESIIFwEkgnVmfPno0pU6akHJykApC9W8rLy7OCwFQAWWHLy0kUq3nBzEaCJJAvsSrtnDp1Cjt27KBYDXICWRcJkAAJkAAJkAAJkAAJkAAJkAAJhIRAKrEqUlUfqeSqiNVevXqhVatWWW2MTbFavItFi9Vdu3Zl3MkePXqocw6dqUd1WZes1oacX/bAAw80Z9q6SK/GxkacOXMGtbW1mZ7O8iEmkE+xevToUdTX12cuVr94CmPvmQlgGp797D6MCDFvdp0ESIAESIAESIAESIAESIAESIAESpVAMrFqStV0clXEardu3VBdXZ2VPKNYLd7VV+JidRsWvD8D8z3nZyKmf2sC+hTv3LWgZ0ew8pN/wqouv8CtA2syrufI+lfwTztWJ55XOx2/HOmPmKrj2HiP8rG+vXFiKG668FYMb5/YTD7FqlxAGxoaMhSrDZj1s0l4bBGlasaLq8UnrMBTY++GUtrPfIb7RrW4QlZAAiRAAiRAAiRAAiRAAiRAAiRQMAKF/4znJVa9pGoquSpitUuXLujQoQPFasHWUm4aplh9fwYw+JeY0NMErOVegHL18Eq88vl+jE8ra2OyN7FPQS6A7MXqtuW/xIz9XtLTktQ+5aopVh2S9ZsF+OVa2FLbS8DmU6weOHAA+/fvz1Csxi/8uPNZfHbbJvz82sewcPzDmPfrqegS5FSWUl12FLBr0ML4Z7GY4IbZP8ekRxf6kKp6jqbhwTtn4onnKWJLaSmFcawrfj0Wdz8PqGuKtd5RPyt2bQk4Mj72OgIefvtXmNqtyGjZYwbqHpmHX01p4RVVX1fufBbP4m7FWP4oM3FBjLf3H2ji1w/ekVBk64PdIYGCEMjxB37jOmVf/93j1NfGHL3X1L+DsvqjddDX7RbPsQ6AqMv495x+nxnI758WjyPPFdjzmDk3Pz31s8Zyyz/7deFnfMVeRrP16mfQ693PXMN13fP/GS93pNPlWPXTsohVudu6U6dOFKt+gIWoDMVqEokZi8rsWYCo1eIVqzEmSBpJqqQr/EWtJo1YdYlVr9dS8YtVwCFBKFZbfkk0pGr8Tb1+AxQXLMJ9xjl+ZAvFSMsnhTXkk4B9TTGjsUtQrJocEIRASCJWU0e78/qRz7XPtkig+AnkWKz6AZBjseqnC8nKBH7dbkln1LnZC7Tcir0WDyy3FeRYrPrpfEnz9wOoBWVsser5B/zCB6D4/4zXAghpTqVYzR3bKNRMsZpKrDacj19cMhzqZnkVcfoGnDfAuyJaHWUmYvpgYMaW2lgdZsSqkodGAoI2N1ntOFMTDO31C9zaY1Ms0lXqWjsfEwf/ArVb5FZ55/KbmBB1azzv6vvQXtNxfsOMWCqAmqXOvshpdn+cbWQkm91jBKDGY6Ue8IxY7bbJ6EssKrb/rnjKgFi0rNUnycpbezceHt4LIlqbdn6I/73uA6AJ9lf/rnfiyh6VkATCc+bMyfj1KvVmF7FqitUHMe35J9St6eoY/zCeOu8x3CeRZ8ah/xKo3nxuqEPdooVYqATKs8A9sVvbHZFqGY8mxCcYkQ7uSAn9Zl34Td88KRbRZxxmeecbe83YHbEal7XxaiSlww+xSaV3cMxaxpEOIZ4Fdr3ABDw/mCaIVa/1G48s8Xt98Ypa0K8ldx2TrgHmveN1PYOVEsV4znyzrh72SJuiRaenNLXkxZ3TMO35mZgJI2rGuE7YLer2vKLddf0+I1a9rx834a7xb+A5z+uCceeC1aGgIz4KvCTZPAmQgE3AKVZ/uPXnmPQu7PdyUiz++k92bUhxzbSvU0/i4Q33O9+LqOsc7DRI2bzXlHNi13iP3yHWddQRYXa2vlvCeKeUNP1Siut2wrVZX9Ndf7xyRK7FxrppfB0WLlLvlPHsM8Ddal8Dp/xxRsWZder3dLH2LvskdreT832ftT+C63dLndWuzOcjeDT5eVF8dbjEav+XnZ9ZHPw9fifH1ljy343x+TI++5i/P/u+YO1fEXuw7pGXMfHd21zvzfUaiLUTXyeqd7F9L5L2zSncU66LCM6vp1i136eluEYYrzu/7zPjcz0P/Z91fb5yv3cz7igysev3parfSa+3wU4UxWqwPKNWG8VqilQA8RykXre5W+kC4JKi9q3w1jlaUmqxemEtFn3+BnraIjRW7htbOroiVrUUteqNyUWn0E0dSZrYd50jdWi364D6OYAhPIHkt/RnIlaPHD6CmvZm/lapdxFqrbypmaYC+EW7RXa07AU1YlWlvmfxzdn34/sDqnH40GG0adtGbWgmX6dPb8PiTz5H9XlXomLj23h3yTcZv3aDEavOVAAvXzUft6k3b+5f7rE3d+pNipKD0/DwI5vwmJQdb4rWEswb6iMqLy6CvLnG3xzFnoe+rRpOsapv/xUB/uxV83G3NVc6XYAdIcfNyTJ+PfGElhGw/4hgfahTbyjtD7eude2Whtb1xlz3qa4vjtfT2/0xQ6UbcF2jxj+MVNez++8HnnxyofUHofiH/oTbSK3XkuOPS88nuc3fKmveqm/LCscfYOJv1Ovuux946knrD1VOcaDO1R/UUqQCUJLEuG7HOVpz6sFbXzNUG5d8ZKVsyM3tky1bWTybBEig5QQ8xKq+ZiS5hjqv4XVIec2EtSHq+BHAohXe11X9+yDNtdnxXlOuXXdvwiRrs1Xne53L8JH1B2VnehR9fbWuZzvTbNaa7LptXxctYWOPUdJm9ccLKl++9Z7OQ6zGAg4exsMbHlNiTQtPc9NYX2L1+YmYf2c8XdcOR9qd+O8u57UcsH+3WNd/53kR3bLWS6zKZxbXOooHIySukVS/G/VnIP0HW6/fn/r9vCOgwvM9z0TMt/ZccJS9Mx7w4qzfDKKow8Mp10U05zd1xGrie0CV3s71ecjv+0z92rzprjq88VyS94ru616Sz86Oz3iu623Q6awoVlv+2zLKNVCsJtu8ypEr1Pv2fCUH7ajWxDKO5+2I1f7YlDKHqpdYXYXzLSHpebu9qjtexrlgvfpu5VjtIGL1a7tufV6yW/ozEauxunSu2niP/n/23gdYr6o8+H3OSdKmBmJiTgkp8HlOrkWhUpkrbfPHC+HUEYc06J18HYyk6UCUjvaittDJgMLQoHCdT0bFr3WGMeEODY0MjUXy4QjDHALX/LktWhQLIzqc008xQE9MDPD1UEK8s/bftfZee797v3/23mu/vzNzij1n77We9XvWfvOe3/vsZ4eVtV2J1YD1ol8psSry0+//tRz4DV+snjx5Ut5447j88J/+uzz4H3HV6rvPuEqW/LyBYjWq3ArfjJv/YBn/2Cf+4B+6BzKVEasZXKN/dMPfa2PqPVZDsZp8s2W8EVQ9HQvE1OZ/OFhb9QTSn+5vlp3RG0hTrKZlo+X34R+1ltcX8811+Idl+jUqqtaxXXf/bUJu+atd/h9cub2lg9dA77jEH9MJzD6DxB/a4fiJazJ8cx+L1fhhgnqleymxmnr98AO08f7iTdPyF0qspKp0q987zAgBCAyaQIZY9a7/M4LqfdsHK1qFXN5rZigv3n+JyLcfsr+uaq0Aog+9irzXvOz5oNo1/qDZVl2f3RMxvzVK5uv2Z0S2Z/YI71yxGt6xEL6/i+/wSr/Wm5WSCYGW7CVulbiJOz9sH/4V6YM76G046PEzxKq/X+J9lO49Hucz799Gu2wzJabeCiC8U83+nicUqwm5G4nVDtdj7r5ouVhN7aOc/Z/13kv/UNnyPjN6Pdm2WXZ9PuO9YnQHk/6BkmJv/u1s/o2X93rb+wWCWO2dYZtHQKzmPbzqN8J+oeYt+saGSNzGbzx0St0Ob2sF4ElB7bZ20StQqxarDybaGwSrszyEqpNYjUXyhEwfUu0K9Idcmevqh1hVFaX+98vy1P/3Jfnmf5wt6995mZz9G2HF6j/IyaaK1Yx/tMJPa/VKBtFuc+/qoQGuv4IVkJjpT1nz/tHV/1G2V6wm3yQiVl3fRO7Hb/xRG3yKv3bLZpG7d0UPr4pkYvhQp4w3vJ1eX8weZuEfS6ZYVWPElZxJvsGbcEncLpohWf21rZXNW0R23Z0lI9O3DwZa02/JEc6VqB7SK1ZTUZatWE1Jimyx6v1hmbzNFcnq/oXICiBgJWAXq/57ifAWf1PkGO1FwrYmWa+ZurQL+/aHcSQ/XDIqVu2vzcZ7zejW7LJiNdk2IBaa8aw5r9thRaD14YtFxKo/3xnRwxa3yvSlWpWr0i9B9WkhsZq8PdxosRDnLtXj03peO8VbXFSQfj8Q3+Kv74OMPZLxb6PtfU60l4J/P21iNX1JqhhCsZqseg4rVguK1SHKb6mK1RR08wP8Tu8zc1uLJCuQjUr9bLGa93rbr3+4EKv9ItnOcRCrhXqsFnmgVMGKVb3varCncitfE9WoVVSsZm31Tg+vitexRL6X4tp/sRpXrB6V//ex/0d+9b9tk98f01sBNFisZvyBbfuHBrEay5mkWI7eBBT8RzeuHovftGdWrOZVcRSQve38J4NV1UUgWS1k/lFermK10xveIhWrhlgtIAyNKlFV9a1/Jf5wsX6AZOm9aowZ3VaaYBG1ArD90S+iP3V2p1zltWIxb3vVBHJZsRqtMf7jcig/HKvromFeCFRGoKhYDeWfH9jmryVuqz9NU5KBFEy2LHniE7G0s74G6mK1yHvNsmL1v90o03+l2sOoLyWn0kIzWkXe63bua7MpVn15mrxduKRYNVrnxD1WoxYMKmj9lvYOYvX3Lvt9+ecH/slfauq8IRer0d00nfaI+W9jeNeY+e+keUz4ga5+e7+9f3mWnC8mVvP3RTvza++xmnNnZfK9XPLDjOCas/0dm1UBb72jqODfeFWK1SeffLL0vy7nn3++d87s7KwsXbpUlixZIiMjI6XHWb9+vaxYsUIWLFjgfc+fP9/7njdvnoyOjnrfalz9u/QknNAVAcRqCbE6ZVRxBrfTqwdAeQ9kSvYmTfRgDVsBeA+hOuw9mOm8U/2cebL0P8xerVHlq02s9thjVYIHS+X1WDUqb7Wt5Vfa6pWo4S/19fpiVecVVuj21ArgefG4pXus+mL1sTdvluvecbrXY/WnP/yi/MNRkca2Akj2jUpUWXUSH11d7S6fpH26Hb/h0j4JD//RLdJ/J6pw8Hvd2sRqsl8UPVZd3jztiD31JtSQkeV6rHZ6fSnSY9WsWE3fnh8+pM98o5vRO1V7OILeHy/OXIaY1P9oj24r1WWF1gcveriC+UfCB8L+gCV6rEZ/5IcBpvq7xQ+1Sj6sA7HajuuRVUDAJFBerHqvBWEPQVkrV/7X/XLXP4SvkfGDrAyx+jsi8q8Zx4QfLtl6rCYEZ9gPNFnJWajHaiRWkw9+Sn541eF1+4I/kt9/4n+IUpMGC6MtjPl67n84HranKS5W1XkPje/QemVbxKo3b9xX1pwrZB7ewSESiVXree0Ub4UrVhN9LuMemPn/NoZiddV5IoeeMh9CpXrq6u87bD1WJUfAR3eQFOyxGonVIcpvGbEatnkymf+uWSVeQKwa/XSj6v7gegt74Bf8Gw+xilit+50JYjVPrD7/jIQiUMKHSGkZ059y7/3YOOYcmVwqMvUf58p1q86TU6IeqxeKGG0A1Il6K4C4L6k3/unTif6p6b6l3gjRw7AsWyoZ+9KtslV2yIE3XSeXn/I9uflHU8ZJuWOpzqmqt+zzz6QnitoiJFn48U28FEvZiRfulS/8rzVy87vO8scL/rcvfUW2rrtQzgrnCn5ntE9QbVaXXiU3nneG1w7g5PGn5B++90159qTfX3XVW/8vOf3f/7vcf/Stcv5bfkf+5ZEHS19rfXt4lf601jU3Sigc4oDSvWs6iY/Si2nDCbYne6t1JR8coK1VlxhmhV94kClWrU/E9WRt+CZcB8mDaNqwrVxZg+3T/dRD2wxBGa6s/OtLPG5MJ7yW8itn1fHJpzprhHP6raZur9QTk1khrknS6LZS7cTkk2W1X0UVLtottlkVq6qvtf31I/4jMfV6nrylVx1QoLLXlf1InBCAgE6gqFj9skQf5ninb5bNW3bJLu8BQFfKxgN3yR592OSHNpoUig6LXle12+7LvNfUKlat73WC1y39td9oA7Nms2yWXbLrQOI1rsjrdthXNlqM9r7K9p6vpFiNezHqUJM9Vm8S+Wz8VPK4xU4g9qJKV3PHJ59InzrPL05r11dGj9V0q4WwRYNf1yz6HvmvV8raf7grqHgO8CT3mFEVbR4T3WXi9Tf/ukw+8iHv4WXxVyj4c9pJJNtpRB+8aj2Pv9VhX7Qwv3axqhWxGD2jbcwT7TcKiNW4N7I2Xup1b6eE78+MWdWHU+eLmO8f7a1X+nUhhq0AqFjtF9F2jTPkYnWwyTSE4WCnGqrRlfBUX3GP1V8FD6/y2wCo79dff11OnDgh//mf/ykvvPCCPPhgtWJ1qBLSpsXqfcwunJIL1JNyOz58p00AWAsE6iEQ9ln1+qVqt8MWjib4g0/dcvZly+1phcfhQAhAAAIQgAAEIAABCCQIIFbZEnkEEKt93B9m/1O/NcBhVXXqtQrgq18EEKv9Isk4aQLJRvtUpbJLIDBQAnpLg14qOhGrA00Tg0MAAhCAAAQgAIFhJoBYHebsd147YrUzoxJHBH1WwzOMnqwlhuHQXAKIVTYIBCAAAQhAAAIQgAAEIAABCEAAAlUQQKxWQdndORCr7uZuaCNHrA5t6lk4BCAAAQhAAAIQgAAEIAABCECgUgKI1UpxOzcZYtW5lBEwYpU9AAEIQAACEIAABCAAAQhAAAIQgEAVBBCrVVB2dw7Eqru5G9rIEatDm3oWDgEIQAACEIAABCAAAQhAAAIQqJQAYrVS3M5Nhlh1LmUEjFhlD0AAAhCAAAQgAAEIQAACEIAABCBQBQHEahWU3Z0Dsepu7oY2csTq0KaehUMAAhCAAAQgAAEIQAACEIAABColgFitFLdzkyFWnUsZASNW2QMQgAAEIAABCEAAAhCAAAQgAAEIVEEAsVoFZXfnQKy6m7uhjRyxOrSpZ+EQgAAEIAABCEAAAhCAAAQgAIFKCSBWK8Xt3GSIVedSRsCIVfYABCAAAQhAAAIQgAAEIAABCEAAAlUQQKxWQdndORCr7uZuaCNHrA5t6lk4BCAAAQhAAAIQgAAEIAABCECgUgKI1UpxOzcZYtW5lBEwYpU9AAEIQAACEIAABCAAAQhAAAIQgEAVBBCrVVB2dw7Eqru5G9rI6xCrQwubhUMAAhCAAAQgAAEIQAACEIAABIaYwNjYmLf6J598sjSF888/3ztndnZWli5dKkuWLJGRkZHS46xfv15WrFghCxYs8L7nz5/vfc+bN09GR0e9bzWu/l16Ek7oigBitStsnFQnAcRqnfSZGwIQgAAEIAABCEAAAhCAAAQgMDwEEKvDk+tuVtoKsdrNwjnHXQK6WFWrOHnypKifqf++8cYb3veJEye879dff937ZGhqaqr0gtWYx44dk6NHj8qZZ55Z+nxOgAAEIAABCEAAAhCAAAQgAAEIQMBtAnNzc94CqFh1O4+Dir4VYlWVU/M1PATqqFhFrA7P/mKlEIAABCAAAQhAAAIQgAAEIACBkEATxOp73/teOe2007zb/1UrANUCwNYKQMUctgMgg8UJnHrqqcUPThyJWO0aHSfWRQCxWhd55oUABCAAAQhAAAIQgAAEIAABCAwXgSaI1T+8ZJ2MnTbm91ddoPqrzvPkqtdjdd6ojI6Mysio6t2q+qz6cpWv4gSWLPT76HbzhVjthhrn1EoAsVorfiaHAAQgAAEIQAACEIAABCAAAQgMDQHEavtTjVilFUD7d7m2QsTqUKWbxUIAAhCAAAQgAAEIQAACEIAABGojgFitDX1lEyNWEauVbbYmTIRYbUIWiAECEIAABCAAAQhAAAIQgAAEINB+AojV9ucYsYpYbf8u11aIWB2qdLNYCEAAAhCAAAQgAAEIQAACEIBAbQQQq7Whr2xixCpitbLN1oSJEKtNyAIxQAACEIAABCAAAQhAAAIQgAAE2k8Asdr+HCNWEavt3+XaChGrQ5VuFgsBCEAAAhCAAAQgAAEIQAACjhMYnZuTkwsXOrkKxKqTaSsVNGIVsVpqw7h+MGLV9QwSPwQgAAEIQAACEIAABCAAAQgME4F5e7bJ6Jl/La//gXtyFbHa/p2KWEWstn+XaytErA5VulksBCAAAQhAAAIQgAAEIAABCDhOYN69l8u8vzomv7rvm87JVcSq45uvQPiIVcRqgW3SnkPaJVZ/KF9Zc7XIVw/INe+qMUff/4qs+djuIIDVcv39t8uG00TE+Ln69Sa588A18k4t1B/+zRq5Wu6UA38e//TIg9fKhs8dTI8X/MT7/dQ62Xv7BlmWWLZtPBGfUxjhppDXS3vl2g/eJtFMn94rt683R0yPd0T2XrtBbgtPEpHV2nlm7Pp6zRjkCnPNNWav0qk9nvfkcImiiY8xmZrheuzP/HtZ8zFJ7a0w78b1EeRckjmbudLYg+Ys6ZzL6uut+y86L7G31M/1faI43DWe3m/++fF1/eGfZex1b/x9ss671srEl9iH2kLVdXHxd1R+0lsiumZs15stn4n97eUwwdjfC+aA+jz6tWc7VufpUeswnkgZTmZc9n17l4yHr3X64Zbce78OmWT93tsk18vebSK3aq9L0dDanut4TajXsdTrr0hWHit9EWAyCEAAAhCAAAQg0AUBT6xuuV9k+Trn5CpitYuEO3YKYhWx6tiW7S3cdohVUxDU+seyJwlm5MpAmMbSc0L+PiF9PTnxnC+kRJenuoTxZMBMJGcNiaqLgoTYMkSDIXV8VjNbAvkcxXuxPLrmapmJBJsSTrEoyRovJXUDSTKuZK18RdbcPR4Jt6QYikWaL7fiuXvb086crVh9fkbGleIO8+FJxLSgSu2VXPGZ8QGDt19M4arGfVQ2ye7n4jzZpF/MNLjWRBeptp9pWbDIW0n8rKhYvWaFLlC1qKIPF9bIASX6C8dn5x2ObI0rcU1GUWTm0/8QQ39dSjJOi0oRn1EoiwNRKnfK3vG7ZMPnxhPi3Mx55/G6yGO40BL71jsl8ZroD6Nd8793wHjNTF2/1vOD+FemP5CxfpgUvFYa/zbYfubMiweBQgACEIAABDoT+OUvfylPP/20HD9+PPfgxYsXy7nnnitvfvObOw/KEY0hEIlVFZFjchWx2phtNLBAEKuI1YFtriYO3A6xGpJNSMMagCthcqvcoFV6huLmSpn54KNysV6hqv6w18SjCjcltTyJIXJDWI1qOcerxEqMExFJVsZlHpsWTDaplIwvvd44B6ra79H3aNXDhsQ15WF6nBqSV/GUIUtPlEWiNEP0aXnzJHyuWLXso6CC0awK1fdmQqJnjK8LXrOWOUt05UhzTcKrvVKkYlVVoqf3pbnnwg8riseXUWlpZRZKwfQ5ufn89LjcNmWX1/6HFklRmp4nFIbmfkm/9nlVvR3Gm7gv/lCnGKf44ii1bzPFqpbHrsSqfY971JJV//qHPck7GbIkecWvBUwHAQhAwCNQ4M4mSEGgDIGDBw/K2NiYrFixIve0w4cPy+zsrKxevbrM8Bw7QAIjc8dkZC5/gpE9fybzPn5/fJBDchWxOsDN05ChEauI1YZsxWrCQKwOmLMhE7sQq97tureKbPPbCWRW0BUUq74UGZdN9+xOtAKwi1VrWwJNuuWJ1VQ7hkypa65xwBlpyPDahwBeFWZY5ZxTsRq0iMivKA2Wl6rys4yr5eOwdit+3vh5laX28/IqQk0hWlSspj5I0NYqOS0FyseXc72lWi10yucNIp+PK8X1WArlUxeGfzztt+zIaJ9RZLzyeUwLXL96OH/femfZKk71alwxq/xTF2hOxeq+yQLtSqznh7PkVyw35MWCMCAAgaEgkL7bJPvDzKEAwiL7QODb3/62rF27ttBI+/fvl/e///2FjuWgwRMwqlHLTOeIXEWslkmqm8ciVhGrbu7cLqNGrHYJrshpxu3Oh+Ura7oRq+leialWByUqVv3qOIn7vkaCQ1XUarfjh30PO/SGLCxWrbfdav0tO/XoLLsiG0oAACAASURBVMLbpWMM2aNXWmf0/NTykN1PUu/VmqjetuwRQ64VrIgtL+QGIFYT7RJ0kdhdfHG/4WgLBbxtfUptvZFNeZjMZ1DdqgnEFVrVcRERquJKVWImKpvC14Ui45XnZBP2GetU/aT1rx56rHpr8gRu3Ps5HDrZUzZSpdaK1bg9ixkcYtWll01ihUC7CajXo87vE9vNgNX1m8DevXsLV6Gq6tYNGzb0OwTG65JA12JVzeeAXEWsdrkxHDoNsdoHsfrskZ/JD196Tv7o7NXya/MWZKb/lR/fK194foVsXXehnOXQJmlTqIjVQWQz7vkaS9Bib5htt9obt/Va+mSWaQWQli6aWPDETygwVsumK0RmxvW2BunbbzuL1VAUag/xSiH3edmqzwaRnSaMaZWjnsyT7B6rZSpWE20l0iLNJnD9HK355+xWA+WF3CDEql5JKkbP4P7GV7xitWg+w/hukFujdg5FRKhVrBobOZacXiuADq0iynPyJyu6zrRYTYvNSBR7FbhZ4jOrR2v2a4a9FQBitQmve8QAAQjkESj2PhGGEChDYM+ePbJq1apCpxw6dEg2btxY6FgOGjyBnsSqA3IVsTr4PVT3DIjVPojV7x5+Vr778x/J2JvenCtXKxOrLz8l9373qKzpKHB/Ko/v2yHy9pvlwvxWND3v059+/2Y58Kbr5PLfPqXnsXoZALHaCz3buYGwSt2mW+wNc+cepvm3dJv9Ei19CJWY/c7F2hPfs8WX92AjvUeqpQdsrlgNKs30J857xCy35g5Xj1VLL+Cc/rOR0ApkWVERF3NWDyZL9ATNqWDVpV9yhzehx6oXUxi/98T4WJp1F1/JHqup/Vsmn/71JleI7JYrveswu8eqOa4vDL8g1z93XfzwOS1BhrS19ljtpRettwvNB98Z17Jlj4WxZd2Kn5HD1KtqxvlZcpgeq/3+N43xIACBaggUe59YTSzM0hYCiFV3M9mzWJXlIl98WE58/B1ysoEYEKsNTEqfQ0Ks9lGsqtzkydXKxGrhTVKdWC0c0oAPRKz2F3C29CrWO8tasTq1TvaGD69KPCnckEzhMdqScitU1S270XhmD0j/AQrmE+STgi/6/1Px3SbjXz0g2Q8kSrJIs+lvVho2mrV1Qyit7hT5WPaDkSIR16EiMVyxJ8dlk+wWXaZnPOQtiOvuyX2yJXP8Lp4mb7TECNR/4md5FZThE+RF3RYePXzI78s7szJZVV02vvxbwa1xJUVfyXxGVZ/ahy9+ywG9lUN4bfrXUvjQrlCspqu7zYeEdR6vLCdNZhuvM/n71tuHOWLUe9BYQo73XayqAW2tSKztSRr2WkE4EIDAEBFArA5RsitbKmK1MtR9n6g3sbpc5G8flhNbmylVFSzEat+3TOMGRKz2WazmyVVTrCqpeUCWvv1cefpHe+QZb2tMam0CXpGnDn1B9hhPx9N+f/hxuflHU/GGWrhRrlt1nnj1oHrFauZxvlQNRzjnjOvk8lO+Z46pxtLG9eL/X2tkq+yQHUf9qb3zvCrUdLzx70T0ilWfg7/i8GsyqppNjxP/rvfrB7HaO0N9BHtPxuA2+MNKVu7WDk+IFEtFaFgldtvB+LReeqx6o2T0ZvQFSNwKQN0Wrh6YpX+lRW3c9iA8zu996N+ircft/z5Yc6LvYla/xP5mpxmjZUlEn+1Fsumex2Q8yV57erl3q/7ntA2hLSvF0SaPMh/m40vG37xG5I6v2MYP2zmkcy6deuRa+mzqsdqvm3C/qGrIq8UUq+Ft6Vq/4IhDmfi6EKtej9e4H3H5fAbxrVStH94ZRW1jkGLktYNQ7SKy+8KGA3Yaz/bakpfHzuv8v6MH4hlX2v+5RVb/492S3lH21wLjXLWvMsRrVqVvqmI1HDD1tG2R1GtpM14iiAICEBhKAojVoUz7gBeNWB0w4AEO371Ybb5UVdgQqwPcPA0ZGrE6ALGqcmurXE2L1R0ypYlLJR93/EcoSF+RV14+RU45Nd4podi8eeUxufe7e2RFJCN9SXo4lJyhWH33UjmQd5xoFaunqPYBe0QiUarmDeTr0q1y87vOklCIRqLTm8ePY+Klm2XHUU38ar9TbQYMsfryK3LKqVpLAE0Ei8FAgjn715e2XWK1Ia8ihAEBCEAAAhCAAAQgAIHCBIrd2VR4OA6EgIggVt3dBqPPPymjPzmWv4B9t8norfu0Y9yQqohVd/dlmcgRqwMSqyoJa856p7zztIkoHzaxqvc39X5/5Ny48lSdaa04XSLfy+uNGonKCZnO7aGaFKtPy7nvvlzO02SuJ3tFE6tGfPH5nlgNjvMX7FeeHn2r37813WPVrJgVOUc2vvtymXjBwqDMju5wLGK1jzAZCgIQgAAEIAABCEAAAt0QSFXWp+9s6mZYzhleAojVduferGp1R6oiVtu9L8PVIVYHJFbfvuwsuWj8fGMXlRKroVANqkU9VZkQr570DG7JN9oIJB5elXmcpWLVvEE/CF+vWC0sVs0LKBarR4MWBMnqVk3qBtWuYSx6S4FeL0vEaq8EOR8CEIAABCAAAQhAAAIQgECzCDz88MMyNjYmy5cvzw3sxRdflNnZWXnf+97XrAUQTS6BWKy6JVURq8OxsRGrAxCrNqkaidHnw9va0w+O0sWpWKpXo9+/9ah84d+WGpWthnQNxerbRXbkHZcSq+mKVf0ySFfUdlGxevq03PvdxDxevOpn60X+Na5y9efu7wO2EKvD8cLGKiEAAQhAAAIQgAAEIACB4SEwMzMjzz77rLz88su5iz711FPl7LPPlvHx8eGB04KV+mL1YOMfVGVDTY/VFmzADktArPZZrGZJ1a7E6vPi3R7v3ZofVnGqnqxKrP7ocPw7pR/13qS6WM07rmCP1bBdQUexWqTHqidW9V6u4cOqVCsAX6zu+Q2/9YD3lejV2usliVjtlSDnQwACEIAABCAAAQhAAAIQaBYBJa9effVVOXnyZG5go6OjsmjRIlm4cGGzFkA0uQTm3funMu+V6+XE1ndIfoabBxKx2ryc9DsixGofxWqeVC0rVtWjnYxb+JVQ/R2RB7+7R55ZulW2yg6tDYAaPXlr/VFZs+5C8R4GFbULSBwX9EHdMyfi3W5/yvfk5h9NGXsselCVpRWBWU0aCtL4dP0WfqPHqtE3VhOqc5OyNXjglt6SgFYA/b7sGQ8CEIAABCAAAQhAAAIQgAAEIOAGgdF/mxF567hzUlXRRay6scd6iRKx2gex+m/HXpCfv3xEVp/1O73kgnMrIEDFagWQmQICEIAABCAAAQhAAAIQgAAEIAABxOoQ7AHEah/E6hDsk9YsEbHamlSyEAhAAAIQgAAEIAABCEAAAhCAQKMJULHa6PT0JTjEKmK1LxvJlUEQq65kijghAAEIQAACEIAABCAAAQhAAAJuE0Csup2/ItEjVhGrRfZJa45BrLYmlSwEAhCAAAQgAAEIQAACEIAABCDQaAKI1Uanpy/BIVYRq33ZSK4Mglh1JVPECQEIQAACEIAABCAAAQhAAAIQcJsAYtXt/BWJHrGKWC2yT1pzDGK1NalkIRCAAAQgAAEIQAACEIAABCAAgUYTQKw2Oj19CQ6xiljty0ZyZRDEqiuZIk4IQAACEIAABCAAAQhAAAIQgIDbBBCrbuevSPSIVcRqkX3SmmMQq61JJQuBAAQgAAEIQAACEIAABCAAAQg0mgBitdHp6UtwiFXEal82kiuDIFZdyRRxQgACEIAABCAAAQhAAAIQgAAE3CaAWHU7f0WiR6wiVovsk9Ycg1htTSpZCAQgAAEIQAACEIAABCAAAQhAoNEEmiBWJycnZWxsTBYsWCDz58/3vufNm+d9j46Oet8jIyMeR/Xf8H83GmyDglvag1d87bXXvJW88MILpVd0+umne+ccP/GSLBpZ1nXeRrZt2/arsrMrufbGG2/IiRMnpBcAZefl+PoJIFbrzwERQAACEIAABCAAAQhAAAIQgAAEhoFAE8TqpZdeKsuXL/fEalKuhmJV/Rex2t2OVIK62y/EarfkOK82AojV2tAzMQQgAAEIQAACEIAABCAAAQhAYKgIIFbbn27Eag8lu+3fHu1bYR1itX0UWREEIAABCEAAAhCAAAQgAAEIQAACnQioW/DV15NPPtnp0NTvzz//fO9ns7Oz3t3WS5Ys6ep2bypWS6MvdQJiFbFaasO4fnAdYnXlypWuYyN+CEAAAhCAAAQgAAEIQAACEIAABEoSOH78OGK1JDPXDkesIlZd27M9xYtY7QkfJ0MAAhCAAAQgAAEIQAACEIAABCBQkABitSAohw8berHqcO4IvQsCulhVp588eVLUz9R/1QPNwoeaqQebvf76617J/dTUVOmZ1JjHjh2To0ePChWrpfFxAgQgAAEIQAACEIAABCAAAQhAwHkCiFXnU9hxAUMvVlWfCr6GhwAVq8OTa1YKAQhAAAIQgAAEIAABCEAAAhCokwBitU761cyNWEWsVrPTGjILYrUhiSAMCEAAAhCAAAQgAAEIQAACEIBAywkgVlueYBFBrCJW27/LtRUiVocq3SwWAhCAAAQgAAEIQAACEIAABCBQGwHEam3oK5sYsYpYrWyzNWEixGoTskAMEIAABCAAAQhAAAIQgAAEIACB9hNArLY/x4hVxGr7d7m2QsTqUKWbxUIAAhCAAAQgAAEIQAACEIAABGojgFitDX1lEyNWEauVbbYmTIRYbUIWiAECEIAABCAAAQhAAAIQgAAEIFCQwNycyMKFBQ9u1mGI1WblYxDRIFYRq4PYV40dE7Ha2NQQGAQgAAEIQAACEIAABCAAAQhAIE3gvutEzvqsyCr35Cpitf0bGrGKWG3/LtdWiFgdqnSzWAhAAAIQgAAEIAABCEAAAhBwncDujSJ/eUzkHx90Tq4iVl3ffJ3jR6wiVjvvkhYd0Rqx+uSX5IKP7Aoys1Zu/NaX5QOn1ZSorFiMn6vYNsvOJz4lv6uF+YM7LpCrZKc88Yn4p0ce+KRcsn1/5tq83z8yKQ/d8QFZlliybbzokJe+KZ+8dFq2hjF4//8tEs1000Py5cvCEX8gX7rgKgkJyxY9RvN3m7/2hHzqfH8WM3Z9vXnj1ZS3Gqb18nN3DpcopvgYk2kc9FojXyJh7h8a36HtH3OR3jn/5e+0aycBwchzMKYRr3m8v540SDO2I/LNT1witxzQjltzY7R/i6wvax597+lRpDmLSGK/+8enr8nUaoLrWJ8re/zw+krs93DQPq3bi1y77rzhLXHmbXGP+8zW6LUnzTi5T3fIROJ1NjmG+Vpzi4i2R/08S+K1WnGKx+3M1bb/CuSwhmudKSEAAQhAAAIQgEBfCSix+uFviJw+6ZxcRaz2dSc0cjDEKmK1kRtzUEG1QqwmBGGeaBwUR1MgxLIyjmVC/u6Cq0Q0+eFJg5/4Qkl0earLLE+OTEfywVibLmo1QaNiMeRUQo75sYZyK5QQvviZjsRHWnDsGA9Fq36seJJs+qpApuq5UPHtnIiEmS551f+2j5dUwwPPWH0TKFafnZYJpatDfmJyD4NL7RVNgHnHBJJwIrm/ZKd4YjV5fMaqc68da7xpsRXnNfidEVuw7yQWqdFeDH7mXQsd1mfun2CexLViXJNWzvp+D66KnA8p4utmu0y/TWSXWCSkfq0Zr0u2vJrX4BndrtuaSzV2Os68za5LUZvQNH9m36dZYlWdOyWbZddP4teD6DXKeO2yiVUR44Oc5AdC4aIK7M/6LnZmhgAEIAABCFRP4Be/+IU89dRTEkqsrAgWL14s5513nrzlLW+pPkhm7J5AKFbVCI7JVcRq92l35UzEKmLVlb3alzjbIFbVH+jb5aZEdWW6mqovwDoMkh3LVpm+dEom9QrVhHhUQ6fEhCcLRG4Kq1Et53iVaZrA1EPMEh1+nJMysX06iCktSmJ59bxRRRbG6TFX1Y4Zc3sy5cK4etWXf0o6T8qUVpVmjBdVyFaRrXrnCHNjik+7sNJzbBWPgSiPBLckKlb7IFbt8ZoMrcJTi23y8fjDBFOhB5LxbVki2P99uD77PPmyryxnq+IP9/C3JmSHVu3tx3OjTGyfiqs4O4pVb+f71bs9rduyjzPiLCJW/QrniVQ1vTo3Fvzqg6KiFathXtRrYHyOv58m5caf3BJ/MJP4YKEz13hFRfZnvVc8s0MAAhDoQKDAnU0whEAZAo899piMjY3JihUrck87fPiwzM7OykUXXVRmeI4dJIG5YyJzHSa4b6vI1d+ID3JIriJWB7l5mjE2YhWx2oydWFEUbRCrKVRZFU0VMTWmMWRiF2LVEy/bRT7jtzbIrNQrJVaV6FCxKMEZxmQXq8m2BP7a4pjec0jJkQnZfPeuqE1A1u3Y2QLYXGMdaap+Tk0U/pbekiGnYjVoEWGV5d4+m5JJ7dZsoxVAz2I1K16TnHV/ahWrSqymKlqDIXLFWGJ92RWrkhCC2XH7FZjl2obE7M+wit6bZHtcbVtIrMYfplgri4us27J5s+LM2+eFxGT0IU4Jsap98PO8VqkexXjhlPbhjL1SPptruKJi+7P665wZIQABCBQl4N8NlHVn0xDdz1MUGMcVIPDAAw/I2rVrCxwpsn//frnssssKHctBFRDQq1HLTOeIXEWslkmqm8ciVhGrbu7cLqNunVgNJI7ey69LNL2fZsSiqj67EathX8s4HGsvxRJiNa4kDQWr6vOaaAUQ9p/M6qUa3L7rtzDQ+iRaBJ8XubXfo9Z3MtHKoHf4DR/BkG56NWZGL04tD/YepGlB2LnHaroXZWYrgMx402I1r8eqvdLUH8MQe1FP4XB8c332HquW3pod4070e83dh2bVbPLWeV8Ya60xCgjz/qxbRIy4s+PMuyrKi1Wt57I+sKUvbyTTNcmqV15nVcfHP8/iGkzcMc8Nfz0gPAhAAALe+7DO7xMBBYEyBPbs2SOrV68udMrBgwdl48aNhY7loAoIdCtWVWgOyFXEagV7qOYpEKuI1Zq3YLXTt0esxoIks2KyMrS2WIq9YU5WI/oSTbst1xOUiaq8Mq0A1LGPTwYPqEnEZDzMZ61s3iIyPa63WAgB+uubeu9DYlSSeb9OVlyGojCvMjAeL35YVmXJqmUiqxz1hJSk2i54VLWHmtVRsZodr/7otYyKao1wYbFq7bEaV+QWrVgtGncUYs61lPewK9F7BodjfEZke9QuIKPFQ1Iod7Pu5A7u8qFc5cVqkVYAtg8K/NcCv9o96FOb0SbEyLOVq7/40nmu5apnUghAAAJ5BIq9T4QhBMoQ2L17t6xatarQKYcOHZJNmzYVOpaDKiDQi1h1QK4iVivYQzVPgVhFrNa8Baudvh1iNfjj3fqQpmp5+mLxKtmViqXYG2abWO3YP7aEWLVX+lmeKB7IPK9HqlF5F4uMqMdqJGoTYlXU7enmk8C9sy2tGtK9aavOW5XzmRWFJpN0/9lIHAUSyt43N7uVQ+8Pr8qLV1U7x1954tTbHdoD28r1WM17mFowf2pf5cT9NZGrbFXeOW1E0tzj8ZMtDjwOslnkbpGtXl/lLLHaqcdqgXUntm5enJ86Xzs48bphVgz3qceq5bUp3CPJD2X8+VVbkemoT21yP6W5eleH+QC9jNeYKq9w5oIABCBQnkCx94nlx+WMYSaAWHU4+72KVTld5I4pkWvOaSQExGoj09LXoBCrXYvVn8rj+3aIvP1muTC/P3ZfE5Y52OHH5eYfiWxdd6GcVc2MTs7SBrGa9YCmOhKSHUux3lnWitVHJuWh8OFVtlvtS4hVk4n+Jj4hJ4zK2GTs+v+fEEZafBNfz+qnmTdeHVmreE5rvkL+O0U+kl8JWLlYzY1XezhZIE6zeqj6lAORKDfGezrxM/vDuQoIxqQUzYv7/9gsuz6f7McaVj7apKJdjIa52ClXmb1jo6rRsD2B7fywst0/5gxPLAYVnNGWLLBuY/vmx/nEJzQNbrl9XlWhq6px/wMYs7WC+bMi81iEp4o1yMvX3zslHzLWm65uT4n6FNd4vOg1Uttn+sPcKr7KmQ4CEIBASQKI1ZLAOLwAAcRqAUhNPaQnsXq6yJ1TIh9tplRVyBGrTd14/YsLsTpIsfryU3Lvd4/Kmo6y8xV56tAX5Oll18nlv31Kd9lFrBbi1gaxaq/CLPdQmkKwChyUG8vP1W38u7RRMnpcGrIh0QNSLNWlfRGrYSXpLbLfizDBL3F78dqbfAHjfSWeYuu3YkjH7R8crDlvvAKcXT4kq6rTl3TrZPPd++Iny4cL9RhPp2+hjkDElY+hPOvcY1XEyGN4S7Uu8nNkqU3wdqpY9cO17A2tR6hdHJvrs8/ji7npYG/mc94qXiVvh16uEd6sayyQk+u27JJ9Xo/VuA7XbOOR0Tu3i3Xbeth6V5a67uRL2oOgtKskoxLXuIU+0V82/Vqmv14VEKuZ1b/+ub/5FyJfPJIQydo+z3pYX7I9Sqc8GzLZ5RcOYocABFpOALHa8gTXsjzEai3Y+zNp12K1+VJVAUKs9mebNHkUxOogxWrhzCNWC6Pq8cA2iNUeEXA6BCAAAQhAAAIQgAAEaiRQ7M6mGgNkagcJIFYdTFoY8s/+ReTHR/MX8OjnRG6Z0o5xQ6oiVh3elyVCR6wOUqzqFave/94jz0TJmQxu2/el6p654BdLt8rN7xKvzYD+siELN8p1q86TsJ71p9+/WXZErz2TsvXtIju8VgD/uxzTxwuGnYxaFiTmE5H4dyV2jqOHIlYdTRxhQwACEIAABCAAAQi0h0DiDqDoLp/2rJCVVEwAsVox8KqnM6pa3ZGqiNWqN0o98yFWKxGrEzK9b4ccPiO81T+Qm7+hJKrqiJqoWH35FXnl1FMiiaq2hhKpB97kn//Kj++VLzwvsvHdl8t5p3q/DUTspGxYOiV7j4bS1t9U+vFLnrtZdvxHLGn9360Ymt6siNV6XmiYFQIQgAAEIAABCEAAAhCAwKAIPPjgg7Js2TJZvnx57hQvvviiHDlyRNavXz+oUBh3EAQiseqWVEWsDmIzNG9MxGolYtWvIs3uoWpvBeBLz7jGVbxq1rN8UXrkXKOCVYIeq55YlVDYBhvOq5Z9Ws599+Uy8YLl3Obty4FFhFgdGFoGhgAEIAABCEAAAhCAAAQgUAuB5557Tp555pmon2VWEIsXL5ZzzjlHVq5cWUucTNolAU+sHmj8g6psq6PHapc5d+g0xGolYvVC8epSDVF6jlZxaorV8LhzogpXv2J1RyBMexGrXoVroi2BPo9De7erUBGrXWHjJAhAAAIQgAAEIAABCEAAAo0lMDc3J6+++qqcPHkyN8bR0VFZtGiRLFy4sLFrITALgd1XiLzyGZGPnuMcHsSqcykrHTBitQqx+u6lcuC7R2XNOl+wel9BhelW72emWNUlanh4f8TqepF//YIcfevNcuGKaGSvjYBEPVhL7yGnTkCsOpUugoUABCAAAQhAAAIQgAAEIACBYScwMy0yPuEkBcSqk2krFTRitTKxukdWaPLS7G1qEat6n1RPwk6J0QrA6LEaPpCqU49VX6zuiXq7xtWremyldpBjByNWHUsY4UIAAhCAAAQgAAEIQAACEIAABBwlEIrVXsKfnZ2VpUuXypIlS2RkZKT0UJdeeqnXf3jBggXe9/z5871vJQRVFXf4rQZW43czR+mgWnQCYrVHsTpl2wwLg4dDebfc+5WqS5P9UkVvBRDc6n9UAnm6VJ469AXZMxcMrnqrnjbtydXwtn2vglUd732dIxvffq48/SM1l9/PNTo3OGIylLqJNgDe2VrLgRbtbetSEKttzzDrgwAEIAABCEAAAhCAAAQgAAEINIMAYrUZeRhkFIjVrsXqINPC2IMigFgdFFnGhQAEIAABCEAAAhCAAAQgAAEIQEAngFht/35ArCJW27/LtRUiVocq3SwWAhCAAAQgAAEIQAACEIAABCBQGwHEam3oK5sYsYpYrWyzNWEixGoTskAMEIAABCAAAQhAAAIQgAAEIACB9hNArLY/x4hVxGr7d7m2QsTqUKWbxUIAAhCAAAQgAAEIQAACEIAABGojgFitDX1lEyNWEauVbbYmTIRYbUIWiAECEIAABCAAAQhAAAIQgAAEINB+AojV9ucYsYpYbf8u11aIWB2qdLNYCEAAAhCAAAQgAAEIQAACEIBAbQQQq7Whr2xixCpitbLN1oSJEKtNyAIxQAACEIAABCAAAQhAAAIQgAAE2k8Asdr+HCNWEavt3+XaChGrQ5VuFgsBCEAAAhCAAAQgAAEIQAACEKiNQBPE6uTkpIyNjcmCBQtk/vz53reSgep7dHTU+x4ZGfEYqf+G/7s2aI5NvLQHr/jaa695q33hhRdKr/r000/3zjl+4iVZNLKs67yNbNu27VdlZ1dy7Y033pATJ05ILwDKzsvx9RNArNafAyKAAAQgAAEIQAACEIAABCAAAQgMA4EmiNX169fLihUrPLGalKu6WA2lKmK1up2JWK2ONTP1iQBitU8gGQYCEIAABCAAAQhAAAIQgAAEIACBXAKIVTZIHgHEKvvDOQJ1iFXnIBEwBCAAAQhAAAIQgAAEIAABCEAAAj0TULfg9/o1Ozvr3W29ZMmSrm73pmK11wwM7nzE6uDYMvKACNQhVs8888wBrYZhIQABCEAAAhCAAAQgAAEIQAACEGgqgbm5uZ5DQ6z2jLCxAyBWG5saAssigFhlb0AAAhCAAAQgAAEIQAACEIAABCBQBQHEahWU3Z0Dsepu7oY2csTq0KaehUMAAhCAAAQgAAEIQAACEIAABColgFitFLdzkyFWnUsZASNW2QMQgAAEIAABCEAAAhCAAAQgAAEIVEEAsVoFZXfnaIVYdRc/kXdDQBer6vyTJ0+K+pn67xtvvOF9nzhxwvt+/fXXRfUymZqaKj2VGvPYsWNy9OhRocdqaXycAAEIQAACEIAABCAAAQhAAAIQcJ4AMgoMRQAAIABJREFUYtX5FA50Aa0Qq+rJanwNDwEqVocn16wUAhCAAAQgAAEIQAACEIAABCBQJwHEap30mz83YrX5OSLCBAHEKlsCAhCAAAQgAAEIQAACEIAABCAAgSoIIFaroOzuHIhVd3M3tJEjVoc29SwcAhCAAAQgAAEIQAACEIAABCBQKQHEaqW4nZsMsepcyggYscoegAAEIAABCEAAAhCAAAQgAAEIuENgdG5OTi5c6E7AWqSIVSfTVlnQiNXKUDNRvwggVvtFknEgAAEIQAACEIAABCAAAQhAAAKDJzBvzzYZPfOv5fU/cE+uIlYHvz9cngGx6nL2hjR2xOqQJp5lQwACEIAABCAAAQhAAAIQgICTBObde7nM+6tj8qv7vumcXEWsOrnlKgsasVoZaibqF4HWiNXvf0XWfGx3hGXTVw/INe/qF6WS4xixrJbr779dNpwmIokYRTbJnQeukXdqw//wb9bI1XKnHPjz+KdHHrxWNnzuYHCUNl7wE+/3U+tk7+0bZFkiVNt40SEv7ZVrPzgjV4YxeP//bRLN9Om9cvv6cMQfylfWXC0R4SvMGEX830uSuzGmHrs53mpjrpK8nTo8wTGMffX12fm7R98nGedn7aV7TDjhdeHti8TvwiPVMRd/Z43cNa7nPwE5sVfUb7Ny6O3PmSuNPW2OdkT2XrtBbgs3njdYzMPc/9qZwR7M/H0U02Fz7+qTJ7j7XDKusc8dFOvrSnBd67/L4muen3HNWMazbXHbHOXiK7bO8DVk7/hdHfIYRFkwfqcuW4KFAAQgAAEIQAACDSPgidUt94ssX+ecXEWsNmwzNSwcxGrDEkI4nQm0Q6wqQXGXjBsCcyYWmp0x9O+IhKyMpeeE/H1CPHrC4jlfIIkuT3Vp6UmKeC2GRNVFbUIQGbIpJUHVckOZFUo7X/LMRILTZKpijUWbfqwYUiwtjhJ5uXtc9t6+Rg5cu0FmtgTy22O2T9aF+etfNho4UmKvehEGuViZkNWKy+dnZFzp7JCVJ7A1psEK9b2kVLgv3RLiXuM8cV++ODXzbZeqosvwQLQaPwtOyxerwdpFF8vmz7xrIyVm4z14g9xaTPgZy7BLzVBWmpI4Fr9pcal+d6vMrBTZLbE8tvJLXMv2DyPs4yU3cqf8eh/kRHvLHp8S60XWWU6sFou/gRcmIUEAAhCAAARaR+CXv/ylPP3003L8+PHctS1evFjOPfdcefOb39w6Bm1eUCRW1SIdk6uI1TbvzN7XhljtnSEjVEygFWJVCQtP2IUVm/4f97ItqBStkKmSSLfKDYlKTyXCrpSZDz4qF+sVqqm4RVISypNrIjeEa7Oc41XCGuuPF5wltfw418n452aCmNLCLpZDquLPlHnpdfryKZKlShdmVSom1xSIwNwKyQpzONip7GLUxir8mVkpaD9f3wO+pB9PVUP7Is/PY/diNSngNVqBXB1PVC3nidWkENZ2ri/sV94pWZWS4f4sL1b9vbpvMl2R640pm0SeG4+vOavgDiINP0i5f1zu0qq/7WI6mTuL3M0YT9+T/ocm+fmNxGpefAXXWUqsFoh/sNcXo0MAAhBwmECBO5scXh2h10Dg4MGDMjY2JitWrMid/fDhwzI7OyurV6+uIUqmtBEYmTsmI3P5bEb2/JnM+/j98UEOyVXEKvs+jwBilf3hHIFWiNUkdYu4qy0xUQXrxfLomi7EqlfNGEvizEq4UmJVCR0Vix6TXawm2xL4HG3iOi1WI0l1z+6gvUD61uN4PFPK1pavgU9sE6O26kmN5wq9ZUNOxWrQQqLzrfd+RWueyM7+fYbYjfZFOo+dxGpWHHaxHCao+4rVvPYY/rrvlHVTj8rE7UGbDvWH7nfG5frnbjM+OPCuhOjDgxXGBwvZFauiCe903rPGS4nV3NYK8dH58RVbZxmxWiT+gV9iTAABCEDASQLpfxOyP3x0coEEXQOBb3/727J27dpCM+/fv1/e//73FzqWgwZPwKhGLTOdI3IVsVomqcN3LGJ1+HLu/IpbJVa1T/ob0bPTuD1aVX12I1bD27rjrZa6Hblkxap6o/7oe9Rt+KFgVQIpUYkY9tA02gho/T1TPUHtYtW4Hd3Ljy6WQkm7QW4zbgV3/rLKWUDBHqtGSwmdbcb5Wp6KilVrj9Ugr4czxWtNYjXqMayh7dhjNd3DOK8fsRo5FKJXzmwIrhH/Z4++Z6+M352Uxuae17nbe6wm40n+EZ09XndiNT8+JbSLrLO4WC0Wf5uvbtYGAQhAoHsC+nuyYJSc93fdz8OZw0Rg7969hatQVXXrhg0bhglPo9fatVhVq3JAriJWG739ag8OsVp7CgigLIFWidVw8bX37LT1ZCz2hjkpxVK3/drkZBmx6lXfXRw8SCgRU+JBU5uuEJkZ19sahIBtt1JnVKzqD0Cy9Z9VwszaA7bsTnbl+JxWANoDyKwPZPI4SXaP1aGqWI3zXUQke0enepym90xUaXrm3wfXieKtPhD5sEwnWl2I5QFe4QPpxCamU9duQqzmjKc/4K7weovEV2CdhcVqwfhduVKJEwIQgEC1BIq9T6w2JmZzncCePXtk1apVhZZx6NAh2bhxY6FjOWjwBHoSqw7IVcTq4PeQyzMgVl3O3pDG3gaxmhYN9fVYDR9IszslC4u9YbaJVXvPVq1/bAmxaq+kE+vTzqPKVuNWdP9CKdpj1YhdE6tKPKUerjQU12BGxWdmhWoAxWgpkX54lb5vsntwxvL74u/00gpAf8iZlrSKe6xGmj+rl6++nzJiS245s6/wo3LxV0Wu9j6IMG/1D68B86FaHfgmPlhIPrzK/jqW0VrB2mO1U8WoLb6gkj5nnUXFatH4h+IyZ5EQgAAEShMo9j6x9LCcMNQEEKvupr9nsSrLRb74sJz4+DvkZAMxIFYbmJQGhYRYbVAyCKUYgTaIVb8STbvF3HrLeTEevR6VXU1WrHeWtWJVq2T0q+T2ybr7uxOr5vr0N/GJilODYTL2Dj1B35WUgVqvSpWnxIN+emXu1vk5FauhLLOK8jA/d4p8LF+sKh7ZT42/TdTDpboXqyJhpaZ8Wnv4k9H2YpmRkvwKy6C622gFYf7MexhXTk/RzhWciTYXORtG740afgjht95IVmTn5HHmSrlTrk73sM0Vq/njHfhzvWa1c379Nh/Z+0SPL3+dwVyS/RAxH2e5+N26ZokWAhCAQBUEEKtVUB62ORCr7ma8N7G6XORvH5YTW5spVVVWEKvu7s0qIkesVkGZOfpKoBViNXyITNSHMeshSX1FZx3MXhEaxHNYCeDd2nkZPSANiRS3FQhP7LXHahxAfiuA63V5m7jNN93DNt0KQM1j3tKexcGPqBF9cQe+RTJ6pEq8Z7MeHOULxItk0z2PybieGxWz5TZ3214MGWdVLquh1P5S4tXag1WCPWu57Tsrf9a2Bn7Gxd9j6T0uWg/fTuI0e3x/T90gt8oGW49WL4TrZe/tGyRUwQZ748MFywcPtgfGBfL0oit2y2N6G4xIPurVvtoHFPIVWZMz3pUHgg8ntP2Zl19vPxSNL2+doaQPxaqV42q5/rZxue2BcYOlF2pKJg/8AmMCCEAAAo4SQKw6mrhGh41YbXR6coPrXqw2X6qqhSNW3d2bVUQ+5GL1p/L4vh0ib79ZLlyRwH34cbn5R4dl47svl/NOrSIVzFGUQFvEatH1chwEIAABCEAAAhCAAASaRaDYnU3Niplomk4Asdr0DGXHN/r8kzL6k2P5C9h3m4zeuk87xg2pilh1d19WFTlitVFiVYneA7IUmZu7/xGrVb08MA8EIAABCEAAAhCAAAQyCHh3EOTf2QQ7CJQhgFgtQ8u9Y82qVnekKmLVvb1WdcSI1UaJ1arT7+Z8iFU380bUEIAABCAAAQhAAAIQgAAEsgg8/PDDMjY2JsuXL8+F9OKLL8rs7Ky8733vA6ZDBGKx6pZURaw6tMlqChWxWlSsvvyU3PvdPfKMkahJ2bruQjnL+1lQbfr2c+XpH+0ROeM6ufyU78nNP5oyzjhH/fy3T/HP+P7NcuBNW+XcIztkj2yU61Ytke+FFavSab6adkwDpkWsNiAJhAABCEAAAhCAAAQgAAEIQKCPBGZmZuTZZ5+Vl19+OXfUU089Vc4++2wZHx/v4+wMNWgCvlg92PgHVdk40GN10LvD7fERq/t2iKk+9YSeE/RY9XuxTi3dKje/y9eoIq/IU4e+EAjR8+QUT6zukKmFSpCq/1/klZdfkVNO9SWq/2Xe6q/E6o6j4Rz679fI0e92ms/tjddL9IjVXuhxLgQgAAEIQAACEIAABCAAgeYRUPLq1VdflZMnT+YGNzo6KosWLZKFCxc2bxFElElg3r1/KvNeuV5ObH2H5Ge4eRARq83LSZMiQqwWqli1P+TqlR/fK184cm4gUrMehBUI2Lk47ZPBw7I8sSq6rA3Fqy9Wkw/VMudr0jaqNhbEarW8mQ0CEIAABCAAAQhAAAIQgAAEINALgdF/mxF567hzUlWtGbHaS+bbfy5idWBiNRSqyYrUWJgiVru7wBCr3XHjLAhAAAIQgAAEIAABCEAAAhCAAATKEUCsluM1bEcjVgcmVm0VrObPEKvdXW6I1e64cRYEIAABCEAAAhCAAAQgAAEIQAAC5QggVsvxGrajEaslxGqRHqvx7fvpvqx+T1WRoq0A8ucbtq0arxexOry5Z+UQgAAEIAABCEAAAhCAAAQgAIEqCSBWq6Tt3lyI1UJiVURefkru/e4eecbI8aRsXXeh+I+zslSoJs5RQnXipfiBVUuey+qxermcJ53mc2+z9StixGq/SDIOBCAAAQhAAAIQgAAEIAABCEAAAnkEEKvsjzwCQy5W2RwuEkCsupg1YoYABCAAAQhAAAIQgAAEIAABCLhHALHqXs6qjBixWiVt5uoLAcRqXzAyCAQgAAEIQAACEIAABCAAAQhAAAIdCCBW2SJ5BBCr7A/nCCBWnUsZAUMAAhCAAAQgAAEIQAACEIAABJwkgFh1Mm2VBY1YrQw1E/WLAGK1XyQZBwIQgAAEIAABCEAAAhCAAAQgAIE8AohV9kceAcQq+8M5AohV51JGwBCAAAQgAAEIQAACEIAABCAAAScJIFadTFtlQSNWK0PNRP0igFjtF0nGgQAEIAABCEAAAhCAAAQgAAEIQCCPQBPE6uTkpIyNjcmCBQtk/vz53ve8efO879HRUe97ZGTEW4b6b/i/yWwxAkuXLi12oOUoxGrX6DixLgKI1brIMy8EIAABCEAAAhCAAAQgAAEIQGC4CDRBrF566aWyfPlyT6wm5WooVtV/Eavd7U0lqLv9Qqx2S47zaiOAWK0NPRNDAAIQgAAEIAABCEAAAhCAAASGigBitf3pRqz2ULLb/u3RvhXWIVbbR5EVQQACEIAABCAAAQhAAAIQgAAEINCJgLoFv9ev2dlZUbebL1mypKvb9KlY7TUD+ecjVhGrg91hDRu9DrG6cuXKhlEgHAhAAAIQgAAEIAABCEAAAhCAAAQGTeD48eM9T4FY7RnhQAdArCJWB7rBmjY4YrVpGSEeCEAAAhCAAAQgAAEIQAACEIBAOwkgVtuZV31ViFXEavt3ubZCxOpQpZvFQgACEIAABCAAAQhAAAIQgAAEaiOAWK0NfWUTD71Y7bZHRWUZYqK+EkCs9hUng0EAAhCAAAQgAAEIQAACEIAABCCQQQCx2v6tMdRiVUm2X//1X/e++RoOAojV4cgzq4QABCAAAQhAAAIQgAAEIAABCNRNALFadwYGP//QitWTJ0/K6OiovPbaa/KmN71Jfu3Xfq2rp6sNPkXM0E8CiNV+0mQsCEAAAhCAAAQgAAEIQAACEIAABLIIIFbbvzeGUqyqtIZiVYm2EydOyBtvvNH+bLNC0cVquA/Uz9R+UHtAfav9oL5ff/11UU/fm5qaKk1OjXns2DE5evSorFy5svT5nAABCEAAAhCAAAQgAAEIQAACEICA2wQQq27nr0j0QytWlfjSv4vA4hj3CWSJ1VCqJsXqv//7v8sjjzxSeuGI1dLIOAECEIAABCAAAQhAAAIQgAAEINAqAojVVqXTupihFashjVC0tT/VrFARyGoFkKxYVdWqqmr1pZdekocffrg0PMRqaWScAAEIQAACEIAABCAAAQhAAAIQSBOYmxNZuNBJMohVJ9NWKuihF6ulaHGw8wTKiFUlV1XF6kMPPVR63YjV0sg4AQIQgAAEIAABCEAAAhCAAAQgkCZw33UiZ31WZJV7chWx2v4NjVhtf45ZoUYAscp2gAAEIAABCEAAAhCAAAQgAAEIOERg90aRvzwm8o8POidXEasO7bMuQ0WsdgmO09wk0Dqx+tI35ZOXTsvWJz4lv1tXSp78klzwkV3B7Gvlxm99WT5wmogYP1e/3iw7E3H+4I4L5CrZKU98Io7+yAOflEu270+PF/zE+/0jk/LQHR+QZYk128aLDkmx+oF86YKrJIxctmhxJGLf/LUn5FPn+yPlxWf+TluvN/ctEq3qpofky5clo68rgRXMm1i/N+OaG9M5DI4TjY/JNI41zEnW79dqY3j74m77OtU4k4/bf6/nXT/bHy+9n80Zjsg3P3GJ3HJA+6ltzerXJdatryvYkel5RLsOxd/nou1h77xgj2etMeSa+n1wXjoO+zrSrwMajy2fls13fy6+Bg2A2dePOsw6f3C+Ld/h8Vn7JRzzJtmuvf6k95sRoiVv6vd58+fzUK9BUjhf1n3YhH8TKnhJYQoIQAACEIAABIaMgBKrH/6GyOmTzslVxGr79ypitf05ZoUagXaJ1VDcdBI8A9wCiT/iY+k5IX+XkDmeBPiJL9NEl6cpoTkdyVlDouqyMyGoDFmijxctPckq+P/fFspUTT79li9BJ0IRpa/RiyEnvp0TkSyMJa8vSqZD0eeNNyWToYAeYHoaMXSefEpIdcVsSjbLrp/EHL3czmw15Lsvp/w8vOeQ5ffBnGEO1bg7xrNltvX3iVxHLNXYn52WCaUDr4qFu1WqiimP/X06Yf2AodC6E+sSCfZxYh6fjwTz2MSqOm+7TL9NZJck2AYLia6pxPUUSkOb2LTlT+eS/lBExbZDJvKuBdv+ydhTai4745jBn/xPy37Rguy037wPjTSBa81bKsd2uW3/kKh4viKBq+cIsdqIlz2CgAAEIACB6gn84he/kKeeeko6SazFixfLeeedJ295y1uqD5IZuycQilU1gmNytdOeLAJldnZWli5dKkuWLJGRkZEipxjHXHrppbJ8+XJZsGCB9z1//nzvWwnB0dHR6FudpMbvZo7SQbXoBMRqi5LJUjoTaJNYVX+Ub5dJmdg+LZM1Vaz6MdykVV+GomSrTCt5qMelZI8mHiMJokszT1qJ3BRWo1rO8aRRYpww81YpEsiWJCtPAl0YijFfUE0rUeaJVb0KOPG7jPieN8YLq/fUOH8i05/YLvKZoJLXqyDsIJM6b2VHjvAlUSSVcwWWvndiPvacxgytYjUQjl4+z/crCEuL1Yw8hfE8NL4jLXw14RZ+iGCrqjZjKbNubS8G67LOY8g1i6gLf/+tCdmRUfHur3NCNt8t2nWsxpoS2bJLplOi2r4OfaOWF6vZ+yes8o0+AAkmsu+XmFtXYtW6F7rPm/F6laq+L54vf1/fKBPbp2I5jVh15LWRMCEAgSJ3NkEJAmUIPPbYYzI2NiYrVqzIPe3w4cOiJNVFF11UZniOHSSBuWMicx0muG+ryNXfiA9ySK4iVge5eZoxNmK1GXkgiooItEes+oJj8olJmfL+W2MrAD130R/1lriKiFVPiMUSMrOSsJRYzWCl4nl80q+E1GVESkz4UmbqvariUTrHF/LQ1qsqdCMBnSOGK7oMKpymhETWuChJHcpHmyjTBZ1X/ZysaE1UBXclVo2qz0iF5Qj4GGun+YwElFi3v0/jaudi86RFXcz0jHg9QasLQ/rNbJWdskOmPxR8KBB88DH5tltkKilWM9bRu1jN+hDClMzRPGHbCWvlelDRmtwvWpCd9lskyrPW22H+fB7qt8XzFebfa18QrgmxWuHrG1NBAALdE0i/1ul3Ng1Rs6TuEXJmisADDzwga9euLURm//79ctlllxU6loMqIKBXo5aZzhG5ilgtk1Q3j0Wsupk3ou6SQFvEalxtGUrDBohV4/bc5wPxq8VVSKym+xNaezyWEKuZrJJ9P8P2AsnbrRM9JZP9E609KpP9K5P9ZjOkT5fbusGnFRerhiRMSOm452681Pweq3qPUXvPS2+kIOdK5KZ7sFpabBjSKkPsBT0201WpWj9frZVFuXWn15VXievTSv7xasadV+WtZJ2qzA0/FAgr1LfOXJKqAM5ah/7Hsb1iVeOi7WS/1YB6HSkpVsMxMvokZ/dY9fN9htHjOb3fwp90XG9On+ZwjGKtALLzFcegPvDJqrhv8MsDoUEAAkNMwPL+dag+eB7i1A9w6Xv27JHVq1cXmuHgwYOycePGQsdyUAUEuhWrKjQH5CpitYI9VPMUiNWaE8D01RJohVjVKy09aVJ3xWr8kJ5YMhZ7w5yUOqn+iLaqwTKtADJZJW8x1qtSlyUevLVZNm/ZJXLhE+LdRqz3T0zF54+7S394UKovpr3fYrVXQlWzFRWrITc9Ll8i2m/179Azs2RlZ3aP1bBPqR+XVcpZJHluJamxf0uuu+S6rGI1+YGCd1BaIkfX5oemg/Yc75HvBNXkE19PtlbIXofek7S7VgBdilVji/ejFYD+ALBi641DsEv4QmI1J1+it7gI99VnRLbX/UDDql5emAcCEHCYQLH3iQ4vkNBrILB7925ZtWpVoZkPHTokmzZtKnQsB1VAoBex6oBcRaxWsIdqngKxWnMCmL5aAm0Qq1lPOM96uvdgCQeCISWXir1htolVe8/WsD9p8DTzghWr2ax2inzEFNJZlXv+A4L89gRK8mXGJ/5Dr/Qn2nvsk31jrRWNg81SfaPn9MjUBaNFlltvc9YWkv97U+h2umXe+vuMlhBh39YotxaJlXc7oyHTSq87vS57L1f9OFPkp/d5jvTzbi9X7QK2i1w1KVM7/f7HeqsGj0POOr58WVyz2p1YtffotfdY7VxFbNw2b7kwsl4HOlWo+r//ukw+8iG/V3OitYJtjxURq3n5mnzcFNzeHLJZ5G6RrU1pD1Pfiw8zQwACjSZQ7H1io5dAcI0jgFhtXEqKB9SrWJXTRe6YErnmnOJzVngkYrVC2DVNhVitCTzT1kOgDWLVJFdvxWq2jCzWO8tasao/zCVRoZclcUIm2fGoI3RWGfF5T6kX4/bjVD/PjPjSVXxBVKk1JKpj67kUqps14wnusXxUlZDBbcy6jApk3dffOyUfSvXEjIWtXZQNQKxaK6WzRF5QxS03ykPhg9j0ilevFUC369YrOO3z+A8EmfYqfj9wmr7X7RXEmX1FA+5hpa5/e/6yxMPAMhhktf4wHtZUoKLZtn8y9pT/IUjYD1lvQtBpv8SXg/01RP+AQLvtPrVff1P+Qr4o/+T1Y7bPny+aw9epsDo2P1875SqzJUNU3WppY1HdFc9MEIAABAoQQKwWgMQhJQkgVksCa9LhPYnV00XunBL5aDOlqsKMWG3SZhtMLIjVwXBl1IYSQKz2NzH2itCgD+TPldzZpU2Yc7uxeoCU9xW3FQhP7LXHahxA4k18su+p1vfSfFKtHndWfOmf+/Nm9G0cmh6rAf28288zH7bjS6Xf/AuRL35xf3rjBgzzngJ/y9uUKP9dTwSme6gGGfraE5Ks/PN/Y1bbZlW95lc6XyK3HNBD3yw7vzUhOz4rclPmLdvauo+oitHw2tCuj2BdWdeMt/O+FlZNamJVviQX2Kq9LTkw1pXXgqBD/iY8uRtEqvqXpsSqvceq0Z7Asn9CyZveGLbb9EVE3y/bLftJRNSYnqi3/T68Zjuud6tMX2pZk+Wa71ix2iFf67bskn2Jh4il2qn09yWf0SAAAQj0iQBitU8gGUYjgFh1eDt0LVabL1VVVhCrDu/NgqEjVguC4rB2EGifWG1HXlgFBCAAAQhAAAIQgMCwECh2Z9Ow0GCd/SGAWO0Px1pG+dm/iPz4aP7Uj35O5JYp7Rg3pCpitZYdVfmkiNXKkTNhnQQQq3XSZ24IQAACEIAABCAAAQgE/bk73NkEJwiUIYBYLUPLwWONqlZ3pCpi1cG91kXIiNUuoHGKuwQQq+7mjsghAAEIQAACEIAABCAAAQjYCDz44IOybNkyWb58eS6gF198UY4cOSLr168HpEsEIrHqllRFrLq0ybqPFbHaPTvOdJAAYtXBpBEyBCAAAQhAAAIQgAAEIACBHALPPfecPPPMMx37WS5evFjOOeccWblyJTxdIuCJ1QONf1CVDSk9Vl3aaN3FiljtjhtnOUoAsepo4ggbAhCAAAQgAAEIQAACEIBABoG5uTl59dVX5eTJk7mMRkdHZdGiRbJw4UJYukRg9xUir3xG5KPnuBS1Fyti1bmUlQ4YsVoaGSe4TACx6nL2iB0CEIAABCAAAQhAAAIQgAAEho7AzLTI+ISTy0asOpm2UkH3Q6yWmjBx8PETL8mikWUyMjLS1TAj27Zt+1VXZ3LSUBJArA5l2lk0BCAAAQhAAAIQgAAEIAABCECgcgKI1cqRVz4hYrVy5ExYJwHEap30mRsCEIAABCAAAQhAAAIQgAAEIDA8BBCr7c81YrX9OWaFGgHEKtsBAhCAAAQgAAEIQAACEIAABCAAgSoIIFaroFzvHIjVevkze8UEEKsVA2c6CEAAAhCAAAQgAAEIQAACEIDAkBJArLY/8YjV9ueYFWoEEKtsBwhAAAIQgAAEIAABCEAAAhCAAASqIIBYrYJyvXMgVuvlz+wVE0CsVgyc6SAAAQhAAAIQgAAEIAABCEAAAkNKALHa/sQjVtufY1aoEUCssh0gAAEIQAACEIAABCAAAQhAvBklAAAgAElEQVRAAAIQqIIAYrUKyvXOgVitlz+zV0wAsVoxcKaDAAQgAAEIQAACEIAABCAAAQgMKQHEavsTj1htf45ZoUYAscp2gAAEIAABCEAAAhCAAAQgAAEIQKAKAojVKijXOwditV7+zF4xAcRqxcCZDgIQgAAEIAABCEAAAhCAAAQgMKQEmiBW169fLytWrJAFCxZ43/Pnz/e+lRAcHR31vkdGRozvIU1X5ct+7bXXep7z+ImXZNHIMi9/3XyNbNu27VfdnMg5w0kAsTqceWfVEIAABCAAAQhAAAIQgAAEIACBqgkgVqsm7tZ8iFW38kW0IoJYZRtAAAIQgAAEIAABCEAAAhCAAAQgUAUBxGoVlN2dA7Hqbu6GNvI6xOrQwmbhEIAABCAAAQhAAAIQgAAEIACBISYwNjbW8+pnZ2dl6dKlsmTJkq5u96YVQM8pGNgAiNWBoWXgQRGoQ6yeeeaZg1oO40IAAhCAAAQgAAEIQAACEIAABCDQUAJzc3M9R4ZY7RlhYwdArDY2NQSWRQCxyt6AAAQgAAEIQAACEIAABCAAAQhAoAoCiNUqKLs7B2LV3dwNbeSI1aFNPQuHAAQgAAEIQAACEIAABCAAAQhUSgCxWilu5yZDrDqXMgJGrLIHIAABCEAAAhCAAAQgAAEIQAACEKiCAGK1CsruzoFYdTd3Qxs5YnVoU8/CIQABCEAAAhCAAAQgAAEIQAAClRJArFaK27nJEKvOpYyAEavsAQhAAAIQgAAEIAABCEAAAhCAAASqIIBYrYKyu3MgVt3N3dBGjlgd2tSzcAhAAAIQgAAEIAABCEAAAhCAQKUEEKuV4nZuMsSqcykjYMQqewACEIAABCAAAQhAAAIQgAAEIACBKgggVqug7O4ciFV3cze0kSNWhzb1LBwCEIAABCAAAQhAAAIQgAAEHCQwOjcnJxcudDByEcSqk2mrLGjEamWomahfBBCr/SLJOBCAAAQgAAEIQAACEIAABCAAgcETmLdnm4ye+dfy+h+4J1cRq4PfHy7PgFh1OXtDGjtidUgTz7IhAAEIQAACEIAABCAAAQhAwEkC8+69XOb91TH51X3fdE6uIlad3HKVBY1YrQw1E/WLQDvE6hHZe+0Gue2gRmX19bL39g2yrF+gyozz/a/Imo/tDs5YLdfff7tsOE1EjJ+rX2+SOw9cI+/Uxv7h36yRq+VOOfDn/k+PPHitbPicvjD/4E1fPSDXvMv/394xU+us602O55/xQ/nKmqsljDAey/y5XBHHkTzH+F3WesN1vbRXrv3gPlkXcrCtq858lcltv471mNwmRmZtDILj5NN75fb1/m7294TE+yrK6V0yrjGOQg3yk9ozln2lzrngjy6QJ/7HE9aVrtbiiA6wrcWyt72dp/b3Pfq+D/acsdeCNc5cGV0H8blmWOGa1Lh3jceMvKO8uGbkSu8aS+xtYxg/nhUZ15r1eutwTRrDW/inOSTjja9T+eoBufg7ipt98ykG6vep9fdrrzIOBCAAAQhAAAIQgEDjCHhidcv9IsvXOSdXEauN206NCgix2qh0EEwRAu0Rq7eKbAsEZpGFD+oYQ+bo0nNC/n7N1aIkSShEPbnynC+ARZc6CclkhnpE9v7NAVnz5xtkmS40E1LOELLGeL6EntkSxBHF+2GZVnJ6ZShTfREVxmuKK/93M0qy/d4BTV4lJa8uszTBnBKtgRiP5h5UchoyrkWWRuJQk+rhzx6VTbL7ufFInEe5NXKuWNvEqmJ7q8ysFNktpqgMaVhlfkJqZpPT9kIgftWxVtmv1v35GRlXSj/cf5rwTIlfLYZsEekL+4n7iojVDPGcsy1s6/B+luQTXItp8Wzn769HxPiAIvHaEX6YEYrVPHFqFcsN2e6EAQEIQAACEIBAPQR++ctfytNPPy3Hjx/PDWDx4sVy7rnnypvf/OZ6AmXWrghEYlWd7ZhcRax2lfKhOQmxOjSpbs9C2yFWldx5VC5OVH/WkSUlXW6VG6LqQl+OKKFzpcx8MBGjkjF3x8IsElI5UuuHf3OtTP9xQiBbxgnXnpJAOccqOfPoe0LxqwvYtLQL13mD3JqxXj3GxPmeYBO5QasotsqqOhI48DntItKee33vxFLQZ7VOrn/utliQR/sssTdCWXf/uNwVVW+ai+xdrFqEZc7e3jt+lyYmgzV+elxum0rI4+A68EXyeKq6O762BiRWPVkqqXkz96p3/IxZSZzB3xeh18v45/bFVcaI1YFffUwAAQhAoNEECtzZ1Oj4Ca5xBA4ePChjY2OyYsWK3NgOHz4ss7Ozsnr16satYVgDGpk7JiNz+asf2fNnMu/j98cHOSRXEavDurOLrRuxWowTRzWIQCvEaupWZK06sm7WkSy5WB5Nyt+yYlUd/52LjdujveWVEKu+FBqXTffsTrcC0MdPSR4dpF+FZ60Qtp6HWI3pZVWWWjaqltfD2q3ukdh7z6OamLePG0vAFWalsjZdb2I1vL2/0zWnifoVyVv0lZi9QeTzcSW1Li+LSPdirQBKVKxa2ldkflgRsbR/AOFXt5r8w3jVBxNR9Stite5Xa+aHAAQgUCMB804hFYh+Z1Mtra1qpMHU/SHw7W9/W9auXVtosP3798v73//+Qsdy0OAJGNWoZaZzRK4iVsskdfiORawOX86dX3F7xGrYSzG/52ilCTNu+T6crqotJVZzZGZZsar359QFkiT6fqZ6fmq39hfsB+rzRqx2I1YNWajl2GsbEVRzxseo/ZUUh2bbhyxBWbSvr60ncLyuRJ/j5P4wpGFGNbS3//zr2Ot3qlesdmhNEN1an7rAw36u2T1W07fvp/+4NT5WsLUCsO1zyeYf501i4W0I5/C68dtxZPZYDTjr4r3S1zgmgwAEIACBPhGw3H2V8/6uT5MyTMsJ7N27t3AVqqpu3bBhQ8uJuLO8rsWqWqIDchWx6s5erCNSxGod1JmzJwKtEKspAiWqAnuil3VyLJnMB0P10Aogq1pVhVBWrBqSSr/dPOib6vXK9NewbzLxQCBvycnf2dars0GslherNhHoV4Wu+Wetx6dREZ0QqwUfKtVrxar1KkjsSetD2Lzev2IIYVslZ7UVq537/WbHY9nnyQeUBQ/1Ev1hWyGrbSK3Gu0aYsHb6eFU9FgdyAs5g0IAAhCokABitULYQzPVnj17ZNWqVYXWe+jQIdm4cWOhYzlo8AR6EqsOyNUmiNU/vGSdjJ02JgsWLJD5C+bL/PnzZN48/3t03qiMjozKyOiIiIzIyIjIiPo/fBUmsGThWOFjkwciVrtGx4l1EUCs9pu8/SnnftVm92LV7H+aiLmEWPUkrNFOILsHbCSQ/njaeECVp1ajXrKqUvJq2Z37wC3EqilWdYGt5VLPoyWn1tvHwwdFee0dZuJ+ndHP9QdWJR5cFkzdk1jN2nuZFarBpJlC2N8rckX8sK3sHqvxeqzi0Yih2IctRW67LNpjNX1cdrxebmWTyD3iVey+08OEWO33qzPjQQACEGgugWLvE5sbP5E1kQBitYlZKRZTz2JVlot88WE58fF3yMliU1Z6FGK1Uty1TIZYrQU7k9ZFoA1iNfnkbusTySsCnF/N5t/We827/GBsEsd+fgcpVEas2m7L/6B6srp6uJYlPu8p9aqqUP9dLHw+/DPLE9JTrG2VfP7T3Dec5mlarzr2tpVqLl8ptfrLaBERd02L98MaOXBt3G80YhHk+e7JfbIlVXV8tewWvc9pp56rMeeexWrWA57CB05Z92coGe8U+ZhZaRtVt2qy3r/VP7ytPyAScBwPbpW/azxRXV1SrGYLXHM3Wq/R4IEjcVuBfP53ytVixBtVF+trRKy2+nWAxUEAAhAwCCBW2RD9J4BY7T/TqkbsTawuF/nbh+XE1mZKVcUQsVrVTqpvHsRqfeyZuQYCbRCrkaS8JwSYEDAVcrX3egyE12H11PDdWjTpODOlzd3xE9NTyyklVoPWAVocUbuC5NNo9T6ZidvKQ4GUu15PmnrZSfX/TN0abuvZWmHeKp8q7zb9zAeH+Rx/8xqRO36hV6KGOdWeSF+okjTIjpKWnkD3Zav1tv0AULofadbxseTNuk3d3+sXyaZ7HjMqbbNEu22v6fuws1hV8tn2pa5D9XC5rN+LxC09svnox2S25whye9EVu+WxhAhOi11TrF4dvb6Za1DzZvZgDVoPDMHHFZVfwkwIAQhAoL8EEKv95cloigBi1d190L1Ybb5UVVlBrLq7N4tGjlgtSorjWkGgLWK1FclgERCAAAQgAAEIQAACQ0gg/eDEIu1phhAUSy5BALFaAlbDDh19/kkZ/cmx/Kj23Sajt+7TjnFDqiJWG7bZBhQOYnVAYBm2mQQQq83MC1FBAAIQgAAEIAABCAwRgeSdQ9x1METJH8xSEauD4dqUUc2qVnekKmK1KTtosHEgVgfLl9EbRgCx2rCEEA4EIAABCEAAAhCAAAQgAIEeCTz88MMyNjYmy5cvzx3pxRdflNnZWXnf+97X44ycXiWBWKy6JVURq1XukvrmQqzWx56ZayCAWK0BOlNCAAIQgAAEIAABCEAAAhAYIIGZmRl59tln5eWXX86d5dRTT5Wzzz5bxsfHBxgNQ/ebgC9WDzb+QVW2ddNjtd+7oXnjIVablxMiGiABxOoA4TI0BCAAAQhAAAIQgAAEIACBGggoefXqq6/KyZMnc2cfHR2VRYsWycKFC2uIkim7JTDv3j+Vea9cLye2vkPyM9ztDIM7D7E6OLZNGRmx2pRMEEclBBCrlWBmEghAAAIQgAAEIAABCEAAAhCAQF8IjP7bjMhbx52TqmrxiNW+bIFGD4JYbXR6CK7fBBCr/SbKeBCAAAQgAAEIQAACEIAABCAAAQjYCCBW278v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AAJVEECsVkG53jkQq/XyZ/aKCSBWKwbOdBCAAAQgAAEIQAACEIAABCAAgSElgFhtf+IRq+3PMSvUCCBW2Q4QgAAEIAABCEAAAhCAAAQgAAEIVEEAsVoF5XrnQKzWy5/ZKyaAWK0YONNBAAIQgAAEIAABCEAAAhCAAASGlABitf2JR6y2P8esUCOAWGU7QAACEIAABCAAAQhAAAIQgAAEIFAFAcRqFZTrnQOxWi9/Zq+YQB1iteIlMh0EIAABCEAAAhCAAAQgAAEIQAACDSAwNjbWcxSzs7OydOlSWbJkiYyMjJQe7w8vWSdjp43JggULZP6C+TJ//jyZN8//Hp03KqMjozIyqsYdETV8N3OUDqpFJyBWW5RMltKZQB1ideXKlZ0D4wgIQAACEIAABCAAAQhAAAIQgAAEWkXg+PHjPa8HsdozwoEOgFgdKF4GbxoBxGrTMkI8EIAABCAAAQhAAAIQgAAEIACBdhJArLYzr/qq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wCECc3MiCxc6FHAcKmLVybSVChqxWgoXB7tOALHqegaJHwIQgAAEIAABCEAAAhCAAASGisB914mc9VmRVe7JVcRq+3cqYrX9OWaFGgHEKtsBAhCAAAQgAAEIQAACEIAABCDgEIHdG0X+8pjIPz7onFxtglidnJyUsbExWbBggcyfP9/7njdvnvc9OjrqfY+MjHgbQv03/N8O7ZBaQ126dGnX87/22mtdnxueePzES7JoZFnXeRvZtm3br3qOggGGhkB7xOoP5EsXXCW7gsxt/toT8qnza0rjk1+SCz4SRrJWbvzWl+UDp4mI8XMV22bZ+cSn5He1MH9wxwVyleyUJz4R//TIA5+US7bvD47Sxgt+4v3+kUl56I4PyLLEkm3jRYe89E355KXTsjWKwWQoW7Q4ErHrfL057g5HNddkxh7/zvy5iKy50Rp/TRkc/LQe+1skzKo3YcBAVD5nthp7QETlZodMhHtJjzDITXZO4oPjYxK5jg6x5C/cW7aYLXtYDeXviYy9un2/WK/PAa3D22uFeB6Rb37iErnlgAbXsi/N/W6/jsMRynBIXqvpeSTipn63Y/wh+fJl2hVvXM9Z+Q3jnZSprP1k7P6scdK5jfOefl0Ty95Ze1Mcv3U9lqvQZ2IZf/BXLDNAAAIQgAAEIACBZhFQYvXD3xA5fdI5udoEsXrppZfK8uXLPbGalKuhWFX/VV+I1fJbXwnqbr8Qq92S47zaCLRDrPpCZPqqQKamhGGFeBNzx9JzQv7ugqtENOHrSYKf+ELRk2mhPE0JzelIzhoSVZedCQFkiEt9vAhFKJFCSRH8/28LZaovVLx4f8uXgBNh7Noaz/DinogEsSGxVHw7JyJhGomjD03LJy+dkslIEibnrjBfdUwVSCbRxFIkpWSnPDS+o6AIVGcpdttl+m0iuySWsVZR5e2XcC/ZRa2+J5WyS+7f6UTMWVI/lIK6PPNj9cVlWqwObh3FRHUQm5iC37+O4v1tE3t5sq8MB12sWsf09o1/3Ux8vYhYzRDx3p7PEfUpsZoeJ8nFO0XF99lpmVAfb4WvxeHPL71FjP2euAYKidWs8eu4hpkTAhCAAAQg4ACBX/ziF/LUU09JJ4m1ePFiOe+88+Qtb3mLA6sixIhAKFbVDxyTq532ZJEsz87OiqqKXLJkSVdViYjVIpS7Pwax2j07znSQQCvEakLg1ZkGJRy2y01aJVkoMLbKtJIieoWqJe5UdZ0nE0RuCqtRbWvNWb+9Ws8XZttlUia2T0cxKbkxdWFY6avJak+s6pWt8e/+5H8mqgE16SrGeIF4UeN8a0J26GsKBV6qqrDOTA5qbl9YJwWlp0iDyspSYjXkrZhqObKLKl2mZYi1xF4yxapF1GXsPW9+2Szyk4l47+aJsQGuo4hYTQplPfshy5tkuyFZk8eEH5LoVeNlOIRi1cu/JnPjeeKc1S1W/QpU/TUha/9m7/ewilV9YDP5uEUUJy7B/OtjUNcr40IAAhCokECBO5sqjIapWkDgscce8251XrFiRe5qDh8+LEpSXXTRRS1YdUuWMHdMZK7DWu7bKnL1N+KDHJKriNWW7NOcZSBW259jVqgRaINY9f/gnpDNd+9qRisAfYdFAkLdetuFWA0qEuUzfjuBzEpErTJUnz77NmgVSyIm9Yb+8Un/FnRdnKQkii9Wp977kHiySReiWlWd1/5A/wol3GdEtg+1WM2rJIwFld4OIqvCMM7vGUbVdnbFqgTVxTkVq1orCr0i9fmM2/ttL6j+/Dtl8pEpmbgjaHfh7a8JufEnt8TV5cHJg1xHkVYARSomsz6k8JaQJ5gLcjDEaocPGYq1AqiyYjXrg5i8ytj4nM5iNe+DHv5JhwAEINAGAtqdQkErq7wP/dqwYtYweAIPPPCArF27ttBE+/fvl8suu6zQsRxUAQG9GrXMdI7IVcRqmaS6eSxi1c28EXWXBFojVrdL3Ms0T+51yamr04zbXZ+XL3UlVsN+lXEEqduoS1asxpWp6k28JnuTfRDD9gLBz6NWAEFFhbrNO1nFl9VTMuwv68WuKmARq37fXctXqv9sdEyyr6XZAkMXf7b+nGZP34zemYm2Eelb/RN9SDN644bib+vMJVEVtL/vHpKJnVrbDm9tg11Hd2I1wWfNjfL1907Jh7KEZ65YfUiKcCgrVuO+xvomClt7ZPdY9dszqNejfMHvj1qwx6rx4Yuezz6J1czxu3pl5iQIQAACDSSQeE+mImzQHVkNBEZIBQjs2bNHVq9eXeBIkYMHD8rGjRsLHctBFRDoVqyq0ByQq4jVCvZQzVMgVmtOANNXS6A1YtUQHkX7Bw6Kta2XZLE3zEkJlOpl6EnNsOowiL+MWNWrUj1pEorV5C27cVWq94Ac4/a0zbJ5yy6RoG2AIfG2bJbNd4vW8iAUM5oUTLY3GLpWAH2qWM15mJRqw5B6uJGxd8pXrCYfjObtvg5C8cv/5e+CKmgJ9tqfyLTeD1mNMeB1dCdWtdeGYI29iNUiHMqK1c4PrxpcxWryldP6YYAn6VXes+IoXrGaPb7+6L9BvZ4zLgQgAIEqCBR7n1hFJMzRHgK7d++WVatWFVrQoUOHZNOmTYWO5aAKCPQiVh2Qq4jVCvZQzVMgVmtOANNXS6ANYtWTO+Et7B6+OsVqIBJTD4wq9obZJlbtPVv91gB5ckv9LjmevZJRPUxop8hHzFYF2bc++w8aCtsTGDtWl6YZD2nyH3Kj9Y0dOrFq77EaSkq7wEvv6XR+Ooiq1FPjMx5KpH1IEVWsXjUtl9jaTWQ8KC6+VT2o1P6ayFXeNWq2LLDtUb2C1XqLeMl1FBWrth6pUXyPTPoVq9bep0FVefAgulSP1fGwQnRKJnM4dO6x2nt+42u16GtkkeMSDw+MZLnqwarajWTsd60SPr8VQN74QZuJav/ZZDYIQAACAyBQ7H3iACZmyBYTQKw6nNxexaqcLnLHlMg15zQSAmK1kWnpa1CI1b7iZLCmE2iFWE2K1BpbAWTLyGK9s6wVq49MykPhw6tsaytTsWpsyHTFqqhb9fXeXl6/TbPqzLg93JjbrHLN7FuZWkNQ4fs2NdcQVKBlCOewl1oxsWoXXuH+2SlXpStWSwpJXSo+pMRqslI6FOIW2ajnPpT5fguLpCQb/DpSVd9qYV717nTcPiRoR3CL3Bhfa9H69osELQ/8PrPh7fb+xeSvz/xZeJkV5xCME/S3tY7ZSUQWyO9AxKr19SfZE/UWEa8FQaCdE9dAbo/bTuMHr1dN/7eW+CAAAQjkE0CsskP6TwCx2n+mlY3Yk1g9XeTOKZGPNlOqKoaI1cp2Um0TIVZrQ8/EdRBoh1gNRcmuCGGqD2lFcO0VocFt8D9XMieO0ex56QeYVYV4y4F4Ab32WDXlilalmnward4/M9EKYOcTcaWY2QoglKOJXpxxZryHJ52hHji2fX8cSkavzorSVv00Obe/e2xSvTwTAjJLpgdybd2WXbLPq5Q06iflS1H1YEaPzYRw1CW6JHPmUUv2ffVRGqLMaEGQEKsVrcN2XaZfI2x7drPs/NaE7NAqrNNj2aVqKQ6hoNUeHGaL2e+Pusz+ELuUWL0qepifucFVvH4lqf5qFB1jVNt3rljNkqLGa5llv4drCTll9Yz9tHUvZz3krfpLmRkhAAEI9IcAYrU/HBlFJ4BYdXg/dC1Wmy9VVVYQqw7vzYKhI1YLguKwdhBojVhtRzpYBQQgAAEIQAACEIDA0BEodmfT0GFhwT0RQKz2hK/ek3/2LyI/Ppofw6OfE7llSjvGDamKWK13a1U1O2K1KtLM0wgCiNVGpIEgIAABCEAAAhCAAASGmUDyziHJviNimDGx9uIEEKvFWTl5pFHV6o5URaw6udtKB41YLY2ME1wmgFh1OXvEDgEIQAACEIAABCAAAQhAIE3gwQcflGXLlsny5ctz8bz44oty5MgRWb9+PRhdIhCJVbekKmLVpU3WfayI1e7ZcaaDBBCrDiaNkCEAAQhAAAIQgAAEIAABCOQQeO655+SZZ57p2M9y8eLFcs4558jKlSvh6RIBT6weaPyDqmxI6bHq0kbrLlbEanfcOMtRAohVRxNH2BCAAAQgAAEIQAACEIAABDIIzM3NyauvvionT57MZTQ6OiqLFi2ShQsXwtIlAruvEHnlMyIfPcelqL1YEavOpax0wIjV0sg4wWUCiFWXs0fsEIAABCAAAQhAAAIQgAAEIDB0BGamRcYnnFw2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mHRkB0AACAASURBVESs9kKPc50jgFh1LmUEDAEIQAACEIAABCDw/7d3N0By1XW+/z/d0zOZSTLJJDNhCAQyEwUCIq7+3VpCrEuI/sUiNz4su3XNHxcv4GXLB/bh79/KH12te0HgWluUV13XutQqu64s1/KiaK6WUP55uMVTlS6rggF5ykQIIWQmJJk8TGbG5F+/89B9zulzuvv0dJ8+5/R7dqeQmXN+D6/vr5vk07/+NQIIIIAAApkUIFjNZNliDZpgNRYXF2ddoBPBatbNGD8CCCCAAAIIIIAAAggggAACCMQXGBkZiX9T4I7JyUmtWLFCQ0NDKhQKsdu74oorNDo6qt7eXuu7VCpZ3yYQLBaL5W/TsGm/mT5iDypHNxCs5qiYTKW+QCeC1TVr1tQfGFcggAACCCCAAAIIIIAAAggggECuBGZmZhY8H4LVBRO2tQGC1bby0njaBAhW01YRxoMAAggggAACCCCAAAIIIIBAPgUIVvNZV++sCFbzX2Nm6BEgWGU5IIAAAggggAACCCCAAAIIIIBAEgIEq0kod7YPgtXO+tN7wgIEqwmD0x0CCCCAAAIIIIAAAggggAACXSpAsJr/whOs5r/GzNAjQLDKckAAAQQQQAABBBBAAAEEEEAAgSQECFaTUO5sHwSrnfWn94QFCFYTBqc7BBBAAAEEEEAAAQQQQAABBLpUgGA1/4UnWM1/jZmhR4BgleWAAAIIIIAAAggggAACCCCAAAJJCBCsJqHc2T4IVjvrT+8JCxCsJgxOdwgggAACCCCAAAIIIIAAAgh0qQDBav4LT7Ca/xozQ48AwSrLAQEEEEAAAQQQQAABBBBAAIHsCBRnZnSyvz87A/aMlGA1k2WLNWiC1VhcXJx1AYLVrFeQ8SOAAAIIIIAAAggggAACCHSTQM8921Vc818090fZC1cJVvO/UglW819jZugRIFhlOSCAAAIIIIAAAggggAACCCCQHYGe7/4H9XzmoE5974eZC1fTEKxu3rxZIyMj6u3tValUsr5NGGi+i8Wi9V0oFKwFYf7p/u/srJDOjnTFihVND+DEiRNN3+veeHj+dS0pDDddt8L27dtPLXgUNNA1AnkIVqd+/GltveXxqppt+8ZjuuFtHSjlr76mSz5+t9PxBt147+3aepok38/Nr7fpjsdu0IWeIT799Ut0ve7QY5+s/NQ/P097zn3W7x/YpB23b9VwYLph7ZUveX2HPv3BCV3jjsH699vkSm743A7dvsVt8Wl97ZLrVZ6V93dR85Vk9X+X26NnvgGLjtWqA8vD6jJgbf1sw42+GvrtguvFX4/KNKKNfVO96v/Vtrv+a7mefganjbAxhqzZyr1T2vHprbrN91AMrNeQNr3rrHrOdutV66OGn8zjYeIa32NIMl53asx9LFqthow3UIOq5dFA3bz1ledx4j6Oq+biPBa8DpXH9Lj+pWrc/lHVXic1FrjTr3c8dluB5yXf80TEuvO4RT0fN1LnSq3D1lLIOujU45d+EUAAAQQQQACBDgtYwerV90qjmzIXrqYhWN2yZYtWr15tBavBcNUbrLqhKsFqcgueYDU5a3pqkUAegtVqiint+PpjuuST1UFji9iimwmElf6A5HrJE/ZaIcZLdphmhUFuOHyVJ1i1wo+JcjjrC1G94WQgEPKFG972yiN3gws3RLEDk4lyEOQNouxrJ652gmprjg9pkwmp5A9nveOz5zRWDo/LIe+f7rIC3DHXIhjwtr1IHe7ACee8oZsZkTcEDwu4/D8LCwqdNpw15Q3Zq8P38PsrMsH1YP8mOsR31pP84bD9YoLsNRA278DPzBzvHPMG+u4LEpXHgBtKR/ntGLuzgWA1bLwRc3BRGqibe6mZx4PaprtfGiuH5eXHZODx6AajzQSr9ddJ1Fo3c71VE+uku1UJocshrXeMVcFqVEBtP5esDgu2HTv3MR9aZ89Qvc+N5XXsfd4xL1TxhQACCCCAAAI1BQ4dOqSdO3fq8OHDNa9btmyZLrjgAi1fvhzRDAmUg1Uz5oyFqwSrGVpoHRgqwWoH0OlyYQJ5DFaf/vqntetPnV2iC+OJfbcJT27VZwM7PU0QcY0mPvigLvPuUDWh07crwUs5uPLutjNhwpekz7q7UUPuscKrQDvuwK0wp2r3nh2Q3apNGrtlwhlTddBWDj/+8DH/GJwQ0ARgn9WtEfO9XVv3fk2XPHJZeedgeSxWsOrZKevsHCwHt7HVs3RDeGDprb0VDHoCae/sKoFTxE7GiLXQXLAaDNCckDNkrYUGYWbg5VDuMj3oC+49s/KEbpc9EhKs+nabNuhXZ8dq5HjdXazr/LvG7R2v3hceKuOvfoy5jyXzmK8Y2teNadtd8jwPmGsflK66WxOeQLmRHat2UFt54SJ8nUS8uOTW5d4x3el5LNqP+Rs1dstDld29dYNVa/Xau5XX3aHwYNv/4kwjwWpVwB666zhLj33GigACCNQRaOCdTRgiEEfg8ccft97qbHbl1frau3evJicntWHDhjjNc20bBQozB1WYqd1B4Z4/V88n7q1clKFwlWC1jYsnB00TrOagiN02hdwFq+YPpZ4wr+P19AVLTQSrVmBxq7TdDoojd/TFClbtMOeyx0zY5Y4pPFgNHktgewZ2sHqRq0IYt33PPasDRxA47T20ObBTsePFa8cA6u0UdXaFhoTh1mjKwWl4sBp19EP8YNU9xqH66IkwlXpBWfhb8d2WKmsjNFj17nptIFwLfzHB715rvI3cX3NleMLtvZ4duG67d+jOygs/zgsnm9bdpoeaCVbrrpPwYLUyx9W+3eiui3nBpPyCTEPBamXdhgargd2mdddLyPEI7Xg00iYCCCCQHgH7BbyodzYFj3pKz7gZSZoFfvrTn2rjxo0NDfHRRx/V+973voau5aL2C/h2o8bpLiPhKsFqnKJ237UEq91X88zPOF/Bqj+E7HhxfG8d3uuEmZ4zVRvZsVp1TmnIOYMxd6xab1N+l3lbvxuwmjEFduS5Z0lWHSNQ4+3SVW+VDp6T6IR01vEBnqMAuipEaWWwWjnztrzWQ499CHsLf9QZrZL/bN1ADSPOIK0blNUMRP3BauVMXndW3jM/G/QLOXNZqoTE7QxWfW17Hpvu2a8meHR3tbs73K+Z2Oo7AqHhHatNBav+F0a8QXJl7KoErr4XQqL93XbsHdfBM6/9AX3UWbrBc4brnS/d8ed4BoAAAgi0TMD7ZzKn0Rp/vmtZtzSUa4EdO3Y0vAvV7G7dunVrrj2yNLmmg1UzyQyEqwSrWVqNyY+VYDV5c3pcoECugtXU7FathFGVD4Zp7A/Mwd1yVW/39e3eq/8H76rddz6jwJh8H8yzQduukibGKscaRJ0R6f0QoKoPwvGc9xl5Pqy2adtVd0tW2LvABZ362xsMBusGZu3fsRpKGfGXvFYGq+FnrDrntKZ+x2pYYG2Hipf83DmWwxyFYR3vcYkec3ajj3/PfwRCW4PVGh9KJu8Zt26tt0u3lo8LaDBYDa7fuDtWQxdf/cdO6h/+DBABBBCIFGjsz4kAIhBH4J577tHFF1/c0C1PPPGErrzyyoau5aL2CywoWM1AuEqw2v41lOUeCFazXL0uHXuegtXKTsxOFtMJVqp2Djb2B+awYDX8zFbPGbIxdqxG7RSr+qRyZ6esvbPVfVt44NPCLeao+dr3uPdbl0Z+SFXKdhq3dflEn9Xpvs3/25sf0tV1z84MD1Zrnam79YFN5Q9Sqv3W/OizVKNqGH1mqfe80fAzSt0PozIfbBR6FEDIp9JXPmTNUyzncWD5JXjGqu+M45DHYvXb683b72+Vrt6kh75tn5/sPTLAzKjhYLXuOqk+CqB6jUQfxWCNXduku6RrrPOho8LNemesNn4UQ/TarHEESVsfszSOAAIIJCHQ2J8TkxgJfeRHgGA1u7VccLCqUenL92v+E+t1MoUMBKspLEqKhkSwmqJiMJTGBPITrKZjN1NUsOUGkPXOzgrdseoNxMI+GTtGsOpfFd4/xAdCi6pPc/d+2FSllej5+j/l3rqj3KY52zXwoT6+0K+xtZvZq2p9uryzw9cEbdff5Q+y/Z8AH77eWxqsftzdJRqod2iYF3FEhFXzCWvH5lbnCAh9znOWbsAidOdrMJCv49dIsFreZa0bPWFzjWMuyi8M3Cbf+N2jOqy6mR2oW1X1IWwhga+7+9s9diE470aCVetljbrrJPgoqb1u7tD1viMJ3ND7cblrMex+d4e+fc3q0A/Mixus+s8ZrLww4zlCJLNPAAwcAQQQCBMgWGVdtF6AYLX1pkm1uLBgdVT6+/s1f106Q1VjSLCa1ErKZj8Eq9msW1ePOjfBakrOoQrfEeqcL7jXhEx3e9Zb9Q7QqN1kt3mOLKzaXdqSYNXdUXqb7K48ZyJWfUqtPQUTCpmzIavPxHTvDb4tOqrNsJ2wOX9Y1ng79oXO1KvXUgNnjXqDzNMCgWjVjtWQM1qtWzwBWZ2zMv1VCp6pa//Wt15D5u090zX8SIGQXb41/BoJ9uyRhYw34gzZ8jxr1S1yR7YdKq66QfrqgWv02CcvdHZvP6RNJnAO+VA6f7AaUSdnV3ztdRJ4HEU9Vzhjv/Squ/Ww50O0LCUTlJbD9IizeT1u4eF+ZUermX/kGavuerHOdXWfiypz8J//m/PnCKaHAAJdJkCw2mUFT2S6BKuJMLelk+aD1fSHqgaMYLUtyyY3jRKs5qaU3TOR3ASr3VMyZooAAggggAACCCCQKwH7hat672zK1ZSZTNsFCFbbTty2Dop7fqniCwdrt//QbSre+pDnmmyEqgSrbVs2uWmYYDU3peyeiRCsdk+tmSkCCCCAAAIIIIBASgWq3iHUhe/oSWlpsjosgtWsVq6xcft3tWYnVCVYbay+3XwVwWo3Vz+jcydYzWjhGDYCCCCAAAIIIIAAAgggECFw//33a2RkRKOjozWN9u3bp8nJSb33ve/FMkMClWA1W6EqwWqGFlmHhkqw2iF4um1egGC1eTvuRAABBBBAAAEEEEAAAQTSKDAxMaHnnntO09PTNYc3ODioc889V2NjY2mcBmOKELCD1cdT/0FVYcPnjFWWdS0BglXWR+YECFYzVzIGjAACCCCAAAIIIIAAAgjUFDDh1dGjR3Xy5Mma1xWLRS1ZskT9/f2IZkig57sfVc+RGzV/3XrVrnD6JkWwmr6apGlEBKtpqgZjaUiAYLUhJi5CAAEEEEAAAQQQQAABBBBAIBUCxd0T0tqxzIWqBo9gNRVLKLWDIFhNbWkYWJQAwSprAwEEEEAAAQQQQAABBBBAAAEEkhAgWE1CObt9EKxmt3ZdO3KC1a4tPRNHAAEEEEAAAQQQQAABBBBAIFEBgtVEuTPXGcFq5krGgAlWWQMIIIAAAggggAACCCCAAAIIIJCEAMFqEsrZ7YNgNbu169qRE6x2bemZOAIIIIAAAggggAACCCCAAAKJChCsJsqduc4IVjNXMgZMsMoaQAABBBBAAAEEEEAAAQQQQACBJAQIVpNQzm4fBKvZrV3XjpxgtWtLz8QRQAABBBBAAAEEEEAAAQQQSFSAYDVR7sx1RrCauZIxYIJV1gACCCCAAAIIIIAAAggggAACCCQhQLCahHJ2+yBYzW7tunbkBKtdW3omjgACCCCAAAIIIIAAAggggECiAgSriXJnrjOC1cyVjAETrLIGEEAAAQQQQAABBBBAAAEEEEAgCQGC1SSUs9sHwWp2a9e1IydY7drSM3EEEEAAAQQQQAABBBBAAAEEEhUgWE2UO3OdEaxmrmQMmGCVNYAAAggggAACCCCAAAIIIIAAAkkIEKwmoZzdPghWs1u7rh05wWrXlp6JI4AAAggggAACCCCAAAIIIJCoAMFqotyZ64xgNXMlY8CdCFZRRwABBBBAAAEEEEAAAQQQQACB7hMYGRlZ8KQnJye1YsUKDQ0NqVAoxG5vy5YtWr16tXp7e63vUqlkfff09KhYLFrfpl3vd+xOuKEpAYLVpti4qZMCnQhW161b18kp0zcCCCCAAAIIIIAAAggggAACCHRA4PDhwwvulWB1wYSpbYBgNbWlYWBRAgSrrA0EEEAAAQQQQAABBBBAAAEEEEhCgGA1CeXs9kGwmt3ade3ICVa7tvRMHAEEEEAAAQQQQAABBBBAAIFEBQhWE+XOXGcEq5krGQMmWGUNIIAAAggggAACCCCAAAIIIIBAEgIEq0koZ7cPgtXs1q5rR06w2rWlZ+IIIIAAAggggAACCCCAAAIIJCpAsJood+Y6I1jNXMkYMMEqawABBBBAAAEEEEAAAQQQQAABBJIQIFhNQjm7fRCsZrd2XTtygtWuLT0TRwABBBBAAAEEEEAAAQQQQCBRAYLVRLkz1xnBauZKxoAJVlkDCCCAAAIIIIAAAggggAACCCCQhADBahLK2e2DYDW7tevakROsdm3pmTgCCCCAAAIIIIAAAggggEAWBWZmpP7+LI5cBKuZLFtigyZYTYyajlolQLDaKknaQQABBBBAAAEEEEAAAQQQQCABge/9P9JZX5Quzl64SrCawPrIcBcEqxkuXrcOnWC1WyvPvBFAAAEEEEAAAQQQQAABBDIpcPeV0v99UPrBjzMXrqYhWN28ebNGRkbU29urUqlkfff09FjfxWLR+i4UCtbSMP90/3cm10oHBr1ixYqmeyVYbZqOGzslkJdgdepHf6nLb3rUYdyoz//kK/rAaR1S/eV/0zs/9p3qsfh+bn79EX3rF3+lizzD/PVX36lr9S394i8qP603N+v3P9us+776AQ0HphzWXvmS13+ov7xil65zx2D9+80qK37hPn3l/W6Lv9Z/e+e1cmelq+0x+sdW6fwj//AL/dUfBO4xv3buq1w5pR/+xeXada25vkP1SrTbEBPT/yWfL9cvytRcttFXE/MT0943NV5vvTu1VdX97uQjxhW1Rr/tRQus48A6sq+sXuvW6M16/3b47yq/ry6Qvb48Pw/p02tl91P9vOBau+3Z14UvCHPN5v8d/vu44/H2EBxD+XfO80V1zSWF1DNq3QTvDz4nVM85uh4+GWd83rmH1tP3PNP8+q+uZ3Sd/uoP7OeVmx/zX1NVp0Qf+3SGAAIIIIAAAgi0UMAEq//X96XTN2cuXE1DsHrFFVdodHTUClaD4aobrJp/mi+C1fjr1gTUzX4RrDYrx30dE8hFsGr9BX9XOUytFTS2HToQVlbGMq5/fue1kicQskKIF+xATd5g2Bs+1pqbN6j1BHNmjr6QpSrMtK5wggc3RLEDj13l4M0f2JmxfnPMDVqD1/piIv3wq4/oXX9hQl5z3QPaHAiPGwqV2l6oTnUQFoT6a3GmWQsT1/nC9ejRNhasmvo9oI/oOy+MhwbwUQGtd42aiD0sOPP/LHxthD4mzWPli7s0buL6iGDdv+4chcBjIixkDP7MDQ/9IWMlfPMGq5V1Xq3eqvGEPQaCLzqEj9m+M6yelnFw3TgB7Hjwecd58aZ+PaNWnrG7SbveLH1HlbVaDmm9zzlVwWrwhYAG1n9gHqF18Aw1uG6tX1ltPKDN9V6E6NRTA/0igAACCCDQYoEDBw7oqaeeqnue5bJly/TWt75VK1eubPEIaK6tAm6wajrJWLhKsNrWlZGKxglWU1EGBpGUQC6CVSugkb7g7tg0wcu3ogKk9sqacOMmfSGw09MECddpl/lLvTdkDBlnVTjSyNxqzDc0bHGC15u0WeM37XLGVB3QVcKLPVW7Iqvn6QY+f6ldH3Z2CwfHHqR3fr/5zTdr17/rph2rYTtMnXDpzd/SfWPfbHGw6tbWrMGo3a0RAa1nbdnh/3jVLms36LNfJDAvIIT0UWOt15pveIDmHWuNkN8Txpmdpt/UR6QXxivPEyHBbiOBXXXwGn883t229mN0XB/5tjzPD/aLErr6O9pVfkHDfQCF1zP8sV69I9zdsWq5161n9S74Ski5S9f9ZFzf9Ox6t/0+r/GbHqjsoq4brJoW661//zwWXqf2/neA1hFAAIGmBBp4Z1NT7XJT1wo8/PDD1ludV69eXdNg7969mpyc1KWXXtq1Vqmb+MxBaabOqL53nXT99ysXZShcJVhN3Ypr+YAIVltOSoNpFshFsGr9pfwm6W/sQK/eX7oTrUc5VNisB4K7NxsJVhuZW+xg1d1J6h1TeLAaPJbAtvN7lz3NOP735spOyzp/QbB23f07++3V5p/dcxRAeLjpBmMtD1Y962OPb+ex95EQHqx63zYeFdJbrQT6CHvbvf9x5wnKzggcSeG5MHqHqJyAt9aO3UofVrA69i1t/tkDGv+qc/yGtV7H9fkXbi4fRVHvuaNV46kOVq/Tt/TNqhclzIsODwSD1Yh6Ru9Y9e/S9AWrUTuj67w4VenrTN9RHq7PF3RT5cWBhoJVZ5f9xHXhLywEdpvWq5O1Hj/2nZCjMxJ99qczBBBAIIaA/UJh1Dubgkc9xWiYS7tY4Ec/+pE2btzYkMCjjz6q97///Q1dy0UJCHh3o8bpLiPhKsFqnKJm81qC1WzWjVE3KZCPYNV9i3IFIRVn6fnOQTS7PpvYsVp++3WNucUMVt1A0z4D1R1TYOefe2al7xgBz/mIgaMHQsPWwLi8IZ0VfDghbGU8TS7iTN0WHQT6gtXyecHeyYWdfVn/KABfCBW5ViLOvvTUv9Fg1f7LX+CMy+B68YVt0efslt9a7qux1yFOsHqfrpu4vBzi2+vuPo1/q3LGb3h/lTNwTTBdfQZr/PGEBasmUHd3u7s7ws14gztko+rpO06k7FV9ruzCg1V/vbzrojI2VQJXX3De7Pr3z6NendwAot751Jl66mCwCCCQc4GQ45M6+A6snGN3zfTuuecebdiwoaH5Pv7447ryyisbupaLEhBoNlg1Q8tAuEqwmsAa6nAXBKsdLgDdJyuQh2DV/suz5y3K1m4ld0dbsp52b9VnN9pnWMYPVhuaW5xg1berNDAm3wcAbdRHrpZ2jXmPNXAt7fk98B7Ph1sFd6uGsUfs3iVYdVaNc0Zma3eshgWmYR/u1rodq6G7agJrNPSDlkLOAm7VDlF7x+p9+srZ/+wE+nIej3+mXZ4PT6u3E7JV4wkLVn/x4V3OkSbv0iPODvzx/+E929isk+h6vuuJqDNWW7xjtcaHk8m7I9qt+d9IN5WPC2gwWA09K7Yyj3p1Cn/Wr/8iRCf+a0GfCCCAgC3Q2J8T0UIgjsDdd9+tiy++uKFbnnjiCW3btq2ha7koAYGFBKsZCFcJVhNYQx3ugmC1wwWg+2QF8hKshp9r6pz1mSipE3xUhUSN/YE5uCsw+sxWz9xiBKtRO73CdviWA8+Qt2oHx9VQOOoGq/8gXfux71RXJfRDthItXgKdRYU79c6YjBpanbAoZG2Eh1Lh7XjXY1XI7xmSta7MGavX7tLlYecb19uhGvjQN7fp0LGGfMp85UPXPIMKnrFqvaXe2Tlu1qC1Yzr8rexfeX/4my5bNZ7QYNUay03StZv1wLfsM6Orjm6oUU/f2+/LDNFHfDR7xmr1zuXgkQuVF1wsL3O27bel66zzpZtd//77agertfvYFfFBaQk8+OkCAQQQqCHQ2J8TIUQgjgDBahytlF270GBVp0tffUC64fyUTcweDsFqKsvS0kERrLaUk8bSLpCXYPXyn22ufNp5Bz/9Ofrt0o2dnRUWrNadW4xg1b8evX+ID7wd27frNzj2sH+vPjfU99Z/90gD59PIveNoKJRN+wOp4fGFhT4NfCp6ZPuNvRXed35t6HqpH6yaIdjBvP9IAt/PInaL+0LZ0P7DjwOoH2S6n/Z+s/QFzw5q3zEcw75zl90XF+wXE1rwoUjBUDjQt1W6sJ85Na0Orx8tnw3qn3/EkQmO5/94zwP6cNWZqdHB6i/+4qL69axad7XXybd0rf/ogvLuVnfNNLv+4war/nMKvTUYt+re8AOWCxFAAIGEBAhWE4Luqm4IVjNc7gUFq6dLdzwg/ad0hqoEqxlelzGGTrAaA4tLsy+Qh2C16jxHSZ06YzV8R6jz1utX7Q9UqXxVn5kZtRvs5sc8dwWDgZYEq5Xw51Grq8DbxQNv/93oDbEi+69zzqYzpe4LVq9V1X5dzxmkoW+Td6x87tbPwt4a7lz8J9do4/+cc3YKep+rwsKtiIDWCkp36fM/qeyQrl7j/nUcPv7KeorabRj2okT07tpr5dulGvL2dK9V1bmk5aNCqoPV6jNUbTvznFI+UsC3o9WuQZzxeKvhm3etD2mK2NVrr4FvatVfS1+euq7y4XFWJ5Wd0CZItVaMCcc9L3DUq6fvv3JRj3VnbJuu/o4eCnzYln+nc8R6Da7/qoDYP4/IM1bd535rl/3Nsp/LKl/Vj5/s/zecGSCAQF4ECFbzUsk0zYNgNU3ViDmWpoPV9IeqRoIdqzHXQwYvJ1jNYNEYcvMC+QhWm58/dyKAAAIIIIAAAggg0FmBxt7Z1Nkx0nvWBAhWs1Yxz3hf+Tfp+TdqT+DBW6SbH/Bck41QlWA1w+syxtAJVmNgcWn2BQhWs19DZoAAAggggAACCCCQcQHrXSK139mU8Rky/IQFCFYTBk+6O9+u1uyEqgSrSS+UzvRHsNoZd3rtkADBaofg6RYBBBBAAAEEEEAAAQQQaJPAj3/8Yw0PD2t0dLRmD/v27dPU1JS2bNnSppHQbFsEysFqtkJVgtW2rIbUNUqwmrqSMKB2ChCstlOXthFAAAEEEEAAAQQQQACB5AVeeuklPfPMM3XPs1y2bJnOP/98rVu3LvlB0mPzAlaw+ljqP6gqbIKcsdp82bNyJ8FqVirFOFsiQLDaEkYaQQABBBBAAAEEEEAAAQRSIzAzM6OjR4/q5MmTNcdULBa1ZMkS9ff3p2bsDKQBgbuvko78jfSfzm/g4nRdQrCarnq0YzQEq+1Qpc3UChCsprY0DAwBBBBAAAEEEEAAAQQQQACBaoGJXdLYtYqYsAAAIABJREFUeCZl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6ESwmnUzxo8AAggggAACCCCAAAIIIIAAAvEFRkZG4t8UuGNyclIrVqzQ0NCQCoVC7PauuOIKjY6Oqre31/oulUrWtwkEi8Vi+ds0bNpvpo/Yg8rRDQSrOSomU6kv0Ilgdc2aNfUHxhUIIIAAAggggAACCCCAAAIIIJArgZmZmQXPh2B1wYRtbYBgta28NJ42AYLVtFWE8SCAAAIIIIAAAggggAACCCCQTwGC1XzW1TsrgtX815gZegQIVlkOCCCAAAIIIIAAAggggAACCCCQhADBahLKne2DYLWz/vSesADBasLgdIcAAggggAACCCCAAAIIIIBAlwoQrOa/8ASr+a8xM/QIEKyyHBBAAAEEEEAAAQQQQAABBBBAIAkBgtUklDvbB8FqZ/3pPWEBgtWEwekOAQQQQAABBBBAAAEEEEAAgS4VIFjNf+EJVvNfY2boESBYZTkggAACCCCAAAIIIIAAAggggEASAgSrSSh3tg+C1c7603vCAgSrCYPTHQIIIIAAAggggAACCCCAAAJdKkCwmv/CE6zmv8bM0CNAsMpyQAABBBBAAAEEEEAAAQQQQCA7AsWZGZ3s78/OgD0jJVjNZNliDZpgNRYXF2ddgGA16xVk/AgggAACCCCAAAIIIIAAAt0k0HPPdhXX/BfN/VH2wlWC1fyvVILV/NeYGXoECFZZDggggAACCCCAAAIIIIAAAghkR6Dnu/9BPZ85qFPf+2HmwtU0BKtbtmzR6tWr1dvba32XSiXr2wSCxWLR+i4UCr7v7KyObI/0xIkTC57A4fnXtaQwbNWvma/C9u3bTzVzI/d0p0BegtWnv36Jrr/LreE23fHYDbqwUyX91dd0ycfvdnrfoBvvvV1bT5Pk+7n5dfU4rXnoDj32ycrop378aW295fHq9pyfWL9/YJN23L5Vw4E5h7VXvuT1Hfr0Byd0jWtl/fttKvf0uR26fUuwxSnt+PRWTVz9mG54m7ezp/W1S66XvlH5ub8m7rUeD0k1x9ep+rW1X9vJXR3lrjbcWFW/aj/venHauSpkrUxc41s/Vh9ObeWpqX9dVSa9zVND+6d2zW9zF4b5Uch47Wsbn591tfW4DZlXVQ0iHivlx7x9gzv28LVXueayRy7RnWNh69vpOPBYsKYc+niQLMcqc+Nwp8acx74ZT1V/vsef41bl6tq786/nG/F7W0d3PHaZHgxbf97noqrnKU8x3PUWwydYyqBX7XVeWbve5Vd57qw33w7+d6CtzyM0jgACCCCAAALdLmAFq1ffK41uyly4SrDa7au39vwJVlkfmRPIQ7BqB0Rj5TA1POhIqDSBsLISeo7rX8KCx5fsQE3e8NQbllkhx0Q5nPWFqN4AJBDI+EKzQPhmS4QHNhPl8MgfDLl6bruV8M0fulWHcl73p/W1r0s3fPJCO4xyw+LQ8SVUr8S7CXMN1iIscAz+rBIoec2j1r4Jrx7UNt390lg5wA291llTlRDRGZu8wW/Yz1zIGvNb5w+BrbD3SxMaMzFzOagPX3dW+OY8VkzUXx3IugHcQ9p07+0a/17t4DQ06HSnEBJChwXTvsdEq4JV+V94cPt9vBx81vOVL9CtXt6N+frmFnzRJqZPrWA1rI7+n9nrvPK85Dx7lV9MMs+rlQA78YczHSKAAAIIIJBigUOHDmnnzp06fPhwzVEuW7ZMF1xwgZYvX57i2TC0oEA5WDW/yFi4SrDKeq4lQLDK+sicQG6CVW+wEdyJmWBVTFh1qz7r2enpBhnXaOKDD+oy705aE2J9uxJ0WXFncPebFT5Jn3V3o4bcY+2EDbRTO/Sx+7lVmzR2y4QzpurApSp8csayad1tmnhXcMdq1E7W8ki049P/ovHb/TvIOhqCJ7guKl2FB1vloHvdHdoxdqfvhQLvMCsBoxMofW5Mtz1QJyy1dpGa8MmswUoIFWnvCfNNQOkNNCtjccLVYFha7svZpe3cENaX+zNrvuXHb4SPZ43bL0JUXkgJs20+WA0P8qw+nEBxLLCjt3U7Vu+UrpImxirPH9bjdGJMukvOzvIaL3hYhs0Fq1HPIdW74eP7RAWrsda5u+vfbay8HghWO/I0RqcIINAegQbe2dSejmk1rwKPP/64RkZGrLc71/rau3evJicntWHDhrxSZG5ehZmDKszUHnbhnj9XzyfurVyUoXCVYDVzSzLRAROsJspNZ60QyG+wau9cs96C38mvcshr3oLbRLBq7Sy9VdpuzyV0p13sYNWEI2Ys3jGFB6veYwmsXY/vekzmbdTmn/6jAGoHq9WBs10UgtXK4gwPGgOLtypQ+qz0pcrRDJG7UJ3gfa/nLenR9pW1UCugbCRQtEdffUyEGyRbR0qs9h5JUWNHpXNERiNrpuaOVGfHa/hRAFHBt7VaQ4/BaMShsaMA7tTYNzbpoUfGdbtzFIj1mBu7URO3uEd2hI3P61tr/G4tqnd4Rh3JER6sRu0Qrffiiv8x7w/Uo9b5Vpk1e/1dgZ285cvrzbeTT/70jQACCMQRqP5vZfDdGnFa41oEjMBPf/pTbdy4sSGMRx99VO973/saupaL2i/g240ap7uMhKsEq3GK2n3XEqx2X80zP+PcBKueHWz2W0mj/iKeYMl8b5nd64SZnh2bjexYLb/tuTLuqrfbxwxW3YD0hre5AasZU2AnmnuGovs2fdPHI5dZZ3dW7vda1gpVvP34/RsJyRKsWAJdRQdBzQWrt2urKsHk6pDzPn2hXnDnZ9h5rJ5dp80Fqw2cIevbVe5dOxFnZnqOi2hkzUSeseocmeENmP1FbzJYLZ+B7G2t8hzUcLBq7Sp2X4BxHjf3junO8lnIET7lo0Aifl8+I9Y8D4XUJ+I4jjQEq/Ypz4Fzfhueb/CM6AQe4nSBAAIINCUQ8melGn++a6oLbuo6gR07djS8C9Xsbt26dWvXGaV1wk0Hq2ZCGQhXCVbTuvLSMS6C1XTUgVHEEMhDsGqm6wtSrtqmbXfJ/7b7GCYLv7QSAlRC0Mb+wBwMjeyzSD1ve7beJib/h3PFCVY9Aam9k9Czi9b3gTQbtK38tmR/KBw3WI3arWrFJaEf/LPwCqS3hTYEq56dzJ/VrYEPUgoL2uzA75Kfh33okvVoKp/T2VywWr2jMRjQ+c7YdYtlhXvhb2X37qhsZM1kdseqcz6stSNczosZf7rL8yFzNY4CsM5CrffW+Po7gr2PnfQEq4FHNEcBpPcpjpEhgECTAo39ObHJxrmtSwXuueceXXzxxQ3N/oknntCVV17Z0LVc1H6BBQWrGQhXCVbbv4ay3APBapar16Vjz0uw6itf8FzSRGvrBFlVO8Aa+wNzWLAafmar55iDGMFq1E6+sA+dKgeoJuD5eNXn2Eu+OUbtWPUfZRAsRSMhWaLla3tnUcFq5czS5s6etNs1Z3TeLXPW5oX2TELWhhs6VoewzuTbcMaqfT6p+3b2kLXiOzIjIph1dtdWvdhQrlmlXXNcRfhb/e2Lo4PXwM5t73pI4IzVMXN8yV47UL1D19tHbjRwVELF1xzvUevDnGoEsyG7l1tyxmpgDfp2Zoeeleu8UGY+rOzqCW0NOz+6znpp+8OYDhBAAIGWCzT258SWd0uDuRYgWM1ueRccrGpU+vL9mv/Eep1MIQPBagqLkqIhEaymqBgMpTGBXASrvr+42+HKQ5t3eD5AqjGLVlxV+9zK6yXPB9+EnZ0VumPV+6ncVqAQOD82RrDqn6P3D/GBsCtsZ6xzc6wdq3U+SIxg1aC6O5y3lXciN/Zp6f4ArbwLtBx4R4Tdznr59uaHdHUwTHM+OGPD59zHjzM23agd7geoueP1/cxdWTWCOzdEC12v7ljvkD5eO1h1g9Hr76p4Wb17gs/mg9VKOyobRPzMmXKjZ6wGPwTMHxB73dxdxs78fI+her7tDlbj+4SF6u7zc911HvE8VLGrN99WPKvTBgIIIJCEAMFqEsrd1gfBanYrvrBgdVT6+/s1f106Q1VTFYLV7K7NJEZOsJqEMn20VCAXwWrVUQDmLcXOjr2WatVvLHxHqHPWotmJ5tv5GQiGQt8aHzhbUNJCz1itzKL2UQDm7eJhH/4VJ1itF5zW+3198axdUe+MTE91rLOCvfPzrpewgK2y69Va/5Ghtn3vqhukr37t8SrA6t3L1WtQ5TMug7dHnfFZ57zR8tq/VNvueljWzk3vB895dtG6Pw97rLmBcOQZq87jxwSvflt3Ht4w8zZ5dSphs3/OjQSrVWeEWk14z4H219P3YVJVwWrIGanltqLPWJXM3CKCyBBfM8LqHavO3H3Hhtg/i/Ipt+OeQxtYO9W18j8vhh4b0fB8PWdaZ+2pgvEigECXCRCsdlnBE5kuwWoizG3ppPlgNf2hqgEjWG3LsslNowSruSll90wkL8Fq91SMmSKAAAIIIIAAAgjkS8B+YazeO5vyNWdm024BgtV2C7ev/eKeX6r4wsHaHTx0m4q3PuS5JhuhKsFq+9ZNXlomWM1LJbtoHgSrXVRspooAAggggAACCCCQTgHnOJ7K4Krf2ZTOgTOqtAoQrKa1Mq0Zl39Xa3ZCVYLV1tQ/z60QrOa5ujmdG8FqTgvLtBBAAAEEEEAAAQQQQKBrBe6//36NjIxodHS0psG+ffs0OTmp9773vV1rlcWJV4LVbIWqBKtZXG3JjplgNVlvemuBAMFqCxBpAgEEEEAAAQQQQAABBBBIkcDExISee+45TU9P1xzV4OCgzj33XI2NjaVo9AylnoAdrD6e+g+qCpsHZ6zWq253/55gtbvrn8nZE6xmsmwMGgEEEEAAAQQQQAABBBCIFDDh1dGjR3Xy5MmaSsViUUuWLFF/fz+aGRLo+e5H1XPkRs1ft161K5y+SRGspq8maRoRwWqaqsFYGhIgWG2IiYsQQAABBBBAAAEEEEAAAQQQSIVAcfeEtHYsc6GqwSNYTcUSSu0gCFZTWxoGFiVAsMraQAABBBBAAAEEEEAAAQQQQACBJAQIVpNQzm4fBKvZrV3XjpxgtWtLz8QRQAABBBBAAAEEEEAAAQQQSFSAYDVR7sx1RrCauZIxYIJV1gACCCCAAAIIIIAAAggggAACCCQhEBasfvSjH43s+p/+6Z+qfjc5OakVK1ZoaGhIhUIh9rC3bNmi1atXq7e31/oulUrWd09Pj8y5w+bbtOv9jt0JNzQlQLDaFBs3dVKAYLWT+vSNAAIIIIAAAggggAACCCCAQPcIRO1YDQtXw0JVI0Wwmt/1QrCa39rmdmYEq7ktLRNDAAEEEEAAAQQQQAABBBBAIFUCtY4C8IarUaFqK4LVd1++SSOnjdi7VXvNbtUea7eqtWO1p6hioahC0eyENbtW1dSu2FShJzyYof6RpnskWG2ajhs7JUCw2il5+kUAAQQQQAABBBBAAAEEEECguwTqnbFqwtVaoSrBavrXC8Fq+mvECFsoQLDaQkyaQgABBBBAAAEEEEAAAQQQQACBSIF6wWojdAs9CoAdq40oN38NwWrzdtyZQQGC1QwWjSEjgAACCCCAAAIIIIAAAgggkEEBgtUMFi3mkAlWY4JxebYFCFazXT9GjwACCCCAAAIIIIAAAggggEBWBAhWs1Kp5sdJsNq8HXdmUIBgNYNFY8gIIIAAAggggAACCCCAAAIIZFCAYDWDRYs5ZILVmGBcnm0BgtVs14/RI4AAAggggAACCCCAAAIIIJAVAYLVrFSq+XESrDZvx50ZFCBYzWDRGDICCCCAAAIIIIAAAggggAACGRQgWM1g0WIOmWA1JhiXZ1ugE8FqtsUYPQIIIIAAAggggAACCCCAAAIINCMwMjLSzG2+eyYnJ7VixQoNDQ2pUCjEbu/dl2/SyGkj6u3tVam3pFKpRz099nexp6hioahC0bRbkGm+mT5iDypHNxCs5qiYTKW+QCeC1VY8kdafGVcggAACCCCAAAIIIIAAAggggECaBJYtW7bg4bz00ksEqwtWbF8DBKvts6XlFAoQrKawKAwJAQQQQAABBBBAAAEEEEAAgRwKEKzmsKiBKRGs5r/GzNAjQLDKckAAAQQQQAABBBBAAAEEEEAAgSQECFaTUO5sHwSrnfWn94QFCFYTBqc7BBBAAAEEEEAAAQQQQAABBLpUgGA1/4UnWM1/jZmhR4BgleWAAAIIIIAAAggggAACCCCAAAJJCBCsJqHc2T4IVjvrT+8JC6Q1WP3Rj36k97///Qlr0B0CCCCAAAIIIIAAAggggAACCMQVaPTv8ASrcWWzdz3BavZqxogXIJDGYNU8IZsvgtUFFJZbEUAAAQQQQAABBBBAAAEEEEhIoNG/xxOsJlSQDnZDsNpBfLpOXiBtwar7ZEywmvxaoEcEEEAAAQQQQAABBBBAAAEEmhFo9O/yBKvN6GbrHoLVbNWL0S5QIE3BqveJmGB1gYXldgQQQAABBBBAAAEEEEAAAQQSEmj07/MEqwkVpIPdEKx2EJ+ukxdIU7BqZt/oq1zJS9EjAggggAACCCCAAAIIIIAAAgiECTT6d3mC1fyvH4LV/NeYGXoE0hasesNVzlhlqSKAAAIIIIAAAggggAACCCCQfgHOWE1/jZIaIcFqUtL0kwqBNAarbrhKsJqKJcIgEEAAAQQQQAABBBBAAAEEEKgpYILVRv4Oz47V/C8kgtX815gZegTSGqxSJAQQQAABBBBAAAEEEEAAAQQQyJcAwWq+6hk2G4LV/NeYGRKssgYQQAABBBBAAAEEEEAAAQQQQCBhAYLVhME70B3BagfQ6bJzAknvWD1w4IBWrVrVuQnTMwIIIIAAAggggAACCCCAAAIIdESgFcHqiy++qJUrV2poaEiFQiH2PN59+SaNnDai3t5elXpLKpV61NNjfxd7iioWiioUTbsFmeab6SP2oHJ0A8FqjorJVOoLJB2svvLKK1q7dm39gXEFAggggAACCCCAAAIIIIAAAgjkSqAVwepTTz2lNWvWEKymdGUQrKa0MAyrPQJJB6svvfSSzjnnnPZMhlYRQAABBBBAAAEEEEAAAQQQQCC1Aq0IVv/1X/9V69atI1hNaZUJVlNaGIbVHoFOBKsHDx7UkiVLrK37pVKpPROjVQQQQAABBBBAAAEEEEAAAQQQyIXA/Py8zNGCR48etQJVgtX0lpVgNb21YWRtEOhUsOr224Yp0SQCCCCAAAIIIIAAAggggAACCORQwJx3SrCa7sISrKa7PoyuxQKdCFYPHTqkkydPtngmNIcAAggggAACCCCAAAIIIIAAAnkWKBaLWr58OTtWU1xkgtUUF4ehtV4gyWD18OHD2rVrl9544w39/ve/b/1kaBEBBBBAAAEEEEAAAQQQQAABBHIr0NPToxUrVmh8fFzmvFazgzXu17sv36SR00bU29urUm9JpVKPTLvmu9hTVLFQVKFo2i3INN9MH3HHlKfrCVbzVE3mUlcgyWDVnIXy8ssva//+/ZqbmxPHAdQtDxcggAACCCCAAAIIIIAAAggggICJOQsFKwxdtWqVzjrrLOuzW5oJPQlW27ucCFbb60vrKRNIMlidnZ21QtW9e/fqyJEj1nEAhKspWxAMBwEEEEAAAQQQQAABBBBAAIGUCZgA1RwDsHTpUq1evdoKV/v6+ghWU1YnMxyC1RQWhSG1TyCpYNXMwASpZteqCVenpqZ0/Phx60gAMwYC1vbVmJYRQAABBBBAAAEEEEAAAQQQyKKACVTNt3mb/sDAgIaHh61Q1exWNUFrM1/sWG1GrfF7CFYbt+LKHAgkGawaLhOkHjt2TOa8VfN94sQJzlvNwTpiCggggAACCCCAAAIIIIAAAgi0Q8CEqosWLbLOVDXfixcvtoLWZr82b96skRHnjNWSOWO1VDljtVi0Alv3iAE32G22r268z5yB2+yXyYgW+nV4/nUtKQw3tZvZ9F3Yvn37qYUOgvu7RyDpYNXImp2r5oxV822CVvPvfCGAAAIIIIAAAggggAACCCCAAAJBARN0miDVnK9qvpvdqeq2e8UVV2h0dLTcnglW3XDVtO1+WyGbs2OWqjQusJDQm2C1cWeuTIlAJ4JVM3Xe+p+SBcAwEEAAAQQQQAABBBBAAAEEEMiIQDMfVhWcGsFqe4tNsNpeX1pPmUCngtWUMTAcBBBAAAEEEEAAAQQQQAABBBDoAgGC1fYWmWC1vb60njIBgtWUFYThIIAAAggggAACCCCAAAIIIIBA2wQIVttGazVMsNpeX1pPmQDBasoKwnAQQAABBBBAAAEEEEAAAQQQQKBtAgSrbaMlWG0vLa2nUYBgNY1VYUwIIIAAAggggAACCCCAAAIIINAOAYLVdqhW2mTHant9aT1lAgSrKSsIw0EAAQQQQAABBBBAAAEEEEAAgbYJEKy2jdZqmGC1vb60njIBgtWUFYThIIAAAggggAACCCCAAAIIIIBA2wQIVttGS7DaXlpaT6MAwWoaq8KYEEAAAQQQQAABBBBAAAEEEECgHQIEq+1QrbTJjtX2+tJ6ygQIVlNWEIaDAAIIIIAAAggggAACCCCAAAJtEyBYbRut1TDBant9aT1lAgSrKSsIw0EAAQQQQAABBBBAAAEEEEAAgbYJEKy2jZZgtb20tJ5GAYLVNFaFMSGAAAIIIIAAAggggAACCCCAQDsECFbboVppkx2r7fWl9ZQJEKymrCAMBwEEEEAAAQQQQAABBBBAAAEE2iZAsNo2WqthgtX2+tJ6ygQIVlNWEIaDAAIIIJB7gRcOvqA7n75TO6d2av7kfO7nG3eCpWJJFwxfoGsuvEZvHnpz6O3Hn/ut9n3j73TsqV/r1Hx3GBZKJS1+60Ua/finNHDueXFZuR4BBBBAAAEEHAGC1fYuBYLV9vrSesoECFZTVhCGgwACCCCQawETqn7m4c+ot9SrvlKfCirker7NTO6UTml2flZz83P620v/tipcNaHqrk9cr2J/v4qL+qVClxieOqWTJ2Z0cmZG439/B+FqM4uLexBAAAEEEJBEsNreZUCw2l5fWk+ZAMFqygrCcBBAAAEEci3wuUc+p+cPPa9FpUW5nmcrJndi/oTOWX6ObnnXLb7mJv76Bs08/5yK/QOt6CZzbZycOa7+c87V2Je/lrmxM2AEEEAAAQTSIECw2t4qEKy215fWUyZAsJqygjAcBBBAAIFcC3zohx/Skv4l7FRtoMpm5+rRmaP6wQd+4Lt653suVWn5UPfsVA1anTql+UMHdcHPHm5AkUsQQAABBBBAIChAsNreNUGw2l5fWk+ZAMFqygrCcBBAAAEEci2w9QdbNbR4KNdzbOXkDh47qB0f2uFr8jebNqp3ZFUru8lcW3OT+/WWhx7N3LgZMAIIIIAAAmkQIFhtbxUIVtvrS+spEyBYTVlBGA4CCCCAQK4FCFbjlZdgNdyLYDXeOuJqBBBAAAEEvAIEq+1dDwSr7fWl9ZQJEKymrCAMBwEEEEAg1wIEq/HKS7BKsBpvxXA1AggggAAC9QUIVusbLeQKgtWF6HFv5gQIVjNXMgaMAAIIIJBhAYLVeMUjWCVYjbdiuBoBBBBAAIH6AgSr9Y0WcgXB6kL0uDdzAgSrmSsZA0YAAQQQyLAAwWq84hGsEqzGWzFcjQACCCCAQH0BgtX6Rgu5gmB1IXrcmzkBgtXMlYwBI4AAAghkWIBgNV7xCFYJVuOtGK5GAAEEEECgvgDBan2jhVxBsLoQPe7NnADBauZKxoARQAABBDIsQLAar3gEqwSr8VYMVyOAAAIIIFBfgGC1vtFCriBYXYge92ZOgGA1cyVjwAgggAACGRYgWI1XPIJVgtV4K4arEUAAAQQQqC9AsFrfaCFXEKwuRI97MydAsJq5kjFgBBBAAIEMCywsWP2YvnT5pTrDO/+jD+vPHvmHxEWu+MP/rm3LJnT3/3ebftLG3lsdrI5+5V4tP7N6wCefvlMv/OcftnEmrW16bnK/3vLQo61tlNYQQAABBBDoEgGC1fYWmmC1vb60njIBgtWUFYThIIAAAgjkWqD5YNUJVQNBqhVwrpR2Pvvnum13cnTZC1Y/oDX/dI0WL3lFh/7kU9rnpfr3N+nN//EiKUPhKsFqcmudnhBAAAEE8idAsNremhKstteX1lMmQLCasoIwHAQQQACBXAs0FayuvVH/ff0FWhyxO/Vj7/pnXapkd65mLVi1d6qGhKrWarND1/5d2dm1SrCa66cJJocAAggg0GYBgtX2AhOstteX1lMmQLCasoIwHAQQQACBXAvED1bDd6pGI9nXa8+fafvT9lX+EDTkOIH5neW39FvXLvq5HtalunSp3pawAAAavklEQVTJq3r4vu36B12hG9+9TReUnF7nd+rhw2O61DoK4Fd6m/d31iXufZKsUHhIP98jXXrmGXrVM65GCt2qowCsYHXo19r/0S/ojTodhx0X4D0qwPx+8I2faWb8PVqsX2v/96Th/7hS0w9Kyy9bo9kHP6gJ/Z3OvWyNr6eabTQwLm9jBKuNrB6uQQABBBBAIFyAYLW9K4Ngtb2+tJ4yAYLVlBWE4SCAAAII5Fqg2WB16MDd+vOfe04zvfBL+uczvaetumFmnWB17RW6YvdPfOeimh2vf3jCbt8+WmCxLwC1dsSWQ1Y3LL1Ai61A9lfS2p/oJ55jCNxw1jr7tc5u23rFTjpYXfGf79KqC6Vj/3iVXvlfzug+aYekVmD6dckOXo9WrnGOEiju+Zme+8u/s25a8e8/oDf+l/fM1k9p7H9u0LzTblUb9SACvydYjQnG5QgggAACCHgECFbbuxwIVtvrS+spEyBYTVlBGA4CCCCAQK4FWhasepXcXaHW7tJ6O1btG90AtdyMc8xA2Fv8w44aqLouGPS6u2CtsY1poskzYDsSrI6/GNjZakLR90jeYFWVEFVWsPomzXjDWAvWPde1UixfOOttI+aqJ1iNCcblCCCAAAIIEKwmtgYIVhOjpqM0CBCspqEKjAEBBBBAoFsEmg1Wz4g4X9Vys0JNOW/brx2sytmResyzA9YbnMYOVvcNaZvZOesZn6+NjASr1g5S/Uz739igVRcuCV2OkaFoVbDqBqqeXa2qE87GfAAQrMYE43IEEEAAAQQIVhNbAwSriVHTURoECFbTUAXGgAACCCDQLQLxg1XPW+9Dw1X3/NPGjgI4I+SDrhYSrP7b4TG93Tpr9bby8QKpDVYjP7zKeXu/G6xW7Vj1r043hHXf9l+9Y9Ufotp3E6x2y2OceSKAAAIIpF+AowDaWyOC1fb60nrKBAhWU1YQhoMAAgggkGuBpoJVSyTsQ6y8H0TlD1YrZ7I61zhvzbeCVe95qe5b+OsdBeC9xx3L/E5ZwepKaaf7Vn/3TNWUHQVQeVv+Kzr0J5/SPt8qs0PPvj3ujtWwM1ZVvq/RYNW054av7gdicRRArh/eTA4BBBBAICMCBKvtLRTBant9aT1lAgSrKSsIw0EAAQQQyLVA88GqJ1z1ClmBqPSly8/R89YZq54drtZ1r+rhPdKlowedXaXuDlenEXP/wXOsD8IyxwP8UB/QtsAOVClwT6BNO6x12jOB6gvSB9ZfoMWm7ZdXpeKMVZfMDTirFllICFq5xh/G1g9WJXsX60UqOo2YQPX4uZUPvZr7P+2jB8q7XmOueo4CiAnG5QgggAACCHgECFbbuxwIVtvrS+spEyBYTVlBGA4CCCCAQK4FFhas5pomdHKt+vCqvMkRrOatoswHAQQQQCBJAYLV9moTrLbXl9ZTJkCwmrKCMBwEEEAAgVwLEKzGKy/BargXwWq8dcTVCCCAAAIIeAUIVtu7HghW2+tL6ykTIFhNWUEYDgIIIIBArgUIVuOVl2CVYDXeiuFqBBBAAAEE6gsQrNY3WsgVBKsL0ePezAkQrGauZAwYAQQQQCDDAgSr8YpHsEqwGm/FcDUCCCCAAAL1BTZv3qyRkRH19vaqVCpZ3yYMNN/FYtH6LhQKVkPmn+7/rt8yVxiBFStWNA1x4sSJpu91bzw8/7qWFIabrlth+/btpxY8ChroGgGC1a4pNRNFAAEEEEiBAMFqvCIQrBKsxlsxXI0AAggggEB9gS1btmj16tVWsBoMV73BqhuqEqzWN23VFQSrrZKkncQECFYTo6YjBBBAAAEERLAabxEQrBKsxlsxXI0AAggggEB9AYLV+kaduoJgtVPy9Nu0AMFq03TciAACCCCAQGwBgtV4ZASrBKvxVgxXI4AAAgggUF+AYLW+UaeuIFjtlDz9Ni1AsNo0HTcigAACCCAQW4BgNR4ZwSrBarwVw9UIIIAAAgjUFyBYrW/UqSsIVjslT79NCxCsNk3HjQgggAACCMQW+NAPP6Ql/UtUkP2BCHxFC5zSKR2dOaoffOAHvot2vudSlZYPmU+T6E6+U6c0f+igLvjZw905f2aNAAIIIIDAAgUIVhcI2MbbCVbbiEvT7REgWG2PK60igAACCCAQJvC5Rz6n5w89r0WlRQDVETgxf0LnLD9Ht7zrFt+VE399g2aef07F/oGuNDw5c1z955yrsS9/rSvnz6QRQAABBBBYqADB6kIF23d/WLD6gx/4X2T39v6hD32oajCH51/XksKwmv3QscL27dtPtW+KtJw3AYLVvFWU+SCAAAIIpFnghYMv6DMPf0a9pV71lfrYuRpSLLNTdXZ+VnPzc/rbS/9Wbx56s++q48/9Vrs+cb2K/f0qLurvnp2rp07p5IkZnZyZ0fjf36GBc89L81JnbAgggAACCKRWgGA1taVR1I7VsHA1LFQ1MyNYTW99czkygtVclpVJIYAAAgikWMCEq3c+fad2Tu3U/Mn5FI+0M0MrFUu6YPgCXXPhNVWhqjsiE67u+8bf6dhTv9ap+e4wLJRKWvzWizT68U8RqnZmadIrAggggEBOBAhW01vIWkcBeMPVqFCVYDW9tc3tyAhWc1taJoYAAggggAACCCCAAAIIIIAAAgEBgtX0Lol6Z6yacLVWqEqwmt7a5nZkBKu5LS0TQwABBBBAAAEEEEAAAQQQQAABgtXMrIF6wWojE+EogEaUuKZlAgSrLaOkIQQQQAABBBBAAAEEEEAAAQQQSLkAO1bTWyCC1fTWhpFFCBCssjQQQAABBBBAAAEEEEAAAQQQQKBbBAhW01tpgtX01oaREayyBhBAAAEEEEAAAQQQQAABBBBAoMsFCFbTuwAIVtNbG0bWgmB1fn5er7/+uu677z48EUAAAQQQQAABBBBAAAEEEEAAgcwJEKymt2StCFan5/drcWGlCoVCUxMtbN++/VRTd3JTVwo0ehSACVXn5uYIVrtylTBpBBBAAAEEEEAAAQQQQAABBPIhQLCa3jouNFg9VTipY3OH1V8YJFhNb5nzNTKC1XzVk9kggAACCCCAAAIIIIAAAggggEC0AMFqelfHQoJVE6oemZtS36mlKhX7CFbTW+Z8jYxgNV/1ZDYIIIAAAggggAACCCCAAAIIIBAtcOl7N2rVacMqlXpU6i2pp6fH+t/Fnh4Vi0UViwUrlDP/Z/1/k28ppwbJCZhaFVVS6VS/egq9Vh2b/eIogGbluvS+sGDV/Oz3v/99+dscA8BRAF26QJg2AggggAACCCCAAAIIIIAAAjkSeM973qPTTjtNvb29KpVK1rcJV823HawWy2GqFbASrGai+m6tFhKqmokSrGai3OkZpDdYNaM6efKkzM/MP0246oaqbrC6f/9+3Xvvverv70/PJBgJAggggAACCCCAAAIIIIAAAgggUEfg+PHj+uAHP2gFqyZQdcNVgtV8LJ1WhOAEq/lYC4nNwg1WTYduoOoNVt1w1XxwlQlXp6am9MUvflFvf/vbExsjHSGAAAIIIIAAAggggAACCCCAAAILFXjyySf1+c9/XsPDw+xYXShmTu8nWM1pYds1rUaDVXfn6vT0tN7ylrfo5ptvbteQaBcBBBBAAAEEEEAAAQQQQAABBBBouYAJVX/zm99ocHCwfAxA1FEA7u7HVuyCbPlEaLBtAgSrbaPNb8PBc1bNMQDud9hxAAcOHNCHP/xhffSjH80vCjNDAAEEEEAAAQQQQAABBBBAAIHcCPzjP/6jvvvd72rlypXWbtXfTz6nZ/fNafjcP9J5I+75qgf1/BPP6UBhROs3rtewOXOzxhmrx19+Uk/+7rgGzn6H3nHWgGM1pWcffVZTPrkBrX3HO7Tm2LN69NmpwPWtJZ767aN6djLY5nB5PqG9TVXGtfbYk/b9I+u18Twj0K6v43rlySe1+3il/eH1G7V+8St68snd8vxY1s+tobi2jqchd8butuKvRfyxE6zGN+v6O+oFq95w1RwJMDs7q0OHDultb3ub/viP/1gXXXSRFi9e3PWOACCAAAIIIIAAAggggAACCCCAQHoEjh49qqeeekrf//739atf/UrLly9XX19f6DEA9odXvaHnnnheB1QJIuMGq26wWQ743OBvYK3e8Y41cuPXdim5/bthZDlorRWUloPVC3Ta/p06stYNMts1SskXSo9MOWHqkFYNHNT+47LD58W7rSBaGta6s4/ppd+5casbrFZC7OH166Vn7UC7EsTGHz/Banyzrr8jGKy6Z6y6H2AV3LXqHgtgnqBmZmZkwlZzjflyP/zKe8RA1wMDgAACCCCAAAIIIIAAAgikUmBGB/ZM6bgGNHzmSlkfUTxzQHumPHvFSss0OjooTe/TvsPzvlmUlg1r8bEpeX88MHymVva77bqXe9q3fuT8vrRUS3VERzzNxrrfN5oBDQ9LU8Gxm5/tOyy3iwH7Is9uuJKWjY5qsBQY88CwhjUlb3OSc+18Y0alZaMaHSzZo5yf1r5GxhFse2BYZ66UUyd3wmYcyzW3rzKP0uJFmj92QrafKeMea+wDSwd0/Ih375+pxTLN7dvnq5s9N3+bkfO1xuR8oLUzr96BAZkPhpL53bI57ds3p8XL5nT48Lxch3lnDZVd3LVm1phVp2NSaV7zlWLpzJUlTVtjXaTFpRM6Jns9llzP0mItmj+mE+WdpSUtP93M44BmCgVrt+mi4dVaeWJK0+qT+cT4YnFAZ77lLRqZfk7PvDar4XPPVfHFF/WGc70dpA5r/TuW6nf/9jvPWrHDvOFJe5eq98u7SzJ8F6tztRNg9i/v18yhGeeHA1q7/jS9/qy7S9O/u7Xcjwlmz5eeefJ1aeC4DLf1FQhMg8GqfzzHArtpq3fSnq9nrPkNjQzo4KTsnbYD7u7SAa0aOq79Bz2zH1mv9Xq2sku2qQDZbd8NVoPBqRt0V8YRHNdaG0e7j3t2szbxvEuw2gRat99SK1h1w1UTpgYDVvPv7rd7dIBpy/12XQlZu32FMX8EEEAAAQQQQAABBBBIp8BR7XvxNR3RUp3+plEtkfvvfRo++yz1HnhRrx2R+pYPSYcOata6bqXmXv6dpmal3oFezR2fk5aerjetnNPLv5uyrhlaekQHzX0rz9ZZK2a178UDWnT2WRrqdRWcfnp6JLNJJ+b9R/c54zLt9x3Qi2aQ6le/ZjSjWmMflcLu7RvWqr4p7bfGfLoGj7xmza/fBJQm+zLjW3rE7qdvUItnp3WsTj99b7ys382u1JtGl9iTnjtY9jHW4ePwtz00u08vHljkGZtnvoFxDPXO6aCpS9/pspt/TUf6hnX2WUOy2I/uc5ykxUv7dOzIbMC9T4OLZzV9zKmb6xrsxxlTuV1rXie08nTptdeOaOnpb5I7ZbdPex30as6YHJh11kVvZUxmnOZ+a/2Y+ln/YtVg6elna9EB87+X6nSrj1lrbS45YrfV31/QiRNS78qzdXbflF587agKfcu0eG5axwuLdNq6dVp+dLd2Tc2puGKt3ja2RAdeeEEn1vwfOmvuWe3cO6tly4o6erSgxWe/XW9f8oqeeO6AHay6RwHM7Cm/NX1g9RnS3ld13Pr9Wh133soefPu5G2ZWHvf+ALMcrA6s1dolu7XbvPV+YK3Wr3pdz5rQdmCVho7v10HZ9w38zn57f6V/83M3SPTv0Aw/CiDQjnc3qAlC1x7Rk84RBW6w6u4APWaudXeUekLcSj/DOnNkSnvM+HxHIjT6rFc5EmDgbHvHbCUcdXekRgWrUtV8mwp2K2MlWG20blznE/CGq+6uU+85q26o6v2nN1Q1/9sbqgbDVbgRQAABBBBAAAEEEEAAAQTSJnBEe5/fawWrq89Zbe0e9f37kb16fu8R9Q0NSQcParZvWGvXmu2Tu7V7ala9i3s1d2xOfcNrZf94txWAmbb6nGusGTv39ZWn7/TjBKtx7z/y2vPaOy0tXX2OVi91x+wGq37j4NhnnXt9V5lgddGU9pfbtH8b2k85aHTMXCPLYNbxs++3x+f0NHtAu3dPlQ2jxrF27VIdsRzt+4zN8Oxua77+MbshrFs7adYy79Pq1dJeU7fhMzQ4/arT1lIND89qampWiwf7dGx6NlC3SrDqc7VqVz2mtSudalrzOqFhp08NrtY5K2e1e/e0Bof7NDVlxmFs+pzxuf32SY6dtT7M/R4fd40tXb1Wi6bcdTWo6ef3anZ4tQan91prbcXgEb0x7T8H1QSrS+amdaywTGvOX6Ohnh71HH1VO1+ZdnasrtCb33mOlrz+jBWsDg4WdOxYUcPnbdD6kTf028efs44COHPkgF61Dkod0NqzF2v376YqwaYT3in0jNXg49wTDlrvVp+SG6z63u5uQsuzj9shbjlYdQJF9636brAb6N/71vfgjlUdd88srQSg9vXOuCKD1Y1aNfmonj1aCXyH163VsZecnbUja7X26G7tPh5s1z9/X/AZ2F1bCaDdXabBHal1glXnzFoTSptjFo4558s2F/Da4yZYTdt/pzIynnrHAQR3rgZDVe8RAGG7VjPCwDARQAABBBBAAAEEEEAAgS4SmNarv31V0xrUGeedoUG5/96nkfFx9U3+Vq9OS30rVkhvvKFZ5zq9av/cDVY1eIbOG5nVrl2TmtUSLes7qsOzpo0zpT27NDkrDZ5xns4YdGmdftwdqzHvn3b67xsZ1/jgtNPvgAZ03Hrbtq+v2Sn7930jGh8f1gnnXmvMlQGp0uYZWnb4VWvMAwOy3m5tt+eM2YR2s4d1VAGjZUs0e/iouVjnDU7rtxac3acVQTYyDu81Fp3xHNTKwWkdMMGqb8zB2nn6sCNZn3/fSGVeSwb7dHTaKorOO0POGujTsiWzMlOwXPsm7Tn0LlHv3FHNmbl4xmSvl0qfi84Y16JJu9bW1+AZGl80qV2Ts3Z7w32andpl/bvrIu+/u207Zu7vBsvt2mvUXXtuH2fqVe0xweqyM8v1LBSO6tXf7tGRwjKd9ZazVXz1Gb1yuKAV43+g4emntftQQQNr3qrzii/pN06wWt6xOvKGfvlL8/b/YZ256oBedT7EyX2ru3/H6nqpKsgL+XAlT7BpHwMaJ1iN2LEaJ1gtf7hTYGepe35pjWDVzNs+49R82ccj7LY+WMp7fEHtYDXqCTX8yATv7lX/Gav2DuJA8OoGq3V2EMd5UidYjaPFtWWBsGA1eNaq98zV4BEAYcGqaZxjAFhkCCCAAAIIIIAAAggggEBaBab1yjOvWMGq2dlnBWXTr+iZVzzbIxedpjetG5YmX9KL+81JlpWvRavO0vLDL+t1z48H15yvNQq0sWyNzj+znKqaTux+F63USh3QgWbv941mUGvWSK94x27yvdNP0+xrr+uEM48+t2/vvdb45Fg4v1i2xprHK4cla06D7phP05tWHdeLVUaDmn7pRY/FIp32pnUadrfpzk7ppRfrj8Pt0x2er2/fmIc1eNicG+qpnZHdY0JESa6526/PaomWLzqqQ75ymvGu0vEXzXpwv+w59O132nR+bI+p0uBseW1UxlL+WdndXD+rKZ+R+ZlzT8DHXW+Da96kgf3GNXCdXN9p7Xl2j2fMUmH5iJYZm8JyrX3rWg3NTen55/dptlCwdqwWBtbooovOVPG13+jpV09o+LzzVHz+eR1wzli1Z2Z2iq7S5GO/tT4MqfI1oDNWS6/ujT5jNfgp9e691i5RJ6isv2O18vb8ct/lM1bNjlZ7h6a7YzZsx2rwWce3S7XSqH2GqhNQmp2elaMAzK7WQNB51kD5Q6d87Zt1PhvvQ6PCjyzwhreVHirzC+5o5SiAtP7XpevG5Q1AvTtO3eMAvMcCuAFr8Hfet/97g9quw2TCCCCAAAIIIIAAAggggAACCHSRwOGXf6OXTaDr+zI7Rs/SsgQc7A+csr/M/zbfVojq/NP+0Kqienp6fP90f+5e697rbSuB4dNFigTYsZqiYmRtKFG7Vr07V71hqnuuatzdquxizdrKYLwIIIAAAggggAACCCCAAAIIpEfAG6QGQ1A3HA0GrG6o6g1Tg4GqN1gN6yM9AoykXQIEq+2S7YJ2o3atusGqN2AN/u/guarB8JQwtQsWEFNEAAEEEEAAAQQQQAABBBBAIEGBqIA1LFx1A9XgbtbgtcGgNsHp0FUKBAhWU1CELA8h+BZ+b2AaDFiDvws7CiDLFowdAQQQQAABBBBAAAEEEEAAAQSyI+AGrcGwNOx4gLBA1Xt/dmbNSFspQLDaSs0ubateuNpIoMoO1S5dPEwbAQQQQAABBBBAAAEEEEAAgQ4K1AtXw0JXM1xC1Q4WLUVdE6ymqBhZHkpUuGrmFPa2/7Drszx/xo4AAggggAACCCCAAAIIIIAAAtkSCPsQKzc09Qaq3p8Rqmarxu0eLcFqu4W7pP3geatuoBr1T85U7ZKFwTQRQAABBBBAAAEEEEAAAQQQSKlA8MzV4O7VsBCVnaopLWaHhkWw2iH4vHbbSMDqDVuDDhwJkNeVwbwQQAABBBBAAAEEEEAAAQQQSIdA2IdYeUPUWoFq8Lp0zIhRdEqAYLVT8jnut9ZuVHaq5rjwTA0BBBBAAAEEEEAAAQQQQACBjAoEjwVwpxG1qzWj02TYLRYgWG0xKM3ZAlE7T2vtSGW3KqsHAQQQQAABBBBAAAEEEEAAAQTaLRC1YzUqTDU/r3dPu8dM++kUIFhNZ11yM6pGw9JGr8sNDBNBAAEEEEAAAQQQQAABBBBAAIGOC9QLTOv9vuMTYAAdFSBY7Sh/93VOgNp9NWfGCCCAAAIIIIAAAggggAACCGRNgEA1axXrzHgJVjvjTq+OAEErSwEBBBBAAAEEEEAAAQQQQAABBDolQIDaKfl89Euwmo86MgsEEEAAAQQQQAABBBBAAAEEEEAAAQQQSFCAYDVBbLpCAAEEEEAAAQQQQAABBBBAAAEEEEAAgXwIEKzmo47MAgEEEEAAAQQQQAABBBBAAAEEEEAAAQQSFCBYTRCbrhBAAAEEEEAAAQQQQAABBBBAAAEEEEAgHwIEq/moI7NAAAEEEEAAAQQQQAABBBBAAAEEEEAAgQQFCFYTxKYrBBBAAAEEEEAAAQQQQAABBBBAAAEEEMiHAMFqPurILBBAAAEEEEAAAQQQQAABBBBAAAEEEEAgQYH/H0vltTmVfKgC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7" descr="data:image/png;base64,iVBORw0KGgoAAAANSUhEUgAABVYAAAKjCAYAAAD2wVQ2AAAgAElEQVR4Xuy9CZhU1Z33/+2NrZulAVlkE5FNZBVRacVINIgLmBiXKDFRfH1mMnkSncn/7zuvy5PH5X1m3v/MaPLOknFEM4rGPQGDSGJQUVBQQUDZkR2hodl36O7/8zt1z61zb92qulV9a7m3vjd26K469yyfc+p21ad/93fKfvnLXzaDBwmQAAmQAAmQAAmQAAmQAAmQAAmQAAmQAAmQAAmQgG8CZRSrvlmxIAmQAAmQAAmQAAmQAAmQAAmQAAmQAAmQAAmQAAkoAhSrXAgkQAIkQAIkQAIkQAIkQAIkQAIkQAIkQAIkQAIkkCEBitUMgbE4CZAACZAACZAACZAACZAACZAACZAACZAACZAACVCscg2QAAmQAAmQAAmQAAmQAAmQAAmQAAmQAAmQAAmQQIYEKFYzBMbiJEACJEACJEACJEACJEACJEACJEAC0SOwevVqDB06NHoD44hIgARyRoBiNWdoWTEJkAAJkAAJkAAJkAAJkAAJkAAJkEBYCFCshmWm2E8SKB4CFKvFMxfsCQmQAAmQAAmULIFt27ahY8eO6NChQ8ky4MBJgARIgARIgAQKS4BitbD82ToJhJEAxWoYZ419JgESIIEcEPj8889x4YUX5qBmVkkCqQl89dVX+Oyzz3DbbbehdevWxEUCJEACJEACJEACBSFAsVoQ7GyUBEJNgGI11NPHzpMACZBAcAQoVoNjyZoyI7Bhwwb06dOHUjUzbCxNAiRAAiRAAiQQMIFCi9XGxkbIV1NTk/pqbm62v2SoZWVl9ld5eTnkq6KiQn3xIAESKAwBitXCcGerJEACJFB0BDIVq3Lr9vz587Fr1y41liFDhuCaa66x5dgrr7yCW2+9VT138uRJfPzxx1i+fDlOnDiB2tpa1NXVYdiwYZBoxS+//NKTxwUXXIBu3bqpdrwOqX/Pnj3q+YEDB2LMmDGOYvPmzcOBAwfsfugnpS9nnXUWzjvvPM96dZ3mk3379lX164jKZP3u3r07vvWtbyXU+/7776vxSrty7vbt2zFp0iRHObOMfL979+6EejRTeULGsXLlSuzfv18xHT58OC699FL7HK86pH9SRo9D5qlTp04JfVm6dCnWr1+PiRMnqj77Yae5bd68GW3atMHIkSMdLMzxSX1SftGiRVizZo29hsaPH2+3p+u78cYbHdJV+MkhPHmQAAmQAAmQAAmQQFAECiFWRaSeOXNGfYlMzeYQwVpZWam+KFmzIchzSCB7AhSr2bPjmSRAAiQQKQKZiFURpf/93/+NyZMnq0hDLU5FBGrx94//+I944IEHFCMRgIcOHVKSTYSeSNm5c+eq8yWv5sGDB1W5VatWqX/PP/989a9+TsSpCD73IW1LXW+++Sbatm2Le++91y4i7T333HNK5Op+yJPS15dfflmV+9GPfuQ5h1oam22KaBRJq29X12PSfdUViVA0RaR+XASmSEPps5y7YMECXH311Q4ZbJaR70UWu+uS8+UQSbllyxZ897vfVXlJZby///3v0a9fP1tmetUh4xAm5jxJn++66y5HftOnn34ax48fx/e+9z3V53TsRIJK+8JMhLXuz6BBg2zZa45Pz8/ll19uM5C+ffjhh3ZfZB5eeuklJe2nTp1qz5Xwk8OUyJF6MXIwJEACJEACJEACBSGQT7F6+vRpyJeIVfchkanpDolm9TpErFZVVakvHiRAArknQLGae8ZsgQRIgARCQSATsSrCSyINzehJGaQILy27TLFqCjUNQ+qQQ0s7fb5bmCVry6xH+iJyViSjFpEi6UT2ffHFFw6xKo+L3JWIUYlA9ZKgydqcNWuWkoYSKZmp3HOLVRGLIkZF1OoNm9xiVYtY9wKSc0UOixg2c5KKNP7Nb35ji0kv7lKXOTfy/ahRoxQHHfGrJamIbbMPqdiZbHR/pZ/vvfeeLUXN/kg0sdmmPkcLa4nm1fMgIlginHWEcabsQ/ECZCdJgARIgARIgAQKTiAfYlUiU0+dOpVSqOoUAO6UACJcdQoA+VcOecxLsopgbdWqlYpiDeo4tnYuPsAVmDy4nV2l12NBtafryb6NY1gz9wNgwmQMqU7Sq12f4Okt/XHvxd2D7rZHfT76g9345OlN6H/vJchHj/Iw6Mg3QbEa+SnmAEmABEjAH4FMxKoWeBJJOGDAAM/8mO6IVbllfezYsaqsl8yUXnoJM79iVW5xF0Gp5aCIPhGgb7zxhkOsSiSmCEmpd+PGjQm3wEs/krUpuUDlNnSJnsxU7rnFqrSjo3d1NKZfsaqlsTuVgNRpCksvsSrnykZROrpX5ummm26yxyV1SBmRohKBbIrVVOx+9atf4a/+6q9S5kk1+yPl3VGy0raOZP35z39uz4NEwUo0rBbJmbL39wpgKRIgARIgARIggVInkGuxKu+hRaqah45O1XJU/pUoVrlzSL50VKs8rm/5l7uNampqlDTVglXq9BKsErkq5YM4CiVWs++7H5GZfe25OZNiNTdcc1crxWru2LLmgAgs2vgp6o80+K7t8gHj0KWmc9LyDUf24cONS3zX162mC8YPuMh3eRYkgbASyESsyhh1fkzJpykRhSJZzfyYpliV8iLD1q1bp3KyeuUD1WXkX/MWb307uJvrOeecoyJmtQQV+fb2228r+abFr8g5sx9SVtINaCGpRaF7J/pkYtV8XN/O7+7XhAkTPG9R9xKrMk55/MILL1TRmG6xKmzN4/bbb7dTCbg56XKmdJT63HUINzNvquZjilFJ83Dttdeq3LVarKZj555vr9eBOb5U5fVzbt4yr5JOgmI1rFcZ9psESIAESIAEiptArsSqiFJ5H2Pe9u++3V/L1CNHjuDo0aP25lXJiIlU7dKlC9q3b++Qq1LeLVhFvopcbWn+1fRiVaTgLKxQnR6BqRJ1eXQN5i4Arpg8BLE4V1McmuUBjJyKey8GPpm7H506L8CCfRMwbfIQwI6UPWzUL7e+xZ6XencvfhpLO01zRNMCllgd2x+bPkvSBztitT3WzJ2JBeqmuj6YcIeOcvXqo8SSej++e/Fc7O9UiwUf7MeE7/bHpq+B/vsWYEFnGZu0YUXQHv4ET8+OkVItXiF9R7wPamy1WGHz1HwYx1psVxGK1WKbEfYngcAflr8DkZt+5GqbqlYY2et89OzYIynJbw7uwvIdq3DitPMvhV4n6HZvHHkNZ4YEIk8gU7FqAhHJKpGcsjmVjlpMJs7kTaVEfkrUpJl/U+prScSqSFYRpXJrvQg5vTmU2Q+J5pTb7+UWdzlE8l511VUJmyClilgVTtJWpnIvmVg1b+v/wx/+YIvMZLfxJ+Ok50Nyr4oo1tJWi1F9e7+ZLkHO0XyETe/evZW4lTQDEtHqvnU/FbugxKqsj6eeekpFGbvnQYSvSGGZWzmYYzXylyUOkARIgARIgATySiAXYlVu/ZcgBC07vfKnyvufffv2qQhVEaw6FUCqwUs9IkrlfZ/sNSCCVW79Nw9TsEp5kastSQ2QTqyaclO+n4WpuPeC/cnF6tFjOFbdzhKuOrp0DA68OAuYci8usT7W63bHHJhpyFMpPxObznXLVJOAf7E6rdNSzDwwRqUEkPZmft0/Jm09+zgZQ+DV98mo/dIat6QWEKn84ib0tyVtkjE6yhniOVnbydIa5PXVwsY0AYpVroWiJyBiVY6VB3em7evwjmfj4nNGpRWrizd/4bs+aZRiNS16FogAgUzEqkhFHT1oDj1ZRKJIt/vuu89xm7iXvGypWBWpKOkApG5JAyBRoFr46ShW2YxJHyI1RfC6N7FKJlbN2+yDEqtalNbX16s33VqEphKrWpKam3XpMYlc1vLUXYcI7YULF9obcJliVac5ELGqNxrT53fr1k3lbk3FTqde0HlQdX9EhuoNtsz+eOVklXNE0EtfJD2Cex70pmci5LU8jsBLj0MgARIgARIgARIoEgJBi1W5jV/e39kCxtiUSgtWeY/a0NCgolS9NrJKh0bnXBWx2rVr17TRqyJXs93YKp1YjYnEBdhmRJKqx5JGrFqj0+epSFERq84co6ZY3dQvUbiaOV+dvPyLVRUpq6JDrUhbN3hHH42cra7HRazafUwYu1OsxuNVpTEdJeuRCiBZ2+kWB5/PCwGK1bxgZiMtISBitWPbGuw+sg/rj+z1rKpPm/bo1Lq9es6PWJ239kNsO3EYtZWtsf/MyYQ6pT55XtfrV6xKmoFTjc5IWB09az7XqqJV0nQFZrma1jVo36bG7t+pM6fQcHSf/XOX6s5oVen8q6Q8efjEERw5ecQxrmzK+m3Pa9y68VRj9eqn1FXTpgbtW9ekTOlgDk7q2dKwFSfPxNhLKohzuvRNuuzc41LnJGHpVVbakX6e3Sn2J9RUEdLJOiHnb27Yigv7jfL98pBoa/ex88AutUbkK9kY/DaQiVjVeTDl1nSdL1Vkn+zg7hWxKkJSDjMnqDwmckxu7dZHS8Wq9EHSARw4cACSBkAOLVZ13lCzPXle3/Zu5n31Eqt6x3o9viDFqu6H9FvkpcjNVGJVysvznTp1SmAqdehNxbzqEKEpotRrkzFJByB1ShoA4aHPF65atprryWSnpa2WqFJOGG3dutWzP8L4zTffhNca0gy85kHkuURGjxs3jhGrfl/cLEcCJEACJEACJOCLQJBiVSJVJQJVH2akqvn93r171XtXKd+SQ4Sp7Dkg0atymNGq7tQAUiabyNW0YlUPQItAubU/RcQqJKp1ub6lvy+2qtvkCyVW9S321i3+lhw+7NlHKzI1oe+xx/2J1aXoZEeymjMfF6vefFJsxNWSBcRzsyZAsZo1Op6YLwJa2n2wcQn2njjsKUJFkH5nwMW+5JIWZWt2b8DB40c8I1cH1nRFm4pWGNX7/IwE37rdG7BoyzJb2l7aa5gtzuS5pTtWqTFIXwd1P88ToZT708bFapwidm8fM9WWpyIQF369BJ/u3Yxv9xqO4b2GOsSrrlCnO5BycqQrK2y1tL6sxyCM7TtK1Svtfbb1C3y0ax0u6noO6s4d59meHpvUIXPRu7qLavfAycNKeCcT09JPM3pYIo5PNJ6y+3JtvzFpxaO0/craBZA5G9ilL7Yd2KXm9LsDLsEFvc73ZGxylAKpxmYykLJ6bcj32482qHmSMV8/+PKUMtfdkXdWzVfzeM/Ia32L2c+3fIGPd3xlrw39xwThLH8I0HOdbU7gTMSqtCWRhe+++64ScfJGzn1bvXlruPwlXm5zlzI9evTAwYMH1e34N954oyOKNZlYFWHrdYiUk2PRokW2vJOIzX79+tnCUffDjOQ06/LaCMorr6s7h2yyHKtSt9zG7j6SpQLQ5URePvvss0o0+hGrmqlm6cXUS6zqyF29cZRXqgQdCavPnzt3rh0Fm4qdZiJ5XKU/Is61pJXz3P3Ra0jWhBzuNeQlVqX/InSHDx9OsZqvX8RshwRIgARIgARKhEBQYlXnS/W6/d+Uqk1NTSofvkS2em08lQl2nXNV9jLQRzK5Kn0QuZppzlXHLfKqEfN2/Fh+0AOjrYhSyV26rBOmTQA+ePEAxli73Ks6PqhV+VeVOJR0AY7b5lOL1Xge1QxTAfzeuw/drRyrUzErnmZAieFYee8+Jr/l379YNdIdOCJbXWI1gQ/Faiavi3yUpVjNB2W2EQgBkUpvb1matK6HJ9ydUTtuqWee7CelQLLGdD+lDrdQlOdE/KWLgJUoXZ36QKTfNedPtJsT0ffUkleRbrwyvmeWv63OS1dW1yll3UJSi957x93sGR2rO+Y1bumDCOwrB12WdG68+qmloxdDsyKR5P+4aKYS0D8ed7P9lJzvJ9eu5uNHbj624FlVv1lW2p+/7iMlSEWu/mjMVE/x7B68yds9v+kWsV4bbun85Y5V+P3GT9Tptw6ekFTcp6o/U7Gq6xL5JYdEQbo3gXK3J1GPItxExJoRounGzeeTE9BMRVRLGoRCHyI+Ja1BJnOs15AIZR4kQAIkQAIkQAIkUCgCQYnVY8eO2bf1e0WqymMiPaXczp07WxytKrxEkko6gJ49eyp8XlLVfExSCFRXZ5qsMyYzYxs8WYfacMqK9rRvWZfn4htAxWSqddLIERixHOivRKuxAVSfCZigNqwahaHbmjDIErFSUzxSNsvNqyZMRt/tSfpgb16lUwHExjXCzvHq1UfXxlJ23yfgms4LsFOnK0iaCmAyhjg2rzI3y7IYI3kbesOuQr1O2K6TAMUqV0RoCJSaWNXRkDJBbokmki+dLM1ErEobWma6JaXePCxdFGQqoZxqkXn1U9eVTjrqcyWK9LYxU+xm5HF3GgWvPnjJ0mR9TVZWy12veUpWlxl5KmXuG3eLLyErZZOJVfM5Nw+/L/Jsxarf+lmOBEiABEiABEiABEiABIqZQBBiVf7IfOpULEVZMqkqz0m06uHDh7F79+6scqu6OYpYrampQa9evdRT5gZYySJXJdeq/DGcBwmQQPYEKFazZ8cz80yg1MRqn049sOfoPhUNKYcZhZgLsSr5Pl/46l3Vlo7K1JGVfsSfl1jNpp8iKl9aOkvd2p4uklTSRPz70j+oPkt0qzCTvKd+c40GIValbS0700XY6pfMb5e8hm8NuBh/XPuhuq1fUjWkE9f63FRi1XyNpBPvXi9fitU8X9TYHAmQAAmQAAmQAAmQQFERaKlYNfOqppKq8pyIVcmtKumgstm0ykusSsTq2WefbT/lR65mm2+1qCaOnSGBAhKgWC0gfDadGYFSFKvDe52PN1e8o3KOyq3mPxgxWW3MlI2w9ENbhJ8ITcmzKrfvC3ORu2YqgmT1JJufdILPjFgVwbh09zrVhN/b6l9eOttzUzM/t8MXQqyKwBah+tPxd2DRxk/xlx0r1dymS7VAsepnBbMMCZAACZAACZAACZAACWRPoKVi1SsFgBas5r/yvcjUoMWq7H2gc9frKFUvuWpGsEqka7t27bKHxjNJoMQJUKyW+AIotuFLPs+vG7biwIkjapMnU65lK1YlAlI2fJKd3E1BWOw5ViX6UnaMl6jM362Ya2+SJEyCzrGq14GZp/OB8dNU5KhEVp7TpW/apeKOWNW3yGciVn8y5kY7AjXV5lPuzoisFE564yp5XmSlyMtUR9Bi1U/kqaRckENywEpEsGy8JYcfESzl/ESsutM5pJ08q0CpRaxKdMCJEyfURlE8SIAESIAESIAESKBgBCTH4+wVRk7HgvUk84bD3HeP0bZErMoGVPLeUg4vmaof189JxKrkypfNO4OIWNWbV8k+BsmkarKUAJIOQNIC8CABEsicAMVq5sx4RgsIpNrpUCTTyh2rcfjkEXszoDvHTLFzT4q4m7tlWdLWH5pwV8JzItteXvGOkpJyTO43Wt0q3rNjD4hYXbJ5ub1JlHmy3NI97pyRvndrN8/V/ZQ6po6c5OiTPLf9wO6Ex90dn7V8Hnp36q7EqhzS1xnL56rvJX+mRLB6jdesxzwnXVl9nsjQ/7PoRfWj9F92m//RuO/7mnGvcUsfhHWqw91PXY+IUXP+veqQ/opUHdT9PPtpmfP/WDpL/Zxu3I8veE6Vmz5yctp+JitrMktXj6zxXy15TbHVhzCWKGGRoX5Yy9qQjc1kLev1oevSz9X1GJhyw7Bk81FKYlXexP7mN7/BVVddhTFjxvha4yxEAiRAAiRAAiQQNQK78cl/zcbKEVPwP/TmO4UY4q5P8F9vrcTwG/4HLkn91tnoXZj7XgjI/tpsiVhNF60qQtUUrvLZ+MiRI9ixY0cgm1eJGJXNZGtra9Vg3XLV/FnT0I8xatV7fZjpHPytIJYqRQIUq6U463kccyqRqn6RnDwKiVL9cvd6bDtxBH3a1KBvp57o1bEH+nXu49iFfunW5SnF6oOX/9gxMpFYb69+DyfPnFR16+OCjj0xdcQk7Dq4G4u3fIEvD36TQETKXNxvFHp0tHY3zICZ7mdtZSvcc9H3HWOYtWKeygM6pu/IlDV6lVtfvxGvrv3QPs89XneFMr4ZK2IyNl1Z89z31y/Ewl3r1UMi79L1VZ+rx6356sdlLJefexE613T2HLO7nyIqX142W82Zuy6vMcocynzqQ+b915++rtbSnRcll8L7RMAum61Omz5ictq5fuLD33qW1bzGdu2HSUOvTDmvwmh9w1bcOvoGu5w5r376ITxlzbrnRtfjte78Lt+lS5eWjGT85JNPVITAd77zHb94WI4ESIAESIAESCByBOqx+JmYWL1nXLeQjS7MfS9e1GvWrMGQIUMy7qBEnIpYlSNdtKop62STq82bN0OiXVt6tGrVCt27d0fHjh1VVe4UAOlSAkg6ABGspXqkkqgUrKW6KvyNm2LVHyeWypCAW6i6fxb59fnW5Vi4ex3GdjkH/bv0URGDNa2rk7YkUuqdrckjVv/XZU6xKtK2dWUr/G7ZbGw/cVi181nDZnWL+ICOPTGi11AVsfrloZ0JbV7QIRax2qND5mJV2v31p6+pOnu3aY8LusWiKTc0bEPDycP44egpKccp57+96j10r+mM8edehKqK+C0ZH6xfpJjJ4R6vOYjTjaexcscqm9cd539biWo/x76j+/GbZbGIz59ddHPKvpr1ffL155i/cyXOq+6KCQMuUqkXJHp08c5V+OtLfuDZtLufd4vg7NAdW/Ztw4ur/qLOuaZvcrm769BuPLtiriqjo1YXff2pmudUY5Z2RejP+nqxamPquRer803WZofNOZWykudW1vDqXRvV+pG1deWguqTnS13C9Y+r56Nfx564YuB4u3qzbll3k4ddmbKeV5f9ERuO7kVd90EY3H2A4ry5YZtaF7Lerh86EZ2rY3+lzvRoiVjdvn272lG0a9euKZvdu3cvNm7cqMpIcv3zzjsP8iYw2ZGqXtlF9eDBgwmnyl/qveqUulId+jxdb6rx6Lr0OfKmuL6+XkUJuNuW5zZs2KB2fZVjwIABKTm5GUmqAmGV7aH7Jm+yveqR9vRta2YbvXv3TmgyGzZSifAy29dterXhZpmKrawlqUsOWXvCSvNPtj7MQek+JWOQbk3rNtzznm6tSR9k7O6xuTm5JyAZi6DXTLZrjeeRAAmQQPgI1GPJM7OxYuQU3HNR+MRqePtevCslW7Eqv6PlSw53LlX9mNfjkg5g3bp1gYhViViVNADyniidVPVKCSDnt27dungnJ4c9SyZO3Y9TsOZwEkJcNcVqiCevWLueLG+Lflxk26sr52FApx64tP9FvsXdsq0rUorVv7/sRwlIRGb957LZKvJxQJc+mPX1EnSqbI0DZ07irhHX4NMty5NGrF7ULzuxKp0Q4bdix2psPLhLtSXHhV36YWzfkWmllwjKPUcb1DlDug/AwG4DHOOS59fv24Ifjv1e0iUg0YtrdsfklT7qJGrUp3ATgdu6ojUuOfdCX8tMOC/8+tOkZW8Y7h0VmKqf0odDVqRxsr4fOXEUn29bjlWSl9fifF5NV4zrOyKlSPbqbyo+5pyYgzyrugvO6drbl4B/a+Wf7FPNeTUflwJSZzLuXrzknA5tanB2x+4Ja8XX5BmFli1bhtGjR2d6mhKlf/jDH9R5P/3pTz3fkJ08eRJvvfUWtmzZov6SLsJK8knJMXHiRJx//vkJ7aard/Hixfjoo488+9uvXz/ccMMNjr788z//c8qx3XrrrUp2mfV6jcfslz5HhNgrr7wC/bNuaNWqVZg/P5ZXVzYSEIG5e/duePXPi5GIY9nU4KKLLsKECRMynhs5YcGCBfj0008V92nTpiXU8frrr6t58Trc7WbDRuoV9pdddhkuvvhi1Yxu88Ybb1Si2TzcLL3YikicNWuWYiMs5dDr6bbbblMfKFKtD92e7lMqBvIBQ/rpJYFnzpyp5tPNKd1ak/b/7u/+Tglnc91IfXJ4zZM5l3pd5mrNZLXQeBIJkAAJhJJAPZbMeAsrR9yA6ZZYrf90Bt7adxlun1SLlfKcPa7huGH6ODj1q3W+Ofbecu5gtLUf8yhjtKeK7V6CGX9cieHXT8c4FdeR5hyrfLzZ3rjsB5MwWO8/5H7e1d7xdfPw0oe1uGH6cOyf9xI+sv/27KrH6Fu8LReHhL5LyeNY66hXHnPz88GlAGsqW7Eq0aoiSU3x5r71X4ajH5N/5fOxvDeU92Fnzpxp8WjLy8vVJlR9+/a1+6EFq9dndHdqAH1+izsS0gq8pKl7PvXQKFhDOsk56jbFao7Almq1qfK26Ode+OxNFUF608A6hUmi7XYf3YftJ45gUt+RGNVnhHpcbgl/bfkc3HHhd9XPEtl35GT8ln43Y6/o0gUbPsbqhq2YPLAOc9cvxLf7X4Qvdq5Bm4oqfGvQeJUOQNe55+h+FeHaoXU1alrXqFvDU0XQluocc9zRJfDFF19g1KhYXt9MjnfffRcieORN4ZVXXomhQ4c6Tpe/3ou4kkNkp46alMdF+q1cuRI//OEPE6I409W7ZMkSLFy4EPfff7+jva+//hoffPCBkqrf//737QjGJ598EnV1dRg3blzK4el65Xyv8Ui/JLJAxnzLLbegV69eKjfWq6++av8sDUiOrnfeeUfVYXKVsiIFRQhed911dl9eeuklJQqnTp2q6tSHzMt7772HsWPH4vLLL89kalTZ5557TkVyCud77rknIWr1jTfeUOVuuukmu26ZG5HCixYtwqBBg1QuWjmyYSPnudlLm1u3blVzJH0yo3zdLL3YyvmSyuGOO+6wz5U+i7wX0fmTn/wkgZPXOHWhZM9JRKrUKfPirlOee+aZZzB8+HBs27YNd92VmOdb6vfqv27X/ZxeM17zZM6lno9crZmMFxlPIAESIIHQEqjHp8/NwZfDr8NdY2PKtP6z5zBnf2/03t4JI++6yBKpx7Huzy9j4fYLcJ39WOK5IhQd5Y6tw59fWQhcdhuuHqhVq8d5uz/Fc29/iQuuvQsXtfd5DrzaB46v/zNe/giou/VqDFKiNbGcLiM3p8BqBY8AACAASURBVPSr0+Wssa/sbZ8bK7c91i8lfD04mH03y6AOt109yBbMiquuG37HmP+FtXbtWgwePDijhiUNwPHjx1NKVa9oVfl8LH8sli+RskEcsoGVvMeU91ha3kq9pmB1f2Y3pWvbtm1LMh1AOoGa7vkg5o51hJcAxWp4567oep7sAu2+DeE/F7+CA6djUZxyDKjugqHdzlW3NO84uBvXXRD7AL965xr1b21NLdbXb0J7JTyrcV63c7HvyH713NLtK3HVkAkqQrSmVTVq2tTY9cpjL3z5Z1zdZyRW1W9En449MLBbf/XYDy+42hFl+OGGT/BJ/Qac36GH3X7RAc5Rh77YtlJx33l0P24adhU612R3G3mOulcU1S7etBR7j+5TjH504VRH3tyi6GBAnchGrIpc/I//+A9MmjQJO3fuVLfD/+AHztQPy5cvV2Jw+vTpCVJPzhfxd8EFF6iIRn34qVckn4i/++67L4GAvEGV6L/x48fbIvWpp55y/JwMm65XhJn049prr3UUlU2vBg4cqETlzTffbIvV1157zf5ZTtDlvv3tbyc0pdv467/+a/XGV4TavHnzVKSiVzoFXd6LYarpF8k8e/ZsxV7koaReMDnLuW+++aaq4nvfS4yC13Onx5kNG6nbzV7aFDEqURoSVWEyFtlosnT/7FWfZiBlJVJVonvdHFONM9VzmqFmoNuSaGlJ8SBCesaMGZgyZQrOPffchOnw6r/ZX3OsyV4PUt7dj1ytmYAuJ6yGBEiABEJCoB6f/vZtfHXBtfixLVZ/i7e/BIZN/rElE62h7P4Uv537Vfxx9fMBjL/5agwys5kZ5YYd+jNeXdgJ1/5YC9pYXcfWy+OIn5vNOSJMXX1XEvW3b+NA3S24eqAOX01sL9b+DvRylcPRdfjza4sA9fgRj/oBZ5l2gJuLVUcnNz+j7jos9MelAKsoG7Eq+VHld7h5mJGp8rj5s/5ehGxDQ4P6ku+DOESs9uzZU73n1mI1XVoAs135Y3eqNF1B9LFY60iXG1fPo9e/xTom9is/BChW88M58q24dxyUAbv/Knb06FH1l7xd+3dj75EGtG3VFl3adUbbVm0Un+37d2DLvp244OzBWLr9K+w4fhCDO/TA2kOx24X10b+6CzYdbUBNRRU6tmqnysn3RxpPY9qIa1Sx02dOY87aBer5mqq2ONV4GnUDLsK8NR+gpqqdaqOqvArtWrfFF9u/xJf7tqNX247o1f4s9Vjv2ni0WKrJk3Z2HNiBU2fOoH/XfqiqjOdDDcOkC/P3t63EWa3a4pJ+o9GxbYcwdDuvfVy3awOW1G9Q6+PivqPU+ojqIVGYEp2YybF+/XolGEXKSVSfRGhec8016NSpk13Nn/70J/UG7Vvf+pbvqv3UKxGVK1asgNz67XWIdJWdVvUGVS+//DJGjBjhmXbAPF/XK9GhH374oRqbfoOpx6ifkzQGkl9ThLLc8q9/Fpkm5+qf0w38/fffV0WSMZJoTJF/fvpvtiUM5BDBbDI1y6RrW9oVYShRt9mwkbbc7HWbEpn7+eefq0hcHaXrZun+WeqbM2eOzau6Onlubr/jTMVANpSQzc7c61q4iHwXyW5yds+1V/91Ga/nPvvsMxV1a0YzS3n34+nmLds1k26t8nkSIAESiBaB/Vg9ZxG+HjAe1w2JBRfsXzMHizaei/HXDYUj3ODEViz5y0q0v/Q6DPXekzWGZt9qzPn4a5x76XXof3QJ/rJiD84a8W2M6xP7zON5ZHMOEvtutu3oo9V3WP04sU36BQz/9jj0dXQrVudhKVe9yR6H3/GmLGf0YQRW+ONSgMUmd2DpNEN+mxepKmI0XVSj3Govhy4nn5flDpj9+/cHJlZl8ynJsyqRp2Y7XikBpC/u4Cg5v1TzrOq5EW6Sb1YYyvtMtxQ3y+k1wtQAfl8t0SxHsRrNec3rqNJJVfkLnvyyGDZsmIpqkw/opXyxzuvksDESIAESIAESIAESIAESIAESIAESIAFfBESUy51CcjfZV199hdraWiVak0Uhm7LcVwMsFDkCFKuRm9L8Dsjr9n95THLE6L+K7dmzR93m6XWbaX57y9ZIgARIgARIgARIgARIgARIgARIgARIID2BF//zH3DfQ/8MSbFgR6WOuB434I94a0U8+ljVNHIqpnVaipkfbHNW3GcCpk0egna7PsHTs1fEntOPyffm4xiBqfdeApWumEdoCFCshmaqiq+j6aSqyFW5tUF2fP7bv/3b4hsAe0QCJEACJEACJEACJEACJEACJEACJEACSQj8y7/8CzZu3Kjy1u5d+hccHPYdDKkptyNY5bT6JfNwYPhkDHFlqDq2di5WdJyMS3rsxidPL0WnO2Jldi9+Gks7TcPkwYfxydOzgCn34pIegJSf+XX/mIjljISGAMVqaKaq+DrqTgGgI1RFqOov2UBGpKpsTMODBEiABEiABEiABEiABEiABEiABEiABMJCQPZ0kI1YuzZtwfwjF+A7g6oh+XLt1AD1S/DOwRGYPLidI88ujq7B3C9rMfni7rGo1C39ca987zicwjV5ubDQKs1+UqyW5rwHMmpzd0Hz1n/5XpJ3y7/ffPON2i25TZsUydoD6Q0rIQESIAESIAESIAESIAESIAESIAESIIHgCMgG3Pfc831885fj6HfnWPSoqLDFann5HiyZsQX977kY3cvKDLF6DGvmfgBMiEWoSiTqBwdqgeUrEEsUYNzyz1QAwU1WgWqiWC0Q+LA36xWtakaqarkqYvV3v/td2IfL/pMACZAACZAACZAACZAACZAACZAACZQgge9NGIxNtRPx7YHVqLDEqkStntjwZ3xUNgHXDK62parKxeqKUFW3+H9Qa+dPjd/yX4sVRooARqyGc3FRrIZz3greazNaVW9WZYpViVg9c+YMdu3ahVdeeaXg/WUHSIAESIAESIAESIAESIAESIAESIAESCBTAnWDBqHztyZjUPtKQ6yexIZ3F6Ls8mswpCYerSpiVXKobuoXy5sqh4pYxRUqXYA6RLwu64RpE4APFgBX2DlVJTXAJvTnBlaZTlFBy1OsFhR/eBvXYtX8V9/+L/9qsSoRq6+//np4B8qekwAJkAAJkAAJkAAJkAAJkAAJkAAJlCyBgQPr8K1rxqCmMiZW1deJjXj34zJMmDQE7aw0ACpaFbux+L82O+Wo5Ft98QDGWMLUjlgVsWo8roTrbNiRrSULPGQDp1gN2YQVS3fdYlVHq5pSVUesvvHGG8XSbfaDBEiABEiABEiABEiABEiABEiABEiABHwT6DzyKvzgssGorKxUX0qs7l2K/97RH9PH9YhvZCVi9egavPNhmRGFGmsmlg4glmHVzLHqfBwYMSUe6eq7gyxYUAIUqwXFH87G3flV3SkAdLTq6dOnVSqA3//+9+EcKHtNAiRAAiRAAiRAAiRAAiRAAiRAAiRQ0gS++93vomfPnk6xakWuSq5ViVTVXwIqFrnKo1QIUKyWykwHOM5kYlVHq8q/IlUlYlVSAcyaNSvA1lkVCZAACZAACZAACZAACZAACZAACZAACeSHwNSpU5VYraqqsiNWJXJVpKr+0jLVFKz56R1bKTQBitVCz0DI2jelqnRdolX15lU6UtUUqxKxSrEasklmd0mABEiABEiABEiABEiABEiABEiABBQBEas9evSwxaqdDqCigmKVawQUq1wEGRFwR6tqqSqC1Z1fVacCmD17dkZtsDAJkAAJkAAJkAAJkAAJkAAJkAAJkAAJFAOBKVOmJIhVHbEq+VYlSlUiV+VgxGoxzFh++0Cxml/eoW8tnViV2//1lxarb731VujHzQGQAAmQAAmQAAmQAAmQAAmQAAmQAAmUHoEbbrjBFqtmOgCRqmYqAHeu1dIjVZojplgtzXnPetSZilXJsfrHP/4x6/Z4IgmQAAmQAAmQAAmQAAmQAAmQAAmQAAkUisD111/vyLEq0ao6HQDFaqFmpXjapVgtnrkIRU/8ilWJVtURqxSroZhadpIESIAESIAESIAESIAESIAESIAESMBFQMSqzrGqI1YpVrlMNAGKVa6FjAgkE6s6v6rewIpiNSOsLEwCJEACJEACJEACJEACJEACJEACJFCEBK677jo7YpVitQgnqMBdolgt8ASErXk/YlWkquRZlX8lFcCcOXPCNkz2lwRIgARIgARIgARIgARIgARIgARIgARAscpFkIoAxSrXR0YEKFYzwsXCJEACJEACJEACJEACJEACJEACJEACISZAsRriyctD1ylW8wA5Sk1kIlZPnTqFXbt2MWI1SguAYyEBEiABEiABEiABEiABEiABEiCBEiKQIFb3fI4nX16ECXf+T1zWuxyygVVZWZnjq4TwlPxQKVZLfglkBqB0xeouvHRLT9yBF/HNq7ejR2bYClw6zH0vMDo2TwIkQAIkQAIkQAIkQAIkQAIkUHQExE0cPHgQrVq1Qrt27Tz7J2UOHDiA6upqVS7bo2fZYIydfjl6V1WhquoUNsxbgIqJ38UFnSqUVKVYzZZsNM6jWI3GPOZtFAURq588gbJLH8LjHzfjwUvyNlRXQ9nJyV2/uwk9bwde3PYGbu8drr4XqrdslwRIgARIgARIgARIgARIgARIgARSERBhunnzZrRp0wb9+vVD27ZtHcWbmpqwe/du7Ny5E71790b37t2zBuqMWD2Fkyc6omOnSlRUUKxmDTVCJ1KsRmgy8zGU0hWr2dEtDrGaXd95FgmQAAmQAAmQAAmQAAmQAAmQAAkUK4F9+/Zh69atSq6ec8456l85GhsblVCtr69Hr169lFSVW/WzPeyI1ZOb8eeZf8FGo6LBU3+Om4e3V/Xv+PAxbBpwN8pmPIv5UmbYTfjFzcNRk23DPC8UBChWQzFNxdNJitXM5oJiNTNeLE0CJEACJEACJEACJEACJEACJEACfgm45WplZSW2b9+OhoaGQKSq9CMmVgehfsYf0fCduzFlWEdIOxXH1uL3/zYbPe96CJf3jonVZ9+/EtN/eQX64AhWvvZPeKPbdPzyij5+h8NyISRAsRrCSStkl4tDrH6MJ8rGY+lL3+CN/jNUmgD7eHQRmh++1InISiVgPvg9OfcH8UypMQH6plHke67b9xNTAaQ+xyr/mlGlo2/u593tZTLGxLac40uSxiAQLoVcjWybBEiABEiABEiABEiABEiABEig1AlouSp5VCXf6dGjRwOTqk6x+hU63XU9hnWqjInVil34+B9eQJkhVj/u/He4dUR7NSVHVr6Cf9o3nmI14guUYjXiExz08IpKrN78Pbw5/Bdxkbr9JdzU5w68aQpMr/ysrnIfP1aG8Y88jkXND0Ir2cRIU6ec3OTrHMA7YjUmTR8y+plYzhKracdo1XWzsamWNea4XPUQq4FxCXqFsT4SIAESIAESIAESIAESIAESIAESyIzArl27sGPHDnXSWWedpfKqimQN4ohHrFKsBsEzanVQrEZtRnM8nmISqw/BKUNl6G5Jqn5eaUhHi0+83ETM19GvRgQr4Jafppzsjxm+zvEWqzGJOsYhchPbs9pPM8b+STbHcnJIFKvBccnxgmP1JEACJEACJEACJEACJEACJEACJJCCACNWuTwKSYBitZD0Q9h2UYlVj9v+vaVlImi3WPWStM6zEsVq+nO8xGqS2/ITpHBiVKvuT3yM07Hplp64A4niOHnfb0c8AUIQXEK4iNllEiABEiABEiABEiABEiABEiCBSBAothyrTAUQiWWV0SAoVjPCxcLFJFZVjlVHlKkWmUmiQROmLxbxGov6NPOrAkiQtk4hCl/neIlVHYmabC3pKFwjx2rSMcaibc2UAt61JpO5yfqSCRe+JkiABEiABEiABEiABEiABEiABEgg/wTcUrVNmzaqE42Njdi5cyfq6+sDybUaSwVwOXqf3Iw/z/wLNhpDHTz157h5eHuUlcU2r6JYzf86KHSLFKuFnoGQtR82sRqLTLUgG3lIvSNbU20ClUxOpt44Klnu1PQyNLdiNTguIVvA7C4JkAAJkAAJkAAJkAAJkAAJkEDoCRw4cACbN2+GyNR+/fqhbdu2jjE1NTVh9+7dSrBKvtXu3btnPebrrrsOPXv2RFVVlfqSjatim1dVqDyu8iVi1fzKujGeGDoCFKuhm7LCdjhUYtXapAq+I1tNtlqY6gjS5Lfwx89yn5NZKgDnzPoRq8lTAaTMsRool8KuR7ZOAiRAAiRAAiRAAiRAAiRAAiRQegTETRw8eBCtWrVCu3btPAFIGRGw1dXVqly2B8VqtuRK4zyK1dKY58BGGSqx6rXzvSJhCNCPgfGXPoTHP27Gg5c4MTmjWg2x+reb0NPXOd6bV8Wk5/fw4rY3cHtv3aZV//BFaH74Usm4iic8N8hypjuIpTFItxGWSwoHyiWwpcWKSIAESIAESIAESIAESIAESIAESKDoCFCsFt2UFFWHKFaLajqKvzOhEquWnHzISAEQl6rCWuTmvwF/2xN3vKYjU605SIjqNOXkRMyXTaPSngNAScylTolq1f2mkcc1WcqA9HlkEze5ShS37mhb65xAuBT/mmUPSYAESIAESIAESIAESIAESIAESCBbAhSr2ZIrjfMoVktjngMbZbjEKgAtMW0CVqQoXsJNfe7Am4gJVZi5WK2yzijWxFQAjjylnufIg8YGUY4NsdwbR7kjWP1FrEpsq1MWy88uSawjdPEivnn1dvSQIoFxCWxpsSISIAESIAESIAESIAESIAESIAESKDoCFKtFNyVF1SGK1aKajuLvTEHEavFjYQ9JgARIgARIgARIgARIgARIgARIgAQiSIBiNYKTGuCQKFYDhFkKVVGslsIsc4wkQAIkQAIkQAIkQAIkQAIkQAIkQAJCgGKV6yAVAYpVro+MCFCsZoSLhUmABEiABEiABEiABEiABEiABEiABEJMgGI1xJOXh65TrOYBcpSaoFiN0mxyLCRAAiRAAiRAAiRAAiRAAiRAAiRAAqkIUKxyfaQiQLHK9ZERAYrVjHCxMAmQAAmQAAmQAAmQAAmQAAmQAAmQQIgJUKyGePLy0PWyB28f3pyHdthERAg0W6ulGc2Q70W0NjUDTU3NaGxqxplG+WpSX6fONKP+wHHMXbIjIqPnMEiABEiABEiABEiABEiABEiABEiABEqJwLWXD0D3LtWoqipHVUU5KivLUVlRjoryMpSXl6Nc/i0rA9R/ZZBvC3MUrGGP4RZTX3I7G2V/fxUoVnPLOFK1q8UiQjX2j5KrMbEKNDYDZ5qsr0bgdCOw+wgwbzWXWKQWAQdDAiRAAiRAAiRAAiRAAiRAAiRAAiVCYPLYanSvrUCrijJUVgKV8m85LLEqUhWGWEXIxWpQQlTqaakLCrIvuVusZX//nRaPNHe9Y81FR8AhVi3BmiBWG2NyVYnVw8C8VS19MRUdBnaIBEiABEiABEiABEiABEiABEiABEigBAhce1F7dK+tRFVFGaoqRaqWobIiSLEahEAU7xJEPUHUIYuipfUENZ4g+pJ6kZf98hqK1RK4DgQ2xGRitVEiVq2v0xK12gicagR2HQbmfEWxGtgEsCISIAESIAESIAESIAESIAESIAESIIG8EbhuXDV61lYoqVpVYUWs2mK1XEWslpXFUgCITgx3KoCWCFGJvjsd4Ly0pC9mN4KInk0+rLIeF3em9Qpw2kumKitaNZZoNZYSQP6vuSmWd7W5EWiWnKvHzuDgpqMlg4UDJQESIAESIAESIAESIAESIAESIAESiA6BVsP6oax9OwlRRVlFOVAueQDEopajTFlV06ZaP0dn+L5GIvvwlJdVobzduIDlqq/mC1KoSiKX1XSP6U6xWpApCHmjZuiqDEUlWzWTriKWfPX4GTRvPRjywbL7JEACJEACJEACJEACJEACJEACJEACpUigbNi5QIeYWEVFhSRUjX0voamxcFUjTLU0xapE3JWhCq1qLkNz86mSWSYqYUH5hd0oVktmygMcqF41KlTVykksIlULVpV4tRnNx8+gacuhABtmVSRAAiRAAiRAAiRAAiRAAiRAAiRAAiSQHwLlw/pbYlXd/+8SqyJYGbEqYrWirApV1XUlJVZlBVKs5ud1GL1WKFajN6ccEQmQAAmQAAmQAAmQAAmQAAmQAAmQgIMAxaqfBUGx6ocSy5BAnADFKlcDCZAACZAACZAACZAACZAACZAACZBAxAlQrPqZYIpVP5RYhgQoVrkGSIAESIAESIAESIAESIAESIAESIAESoYAxaqfqaZY9UOJZUiAYpVrgARIgARIgARIgARIgARIgARIgARIoGQIUKz6mWqKVT+UWIYEKFa5BkiABEiABEiABEiABEiABEiABEiABEqGAMWqn6mmWPVDiWVIgGKVa4AESIAESIAESIAESIAESIAESIAESKBkCFCs+plqilU/lFiGBChWuQZIgARIgARIgARIgARIgARIgARIgARKhgDFqp+pplj1Q4llSIBilWuABEiABEiABEiABEiABEiABEiABEigZAhQrPqZaopVP5RYhgQoVrkGSIAESIAESIAESIAESIAESIAESIAESoYAxaqfqaZY9UOJZUggK7G6/eM1JEcCJEACJEACJEACJEACJEACJEACJEACoSPQ++o6oEM7oKICqCgHysti/5aVAeXyL2Lfq6Ms9nPJHRSrJTflHHALCTRb5zdb38g/Tc2A/Nxkfd/UjObjZ9C05VALG+PpJEACJEACJEACJEACJEACJEACJEACJJB/AoxY9cOcYtUPJZYhgTgBilWuBhIgARIgARIgARIgARIgARIgARIggYgToFj1M8EUq34osQwJUKxyDZAACZAACZAACZAACZAACZAACZAACZQMAYpVP1NdwmL1gQce0LGHfkixTIkTaLZu/Zd/9VdTUxPkq7GxUX2dOXMGp0+fVl979uzBvHnzSpwah08CJEACJEACJEACJEACJEACJEACJBBGApMmTUK3bt1QVVWFyspK9VVRUWF/lZWVoVxyrapUq2Xqi0fpECijWC2dyQ5ip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mmBWD2MzxcdwiqU49LRPXFeWye149u/wetbm4CuHfDDQe2DRXp8H+YvOw707YqJvVt71K375t1sr6TnBdvNoGpTLI/VZMjxGDZ/sQ4YOArnVPvrScPahVizN7Fs275jMKZPbILTidW96xZja6shGNS1AqdPn8aePXswb948fx1gKRIgARIgARIgARIgARIgARIgARIgARIoIgIUq0U0GUXYlQDEKpAoKk9iw7K9+Pg4ciBWY3Uf7NcLF3ZORjQmVjHEo8y+PXhhzSmc7/Wcqk7OPYKOHrI4o/lT8rcRw8efhbMyOjGxcHZidQ9WL96LrhcP9dH+cWxfuhRbjnfBkLoh6GJ24fh2LF26BbDkaiZitWHjUqw/0Rmrl7zXQgI8nQRIgARIgARIgARIgARIgARIgARIgATyT4BiNf/Mw9Rii8UqurbCqqMV+P7ozrCDVi2p2LHrKaxC0BGrJ3H8eGu0dUXIOqGnEKtKnCaRrkU6c1mJ1frVWLyvKy4ekl7rxiJVPaSq4hGTrvVnxaJWMxGrLY9YXYGnxt6NmSnmpe6RefjVFIcKznAWdRt1ePjtX2FqtwxP91t8yT8AEwCc+J9+z2C5iBFomP1zTHp0ITD+Ycz79VTjDxgNmPWzSXhsEYA7n8VnPxsRsZEHMJwdLwMD/gBsfBnoFUB9rIIESIAELAJRuDYnH0Oupzn++6vl78d89JW/C3xAYhESIAESIIFcEKBYzQXV6NTZcrE6pAOwxhnhqUXgNTiEd0yxakWLOvC1bWtLWcd51i3pZjTsnnU7nPUpgXsSfROiS/2LValzZbsO6LvnED6G9KUKq+yIVSt6dUhrbF1zHDtUx1vhGh2FmjAe4zlHxKpVT99KfLz1lDV8o6wle1eZYDy4ZJJSYc+axdjb+WIM9SEKlVg92g9jxvSOy/Eka/zY1qVYtu24Q7DWDrwY53VqQmNjI8xUAC2PWI2L1WnPfIb7RuXihZdrsboYaHOFq+M3UhDlYiqLvM6i+/BePws/v/YxLMQ0PPvZfUinc1f8eizufh5I/+E5yNfUbuCOfsAbrsldcAIYV+QTzu6RAAmEgkDRXZuzoGaOhdcuowAAIABJREFU4anzHsN9GV2rgezfY+VLrPJ3QRbLgqeQAAmQAAkESIBiNUCYEawqALHaC333ipzU+U7jt+rL47ZY9cyLauVCtfKw6rys9m361jkdrdv2AxGrrlQAqs69Zp5YMxWA1T9DcqryR9vi+0OAj115Xu3nJHo3Qawewiq7HitVghK5UvYkjrdt7ZCaMeEbY5p5xKrkV92C6lF+0gAAGYnVY8fQtm0sclV9HduOZcsOo9e489CRYjX5JeJ/twEeBXDTb4EXb4vgpYRDSkcgCh/e040xZ8+/chvwoz8A+CWjvnMGmRWTQGkSiMK1ObuI1SD+eJ0vsWqtTf4uKM0XKUdNAiRAAkVAgGK1CCahiLsQiFi9EHvwwhYrHYAhFGFGmCaJLjVlqRKIe1obaQWckaeZilVHBKgxCSmjYB05VhMjX+0+KrHqipYVaevB4SyP9AOJY0VMoMqGX/owhXMmm1cd3Ywv1gODRp2Ddj4WXyZiNZYKoAFrFq5Bg7WZVXNzG/QeMRzdqwoUsfrFUxh7j0fCAH3LtefzOkovWbqBeBSf/YHFxdI7wsO4rVu3rz4IjAIWAJjwS+CRD4D/dbGPmWGRKBHI6MN7ujWN2LrddOc04PmZWAiJJH0K/R+9LzF1RkLqAYuqK2IVEpG6YRqmYSZmSloC69Dr3BGx2vcFj9ec+zUl6TUeAR630hz4ev0A8deblZ5js6TR+AJYcCMw4cf840SUXhQcCwkUAYGMrs32ddPdcef1z3ltfhkT370tlu7FcVjneNaZ6k4C432Gqq8O0+4EZj4fSzVjRqxO3zxJ3WngOFTKGSSkWqp7JE0/pRJ3X8fHf2fI3QyP4NFYyhvP672737FCSaNljd+Dqswp/i4ogpcLu0ACJEACJUuAYrVkp97XwIMRq53jUZ69GuI72DtEqBV9Grud3nWYAjFAseq5eZWr6QRZ2xKxatbtEbFq9scUq7CEajLhm2nE6rEtX2AdBmFUPz9aNX3EqhKvGIK6wbCEamcMvnQwau2I1Xp0ybFY9VzNIoweAh5VtzObtygbsvT7d6Hu9eccz2tBFMt12R8v6DyuloDaYd3yrHNhys8zzjFyuWZ4C7WvVyILRZ5AMkGf8IH3tk3WLfpJ1rT7Q7EWp2pdbsJ047b+lLfve4lV9QHcEpo79R8sYj/3f9lKBXDf/cBTT/p4TdXhru8vxHOvq4/OdrqBBHHqI11J5BcHB0gCJFAwAr6vzaaMtPNhu/+Ymvieoov6Q9gM9DfyuNtt3vkgpj3/hPqDWCzNCtLm3Lbfw+jrqik7DbF60ZRx+HT2kvg1vVv8vVGsrR22XI3JzVT9dMlYa/wmO6lTRG6y90sP3jkTT8jvGOt3FnTecZ/paAq2QNgwCZAACZAACQCgWOUySEUgILEKmLlKD/brhQs7xx5zpgLwyoca717QEat5F6tZRqweceeOhZNdZmJV0gCsAwaOwjnV/hZ/6s2rLPEqYrXvcSxdWo+zRo9GrzZmKoDci9WkEQ32Bwrn5lP2Bw9brBrP6ygIl1jVbXhHr3hFtuZ4wyt/08dSISHgOyrKFqtJ1rRLrLpfG56SwGtTrGRiVZd1vbYSxWq615QhVs32k7xmQzKN7CYJkEDECPi+Nhti1bzuOs+Pi9WE9y1edyKMvx/340k8uchP/uoYePv9jXFd9cqxaotV464F5x/b3GLVmljPfjr/EB0fm1cqAO/3S/ffDzz5pNcGjhFbUBwOCZAACZBAJAlQrEZyWgMbVGBiFfZGTvFNmbwiVtFX52KVMThvtfclViW/qeQl1fLRkR9Vc0m1eZWTXcsiVo/DHE/aHKtWZC7gzLGqxOpej02xskoFsAerF+9F14v95VeN0TiO7UuXYsvxLhhSN8TYrVyes27776rF6hY09xmN0b3boLn5OLYvW4otxwqYCiDpbXnWPHuJVccSSMwxluxDkh11RzEU2AWolCry/eE9S7Hqjhz61ZQunh/AbeZBilXP1xTFaimtb46VBMJKwPe1OVuxaopKd6RnQvSmppj8D7ctEavOOXK9/4GRVsmzn17S2BSrZjoad5oDazzQmybGe5J+Q8Swriz2mwRIgARIIEoEKFajNJvBjyU4sap3trfloStiVfpuy9f4QOyNqkTvpcmxagvJ47Hzzx/SAVhzBB1H98R5YlrtIw9iVeRuwngMOeqVCqBrK6zae8rqpVFWi1ZrXBCGXU/ghTWnIOkBLsU+vO43x2r9aize1xUXDzkr49USi1z1OE2k6uAu6onmvWuwaG2D2rgKaIs+Iwehec0ybDlWiwFjz0XjusXY2moIBnWtQMPGpVh/ojNWL3kv477ETvCxsUI6yen1fCYRq3aqAeNDTro2sxwtT4s2Ad8f3rMUq14ftr0esykHKVY9X1MUq9Fe0RwdCUSDgO9rc5Zi1at++7Gx12PcZ3/EEvN2eFvEeudZbYlYTRWx+sOtP4/lRzUiXNNH4xpi1U4T4/V+6SJcP/ZT/PEzM6eqj/d40VhiHAUJkAAJkEAECFCsRmAScziEFojVHPYqclX7F73FPvSYUIUSq/qrqakJ8tXY2Ki+zpw5g9OnT6uvPXv2YN68eVkOy8ebbiNiNR71YJz3/z2MTf+PMwdrshyrnqkAEnK4GvnPdC5K5ojMcn5L6zTfH94zzLHq3lzKjqz2iJJyEG+xWI3fuur9mmKO1dJa4RwtCYSTgO9rc4Y5VhPeU+j3DGbUpi1W48IxfvdBGrFqy1jj1vsW5Fi1xapXP9056XUaAuP3TF1C/m3z/VJcrCIh3UyKDazCuaTYaxIgARIggQgSoFiN4KQGOCSK1QBhJq+KYjU7zD7EqlScZAd1OweY5/PuHcw9PtToqA3X+XWPPIuJ795t7fDr/uDj3shiqiu1QnYkeFb4Cfj/8D4i6ZqORxJ5vTbcOy5Pw7PPAHffI9uieOTvy1asyqYnfV/AWKve+My4X1MStfQI8Pgkj92wk3+Q5uZW4V/rHAEJhIlARtfmpOmHkr+nEBbxDafU1RgPPzMR8++J/dEX40cAi1a4kKXK4e6+1gPT7pyGmc/PVNGmT533GO57PnbNl82k7labEhqH18Zb1u8IZ3lXP+U84w9/sRqnYdqdMzHTas/9u8H5fukSjMAnSBip2kgrdleU4zDeeyXNsx+mhca+kgAJkAAJhJoAxWqopy/nnadYzTliaYBiNS+Y2QgJkAAJkAAJkAAJkAAJkAAJkAAJkAAJBEiAYjVAmBGsimI1gpOayyHlNxVALkfCukmABEiABEiABEiABEiABEiABEiABEggNQGKVa6QVAQoVrk+MiJAsZoRLhYmARIgARIgARIgARIgARIgARIgARIIMQGK1RBPXh66TrGaB8hRaoJiNUqzybGQAAmQAAmQAAmQAAmQAAmQAAmQAAmkIkCxyvWRigDFKtdHRgQoVjPCxcIkQAIkQAIkQAIkQAIkQAIkQAIkQAIhJkCxGuLJy0PXKVbzADlKTVCsRmk2ORYSIAESIAESIAESIAESIAESIAESIIFUBChWuT5SEaBY5frIiADFaka4WJgESIAESIAESIAESIAESIAESIAESCDEBChWQzx5eeg6xWoeIEepCYrVKM0mx0ICJEACJEACJEACJEACJEACJEACJJCKAMUq10cqAhSrXB8ZEaBYzQgXC5MACZAACZAACZAACZAACZAACZAACYSYAMVqiCcvD12nWM0D5Cg1QbEapdnkWEiABEiABEiABEiABEiABEiABEiABFIRoFjl+khFgGKV6yMjAoUQq8eOHcM333yDQ4cOoampKaP+sjAJlJeXo0OHDujZsyfatWtXUCBcywXFH4nGuZ4jMY0chEWA65lLISoEimktR4Upx0ECJEACxUSAYrWYZqP4+tJisapFW/ENjT3KBYFMxOqZM2dQX1+PP/3pT1l3RUTU2rVr0b17dyXF5I0rDxLIhIDIeFlHu3fvxuDBgwsmV7mWM5k1lk1GgOuZayNKBLieozSbpT2WYlnLpT0LHD0JkAAJ5I4AxWru2Eah5qzFqgg28ysKMDiG9ARMsSql5Y2kPNbY2Gh/iVCVr9OnT2PPnj14991301ecpMTGjRvRtm1b1NbWoqKiAmVlZVnXxRNLk4Ben/v378fx48cxYMCAgoDgWi4I9sg1yvUcuSkt6QFxPZf09Edq8MWyliMFlYMhARIggSIiQLFaRJNRhF3JWqyKUDt16lQRDoldyiWBZGJV1oOWq6ZY3bt3L+bPn591l5YtW6aiDFu3bm1Hq1KuZo2z5E7U61XW58mTJ1X08+jRowvCgWu5INgj1SjXc6Sms+QHw/Vc8ksgMgCKaS1HBioHQgIkQAJFRuCKq+vQtVtnVFVVorKyEhWVFaisrEB5eQXKK8pRXl6mgsDkf+o/BoQV2QwmdkfmqqKsFarQFhVllS3qb1ZiVd5AiKiQiMT/+9HvWtQBnhxSAs1Wv5utb+SfpmZAfpY0qPJ9UzOaj59B05ZDWQ/y888/x/Dhw1FVVcWLU9YUeaJcs+R6tXLlSlx44YUFAcK1XBDskWyU6zmS01qyg+J6Ltmpj9zAi2EtRw4qB0QCJEACRUKgvF8HlLWtBMrLrC+IPY19r2+q1TKVN9kWyayl7kabqla4bOAoDOrRA23KOrZIrmYtViU6USITKVZDsWaC72QexerIkSPVX4V4kEBLCIhYXbFiRUHFKtdyS2aQ55oEuJ65HqJEgOs5SrNZ2mMp9FoubfocPQmQAAnkjgDFau7YFrrmq84fh6E9+6BNWYesu0KxmjW6Ej+RYrXEF0D4hi9/CFq+fDnFavimjj32IMD1zGURJQJcz1GazdIeS6HXcmnT5+hJgARIIHcEKFZzx7bQNUvk6t2XX4N2ZZ2zvkuaYrXQsxjW9ilWwzpzJdvvQn/YkVQAjFgt2eUX+MC5ngNHygoLSIDruYDw2XSgBAq9lgMdDCsjARIgARKwCVCsRnsx/PXEG1Bd1oViNdrTXISjo1gtwklhl1IRKPSHHYpVrs8gCXA9B0mTdRWaANdzoWeA7QdFoNBrOahxsB4SIAESIAEnAYrVaK8IitVoz2/xjo5itXjnhj3zJFDoDzsUq1yYQRLgeg6SJusqNAGu50LPANsPikCh13JQ42A9JEACJEACFKultAYoVktptotprBSrxTQb7IsPAoX+sEOx6mOSWMQ3Aa5n36hYMAQEuJ5DMEnsoi8ChV7LvjrJQiRAAiRAAhkTYMRqxshCdQLFaqimK0KdpViN0GSWxlAK/WGHYrU01lm+Rsn1nC/SbCcfBLie80GZbeSDQKHXcj7GyDZIgARIoBQJUKxGe9YpVqM9v8U7umIXq3vm4aG/mYF1muDA6fjXJyahm/q5HvMe/ClmrDfxDsL0f3sck85yIv/ymVvwcq9/xeOTY2fGjsTzJz30KqaPSDZd6duTdh79U/z81PUBSDk+ox8rZuCWV3obYy/eJZXrnhX6w05gYtU99wLOsb4ByLw/Ps9GmnY95Ro+6w+cQFTWs/vaJ6Di6zX9tTNwsKywIAQisZ7TXZtd12UF+juP4NV7LigIczaaGwKFXsu5GRVrJQESIAESoFiN9hqgWI32/Bbv6IparH6JGbc8Ctiy0/pwjphcrVcScxIeeXU69MeZ+rkP4afPwSlXrQ9Bg+4yxaqzLqVbVblNnmJWno6Jg+Ttjf7sIfz0o8vj8tNqN7kMSz2+uAKOlZvnlm7Fu6py2rNCf9gJRqxac+r4MO5ak9aH+/56/adZnzmFzspzRiAK6znVdVeufxcv8XmtzhllVpwvAlFYzzNuuQXzkl2b7wN+/TczAMf7Ca/reb6Is51cESj0Ws7VuFgvCZAACZQ6AYrVaK8AitVoz2/xjq6YxapXlKaSTR/i8n97HL1m3YJH4YoSMZ6fdJb1Ycei7yVWP7zMkK2OcxOnTInVpO39DHjqp9h+qzPi1fMcXXWa8UnUrSMKjGJVkSv0h50gxWr8jwaxRaEElSXn1R8OHOstJl7da6x4Ly6l27MnnngCy5cvdwAYOXIkHnzwwQQoUVjP5rp1/0FI1rgSqymv1aW7VsIw8lJbzyJWk16blViNvQcx74xJ+bs+DJNcIn0M01oukSnhMEmABEgg7wQoVvOOPK8NUqzmFTcbswkUs1j1miYjai+9WNUVxISUQ6LqCNRN8dQCsair/o4IWLMLqcVqYvoBO9VA/wxuEUwSlegtLkpzHUdBRAHuaGW3WO2FtxzR2qU512EdtUhV+QBvHiJVRa66jyisZ4rVsK5Uf/0utfVMsepvXYSxVJjWchj5ss8kQAIkEAYCFKthmKXs+0ixmj07ntkSAqESqx6pAHxFQXmLVcHmzAvovM3fjTVjsZo2FYC7BY/0BFYRitU4qyiIKH9i9WX0fuhyfPh4shzDLXnh89xcEzAjo5JFq0oforCeKVZzvZoKX38prWeK1cKvt1z2ICxrOZcMWDcJkAAJlDIBitVozz7FarTnt3hHFxKxGosmlS2s4vLTv+j0F7HqK8eqL5EbT0HgTD+QfBl4jc8sTbFaYmLVyuO3zljvWsY6c/8V76Wl1HtmRkYli1alWE28pbrU102xjr+U1jPFarGuwmD6FZa1HMxoWQsJkAAJkICbAMVqtNcExWq057d4R1f0YjW5pGyZWPW6FdsQsL3eMnZjj8lcpMyxGksFkFyQOvO9xje08idhKVZLTKw+4Z0KgHn8ivdS6tUznQ7AK7eqLs+IVa80KuGa51LpbamsZ4rV6K/oMKzl6M8CR0gCJEAChSFAsVoY7vlqNcRi9Ur85Iah6IqT2PTVDLzwtRPZpZdOx9VdWwNHVuPR994Llue5U/D/DusN7F2E//PxFynq1n10F/Hus2dFqq1qrH7rd3jLXWDUD/BIn9rcjDFYYom1FbVY1dLR+xb9FonVJBtVpRJX6dob/VksqtZvlKodgeiISvSecIrVUhOro7HMY6MqitVcXxCDrV9vYOWVW5ViNb4RobkJULAzwNqCJFAq65liNchVU5x1hWEtFyc59ooESIAEwk+AYjX8c5hqBBEQq8CJBME5Cj+8Zjz6VyEH0jFWd/td/45/T+VULfnaxkPsxqQvPIVwwmQ5xKqI2nNxWInkWD96HtRy13wuR4s2leTNtMkiFqu+NpP6k1O6xs4Bpjt27PVIBaDE6gzgrn/F45P1PtaWyP2O92ZTsXysydq7Ddv/5lFsctSXejLSjc88m2I1mmLVeVu/K8euytELYzO11Osz05c+yxcHgchErLqvu0aO6YuXpLp2MmK1OFZiML2IwnoWsZr02mylacnkvUMwZFlLvgkUei3ne7xsjwRIgARKhQDFarRnOvRiFUf2o2vro/jzO7PxsZ4rSwAeOVKLrgg6YnUULj33C3zsipB1LhMrUjVZtKzq31n4xiPSNrVYNZ91i9WQLdQiFqvOjaVMroMscWqJqPVezzm0JOY9+FN8eJkpUQFYclUyt9pHEqkaez5Fe4iJWkddutKUotZrvejxxZ+jWI2zKPSHnc8//1zt7l5ZWdmyF7vX+hs4Hf/6xCRo1R9PLWE15Xq+ZR3g2cVAICrr2et6HU954vdaXQwzwj60hEAk1nO6a7P1RwMHp5TvHVpClOcWikCh13Khxs12SYAESCDqBChWoz3D4Rer21YDfXQUZ2yyVERom6+xDEMx2hSr+tZ5c05Pb7elrOO8mlghMxr2hit/4qwvqSCNidWatKkCpAUjutbu134s07f+e0asfg4MsiJy5RwlcBGPZkUsVUEbuz4z9UCa9hIYJemLjsh1vD48ym4DRku6AjkM1tdf8VcYWd2M5uZmNDU1obGxEcf2LMa/fboSaBqC6y4djrOaTmHXrl2YM2dO1q/CwGRU1j3giVEhUOgPO1zLUVlJxTEOrufimAf2IhgCXM/BcGQthSdQ6LVceALsAQmQAAlEkwDFajTnVY8qAmL137Gt9icYekLfEh+/VV8et8WqZ15UZ2Spzsu6d5t1m791zhHr51yJVXcErBa8KjdsxqkAvkb7YUPR1YiWjY3rmCVrEyNu7fa2tE/IHavG3NqSz3ZfdqGP5Ld1RORawhZm2d6Ip0KIPX/OiVV498S5+HaXZmz66jm8+LUVujrsJvxtjxrs2fYctlf/AAPLd2Dhh+/jy+Nn0LTlUNavQsqorNHxRBeBQn/Y4VrmkgySANdzkDRZV6EJcD0XegbYflAECr2WgxoH6yEBEiABEnASoFiN9oqIhFj9d/wAj/Sw0gEYIhJmhGmS6FJTlirB2HGPkVYgJl6RU7FqLTB3pKiO7sxSrOo+q9q9cqN6tbcOuNydokDKJbCNiVVHGzpSWPPz4C2sRzVbYrXDHrw77y180myJ1ebL8OOrBqBx23NYWXkTxrXdQ7Ea7WtP6EZX6A87FKuhWzJF3WGu56KeHnYuQwJczxkCY/GiJVDotVy0YNgxEiABEgg5AYrVkE9gmu5HQ6x+Ed+4aUP3WBoAifZ0RJh63rpu0bEiL/MnVg1hK1JYbpV3R5g6BGU1VqvUAH42r4pFrLqlp70OtFD1as9LrJoLyBWx2iKx2qWVSgNgpgKQdAASsfrClwDOnoDb+9RiH1MBRPsKFKLRFfrDDsVqiBZLCLrK9RyCSWIXfRPgevaNigWLnECh13KR42H3SIAESCC0BChWQzt1vjoeEbEKJVGHnliNbzoORftdsVv5E8Vq6g2jgharzlvlzfmIi9Vlbd1RslaO2CDFqhGxujchKtdor6ARqwCamoHm8zGlbgRa73oJr61uRjNTAfh6IbNQ7gkU+sMOxWru57iUWuB6LqXZjv5YuZ6jP8elMsJCr+VS4cxxkgAJkEC+CVCs5pt4ftuLjFiFfWt7fAMlr4hVODaUct7q70us6nyjsMRtjbkxlDF5OkLWkYfUet7qq+RyVWK1K7Dpqxl44Wt9235vtGlhKoBkOVaVWE3WnhKrvWEyalmOVafIdqQC8Myx2ogV89aiXd0I9Di2Dk8v/pRiNb/XA7aWgkChP+xQrHJ5BkmA6zlImqyr0AS4ngs9A2w/KAKFXstBjYP1kAAJkAAJOAlQrEZ7RURHrKrb5J0bKiVsNpWw4z1gb1TlzhGq5t0pXgFrg6aq2KLYu2010OdcHNZSNGGtWH3yWENmu6qfNVYhEaqW4FQbP6kNpTJJBTADL2CK2oSqjd2uU/6mbG9/j1hqAvuIi2pHrlbP1Arust5i9bH338f1V/wVRlabqQD2Yfnc1/EnybnaayJ+dE4XlJ06hV1MBRDtK1CIRlfoDzsUqyFaLCHoKtdzCCaJXfRNgOvZNyoWLHIChV7LRY6H3SMBEiCB0BKgWA3t1PnqeIjFqq/xsVCxErD2rIK9eZVOBdAMNFnfNzEVQLFOXyn2q9AfdihWS3HV5W7MXM+5Y8ua80+A6zn/zNlibggUei3nZlSslQRIgARIgGI12muAYjXa81u8o8uTWF22bBmGDRuGVq1aFS8L9iwUBE6dOoWvvvoKo0ePLkh/uZYLgj2yjXI9R3ZqS3JgXM8lOe2RHHSh13IkoXJQJEACJFAEBChWi2ASctgFitUcwmXVKQjkSaxu3LgRNTU16NatG8rKyjglJJAVgebmZtTX1+PIkSMYMGBAVnW09CSu5ZYS5PmaANcz10KUCHA9R2k2S3ssxbCWS3sGOHoSIAESyB0BitXcsS2GmilWi2EWSrEPeRKrx44dw9q1a9GrVy906dIF5eXlFKyluN6yHLN8yGlqakJDQwN27NiBwYMHo127dlnW1rLTuJZbxo9nA1zPXAVRIsD1HKXZLO2xFNNaLu2Z4OhJgARIIHcEKFZzx7YYaqZYLYZZKMU+5EmsCloRUt988w0OHTqkJBkPEsiEgMj4Dh06oGfPngWTqrq/XMuZzBzLehHgeua6iBIBrucozWZpj6WY1nJpzwRHTwIkQAK5IUCxmhuuxVIrxWqxzESp9SOPYrXU0HK8JEACJEACJEACJEACJEACJEACJEACxUGAYrU45iFXvaBYzRVZ1puaAMUqVwgJkAAJkAAJkAAJkAAJkAAJkAAJkEDECVCsRnuCKVajPb/FOzqK1eKdG/aMBEiABEiABEiABEiABEiABEiABEggEAIUq4FgLNpKKFaLdmoi3jGK1YhPMIdHAiRAAiRAAiRAAiRAAiRAAiRAAiRAsRrtNUCxGu35Ld7RUawW79ywZyRAAiRAAiRAAiRAAiRAAiRAAiRAAoEQoFgNBGPRVkKxWrRTE/GOUaxGfII5PBIgARIgARIgARIgARIgARIgARIgAYrVaK8BitVoz2/xjo5itXjnhj0jARIgARIgARIgARIgARIgARIgARIIhMAVV9eha7fOqKqqRGVlJSoqK1BZWYHy8gqUV5SjvLwMZWVlkP+p/8rKAmmXleSPQHVZl6znreyBBx7Qisx3j5ubm9HY2IgzZ87g/370O9/nsWCECFCsRmgyORQSIAESIAESIAESIAESIAESIAESIAEvAtdddx169uyJqqoq9SVyVQnWCpGrIlbLY2LV+CLJ/BA4efJkixs6dKYeFKstxsgKMiZAsZoxMp5AAiRAAiRAAiRAAiRAAiRAAiRAAiQQLgIUq8U7XxSrxTs37Fk6AhSr6QjxeRIgARIgARIgARIgARIgARIgARIggZAToFgt3gmMhFgtXrzsWS4ISBoIOfS/TU1N6nv5V9JD6BQRkibi9OnT2Lt3L+bPn5+LrrBOEiABEiABEiABEiABEiABEiABEiABEsgpAYrVnOJtUeWREKu1tbUtgsCTw0XAFKvyvVuqilgVoSpi9dSpU9i1axfmzJkTrkGytyRAAiRAAiRAAiRAAiRAAiRAAiRAAiQAgGK1eJcBxWrxzg17loQAxSqXBgmQAAmQAAmQAAmQAAmQAAmQAAmQQKkQoFgt3pmmWC3euWHPKFa5BkjNbn4zAAAgAElEQVSABEiABEiABEiABEiABEiABEiABEqcAMVq8S4AitXinRv2jGKVa4AESIAESIAESIAESIAESIAESIAESKDECVCsFu8CSCdW165di8GDB6ccwKEz9agu64KysrKsBlr2wAMP6P3dfVcgt4PrTYqYY9U3tkgULFQqgCNHjuDQoUOQF43uQySAchAkQAIkQAIkQAIkQAIkQAIkQAIkQAKBERBB1rp1a3To0AE1NTUtrpditcUIc1ZBKrEqUlUfqeQqxWrOpocVexEohFhtaGjAiRMnIBK/bdu2Wf8VgTNKAiRAAiRAAiRAAiRAAiRAAiRAAiQQHgISYNXSQwRrSw6K1ZbQy+25ycSqKVXTyVWK1dzOEWt3Eci3WJVI1YMHD+Lss8+mUOVqJAESIAESIAESIAESIAESIAESIIESIhCEWC0vL29R5CrFavEuOC+x6iVVU8lVitXind9I9izfYnXnzp3o1KkT2rVrF0meHBQJkAAJkAAJkAAJkAAJkAAJkAAJkIA3gSDEqgRsSbBWtgfFarbkcn9euhyrfnpAseqHEssERiDfYnXTpk0455xzGK0a2AyyIhIgARIgARIgARIgARIgARIgARIIB4EgxKqkF+zfv3/WA6ZYzRpdzk+kWM05YjYQNIF8i9Wvv/4a5557btDDYH0kQAIkQAIkQAIkQAIkQAIkQAIkQAJFTiAIsbp3794WeQWK1eJdJBSrxTs37FkSAhSrXBokQAIkQAIkQAIkQAIkQAIkQAIkQAL5IECxmg/K4W2DYjW8c1eyPadYLdmp58BJgARIgARIgARIgARIgARIgARIIK8EKFbzijt0jVGshm7K2OF8itWmpiZs3ry5RSH7nDESIAESIAESIAESIAESIAESIAESIIFwEkgnVmfPno0pU6akHJykApC9W8rLy7OCwFQAWWHLy0kUq3nBzEaCJJAvsSrtnDp1Cjt27KBYDXICWRcJkAAJkAAJkAAJkAAJkAAJkAAJhIRAKrEqUlUfqeSqiNVevXqhVatWWW2MTbFavItFi9Vdu3Zl3MkePXqocw6dqUd1WZes1oacX/bAAw80Z9q6SK/GxkacOXMGtbW1mZ7O8iEmkE+xevToUdTX12cuVr94CmPvmQlgGp797D6MCDFvdp0ESIAESIAESIAESIAESIAESIAESpVAMrFqStV0clXEardu3VBdXZ2VPKNYLd7VV+JidRsWvD8D8z3nZyKmf2sC+hTv3LWgZ0ew8pN/wqouv8CtA2syrufI+lfwTztWJ55XOx2/HOmPmKrj2HiP8rG+vXFiKG668FYMb5/YTD7FqlxAGxoaMhSrDZj1s0l4bBGlasaLq8UnrMBTY++GUtrPfIb7RrW4QlZAAiRAAiRAAiRAAiRAAiRAAiRQMAKF/4znJVa9pGoquSpitUuXLujQoQPFasHWUm4aplh9fwYw+JeY0NMErOVegHL18Eq88vl+jE8ra2OyN7FPQS6A7MXqtuW/xIz9XtLTktQ+5aopVh2S9ZsF+OVa2FLbS8DmU6weOHAA+/fvz1Csxi/8uPNZfHbbJvz82sewcPzDmPfrqegS5FSWUl12FLBr0ML4Z7GY4IbZP8ekRxf6kKp6jqbhwTtn4onnKWJLaSmFcawrfj0Wdz8PqGuKtd5RPyt2bQk4Mj72OgIefvtXmNqtyGjZYwbqHpmHX01p4RVVX1fufBbP4m7FWP4oM3FBjLf3H2ji1w/ekVBk64PdIYGCEMjxB37jOmVf/93j1NfGHL3X1L+DsvqjddDX7RbPsQ6AqMv495x+nxnI758WjyPPFdjzmDk3Pz31s8Zyyz/7deFnfMVeRrP16mfQ693PXMN13fP/GS93pNPlWPXTsohVudu6U6dOFKt+gIWoDMVqEokZi8rsWYCo1eIVqzEmSBpJqqQr/EWtJo1YdYlVr9dS8YtVwCFBKFZbfkk0pGr8Tb1+AxQXLMJ9xjl+ZAvFSMsnhTXkk4B9TTGjsUtQrJocEIRASCJWU0e78/qRz7XPtkig+AnkWKz6AZBjseqnC8nKBH7dbkln1LnZC7Tcir0WDyy3FeRYrPrpfEnz9wOoBWVsser5B/zCB6D4/4zXAghpTqVYzR3bKNRMsZpKrDacj19cMhzqZnkVcfoGnDfAuyJaHWUmYvpgYMaW2lgdZsSqkodGAoI2N1ntOFMTDO31C9zaY1Ms0lXqWjsfEwf/ArVb5FZ55/KbmBB1azzv6vvQXtNxfsOMWCqAmqXOvshpdn+cbWQkm91jBKDGY6Ue8IxY7bbJ6EssKrb/rnjKgFi0rNUnycpbezceHt4LIlqbdn6I/73uA6AJ9lf/rnfiyh6VkATCc+bMyfj1KvVmF7FqitUHMe35J9St6eoY/zCeOu8x3CeRZ8ah/xKo3nxuqEPdooVYqATKs8A9sVvbHZFqGY8mxCcYkQ7uSAn9Zl34Td88KRbRZxxmeecbe83YHbEal7XxaiSlww+xSaV3cMxaxpEOIZ4Fdr3ABDw/mCaIVa/1G48s8Xt98Ypa0K8ldx2TrgHmveN1PYOVEsV4znyzrh72SJuiRaenNLXkxZ3TMO35mZgJI2rGuE7YLer2vKLddf0+I1a9rx834a7xb+A5z+uCceeC1aGgIz4KvCTZPAmQgE3AKVZ/uPXnmPQu7PdyUiz++k92bUhxzbSvU0/i4Q33O9+LqOsc7DRI2bzXlHNi13iP3yHWddQRYXa2vlvCeKeUNP1Siut2wrVZX9Ndf7xyRK7FxrppfB0WLlLvlPHsM8Ddal8Dp/xxRsWZder3dLH2LvskdreT832ftT+C63dLndWuzOcjeDT5eVF8dbjEav+XnZ9ZHPw9fifH1ljy343x+TI++5i/P/u+YO1fEXuw7pGXMfHd21zvzfUaiLUTXyeqd7F9L5L2zSncU66LCM6vp1i136eluEYYrzu/7zPjcz0P/Z91fb5yv3cz7igysev3parfSa+3wU4UxWqwPKNWG8VqilQA8RykXre5W+kC4JKi9q3w1jlaUmqxemEtFn3+BnraIjRW7htbOroiVrUUteqNyUWn0E0dSZrYd50jdWi364D6OYAhPIHkt/RnIlaPHD6CmvZm/lapdxFqrbypmaYC+EW7RXa07AU1YlWlvmfxzdn34/sDqnH40GG0adtGbWgmX6dPb8PiTz5H9XlXomLj23h3yTcZv3aDEavOVAAvXzUft6k3b+5f7rE3d+pNipKD0/DwI5vwmJQdb4rWEswb6iMqLy6CvLnG3xzFnoe+rRpOsapv/xUB/uxV83G3NVc6XYAdIcfNyTJ+PfGElhGw/4hgfahTbyjtD7eude2Whtb1xlz3qa4vjtfT2/0xQ6UbcF2jxj+MVNez++8HnnxyofUHofiH/oTbSK3XkuOPS88nuc3fKmveqm/LCscfYOJv1Ovuux946knrD1VOcaDO1R/UUqQCUJLEuG7HOVpz6sFbXzNUG5d8ZKVsyM3tky1bWTybBEig5QQ8xKq+ZiS5hjqv4XVIec2EtSHq+BHAohXe11X9+yDNtdnxXlOuXXdvwiRrs1Xne53L8JH1B2VnehR9fbWuZzvTbNaa7LptXxctYWOPUdJm9ccLKl++9Z7OQ6zGAg4exsMbHlNiTQtPc9NYX2L1+YmYf2c8XdcOR9qd+O8u57UcsH+3WNd/53kR3bLWS6zKZxbXOooHIySukVS/G/VnIP0HW6/fn/r9vCOgwvM9z0TMt/ZccJS9Mx7w4qzfDKKow8Mp10U05zd1xGrie0CV3s71ecjv+0z92rzprjq88VyS94ru616Sz86Oz3iu623Q6awoVlv+2zLKNVCsJtu8ypEr1Pv2fCUH7ajWxDKO5+2I1f7YlDKHqpdYXYXzLSHpebu9qjtexrlgvfpu5VjtIGL1a7tufV6yW/ozEauxunSu2niP/n/23gdYr6o8+H3OSdKmBmJiTgkp8HlOrkWhUpkrbfPHC+HUEYc06J18HYyk6UCUjvaittDJgMLQoHCdT0bFr3WGMeEODY0MjUXy4QjDHALX/LktWhQLIzqc008xQE9MDPD1UEK8s/bftfZee797v3/23mu/vzNzij1n77We9XvWfvOe3/vsZ4eVtV2J1YD1ol8psSry0+//tRz4DV+snjx5Ut5447j88J/+uzz4H3HV6rvPuEqW/LyBYjWq3ArfjJv/YBn/2Cf+4B+6BzKVEasZXKN/dMPfa2PqPVZDsZp8s2W8EVQ9HQvE1OZ/OFhb9QTSn+5vlp3RG0hTrKZlo+X34R+1ltcX8811+Idl+jUqqtaxXXf/bUJu+atd/h9cub2lg9dA77jEH9MJzD6DxB/a4fiJazJ8cx+L1fhhgnqleymxmnr98AO08f7iTdPyF0qspKp0q987zAgBCAyaQIZY9a7/M4LqfdsHK1qFXN5rZigv3n+JyLcfsr+uaq0Aog+9irzXvOz5oNo1/qDZVl2f3RMxvzVK5uv2Z0S2Z/YI71yxGt6xEL6/i+/wSr/Wm5WSCYGW7CVulbiJOz9sH/4V6YM76G046PEzxKq/X+J9lO49Hucz799Gu2wzJabeCiC8U83+nicUqwm5G4nVDtdj7r5ouVhN7aOc/Z/13kv/UNnyPjN6Pdm2WXZ9PuO9YnQHk/6BkmJv/u1s/o2X93rb+wWCWO2dYZtHQKzmPbzqN8J+oeYt+saGSNzGbzx0St0Ob2sF4ElB7bZ20StQqxarDybaGwSrszyEqpNYjUXyhEwfUu0K9Idcmevqh1hVFaX+98vy1P/3Jfnmf5wt6995mZz9G2HF6j/IyaaK1Yx/tMJPa/VKBtFuc+/qoQGuv4IVkJjpT1nz/tHV/1G2V6wm3yQiVl3fRO7Hb/xRG3yKv3bLZpG7d0UPr4pkYvhQp4w3vJ1eX8weZuEfS6ZYVWPElZxJvsGbcEncLpohWf21rZXNW0R23Z0lI9O3DwZa02/JEc6VqB7SK1ZTUZatWE1Jimyx6v1hmbzNFcnq/oXICiBgJWAXq/57ifAWf1PkGO1FwrYmWa+ZurQL+/aHcSQ/XDIqVu2vzcZ7zejW7LJiNdk2IBaa8aw5r9thRaD14YtFxKo/3xnRwxa3yvSlWpWr0i9B9WkhsZq8PdxosRDnLtXj03peO8VbXFSQfj8Q3+Kv74OMPZLxb6PtfU60l4J/P21iNX1JqhhCsZqseg4rVguK1SHKb6mK1RR08wP8Tu8zc1uLJCuQjUr9bLGa93rbr3+4EKv9ItnOcRCrhXqsFnmgVMGKVb3varCncitfE9WoVVSsZm31Tg+vitexRL6X4tp/sRpXrB6V//ex/0d+9b9tk98f01sBNFisZvyBbfuHBrEay5mkWI7eBBT8RzeuHovftGdWrOZVcRSQve38J4NV1UUgWS1k/lFermK10xveIhWrhlgtIAyNKlFV9a1/Jf5wsX6AZOm9aowZ3VaaYBG1ArD90S+iP3V2p1zltWIxb3vVBHJZsRqtMf7jcig/HKvromFeCFRGoKhYDeWfH9jmryVuqz9NU5KBFEy2LHniE7G0s74G6mK1yHvNsmL1v90o03+l2sOoLyWn0kIzWkXe63bua7MpVn15mrxduKRYNVrnxD1WoxYMKmj9lvYOYvX3Lvt9+ecH/slfauq8IRer0d00nfaI+W9jeNeY+e+keUz4ga5+e7+9f3mWnC8mVvP3RTvza++xmnNnZfK9XPLDjOCas/0dm1UBb72jqODfeFWK1SeffLL0vy7nn3++d87s7KwsXbpUlixZIiMjI6XHWb9+vaxYsUIWLFjgfc+fP9/7njdvnoyOjnrfalz9u/QknNAVAcRqCbE6ZVRxBrfTqwdAeQ9kSvYmTfRgDVsBeA+hOuw9mOm8U/2cebL0P8xerVHlq02s9thjVYIHS+X1WDUqb7Wt5Vfa6pWo4S/19fpiVecVVuj21ArgefG4pXus+mL1sTdvluvecbrXY/WnP/yi/MNRkca2Akj2jUpUWXUSH11d7S6fpH26Hb/h0j4JD//RLdJ/J6pw8Hvd2sRqsl8UPVZd3jztiD31JtSQkeV6rHZ6fSnSY9WsWE3fnh8+pM98o5vRO1V7OILeHy/OXIaY1P9oj24r1WWF1gcveriC+UfCB8L+gCV6rEZ/5IcBpvq7xQ+1Sj6sA7HajuuRVUDAJFBerHqvBWEPQVkrV/7X/XLXP4SvkfGDrAyx+jsi8q8Zx4QfLtl6rCYEZ9gPNFnJWajHaiRWkw9+Sn541eF1+4I/kt9/4n+IUpMGC6MtjPl67n84HranKS5W1XkPje/QemVbxKo3b9xX1pwrZB7ewSESiVXree0Ub4UrVhN9LuMemPn/NoZiddV5IoeeMh9CpXrq6u87bD1WJUfAR3eQFOyxGonVIcpvGbEatnkymf+uWSVeQKwa/XSj6v7gegt74Bf8Gw+xilit+50JYjVPrD7/jIQiUMKHSGkZ059y7/3YOOYcmVwqMvUf58p1q86TU6IeqxeKGG0A1Il6K4C4L6k3/unTif6p6b6l3gjRw7AsWyoZ+9KtslV2yIE3XSeXn/I9uflHU8ZJuWOpzqmqt+zzz6QnitoiJFn48U28FEvZiRfulS/8rzVy87vO8scL/rcvfUW2rrtQzgrnCn5ntE9QbVaXXiU3nneG1w7g5PGn5B++90159qTfX3XVW/8vOf3f/7vcf/Stcv5bfkf+5ZEHS19rfXt4lf601jU3Sigc4oDSvWs6iY/Si2nDCbYne6t1JR8coK1VlxhmhV94kClWrU/E9WRt+CZcB8mDaNqwrVxZg+3T/dRD2wxBGa6s/OtLPG5MJ7yW8itn1fHJpzprhHP6raZur9QTk1khrknS6LZS7cTkk2W1X0UVLtottlkVq6qvtf31I/4jMfV6nrylVx1QoLLXlf1InBCAgE6gqFj9skQf5ninb5bNW3bJLu8BQFfKxgN3yR592OSHNpoUig6LXle12+7LvNfUKlat73WC1y39td9oA7Nms2yWXbLrQOI1rsjrdthXNlqM9r7K9p6vpFiNezHqUJM9Vm8S+Wz8VPK4xU4g9qJKV3PHJ59InzrPL05r11dGj9V0q4WwRYNf1yz6HvmvV8raf7grqHgO8CT3mFEVbR4T3WXi9Tf/ukw+8iHv4WXxVyj4c9pJJNtpRB+8aj2Pv9VhX7Qwv3axqhWxGD2jbcwT7TcKiNW4N7I2Xup1b6eE78+MWdWHU+eLmO8f7a1X+nUhhq0AqFjtF9F2jTPkYnWwyTSE4WCnGqrRlfBUX3GP1V8FD6/y2wCo79dff11OnDgh//mf/ykvvPCCPPhgtWJ1qBLSpsXqfcwunJIL1JNyOz58p00AWAsE6iEQ9ln1+qVqt8MWjib4g0/dcvZly+1phcfhQAhAAAIQgAAEIAABCCQIIFbZEnkEEKt93B9m/1O/NcBhVXXqtQrgq18EEKv9Isk4aQLJRvtUpbJLIDBQAnpLg14qOhGrA00Tg0MAAhCAAAQgAIFhJoBYHebsd147YrUzoxJHBH1WwzOMnqwlhuHQXAKIVTYIBCAAAQhAAAIQgAAEIAABCEAAAlUQQKxWQdndORCr7uZuaCNHrA5t6lk4BCAAAQhAAAIQgAAEIAABCECgUgKI1UpxOzcZYtW5lBEwYpU9AAEIQAACEIAABCAAAQhAAAIQgEAVBBCrVVB2dw7Eqru5G9rIEatDm3oWDgEIQAACEIAABCAAAQhAAAIQqJQAYrVS3M5Nhlh1LmUEjFhlD0AAAhCAAAQgAAEIQAACEIAABCBQBQHEahWU3Z0Dsepu7oY2csTq0KaehUMAAhCAAAQgAAEIQAACEIAABColgFitFLdzkyFWnUsZASNW2QMQgAAEIAABCEAAAhCAAAQgAAEIVEEAsVoFZXfnQKy6m7uhjRyxOrSpZ+EQgAAEIAABCEAAAhCAAAQgAIFKCSBWK8Xt3GSIVedSRsCIVfYABCAAAQhAAAIQgAAEIAABCEAAAlUQQKxWQdndORCr7uZuaCNHrA5t6lk4BCAAAQhAAAIQgAAEIAABCECgUgKI1UpxOzcZYtW5lBEwYpU9AAEIQAACEIAABCAAAQhAAAIQgEAVBBCrVVB2dw7Eqru5G9rI6xCrQwubhUMAAhCAAAQgAAEIQAACEIAABIaYwNjYmLf6J598sjSF888/3ztndnZWli5dKkuWLJGRkZHS46xfv15WrFghCxYs8L7nz5/vfc+bN09GR0e9bzWu/l16Ek7oigBitStsnFQnAcRqnfSZGwIQgAAEIAABCEAAAhCAAAQgMDwEEKvDk+tuVtoKsdrNwjnHXQK6WFWrOHnypKifqf++8cYb3veJEye879dff937ZGhqaqr0gtWYx44dk6NHj8qZZ55Z+nxOgAAEIAABCEAAAhCAAAQgAAEIQMBtAnNzc94CqFh1O4+Dir4VYlWVU/M1PATqqFhFrA7P/mKlEIAABCAAAQhAAAIQgAAEIACBkEATxOp73/teOe2007zb/1UrANUCwNYKQMUctgMgg8UJnHrqqcUPThyJWO0aHSfWRQCxWhd55oUABCAAAQhAAAIQgAAEIAABCAwXgSaI1T+8ZJ2MnTbm91ddoPqrzvPkqtdjdd6ojI6Mysio6t2q+qz6cpWv4gSWLPT76HbzhVjthhrn1EoAsVorfiaHAAQgAAEIQAACEIAABCAAAQgMDQHEavtTjVilFUD7d7m2QsTqUKWbxUIAAhCAAAQgAAEIQAACEIAABGojgFitDX1lEyNWEauVbbYmTIRYbUIWiAECEIAABCAAAQhAAAIQgAAEINB+AojV9ucYsYpYbf8u11aIWB2qdLNYCEAAAhCAAAQgAAEIQAACEIBAbQQQq7Whr2xixCpitbLN1oSJEKtNyAIxQAACEIAABCAAAQhAAAIQgAAE2k8Asdr+HCNWEavt3+XaChGrQ5VuFgsBCEAAAhCAAAQgAAEIQAACjhMYnZuTkwsXOrkKxKqTaSsVNGIVsVpqw7h+MGLV9QwSPwQgAAEIQAACEIAABCAAAQgME4F5e7bJ6Jl/La//gXtyFbHa/p2KWEWstn+XaytErA5VulksBCAAAQhAAAIQgAAEIAABCDhOYN69l8u8vzomv7rvm87JVcSq45uvQPiIVcRqgW3SnkPaJVZ/KF9Zc7XIVw/INe+qMUff/4qs+djuIIDVcv39t8uG00TE+Ln69Sa588A18k4t1B/+zRq5Wu6UA38e//TIg9fKhs8dTI8X/MT7/dQ62Xv7BlmWWLZtPBGfUxjhppDXS3vl2g/eJtFMn94rt683R0yPd0T2XrtBbgtPEpHV2nlm7Pp6zRjkCnPNNWav0qk9nvfkcImiiY8xmZrheuzP/HtZ8zFJ7a0w78b1EeRckjmbudLYg+Ys6ZzL6uut+y86L7G31M/1faI43DWe3m/++fF1/eGfZex1b/x9ss671srEl9iH2kLVdXHxd1R+0lsiumZs15stn4n97eUwwdjfC+aA+jz6tWc7VufpUeswnkgZTmZc9n17l4yHr3X64Zbce78OmWT93tsk18vebSK3aq9L0dDanut4TajXsdTrr0hWHit9EWAyCEAAAhCAAAQg0AUBT6xuuV9k+Trn5CpitYuEO3YKYhWx6tiW7S3cdohVUxDU+seyJwlm5MpAmMbSc0L+PiF9PTnxnC+kRJenuoTxZMBMJGcNiaqLgoTYMkSDIXV8VjNbAvkcxXuxPLrmapmJBJsSTrEoyRovJXUDSTKuZK18RdbcPR4Jt6QYikWaL7fiuXvb086crVh9fkbGleIO8+FJxLSgSu2VXPGZ8QGDt19M4arGfVQ2ye7n4jzZpF/MNLjWRBeptp9pWbDIW0n8rKhYvWaFLlC1qKIPF9bIASX6C8dn5x2ObI0rcU1GUWTm0/8QQ39dSjJOi0oRn1EoiwNRKnfK3vG7ZMPnxhPi3Mx55/G6yGO40BL71jsl8ZroD6Nd8793wHjNTF2/1vOD+FemP5CxfpgUvFYa/zbYfubMiweBQgACEIAABDoT+OUvfylPP/20HD9+PPfgxYsXy7nnnitvfvObOw/KEY0hEIlVFZFjchWx2phtNLBAEKuI1YFtriYO3A6xGpJNSMMagCthcqvcoFV6huLmSpn54KNysV6hqv6w18SjCjcltTyJIXJDWI1qOcerxEqMExFJVsZlHpsWTDaplIwvvd44B6ra79H3aNXDhsQ15WF6nBqSV/GUIUtPlEWiNEP0aXnzJHyuWLXso6CC0awK1fdmQqJnjK8LXrOWOUt05UhzTcKrvVKkYlVVoqf3pbnnwg8riseXUWlpZRZKwfQ5ufn89LjcNmWX1/6HFklRmp4nFIbmfkm/9nlVvR3Gm7gv/lCnGKf44ii1bzPFqpbHrsSqfY971JJV//qHPck7GbIkecWvBUwHAQhAwCNQ4M4mSEGgDIGDBw/K2NiYrFixIve0w4cPy+zsrKxevbrM8Bw7QAIjc8dkZC5/gpE9fybzPn5/fJBDchWxOsDN05ChEauI1YZsxWrCQKwOmLMhE7sQq97tureKbPPbCWRW0BUUq74UGZdN9+xOtAKwi1VrWwJNuuWJ1VQ7hkypa65xwBlpyPDahwBeFWZY5ZxTsRq0iMivKA2Wl6rys4yr5eOwdit+3vh5laX28/IqQk0hWlSspj5I0NYqOS0FyseXc72lWi10yucNIp+PK8X1WArlUxeGfzztt+zIaJ9RZLzyeUwLXL96OH/femfZKk71alwxq/xTF2hOxeq+yQLtSqznh7PkVyw35MWCMCAAgaEgkL7bJPvDzKEAwiL7QODb3/62rF27ttBI+/fvl/e///2FjuWgwRMwqlHLTOeIXEWslkmqm8ciVhGrbu7cLqNGrHYJrshpxu3Oh+Ura7oRq+leialWByUqVv3qOIn7vkaCQ1XUarfjh30PO/SGLCxWrbfdav0tO/XoLLsiG0oAACAASURBVMLbpWMM2aNXWmf0/NTykN1PUu/VmqjetuwRQ64VrIgtL+QGIFYT7RJ0kdhdfHG/4WgLBbxtfUptvZFNeZjMZ1DdqgnEFVrVcRERquJKVWImKpvC14Ui45XnZBP2GetU/aT1rx56rHpr8gRu3Ps5HDrZUzZSpdaK1bg9ixkcYtWll01ihUC7CajXo87vE9vNgNX1m8DevXsLV6Gq6tYNGzb0OwTG65JA12JVzeeAXEWsdrkxHDoNsdoHsfrskZ/JD196Tv7o7NXya/MWZKb/lR/fK194foVsXXehnOXQJmlTqIjVQWQz7vkaS9Bib5htt9obt/Va+mSWaQWQli6aWPDETygwVsumK0RmxvW2BunbbzuL1VAUag/xSiH3edmqzwaRnSaMaZWjnsyT7B6rZSpWE20l0iLNJnD9HK355+xWA+WF3CDEql5JKkbP4P7GV7xitWg+w/hukFujdg5FRKhVrBobOZacXiuADq0iynPyJyu6zrRYTYvNSBR7FbhZ4jOrR2v2a4a9FQBitQmve8QAAQjkESj2PhGGEChDYM+ePbJq1apCpxw6dEg2btxY6FgOGjyBnsSqA3IVsTr4PVT3DIjVPojV7x5+Vr778x/J2JvenCtXKxOrLz8l9373qKzpKHB/Ko/v2yHy9pvlwvxWND3v059+/2Y58Kbr5PLfPqXnsXoZALHaCz3buYGwSt2mW+wNc+cepvm3dJv9Ei19CJWY/c7F2hPfs8WX92AjvUeqpQdsrlgNKs30J857xCy35g5Xj1VLL+Cc/rOR0ApkWVERF3NWDyZL9ATNqWDVpV9yhzehx6oXUxi/98T4WJp1F1/JHqup/Vsmn/71JleI7JYrveswu8eqOa4vDL8g1z93XfzwOS1BhrS19ljtpRettwvNB98Z17Jlj4WxZd2Kn5HD1KtqxvlZcpgeq/3+N43xIACBaggUe59YTSzM0hYCiFV3M9mzWJXlIl98WE58/B1ysoEYEKsNTEqfQ0Ks9lGsqtzkydXKxGrhTVKdWC0c0oAPRKz2F3C29CrWO8tasTq1TvaGD69KPCnckEzhMdqScitU1S270XhmD0j/AQrmE+STgi/6/1Px3SbjXz0g2Q8kSrJIs+lvVho2mrV1Qyit7hT5WPaDkSIR16EiMVyxJ8dlk+wWXaZnPOQtiOvuyX2yJXP8Lp4mb7TECNR/4md5FZThE+RF3RYePXzI78s7szJZVV02vvxbwa1xJUVfyXxGVZ/ahy9+ywG9lUN4bfrXUvjQrlCspqu7zYeEdR6vLCdNZhuvM/n71tuHOWLUe9BYQo73XayqAW2tSKztSRr2WkE4EIDAEBFArA5RsitbKmK1MtR9n6g3sbpc5G8flhNbmylVFSzEat+3TOMGRKz2WazmyVVTrCqpeUCWvv1cefpHe+QZb2tMam0CXpGnDn1B9hhPx9N+f/hxuflHU/GGWrhRrlt1nnj1oHrFauZxvlQNRzjnjOvk8lO+Z46pxtLG9eL/X2tkq+yQHUf9qb3zvCrUdLzx70T0ilWfg7/i8GsyqppNjxP/rvfrB7HaO0N9BHtPxuA2+MNKVu7WDk+IFEtFaFgldtvB+LReeqx6o2T0ZvQFSNwKQN0Wrh6YpX+lRW3c9iA8zu996N+ircft/z5Yc6LvYla/xP5mpxmjZUlEn+1Fsumex2Q8yV57erl3q/7ntA2hLSvF0SaPMh/m40vG37xG5I6v2MYP2zmkcy6deuRa+mzqsdqvm3C/qGrIq8UUq+Ft6Vq/4IhDmfi6EKtej9e4H3H5fAbxrVStH94ZRW1jkGLktYNQ7SKy+8KGA3Yaz/bakpfHzuv8v6MH4hlX2v+5RVb/492S3lH21wLjXLWvMsRrVqVvqmI1HDD1tG2R1GtpM14iiAICEBhKAojVoUz7gBeNWB0w4AEO371Ybb5UVdgQqwPcPA0ZGrE6ALGqcmurXE2L1R0ypYlLJR93/EcoSF+RV14+RU45Nd4podi8eeUxufe7e2RFJCN9SXo4lJyhWH33UjmQd5xoFaunqPYBe0QiUarmDeTr0q1y87vOklCIRqLTm8ePY+Klm2XHUU38ar9TbQYMsfryK3LKqVpLAE0Ei8FAgjn715e2XWK1Ia8ihAEBCEAAAhCAAAQgAIHCBIrd2VR4OA6EgIggVt3dBqPPPymjPzmWv4B9t8norfu0Y9yQqohVd/dlmcgRqwMSqyoJa856p7zztIkoHzaxqvc39X5/5Ny48lSdaa04XSLfy+uNGonKCZnO7aGaFKtPy7nvvlzO02SuJ3tFE6tGfPH5nlgNjvMX7FeeHn2r37813WPVrJgVOUc2vvtymXjBwqDMju5wLGK1jzAZCgIQgAAEIAABCEAAAt0QSFXWp+9s6mZYzhleAojVduferGp1R6oiVtu9L8PVIVYHJFbfvuwsuWj8fGMXlRKroVANqkU9VZkQr570DG7JN9oIJB5elXmcpWLVvEE/CF+vWC0sVs0LKBarR4MWBMnqVk3qBtWuYSx6S4FeL0vEaq8EOR8CEIAABCAAAQhAAAIQgECzCDz88MMyNjYmy5cvzw3sxRdflNnZWXnf+97XrAUQTS6BWKy6JVURq8OxsRGrAxCrNqkaidHnw9va0w+O0sWpWKpXo9+/9ah84d+WGpWthnQNxerbRXbkHZcSq+mKVf0ySFfUdlGxevq03PvdxDxevOpn60X+Na5y9efu7wO2EKvD8cLGKiEAAQhAAAIQgAAEIACB4SEwMzMjzz77rLz88su5iz711FPl7LPPlvHx8eGB04KV+mL1YOMfVGVDTY/VFmzADktArPZZrGZJ1a7E6vPi3R7v3ZofVnGqnqxKrP7ocPw7pR/13qS6WM07rmCP1bBdQUexWqTHqidW9V6u4cOqVCsAX6zu+Q2/9YD3lejV2usliVjtlSDnQwACEIAABCAAAQhAAAIQaBYBJa9effVVOXnyZG5go6OjsmjRIlm4cGGzFkA0uQTm3funMu+V6+XE1ndIfoabBxKx2ryc9DsixGofxWqeVC0rVtWjnYxb+JVQ/R2RB7+7R55ZulW2yg6tDYAaPXlr/VFZs+5C8R4GFbULSBwX9EHdMyfi3W5/yvfk5h9NGXsselCVpRWBWU0aCtL4dP0WfqPHqtE3VhOqc5OyNXjglt6SgFYA/b7sGQ8CEIAABCAAAQhAAAIQgAAEIOAGgdF/mxF567hzUlXRRay6scd6iRKx2gex+m/HXpCfv3xEVp/1O73kgnMrIEDFagWQmQICEIAABCAAAQhAAAIQgAAEIAABxOoQ7AHEah/E6hDsk9YsEbHamlSyEAhAAAIQgAAEIAABCEAAAhCAQKMJULHa6PT0JTjEKmK1LxvJlUEQq65kijghAAEIQAACEIAABCAAAQhAAAJuE0Csup2/ItEjVhGrRfZJa45BrLYmlSwEAhCAAAQgAAEIQAACEIAABCDQaAKI1Uanpy/BIVYRq33ZSK4Mglh1JVPECQEIQAACEIAABCAAAQhAAAIQcJsAYtXt/BWJHrGKWC2yT1pzDGK1NalkIRCAAAQgAAEIQAACEIAABCAAgUYTQKw2Oj19CQ6xiljty0ZyZRDEqiuZIk4IQAACEIAABCAAAQhAAAIQgIDbBBCrbuevSPSIVcRqkX3SmmMQq61JJQuBAAQgAAEIQAACEIAABCAAAQg0mgBitdHp6UtwiFXEal82kiuDIFZdyRRxQgACEIAABCAAAQhAAAIQgAAE3CaAWHU7f0WiR6wiVovsk9Ycg1htTSpZCAQgAAEIQAACEIAABCAAAQhAoNEEmiBWJycnZWxsTBYsWCDz58/3vufNm+d9j46Oet8jIyMeR/Xf8H83GmyDglvag1d87bXXvJW88MILpVd0+umne+ccP/GSLBpZ1nXeRrZt2/arsrMrufbGG2/IiRMnpBcAZefl+PoJIFbrzwERQAACEIAABCAAAQhAAAIQgAAEhoFAE8TqpZdeKsuXL/fEalKuhmJV/Rex2t2OVIK62y/EarfkOK82AojV2tAzMQQgAAEIQAACEIAABCAAAQhAYKgIIFbbn27Eag8lu+3fHu1bYR1itX0UWREEIAABCEAAAhCAAAQgAAEIQAACnQioW/DV15NPPtnp0NTvzz//fO9ns7Oz3t3WS5Ys6ep2bypWS6MvdQJiFbFaasO4fnAdYnXlypWuYyN+CEAAAhCAAAQgAAEIQAACEIAABEoSOH78OGK1JDPXDkesIlZd27M9xYtY7QkfJ0MAAhCAAAQgAAEIQAACEIAABCBQkABitSAohw8berHqcO4IvQsCulhVp588eVLUz9R/1QPNwoeaqQebvf76617J/dTUVOmZ1JjHjh2To0ePChWrpfFxAgQgAAEIQAACEIAABCAAAQhAwHkCiFXnU9hxAUMvVlWfCr6GhwAVq8OTa1YKAQhAAAIQgAAEIAABCEAAAhCokwBitU761cyNWEWsVrPTGjILYrUhiSAMCEAAAhCAAAQgAAEIQAACEIBAywkgVlueYBFBrCJW27/LtRUiVocq3SwWAhCAAAQgAAEIQAACEIAABCBQGwHEam3oK5sYsYpYrWyzNWEixGoTskAMEIAABCAAAQhAAAIQgAAEIACB9hNArLY/x4hVxGr7d7m2QsTqUKWbxUIAAhCAAAQgAAEIQAACEIAABGojgFitDX1lEyNWEauVbbYmTIRYbUIWiAECEIAABCAAAQhAAAIQgAAEIFCQwNycyMKFBQ9u1mGI1WblYxDRIFYRq4PYV40dE7Ha2NQQGAQgAAEIQAACEIAABCAAAQhAIE3gvutEzvqsyCr35Cpitf0bGrGKWG3/LtdWiFgdqnSzWAhAAAIQgAAEIAABCEAAAhBwncDujSJ/eUzkHx90Tq4iVl3ffJ3jR6wiVjvvkhYd0Rqx+uSX5IKP7Aoys1Zu/NaX5QOn1ZSorFiMn6vYNsvOJz4lv6uF+YM7LpCrZKc88Yn4p0ce+KRcsn1/5tq83z8yKQ/d8QFZlliybbzokJe+KZ+8dFq2hjF4//8tEs1000Py5cvCEX8gX7rgKgkJyxY9RvN3m7/2hHzqfH8WM3Z9vXnj1ZS3Gqb18nN3DpcopvgYk2kc9FojXyJh7h8a36HtH3OR3jn/5e+0aycBwchzMKYRr3m8v540SDO2I/LNT1witxzQjltzY7R/i6wvax597+lRpDmLSGK/+8enr8nUaoLrWJ8re/zw+krs93DQPq3bi1y77rzhLXHmbXGP+8zW6LUnzTi5T3fIROJ1NjmG+Vpzi4i2R/08S+K1WnGKx+3M1bb/CuSwhmudKSEAAQhAAAIQgEBfCSix+uFviJw+6ZxcRaz2dSc0cjDEKmK1kRtzUEG1QqwmBGGeaBwUR1MgxLIyjmVC/u6Cq0Q0+eFJg5/4Qkl0earLLE+OTEfywVibLmo1QaNiMeRUQo75sYZyK5QQvviZjsRHWnDsGA9Fq36seJJs+qpApuq5UPHtnIiEmS551f+2j5dUwwPPWH0TKFafnZYJpatDfmJyD4NL7RVNgHnHBJJwIrm/ZKd4YjV5fMaqc68da7xpsRXnNfidEVuw7yQWqdFeDH7mXQsd1mfun2CexLViXJNWzvp+D66KnA8p4utmu0y/TWSXWCSkfq0Zr0u2vJrX4BndrtuaSzV2Os68za5LUZvQNH9m36dZYlWdOyWbZddP4teD6DXKeO2yiVUR44Oc5AdC4aIK7M/6LnZmhgAEIAABCFRP4Be/+IU89dRTEkqsrAgWL14s5513nrzlLW+pPkhm7J5AKFbVCI7JVcRq92l35UzEKmLVlb3alzjbIFbVH+jb5aZEdWW6mqovwDoMkh3LVpm+dEom9QrVhHhUQ6fEhCcLRG4Kq1Et53iVaZrA1EPMEh1+nJMysX06iCktSmJ59bxRRRbG6TFX1Y4Zc3sy5cK4etWXf0o6T8qUVpVmjBdVyFaRrXrnCHNjik+7sNJzbBWPgSiPBLckKlb7IFbt8ZoMrcJTi23y8fjDBFOhB5LxbVki2P99uD77PPmyryxnq+IP9/C3JmSHVu3tx3OjTGyfiqs4O4pVb+f71bs9rduyjzPiLCJW/QrniVQ1vTo3Fvzqg6KiFathXtRrYHyOv58m5caf3BJ/MJP4YKEz13hFRfZnvVc8s0MAAhDoQKDAnU0whEAZAo899piMjY3JihUrck87fPiwzM7OykUXXVRmeI4dJIG5YyJzHSa4b6vI1d+ID3JIriJWB7l5mjE2YhWx2oydWFEUbRCrKVRZFU0VMTWmMWRiF2LVEy/bRT7jtzbIrNQrJVaV6FCxKMEZxmQXq8m2BP7a4pjec0jJkQnZfPeuqE1A1u3Y2QLYXGMdaap+Tk0U/pbekiGnYjVoEWGV5d4+m5JJ7dZsoxVAz2I1K16TnHV/ahWrSqymKlqDIXLFWGJ92RWrkhCC2XH7FZjl2obE7M+wit6bZHtcbVtIrMYfplgri4us27J5s+LM2+eFxGT0IU4Jsap98PO8VqkexXjhlPbhjL1SPptruKJi+7P665wZIQABCBQl4N8NlHVn0xDdz1MUGMcVIPDAAw/I2rVrCxwpsn//frnssssKHctBFRDQq1HLTOeIXEWslkmqm8ciVhGrbu7cLqNunVgNJI7ey69LNL2fZsSiqj67EathX8s4HGsvxRJiNa4kDQWr6vOaaAUQ9p/M6qUa3L7rtzDQ+iRaBJ8XubXfo9Z3MtHKoHf4DR/BkG56NWZGL04tD/YepGlB2LnHaroXZWYrgMx402I1r8eqvdLUH8MQe1FP4XB8c332HquW3pod4070e83dh2bVbPLWeV8Ya60xCgjz/qxbRIy4s+PMuyrKi1Wt57I+sKUvbyTTNcmqV15nVcfHP8/iGkzcMc8Nfz0gPAhAAALe+7DO7xMBBYEyBPbs2SOrV68udMrBgwdl48aNhY7loAoIdCtWVWgOyFXEagV7qOYpEKuI1Zq3YLXTt0esxoIks2KyMrS2WIq9YU5WI/oSTbst1xOUiaq8Mq0A1LGPTwYPqEnEZDzMZ61s3iIyPa63WAgB+uubeu9DYlSSeb9OVlyGojCvMjAeL35YVmXJqmUiqxz1hJSk2i54VLWHmtVRsZodr/7otYyKao1wYbFq7bEaV+QWrVgtGncUYs61lPewK9F7BodjfEZke9QuIKPFQ1Iod7Pu5A7u8qFc5cVqkVYAtg8K/NcCv9o96FOb0SbEyLOVq7/40nmu5apnUghAAAJ5BIq9T4QhBMoQ2L17t6xatarQKYcOHZJNmzYVOpaDKiDQi1h1QK4iVivYQzVPgVhFrNa8Baudvh1iNfjj3fqQpmp5+mLxKtmViqXYG2abWO3YP7aEWLVX+lmeKB7IPK9HqlF5F4uMqMdqJGoTYlXU7enmk8C9sy2tGtK9aavOW5XzmRWFJpN0/9lIHAUSyt43N7uVQ+8Pr8qLV1U7x1954tTbHdoD28r1WM17mFowf2pf5cT9NZGrbFXeOW1E0tzj8ZMtDjwOslnkbpGtXl/lLLHaqcdqgXUntm5enJ86Xzs48bphVgz3qceq5bUp3CPJD2X8+VVbkemoT21yP6W5eleH+QC9jNeYKq9w5oIABCBQnkCx94nlx+WMYSaAWHU4+72KVTld5I4pkWvOaSQExGoj09LXoBCrXYvVn8rj+3aIvP1muTC/P3ZfE5Y52OHH5eYfiWxdd6GcVc2MTs7SBrGa9YCmOhKSHUux3lnWitVHJuWh8OFVtlvtS4hVk4n+Jj4hJ4zK2GTs+v+fEEZafBNfz+qnmTdeHVmreE5rvkL+O0U+kl8JWLlYzY1XezhZIE6zeqj6lAORKDfGezrxM/vDuQoIxqQUzYv7/9gsuz6f7McaVj7apKJdjIa52ClXmb1jo6rRsD2B7fywst0/5gxPLAYVnNGWLLBuY/vmx/nEJzQNbrl9XlWhq6px/wMYs7WC+bMi81iEp4o1yMvX3zslHzLWm65uT4n6FNd4vOg1Uttn+sPcKr7KmQ4CEIBASQKI1ZLAOLwAAcRqAUhNPaQnsXq6yJ1TIh9tplRVyBGrTd14/YsLsTpIsfryU3Lvd4/Kmo6y8xV56tAX5Oll18nlv31Kd9lFrBbi1gaxaq/CLPdQmkKwChyUG8vP1W38u7RRMnpcGrIh0QNSLNWlfRGrYSXpLbLfizDBL3F78dqbfAHjfSWeYuu3YkjH7R8crDlvvAKcXT4kq6rTl3TrZPPd++Iny4cL9RhPp2+hjkDElY+hPOvcY1XEyGN4S7Uu8nNkqU3wdqpY9cO17A2tR6hdHJvrs8/ji7npYG/mc94qXiVvh16uEd6sayyQk+u27JJ9Xo/VuA7XbOOR0Tu3i3Xbeth6V5a67uRL2oOgtKskoxLXuIU+0V82/Vqmv14VEKuZ1b/+ub/5FyJfPJIQydo+z3pYX7I9Sqc8GzLZ5RcOYocABFpOALHa8gTXsjzEai3Y+zNp12K1+VJVAUKs9mebNHkUxOogxWrhzCNWC6Pq8cA2iNUeEXA6BCAAAQhAAAIQgAAEaiRQ7M6mGgNkagcJIFYdTFoY8s/+ReTHR/MX8OjnRG6Z0o5xQ6oiVh3elyVCR6wOUqzqFave/94jz0TJmQxu2/el6p654BdLt8rN7xKvzYD+siELN8p1q86TsJ71p9+/WXZErz2TsvXtIju8VgD/uxzTxwuGnYxaFiTmE5H4dyV2jqOHIlYdTRxhQwACEIAABCAAAQi0h0DiDqDoLp/2rJCVVEwAsVox8KqnM6pa3ZGqiNWqN0o98yFWKxGrEzK9b4ccPiO81T+Qm7+hJKrqiJqoWH35FXnl1FMiiaq2hhKpB97kn//Kj++VLzwvsvHdl8t5p3q/DUTspGxYOiV7j4bS1t9U+vFLnrtZdvxHLGn9360Ymt6siNV6XmiYFQIQgAAEIAABCEAAAhCAwKAIPPjgg7Js2TJZvnx57hQvvviiHDlyRNavXz+oUBh3EAQiseqWVEWsDmIzNG9MxGolYtWvIs3uoWpvBeBLz7jGVbxq1rN8UXrkXKOCVYIeq55YlVDYBhvOq5Z9Ws599+Uy8YLl3Obty4FFhFgdGFoGhgAEIAABCEAAAhCAAAQgUAuB5557Tp555pmon2VWEIsXL5ZzzjlHVq5cWUucTNolAU+sHmj8g6psq6PHapc5d+g0xGolYvVC8epSDVF6jlZxaorV8LhzogpXv2J1RyBMexGrXoVroi2BPo9De7erUBGrXWHjJAhAAAIQgAAEIAABCEAAAo0lMDc3J6+++qqcPHkyN8bR0VFZtGiRLFy4sLFrITALgd1XiLzyGZGPnuMcHsSqcykrHTBitQqx+u6lcuC7R2XNOl+wel9BhelW72emWNUlanh4f8TqepF//YIcfevNcuGKaGSvjYBEPVhL7yGnTkCsOpUugoUABCAAAQhAAAIQgAAEIACBYScwMy0yPuEkBcSqk2krFTRitTKxukdWaPLS7G1qEat6n1RPwk6J0QrA6LEaPpCqU49VX6zuiXq7xtWremyldpBjByNWHUsY4UIAAhCAAAQgAAEIQAACEIAABBwlEIrVXsKfnZ2VpUuXypIlS2RkZKT0UJdeeqnXf3jBggXe9/z5871vJQRVFXf4rQZW43czR+mgWnQCYrVHsTpl2wwLg4dDebfc+5WqS5P9UkVvBRDc6n9UAnm6VJ469AXZMxcMrnqrnjbtydXwtn2vglUd732dIxvffq48/SM1l9/PNTo3OGIylLqJNgDe2VrLgRbtbetSEKttzzDrgwAEIAABCEAAAhCAAAQgAAEINIMAYrUZeRhkFIjVrsXqINPC2IMigFgdFFnGhQAEIAABCEAAAhCAAAQgAAEIQEAngFht/35ArCJW27/LtRUiVocq3SwWAhCAAAQgAAEIQAACEIAABCBQGwHEam3oK5sYsYpYrWyzNWEixGoTskAMEIAABCAAAQhAAAIQgAAEIACB9hNArLY/x4hVxGr7d7m2QsTqUKWbxUIAAhCAAAQgAAEIQAACEIAABGojgFitDX1lEyNWEauVbbYmTIRYbUIWiAECEIAABCAAAQhAAAIQgAAEINB+AojV9ucYsYpYbf8u11aIWB2qdLNYCEAAAhCAAAQgAAEIQAACEIBAbQQQq7Whr2xixCpitbLN1oSJEKtNyAIxQAACEIAABCAAAQhAAAIQgAAE2k8Asdr+HCNWEavt3+XaChGrQ5VuFgsBCEAAAhCAAAQgAAEIQAACEKiNQBPE6uTkpIyNjcmCBQtk/vz53reSgep7dHTU+x4ZGfEYqf+G/7s2aI5NvLQHr/jaa695q33hhRdKr/r000/3zjl+4iVZNLKs67yNbNu27VdlZ1dy7Y033pATJ05ILwDKzsvx9RNArNafAyKAAAQgAAEIQAACEIAABCAAAQgMA4EmiNX169fLihUrPLGalKu6WA2lKmK1up2JWK2ONTP1iQBitU8gGQYCEIAABCAAAQhAAAIQgAAEIACBXAKIVTZIHgHEKvvDOQJ1iFXnIBEwBCAAAQhAAAIQgAAEIAABCEAAAj0TULfg9/o1Ozvr3W29ZMmSrm73pmK11wwM7nzE6uDYMvKACNQhVs8888wBrYZhIQABCEAAAhCAAAQgAAEIQAACEGgqgbm5uZ5DQ6z2jLCxAyBWG5saAssigFhlb0AAAhCAAAQgAAEIQAACEIAABCBQBQHEahWU3Z0Dsepu7oY2csTq0KaehUMAAhCAAAQgAAEIQAACEIAABColgFitFLdzkyFWnUsZASNW2QMQgAAEIAABCEAAAhCAAAQgAAEIVEEAsVoFZXfnaIVYdRc/kXdDQBer6vyTJ0+K+pn67xtvvOF9nzhxwvt+/fXXRfUymZqaKj2VGvPYsWNy9OhRocdqaXycAAEIQAACEIAABCAAAQhAAAIQcJ4AMgoMRQAAIABJREFUYtX5FA50Aa0Qq+rJanwNDwEqVocn16wUAhCAAAQgAAEIQAACEIAABCBQJwHEap30mz83YrX5OSLCBAHEKlsCAhCAAAQgAAEIQAACEIAABCAAgSoIIFaroOzuHIhVd3M3tJEjVoc29SwcAhCAAAQgAAEIQAACEIAABCBQKQHEaqW4nZsMsepcyggYscoegAAEIAABCEAAAhCAAAQgAAEIuENgdG5OTi5c6E7AWqSIVSfTVlnQiNXKUDNRvwggVvtFknEgAAEIQAACEIAABCAAAQhAAAKDJzBvzzYZPfOv5fU/cE+uIlYHvz9cngGx6nL2hjR2xOqQJp5lQwACEIAABCAAAQhAAAIQgICTBObde7nM+6tj8qv7vumcXEWsOrnlKgsasVoZaibqF4HWiNXvf0XWfGx3hGXTVw/INe/qF6WS4xixrJbr779dNpwmIokYRTbJnQeukXdqw//wb9bI1XKnHPjz+KdHHrxWNnzuYHCUNl7wE+/3U+tk7+0bZFkiVNt40SEv7ZVrPzgjV4YxeP//bRLN9Om9cvv6cMQfylfWXC0R4SvMGEX830uSuzGmHrs53mpjrpK8nTo8wTGMffX12fm7R98nGedn7aV7TDjhdeHti8TvwiPVMRd/Z43cNa7nPwE5sVfUb7Ny6O3PmSuNPW2OdkT2XrtBbgs3njdYzMPc/9qZwR7M/H0U02Fz7+qTJ7j7XDKusc8dFOvrSnBd67/L4muen3HNWMazbXHbHOXiK7bO8DVk7/hdHfIYRFkwfqcuW4KFAAQgAAEIQAACDSPgidUt94ssX+ecXEWsNmwzNSwcxGrDEkI4nQm0Q6wqQXGXjBsCcyYWmp0x9O+IhKyMpeeE/H1CPHrC4jlfIIkuT3Vp6UmKeC2GRNVFbUIQGbIpJUHVckOZFUo7X/LMRILTZKpijUWbfqwYUiwtjhJ5uXtc9t6+Rg5cu0FmtgTy22O2T9aF+etfNho4UmKvehEGuViZkNWKy+dnZFzp7JCVJ7A1psEK9b2kVLgv3RLiXuM8cV++ODXzbZeqosvwQLQaPwtOyxerwdpFF8vmz7xrIyVm4z14g9xaTPgZy7BLzVBWmpI4Fr9pcal+d6vMrBTZLbE8tvJLXMv2DyPs4yU3cqf8eh/kRHvLHp8S60XWWU6sFou/gRcmIUEAAhCAAARaR+CXv/ylPP3003L8+PHctS1evFjOPfdcefOb39w6Bm1eUCRW1SIdk6uI1TbvzN7XhljtnSEjVEygFWJVCQtP2IUVm/4f97ItqBStkKmSSLfKDYlKTyXCrpSZDz4qF+sVqqm4RVISypNrIjeEa7Oc41XCGuuPF5wltfw418n452aCmNLCLpZDquLPlHnpdfryKZKlShdmVSom1xSIwNwKyQpzONip7GLUxir8mVkpaD9f3wO+pB9PVUP7Is/PY/diNSngNVqBXB1PVC3nidWkENZ2ri/sV94pWZWS4f4sL1b9vbpvMl2R640pm0SeG4+vOavgDiINP0i5f1zu0qq/7WI6mTuL3M0YT9+T/ocm+fmNxGpefAXXWUqsFoh/sNcXo0MAAhBwmECBO5scXh2h10Dg4MGDMjY2JitWrMid/fDhwzI7OyurV6+uIUqmtBEYmTsmI3P5bEb2/JnM+/j98UEOyVXEKvs+jwBilf3hHIFWiNUkdYu4qy0xUQXrxfLomi7EqlfNGEvizEq4UmJVCR0Vix6TXawm2xL4HG3iOi1WI0l1z+6gvUD61uN4PFPK1pavgU9sE6O26kmN5wq9ZUNOxWrQQqLzrfd+RWueyM7+fYbYjfZFOo+dxGpWHHaxHCao+4rVvPYY/rrvlHVTj8rE7UGbDvWH7nfG5frnbjM+OPCuhOjDgxXGBwvZFauiCe903rPGS4nV3NYK8dH58RVbZxmxWiT+gV9iTAABCEDASQLpfxOyP3x0coEEXQOBb3/727J27dpCM+/fv1/e//73FzqWgwZPwKhGLTOdI3IVsVomqcN3LGJ1+HLu/IpbJVa1T/ob0bPTuD1aVX12I1bD27rjrZa6Hblkxap6o/7oe9Rt+KFgVQIpUYkY9tA02gho/T1TPUHtYtW4Hd3Ljy6WQkm7QW4zbgV3/rLKWUDBHqtGSwmdbcb5Wp6KilVrj9Ugr4czxWtNYjXqMayh7dhjNd3DOK8fsRo5FKJXzmwIrhH/Z4++Z6+M352Uxuae17nbe6wm40n+EZ09XndiNT8+JbSLrLO4WC0Wf5uvbtYGAQhAoHsC+nuyYJSc93fdz8OZw0Rg7969hatQVXXrhg0bhglPo9fatVhVq3JAriJWG739ag8OsVp7CgigLIFWidVw8bX37LT1ZCz2hjkpxVK3/drkZBmx6lXfXRw8SCgRU+JBU5uuEJkZ19sahIBtt1JnVKzqD0Cy9Z9VwszaA7bsTnbl+JxWANoDyKwPZPI4SXaP1aGqWI3zXUQke0enepym90xUaXrm3wfXieKtPhD5sEwnWl2I5QFe4QPpxCamU9duQqzmjKc/4K7weovEV2CdhcVqwfhduVKJEwIQgEC1BIq9T6w2JmZzncCePXtk1apVhZZx6NAh2bhxY6FjOWjwBHoSqw7IVcTq4PeQyzMgVl3O3pDG3gaxmhYN9fVYDR9IszslC4u9YbaJVXvPVq1/bAmxaq+kE+vTzqPKVuNWdP9CKdpj1YhdE6tKPKUerjQU12BGxWdmhWoAxWgpkX54lb5vsntwxvL74u/00gpAf8iZlrSKe6xGmj+rl6++nzJiS245s6/wo3LxV0Wu9j6IMG/1D68B86FaHfgmPlhIPrzK/jqW0VrB2mO1U8WoLb6gkj5nnUXFatH4h+IyZ5EQgAAEShMo9j6x9LCcMNQEEKvupr9nsSrLRb74sJz4+DvkZAMxIFYbmJQGhYRYbVAyCKUYgTaIVb8STbvF3HrLeTEevR6VXU1WrHeWtWJVq2T0q+T2ybr7uxOr5vr0N/GJilODYTL2Dj1B35WUgVqvSpWnxIN+emXu1vk5FauhLLOK8jA/d4p8LF+sKh7ZT42/TdTDpboXqyJhpaZ8Wnv4k9H2YpmRkvwKy6C622gFYf7MexhXTk/RzhWciTYXORtG740afgjht95IVmTn5HHmSrlTrk73sM0Vq/njHfhzvWa1c379Nh/Z+0SPL3+dwVyS/RAxH2e5+N26ZokWAhCAQBUEEKtVUB62ORCr7ma8N7G6XORvH5YTW5spVVVWEKvu7s0qIkesVkGZOfpKoBViNXyITNSHMeshSX1FZx3MXhEaxHNYCeDd2nkZPSANiRS3FQhP7LXHahxAfiuA63V5m7jNN93DNt0KQM1j3tKexcGPqBF9cQe+RTJ6pEq8Z7MeHOULxItk0z2PybieGxWz5TZ3214MGWdVLquh1P5S4tXag1WCPWu57Tsrf9a2Bn7Gxd9j6T0uWg/fTuI0e3x/T90gt8oGW49WL4TrZe/tGyRUwQZ748MFywcPtgfGBfL0oit2y2N6G4xIPurVvtoHFPIVWZMz3pUHgg8ntP2Zl19vPxSNL2+doaQPxaqV42q5/rZxue2BcYOlF2pKJg/8AmMCCEAAAo4SQKw6mrhGh41YbXR6coPrXqw2X6qqhSNW3d2bVUQ+5GL1p/L4vh0ib79ZLlyRwH34cbn5R4dl47svl/NOrSIVzFGUQFvEatH1chwEIAABCEAAAhCAAASaRaDYnU3Niplomk4Asdr0DGXHN/r8kzL6k2P5C9h3m4zeuk87xg2pilh1d19WFTlitVFiVYneA7IUmZu7/xGrVb08MA8EIAABCEAAAhCAAAQyCHh3EOTf2QQ7CJQhgFgtQ8u9Y82qVnekKmLVvb1WdcSI1UaJ1arT7+Z8iFU380bUEIAABCAAAQhAAAIQgAAEsgg8/PDDMjY2JsuXL8+F9OKLL8rs7Ky8733vA6ZDBGKx6pZURaw6tMlqChWxWlSsvvyU3PvdPfKMkahJ2bruQjnL+1lQbfr2c+XpH+0ROeM6ufyU78nNP5oyzjhH/fy3T/HP+P7NcuBNW+XcIztkj2yU61Ytke+FFavSab6adkwDpkWsNiAJhAABCEAAAhCAAAQgAAEIQKCPBGZmZuTZZ5+Vl19+OXfUU089Vc4++2wZHx/v4+wMNWgCvlg92PgHVdk40GN10LvD7fERq/t2iKk+9YSeE/RY9XuxTi3dKje/y9eoIq/IU4e+EAjR8+QUT6zukKmFSpCq/1/klZdfkVNO9SWq/2Xe6q/E6o6j4Rz679fI0e92ms/tjddL9IjVXuhxLgQgAAEIQAACEIAABCAAgeYRUPLq1VdflZMnT+YGNzo6KosWLZKFCxc2bxFElElg3r1/KvNeuV5ObH2H5Ge4eRARq83LSZMiQqwWqli1P+TqlR/fK184cm4gUrMehBUI2Lk47ZPBw7I8sSq6rA3Fqy9Wkw/VMudr0jaqNhbEarW8mQ0CEIAABCAAAQhAAAIQgAAEINALgdF/mxF567hzUlWtGbHaS+bbfy5idWBiNRSqyYrUWJgiVru7wBCr3XHjLAhAAAIQgAAEIAABCEAAAhCAAATKEUCsluM1bEcjVgcmVm0VrObPEKvdXW6I1e64cRYEIAABCEAAAhCAAAQgAAEIQAAC5QggVsvxGrajEaslxGqRHqvx7fvpvqx+T1WRoq0A8ucbtq0arxexOry5Z+UQgAAEIAABCEAAAhCAAAQgAIEqCSBWq6Tt3lyI1UJiVURefkru/e4eecbI8aRsXXeh+I+zslSoJs5RQnXipfiBVUuey+qxermcJ53mc2+z9StixGq/SDIOBCAAAQhAAAIQgAAEIAABCEAAAnkEEKvsjzwCQy5W2RwuEkCsupg1YoYABCAAAQhAAAIQgAAEIAABCLhHALHqXs6qjBixWiVt5uoLAcRqXzAyCAQgAAEIQAACEIAABCAAAQhAAAIdCCBW2SJ5BBCr7A/nCCBWnUsZAUMAAhCAAAQgAAEIQAACEIAABJwkgFh1Mm2VBY1YrQw1E/WLAGK1XyQZBwIQgAAEIAABCEAAAhCAAAQgAIE8AohV9kceAcQq+8M5AohV51JGwBCAAAQgAAEIQAACEIAABCAAAScJIFadTFtlQSNWK0PNRP0igFjtF0nGgQAEIAABCEAAAhCAAAQgAAEIQCCPQBPE6uTkpIyNjcmCBQtk/vz53ve8efO879HRUe97ZGTEW4b6b/i/yWwxAkuXLi12oOUoxGrX6DixLgKI1brIMy8EIAABCEAAAhCAAAQgAAEIQGC4CDRBrF566aWyfPlyT6wm5WooVtV/Eavd7U0lqLv9Qqx2S47zaiOAWK0NPRNDAAIQgAAEIAABCEAAAhCAAASGigBitf3pRqz2ULLb/u3RvhXWIVbbR5EVQQACEIAABCAAAQhAAAIQgAAEINCJgLoFv9ev2dlZUbebL1mypKvb9KlY7TUD+ecjVhGrg91hDRu9DrG6cuXKhlEgHAhAAAIQgAAEIAABCEAAAhCAAAQGTeD48eM9T4FY7RnhQAdArCJWB7rBmjY4YrVpGSEeCEAAAhCAAAQgAAEIQAACEIBAOwkgVtuZV31ViFXEavt3ubZCxOpQpZvFQgACEIAABCAAAQhAAAIQgAAEaiOAWK0NfWUTD71Y7bZHRWUZYqK+EkCs9hUng0EAAhCAAAQgAAEIQAACEIAABCCQQQCx2v6tMdRiVUm2X//1X/e++RoOAojV4cgzq4QABCAAAQhAAAIQgAAEIAABCNRNALFadwYGP//QitWTJ0/K6OiovPbaa/KmN71Jfu3Xfq2rp6sNPkXM0E8CiNV+0mQsCEAAAhCAAAQgAAEIQAACEIAABLIIIFbbvzeGUqyqtIZiVYm2EydOyBtvvNH+bLNC0cVquA/Uz9R+UHtAfav9oL5ff/11UU/fm5qaKk1OjXns2DE5evSorFy5svT5nAABCEAAAhCAAAQgAAEIQAACEICA2wQQq27nr0j0QytWlfjSv4vA4hj3CWSJ1VCqJsXqv//7v8sjjzxSeuGI1dLIOAECEIAABCAAAQhAAAIQgAAEINAqAojVVqXTupihFashjVC0tT/VrFARyGoFkKxYVdWqqmr1pZdekocffrg0PMRqaWScAAEIQAACEIAABCAAAQhAAAIQSBOYmxNZuNBJMohVJ9NWKuihF6ulaHGw8wTKiFUlV1XF6kMPPVR63YjV0sg4AQIQgAAEIAABCEAAAhCAAAQgkCZw33UiZ31WZJV7chWx2v4NjVhtf45ZoUYAscp2gAAEIAABCEAAAhCAAAQgAAEIOERg90aRvzwm8o8POidXEasO7bMuQ0WsdgmO09wk0Dqx+tI35ZOXTsvWJz4lv1tXSp78klzwkV3B7Gvlxm99WT5wmogYP1e/3iw7E3H+4I4L5CrZKU98Io7+yAOflEu270+PF/zE+/0jk/LQHR+QZYk128aLDkmx+oF86YKrJIxctmhxJGLf/LUn5FPn+yPlxWf+TluvN/ctEq3qpofky5clo68rgRXMm1i/N+OaG9M5DI4TjY/JNI41zEnW79dqY3j74m77OtU4k4/bf6/nXT/bHy+9n80Zjsg3P3GJ3HJA+6ltzerXJdatryvYkel5RLsOxd/nou1h77xgj2etMeSa+n1wXjoO+zrSrwMajy2fls13fy6+Bg2A2dePOsw6f3C+Ld/h8Vn7JRzzJtmuvf6k95sRoiVv6vd58+fzUK9BUjhf1n3YhH8TKnhJYQoIQAACEIAABIaMgBKrH/6GyOmTzslVxGr79ypitf05ZoUagXaJ1VDcdBI8A9wCiT/iY+k5IX+XkDmeBPiJL9NEl6cpoTkdyVlDouqyMyGoDFmijxctPckq+P/fFspUTT79li9BJ0IRpa/RiyEnvp0TkSyMJa8vSqZD0eeNNyWToYAeYHoaMXSefEpIdcVsSjbLrp/EHL3czmw15Lsvp/w8vOeQ5ffBnGEO1bg7xrNltvX3iVxHLNXYn52WCaUDr4qFu1WqiimP/X06Yf2AodC6E+sSCfZxYh6fjwTz2MSqOm+7TL9NZJck2AYLia6pxPUUSkOb2LTlT+eS/lBExbZDJvKuBdv+ydhTai4745jBn/xPy37Rguy037wPjTSBa81bKsd2uW3/kKh4viKBq+cIsdqIlz2CgAAEIACB6gn84he/kKeeeko6SazFixfLeeedJ295y1uqD5IZuycQilU1gmNytdOeLAJldnZWli5dKkuWLJGRkZEipxjHXHrppbJ8+XJZsGCB9z1//nzvWwnB0dHR6FudpMbvZo7SQbXoBMRqi5LJUjoTaJNYVX+Ub5dJmdg+LZM1Vaz6MdykVV+GomSrTCt5qMelZI8mHiMJokszT1qJ3BRWo1rO8aRRYpww81YpEsiWJCtPAl0YijFfUE0rUeaJVb0KOPG7jPieN8YLq/fUOH8i05/YLvKZoJLXqyDsIJM6b2VHjvAlUSSVcwWWvndiPvacxgytYjUQjl4+z/crCEuL1Yw8hfE8NL4jLXw14RZ+iGCrqjZjKbNubS8G67LOY8g1i6gLf/+tCdmRUfHur3NCNt8t2nWsxpoS2bJLplOi2r4OfaOWF6vZ+yes8o0+AAkmsu+XmFtXYtW6F7rPm/F6laq+L54vf1/fKBPbp2I5jVh15LWRMCEAgSJ3NkEJAmUIPPbYYzI2NiYrVqzIPe3w4cOiJNVFF11UZniOHSSBuWMicx0muG+ryNXfiA9ySK4iVge5eZoxNmK1GXkgiooItEes+oJj8olJmfL+W2MrAD130R/1lriKiFVPiMUSMrOSsJRYzWCl4nl80q+E1GVESkz4UmbqvariUTrHF/LQ1qsqdCMBnSOGK7oMKpymhETWuChJHcpHmyjTBZ1X/ZysaE1UBXclVo2qz0iF5Qj4GGun+YwElFi3v0/jaudi86RFXcz0jHg9QasLQ/rNbJWdskOmPxR8KBB88DH5tltkKilWM9bRu1jN+hDClMzRPGHbCWvlelDRmtwvWpCd9lskyrPW22H+fB7qt8XzFebfa18QrgmxWuHrG1NBAALdE0i/1ul3Ng1Rs6TuEXJmisADDzwga9euLURm//79ctlllxU6loMqIKBXo5aZzhG5ilgtk1Q3j0Wsupk3ou6SQFvEalxtGUrDBohV4/bc5wPxq8VVSKym+xNaezyWEKuZrJJ9P8P2AsnbrRM9JZP9E609KpP9K5P9ZjOkT5fbusGnFRerhiRMSOm452681Pweq3qPUXvPS2+kIOdK5KZ7sFpabBjSKkPsBT0201WpWj9frZVFuXWn15VXievTSv7xasadV+WtZJ2qzA0/FAgr1LfOXJKqAM5ah/7Hsb1iVeOi7WS/1YB6HSkpVsMxMvokZ/dY9fN9htHjOb3fwp90XG9On+ZwjGKtALLzFcegPvDJqrhv8MsDoUEAAkNMwPL+dag+eB7i1A9w6Xv27JHVq1cXmuHgwYOycePGQsdyUAUEuhWrKjQH5CpitYI9VPMUiNWaE8D01RJohVjVKy09aVJ3xWr8kJ5YMhZ7w5yUOqn+iLaqwTKtADJZJW8x1qtSlyUevLVZNm/ZJXLhE+LdRqz3T0zF54+7S394UKovpr3fYrVXQlWzFRWrITc9Ll8i2m/179Azs2RlZ3aP1bBPqR+XVcpZJHluJamxf0uuu+S6rGI1+YGCd1BaIkfX5oemg/Yc75HvBNXkE19PtlbIXofek7S7VgBdilVji/ejFYD+ALBi641DsEv4QmI1J1+it7gI99VnRLbX/UDDql5emAcCEHCYQLH3iQ4vkNBrILB7925ZtWpVoZkPHTokmzZtKnQsB1VAoBex6oBcRaxWsIdqngKxWnMCmL5aAm0Qq1lPOM96uvdgCQeCISWXir1htolVe8/WsD9p8DTzghWr2ax2inzEFNJZlXv+A4L89gRK8mXGJ/5Dr/Qn2nvsk31jrRWNg81SfaPn9MjUBaNFlltvc9YWkv97U+h2umXe+vuMlhBh39YotxaJlXc7oyHTSq87vS57L1f9OFPkp/d5jvTzbi9X7QK2i1w1KVM7/f7HeqsGj0POOr58WVyz2p1YtffotfdY7VxFbNw2b7kwsl4HOlWo+r//ukw+8iG/V3OitYJtjxURq3n5mnzcFNzeHLJZ5G6RrU1pD1Pfiw8zQwACjSZQ7H1io5dAcI0jgFhtXEqKB9SrWJXTRe6YErnmnOJzVngkYrVC2DVNhVitCTzT1kOgDWLVJFdvxWq2jCzWO8tasao/zCVRoZclcUIm2fGoI3RWGfF5T6kX4/bjVD/PjPjSVXxBVKk1JKpj67kUqps14wnusXxUlZDBbcy6jApk3dffOyUfSvXEjIWtXZQNQKxaK6WzRF5QxS03ykPhg9j0ilevFUC369YrOO3z+A8EmfYqfj9wmr7X7RXEmX1FA+5hpa5/e/6yxMPAMhhktf4wHtZUoKLZtn8y9pT/IUjYD1lvQtBpv8SXg/01RP+AQLvtPrVff1P+Qr4o/+T1Y7bPny+aw9epsDo2P1875SqzJUNU3WppY1HdFc9MEIAABAoQQKwWgMQhJQkgVksCa9LhPYnV00XunBL5aDOlqsKMWG3SZhtMLIjVwXBl1IYSQKz2NzH2itCgD+TPldzZpU2Yc7uxeoCU9xW3FQhP7LXHahxA4k18su+p1vfSfFKtHndWfOmf+/Nm9G0cmh6rAf28288zH7bjS6Xf/AuRL35xf3rjBgzzngJ/y9uUKP9dTwSme6gGGfraE5Ks/PN/Y1bbZlW95lc6XyK3HNBD3yw7vzUhOz4rclPmLdvauo+oitHw2tCuj2BdWdeMt/O+FlZNamJVviQX2Kq9LTkw1pXXgqBD/iY8uRtEqvqXpsSqvceq0Z7Asn9CyZveGLbb9EVE3y/bLftJRNSYnqi3/T68Zjuud6tMX2pZk+Wa71ix2iFf67bskn2Jh4il2qn09yWf0SAAAQj0iQBitU8gGUYjgFh1eDt0LVabL1VVVhCrDu/NgqEjVguC4rB2EGifWG1HXlgFBCAAAQhAAAIQgMCwECh2Z9Ow0GCd/SGAWO0Px1pG+dm/iPz4aP7Uj35O5JYp7Rg3pCpitZYdVfmkiNXKkTNhnQQQq3XSZ24IQAACEIAABCAAAQgE/bk73NkEJwiUIYBYLUPLwWONqlZ3pCpi1cG91kXIiNUuoHGKuwQQq+7mjsghAAEIQAACEIAABCAAAQjYCDz44IOybNkyWb58eS6gF198UY4cOSLr168HpEsEIrHqllRFrLq0ybqPFbHaPTvOdJAAYtXBpBEyBCAAAQhAAAIQgAAEIACBHALPPfecPPPMMx37WS5evFjOOeccWblyJTxdIuCJ1QONf1CVDSk9Vl3aaN3FiljtjhtnOUoAsepo4ggbAhCAAAQgAAEIQAACEIBABoG5uTl59dVX5eTJk7mMRkdHZdGiRbJw4UJYukRg9xUir3xG5KPnuBS1Fyti1bmUlQ4YsVoaGSe4TACx6nL2iB0CEIAABCAAAQhAAAIQgAAEho7AzLTI+ISTy0asOpm2UkH3Q6yWmjBx8PETL8mikWUyMjLS1TAj27Zt+1VXZ3LSUBJArA5l2lk0BCAAAQhAAAIQgAAEIAABCECgcgKI1cqRVz4hYrVy5ExYJwHEap30mRsCEIAABCAAAQhAAAIQgAAEIDA8BBCr7c81YrX9OWaFGgHEKtsBAhCAAAQgAAEIQAACEIAABCAAgSoIIFaroFzvHIjVevkze8UEEKsVA2c6CEAAAhCAAAQgAAEIQAACEIDAkBJArLY/8YjV9ueYFWoEEKtsBwhAAAIQgAAEIAABCEAAAhCAAASqIIBYrYJyvXMgVuvlz+wVE0CsVgyc6SAAAQhAAAIQgAAEIAABCEAAAkNKALHa/sQjVtufY1aoEUCssh0gAAEIQAACEIAABCAAAQhAvBklAAAgAElEQVRAAAIQqIIAYrUKyvXOgVitlz+zV0wAsVoxcKaDAAQgAAEIQAACEIAABCAAAQgMKQHEavsTj1htf45ZoUYAscp2gAAEIAABCEAAAhCAAAQgAAEIQKAKAojVKijXOwditV7+zF4xAcRqxcCZDgIQgAAEIAABCEAAAhCAAAQgMKQEmiBW169fLytWrJAFCxZ43/Pnz/e+lRAcHR31vkdGRozvIU1X5ct+7bXXep7z+ImXZNHIMi9/3XyNbNu27VfdnMg5w0kAsTqceWfVEIAABCAAAQhAAAIQgAAEIACBqgkgVqsm7tZ8iFW38kW0IoJYZRtAAAIQgAAEIAABCEAAAhCAAAQgUAUBxGoVlN2dA7Hqbu6GNvI6xOrQwmbhEIAABCAAAQhAAAIQgAAEIACBISYwNjbW8+pnZ2dl6dKlsmTJkq5u96YVQM8pGNgAiNWBoWXgQRGoQ6yeeeaZg1oO40IAAhCAAAQgAAEIQAACEIAABCDQUAJzc3M9R4ZY7RlhYwdArDY2NQSWRQCxyt6AAAQgAAEIQAACEIAABCAAAQhAoAoCiNUqKLs7B2LV3dwNbeSI1aFNPQuHAAQgAAEIQAACEIAABCAAAQhUSgCxWilu5yZDrDqXMgJGrLIHIAABCEAAAhCAAAQgAAEIQAACEKiCAGK1CsruzoFYdTd3Qxs5YnVoU8/CIQABCEAAAhCAAAQgAAEIQAAClRJArFaK27nJEKvOpYyAEavsAQhAAAIQgAAEIAABCEAAAhCAAASqIIBYrYKyu3MgVt3N3dBGjlgd2tSzcAhAAAIQgAAEIAABCEAAAhCAQKUEEKuV4nZuMsSqcykjYMQqewACEIAABCAAAQhAAAIQgAAEIACBKgggVqug7O4ciFV3cze0kSNWhzb1LBwCEIAABCAAAQhAAAIQgAAEHCQwOjcnJxcudDByEcSqk2mrLGjEamWomahfBBCr/SLJOBCAAAQgAAEIQAACEIAABCAAgcETmLdnm4ye+dfy+h+4J1cRq4PfHy7PgFh1OXtDGjtidUgTz7IhAAEIQAACEIAABCAAAQhAwEkC8+69XOb91TH51X3fdE6uIlad3HKVBY1YrQw1E/WLQDvE6hHZe+0Gue2gRmX19bL39g2yrF+gyozz/a/Imo/tDs5YLdfff7tsOE1EjJ+rX2+SOw9cI+/Uxv7h36yRq+VOOfDn/k+PPHitbPicvjD/4E1fPSDXvMv/394xU+us602O55/xQ/nKmqsljDAey/y5XBHHkTzH+F3WesN1vbRXrv3gPlkXcrCtq858lcltv471mNwmRmZtDILj5NN75fb1/m7294TE+yrK6V0yrjGOQg3yk9ozln2lzrngjy6QJ/7HE9aVrtbiiA6wrcWyt72dp/b3Pfq+D/acsdeCNc5cGV0H8blmWOGa1Lh3jceMvKO8uGbkSu8aS+xtYxg/nhUZ15r1eutwTRrDW/inOSTjja9T+eoBufg7ipt98ykG6vep9fdrrzIOBCAAAQhAAAIQgEDjCHhidcv9IsvXOSdXEauN206NCgix2qh0EEwRAu0Rq7eKbAsEZpGFD+oYQ+bo0nNC/n7N1aIkSShEPbnynC+ARZc6CclkhnpE9v7NAVnz5xtkmS40E1LOELLGeL6EntkSxBHF+2GZVnJ6ZShTfREVxmuKK/93M0qy/d4BTV4lJa8uszTBnBKtgRiP5h5UchoyrkWWRuJQk+rhzx6VTbL7ufFInEe5NXKuWNvEqmJ7q8ysFNktpqgMaVhlfkJqZpPT9kIgftWxVtmv1v35GRlXSj/cf5rwTIlfLYZsEekL+4n7iojVDPGcsy1s6/B+luQTXItp8Wzn769HxPiAIvHaEX6YEYrVPHFqFcsN2e6EAQEIQAACEIBAPQR++ctfytNPPy3Hjx/PDWDx4sVy7rnnypvf/OZ6AmXWrghEYlWd7ZhcRax2lfKhOQmxOjSpbs9C2yFWldx5VC5OVH/WkSUlXW6VG6LqQl+OKKFzpcx8MBGjkjF3x8IsElI5UuuHf3OtTP9xQiBbxgnXnpJAOccqOfPoe0LxqwvYtLQL13mD3JqxXj3GxPmeYBO5QasotsqqOhI48DntItKee33vxFLQZ7VOrn/utliQR/sssTdCWXf/uNwVVW+ai+xdrFqEZc7e3jt+lyYmgzV+elxum0rI4+A68EXyeKq6O762BiRWPVkqqXkz96p3/IxZSZzB3xeh18v45/bFVcaI1YFffUwAAQhAoNEECtzZ1Oj4Ca5xBA4ePChjY2OyYsWK3NgOHz4ss7Ozsnr16satYVgDGpk7JiNz+asf2fNnMu/j98cHOSRXEavDurOLrRuxWowTRzWIQCvEaupWZK06sm7WkSy5WB5Nyt+yYlUd/52LjdujveWVEKu+FBqXTffsTrcC0MdPSR4dpF+FZ60Qtp6HWI3pZVWWWjaqltfD2q3ukdh7z6OamLePG0vAFWalsjZdb2I1vL2/0zWnifoVyVv0lZi9QeTzcSW1Li+LSPdirQBKVKxa2ldkflgRsbR/AOFXt5r8w3jVBxNR9Stite5Xa+aHAAQgUCMB804hFYh+Z1Mtra1qpMHU/SHw7W9/W9auXVtosP3798v73//+Qsdy0OAJGNWoZaZzRK4iVsskdfiORawOX86dX3F7xGrYSzG/52ilCTNu+T6crqotJVZzZGZZsar359QFkiT6fqZ6fmq39hfsB+rzRqx2I1YNWajl2GsbEVRzxseo/ZUUh2bbhyxBWbSvr60ncLyuRJ/j5P4wpGFGNbS3//zr2Ot3qlesdmhNEN1an7rAw36u2T1W07fvp/+4NT5WsLUCsO1zyeYf501i4W0I5/C68dtxZPZYDTjr4r3S1zgmgwAEIACBPhGw3H2V8/6uT5MyTMsJ7N27t3AVqqpu3bBhQ8uJuLO8rsWqWqIDchWx6s5erCNSxGod1JmzJwKtEKspAiWqAnuil3VyLJnMB0P10Aogq1pVhVBWrBqSSr/dPOib6vXK9NewbzLxQCBvycnf2dars0GslherNhHoV4Wu+Wetx6dREZ0QqwUfKtVrxar1KkjsSetD2Lzev2IIYVslZ7UVq537/WbHY9nnyQeUBQ/1Ev1hWyGrbSK3Gu0aYsHb6eFU9FgdyAs5g0IAAhCokABitULYQzPVnj17ZNWqVYXWe+jQIdm4cWOhYzlo8AR6EqsOyNUmiNU/vGSdjJ02JgsWLJD5C+bL/PnzZN48/3t03qiMjozKyOiIiIzIyIjIiPo/fBUmsGThWOFjkwciVrtGx4l1EUCs9pu8/SnnftVm92LV7H+aiLmEWPUkrNFOILsHbCSQ/njaeECVp1ajXrKqUvJq2Z37wC3EqilWdYGt5VLPoyWn1tvHwwdFee0dZuJ+ndHP9QdWJR5cFkzdk1jN2nuZFarBpJlC2N8rckX8sK3sHqvxeqzi0Yih2IctRW67LNpjNX1cdrxebmWTyD3iVey+08OEWO33qzPjQQACEGgugWLvE5sbP5E1kQBitYlZKRZTz2JVlot88WE58fF3yMliU1Z6FGK1Uty1TIZYrQU7k9ZFoA1iNfnkbusTySsCnF/N5t/We827/GBsEsd+fgcpVEas2m7L/6B6srp6uJYlPu8p9aqqUP9dLHw+/DPLE9JTrG2VfP7T3Dec5mlarzr2tpVqLl8ptfrLaBERd02L98MaOXBt3G80YhHk+e7JfbIlVXV8tewWvc9pp56rMeeexWrWA57CB05Z92coGe8U+ZhZaRtVt2qy3r/VP7ytPyAScBwPbpW/azxRXV1SrGYLXHM3Wq/R4IEjcVuBfP53ytVixBtVF+trRKy2+nWAxUEAAhAwCCBW2RD9J4BY7T/TqkbsTawuF/nbh+XE1mZKVcUQsVrVTqpvHsRqfeyZuQYCbRCrkaS8JwSYEDAVcrX3egyE12H11PDdWjTpODOlzd3xE9NTyyklVoPWAVocUbuC5NNo9T6ZidvKQ4GUu15PmnrZSfX/TN0abuvZWmHeKp8q7zb9zAeH+Rx/8xqRO36hV6KGOdWeSF+okjTIjpKWnkD3Zav1tv0AULofadbxseTNuk3d3+sXyaZ7HjMqbbNEu22v6fuws1hV8tn2pa5D9XC5rN+LxC09svnox2S25whye9EVu+WxhAhOi11TrF4dvb6Za1DzZvZgDVoPDMHHFZVfwkwIAQhAoL8EEKv95cloigBi1d190L1Ybb5UVVlBrLq7N4tGjlgtSorjWkGgLWK1FclgERCAAAQgAAEIQAACQ0gg/eDEIu1phhAUSy5BALFaAlbDDh19/kkZ/cmx/Kj23Sajt+7TjnFDqiJWG7bZBhQOYnVAYBm2mQQQq83MC1FBAAIQgAAEIAABCAwRgeSdQ9x1METJH8xSEauD4dqUUc2qVnekKmK1KTtosHEgVgfLl9EbRgCx2rCEEA4EIAABCEAAAhCAAAQgAIEeCTz88MMyNjYmy5cvzx3pxRdflNnZWXnf+97X44ycXiWBWKy6JVURq1XukvrmQqzWx56ZayCAWK0BOlNCAAIQgAAEIAABCEAAAhAYIIGZmRl59tln5eWXX86d5dRTT5Wzzz5bxsfHBxgNQ/ebgC9WDzb+QVW2ddNjtd+7oXnjIVablxMiGiABxOoA4TI0BCAAAQhAAAIQgAAEIACBGggoefXqq6/KyZMnc2cfHR2VRYsWycKFC2uIkim7JTDv3j+Vea9cLye2vkPyM9ztDIM7D7E6OLZNGRmx2pRMEEclBBCrlWBmEghAAAIQgAAEIAABCEAAAhCAQF8IjP7bjMhbx52TqmrxiNW+bIFGD4JYbXR6CK7fBBCr/SbKeBCAAAQgAAEIQAACEIAABCAAAQjYCCBW278v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AAJVEECsVkG53jkQq/XyZ/aKCSBWKwbOdBCAAAQgAAEIQAACEIAABCAAgSElgFhtf+IRq+3PMSvUCCBW2Q4QgAAEIAABCEAAAhCAAAQgAAEIVEEAsVoF5XrnQKzWy5/ZKyaAWK0YONNBAAIQgAAEIAABCEAAAhCAAASGlABitf2JR6y2P8esUCOAWGU7QAACEIAABCAAAQhAAAIQgAAEIFAFAcRqFZTrnQOxWi9/Zq+YQB1iteIlMh0EIAABCEAAAhCAAAQgAAEIQAACDSAwNjbWcxSzs7OydOlSWbJkiYyMjJQe7w8vWSdjp43JggULZP6C+TJ//jyZN8//Hp03KqMjozIyqsYdETV8N3OUDqpFJyBWW5RMltKZQB1ideXKlZ0D4wgIQAACEIAABCAAAQhAAAIQgAAEWkXg+PHjPa8HsdozwoEOgFgdKF4GbxoBxGrTMkI8EIAABCAAAQhAAAIQgAAEIACBdhJArLYzr/qq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wCECc3MiCxc6FHAcKmLVybSVChqxWgoXB7tOALHqegaJHwIQgAAEIAABCEAAAhCAAASGisB914mc9VmRVe7JVcRq+3cqYrX9OWaFGgHEKtsBAhCAAAQgAAEIQAACEIAABCDgEIHdG0X+8pjIPz7onFxtglidnJyUsbExWbBggcyfP9/7njdvnvc9OjrqfY+MjHgbQv03/N8O7ZBaQ126dGnX87/22mtdnxueePzES7JoZFnXeRvZtm3br3qOggGGhkB7xOoP5EsXXCW7gsxt/toT8qnza0rjk1+SCz4SRrJWbvzWl+UDp4mI8XMV22bZ+cSn5He1MH9wxwVyleyUJz4R//TIA5+US7bvD47Sxgt+4v3+kUl56I4PyLLEkm3jRYe89E355KXTsjWKwWQoW7Q4ErHrfL057g5HNddkxh7/zvy5iKy50Rp/TRkc/LQe+1skzKo3YcBAVD5nthp7QETlZodMhHtJjzDITXZO4oPjYxK5jg6x5C/cW7aYLXtYDeXviYy9un2/WK/PAa3D22uFeB6Rb37iErnlgAbXsi/N/W6/jsMRynBIXqvpeSTipn63Y/wh+fJl2hVvXM9Z+Q3jnZSprP1k7P6scdK5jfOefl0Ty95Ze1Mcv3U9lqvQZ2IZf/BXLDNAAAIQgAAEIACBZhFQYvXD3xA5fdI5udoEsXrppZfK8uXLPbGalKuhWFX/VV+I1fJbXwnqbr8Qq92S47zaCLRDrPpCZPqqQKamhGGFeBNzx9JzQv7ugqtENOHrSYKf+ELRk2mhPE0JzelIzhoSVZedCQFkiEt9vAhFKJFCSRH8/28LZaovVLx4f8uXgBNh7Noaz/DinogEsSGxVHw7JyJhGomjD03LJy+dkslIEibnrjBfdUwVSCbRxFIkpWSnPDS+o6AIVGcpdttl+m0iuySWsVZR5e2XcC/ZRa2+J5WyS+7f6UTMWVI/lIK6PPNj9cVlWqwObh3FRHUQm5iC37+O4v1tE3t5sq8MB12sWsf09o1/3Ux8vYhYzRDx3p7PEfUpsZoeJ8nFO0XF99lpmVAfb4WvxeHPL71FjP2euAYKidWs8eu4hpkTAhCAAAQg4ACBX/ziF/LUU09JJ4m1ePFiOe+88+Qtb3mLA6sixIhAKFbVDxyTq532ZJEsz87OiqqKXLJkSVdViYjVIpS7Pwax2j07znSQQCvEakLg1ZkGJRy2y01aJVkoMLbKtJIieoWqJe5UdZ0nE0RuCqtRbWvNWb+9Ws8XZttlUia2T0cxKbkxdWFY6avJak+s6pWt8e/+5H8mqgE16SrGeIF4UeN8a0J26GsKBV6qqrDOTA5qbl9YJwWlp0iDyspSYjXkrZhqObKLKl2mZYi1xF4yxapF1GXsPW9+2Szyk4l47+aJsQGuo4hYTQplPfshy5tkuyFZk8eEH5LoVeNlOIRi1cu/JnPjeeKc1S1W/QpU/TUha/9m7/ewilV9YDP5uEUUJy7B/OtjUNcr40IAAhCokECBO5sqjIapWkDgscce8251XrFiRe5qDh8+LEpSXXTRRS1YdUuWMHdMZK7DWu7bKnL1N+KDHJKriNWW7NOcZSBW259jVqgRaINY9f/gnpDNd+9qRisAfYdFAkLdetuFWA0qEuUzfjuBzEpErTJUnz77NmgVSyIm9Yb+8Un/FnRdnKQkii9Wp977kHiySReiWlWd1/5A/wol3GdEtg+1WM2rJIwFld4OIqvCMM7vGUbVdnbFqgTVxTkVq1orCr0i9fmM2/ttL6j+/Dtl8pEpmbgjaHfh7a8JufEnt8TV5cHJg1xHkVYARSomsz6k8JaQJ5gLcjDEaocPGYq1AqiyYjXrg5i8ytj4nM5iNe+DHv5JhwAEINAGAtqdQkErq7wP/dqwYtYweAIPPPCArF27ttBE+/fvl8suu6zQsRxUAQG9GrXMdI7IVcRqmaS6eSxi1c28EXWXBFojVrdL3Ms0T+51yamr04zbXZ+XL3UlVsN+lXEEqduoS1asxpWp6k28JnuTfRDD9gLBz6NWAEFFhbrNO1nFl9VTMuwv68WuKmARq37fXctXqv9sdEyyr6XZAkMXf7b+nGZP34zemYm2Eelb/RN9SDN644bib+vMJVEVtL/vHpKJnVrbDm9tg11Hd2I1wWfNjfL1907Jh7KEZ65YfUiKcCgrVuO+xvomClt7ZPdY9dszqNejfMHvj1qwx6rx4Yuezz6J1czxu3pl5iQIQAACDSSQeE+mImzQHVkNBEZIBQjs2bNHVq9eXeBIkYMHD8rGjRsLHctBFRDoVqyq0ByQq4jVCvZQzVMgVmtOANNXS6A1YtUQHkX7Bw6Kta2XZLE3zEkJlOpl6EnNsOowiL+MWNWrUj1pEorV5C27cVWq94Ac4/a0zbJ5yy6RoG2AIfG2bJbNd4vW8iAUM5oUTLY3GLpWAH2qWM15mJRqw5B6uJGxd8pXrCYfjObtvg5C8cv/5e+CKmgJ9tqfyLTeD1mNMeB1dCdWtdeGYI29iNUiHMqK1c4PrxpcxWryldP6YYAn6VXes+IoXrGaPb7+6L9BvZ4zLgQgAIEqCBR7n1hFJMzRHgK7d++WVatWFVrQoUOHZNOmTYWO5aAKCPQiVh2Qq4jVCvZQzVMgVmtOANNXS6ANYtWTO+Et7B6+OsVqIBJTD4wq9obZJlbtPVv91gB5ckv9LjmevZJRPUxop8hHzFYF2bc++w8aCtsTGDtWl6YZD2nyH3Kj9Y0dOrFq77EaSkq7wEvv6XR+Ooiq1FPjMx5KpH1IEVWsXjUtl9jaTWQ8KC6+VT2o1P6ayFXeNWq2LLDtUb2C1XqLeMl1FBWrth6pUXyPTPoVq9bep0FVefAgulSP1fGwQnRKJnM4dO6x2nt+42u16GtkkeMSDw+MZLnqwarajWTsd60SPr8VQN74QZuJav/ZZDYIQAACAyBQ7H3iACZmyBYTQKw6nNxexaqcLnLHlMg15zQSAmK1kWnpa1CI1b7iZLCmE2iFWE2K1BpbAWTLyGK9s6wVq49MykPhw6tsaytTsWpsyHTFqqhb9fXeXl6/TbPqzLg93JjbrHLN7FuZWkNQ4fs2NdcQVKBlCOewl1oxsWoXXuH+2SlXpStWSwpJXSo+pMRqslI6FOIW2ajnPpT5fguLpCQb/DpSVd9qYV717nTcPiRoR3CL3Bhfa9H69osELQ/8PrPh7fb+xeSvz/xZeJkV5xCME/S3tY7ZSUQWyO9AxKr19SfZE/UWEa8FQaCdE9dAbo/bTuMHr1dN/7eW+CAAAQjkE0CsskP6TwCx2n+mlY3Yk1g9XeTOKZGPNlOqKoaI1cp2Um0TIVZrQ8/EdRBoh1gNRcmuCGGqD2lFcO0VocFt8D9XMieO0ex56QeYVYV4y4F4Ab32WDXlilalmnward4/M9EKYOcTcaWY2QoglKOJXpxxZryHJ52hHji2fX8cSkavzorSVv00Obe/e2xSvTwTAjJLpgdybd2WXbLPq5Q06iflS1H1YEaPzYRw1CW6JHPmUUv2ffVRGqLMaEGQEKsVrcN2XaZfI2x7drPs/NaE7NAqrNNj2aVqKQ6hoNUeHGaL2e+Pusz+ELuUWL0qepifucFVvH4lqf5qFB1jVNt3rljNkqLGa5llv4drCTll9Yz9tHUvZz3krfpLmRkhAAEI9IcAYrU/HBlFJ4BYdXg/dC1Wmy9VVVYQqw7vzYKhI1YLguKwdhBojVhtRzpYBQQgAAEIQAACEIDA0BEodmfT0GFhwT0RQKz2hK/ek3/2LyI/Ppofw6OfE7llSjvGDamKWK13a1U1O2K1KtLM0wgCiNVGpIEgIAABCEAAAhCAAASGmUDyziHJviNimDGx9uIEEKvFWTl5pFHV6o5URaw6udtKB41YLY2ME1wmgFh1OXvEDgEIQAACEIAABCAAAQhAIE3gwQcflGXLlsny5ctz8bz44oty5MgRWb9+PRhdIhCJVbekKmLVpU3WfayI1e7ZcaaDBBCrDiaNkCEAAQhAAAIQgAAEIAABCOQQeO655+SZZ57p2M9y8eLFcs4558jKlSvh6RIBT6weaPyDqmxI6bHq0kbrLlbEanfcOMtRAohVRxNH2BCAAAQgAAEIQAACEIAABDIIzM3NyauvvionT57MZTQ6OiqLFi2ShQsXwtIlAruvEHnlMyIfPcelqL1YEavOpax0wIjV0sg4wWUCiFWXs0fsEIAABCAAAQhAAAIQgAAEIDB0BGamRcYnnFw2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mHRkB0AACAASURBVESs9kKPc50jgFh1LmUEDAEIQAACEIAABCDw/7d3N0By1XW+/z/d0zOZSTLJJDNhCAQyEwUCIq7+3VpCrEuI/sUiNz4su3XNHxcv4GXLB/bh79/KH12te0HgWluUV13XutQqu64s1/KiaK6WUP55uMVTlS6rggF5ykQIIWQmJJk8TGbG5F+/89B9zulzuvv0dJ8+5/R7dqeQmXN+D6/vr5vk07/+NQIIIIAAApkUIFjNZNliDZpgNRYXF2ddoBPBatbNGD8CCCCAAAIIIIAAAggggAACCMQXGBkZiX9T4I7JyUmtWLFCQ0NDKhQKsdu74oorNDo6qt7eXuu7VCpZ3yYQLBaL5W/TsGm/mT5iDypHNxCs5qiYTKW+QCeC1TVr1tQfGFcggAACCCCAAAIIIIAAAggggECuBGZmZhY8H4LVBRO2tQGC1bby0njaBAhW01YRxoMAAggggAACCCCAAAIIIIBAPgUIVvNZV++sCFbzX2Nm6BEgWGU5IIAAAggggAACCCCAAAIIIIBAEgIEq0kod7YPgtXO+tN7wgIEqwmD0x0CCCCAAAIIIIAAAggggAACXSpAsJr/whOs5r/GzNAjQLDKckAAAQQQQAABBBBAAAEEEEAAgSQECFaTUO5sHwSrnfWn94QFCFYTBqc7BBBAAAEEEEAAAQQQQAABBLpUgGA1/4UnWM1/jZmhR4BgleWAAAIIIIAAAggggAACCCCAAAJJCBCsJqHc2T4IVjvrT+8JCxCsJgxOdwgggAACCCCAAAIIIIAAAgh0qQDBav4LT7Ca/xozQ48AwSrLAQEEEEAAAQQQQAABBBBAAIHsCBRnZnSyvz87A/aMlGA1k2WLNWiC1VhcXJx1AYLVrFeQ8SOAAAIIIIAAAggggAACCHSTQM8921Vc818090fZC1cJVvO/UglW819jZugRIFhlOSCAAAIIIIAAAggggAACCCCQHYGe7/4H9XzmoE5974eZC1fTEKxu3rxZIyMj6u3tValUsr5NGGi+i8Wi9V0oFKwFYf7p/u/srJDOjnTFihVND+DEiRNN3+veeHj+dS0pDDddt8L27dtPLXgUNNA1AnkIVqd+/GltveXxqppt+8ZjuuFtHSjlr76mSz5+t9PxBt147+3aepok38/Nr7fpjsdu0IWeIT799Ut0ve7QY5+s/NQ/P097zn3W7x/YpB23b9VwYLph7ZUveX2HPv3BCV3jjsH699vkSm743A7dvsVt8Wl97ZLrVZ6V93dR85Vk9X+X26NnvgGLjtWqA8vD6jJgbf1sw42+GvrtguvFX4/KNKKNfVO96v/Vtrv+a7mefganjbAxhqzZyr1T2vHprbrN91AMrNeQNr3rrHrOdutV66OGn8zjYeIa32NIMl53asx9LFqthow3UIOq5dFA3bz1ledx4j6Oq+biPBa8DpXH9Lj+pWrc/lHVXic1FrjTr3c8dluB5yXf80TEuvO4RT0fN1LnSq3D1lLIOujU45d+EUAAAQQQQACBDgtYwerV90qjmzIXrqYhWN2yZYtWr15tBavBcNUbrLqhKsFqcgueYDU5a3pqkUAegtVqiint+PpjuuST1UFji9iimwmElf6A5HrJE/ZaIcZLdphmhUFuOHyVJ1i1wo+JcjjrC1G94WQgEPKFG972yiN3gws3RLEDk4lyEOQNouxrJ652gmprjg9pkwmp5A9nveOz5zRWDo/LIe+f7rIC3DHXIhjwtr1IHe7ACee8oZsZkTcEDwu4/D8LCwqdNpw15Q3Zq8P38PsrMsH1YP8mOsR31pP84bD9YoLsNRA278DPzBzvHPMG+u4LEpXHgBtKR/ntGLuzgWA1bLwRc3BRGqibe6mZx4PaprtfGiuH5eXHZODx6AajzQSr9ddJ1Fo3c71VE+uku1UJocshrXeMVcFqVEBtP5esDgu2HTv3MR9aZ89Qvc+N5XXsfd4xL1TxhQACCCCAAAI1BQ4dOqSdO3fq8OHDNa9btmyZLrjgAi1fvhzRDAmUg1Uz5oyFqwSrGVpoHRgqwWoH0OlyYQJ5DFaf/vqntetPnV2iC+OJfbcJT27VZwM7PU0QcY0mPvigLvPuUDWh07crwUs5uPLutjNhwpekz7q7UUPuscKrQDvuwK0wp2r3nh2Q3apNGrtlwhlTddBWDj/+8DH/GJwQ0ARgn9WtEfO9XVv3fk2XPHJZeedgeSxWsOrZKevsHCwHt7HVs3RDeGDprb0VDHoCae/sKoFTxE7GiLXQXLAaDNCckDNkrYUGYWbg5VDuMj3oC+49s/KEbpc9EhKs+nabNuhXZ8dq5HjdXazr/LvG7R2v3hceKuOvfoy5jyXzmK8Y2teNadtd8jwPmGsflK66WxOeQLmRHat2UFt54SJ8nUS8uOTW5d4x3el5LNqP+Rs1dstDld29dYNVa/Xau5XX3aHwYNv/4kwjwWpVwB666zhLj33GigACCNQRaOCdTRgiEEfg8ccft97qbHbl1frau3evJicntWHDhjjNc20bBQozB1WYqd1B4Z4/V88n7q1clKFwlWC1jYsnB00TrOagiN02hdwFq+YPpZ4wr+P19AVLTQSrVmBxq7TdDoojd/TFClbtMOeyx0zY5Y4pPFgNHktgewZ2sHqRq0IYt33PPasDRxA47T20ObBTsePFa8cA6u0UdXaFhoTh1mjKwWl4sBp19EP8YNU9xqH66IkwlXpBWfhb8d2WKmsjNFj17nptIFwLfzHB715rvI3cX3NleMLtvZ4duG67d+jOygs/zgsnm9bdpoeaCVbrrpPwYLUyx9W+3eiui3nBpPyCTEPBamXdhgargd2mdddLyPEI7Xg00iYCCCCQHgH7BbyodzYFj3pKz7gZSZoFfvrTn2rjxo0NDfHRRx/V+973voau5aL2C/h2o8bpLiPhKsFqnKJ237UEq91X88zPOF/Bqj+E7HhxfG8d3uuEmZ4zVRvZsVp1TmnIOYMxd6xab1N+l3lbvxuwmjEFduS5Z0lWHSNQ4+3SVW+VDp6T6IR01vEBnqMAuipEaWWwWjnztrzWQ499CHsLf9QZrZL/bN1ADSPOIK0blNUMRP3BauVMXndW3jM/G/QLOXNZqoTE7QxWfW17Hpvu2a8meHR3tbs73K+Z2Oo7AqHhHatNBav+F0a8QXJl7KoErr4XQqL93XbsHdfBM6/9AX3UWbrBc4brnS/d8ed4BoAAAgi0TMD7ZzKn0Rp/vmtZtzSUa4EdO3Y0vAvV7G7dunVrrj2yNLmmg1UzyQyEqwSrWVqNyY+VYDV5c3pcoECugtXU7FathFGVD4Zp7A/Mwd1yVW/39e3eq/8H76rddz6jwJh8H8yzQduukibGKscaRJ0R6f0QoKoPwvGc9xl5Pqy2adtVd0tW2LvABZ362xsMBusGZu3fsRpKGfGXvFYGq+FnrDrntKZ+x2pYYG2Hipf83DmWwxyFYR3vcYkec3ajj3/PfwRCW4PVGh9KJu8Zt26tt0u3lo8LaDBYDa7fuDtWQxdf/cdO6h/+DBABBBCIFGjsz4kAIhBH4J577tHFF1/c0C1PPPGErrzyyoau5aL2CywoWM1AuEqw2v41lOUeCFazXL0uHXuegtXKTsxOFtMJVqp2Djb2B+awYDX8zFbPGbIxdqxG7RSr+qRyZ6esvbPVfVt44NPCLeao+dr3uPdbl0Z+SFXKdhq3dflEn9Xpvs3/25sf0tV1z84MD1Zrnam79YFN5Q9Sqv3W/OizVKNqGH1mqfe80fAzSt0PozIfbBR6FEDIp9JXPmTNUyzncWD5JXjGqu+M45DHYvXb683b72+Vrt6kh75tn5/sPTLAzKjhYLXuOqk+CqB6jUQfxWCNXduku6RrrPOho8LNemesNn4UQ/TarHEESVsfszSOAAIIJCHQ2J8TkxgJfeRHgGA1u7VccLCqUenL92v+E+t1MoUMBKspLEqKhkSwmqJiMJTGBPITrKZjN1NUsOUGkPXOzgrdseoNxMI+GTtGsOpfFd4/xAdCi6pPc/d+2FSllej5+j/l3rqj3KY52zXwoT6+0K+xtZvZq2p9uryzw9cEbdff5Q+y/Z8AH77eWxqsftzdJRqod2iYF3FEhFXzCWvH5lbnCAh9znOWbsAidOdrMJCv49dIsFreZa0bPWFzjWMuyi8M3Cbf+N2jOqy6mR2oW1X1IWwhga+7+9s9diE470aCVetljbrrJPgoqb1u7tD1viMJ3ND7cblrMex+d4e+fc3q0A/Mixus+s8ZrLww4zlCJLNPAAwcAQQQCBMgWGVdtF6AYLX1pkm1uLBgdVT6+/s1f106Q1VjSLCa1ErKZj8Eq9msW1ePOjfBakrOoQrfEeqcL7jXhEx3e9Zb9Q7QqN1kt3mOLKzaXdqSYNXdUXqb7K48ZyJWfUqtPQUTCpmzIavPxHTvDb4tOqrNsJ2wOX9Y1ng79oXO1KvXUgNnjXqDzNMCgWjVjtWQM1qtWzwBWZ2zMv1VCp6pa//Wt15D5u090zX8SIGQXb41/BoJ9uyRhYw34gzZ8jxr1S1yR7YdKq66QfrqgWv02CcvdHZvP6RNJnAO+VA6f7AaUSdnV3ztdRJ4HEU9Vzhjv/Squ/Ww50O0LCUTlJbD9IizeT1u4eF+ZUermX/kGavuerHOdXWfiypz8J//m/PnCKaHAAJdJkCw2mUFT2S6BKuJMLelk+aD1fSHqgaMYLUtyyY3jRKs5qaU3TOR3ASr3VMyZooAAggggAACCCCQKwH7hat672zK1ZSZTNsFCFbbTty2Dop7fqniCwdrt//QbSre+pDnmmyEqgSrbVs2uWmYYDU3peyeiRCsdk+tmSkCCCCAAAIIIIBASgWq3iHUhe/oSWlpsjosgtWsVq6xcft3tWYnVCVYbay+3XwVwWo3Vz+jcydYzWjhGDYCCCCAAAIIIIAAAgggECFw//33a2RkRKOjozWN9u3bp8nJSb33ve/FMkMClWA1W6EqwWqGFlmHhkqw2iF4um1egGC1eTvuRAABBBBAAAEEEEAAAQTSKDAxMaHnnntO09PTNYc3ODioc889V2NjY2mcBmOKELCD1cdT/0FVYcPnjFWWdS0BglXWR+YECFYzVzIGjAACCCCAAAIIIIAAAgjUFDDh1dGjR3Xy5Mma1xWLRS1ZskT9/f2IZkig57sfVc+RGzV/3XrVrnD6JkWwmr6apGlEBKtpqgZjaUiAYLUhJi5CAAEEEEAAAQQQQAABBBBAIBUCxd0T0tqxzIWqBo9gNRVLKLWDIFhNbWkYWJQAwSprAwEEEEAAAQQQQAABBBBAAAEEkhAgWE1CObt9EKxmt3ZdO3KC1a4tPRNHAAEEEEAAAQQQQAABBBBAIFEBgtVEuTPXGcFq5krGgAlWWQMIIIAAAggggAACCCCAAAIIIJCEAMFqEsrZ7YNgNbu169qRE6x2bemZOAIIIIAAAggggAACCCCAAAKJChCsJsqduc4IVjNXMgZMsMoaQAABBBBAAAEEEEAAAQQQQACBJAQIVpNQzm4fBKvZrV3XjpxgtWtLz8QRQAABBBBAAAEEEEAAAQQQSFSAYDVR7sx1RrCauZIxYIJV1gACCCCAAAIIIIAAAggggAACCCQhQLCahHJ2+yBYzW7tunbkBKtdW3omjgACCCCAAAIIIIAAAggggECiAgSriXJnrjOC1cyVjAETrLIGEEAAAQQQQAABBBBAAAEEEEAgCQGC1SSUs9sHwWp2a9e1IydY7drSM3EEEEAAAQQQQAABBBBAAAEEEhUgWE2UO3OdEaxmrmQMmGCVNYAAAggggAACCCCAAAIIIIAAAkkIEKwmoZzdPghWs1u7rh05wWrXlp6JI4AAAggggAACCCCAAAIIIJCoAMFqotyZ64xgNXMlY8CdCFZRRwABBBBAAAEEEEAAAQQQQACB7hMYGRlZ8KQnJye1YsUKDQ0NqVAoxG5vy5YtWr16tXp7e63vUqlkfff09KhYLFrfpl3vd+xOuKEpAYLVpti4qZMCnQhW161b18kp0zcCCCCAAAIIIIAAAggggAACCHRA4PDhwwvulWB1wYSpbYBgNbWlYWBRAgSrrA0EEEAAAQQQQAABBBBAAAEEEEhCgGA1CeXs9kGwmt3ade3ICVa7tvRMHAEEEEAAAQQQQAABBBBAAIFEBQhWE+XOXGcEq5krGQMmWGUNIIAAAggggAACCCCAAAIIIIBAEgIEq0koZ7cPgtXs1q5rR06w2rWlZ+IIIIAAAggggAACCCCAAAIIJCpAsJood+Y6I1jNXMkYMMEqawABBBBAAAEEEEAAAQQQQAABBJIQIFhNQjm7fRCsZrd2XTtygtWuLT0TRwABBBBAAAEEEEAAAQQQQCBRAYLVRLkz1xnBauZKxoAJVlkDCCCAAAIIIIAAAggggAACCCCQhADBahLK2e2DYDW7tevakROsdm3pmTgCCCCAAAIIIIAAAggggEAWBWZmpP7+LI5cBKuZLFtigyZYTYyajlolQLDaKknaQQABBBBAAAEEEEAAAQQQQCABge/9P9JZX5Quzl64SrCawPrIcBcEqxkuXrcOnWC1WyvPvBFAAAEEEEAAAQQQQAABBDIpcPeV0v99UPrBjzMXrqYhWN28ebNGRkbU29urUqlkfff09FjfxWLR+i4UCtbSMP90/3cm10oHBr1ixYqmeyVYbZqOGzslkJdgdepHf6nLb3rUYdyoz//kK/rAaR1S/eV/0zs/9p3qsfh+bn79EX3rF3+lizzD/PVX36lr9S394i8qP603N+v3P9us+776AQ0HphzWXvmS13+ov7xil65zx2D9+80qK37hPn3l/W6Lv9Z/e+e1cmelq+0x+sdW6fwj//AL/dUfBO4xv3buq1w5pR/+xeXada25vkP1SrTbEBPT/yWfL9cvytRcttFXE/MT0943NV5vvTu1VdX97uQjxhW1Rr/tRQus48A6sq+sXuvW6M16/3b47yq/ry6Qvb48Pw/p02tl91P9vOBau+3Z14UvCHPN5v8d/vu44/H2EBxD+XfO80V1zSWF1DNq3QTvDz4nVM85uh4+GWd83rmH1tP3PNP8+q+uZ3Sd/uoP7OeVmx/zX1NVp0Qf+3SGAAIIIIAAAgi0UMAEq//X96XTN2cuXE1DsHrFFVdodHTUClaD4aobrJp/mi+C1fjr1gTUzX4RrDYrx30dE8hFsGr9BX9XOUytFTS2HToQVlbGMq5/fue1kicQskKIF+xATd5g2Bs+1pqbN6j1BHNmjr6QpSrMtK5wggc3RLEDj13l4M0f2JmxfnPMDVqD1/piIv3wq4/oXX9hQl5z3QPaHAiPGwqV2l6oTnUQFoT6a3GmWQsT1/nC9ejRNhasmvo9oI/oOy+MhwbwUQGtd42aiD0sOPP/LHxthD4mzWPli7s0buL6iGDdv+4chcBjIixkDP7MDQ/9IWMlfPMGq5V1Xq3eqvGEPQaCLzqEj9m+M6yelnFw3TgB7Hjwecd58aZ+PaNWnrG7SbveLH1HlbVaDmm9zzlVwWrwhYAG1n9gHqF18Aw1uG6tX1ltPKDN9V6E6NRTA/0igAACCCDQYoEDBw7oqaeeqnue5bJly/TWt75VK1eubPEIaK6tAm6wajrJWLhKsNrWlZGKxglWU1EGBpGUQC6CVSugkb7g7tg0wcu3ogKk9sqacOMmfSGw09MECddpl/lLvTdkDBlnVTjSyNxqzDc0bHGC15u0WeM37XLGVB3QVcKLPVW7Iqvn6QY+f6ldH3Z2CwfHHqR3fr/5zTdr17/rph2rYTtMnXDpzd/SfWPfbHGw6tbWrMGo3a0RAa1nbdnh/3jVLms36LNfJDAvIIT0UWOt15pveIDmHWuNkN8Txpmdpt/UR6QXxivPEyHBbiOBXXXwGn883t229mN0XB/5tjzPD/aLErr6O9pVfkHDfQCF1zP8sV69I9zdsWq5161n9S74Ski5S9f9ZFzf9Ox6t/0+r/GbHqjsoq4brJoW661//zwWXqf2/neA1hFAAIGmBBp4Z1NT7XJT1wo8/PDD1ludV69eXdNg7969mpyc1KWXXtq1Vqmb+MxBaabOqL53nXT99ysXZShcJVhN3Ypr+YAIVltOSoNpFshFsGr9pfwm6W/sQK/eX7oTrUc5VNisB4K7NxsJVhuZW+xg1d1J6h1TeLAaPJbAtvN7lz3NOP735spOyzp/QbB23f07++3V5p/dcxRAeLjpBmMtD1Y962OPb+ex95EQHqx63zYeFdJbrQT6CHvbvf9x5wnKzggcSeG5MHqHqJyAt9aO3UofVrA69i1t/tkDGv+qc/yGtV7H9fkXbi4fRVHvuaNV46kOVq/Tt/TNqhclzIsODwSD1Yh6Ru9Y9e/S9AWrUTuj67w4VenrTN9RHq7PF3RT5cWBhoJVZ5f9xHXhLywEdpvWq5O1Hj/2nZCjMxJ99qczBBBAIIaA/UJh1Dubgkc9xWiYS7tY4Ec/+pE2btzYkMCjjz6q97///Q1dy0UJCHh3o8bpLiPhKsFqnKJm81qC1WzWjVE3KZCPYNV9i3IFIRVn6fnOQTS7PpvYsVp++3WNucUMVt1A0z4D1R1TYOefe2al7xgBz/mIgaMHQsPWwLi8IZ0VfDghbGU8TS7iTN0WHQT6gtXyecHeyYWdfVn/KABfCBW5ViLOvvTUv9Fg1f7LX+CMy+B68YVt0efslt9a7qux1yFOsHqfrpu4vBzi2+vuPo1/q3LGb3h/lTNwTTBdfQZr/PGEBasmUHd3u7s7ws14gztko+rpO06k7FV9ruzCg1V/vbzrojI2VQJXX3De7Pr3z6NendwAot751Jl66mCwCCCQc4GQ45M6+A6snGN3zfTuuecebdiwoaH5Pv7447ryyisbupaLEhBoNlg1Q8tAuEqwmsAa6nAXBKsdLgDdJyuQh2DV/suz5y3K1m4ld0dbsp52b9VnN9pnWMYPVhuaW5xg1berNDAm3wcAbdRHrpZ2jXmPNXAt7fk98B7Ph1sFd6uGsUfs3iVYdVaNc0Zma3eshgWmYR/u1rodq6G7agJrNPSDlkLOAm7VDlF7x+p9+srZ/+wE+nIej3+mXZ4PT6u3E7JV4wkLVn/x4V3OkSbv0iPODvzx/+E929isk+h6vuuJqDNWW7xjtcaHk8m7I9qt+d9IN5WPC2gwWA09K7Yyj3p1Cn/Wr/8iRCf+a0GfCCCAgC3Q2J8T0UIgjsDdd9+tiy++uKFbnnjiCW3btq2ha7koAYGFBKsZCFcJVhNYQx3ugmC1wwWg+2QF8hKshp9r6pz1mSipE3xUhUSN/YE5uCsw+sxWz9xiBKtRO73CdviWA8+Qt2oHx9VQOOoGq/8gXfux71RXJfRDthItXgKdRYU79c6YjBpanbAoZG2Eh1Lh7XjXY1XI7xmSta7MGavX7tLlYecb19uhGvjQN7fp0LGGfMp85UPXPIMKnrFqvaXe2Tlu1qC1Yzr8rexfeX/4my5bNZ7QYNUay03StZv1wLfsM6Orjm6oUU/f2+/LDNFHfDR7xmr1zuXgkQuVF1wsL3O27bel66zzpZtd//77agertfvYFfFBaQk8+OkCAQQQqCHQ2J8TIUQgjgDBahytlF270GBVp0tffUC64fyUTcweDsFqKsvS0kERrLaUk8bSLpCXYPXyn22ufNp5Bz/9Ofrt0o2dnRUWrNadW4xg1b8evX+ID7wd27frNzj2sH+vPjfU99Z/90gD59PIveNoKJRN+wOp4fGFhT4NfCp6ZPuNvRXed35t6HqpH6yaIdjBvP9IAt/PInaL+0LZ0P7DjwOoH2S6n/Z+s/QFzw5q3zEcw75zl90XF+wXE1rwoUjBUDjQt1W6sJ85Na0Orx8tnw3qn3/EkQmO5/94zwP6cNWZqdHB6i/+4qL69axad7XXybd0rf/ogvLuVnfNNLv+4war/nMKvTUYt+re8AOWCxFAAIGEBAhWE4Luqm4IVjNc7gUFq6dLdzwg/ad0hqoEqxlelzGGTrAaA4tLsy+Qh2C16jxHSZ06YzV8R6jz1utX7Q9UqXxVn5kZtRvs5sc8dwWDgZYEq5Xw51Grq8DbxQNv/93oDbEi+69zzqYzpe4LVq9V1X5dzxmkoW+Td6x87tbPwt4a7lz8J9do4/+cc3YKep+rwsKtiIDWCkp36fM/qeyQrl7j/nUcPv7KeorabRj2okT07tpr5dulGvL2dK9V1bmk5aNCqoPV6jNUbTvznFI+UsC3o9WuQZzxeKvhm3etD2mK2NVrr4FvatVfS1+euq7y4XFWJ5Wd0CZItVaMCcc9L3DUq6fvv3JRj3VnbJuu/o4eCnzYln+nc8R6Da7/qoDYP4/IM1bd535rl/3Nsp/LKl/Vj5/s/zecGSCAQF4ECFbzUsk0zYNgNU3ViDmWpoPV9IeqRoIdqzHXQwYvJ1jNYNEYcvMC+QhWm58/dyKAAAIIIIAAAggg0FmBxt7Z1Nkx0nvWBAhWs1Yxz3hf+Tfp+TdqT+DBW6SbH/Bck41QlWA1w+syxtAJVmNgcWn2BQhWs19DZoAAAggggAACCCCQcQHrXSK139mU8Rky/IQFCFYTBk+6O9+u1uyEqgSrSS+UzvRHsNoZd3rtkADBaofg6RYBBBBAAAEEEEAAAQQQaJPAj3/8Yw0PD2t0dLRmD/v27dPU1JS2bNnSppHQbFsEysFqtkJVgtW2rIbUNUqwmrqSMKB2ChCstlOXthFAAAEEEEAAAQQQQACB5AVeeuklPfPMM3XPs1y2bJnOP/98rVu3LvlB0mPzAlaw+ljqP6gqbIKcsdp82bNyJ8FqVirFOFsiQLDaEkYaQQABBBBAAAEEEEAAAQRSIzAzM6OjR4/q5MmTNcdULBa1ZMkS9ff3p2bsDKQBgbuvko78jfSfzm/g4nRdQrCarnq0YzQEq+1Qpc3UChCsprY0DAwBBBBAAAEEEEAAAQQQQACBaoGJXdLYtYqYsAAAIABJREFUeCZl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6ESwmnUzxo8AAggggAACCCCAAAIIIIAAAvEFRkZG4t8UuGNyclIrVqzQ0NCQCoVC7PauuOIKjY6Oqre31/oulUrWtwkEi8Vi+ds0bNpvpo/Yg8rRDQSrOSomU6kv0Ilgdc2aNfUHxhUIIIAAAggggAACCCCAAAIIIJArgZmZmQXPh2B1wYRtbYBgta28NJ42AYLVtFWE8SCAAAIIIIAAAggggAACCCCQTwGC1XzW1TsrgtX815gZegQIVlkOCCCAAAIIIIAAAggggAACCCCQhADBahLKne2DYLWz/vSesADBasLgdIcAAggggAACCCCAAAIIIIBAlwoQrOa/8ASr+a8xM/QIEKyyHBBAAAEEEEAAAQQQQAABBBBAIAkBgtUklDvbB8FqZ/3pPWEBgtWEwekOAQQQQAABBBBAAAEEEEAAgS4VIFjNf+EJVvNfY2boESBYZTkggAACCCCAAAIIIIAAAggggEASAgSrSSh3tg+C1c7603vCAgSrCYPTHQIIIIAAAggggAACCCCAAAJdKkCwmv/CE6zmv8bM0CNAsMpyQAABBBBAAAEEEEAAAQQQQCA7AsWZGZ3s78/OgD0jJVjNZNliDZpgNRYXF2ddgGA16xVk/AgggAACCCCAAAIIIIAAAt0k0HPPdhXX/BfN/VH2wlWC1fyvVILV/NeYGXoECFZZDggggAACCCCAAAIIIIAAAghkR6Dnu/9BPZ85qFPf+2HmwtU0BKtbtmzR6tWr1dvba32XSiXr2wSCxWLR+i4UCr7v7KyObI/0xIkTC57A4fnXtaQwbNWvma/C9u3bTzVzI/d0p0BegtWnv36Jrr/LreE23fHYDbqwUyX91dd0ycfvdnrfoBvvvV1bT5Pk+7n5dfU4rXnoDj32ycrop378aW295fHq9pyfWL9/YJN23L5Vw4E5h7VXvuT1Hfr0Byd0jWtl/fttKvf0uR26fUuwxSnt+PRWTVz9mG54m7ezp/W1S66XvlH5ub8m7rUeD0k1x9ep+rW1X9vJXR3lrjbcWFW/aj/venHauSpkrUxc41s/Vh9ObeWpqX9dVSa9zVND+6d2zW9zF4b5Uch47Wsbn591tfW4DZlXVQ0iHivlx7x9gzv28LVXueayRy7RnWNh69vpOPBYsKYc+niQLMcqc+Nwp8acx74ZT1V/vsef41bl6tq786/nG/F7W0d3PHaZHgxbf97noqrnKU8x3PUWwydYyqBX7XVeWbve5Vd57qw33w7+d6CtzyM0jgACCCCAAALdLmAFq1ffK41uyly4SrDa7au39vwJVlkfmRPIQ7BqB0Rj5TA1POhIqDSBsLISeo7rX8KCx5fsQE3e8NQbllkhx0Q5nPWFqN4AJBDI+EKzQPhmS4QHNhPl8MgfDLl6bruV8M0fulWHcl73p/W1r0s3fPJCO4xyw+LQ8SVUr8S7CXMN1iIscAz+rBIoec2j1r4Jrx7UNt390lg5wA291llTlRDRGZu8wW/Yz1zIGvNb5w+BrbD3SxMaMzFzOagPX3dW+OY8VkzUXx3IugHcQ9p07+0a/17t4DQ06HSnEBJChwXTvsdEq4JV+V94cPt9vBx81vOVL9CtXt6N+frmFnzRJqZPrWA1rI7+n9nrvPK85Dx7lV9MMs+rlQA78YczHSKAAAIIIJBigUOHDmnnzp06fPhwzVEuW7ZMF1xwgZYvX57i2TC0oEA5WDW/yFi4SrDKeq4lQLDK+sicQG6CVW+wEdyJmWBVTFh1qz7r2enpBhnXaOKDD+oy705aE2J9uxJ0WXFncPebFT5Jn3V3o4bcY+2EDbRTO/Sx+7lVmzR2y4QzpurApSp8csayad1tmnhXcMdq1E7W8ki049P/ovHb/TvIOhqCJ7guKl2FB1vloHvdHdoxdqfvhQLvMCsBoxMofW5Mtz1QJyy1dpGa8MmswUoIFWnvCfNNQOkNNCtjccLVYFha7svZpe3cENaX+zNrvuXHb4SPZ43bL0JUXkgJs20+WA0P8qw+nEBxLLCjt3U7Vu+UrpImxirPH9bjdGJMukvOzvIaL3hYhs0Fq1HPIdW74eP7RAWrsda5u+vfbay8HghWO/I0RqcIINAegQbe2dSejmk1rwKPP/64RkZGrLc71/rau3evJicntWHDhrxSZG5ehZmDKszUHnbhnj9XzyfurVyUoXCVYDVzSzLRAROsJspNZ60QyG+wau9cs96C38mvcshr3oLbRLBq7Sy9VdpuzyV0p13sYNWEI2Ys3jGFB6veYwmsXY/vekzmbdTmn/6jAGoHq9WBs10UgtXK4gwPGgOLtypQ+qz0pcrRDJG7UJ3gfa/nLenR9pW1UCugbCRQtEdffUyEGyRbR0qs9h5JUWNHpXNERiNrpuaOVGfHa/hRAFHBt7VaQ4/BaMShsaMA7tTYNzbpoUfGdbtzFIj1mBu7URO3uEd2hI3P61tr/G4tqnd4Rh3JER6sRu0Qrffiiv8x7w/Uo9b5Vpk1e/1dgZ285cvrzbeTT/70jQACCMQRqP5vZfDdGnFa41oEjMBPf/pTbdy4sSGMRx99VO973/saupaL2i/g240ap7uMhKsEq3GK2n3XEqx2X80zP+PcBKueHWz2W0mj/iKeYMl8b5nd64SZnh2bjexYLb/tuTLuqrfbxwxW3YD0hre5AasZU2AnmnuGovs2fdPHI5dZZ3dW7vda1gpVvP34/RsJyRKsWAJdRQdBzQWrt2urKsHk6pDzPn2hXnDnZ9h5rJ5dp80Fqw2cIevbVe5dOxFnZnqOi2hkzUSeseocmeENmP1FbzJYLZ+B7G2t8hzUcLBq7Sp2X4BxHjf3junO8lnIET7lo0Aifl8+I9Y8D4XUJ+I4jjQEq/Ypz4Fzfhueb/CM6AQe4nSBAAIINCUQ8melGn++a6oLbuo6gR07djS8C9Xsbt26dWvXGaV1wk0Hq2ZCGQhXCVbTuvLSMS6C1XTUgVHEEMhDsGqm6wtSrtqmbXfJ/7b7GCYLv7QSAlRC0Mb+wBwMjeyzSD1ve7beJib/h3PFCVY9Aam9k9Czi9b3gTQbtK38tmR/KBw3WI3arWrFJaEf/LPwCqS3hTYEq56dzJ/VrYEPUgoL2uzA75Kfh33okvVoKp/T2VywWr2jMRjQ+c7YdYtlhXvhb2X37qhsZM1kdseqcz6stSNczosZf7rL8yFzNY4CsM5CrffW+Po7gr2PnfQEq4FHNEcBpPcpjpEhgECTAo39ObHJxrmtSwXuueceXXzxxQ3N/oknntCVV17Z0LVc1H6BBQWrGQhXCVbbv4ay3APBapar16Vjz0uw6itf8FzSRGvrBFlVO8Aa+wNzWLAafmar55iDGMFq1E6+sA+dKgeoJuD5eNXn2Eu+OUbtWPUfZRAsRSMhWaLla3tnUcFq5czS5s6etNs1Z3TeLXPW5oX2TELWhhs6VoewzuTbcMaqfT6p+3b2kLXiOzIjIph1dtdWvdhQrlmlXXNcRfhb/e2Lo4PXwM5t73pI4IzVMXN8yV47UL1D19tHbjRwVELF1xzvUevDnGoEsyG7l1tyxmpgDfp2Zoeeleu8UGY+rOzqCW0NOz+6znpp+8OYDhBAAIGWCzT258SWd0uDuRYgWM1ueRccrGpU+vL9mv/Eep1MIQPBagqLkqIhEaymqBgMpTGBXASrvr+42+HKQ5t3eD5AqjGLVlxV+9zK6yXPB9+EnZ0VumPV+6ncVqAQOD82RrDqn6P3D/GBsCtsZ6xzc6wdq3U+SIxg1aC6O5y3lXciN/Zp6f4ArbwLtBx4R4Tdznr59uaHdHUwTHM+OGPD59zHjzM23agd7geoueP1/cxdWTWCOzdEC12v7ljvkD5eO1h1g9Hr76p4Wb17gs/mg9VKOyobRPzMmXKjZ6wGPwTMHxB73dxdxs78fI+her7tDlbj+4SF6u7zc911HvE8VLGrN99WPKvTBgIIIJCEAMFqEsrd1gfBanYrvrBgdVT6+/s1f106Q1VTFYLV7K7NJEZOsJqEMn20VCAXwWrVUQDmLcXOjr2WatVvLHxHqHPWotmJ5tv5GQiGQt8aHzhbUNJCz1itzKL2UQDm7eJhH/4VJ1itF5zW+3198axdUe+MTE91rLOCvfPzrpewgK2y69Va/5Ghtn3vqhukr37t8SrA6t3L1WtQ5TMug7dHnfFZ57zR8tq/VNvueljWzk3vB895dtG6Pw97rLmBcOQZq87jxwSvflt3Ht4w8zZ5dSphs3/OjQSrVWeEWk14z4H219P3YVJVwWrIGanltqLPWJXM3CKCyBBfM8LqHavO3H3Hhtg/i/Ipt+OeQxtYO9W18j8vhh4b0fB8PWdaZ+2pgvEigECXCRCsdlnBE5kuwWoizG3ppPlgNf2hqgEjWG3LsslNowSruSll90wkL8Fq91SMmSKAAAIIIIAAAgjkS8B+YazeO5vyNWdm024BgtV2C7ev/eKeX6r4wsHaHTx0m4q3PuS5JhuhKsFq+9ZNXlomWM1LJbtoHgSrXVRspooAAggggAACCCCQTgHnOJ7K4Krf2ZTOgTOqtAoQrKa1Mq0Zl39Xa3ZCVYLV1tQ/z60QrOa5ujmdG8FqTgvLtBBAAAEEEEAAAQQQQKBrBe6//36NjIxodHS0psG+ffs0OTmp9773vV1rlcWJV4LVbIWqBKtZXG3JjplgNVlvemuBAMFqCxBpAgEEEEAAAQQQQAABBBBIkcDExISee+45TU9P1xzV4OCgzj33XI2NjaVo9AylnoAdrD6e+g+qCpsHZ6zWq253/55gtbvrn8nZE6xmsmwMGgEEEEAAAQQQQAABBBCIFDDh1dGjR3Xy5MmaSsViUUuWLFF/fz+aGRLo+e5H1XPkRs1ft161K5y+SRGspq8maRoRwWqaqsFYGhIgWG2IiYsQQAABBBBAAAEEEEAAAQQQSIVAcfeEtHYsc6GqwSNYTcUSSu0gCFZTWxoGFiVAsMraQAABBBBAAAEEEEAAAQQQQACBJAQIVpNQzm4fBKvZrV3XjpxgtWtLz8QRQAABBBBAAAEEEEAAAQQQSFSAYDVR7sx1RrCauZIxYIJV1gACCCCAAAIIIIAAAggggAACCCQhEBasfvSjH43s+p/+6Z+qfjc5OakVK1ZoaGhIhUIh9rC3bNmi1atXq7e31/oulUrWd09Pj8y5w+bbtOv9jt0JNzQlQLDaFBs3dVKAYLWT+vSNAAIIIIAAAggggAACCCCAQPcIRO1YDQtXw0JVI0Wwmt/1QrCa39rmdmYEq7ktLRNDAAEEEEAAAQQQQAABBBBAIFUCtY4C8IarUaFqK4LVd1++SSOnjdi7VXvNbtUea7eqtWO1p6hioahC0eyENbtW1dSu2FShJzyYof6RpnskWG2ajhs7JUCw2il5+kUAAQQQQAABBBBAAAEEEECguwTqnbFqwtVaoSrBavrXC8Fq+mvECFsoQLDaQkyaQgABBBBAAAEEEEAAAQQQQACBSIF6wWojdAs9CoAdq40oN38NwWrzdtyZQQGC1QwWjSEjgAACCCCAAAIIIIAAAgggkEEBgtUMFi3mkAlWY4JxebYFCFazXT9GjwACCCCAAAIIIIAAAggggEBWBAhWs1Kp5sdJsNq8HXdmUIBgNYNFY8gIIIAAAggggAACCCCAAAIIZFCAYDWDRYs5ZILVmGBcnm0BgtVs14/RI4AAAggggAACCCCAAAIIIJAVAYLVrFSq+XESrDZvx50ZFCBYzWDRGDICCCCAAAIIIIAAAggggAACGRQgWM1g0WIOmWA1JhiXZ1ugE8FqtsUYPQIIIIAAAggggAACCCCAAAIINCMwMjLSzG2+eyYnJ7VixQoNDQ2pUCjEbu/dl2/SyGkj6u3tVam3pFKpRz099nexp6hioahC0bRbkGm+mT5iDypHNxCs5qiYTKW+QCeC1VY8kdafGVcggAACCCCAAAIIIIAAAggggECaBJYtW7bg4bz00ksEqwtWbF8DBKvts6XlFAoQrKawKAwJAQQQQAABBBBAAAEEEEAAgRwKEKzmsKiBKRGs5r/GzNAjQLDKckAAAQQQQAABBBBAAAEEEEAAgSQECFaTUO5sHwSrnfWn94QFCFYTBqc7BBBAAAEEEEAAAQQQQAABBLpUgGA1/4UnWM1/jZmhR4BgleWAAAIIIIAAAggggAACCCCAAAJJCBCsJqHc2T4IVjvrT+8JC6Q1WP3Rj36k97///Qlr0B0CCCCAAAIIIIAAAggggAACCMQVaPTv8ASrcWWzdz3BavZqxogXIJDGYNU8IZsvgtUFFJZbEUAAAQQQQAABBBBAAAEEEEhIoNG/xxOsJlSQDnZDsNpBfLpOXiBtwar7ZEywmvxaoEcEEEAAAQQQQAABBBBAAAEEmhFo9O/yBKvN6GbrHoLVbNWL0S5QIE3BqveJmGB1gYXldgQQQAABBBBAAAEEEEAAAQQSEmj07/MEqwkVpIPdEKx2EJ+ukxdIU7BqZt/oq1zJS9EjAggggAACCCCAAAIIIIAAAgiECTT6d3mC1fyvH4LV/NeYGXoE0hasesNVzlhlqSKAAAIIIIAAAggggAACCCCQfgHOWE1/jZIaIcFqUtL0kwqBNAarbrhKsJqKJcIgEEAAAQQQQAABBBBAAAEEEKgpYILVRv4Oz47V/C8kgtX815gZegTSGqxSJAQQQAABBBBAAAEEEEAAAQQQyJcAwWq+6hk2G4LV/NeYGRKssgYQQAABBBBAAAEEEEAAAQQQQCBhAYLVhME70B3BagfQ6bJzAknvWD1w4IBWrVrVuQnTMwIIIIAAAggggAACCCCAAAIIdESgFcHqiy++qJUrV2poaEiFQiH2PN59+SaNnDai3t5elXpLKpV61NNjfxd7iioWiioUTbsFmeab6SP2oHJ0A8FqjorJVOoLJB2svvLKK1q7dm39gXEFAggggAACCCCAAAIIIIAAAgjkSqAVwepTTz2lNWvWEKymdGUQrKa0MAyrPQJJB6svvfSSzjnnnPZMhlYRQAABBBBAAAEEEEAAAQQQQCC1Aq0IVv/1X/9V69atI1hNaZUJVlNaGIbVHoFOBKsHDx7UkiVLrK37pVKpPROjVQQQQAABBBBAAAEEEEAAAQQQyIXA/Py8zNGCR48etQJVgtX0lpVgNb21YWRtEOhUsOr224Yp0SQCCCCAAAIIIIAAAggggAACCORQwJx3SrCa7sISrKa7PoyuxQKdCFYPHTqkkydPtngmNIcAAggggAACCCCAAAIIIIAAAnkWKBaLWr58OTtWU1xkgtUUF4ehtV4gyWD18OHD2rVrl9544w39/ve/b/1kaBEBBBBAAAEEEEAAAQQQQAABBHIr0NPToxUrVmh8fFzmvFazgzXu17sv36SR00bU29urUm9JpVKPTLvmu9hTVLFQVKFo2i3INN9MH3HHlKfrCVbzVE3mUlcgyWDVnIXy8ssva//+/ZqbmxPHAdQtDxcggAACCCCAAAIIIIAAAggggICJOQsFKwxdtWqVzjrrLOuzW5oJPQlW27ucCFbb60vrKRNIMlidnZ21QtW9e/fqyJEj1nEAhKspWxAMBwEEEEAAAQQQQAABBBBAAIGUCZgA1RwDsHTpUq1evdoKV/v6+ghWU1YnMxyC1RQWhSG1TyCpYNXMwASpZteqCVenpqZ0/Phx60gAMwYC1vbVmJYRQAABBBBAAAEEEEAAAQQQyKKACVTNt3mb/sDAgIaHh61Q1exWNUFrM1/sWG1GrfF7CFYbt+LKHAgkGawaLhOkHjt2TOa8VfN94sQJzlvNwTpiCggggAACCCCAAAIIIIAAAgi0Q8CEqosWLbLOVDXfixcvtoLWZr82b96skRHnjNWSOWO1VDljtVi0Alv3iAE32G22r268z5yB2+yXyYgW+nV4/nUtKQw3tZvZ9F3Yvn37qYUOgvu7RyDpYNXImp2r5oxV822CVvPvfCGAAAIIIIAAAggggAACCCCAAAJBARN0miDVnK9qvpvdqeq2e8UVV2h0dLTcnglW3XDVtO1+WyGbs2OWqjQusJDQm2C1cWeuTIlAJ4JVM3Xe+p+SBcAwEEAAAQQQQAABBBBAAAEEEMiIQDMfVhWcGsFqe4tNsNpeX1pPmUCngtWUMTAcBBBAAAEEEEAAAQQQQAABBBDoAgGC1fYWmWC1vb60njIBgtWUFYThIIAAAggggAACCCCAAAIIIIBA2wQIVttGazVMsNpeX1pPmQDBasoKwnAQQAABBBBAAAEEEEAAAQQQQKBtAgSrbaMlWG0vLa2nUYBgNY1VYUwIIIAAAggggAACCCCAAAIIINAOAYLVdqhW2mTHant9aT1lAgSrKSsIw0EAAQQQQAABBBBAAAEEEEAAgbYJEKy2jdZqmGC1vb60njIBgtWUFYThIIAAAggggAACCCCAAAIIIIBA2wQIVttGS7DaXlpaT6MAwWoaq8KYEEAAAQQQQAABBBBAAAEEEECgHQIEq+1QrbTJjtX2+tJ6ygQIVlNWEIaDAAIIIIAAAggggAACCCCAAAJtEyBYbRut1TDBant9aT1lAgSrKSsIw0EAAQQQQAABBBBAAAEEEEAAgbYJEKy2jZZgtb20tJ5GAYLVNFaFMSGAAAIIIIAAAggggAACCCCAQDsECFbboVppkx2r7fWl9ZQJEKymrCAMBwEEEEAAAQQQQAABBBBAAAEE2iZAsNo2WqthgtX2+tJ6ygQIVlNWEIaDAAIIIJB7gRcOvqA7n75TO6d2av7kfO7nG3eCpWJJFwxfoGsuvEZvHnpz6O3Hn/ut9n3j73TsqV/r1Hx3GBZKJS1+60Ua/finNHDueXFZuR4BBBBAAAEEHAGC1fYuBYLV9vrSesoECFZTVhCGgwACCCCQawETqn7m4c+ot9SrvlKfCirker7NTO6UTml2flZz83P620v/tipcNaHqrk9cr2J/v4qL+qVClxieOqWTJ2Z0cmZG439/B+FqM4uLexBAAAEEEJBEsNreZUCw2l5fWk+ZAMFqygrCcBBAAAEEci3wuUc+p+cPPa9FpUW5nmcrJndi/oTOWX6ObnnXLb7mJv76Bs08/5yK/QOt6CZzbZycOa7+c87V2Je/lrmxM2AEEEAAAQTSIECw2t4qEKy215fWUyZAsJqygjAcBBBAAIFcC3zohx/Skv4l7FRtoMpm5+rRmaP6wQd+4Lt653suVWn5UPfsVA1anTql+UMHdcHPHm5AkUsQQAABBBBAIChAsNreNUGw2l5fWk+ZAMFqygrCcBBAAAEEci2w9QdbNbR4KNdzbOXkDh47qB0f2uFr8jebNqp3ZFUru8lcW3OT+/WWhx7N3LgZMAIIIIAAAmkQIFhtbxUIVtvrS+spEyBYTVlBGA4CCCCAQK4FCFbjlZdgNdyLYDXeOuJqBBBAAAEEvAIEq+1dDwSr7fWl9ZQJEKymrCAMBwEEEEAg1wIEq/HKS7BKsBpvxXA1AggggAAC9QUIVusbLeQKgtWF6HFv5gQIVjNXMgaMAAIIIJBhAYLVeMUjWCVYjbdiuBoBBBBAAIH6AgSr9Y0WcgXB6kL0uDdzAgSrmSsZA0YAAQQQyLAAwWq84hGsEqzGWzFcjQACCCCAQH0BgtX6Rgu5gmB1IXrcmzkBgtXMlYwBI4AAAghkWIBgNV7xCFYJVuOtGK5GAAEEEECgvgDBan2jhVxBsLoQPe7NnADBauZKxoARQAABBDIsQLAar3gEqwSr8VYMVyOAAAIIIFBfgGC1vtFCriBYXYge92ZOgGA1cyVjwAgggAACGRYgWI1XPIJVgtV4K4arEUAAAQQQqC9AsFrfaCFXEKwuRI97MydAsJq5kjFgBBBAAIEMCywsWP2YvnT5pTrDO/+jD+vPHvmHxEWu+MP/rm3LJnT3/3ebftLG3lsdrI5+5V4tP7N6wCefvlMv/OcftnEmrW16bnK/3vLQo61tlNYQQAABBBDoEgGC1fYWmmC1vb60njIBgtWUFYThIIAAAgjkWqD5YNUJVQNBqhVwrpR2Pvvnum13cnTZC1Y/oDX/dI0WL3lFh/7kU9rnpfr3N+nN//EiKUPhKsFqcmudnhBAAAEE8idAsNremhKstteX1lMmQLCasoIwHAQQQACBXAs0FayuvVH/ff0FWhyxO/Vj7/pnXapkd65mLVi1d6qGhKrWarND1/5d2dm1SrCa66cJJocAAggg0GYBgtX2AhOstteX1lMmQLCasoIwHAQQQACBXAvED1bDd6pGI9nXa8+fafvT9lX+EDTkOIH5neW39FvXLvq5HtalunSp3pawAAAavklEQVTJq3r4vu36B12hG9+9TReUnF7nd+rhw2O61DoK4Fd6m/d31iXufZKsUHhIP98jXXrmGXrVM65GCt2qowCsYHXo19r/0S/ojTodhx0X4D0qwPx+8I2faWb8PVqsX2v/96Th/7hS0w9Kyy9bo9kHP6gJ/Z3OvWyNr6eabTQwLm9jBKuNrB6uQQABBBBAIFyAYLW9K4Ngtb2+tJ4yAYLVlBWE4SCAAAII5Fqg2WB16MDd+vOfe04zvfBL+uczvaetumFmnWB17RW6YvdPfOeimh2vf3jCbt8+WmCxLwC1dsSWQ1Y3LL1Ai61A9lfS2p/oJ55jCNxw1jr7tc5u23rFTjpYXfGf79KqC6Vj/3iVXvlfzug+aYekVmD6dckOXo9WrnGOEiju+Zme+8u/s25a8e8/oDf+l/fM1k9p7H9u0LzTblUb9SACvydYjQnG5QgggAACCHgECFbbuxwIVtvrS+spEyBYTVlBGA4CCCCAQK4FWhasepXcXaHW7tJ6O1btG90AtdyMc8xA2Fv8w44aqLouGPS6u2CtsY1poskzYDsSrI6/GNjZakLR90jeYFWVEFVWsPomzXjDWAvWPde1UixfOOttI+aqJ1iNCcblCCCAAAIIEKwmtgYIVhOjpqM0CBCspqEKjAEBBBBAoFsEmg1Wz4g4X9Vys0JNOW/brx2sytmResyzA9YbnMYOVvcNaZvZOesZn6+NjASr1g5S/Uz739igVRcuCV2OkaFoVbDqBqqeXa2qE87GfAAQrMYE43IEEEAAAQQIVhNbAwSriVHTURoECFbTUAXGgAACCCDQLQLxg1XPW+9Dw1X3/NPGjgI4I+SDrhYSrP7b4TG93Tpr9bby8QKpDVYjP7zKeXu/G6xW7Vj1r043hHXf9l+9Y9Ufotp3E6x2y2OceSKAAAIIpF+AowDaWyOC1fb60nrKBAhWU1YQhoMAAgggkGuBpoJVSyTsQ6y8H0TlD1YrZ7I61zhvzbeCVe95qe5b+OsdBeC9xx3L/E5ZwepKaaf7Vn/3TNWUHQVQeVv+Kzr0J5/SPt8qs0PPvj3ujtWwM1ZVvq/RYNW054av7gdicRRArh/eTA4BBBBAICMCBKvtLRTBant9aT1lAgSrKSsIw0EAAQQQyLVA88GqJ1z1ClmBqPSly8/R89YZq54drtZ1r+rhPdKlowedXaXuDlenEXP/wXOsD8IyxwP8UB/QtsAOVClwT6BNO6x12jOB6gvSB9ZfoMWm7ZdXpeKMVZfMDTirFllICFq5xh/G1g9WJXsX60UqOo2YQPX4uZUPvZr7P+2jB8q7XmOueo4CiAnG5QgggAACCHgECFbbuxwIVtvrS+spEyBYTVlBGA4CCCCAQK4FFhas5pomdHKt+vCqvMkRrOatoswHAQQQQCBJAYLV9moTrLbXl9ZTJkCwmrKCMBwEEEAAgVwLEKzGKy/BargXwWq8dcTVCCCAAAIIeAUIVtu7HghW2+tL6ykTIFhNWUEYDgIIIIBArgUIVuOVl2CVYDXeiuFqBBBAAAEE6gsQrNY3WsgVBKsL0ePezAkQrGauZAwYAQQQQCDDAgSr8YpHsEqwGm/FcDUCCCCAAAL1BTZv3qyRkRH19vaqVCpZ3yYMNN/FYtH6LhQKVkPmn+7/rt8yVxiBFStWNA1x4sSJpu91bzw8/7qWFIabrlth+/btpxY8ChroGgGC1a4pNRNFAAEEEEiBAMFqvCIQrBKsxlsxXI0AAggggEB9gS1btmj16tVWsBoMV73BqhuqEqzWN23VFQSrrZKkncQECFYTo6YjBBBAAAEERLAabxEQrBKsxlsxXI0AAggggEB9AYLV+kaduoJgtVPy9Nu0AMFq03TciAACCCCAQGwBgtV4ZASrBKvxVgxXI4AAAgggUF+AYLW+UaeuIFjtlDz9Ni1AsNo0HTcigAACCCAQW4BgNR4ZwSrBarwVw9UIIIAAAgjUFyBYrW/UqSsIVjslT79NCxCsNk3HjQgggAACCMQW+NAPP6Ql/UtUkP2BCHxFC5zSKR2dOaoffOAHvot2vudSlZYPmU+T6E6+U6c0f+igLvjZw905f2aNAAIIIIDAAgUIVhcI2MbbCVbbiEvT7REgWG2PK60igAACCCAQJvC5Rz6n5w89r0WlRQDVETgxf0LnLD9Ht7zrFt+VE399g2aef07F/oGuNDw5c1z955yrsS9/rSvnz6QRQAABBBBYqADB6kIF23d/WLD6gx/4X2T39v6hD32oajCH51/XksKwmv3QscL27dtPtW+KtJw3AYLVvFWU+SCAAAIIpFnghYMv6DMPf0a9pV71lfrYuRpSLLNTdXZ+VnPzc/rbS/9Wbx56s++q48/9Vrs+cb2K/f0qLurvnp2rp07p5IkZnZyZ0fjf36GBc89L81JnbAgggAACCKRWgGA1taVR1I7VsHA1LFQ1MyNYTW99czkygtVclpVJIYAAAgikWMCEq3c+fad2Tu3U/Mn5FI+0M0MrFUu6YPgCXXPhNVWhqjsiE67u+8bf6dhTv9ap+e4wLJRKWvzWizT68U8RqnZmadIrAggggEBOBAhW01vIWkcBeMPVqFCVYDW9tc3tyAhWc1taJoYAAggggAACCCCAAAIIIIAAAgEBgtX0Lol6Z6yacLVWqEqwmt7a5nZkBKu5LS0TQwABBBBAAAEEEEAAAQQQQAABgtXMrIF6wWojE+EogEaUuKZlAgSrLaOkIQQQQAABBBBAAAEEEEAAAQQQSLkAO1bTWyCC1fTWhpFFCBCssjQQQAABBBBAAAEEEEAAAQQQQKBbBAhW01tpgtX01oaREayyBhBAAAEEEEAAAQQQQAABBBBAoMsFCFbTuwAIVtNbG0bWgmB1fn5er7/+uu677z48EUAAAQQQQAABBBBAAAEEEEAAgcwJEKymt2StCFan5/drcWGlCoVCUxMtbN++/VRTd3JTVwo0ehSACVXn5uYIVrtylTBpBBBAAAEEEEAAAQQQQAABBPIhQLCa3jouNFg9VTipY3OH1V8YJFhNb5nzNTKC1XzVk9kggAACCCCAAAIIIIAAAggggEC0AMFqelfHQoJVE6oemZtS36mlKhX7CFbTW+Z8jYxgNV/1ZDYIIIAAAggggAACCCCAAAIIIBAtcOl7N2rVacMqlXpU6i2pp6fH+t/Fnh4Vi0UViwUrlDP/Z/1/k28ppwbJCZhaFVVS6VS/egq9Vh2b/eIogGbluvS+sGDV/Oz3v/99+dscA8BRAF26QJg2AggggAACCCCAAAIIIIAAAjkSeM973qPTTjtNvb29KpVK1rcJV823HawWy2GqFbASrGai+m6tFhKqmokSrGai3OkZpDdYNaM6efKkzM/MP0246oaqbrC6f/9+3Xvvverv70/PJBgJAggggAACCCCAAAIIIIAAAgggUEfg+PHj+uAHP2gFqyZQdcNVgtV8LJ1WhOAEq/lYC4nNwg1WTYduoOoNVt1w1XxwlQlXp6am9MUvflFvf/vbExsjHSGAAAIIIIAAAggggAACCCCAAAILFXjyySf1+c9/XsPDw+xYXShmTu8nWM1pYds1rUaDVXfn6vT0tN7ylrfo5ptvbteQaBcBBBBAAAEEEEAAAQQQQAABBBBouYAJVX/zm99ocHCwfAxA1FEA7u7HVuyCbPlEaLBtAgSrbaPNb8PBc1bNMQDud9hxAAcOHNCHP/xhffSjH80vCjNDAAEEEEAAAQQQQAABBBBAAIHcCPzjP/6jvvvd72rlypXWbtXfTz6nZ/fNafjcP9J5I+75qgf1/BPP6UBhROs3rtewOXOzxhmrx19+Uk/+7rgGzn6H3nHWgGM1pWcffVZTPrkBrX3HO7Tm2LN69NmpwPWtJZ767aN6djLY5nB5PqG9TVXGtfbYk/b9I+u18Twj0K6v43rlySe1+3il/eH1G7V+8St68snd8vxY1s+tobi2jqchd8butuKvRfyxE6zGN+v6O+oFq95w1RwJMDs7q0OHDultb3ub/viP/1gXXXSRFi9e3PWOACCAAAIIIIAAAggggAACCCCAQHoEjh49qqeeekrf//739atf/UrLly9XX19f6DEA9odXvaHnnnheB1QJIuMGq26wWQ743OBvYK3e8Y41cuPXdim5/bthZDlorRWUloPVC3Ta/p06stYNMts1SskXSo9MOWHqkFYNHNT+47LD58W7rSBaGta6s4/ppd+5casbrFZC7OH166Vn7UC7EsTGHz/Banyzrr8jGKy6Z6y6H2AV3LXqHgtgnqBmZmZkwlZzjflyP/zKe8RA1wMDgAACCCCAAAIIIIAAAgikUmBGB/ZM6bgGNHzmSlkfUTxzQHumPHvFSss0OjooTe/TvsPzvlmUlg1r8bEpeX88MHymVva77bqXe9q3fuT8vrRUS3VERzzNxrrfN5oBDQ9LU8Gxm5/tOyy3iwH7Is9uuJKWjY5qsBQY88CwhjUlb3OSc+18Y0alZaMaHSzZo5yf1r5GxhFse2BYZ66UUyd3wmYcyzW3rzKP0uJFmj92QrafKeMea+wDSwd0/Ih375+pxTLN7dvnq5s9N3+bkfO1xuR8oLUzr96BAZkPhpL53bI57ds3p8XL5nT48Lxch3lnDZVd3LVm1phVp2NSaV7zlWLpzJUlTVtjXaTFpRM6Jns9llzP0mItmj+mE+WdpSUtP93M44BmCgVrt+mi4dVaeWJK0+qT+cT4YnFAZ77lLRqZfk7PvDar4XPPVfHFF/WGc70dpA5r/TuW6nf/9jvPWrHDvOFJe5eq98u7SzJ8F6tztRNg9i/v18yhGeeHA1q7/jS9/qy7S9O/u7Xcjwlmz5eeefJ1aeC4DLf1FQhMg8GqfzzHArtpq3fSnq9nrPkNjQzo4KTsnbYD7u7SAa0aOq79Bz2zH1mv9Xq2sku2qQDZbd8NVoPBqRt0V8YRHNdaG0e7j3t2szbxvEuw2gRat99SK1h1w1UTpgYDVvPv7rd7dIBpy/12XQlZu32FMX8EEEAAAQQQQAABBBBIp8BR7XvxNR3RUp3+plEtkfvvfRo++yz1HnhRrx2R+pYPSYcOata6bqXmXv6dpmal3oFezR2fk5aerjetnNPLv5uyrhlaekQHzX0rz9ZZK2a178UDWnT2WRrqdRWcfnp6JLNJJ+b9R/c54zLt9x3Qi2aQ6le/ZjSjWmMflcLu7RvWqr4p7bfGfLoGj7xmza/fBJQm+zLjW3rE7qdvUItnp3WsTj99b7ys382u1JtGl9iTnjtY9jHW4ePwtz00u08vHljkGZtnvoFxDPXO6aCpS9/pspt/TUf6hnX2WUOy2I/uc5ykxUv7dOzIbMC9T4OLZzV9zKmb6xrsxxlTuV1rXie08nTptdeOaOnpb5I7ZbdPex30as6YHJh11kVvZUxmnOZ+a/2Y+ln/YtVg6elna9EB87+X6nSrj1lrbS45YrfV31/QiRNS78qzdXbflF587agKfcu0eG5axwuLdNq6dVp+dLd2Tc2puGKt3ja2RAdeeEEn1vwfOmvuWe3cO6tly4o6erSgxWe/XW9f8oqeeO6AHay6RwHM7Cm/NX1g9RnS3ld13Pr9Wh133soefPu5G2ZWHvf+ALMcrA6s1dolu7XbvPV+YK3Wr3pdz5rQdmCVho7v10HZ9w38zn57f6V/83M3SPTv0Aw/CiDQjnc3qAlC1x7Rk84RBW6w6u4APWaudXeUekLcSj/DOnNkSnvM+HxHIjT6rFc5EmDgbHvHbCUcdXekRgWrUtV8mwp2K2MlWG20blznE/CGq+6uU+85q26o6v2nN1Q1/9sbqgbDVbgRQAABBBBAAAEEEEAAAQTSJnBEe5/fawWrq89Zbe0e9f37kb16fu8R9Q0NSQcParZvWGvXmu2Tu7V7ala9i3s1d2xOfcNrZf94txWAmbb6nGusGTv39ZWn7/TjBKtx7z/y2vPaOy0tXX2OVi91x+wGq37j4NhnnXt9V5lgddGU9pfbtH8b2k85aHTMXCPLYNbxs++3x+f0NHtAu3dPlQ2jxrF27VIdsRzt+4zN8Oxua77+MbshrFs7adYy79Pq1dJeU7fhMzQ4/arT1lIND89qampWiwf7dGx6NlC3SrDqc7VqVz2mtSudalrzOqFhp08NrtY5K2e1e/e0Bof7NDVlxmFs+pzxuf32SY6dtT7M/R4fd40tXb1Wi6bcdTWo6ef3anZ4tQan91prbcXgEb0x7T8H1QSrS+amdaywTGvOX6Ohnh71HH1VO1+ZdnasrtCb33mOlrz+jBWsDg4WdOxYUcPnbdD6kTf028efs44COHPkgF61Dkod0NqzF2v376YqwaYT3in0jNXg49wTDlrvVp+SG6z63u5uQsuzj9shbjlYdQJF9636brAb6N/71vfgjlUdd88srQSg9vXOuCKD1Y1aNfmonj1aCXyH163VsZecnbUja7X26G7tPh5s1z9/X/AZ2F1bCaDdXabBHal1glXnzFoTSptjFo4558s2F/Da4yZYTdt/pzIynnrHAQR3rgZDVe8RAGG7VjPCwDARQAABBBBAAAEEEEAAgS4SmNarv31V0xrUGeedoUG5/96nkfFx9U3+Vq9OS30rVkhvvKFZ5zq9av/cDVY1eIbOG5nVrl2TmtUSLes7qsOzpo0zpT27NDkrDZ5xns4YdGmdftwdqzHvn3b67xsZ1/jgtNPvgAZ03Hrbtq+v2Sn7930jGh8f1gnnXmvMlQGp0uYZWnb4VWvMAwOy3m5tt+eM2YR2s4d1VAGjZUs0e/iouVjnDU7rtxac3acVQTYyDu81Fp3xHNTKwWkdMMGqb8zB2nn6sCNZn3/fSGVeSwb7dHTaKorOO0POGujTsiWzMlOwXPsm7Tn0LlHv3FHNmbl4xmSvl0qfi84Y16JJu9bW1+AZGl80qV2Ts3Z7w32andpl/bvrIu+/u207Zu7vBsvt2mvUXXtuH2fqVe0xweqyM8v1LBSO6tXf7tGRwjKd9ZazVXz1Gb1yuKAV43+g4emntftQQQNr3qrzii/pN06wWt6xOvKGfvlL8/b/YZ256oBedT7EyX2ru3/H6nqpKsgL+XAlT7BpHwMaJ1iN2LEaJ1gtf7hTYGepe35pjWDVzNs+49R82ccj7LY+WMp7fEHtYDXqCTX8yATv7lX/Gav2DuJA8OoGq3V2EMd5UidYjaPFtWWBsGA1eNaq98zV4BEAYcGqaZxjAFhkCCCAAAIIIIAAAggggEBaBab1yjOvWMGq2dlnBWXTr+iZVzzbIxedpjetG5YmX9KL+81JlpWvRavO0vLDL+t1z48H15yvNQq0sWyNzj+znKqaTux+F63USh3QgWbv941mUGvWSK94x27yvdNP0+xrr+uEM48+t2/vvdb45Fg4v1i2xprHK4cla06D7phP05tWHdeLVUaDmn7pRY/FIp32pnUadrfpzk7ppRfrj8Pt0x2er2/fmIc1eNicG+qpnZHdY0JESa6526/PaomWLzqqQ75ymvGu0vEXzXpwv+w59O132nR+bI+p0uBseW1UxlL+WdndXD+rKZ+R+ZlzT8DHXW+Da96kgf3GNXCdXN9p7Xl2j2fMUmH5iJYZm8JyrX3rWg3NTen55/dptlCwdqwWBtbooovOVPG13+jpV09o+LzzVHz+eR1wzli1Z2Z2iq7S5GO/tT4MqfI1oDNWS6/ujT5jNfgp9e691i5RJ6isv2O18vb8ct/lM1bNjlZ7h6a7YzZsx2rwWce3S7XSqH2GqhNQmp2elaMAzK7WQNB51kD5Q6d87Zt1PhvvQ6PCjyzwhreVHirzC+5o5SiAtP7XpevG5Q1AvTtO3eMAvMcCuAFr8Hfet/97g9quw2TCCCCAAAIIIIAAAggggAACCHSRwOGXf6OXTaDr+zI7Rs/SsgQc7A+csr/M/zbfVojq/NP+0Kqienp6fP90f+5e697rbSuB4dNFigTYsZqiYmRtKFG7Vr07V71hqnuuatzdquxizdrKYLwIIIAAAggggAACCCCAAAIIpEfAG6QGQ1A3HA0GrG6o6g1Tg4GqN1gN6yM9AoykXQIEq+2S7YJ2o3atusGqN2AN/u/guarB8JQwtQsWEFNEAAEEEEAAAQQQQAABBBBAIEGBqIA1LFx1A9XgbtbgtcGgNsHp0FUKBAhWU1CELA8h+BZ+b2AaDFiDvws7CiDLFowdAQQQQAABBBBAAAEEEEAAAQSyI+AGrcGwNOx4gLBA1Xt/dmbNSFspQLDaSs0ubateuNpIoMoO1S5dPEwbAQQQQAABBBBAAAEEEEAAgQ4K1AtXw0JXM1xC1Q4WLUVdE6ymqBhZHkpUuGrmFPa2/7Drszx/xo4AAggggAACCCCAAAIIIIAAAtkSCPsQKzc09Qaq3p8Rqmarxu0eLcFqu4W7pP3geatuoBr1T85U7ZKFwTQRQAABBBBAAAEEEEAAAQQQSKlA8MzV4O7VsBCVnaopLWaHhkWw2iH4vHbbSMDqDVuDDhwJkNeVwbwQQAABBBBAAAEEEEAAAQQQSIdA2IdYeUPUWoFq8Lp0zIhRdEqAYLVT8jnut9ZuVHaq5rjwTA0BBBBAAAEEEEAAAQQQQACBjAoEjwVwpxG1qzWj02TYLRYgWG0xKM3ZAlE7T2vtSGW3KqsHAQQQQAABBBBAAAEEEEAAAQTaLRC1YzUqTDU/r3dPu8dM++kUIFhNZ11yM6pGw9JGr8sNDBNBAAEEEEAAAQQQQAABBBBAAIGOC9QLTOv9vuMTYAAdFSBY7Sh/93VOgNp9NWfGCCCAAAIIIIAAAggggAACCGRNgEA1axXrzHgJVjvjTq+OAEErSwEBBBBAAAEEEEAAAQQQQAABBDolQIDaKfl89Euwmo86MgsEEEAAAQQQQAABBBBAAAEEEEAAAQQQSFCAYDVBbLpCAAEEEEAAAQQQQAABBBBAAAEEEEAAgXwIEKzmo47MAgEEEEAAAQQQQAABBBBAAAEEEEAAAQQSFCBYTRCbrhBAAAEEEEAAAQQQQAABBBBAAAEEEEAgHwIEq/moI7NAAAEEEEAAAQQQQAABBBBAAAEEEEAAgQQFCFYTxKYrBBBAAAEEEEAAAQQQQAABBBBAAAEEEMiHAMFqPurILBBAAAEEEEAAAQQQQAABBBBAAAEEEEAgQYH/H0vltTmVfKgC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8" b="95551"/>
          <a:stretch/>
        </p:blipFill>
        <p:spPr bwMode="auto">
          <a:xfrm>
            <a:off x="7759699" y="1801202"/>
            <a:ext cx="706755" cy="14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8" b="95551"/>
          <a:stretch/>
        </p:blipFill>
        <p:spPr bwMode="auto">
          <a:xfrm>
            <a:off x="7873999" y="1925027"/>
            <a:ext cx="706755" cy="14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310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84" y="1751011"/>
            <a:ext cx="8448068" cy="41745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18611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finalizar el proceso presione el botón «Remitir», este automáticamente efectuará la remisión enviando un correo informativo al estudiante con la acción realizada.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3438525" y="1657350"/>
            <a:ext cx="495300" cy="2814632"/>
            <a:chOff x="5729176" y="178184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0" y="178184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 flipV="1">
            <a:off x="3933826" y="4286246"/>
            <a:ext cx="540768" cy="295275"/>
          </a:xfrm>
          <a:prstGeom prst="roundRect">
            <a:avLst>
              <a:gd name="adj" fmla="val 447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AutoShape 5" descr="data:image/png;base64,iVBORw0KGgoAAAANSUhEUgAABVYAAAKjCAYAAAD2wVQ2AAAgAElEQVR4Xuy9CZhUxdm3/4AoiIAoguDCEhVUIu4YQcAQlWBUBESNAY2Ivr6uSf68aqKYRDSKL59rzGcUIS7xb1QkuARRQxQVjWBUDCoEw+LCJoiKiEbhu37V/ZypU11n6+mZ6e75nevyYuiuU/XUXafH4Z6nnmqyZcuWLcKLBEiABEiABEiABEiABEiABEiABEiABEiABEiABEggNYEmFKupWbEhCZAACZAACZAACZAACZAACZAACZAACZAACZAACRgCFKt8EEiABEiABEiABEiABEiABEiABEiABEiABEiABEggIwGK1YzA2JwESIAESIAESIAESIAESIAESIAESIAESIAESIAEKFb5DJAACZAACZAACZAACZAACZAACZAACZAACZAACZBARgIUqxmBsTkJkAAJkAAJkAAJkAAJkAAJkAAJkED1EXjkkUdk2LBh1TcxzogESKDOCFCs1hladkwCJEACJEACJEACJEACJEACJEACJFApBChWK2WlGCcJlA8BitXyWQtGQgIkQAIkQAKNlsBLL70ku+++u+y2226NlgEnTgIkQAIkQAIk0LAEKFYblj9HJ4FKJECxWomrxphJgARIoA4I3HnnnXL22WfXQc/skgTiCTz00ENy++23y7Rp06RNmzbERQIkQAIkQAIkQAINQoBitUGwc1ASqGgCFKsVvXwMngRIgARKR4BitXQs2VM2AjNnzpTDDz+cUjUbNrYmARIgARIgARIoMYGGFqv/+c9/5KuvvpKvv/7a/PfNN9/I5s2bZcuWLWamTZo0kaZNm8pWW21l/tt6661lm222MX/yIgESaBgCFKsNw52jkgAJkEDZEcgqVrF1+4orrpDXX3/dzGXIkCFy0003BXJs+PDhMnXqVPPep59+KjfccIPce++9sn79eunWrZtceumlMmLECEG24gMPPODlceqpp0rPnj1l3Lhx3vfR/1tvvWXeHzx4sIwZMybU7mc/+5ksW7YsiEPfRCzod9CgQd5+tU/7zb59+5r+NaMyKu799ttPfvWrXxX0i9dOPvlk2Xfffc2cwQ9x2JfdBl+/+eabBf0oU7yB+++//35ZsmSJYXraaacJ5qyXrw/EhzY6D6xTly5dCmKZNGmSzJgxQ8aPH29iTsNOuT377LPStm1bGTVqVIiFPT/0h/YTJ06U6dOnB8/Q2LFjg/G0vylTpoSkK/jhwvPDiwRIgARIgARIgARKRaAhxCpE6qZNm8x/EKnFXJCsLVq0MP9BtPIiARKoPwIUq/XHmiORAAmQQFkTyCJWIUoHDhwot956q8k0VHEKEajir127drJ27VozZwjA999/30g2CD1IxQsvvNDcj7qa7733nmnnCjN9DwL36quvLuCHsdHXyJEjZYcddpB58+YFbTDegAEDjMjVOPAmYh06dKhp99e//tW7JiqN7THBB5JWt6vrnFy5t/3224dEpA4AgQlpiJhx7zXXXCMTJkwIyWC7Db6GLIYAti/cjwssn3/+ebn77rtNXVLM94wzzpB+/foFMtPXB+bxySefhNYJEvS5554L1Tc95JBD5OOPP5b77rvPxJzEDhL09NNPN/OCsNZ4fvCDHwSy156frs/Pf/7zgAFk7rXXXhvEgnU47rjjjLSfPHlygEGFtC2Ry/rDxeBIgARIgARIgAQqgkB9itUvvvhCNm7caDJU3QuZqUmXZrG67SBWW7ZsKdtuu21SF3yfBEigBAQoVksAkV2QAAmQQDUQyCJWIbyQaWhnT4IBhJfKLlus2kJNWaEPXCrt9H78aQuzqLHsfhALpOc999wTSE1IOsg+iEdbrOJ1yE/0iwxUOxvT7dOd3+jRo43shEzNKvdcsQqxOHv2bPnzn/8cCE1XrKqIdZ8v3HviiSfKrFmzQpmckMYHHnhgICZ93NGXvTb4GkIWHDTjVyUpMlntGOLY2Ww0XsR55ZVXBlLUjgdrbI+p96iwxp+69pDjl1xySZBhnJV9NXw+OQcSIAESIAESIIG6J1AfYvXLL7+UDRs2xApVSFNkr2pJAC0HoGUAmjVrFmz/h4T1SVaUB2jdurU0b968ZODWPnqxXCVXys0ntAv69L1WsgHzHRU/xlqZftFVIlfcLEM6RET1+k1yyOyBMu+iXqUO29Nfinhkvtx0yCwZOO8nUh8R1cOkq34IitWqX2JOkARIgATSEcgiVlXgIZMQ2Ym++phuxiq2rJ977rnSp08fr8ysrVjFFndkbqochOg75ZRTzPZ4W6wiExNCEtIOtT3d7fiII0rmov2f/vQnIwqzyj1XrGIcZO/OmTPHKx6jpCjuU2nsi90Wlr4+cC8OitLsXqwT1kbnpf1DiiID2Rarcez22GMPee2112LrpNrxoL2bJYuxNZP13XffDdYB5QiQDasiOSv7dJ8AtiIBEiABEiABEmjsBOparOJn6M8//zyEWbNTIUfxHyQqaq2uW7fO/If2yGrFe7rlHzu1OnbsaLb+4zW9fIIV2atIKijF1VBitfjY04jM4nuvmzspVuuGa931SrFad2zZc4kITHz6d7Jg5aLUvf3imAtkr533jGz/r1WL5TdP/TZ1fz07dpexR5+Xuj0bkkClEsgiVjFHrY8JOYaMQkhWuz6mLVbRHjLsiSeeMDVZffVAtQ3+dDNWsR3cvY488kiTMasSFPIN5QWwvV/FL+ScHQfaotyAijkVhe5J9FFi1X5dt/O7cV1++eWh+PV9n1jFPPH6OeecYwS1m7GKWqX29fjjjwelBFxO2s6WjujP7QPc7LqpyscWo9/73vdMmQbUrlWxmsTOXW/f58CeX1x7fc/ljXVFCQSK1Ur9LsO4SYAESIAESKC8CdSVWIUoRSkm/KmXClX9E/IUInXlypWyevVq01Zlq0sN90Cqdu/eXTp16hRkr6pYdQUrMlxR+qm2h1wli1VIwdFynwl4pExG1uXq6XLx1SJX3jJEcnmutji024vI6ZNl3kUiN120RLrtOV7GLx4nM28ZIhJkyn5g9S8ifXLvo9/5txwid3WdGcqmFcmL1XMHyqzbI2IIMlZ3lekXDZLxcxBjXxn3F81y9cWIXFL/6/NvuViWdO0m469aIuPuGSiznhEZuHi8jN8Tc8MY+QzaD2+SQ8bkSJkRr0TsUhODmVs3uTfgqXyYx1pu30UoVsttRRhPAYEz7/2JQG6mkattt20to3qfJAd13j+S5D+WvyH3vvKwrP/is0TaOu6UUTcltmUDEqh0AlnFqj1fSNYHH3zQHE6lWYtR4gxyDJmfyJq062+iP58wS1sKAJIVohRb63GPHg5lxwGRie332OKOC5L3uuuuKzgEKS5j9Y477jBCN6vcixKr9rb+M888MxCZcRmrcWNrHVuVtipGdXu/XS4BDJQP2iPzGP+hzAAyWt2t+3HsSiVW8XxAvCPL2F0HCF/UvdUyEqyxWunfdRg/CZAACZAACZQXgboQqziUCkkIKjtdoQoCkK5ICMDPPxCqKAMQVUNViaEfbPNHgsCOO+5oBCu2/uPyCVa0h1yFkC32ShKrttzE16Nlssw7dUm0WF29VtZ2aJcXrppdepYsOXa0yKR58pMDcpHquGctHWTJU7QfJLOOcmWqPbv0YnVm17tk0NKzTEkAjDfomYE5aeuN8WYZIr7Yb5ZuD+TnjdICkMrHzpKBgaSNmGOonSWeo8aOKmtQ7MLyvloRoFitFT7eXB8EIFZx/XFZzaE0UeP+qMshcuGAMxPF6q3PTUndH8aiWK2PleYYDU0gi1iF2NPsQTvuqIxESDecXG9nhvrkZW3FKqQiygFgez3KACALVIWfZrHiMCa9IDUheN1DrKLEqr3NvlRiFbGgr3/+85/mh2oVoXFiVSWpfViXzglyWeWp2weE9vXXXx8cwIV7lI+WOUCpBj1oTO/HAVqo3RrHTksvgLl9QYbqAVt2PL6arLgPGcUzZsww5RHcddBDz5DBjGeJYrWhv2twfBIgARIgARKoLgKlFqs4oApSVS9bqurXn332mSxcuFDWrFnjrbuaRBilAJCJCrG69957J2avQq4We7BVkljNicTx8qKVSWpei8xYzc9O7zOZohCr4Rqjtlid1b9QuNo1X8O80otVkylrskPzmbYu+FCMVs1W53WI1SDGgrmHxWrNv0owmGbJekoBRI2d9HDw/XohQLFaL5g5SG0IQKx23qGTzF/5L3li5Tvervq03VW6bd/JvJdGrP7s0d/InPUfyB4t2si7mz4t6BP94X3tN61YRZmBz74M18zR7Fn7vdbNt4ssV2C369RmZ+nUtmMQ34ZNG2TR6neDv3fvsIe0atGqIP4V61fKik9XhV4vpm3a8Xzz1sHj5uqLc9HKxWbOu2y/c2xJB3ty6Oe5RS/Kp5s2mJd7dNxTBnTvG/nYufNCwyg+vrafbdogC1culkO65n6FGpchHRUEmP1t4YtyTv8zUn88kG3tXvOWvi67gFfbjpFzSDtAFrGqdTAfe+yxoF4qZN/xxx/vzVhVAWbXBMVrkGOQoXrVVqwiBpQDWLp0qfmtPy4Vh6gtqsLQZqLb3u1DrHxiVU+s14zcUopVxIM4EDfkJbJG48Qq2uN9ZN66THGIlx665esDQvPb3/6295AxlAPo2rWrKQMAHnr/ggULEtmptFWJihgR24svvuiNB4xHjhwpvmdIGfjWAc8LMqPPP/98itW0H262IwESIAESIAESSEWglGIVmaoff/xxMK5PquJNSFUkIOBQq9pcqKPaq1cvk72Kyy4j4Ga/okZrMZmriWJVJ6AiEFv7YzJWBVmt9+iW/iPkBbNNvqHEqm6xz2/xz8vhD7wx5jNTC2LPvZ5OrN4l3YJMVnvla8Sqn0/MQVy1eYB4b9EEKFaLRscb64uASrvxT90q76z/0CtCIUj/95iLU8klFWXT5z8pyz9e4c1c/UHHvaVt81by48NGZBJ8j8+fKRNnTw6k7U97nxKIM7x31ysPmTkg1uN6hbO6lCfa/c9TN5t5Quw+PuauQJ5CIF7/zG1y2zt/k98cdpr86NBhIfGqfWi5A7TDldQWbFVa//yA4+XcI84w/WK821+4W659/TE5f+/vyiVHne8dT+eGPrAW39m5uxl3yScrjPCOEtOI084eRsbx+i83BLH8tv/ZieIRYw97dLxgzQZ37ycvLXvNrOk9x/xUTu093PuY2hzRIG5uNgO01WcDX7+8apFZJ8z59hMuj5W5biA/fXicWceXT78ttZi9Y/bdcuMrfwqeDf1lAjjjFwG61sXWBM4iVjEWMgsvu+wyI+Lwm293W729NRzZotjmjjYHHHCAQP5BCk6ZMiWUxRolVn01VhEDao7imjhxYiDvkLHZv3//QDhqHHYmp70evoOgIPTcMd0aslE1VtG3fViWjhVVCkDfhxTu16+fmVMasapMlaWPqU+sauauHhzlK5WgmbB6P2S1W0IAcbvslAnquCIe/ICvkhbt3Xj0GcIzgct9hnxiFfEPHDjQHErGjNX6+j8xxyEBEiABEiCBxkGgVGIV2/nx86Bv+z8Eq0pWtMPPZDigKmnrf9IKQJTutddegl+U43LFqt0/xsfPgFlrroa2yJtR7O34ufqgS0bnM0pRu3RyN5l5hchVxy6Rs/Kn3Js+rupm6q8acYhyAaFt8/FitaaOasZSAKf7Y+iVr7E6WUbXlBkwYjjX3h9j9Jb/9GLVKncQymx1xGoBH4rVpM9Cfb9PsVrfxDle0QQglS6YfWfk/V9d8UKmvl2pZ9+cpqRA1GAaJ/pwhSLeg/hLyoBFlq6WPoD0u/Gk8cFwEH1dfnuSJM0X8/vOPeeb+5Laap9o6wpJFb1zL3jQmx2rgfnmjRggsH993KWRa+OLU6Wjj6HdEST5jhO/bwT0sxf8KXgL96eptat80sjNba4+wvRvt8X44x6fYAQp5OqsMZO94tmdvM3bXd+kh1ifDVc6P/DKVDn9qRvN7Y+cMC5S3Mf1n1Wsal9a7xLbxd1DoNzxkDH63nvvGeFmZ4gmzZvvRxNQprvvvrspg9DQF8QnMlyzrLE+QxDKvEiABEiABEiABEigoQiUSqx+9NFHwUFVbqaqitXNmzcb+Tp37txaZ6uCFyTprrvuaso34fKJVVuu4kCr9u3bZ0Sdk5m5A57ylzlwKp/tGWxZx3s1B0DlZOqLuRtOHykj7xEZaESrdQBUn3EyzhxYdaYMn/Mf+UFexOKWmkzZIg+vuuJmOeLliBiCw6u0FEAuzJFBjVdfjM7BUkHs4+SmPcfLPC1XEFkK4GYZEjq8yj4sK89YosfQA7syLh6b1xEBitU6AstuS0+gsYlVzYYESVeiQfIlydIsYhVjqMx0JaUeHpaUBRknlOOeBl+c2leSdNR7kUU6bcykYBi87pZR8MXgk6VRsUa1VbnrW6eovuzMU7RZdsHDqYQs2kaJVfs9l0faT2OxYjVt/2xHAiRAAiRAAiRAAiRAAuVMoBRiFb9kRgYqriipite//vpr+eCDD+TNN98sqraqy1HrrB566KHmLYhblatRZQFatmxpfhnOiwRIoHgCFKvFs+Od9UygsYnVw7scKG+vXmyyIXHZWYh1IVZRo/ToB3OZpZqVqZmVacSfT6wWEydE5XGTzjJb25MySVEmouedPzYxI7sVzFD3NKpeqvvIlkKsok+VnUkZtjr+kb89RX59zEVy7qPXmG39KNWQJK713jixan9GksS77+NLsVrP39Q4HAmQAAmQAAmQAAmQQFkRqK1YRZ3UdevWmTnFSdWmTZuajFbU13/77bdLJlZ32WUXUbEKmZpGrqIma/PmzctqHRgMCVQSAYrVSlqtRh5rYxSrp/UeLqPu+4mpOYqt5o+OusUc6FSMsEzz+ED4QWiiziq274M55K5diiCqn6j1SRJ8dsYqBONdb+RqZqbdVj900hjvoWZptsM3hFiFwIZQfXvsX2Ti07+TX/z9frO2SaUWKFbTPMFsQwIkQAIkQAIkQAIkQALFE6itWMXW/q+++ioQq7rt3/4TUhV/V7GKOvt6T/GRi2yzzTbmDAOtXa9Zqj65apcEQKbrTjvtVJuheS8JNGoCFKuNevnLb/Ko5/nXRS/I0vUrzCFPtlwrVqwiA/J/n7nNnBhvC8Jyr7GK7EucGI+szBPuvSg4JAlMSl1jVZ8Eu07nurFPmsxRZFYO6N438WFxM1Z1i3wWsbrg7D8EGahxh0+5wUBWLly5ODi4Cu9DVkJexl2lFqtpMk9RcgEXasB+uH6lOXgLVxoRjHZpMlbdcg6Ji5dv0NgyVvFD7CeffGIOiuJFAiRAAiRAAiRAAg1GADUex9xn1XRssEiyD1zJsXtmWxux+sUXX8j69etNr7ZIxd9VpuJ1/RqlAHD2wBtvvFESsaqHV+EcA7sEgC1W8TUuuzQA/o6DaLfddtvs6887SIAEhGKVD0HZEMC28z/OfUQ++GSF9zCgYsSqLSUxUdQqxVbxgzrvL5UiVhG3ndWJ+pnIYM0iLJPa6kNg1wvFtnacNm8fChX3sEQdXgXWcZdbY1X7SXMYFOJ9dtGLoYOa7PIASfMuhVi1mSWVLtDSCmCrFxgjSzitDE1TY1UzjrN+uBuTWMWBT/vvv79MmDBBxowZkxUV25MACZAACZAACVQFgfyhNPbhOw0xr6LkZCXH3hCQ041ZG7GalK0KoWoLVkjOVatWySuvvCKbNm1KF2BMK9RLxWGye+yxR0FtVYxlC1ZXriLbtV27drWOgR2QQGMkQLHaGFe9jOYM0fTY/Jly//y/BHJpQNeD5NDOB8iR3fuGTqHPKlbR93kPXyEfb/rM9K2X1sGsa7Hq294NKaaZqHHL4GuHbF7NbsS9SdIw6+FVGs8vH58g177+mPmre2hWXMxRh1dhLr845gJTwsB3uXHaNVaTapbqGk4ZdVPQtcrLJFFpC9gkIYrOoySs8ko6aAt9gNGMRc+HDtqy1zVNHFFiVfvJUlbAXY/GJFZvuOEGgVzFn7xIgARIgARIgAQaK4EykZNF4a/k2IuacL3cVKxYxVZ+iFVcvu3/dqaqylW03bBhg/z1r38VZLvW9tpuu+1M4kDXrl2NWHUzVZNKAkCsQrDyIgESyEaAYjUbL7YuEQHIr9tfuNsIPAip73U/Qg7uvH/syejFiNXWLVoFByFhHBwEBfH0/a4Hm63Ytz43Rf64bF7BrCD0LhxwpslszXqp2MN9kHun9TrWdAGh5pY38PWtQrhXx73kf446PySXbekZJ1YhJ+9/ZapcMPtOM8TTJ09ItZ0fbW3hmObQKp2D1gtFRu24Yy6UzzZtMNvzb3zlT5Fb8t04VSzaB2nFyV2VsmhzfK9BJpTrn7nNrHPcnDEuROTpT91o7kHZgeN6DQqxttfGXlO07d5xT7ONf+obM8zzg2dr/HGXRt6vXM9+6HLBLw5Qv1Yvu288d7eOuDq2H60pi6zUIb2+bzjPWvSC+SzhebtzxDWREjvpWa6NWH3ppZfMiaLYehR3Yfv9k08+aZrsvvvuMmjQIGnTpk3kLXH9Qoxi+5R74Tf1vj7RV9yl92m/cfPRvvQenP66YMECkyXgjo33Zs6cGcT6/e9/P5aTywilCnbbbbek5Yt8X2MDb18/WhLB7cBXIqEYNugXvOzx48owuCzj2IIruOMCe8Ss/KOeD3ueGlMUg6RnWsdw1z3pWUMMiNWdm8vJXZMoFqV+Zop+2HgjCZAACVQcgUqWk5Uce/k+KMWKVfw/+vPPPzcT89VTdUsB4O+4UGf1iSeekI0bN9YaCrby42fxvffeOyRWVai6f2JAuyQAMl7xsw8vEiCBbAQoVrPxYusSENDt+ZCblxx1fqxMtYfLKlZxr0pCCKtBPfoZkQaxipPYIfHqQqxiXAi/e195WJ5c+qoZCxfk23n9zkiUXhCUC1YuMvcM339waJs7XsP7jy98LnaLPqQhpJ99xWWNussKgdu6eevUJ9WD82+e+m3k02FnlNqN4uJEDMs/XmGaR8Wugv7Bd54LOEPs/qT/mbEi2RdvHB97Tez4e3bsLgN79E0l4JFpqpe9rvbreB99jj36PC9LHy807LxDJ5PlDTlcm6tYsQq5ddppp5mhlyxZ4pWa+GHzzDPPlGeffdYU1Ecdp9dff93cc91118mIESMKQk/qF9mm11xzjXfKRx55pEyZMiUUS9L2pscff9zILrtf33zsuPQeCLHjjjtO9O8a1EMPPSSXXXaZ+SvmjbpbmLcvPh+jZcuWGaYXXnih/OpXvypqeXHfrbfeasZHRoR7DR8+3KyL73LHLYYN+gX7yy+/XH72s5+ZYXTM+++/38h1+3JZ+thCJJ5++umGDVji0ufpscceM/+oiHs+dDyNKY4BntX77rvPW4v3e9/7nhnX5ZT0rGF8ZLW4c0N/uHzrhNd1LfW5rKtnpqgHjTeRAAmQQEUSKJST8285REYvHiczb+km9x4yWu4L5jVSJs/7ifQKzTN/v/1aH9w7RGo2VXvauKUHCkoBJNyTb18zbF8Z95ebZUiH/Cvu+854ax+9WAZd1U0mzxslSy4aJOPnaE9OP+Z/sLn6rzWXw8FbxmCtTA/1i7tdfim4NMAzVaxYXb16tXzzzTeBVEXo9tZ/Fan6Gv6E1MTPA88991xJSgE0a9ZMOnToIP369ZOtttrK0NMSAK5UtWuw6kFWuAf38yIBEshGgGI1Gy+2LgEBPXkeh/WYf0AuekFeW7nIbNe3sxN1S7jW+IREW/HpqsgIfNmlkHOQbrefcLk5if1/j7lY7nrlIWnbvJX85vjL5NXlb5jMQ1xvr14sbVq0kl3bdJRd2nZMzKAtAQp2QQJlRaBYsQpZBmGIHwp9khTyZ+jQoWaud999d5A1idchivDa888/X5DFmdSvijPddqUwIT4hzPAb92nTpgVy1ZV7UfC1Xwg133wQ1/Tp082c48QqpOq5555bUMcVMm3kyJEyYMAAmTx5chAGpNrSpUsLJN6kSZPk0ksvLVquHnLIIdK/f3/DGYcjuFmrkIq4pk6dGsSCtXnwwQfl2muvlSFDhgQlE4phg06jxCoYv/baayEBnkasImZI51mzZgX3qmSE6Hz33XcLltc3T20U9R4yUs844wyzLm6fWqcX78+ePVvmzSvc/YD+o6S77z19ZnzrhPa6llrCoq6embL6xsRgSIAESKBOCUSJ1b7Sd043OSsQqSoKbTnoyxh12q2eLhcfO17kyply8wmqWj332XJyl5T3iD9jNSdNxRKthe20Td8+IgOvqBGyRirfUyNXc+1etA7V8nAoEKv5NhIWzKG+Je0c63TxvZ0XI1aRdfrRRx8ZqYpLM1Y1S9XOVoW81L/jvnfeeUfefvvtkhxehbGRtfrd737XJDEgDp9Y9ZUEUBg77bSTbL311vUPniOSQAUToFit4MWr1ND3mXhskF2IOSDD8JReg+XTTRvMqe6a3YgT6nFh2/X0+U8GwhNZecg4xPW75++WG08abzJEO7XZOZT9am8TRw1XbMHG1unv3HO+yVa1RaxusU+q6VmpzOPiRiYwuL+8apE8OuqWxIzaamSQNCfNWAWjuRc8GLtVP6mvcn6/GLEKmdWtWze5/fbbjUCCEHKz7VQM+mQR7j/wwANl1KhRoYzMNP1GiVUwRkYjfltvZ0lmFasQZpCntvxE3zgQALIRojJOrGo7Xx1XjV0zD1Wo+QQzxtT2UcIt6rnS7Frcd+KJJ5qsWjfzNU446tq52bxZ2CA2n1iFGP34448LBHMasRq1lrh34sSJMn78+AJRX4xYRezK0M1GBke89uc//9nUM/Nl3+L+LGI16vPgi6Ounply/h7F2EiABEig9AQixOo9YsnE/KiuQDR/XxLOFEVTq92o5ZoZGs50LZCfxdzjFau5+SwJiVwRdzwVpn2ddhISwR+Yvu5zs2tdWexyyb/fbdI8+ckB1opZ910pV+UzZhO4lH7BE3ssRqxiG/8nn/B9goMAACAASURBVHziFau2XHUzWCFWIVVLKVZbtGghvXv3ll133dVkrSaJVbyPS7NWUVIJtVp5kQAJpCdAsZqeFVuWiACE57ylrxdkheo2Z2zJvuSx68zJ91oX1R4a8hN1LbGlf++2u5h2ur1f644i2/XQ355s3u/atpOs/+IzI2yRLdtt+05ma3mr5q2MiFWpCsE7uHs/E1faLdVaqxNS+LTewytOuOmBR7WtzVmiR6Msu9ESFHg+fnfS1alLV5TlZBKCKkasQrwhqxHZfCozXTmIrDr81tzOiEzik6bfOLGK/kePHm2yGlX0ZhWrEGUocWCXA9A56ntRYjVKxkXNO0764R4VzbYoTmKoDPAn5LDN1L43aWwIYhXfyjwLG4zlE6t4ffDgwSYb15aSacQqMjdxQWqmrT9brFiNEpjg8vOf/1zGjBljnjXl7K5LFrGKe5ER7cuAdV9PWrdin5k0zxXbkAAJkED1EIgSq55t/1HC0IVRIElflAKBWYp7fGLVuy1fJCxM2xWI1ppwLDHb+V5TAmCkK0hjYg+JVLddgVhNwaUBHrRixCqkKuSqZqoibFei4j2ITj3ECu9DrC5evFjmz58vX375ZUlmC7GK0ladOnUqEKtRtVZZZ7Uk6NlJIyZAsdqIF7+cpo4MVMjUjzd9ZkoC4PrNYafJXW88Lt/ZuXsgUvVrHNyDw3rQBvVGd2jRWvp2OSioTaknpy84+w/yt4UvGumphxW5YhYHSv2y/1lycJf95dVlb5ixT+2d2xqL8gOPzZ9pvj6n/xnmT4hhLR/wP0/dbA7CQi1V9KH3lRPbqFi01u3Jew8oOCSrEuKvjxj1EK24A7TqI476GqMYsQppimw9zcqE8HKzItMKTXueafpNEqvu+4gD9Tj79u1bgBSHGGmdV/s+yLPf/e53QR1QZCkuX75czj777FBNVVeeJcXmBpCGUZJIc/u0s34xN9267mZWJvVrv18MG8QVJVYh29E/tu+jlAQkaRqxCsF9/PHHm4xi1I5FdjL+EeHWa7WZJIlV9HX11VeHMOJgLPziAKfr2pnYdiYwYlb56qvJm1Ws2vJe56NrOWHCBCNyfUx93yeS1ra+vrdwHBIgARIoXwJxNVbtOqk1ctLNxMxtcS+cYU5IeuqISnQd00z3eMSqZqJG8VbBW1Nj1V8zFhmvuaxSu6RARK8RMjcqllwM+WzYUJceLg3w4BQjVlGW6quvvoo9tAoi1RWrX3/9tXzwwQfy8ssvl6TGKnChFIAmNUDiQpraWatJB1lts8025ue22l5m/Z8Z6NQbrm2vvJ8EypMAxWp5rkujiQoZn//7zG1GkiLrFLVQj37wUpOpirqryC7F1Xbb1uakd4hUHOx0eJcDzWnzO7dobbb4o46qbtHW0+nRVg8Bggz90YM/N33hMCkVsxgT299xnXDvRUbiLvlkhTw+5i65/5WpZgwVpxgLl4pfXSRkMvbquFfFyUmI1Q8/WRV7yFOjeRAjJgpGn335earDqaqBVVaxqgLI3iIN8XbbbbeF6lGmkYY2v7T9JslLn1hF2YIuXboULNd+++0XbJG379PDlmxxjAxLyDT7sKpyFKuaoWrXMIVoQ+1Zu7xBknyLEqtp2QB2nFiF8EW9WQhSiNY0YhV9ah3YGTNmBIdvRdXFRfskseo7wAv9oewDhDq2xumFDFVkp2gWtm7h1wxW+wHLKlZxr1tL1Vd7Nc3nKmltq+H7FudAAiRAArUjUAuxGjrUyZKCUZmtcYdARWWaxh4cFV07NXSQlQdQnYrV/PxfzI9bk/HqL1OQeDhW7RY4893FiFUcXAVhaddYdTNW7UOrtDwApCd+nnj66adNxmttL4yPn1ewIwiCFJeKVRys5ZOq+pq2TXuAVcEvFEIlI7DWs2RgwWFv1gzxbM8eKPMu2lWmX3SViFXrt7YccveHf6nhPod6HFthRjbuu0u65Q+D8/7i5PTJMllGF/5C5fTJMrPrXaYucejSA+3sz7N9yF3oc+47JK80RNhL3RGgWK07tuw5gQBqqP569l2CjEmIVWQFHtL1AFMDVbNKIS2xlR+HSqHNPcf81NyDC9v8kaX6wScrjITFIVeaYYit7ZCjrVq0EhWtuAf94sIp6prxem6/02XUfT8x46Cfsf1HmwOuUGIA4/1p/gxTIgCSFeJ1UI9+cvpTN4YO2nKniu3jMxY9b/rQS0sNaOZr1AnvemK87yT6W0dcHVtu4KcPjzNlD/TynTAPyYyatc8t/UdIEiM+8PzRocMKtru7J9f/+LARXiHrttO5uHwgLH/z1G9jnxDE7osFN2kJhpkLnzfZzHpBlEOEj+p9UoEM9fHEfSgLsdfOexbE4s5FG6CkRNLaoa1vjr6xsGb4pcGyCx6OLDMQNZ4dNJ7pc484o1alCrKKVYg11BnVU9kRj556j5qrmgFqbyVP840xbb9JYhUy7N577w0kbxoRhfjsfpGZeN5554VKHSArEZmMcWJVa5P6Mhh9DNIwQvYBpLBb8zWKKeQcaphCWOqF0giIya7VmiTf7HGLYYOx48Qq3tcMUGRk9uzZM5Zt1HzRx/XXX2+yX321apPEKvpVUaqHVkGsTpkyJSRVNfPXlfQYd4cddig4xKoYseo+P761r4tnJs3nk21IgARIoLoIFCtW/Qc0GTZpSgbkRUpQIiBKrNqw3XuylAJwFi2NWL05qhRAQo3VnIjyyaEIsRo7x/p/2ooRqytX5g5D1lIA9uFVKlE1W9XOWtXDpbArZs2aNaY0gNY8zTpzjIMyAPhZ8bDDDjO3+7JVNXtV39MyAPonYurYsWPM8L5nP8Xauj0GYrVX1qmmaJ+LccnofJ1f88wukbPmjZIl3tdrMrfdA9zcwebfcrEsObXmwDd9P+p1fNbu7XxzPns9LGzv6lqTvS35khvM9E2xvGXYhGK1DBel2kOCFBv3+ASzff6PJ19r6q1CWiLjdMUnK6XnnT82Gavn9cttvbelF+5dtPpdc1DVhi83mPewXR8X6qVCUmm/OJxK66fifUhVSFEVs8hchYDFpVmoEHPITL1zxDVG/Lm1XLU8wf8ec3FkHdahk8YYoQpReVbvEaZm66yFL5qyBrjeHvsX8yfixlyQoasXRO6A7n3NXCDmUMbggtl3ht6PKjeg9VK1MUT1d3v0DfGzJTOydgd2P0Jat2gVxAcmYODODzL23lceNgIQl2b6ukIS7W59borh9vTJE6R7hz28ok/X8WeP/iZgj3h2bdPRHKSlshTrA2FuX1rCQNfv3N4nmwPOUJ5h6hszgnvR36+Pq2Hr8kTfN5zwCxMjBLx7uXPGM6nCFmsHiQ/B7ls7vKZzHP/UrYGkR+1eeyz00+W3J5ku7AxrNxZ3PPD/ae9TTDMczKbPr49Xlu8nWcUqxA6knbu1HlvNe/XqFQhAt9apG5Nur1dhmLbfJLHqyqhixKpuwcacIMhQBgBxJmVV+rZz2/NWcXfJJZeY7etJjHxbwePWVsfHIVNuDdJrrrlG7C3lccLRHddmnpYN4kwSq2gDBigHcN1118m5554beTAYsjcfeOABb83euLqiWcQq4tEsVM2kVd4qPVHv1l1T/KLBlbrFiFW7jANKHPgOxyr1M5PlewXbkgAJkED1EChWrBbep0x0C/zISTOl2+RBMl7GebZDOyIqEKsZ7vGJVc0WdQ+ccg7aSiVW89v1kw7Csg/r+skBMcI5EMMPyMBnTk3HpQEetGLE6ooVK2Klqi9b1c5oXbVqlSxatEjee+89+eKLL4qaNUoA4GfoffbZR1q3bh2SqnHlADRj1a6zivqsUVeU+IOQtEWhZoRKkJmZfzbm5HoeefpIuU+cjNUPcSBc/s4+I2WkLJFuJpPVKalhZXvWjGuXL3AzZjE2smLPkiXH2pm0+npelBrZ203GLZ7lz6B9/Sa5ePkoufkEp1RC1Ov4PD7QTW6+qFfuUDuToeuK5HCGbHS7oh4L3lRPBChW6wk0h8kR0Fqq+PrekTfJs4telGGPjo/N/iyWHSSiXaP15dNvMxINYx7ceX9Z8ekqI+MgPiF3j+81yLzmE22I+765UwWHVO3TYc+g3qobm8pNiC/39HjNOkTGo33hQC0VY3r4lr4PuYcMXr3ixJnWldW268Y+GZJ4eggT3ofAdQWtLSzRBvVpbXGq2cDaP8Qx1tCVkhgHctSdp28d7ZixPpDhuGwm9usQjAMnjTblHKLG1wxQ9OPKSpsnRHtSjDYzX51VlehRTPH6PhOPNVm0N540vgCB3b/vmXFv2ObqI8xLdux6UBuY4IrLfE36LGURq76tydq/+57+3T1VHe1VXmG7NaRdln7jxKpmQNqZs8WIVcQIgYXMRRwoBOGHGpdJYhX3IWMUWQO+Q7s0ds0c1f7seO31Qhbv9OnTxd7WH7eeUQcg4Z4shyBBet96661BhqvLPA0bjJlGrOqzgPbIfE46GMzHKk5AZxWriMPOpNXapu42fXsdfO8VI1Z1nfB8oH4sWMybV5Odj/dL/cwkfX/g+yRAAiRQnQSKFasivsw2u66oyUbNZ326h1cVZHXaGauSk0uJ90heVO05OSRrCuOKKhnQTSYXbNUOC9/cfKw6qz5x62Tb1ojlfLYgHhx7qzOkb/9ZKedY/09dqcWqK1U1g1X/1Dqo+Nln7ty5Rq4Wc2HHD34Ri6xVXCpK3fqqbsaqLVb1viSxepVcWSgX80GHRWfuGZ11VL5m79Kz8s+q/exqKQBIz5qMzlzm9ywZ+JebpdsDKm0hNGv6LBCcUeDQ19UiV97iqZscvD5fbrpoiYy65Qh5wVuaIKq8QdTrYWmLz8VVS7uJ3HOf5AoFWFndLAVQzCNfVvdQrJbVclR/MCrSIMsWrVxsMv7sbftxBCChkNmqAsluC8l2/fGXBRmsmgkKWeW2R9u2zVuZuq3YNm9vJdc+Ia4uHHBmKBwI1+MmnRUclDWwR9+C7eYq9XzSDuJy+vyngrqv2rktF6PEKhipfH3khHEF2bIqDO352n3ZmZGY/7Qxk7yobdHnzsE3BrI4XWFYCrFqM7EFry1NbeFqTwaicceJ3w9eskVjVrGKchWaleoTq3aWsI+rvh8Vqy2QEbBvbe25+cQq3rd5uUI9y3eVLGIVkgo/ANoH+uhYvqxBPaAI2YjI0ET9J4ihK664QpYuXRocXJSlX5V8kE72BRmGEgAqa/U9yD1kcGqJApcNDrBCdqcrDyF7keFpb6FPI1a1DeIYO3as7LvvvkYkI+MRWaMXXnhhUNcVsWgJBGRCQuKBETJbr7zySiNVXZGIOJHNiP/sSwXlqFGjQv1rG5WFKi6VuX1wE/pAO2Rg2uMWwwbjphGraKex4esosYr3kI2M58Z+npClC6Z43SegixGrGEszaZFNi3/soASEewCYstXyE/b4xYpVZYGSA6eddpp5Ptwr6zOT5fsB25IACZBA4yBQvFhVwTM+n4EHXjkZKkYm4XVTv3EXCKLxeZmSp2rXV8RLbikAp06pucu9B4rJiE9omvDBTwUHRzkZrOkyVvNZeU6dV1f4FsSO6pbugV758fV108d3Xkjm0gAPYTFi1VcKAFv+bYlqC1bIVFus4u8bNmyQV199Vf71r39lnjXu/853vmOyVVXU2mLVzlhFrVU3gxV/x6V/xpUCMIIwQazO6l8j1bU9DkML3VdQYzU6mxRi1ddnsliNyqB2X7clqJPFml+NqHlH8nAyVN3PXE3mbze516rpyozVzI9/WdxAsVoWy9B4glAxZItCNzMyioavbqm2RX8HduxuaqS6h0vF0bXjsNtBktn1UfU9iEu9IGxdYRaVgRkXQxqxCuGGzF7zM5Vne7xdD1RFsS1WkwShxudKSVvSqZTEFn+7fIErHGsrViGgUQ4Cl5uZqcIU66AlFXxsbQFrx5dVrNrtfWIVYyMjVeW9+ywjDq3/68apGcDIHlZ5m7SVP0qsagxJ9yd9p0krVrXGpL2d3O0bMmr+/PlBlh1EHaQcsh/tC/VZx48fb6Rj1n5V8rljY+v2D3/4w+D0dH0/6YRTCE2IKlceqihGvyqS04hVjIt2kH2Qsnoh+/X888/3ijI9cArSWi+INYhY98T7qAxczfr11RkNvpftsUcgniEcfQc3QQifcsopoXGLYYMx04pVtMWzA5EcJ1axJpCYEL9Rz5P7XBQrVu2SAMhARmzvvvuu9+OkJRhsGV2sWMUAyIB1a+K6A2d5ZpK+B/B9EiABEiABEmjsBIoRq/bhVa5MVYnqKwdg12RFCQDUa0cd/6xXs2bNpE+fPtK9e/dAjtryNItYRZwdOnSIDCGqFIAKxrOWDvJK0HoXq075i2BCvtd9v8hATmm+7mnulyi+A7aiXs/9ciFWBiOOyd1k5hUiV4WyaVMc/JX1AWH7OidAsVrniDmATUDFEF7z1fKMo4Xsv4mzJ3vFqQpSCNGf9D9TFq5cHNQmhZTssfMecslj1wWyVNtHiVW83m37ToLDl1AqABfKBdgHUkH6uYdJ2RmfuEf7ObzLgdKj456RBz75ZCjuV7EHSWpnN9qZjZqNCuH5h78/FGTg2mLVFo1ohzquUVfUNnw7FneedjzFilXURG3dvHVQixY1RE/rPTwoNZBFitrx2bVWs/Rh88fXUWLVrVurdV11XaKyULEmS9evMNnDUczdNfKJVa0jHFX3Nst3oLRiNUufvrYQTbg0Q7S2/VXC/ZDGurXLzTD1xQ9Bh1Ni4xiBI/7zZTJWApNSxAjpqf8AaUzPU7HPTCmYsw8SIAESIAESqGYCxYjVtWvXmoOn7ExUu4YqvnYPr3IPusL9b775ppGrWQ+wQk1V/HzZuXNnszRuGYAsNVa33npr8wvx6MuXBVqzPR9iNVdrNbxtH2J1UFAKIJ/VLChjURelAJy6pcFkol63Z+uRpalKCdh9eORocIBW7qCsQFBDrJqDtfIHaBnxK54yHdX8qav8uVGsVv4aVtQM9GT2Yk4whxSzDzuyJ66ZpN/ZubvgxHqIVdT5xHZ/XHroEr5G21/2P8scYuUrK4A2vi3uaUC79S7de3x1QdNkrEKS2lmndiYnxNpzS/9hDnmK6itLJm1UW1usYl72wWC21CtWrGqJBpXMekDTOf1zh5hlkaJRJQ2y9OGOGSVW7TILdp1ULV3h1tpFv650teONe/ZssQpZr6UxfJI/zfPqtqkvsVpMbLynkACEKv5zD6ciKxIgARIgARIgARIggeIIFCNW8ctwZJz6xGpcjVVEqIIV8hPljPBL840bN6YOHv336NHDHBwLwYqrNmIVh2Btv/32ieMXlHsISlVEHTRVj4dXeTNQ+8q4ewbKrNOdshxOGQ1vdmrUwVNRr0eI2HCJjpoaq27pjppM2cRlYIMyIUCxWiYLwTDSEcCWZ1w+IWrL1ZdXLSpoo0LV3nbtKxsAwffO+g8FkhbySsVeughzp8Eju/bvy1/3liZwD1RKK1ZdaYsyBJ3a7GxOldesyDRiNamOZ1qxinhG3feTIAtYpeL9r0yt1eFVkI4/vO/iIDNZM2yzSFFbVNq8s/SRVqyinc1MDwZDFuqArgeJZrDaz48rXW05i3ZRB1DZYvUXx1wgJ9x7UWQZgrTPq92OYrUYag13D7I1UYeVFwmQAAmQAAmQAAmQQGkIFCNWIULxc1ltxCru3bRpk6mx+vLLL6eaDKQqfhY86qijjAxFH7UVq+ivZcuWqcYvdaPQ9nknw7PUY7E/EiglAYrVUtJkX3VOQGtW+oQoxN7OLVrLqk2fBbIJkvSs3iPkw/Ur5f75f0lVf9UtE5C0dT5p0hCQtz9/j/zi7/ebpu6hUGnFKu51MzGR+avZqng/qi87uzQq81LnYdcMtcsJuBmraA8hOHDS6BDvvl0OkgUrF8mUUTcloQnFa9er9W3lt6VoUo1V+34VnQimrsSq1kvFGHh+fn3MRaYObVT9YPfQKhdU1Bq5pQCispgTwUc0oFgtlhzvIwESIAESIAESIAESqAYCxYhVbONHOYDaiFWw++ijj0w5gKha7i5fjNeiRQvZY489TH3VHXbYIXR4FUoK4L8spQBQBgDlABrkcjJNmbnZIKvAQYsgQLFaBDTe0jAEIPH+OPcReXzhc7GCVDNOv9/1YBnV+6Qg2FkLX5QXl/1DPt70WeT9mvUKQYvDsFBCAKLsuB4D5NAu+8fWJsVAyFTFdVyvQQWQVKbVRqz6Sg3YGahRYjXp9HoNNurgKFtK2rIVr9v3aD/uHKOemKjs2KgaqXEHRdljDJ00JsiktbM/k8QqnjFcnfJ1dW1hmiSkbVmKZ2aHFq1N/VT30j6xblq/F20WrVwcHGIVJY59NVbtudoSuZhPKcVqMdR4DwmQAAmQAAmQAAmQQLUQKEasYu5r1qwxEjPq8KqkGqsoJYAa+/jvyy+/TI0T422zzTayzz77mMNgsZW/2FIA6Kt9+/apx2ZDEiCBHAGKVT4JZU8A4u43T/02OJQJAUM8RdVH1QnpwVH69yWfrEjMWHUPs9IsWDtDFjUwT+z1fa9khRDE5SsfoFLMlV9pMlZtOWhLR7umJ8aN6stXRuCgzvsXrL2d2WpnkKKhL2NVO7DFLV6rrVi143APxrpg9p1m2KhapLboddskiVWMu2ubjsH62ayTxGrcgV42aM26Rk1c94o6oEzb+cSqm8k7a8zkQAxn/XBTrGYlxvYkQAIkQAIkQAIkQALVRKBYsYpSAJCjUWLVrbVqH14Ffh988IHMnTvXZL4WcyHT9NBDD5Vdd93V3G5nqdpff/PNN4F4xdea0Yp7IGVZZqoY+rynsROgWG3sT0CZz9/OGISsG77/YLOtH4f24EqSq1mmB6mKq9v2ncyfOPjqkqPON5IKmYyLVr8rc5e9EWTMov3Y/qND2amQZk8ufVX+ePK1YotL++R29zAjlWUYc93YJ6VVi1ZB2Dp/W3La9Thd2WdnL7rb0G2WELJujPa2crcOLAJScejGqMFGHRgVtwa+jFU7DmQf21mfbl1Xd/5gc97DV5hsVd9BYVFiFfet+HSVORzthhN+EaxdVK1W35wQ244Tv2/ecoW3tte18/FFGxzupiUjfHO3+3977F+CMGwR7d6X5TNAsZqFFtuSAAmQAAmQAAmQAAlUG4FixSrKAaxbty44jAoZqq5kVbmqUhXsIDa/+uoreeWVV2T58uXy9ddfF4W0WbNm0rlzZ+ndu7fZyo+xcLnZqypWtUyALVZ33HHHhisDUNSseRMJlAcBitXyWAdGEUFAxdvPDzg+dAgQRBJqi/pqrRYL0z7ZPqkPZEVOn/+U3PXG47J3213k+uMvk7123lNswaUZs5opi7/fOeIa0w4XsjzveuWhYMs6XrNlLSQb+oc81nIEY48+z9yLcR585zlRSYt4LnnsuoK+UMJA78F9EIuQh8oNEq5t81aiMeoBX6f2Hh5CgHXQA8F8Qlkb6/zRxpeRaXdqi14fb8jHc/udHhLNaAeBOe7xCaZMAy7EjIPGcP1x2TzzJ56X/znq/IJ7bfEctcYqse05a9ukTFydv/u86nr/z1M3m/VEzGftf1xobbDebpkLrA+erYWr3pWJsyeHnnetH4yyE25Gchr+vvlnEauTJuXKHIwZM8aLMu79999/Xx588MHIj9nJJ59sTrrHqaj4Dyff49L7Dj/8cMF/7vXQQw+Zl0aMGBF6CxkEiAe/gffFW2y/iA1jLlu2zIw3ePBgQez2b/q1b51T0tzRj85X5+8DFcUAbRHTjBkzBCfU4iCDPn36FMQVCT/lG2CKNcQ4uLp06WLWxGV/ww03mNfd9UpaEzsMbIl78sknpWfPnjJoUGGZFcz3vffe80a+++67F8SUcopsRgIkQAIkQAIk0AgJFCtWgQpiFWJUa626Waq2WIXgXL9+vaxevVo+/PBD8ycEa20ulATo0KGD7LLLLuZP/BwIwWtLVF/dVchXyFiIVV4kQALZCVCsZmfGO+qRgIpViKLTeh0rh3Q9QD7btMFkjiKzD6/bh1UVE5r28eioWwLpmbYfCK37X5kq2J6uW9YhOV9d9oZ8umlD0E2PjnsWlA7QLEl3rE5tdjZZsujnsy8/D95u3Xy7ID7c++ryN4JsWcSBjFr3su+x34PUXLhycai5L0ZtACFrXxqjj5P27SuHYLePmj/a+MoUuGPhfoxlc27TopXhrDVS3Xvcefji795hDyNko9rGxaZz0j7i5uuujbveei/6wjOPjNqoZwWvu/enYej2l0Wszpw5U0477TSZMGFCgayExLz00kvl/vvv94owCMPjjjtODjjgAGnbtm3BvMaPH29qREHKXXPNNcGWKL0P97z22msFW5WGD8/9QmDq1KmhPiHeLrvsMvPD6xtvvGGkrX0V0y/k59133y1DhgyRb3/72+Yk2Hvvvdd0+9hjj5n4cWnfjz/+uJGLSXO349f5H3nkkaF4MY/XX3/djD158uTgPcQwdOhQ894ZZ5xh5hkVl+/ZT/sa5PCAAQPMAQlYR4hkvAYeGBdx64VtaZdffnkgi/X1pDWxYwHr6dOnm/Hmzcv98sS+sO6YM54n99pvv/3kV7/6VdqpsR0JkAAJkAAJkEAjJ1Absbpp0ybzs5ctVl3J+tlnnxmJiuxU/EwH0QkZq5mktcGPsSBSkb0KiYufmZHFirqprVq1iiwPALEKCYuDsHiRAAlkJ0Cxmp0Z76hHApBFZz90eWxmqm7hz5q9am/9/83xlxVdlxI4INSuf+Y2+V73I7wHV9UjMg5FAkUTyCJWMcjo0aPlueeeM/+prFTpBvFmSz87KFc2RgUcJVbR3pWKeC1KrOJ1ZFTOnj3byGDNCNVxNZ60/ULUQaLaAhX34gfpgQMHmh9M//rXv5ruo8Sqita4xXLnb7f1yWsVjL64IFyXLl3qFdJZHxgVna7chiw999xzQ0I9SqwmrYnGBKYHHnignH/++Uay+7hFrXvWebE9CZAACZAAgOQXKQAAIABJREFUCZAACdRGrILexx9/HMpaxWsQpxCqK1euNFmt+BoHVBW77T/tKkGwNm/eXFq3bm1+Qd2xY0cjWJGdikvLAKAds1XTUmU7EigkQLHKp6IiCCB7cN7S102sH3y60mQp7tMht6UemZazFr1gSgPgJHa9UGfTvrB1+p31H8rO+TZoe1bvESUVoYjTl61YEZAZZKMnkFWsqvRCpqBmiarc82WUKuDailVIVWQwuhmxPsEG0bv//vsbIYdxcY+b9ajxpOkXc+7WrZs3CxPzQybvHXfcIVOmTDGZnHUlVjGWLS2TmCoHX/Zo1gcfnJFhofLYvt/d+u8Tq2nWRPvUzFY8T2eeeaYR5HZGLNpRrGZdQbYnARIgARIgARKIIlBbsYrt/Pg5CRmo+HrDhg1m9xWyVCFUS5GZmnX1NJMVghXZq/j5DIIVpQOQ4Qrpiq95kQAJFEeAYrU4bryrDAlgO/yzi16Ud1a9KwtWLjKHT6l8fXv1Yln/xWfSeYdO5rW47eJlODWGRAL1QiCrWEVQdpYi/o6M0Ntvvz22rmWSBNTJRmWsQpJOnDjRbP+2Ba5PsCG7FO0hU1XouULWjiepX53v888/H2z3j1ucuhKr2q+y1izad98tLAmi8SHDGPVgfUI0ywOm6wJJq7Vjo+73idU0a6L9fe973zNiHGMq+yVLloTKQFCsZlk9tiUBEiABEiABEogjUFuxir4hUvEz1wcffGAkK0oElMsFyYosVuyw2nXXXaVr165GtPIiARIongDFavHseCcJkAAJVBWBYsQqAGiWKr62s1ej4KgU1Dqgdjtb1MWJVRxKhHIDbrYs+rJrrB5yyCGmDqjW2bRFnY5ry8+kfuO25/vmm7XG6qmnnhpIaVtg2n1DECNjFz8IT5s2zUjGNHIxa+xxDzd43nrrraYJMnj79+9v6um6h0v5xGqaNUG/rgjXbGFX3GPu+McLpL598eCqqvr2xMmQAAmQAAmQQL0QKIVYRaB//vOfZc2aNfUSc7GDIHv1xBNPLPb2xn3fy9dIk8OvkKtf2iKXf6dxo+DsRShW+RSQQAkJfPTRR+Z/oPif1Hbbbiuff/GF+XPp8uWyXcuW0nK77YL3d9ppJ1m+bJm032mnoB1CsdtqHxoi7sEYeH3b7bYL7sf7Ohb+RLu3337bjInr7bfekn323TcYv2vnzkH7NR99JJ9v3Gjaadzo277Ql76H+PA1Lozzxeefm5jx2sbPPw/mg6/Rr7ZFzBirc5cuob5Rq3LUqFHBazo/vKDtdS7gp2PY89c5YF7KwmYFJr4LawVGOn/lgrb2uiFmrJX+ifY6FmJDNiTmoONg7Eq8ihWrWlcVc7brrUYxiDvASQ+uwr1xYhUHQWkGox6g5cpFPWDLPrDKl/Xoys+4frPKySix6pPKmDPmhf/s+evhVXpoFUQmaplCQkOq4qpvsYoxse5PPvmkzJkzx6w74oPoVtmLNq5YTbsmuNfObNVnCfVdsZ521m3U4VU8uKoSvwsxZhIgARIgARJoWAKlEqvIWn300UfrvI5qsbRQV/WEE04oOlt15f8/XDqd9ogz/NUyZ8vlkvtJtoqu9++X4bsvkbHB3FbK/SefL3LDVDktfCZuFU2aU8lCgGI1Cy22JYEEAvgf8UerV8vqNWuk/4ABMhWHuZx3nixfulTmzpsnHdq3l34DBsjtv/udOT1bT9G+7f/+Xzn/v/9bnp0922Sh4ZAZXIMHDzaCVK9hw4YJxthnn33MfxdfeKEMHzFCDj34YPk/N9xg+v8+7nnrLSP5Pv/8c1m2dKlcMW6cue+tBQvk2MGDjdzF++gDX8+YMUNOP/10ueeee+RIZJ4NHhyMOXPGDPP16o8+MhIV2WZ/mTFD9u3ZUxDPHbffHryGdpg3+oOwRDxggbaQjeBxcz7LTQe4evx4E59eEJjzXn3VxI7xUFNRx8efmM/wk04KzR/Zaj332ccITghX3HfOueeaOUOQLnj7bcMV19y5c+XQQw81X2P+iPPJGTNkpw4dDHdtp19jPbFm2CL+yyuvlIenTjVjqUTF+7gX8b711lumb3CpxKtYsYq5phF7yqQUpQBUPtoHaF188cVmCM1YxXvI7PRdKmPxni+eqH5Vutqy1u0fmZUqPEtdCkDHd7M2IRxxOJdbP9aOLa6NfYCX3oN/EGS59ECtCy+8MMgQdsVq2jXBuHvssYeRtb7LLsWQ5dnLMh+2JQESIAESIAESaHwESiVWQW758uWm/n45Xthl1DmflJI1vpfGN5E+Vw6TP74XFovm9Tf/KCsePE06Zu20otqvlJXvd5SOlKoVtWp1GSzFal3SZd+NjoCK1Q0bNxphuXHDBjmkd28j+pYsW2akmwpDtFmwYIEcduihgq+XLVki7Tt0MIITYhESFAIRklJlny1WAReCtmWrVnLttdfKP+bNMwIRmZMqXzEu5C1kJjJDIf6uvOIKmfvqqybzFVmXEJFTH37YjPvrq66SVi1bmvYQnngN0hF94h4ITHyN91SsqhhF//NeecXMYcnSpdKta1cjVnFBPGI+a1avNkL5oEMOCZ4NV6ziDT2cRueNODEP9I0LXOz5q8xEXxgbF8QZRBPGRYapylTwf/bZZ+UHP/iBaQe5Cnl9yMEHG7GMeeHCfef+938bKQ5Z9fe5c6Vnz54mAxfCG31DqkI044Js7tK1q+n7rrvuqshnvxLFqn2AlkKHWNVt45B87vZ0SHL78CWfWI3qV7enR9WRxWesX79+QZ3ZUotVzFG34dtyMY3wxbOKLfvu4U/oE/PF9yP7Unltv6bzcevUahtXctpiNcuaaGYrOO+2W/in1pEjR5rvQ1regWK1Ir/dMGgSIAESIAESKEsCpRSrmOC///3vWte3LzUolMb61re+VVS3uUxVKZCqpjNsj7+hW06s5rfK24PUbJt/Sa5pMksGviTSJ7+dfuDTTWTW0XNEDu8jV1w1R7aME7mmSR+5wuog7n57O76bTVtzHzJNO8mPHrI6HaEi2H3Pyr61M1bN1z8SO1d32P0rZOoPcyoZcjmYB14I+i8KN2+qEAIUqxWyUAyzMghAtr3z1ltGVnbYaScjMf7v738vJw0fLkuXLTPvIZMSEnK77bYzmY2QgcjyhATt3LWrEanY7o7XIPQg8jRrEzIUl8rZYSedJK/OnSsHH3qouQdjYEz0hTFwQaYgE1YFIPqEGHz+uefM+xAUDz/yiBlj3333DfrT7ezIIIVwhDREG8xh7333NWIWF6Qn+tSsTczLjlFjR4bn4EGDZMbMmaGMTp9YBUcIXgjnrl26GLmLr5EpisxZXJgjYkdbCF99H7x2at/esNB2dmkD9Pfc7NlmLpgD5ok54X6sE8bCBbaYtymBkF8r/KCl7MET/SpHZLUi+xV926UNKuPJzUVZiWIVcauEw9fYNg+xqtmT7kFHdnsVk1EZtL5+cb/W9Jw1a1boECW8p5mueqhWXYhVCMqBAweaQwfsLfF4JvGavRVfnz9kq+KXE3GZtmmfVWSS+mrpaly2vLXFapY1iTtoyz2oi2I17cqxHQmQAAmQAAmQQBKBUotVjIfMVfzM9vXXXycNX6fvY/s/pGqxmaoIzkjLacPjs1Lz8vEgu/6oEa3/yAtZiFUVqLnCAbksWFtmrpSVu3WsyXwNbccvvD8AZ9pNleGaTWuN222Km1Gbl6n7zZEVe04MzSuUfRuMPVBmNekj/7BEqjhzDc+jpv8t46quQEKdPquV1jnFaqWtGOMlgSoj4NZYrbLpVdR0KlWsqtDEtn8Vq5CMvXr1ksmTJ3vXAHJwyJAhJnszrjSBbl3XftGZ1pTdYYcdTK1TZDJDKt5xxx0mY9nOZs1aYxX96wFecfVctd/LL79cIE1xIVv2+OOPF8R16aWXmkzPqLhq82BqdiyY4LAtjAMmmDdKaNh1dm2xmnZNMJ/999/fZJ2PGTOmIFQ3K5hitTaryXtJgARIgARIgARsAnUhVtE/SiyZHW/5JJH6po5kEvzyGz+b1eZKL1YtuWl+gLaFJ8ToROlmlRKAkJy4Z03mZxBjKPNVyw8U3l8zp+j3jPQUZMPWSM7gtaNn1WTbuoBCYjUct0hO8kpeIrvzMLwWjw2NWRv+vLc8CVCslue6MCoSIAESqHcCtRGrui1b/4wLHmJs3LhxYh9U5WsPgffAAw8ENVPj7oNAPPPMMwUHFkHGod7qOeecU1AGQMeBtPznP/9pxGvafu25YTz8HT8gIysWF0Tt2WefHRw+hdfcvvXvcXyUizt/9x7M4cUXX5QpU6YEmbNuXG3btpUBAwYUxFXbhwtiF8+L1rDFOJg/pKi9dR/SE/IVZQXSrskpp5xiJPXNN99cUAZA44bw/va3v23Gy/Ls1XbevJ8ESIAESIAESKC6CdSVWFVq+BkKP4PW54WfmXwlnoqJIVasGgkqMue9bjLR2S6fGytajHqFJA7HMmUBIEJtYRonVjGOs60/30cum9Qzax3D2eYflBCgWC3mUWlU91CsNqrl5mRJgARIIJpAbcQquZIACZAACZAACZAACZBApROoa7EKPh9++KG8+uqrsnLlyjrF1bFjRzn44INll112Kdk4iTVWA7HqZKyGIkjOWC3IYE3IeI2eYE6yLvnZFkEdVzdjNfK+grqqS2TsFpQCYMZqyR6mKuqIYrWKFpNTIQESIIHaEKBYrQ093ksCJEACJEACJEACJFDpBOpDrCojHGyFw0NLLVghVFGqqtgDqpLWMJf5qdmnNa2D+qL5jFWxapGGM13TidU+b+rBUlqDNbkUQE78HiRztlwuZsO/VQPViFW7jmuwjX+FdLuhk/xov5oyAaF+MtZYtUsasBRA0tNUHe9TrFbHOnIWJEACJFBrAhSrtUbIDkiABEiABEiABEiABCqYQH2KVcW0evVqeffdd02t+g0bNhRFr1WrVtK1a1fBOQIdOnQoqo8sN+XE4yPOLZZsDdVGFZERNZI0vK0/10VhjdXwdv6rX8rLT0E/3eSugsxRV/DW/H1YIHidEgEiEmz3z0vWK4LbrLkUZK/+SOyZ1/RfOA+K1SxPVeW2pVit3LVj5CRAAiRQUgIUqyXFyc5IgARIgARIgARIgAQqjEBDiFUbEQ65WrVqlTnsav369Ua0btq0Sb7++mvTrFmzZtKiRQuBSEWNexxGtfPOO9f6UKoKWyaGSwJlRYBitayWg8GQAAmQQMMRoFhtOPYcmQRIgARIgARIgARIoOEJNLRYbXgCjIAESCArAYrVrMTYngRIgARIgARIgARIgARIgARIgARIoOoIUKxW3ZJyQiRQ5wQoVuscMQcgARIgARIgARIgARIgARIgARIgARIodwIUq+W+QoyPBMqPAMVq+a0JIyIBEiABEiABEiABEiABEiABEiABEqhnAhSr9Qycw5FAFRCgWK2CReQUSIAESIAESIAESIAESIAESIAESIAESIAESIAE6pcAxWr98uZoJEACJEACJEACJEACJEACJEACJEACJEACJEACVUCAYrUKFpFTIAESIAESIAESIAESIAESIAESIAESIAESIAESqF8CFKv1y5ujkQAJkAAJkAAJkAAJkAAJkAAJkAAJkAAJkAAJVAEBitUqWEROgQRIgARIgARIgARIgARIgARIgARIgARIgARIoH4JNNn4+A+31O+QHI0ESIAESIAESIAESKDqCDQRkeCnSvwl5kp4O3xncuMmyU1EJFWjmqEjm2OSTbOGmGsfYlSiJyCIM35+YJT+h35nflGhpkWatl3ahwYTSdunt53/5nTPkRtk2kAS1tt0k6KvFE1MPxkYZZp30c8wbowIPtWc0uHJ/KnKNPmkNUw7kXw/sSytvtJ2m+FZT8sp3GWJvq+nfdYTg9SHvEmqj05id8436GzfM1N+X0i7lkF3mW/wTNPz/6xkGIUtSvZZKcWcUn6/LGaeRd2D/2em/z+sf4hy4lJtsWT4H2JR6y/S5JNra/0EFDk0byMBEiABEiABEiABEqgaAll+Ds/SNgWgTP/eSzt22nZZ/n2Xpc8U8zZNUvbZJO2/+9K2w9ip2jYp8NBppxZuZ000rSeIbOcRx1tEDKOkq6DPlAuQ1K95iFP0laJJ0E+qtiLxnx+nk5R9eqxM9AOTts+gXcKDl7Y/EE/9wUhaQHS2VYpGVpPIOJ2HLO18Ctqhn4iYUvbZ4GI1Mc785yaxXZqlcWab6vtb1GMdEVDaPoNwSzKxwl8GpsHhtmlaRrFk+Z9f7FxLNSd8zqpJrJZiPql/SEh4GtP8jznpgU77Q0NSP9HvN/l0Yq2fgOJH550kQAIkQAIkQAIkQAKVTyCLbEr98602jP+Hz5YtIk0Tf+7O95V27Nh2jqyoVZ9pb454RILb4/tJxyj/78KmMTLGDiNV6FtEtjQtgVh1Bks1ts7HZeefXzZG2mfaQBI+4sHgCf/ITzVctmc9ft5Fci+YbsRnOdV88p2lfNbNv2wTvx/k+tyyZYs0Tf7mke77swGZQawmfo/JTyLtfLztIj7LKfsMN0u4KWWfufVJ0ThFk5zIaiqypRS/vHFmm+r/K3HfY/y/vEn7bOaf0PQPc+xTmvJ7elwfqb9BJn1cShBLkI5fWyma6iFLmlD+Icjw2ff2WMpYUn4DjJxZKdbIfIctwfNbij5KFUv8o9Bky40Uqyk+LWxCAiRAAiRAAiRAAiQQRyDLv3GytE1DPUt/aTOGYv9tYr2Z5ed+b5xZgvfACG5P6CftMKZdymyVVH02FWkCSLW9iiy/ULDeMf9oLOrZSAVBTZ7I5ggWJm00xT+IE4ezHsjEtvk1iW3nvJm2z4LlzmcWuq9n6S/ts552HRFLqbLwDPaUn5vEf+c7E0jLyNsuJmN1yzcisjnDB7NE32MyidWk7x355yoto9jZFvmse8eOeAgzx5nie0LiCpZIlGXaGhIXVCnmlOVDnhRL0jOWCDg6MzzNrUGbzA9HRO+l6Kc2a7RZZPPGNP9zSUmnFPMx3+xLkFUcHXKTAy7coxRPUkoobEYCJEACJEACJEACJEACaQmU6gfqtONZ7ept6PoZKPUoaRviXxBp2xaBv/CWUg3mDzzTdIoJBaUGttlKtunQUrZEydX6BVqDuJj5lGRNi+2kdAGXzBVleoCKnXcx90Wx+ka+ar67bG62Q0a5mj4GHfnTzU3Nk/31liay8Rt8nV4/bJam8qVsXU+fjPRxpadQbMvSPeO5CMppbsUy4X3lTmDLls3SrGlL2WqnCyy5Wu5R1y6+7Zo1leb4/bGM2Y+fstqx5N0kQAIkQAIkQAIkQAIkQAIVQ6AB/vmDIZs3k613by1bvmmA8StmbSo40LJcVn9QTbZ8I/9puZfI1h1EBJmr5XqVJdRyhcW4SKCBCWyWrZq0lJYdL5Mtmzc0cCz1MzyqZJjfqzU759v8blU/zDkKCZAACZAACZAACZAACZBAIyRg6nk2bybNd20dXQ6gEXLhlBuIwJav5ctt95Rvtm4vTTKVA2igeDksCZBA2RPYsuUb2brpdtJy50sajVjVRaFYLfvHkwGSAAmQAAmQAAmQAAmQAAlUMgGK1UpevSqMnWK1CheVUyKBhiVAsdqw/Dk6CZAACZAACZAACZAACZAACVQtAYrVql3aypwYxWplrhujJoEyJkCxWsaLw9BIgARIgARIgARIgARIgARIoJIJUKxW8upVYewUq1W4qJwSCTQsAYrVhuXP0UmABEiABEiABEiABEiABEigaglQrFbt0lbmxChWK3PdGDUJlDEBitUyXhyGRgIkQAIkQAIkQAIkQAIkQAKVTIBitZJXrwpjp1itwkXllEigYQlQrDYsf45OAiRAAiRAAiRAAiRAAiRAAlVLgGK1ape2MidGsVqZ68aoSaCMCVCslvHiMDQSIAESIAESIAESIAESIAESqGQCFKuVvHpVGDvFahUuKqdEAg1LgGK1YflzdBIgARIgARIgARIgARIgARKoWgIUq1W7tJU5MYrVylw3Rk0CZUyAYrWMF4ehkQAJkAAJkAAJkAAJkAAJkEAlE6BYreTVq8LYKVarcFE5JRJoWAIUqw3Ln6OTAAmQAAmQAAmQAAmQAAmQQNUSoFit2qWtzIlRrFbmujFqEihjAhSrZbw4DI0ESIAESIAESIAESIAESIAEKpkAxWolr14Vxk6xWoWLyimRQMMSoFhtWP4cnQRIgARIgARIgARIgARIgASqlgDFatUubWVOjGK1MteNUZNAGROgWC3jxWFoJEACJEACJEACJEACJEACJFDJBChWK3n1qjB2itUqXFROiQQalkCjFqvr1q3b0rD4OToJkAAJkAAJkAAJkAAJkAAJkAAJkAAJkAAJkAAJVBaBJhSrlbVgjJYESIAESIAESIAESIAESIAESIAESIAESIAESKDhCVCsNvwaMAISIAESIAESIAESIAESIAESIAESIAESIAESIIEKI0CxWmELxnBJgARIgARIgARIgARIgARIgARIgARIgARIgAQangDFasOvASMgARIgARIgARIgARIgARIgARIgARIgARIgARKoMAIUqxW2YAyXBEiABEiABEiABEiABEiABEiABEiABEiABEig4QlQrDb8GjACEiABEiABEiABEiABEiABEiABEiABEiABEiCBCiNAsVphC8ZwSYAESIAESIAESIAESIAESIAESIAESIAESIAEGp4AxWrDrwEjIAESIAESIAESIAESIAESIAESIAESIAESIAESqDACFKsVtmAMlwRIgARIgARIgARIgARIgARIgARIgARIgARIoOEJUKw2/BowAhIgARIgARIgARIgARIgARIgARIgARIgARIggQojQLFaYQvGcEmABEiABEiABEiABEiABEiABEiABEiABEiABBqeAMVqw68BIyABEiABEiABEiABEiABEiABEiABEiABEiABEqgwAhSrFbZgDJcESIAESIAESIAESIAESIAESIAESIAESIAESKDhCVCsNvwaMAISIAESIAESIAESIAESIAESIAESIAESIAESIIEKI1ALsfqB/H7i+/KwbC0/G32QDN4xPPN1L/1DTnnxPyI9dpOnj9+1tFjWLZbLJ68V6buPXHN4G0/fGpt/2N6R95U2zFL1Zlh+tHNGjmvk2T88IXLsj+XIDukiWTR9gkx7p7Btu35jZEyfdqk6QR+z2/vaL5JpE6bJIukuQy8dKt1T9cZGJEACJEACJEACJEACJEACJEACJEACJEACJFCeBEogVkUKReWnMmPy23LDOqkDsZrre3m/w+S/9oqCmhOrMsTT5l8L5OjpG+Qk33umO9y7Sjp7ZHGmJTTy90v50diesm+mGwsbFydWF8gjtyyUHhcNk56J46+VlyZNktlrPdJz7UsyadJskZRy1Rar9tdr50ySSW/1lDFjDhco2mgBmxhs6gb1MUbqYNiQBEiABEiABEiABEiABEiABEiABEiABEigqgjUWqxKj1by8Jrm8qfRe0qQtJqXip17bJCHpdQZq5/KunVtZEcnQza8KjFi1YjTCOlapktblFj95yNyy+IectGJyVo1l6kalUmak64L9k2XtRolM12xWqaoGRYJkAAJkAAJkAAJkAAJkAAJkAAJkAAJkAAJpCJQe7E6ZDeR6eEMTxWBN8v7crEtVvPZoqHIdmwXSNnQfQtzrexs2Lce+3u4PyNwP5UjCrJL04tV9PnHnXaTI95+X24QxLKtPBRkrOazV4e0kRemr5VXTESt5GbNQi2Yj/VeKGM130/f5nLDixvy07fa5mXvwzYYD5csJRUW/PkWWbjnRTLs28nPgRGra/oH2aRxdxhB+vzaUJPuQy+Vofm9/b6M1aEyzbonJ3AlKBkg+WzZmi7t0gPx42mmrf/emlgKx8AdNXGjTMFs6Ti0pyyYNltys7NE86JpMmHaojCWdjW83BIKWUonJK8OW5AACZAACZAACZAACZAACZAACZAACZAACZQjgRKI1cOk3zuQk1rvtGarPl4PxKq3Lmq+Fmq+DqvWZQ226efv6Zzftl8SseqUAjB9LrTrxNqlAPLxWZLTtF/TTv50osj/ceq8Bu8he7dArL4vDwf95EslGJGLtp/Kuh3b1GT8ikhO+OaYZs9YRX3V56X9j9OUAchty08tVteulXbtrHqrplTASumfr5uatRRA/zWTwtmy+dID7fKydm3MeJCzoUxb516NpWAMEckJW5H+Y8bI4e3y9V9dWQrZPFRkWkEphHz7vYfKmPazZdLz7WrqxhoJuzbfbzl+5BkTCZAACZAACZAACZAACZAACZAACZAACZBAKQiURKz+lyyQo5/PlwOwhKLYGaYR2aW2LDUC8e02VlmBcOZpVrEaygC1aMVmwYZqrBZmvgYxGrHqZMtC2no47OspP1A4V8kJVBz4pZctnLMcXrX6WfnDX0R+8OMjpX2KpySLWM11pwdRaeftApFYlFiVoXLpED3OKpeFurJ/TRZs1HjtXpgg02LuDYnVUDuYVQjhBdLTEqtiZd4GpQuMWNV2NTANM/S5zwKZME14IFeK54xNSIAESIAESIAESIAESIAESIAESIAESKCaCJRGrO5Vk+V52MKaE+xDIjSffZrbTu9ctkAsoVj1Hl7lDF0ga2sjVu2+PRmrdjy2WJW8UI0SvlkzVtc89wd5Qn4gPx6QRqsmZ6wGEnGIyLQJ02SRvU0+JCjDh1KlObzKZJO60jPgqALX2pZvjVcoVsOLWzqxquUBnIdnbxXCjmgOXq+mbxWcCwmQAAmQAAmQAAmQAAmQAAmQAAmQAAmQgE2gRGJVt67napUu73eY/NdeudfCpQB89VBrwil1xmq9i9UiM1ZXurVj86UAlF02sYoyAE+IHPtjObJDuoc9/vCqvHiF/DxirZXlme+75GLVylhtZ2eVFo7XkBmrSrbwsK5sh32lWyG2IgESIAESIAESIAESIAESIAFYFGNgAAAgAElEQVQSIAESIAESKDcCJROrEhzkVHMoky9jVfpqLVagCG+1TyVWUd8UdUlVPobqoyreuMOrwktQu4zVtWLPJ7HGaj4zVyRcY9WI1YWeQ7GKKgWwQB65ZaH0uChdfdUcDT0EysoMDTDV1BPNidXZIv3GyJg+qLOq99WyFMA7bkbqbDE1Vo1YjR7PiNWoe7vXZM+mrbEaXQrAjgFgckzQvufbbn3a3HtrA0bl9pFnPCRAAiRAAiRAAiRAAiRAAiRAAiRAAiRAAqUgUDqxqifbB/LQyVhFtIF8rQk9OKhK8jVGY0oBBEJyXe7+k4bsJjJ9lXQefZAMhmkNrnoQq5C7BfOx5KivFECPVvLwwg35KK22Klrz8xIw3Hu9HD19g6A8wP8ni+WUtDVW//mI3LK4h1x0Ys/Mz4d7un3Qgb213RzOtCj/FoSqKUIqs9fm5CgOlJrdPide05QCGNNHTE3V2Wtrwm1nS8nY8frL2ph7a8YvHAOjdQ9qqtaI0qH5Uq9BjdUxh0u7UAy5ON17lYh5k6UAMj97vIEESIAESIAESIAESIAESIAESIAESIAEKo1ALcRqpU21IeNNL3obMkqOTQIkQAIkQAIkQAIkQAIkQAIkQAIkQAIkQAIkkI4AxWo6TrVsRbFaS4C8nQRIgARIgARIgARIgARIgARIgARIgARIgATKigDFar0sB8VqvWDmICRAAiRAAiRAAiRAAiRAAiRAAiRAAiRAAiRQTwQoVusJNIchARIgARIgARIgARIgARIgARIgARIgARIgARKoHgIUq9WzlpwJCZAACZAACZAACZAACZAACZAACZAACZAACZBAPRGgWK0n0ByGBEiABEiABEiABEiABEiABEiABEiABEiABEigeghQrFbPWnImJEACJEACJEACJEACJEACJEACJEACJEACJEAC9USAYrWeQHMYEiABEiABEiABEiABEiABEiABEiABEiABEiCB6iFAsVo9a8mZkAAJkAAJkAAJkAAJkAAJkAAJkAAJkAAJkAAJ1BMBitV6As1hSIAESIAESIAESIAESIAESIAESIAESIAESIAEqocAxWr1rCVnQgIkQAIkQAIkQAIkQAIkQAIkQAIkQAIkQAIkUE8EKFbrCTSHIQESIAESIAESIAESIAESIAESIAESIAESIAESqB4CFKvVs5acCQmQAAmQAAmQAAmQAAmQAAmQAAmQAAmQAAmQQD0RKFqsbtmyxYSof9ZTvByGBMqaQJMmTUx8+mdZB8vgSIAESIAESIAESIAESIAESIAESIAESIAEiiZQlFiFTN28eXPwH+Vq0fx5YxURgExt2rRp8B/lahUtLqdCAiRAAiRAAiRAAiRAAiRAAiRAAiRAAg6BosXq119/LRs2bCBQEiABh0CrVq2kWbNmDZK1+tXmL2TjlnXy5ebPZYts5tqQAAmQAAmQAAmQAAmQAAmQAAmQAAmQAAlYBJpIU2nedDtp2WRH2abptrViU5RYRbbqf/7zH9m4caP0mDCkVgHwZhKoJgILL50uLVu2lK233tpkrtbnBan68TfvyeOvvy7XPDFZNmzaWJ/DcywSIAESIAESIAESIAESIAESIAESIAESKHsC22/bSi479sdy3AEHyA5b7V4ruVq0WP3qq6/kiy++oFgt+8eFAdYnAYjVbbfdVrbZZpt6Fasox7F+8wfyyD/myM+n/rY+p8yxSIAESIAESIAESIAESIAESIAESIAESKDiCFw7/AIZdlAfadt016J3HVOsVtyyM+ByJtBQYhVZ5Gu+WSyHX3MRM1XL+QFhbCRAAiRAAiRAAiRAAiRAAiRAAiRAAmVBAJmrL/ziJmm/1Z5FJ8dRrJbFUjKIaiHQUGL1m2++kTWb/yW9xp1TLSg5DxIgARIgARIgARIgARIgARIgARIgARKoUwLzx98h7ZvuJVtttVVR41CsFoWNN5GAnwDFKp8MEiABEiABEiABEiABEiABEiABEiABEqgMAhSrlbFOjLKREKBYbSQLzWmSAAmQAAmQAAmQAAmQAAmQAAmQAAlUPAGK1YpfQk6gmghQrFbTanIuJEACJEACJEACJEACJEACJEACJEAC1UyAYrWaV5dzqzgCFKsVt2QMmARIgARIgARIgARIgARIgARIgARIoJESoFhtpAvPaZcnAYrV8lwXRkUCJEACJEACJEACJEACJEACJEACJEACLgGKVT4TJFBGBChWy2gxGAoJkAAJkAAJkAAJkAAJkAAJkAAJkAAJxBCgWOXjQQJlRIBitYwWg6GQAAmQAAmQAAmQAAmQAAmQAAmQAAmQAMUqnwESqAwCFKuVsU6MkgRIgARIgARIgARIgARIgARIgARIgASYscpngATKiEBli9Uz5Kkbx8p3P31Etv7lL+uB6q/lzd8PE5mzn+x3dz0Ml3GIO379ppwp9cUiKbgcq73l3zLlv4bIOUnNrffLax4ZAmdTEiABEiABEiABEiABEiABEiABEqhjAhSrdQyY3ZNAFgIUq1loZRGrOel74HsTpf0N9WNhy0pInjFd/tPnWwbuOxlFdL3P46hJsmbEvvLaQ33kmGeyPA9sSwIkQAIkQAIkQAIkQAIkQAIkQAL1S4BitX55czQSiCVAsVpXD0j9i9W6mkn2fnXuj8hruw+rx4zi7JGaOyhWiwTH20iABEiABEiABEiABEiABEiABOqbQAWLVd3a+pn8zZPZ9NOfzZHre7QWWVkHW3HNP/wPE1mYlP2mMbrL6o/Zu/hmrPYyzbd9V7PQ6mKO9f0kcjxDoKrEqgqyOW/JgX0Ok7b5NQ5nTObLB7S0HoCNf5dLfjpGbhQRky3Z0f+eiJ2x6ukn+Fw4n8Oo10VkvfWZ1kzNKTKsJgYrtpwArJkXovTdr2URCuZib8u3Mkpzs83wPSLps2OJyhm98H1xTbgcQMLYbsZq8L3VjPtvmTJH5MwD1uTWrLZr7sRinpUPPBmsIfmqz8EjIn2Gyd66RmnWJ/LZSoLK90mABEiABEiABEiABEiABEiABEhApArEalhm5BbVkiwll465vju9nlDXUf9R7xk/JybEK4QLHsqQWIVAOFpWGJHsZuDZ79XRox0neetoyMbWbfWJ1cOkrS0jjThrHzz7hdvMc5Ks48KJ8hv5L0cCujVca8TqS996U85sUyNkVbqin9zWf9/nZZjsbX8+81JPxa+K0BoRbI3//K6Fv1zJf+ZX5rfa23Mzn/nd3wqEcfA9CvVo833pfXjmc98jHAFa5IchPHYNX8PFidk3dsE8Qt+78tLalZlFrnlNTFYpAF8Gq0eshuvHespEWM9eoWCu7/rARS4mbyMBEiABEiABEiABEiABEiABEigrAhUvVmXlv2XvNvlsKUWbF4ArV35L9i754TFnyE+PultujK39l5cNUVI3y1bXSJnZmLc2l9VnqKTBVKNYtYVhmm3eKvIu+eRoR0bmheP2T+cPx3LEqvNZRz9DP4kXqzXiFcsYlnEmjpCszWfQYhwjQ906oJ77Y77/BMLzCZFfuH2V7JcYhd8nQvOKlJY1WfLxgji/JiqNPaI2y5qb7F43ppRiNbyWvo9lzfpMbueKbvfZKunHmp2RAAmQAAmQAAmQAAmQAAmQAAlUKYHKF6tzsP1Tszhzq2SExfZPi9nCa4uNgi2vImJlVoXuy28RjdvaGy0MnKyw2IfHs4XZ3iLszVj9vcgPxsp3dfu0EbhSk80q7hZle1txwngFjKxTxO1YPNtszbZgLVmgbbFNOH9ojs26cFu0nXlcGGPWA3cq9fNafWLVkY/eXyp4SmbkfykR2nauv6g46gz56TN3y40+Eep8bn961Bly4zMxGaueByWUseqRteZ7ileshjsrzMaNKXsQ+jzp5yjNL3ESnnQnQ9i0dl9LGDtJrJr+3FIAdnmWjGterFgV36Fcnu/5ur7xz1alfgdh3CRAAiRAAiRAAiRAAiRAAiRAAvVJoArE6n6CbcBuZhq26pvtwSpGvHVRw5ml+g/tQOLFbO01ixSZeZpNrLoZsCp4a7K3NHssTSmAp6XTiPAW5/C24kJZE4zn2d5cmN2GWF6Xw3/vbKPW8guS345dUAqhZqutyUR0SyFY27Ddbd2l3BZdnx+uYsZqXGK1RqjG/gJDQRbUFPZs98631c9yTb/+UgBxWY6FYjQpYzVKrP7blA8xvwixstgLywPo/crF+kVFqGtH0Nrb7p2HzvcLDG1iM6+5rXDs0orVFGteZMZqSKwGQtX+pVL085KTzd+qm5rcxXwj4D0kQAIkQAIkQAIkQAIkQAIkQAIVQaAqxOp+4mZM5USkYCtvSKy6W3ctUfLLX+YyXUN1EBO29pZErOafEzezKlSzMLtYDUkG37Zi33i+LckF2Wg1YtXNEAvx87CJ2+Jtb8P2bdOtiE9TCYJsVGI1n1kdKhWgB1bJm/K3NvvJge85B8SZ51bymdHhQ4tin8eIGqshseo8s9nFatT3C2ST5+rG5uq95i79vDz+3r5yXOj7Dt6NkYCpn7PoX/DoL0zSjJ0kVpM+96FfQMWuef6gwTRiNZR1W8jK/8sYbTdRVhwwNuHZSg2ZDUmABEiABEiABEiABEiABEiABBoxgeoQq3fXZHKaQ0nyNRhDYsS7dT2/8va243oRq5YIgBR2MqUKRUUtxar9gHsys2JrPdr3BoI2l7FaK7Hao7X3Y+dmC+tJ8v7suur75DZGsSqWcAy2Z6/MidXvagZ0fqlzGZiayRkWq6GDqNwM6qjDq6xsT7emarJYPUzs2N2DoGruz4lV30FZKI9h5GZMBvd+NS422wPvKwOgPeTfW7xaZM8OzkF6vkO88r+gKjx4z3d4VUz5h7xY9a95nFi1WWvGrmajRolVe141Wb7vzMmJ1fhnKxtqtiYBEiABEiABEiABEiABEiABEmicBKpErOYyT4d+8oi8tvswQRkAyIhCsVqYsWove6kzVsOixx4pxSEqocNgailWrYzVtwuycq3DZxo0YzUwPmbbtK5h7tVSZO9Vxge8UYlVHADn/MLDCPS1w/K/bFgq73TsKnuHli5ia/cHbl1h3BTeSl8jbfMCL/9cBf07W+pjxWpwyNJhovIfI0aXNHDqyOKXOfnSG203/l1e+fQw6Z2vD6vTrd0vE/Ii0RHTNShrslmnbT9WzowZ2+UQqk0q/5a/LWwv3w19v0qoqxu75libmtIJwS9aQhn2eAZQ8kRra/u/P4TjzD03S/tBzIu8Y2pzD4t5tirj+wWjJAESIAESIAESIAESIAESIAESaFgCVSNWgxp5lkzxZayGMswcYZdKrFqnhOey52zRYy1mQY1R6z0rI8xse7ez1fS+WpYCsKWuvS3WiNWo8YxYDWfh1a7GaliwhEoBeDP0sMX7EemKepSfqvyqkW/ulvGG/ejUzeiVLVbrhgl7LW8CbqZveUfL6EiABEiABEiABEiABEiABEiABEigdASqR6xq9pl1OExBxlnMCdFAmiRWRbcX4xAa0awnzZryLYrntPN8M/uU+9ABMxCqecHZNshqy5Kx2keOyW+3rcmkC8vf2PH+fUAuWzC4rKw/u1art7SC29YvVnEoV+GhOu690ZmApXv8y68nitXyWxNGZBFwDvTTjOPwL6xIjARIgARIgARIgARIgARIgARIgAQaB4EKFquNY4E4y8ZFgGK1ca13Rc7W+QVV7UoWVCQBBk0CJEACJEACJEACJEACJEACJEAChgDFKh8EEigjAhSrZbQYDIUESIAESIAESIAESIAESIAESIAESIAEYghQrPLxIIEyIkCxWkaLwVBIgARIgARIgARIgARIgARIgARIgARIgGKVzwAJVAYBitXKWCdGSQIkQAIkQAIkQAIkQAIkQAIkQAIkQALMWOUzQAJlRIBitYwWg6GQAAmQAAmQAAmQAAmQAAmQAAmQAAmQQAwBilU+HiRQRgQoVstoMRgKCZAACZAACZAACZAACZAACZAACZAACVCs8hkggcogQLFaGevEKEmABEiABEiABEiABEiABEiABEiABEiAGat8BkigjAhQrJbRYjAUEiABEiABEiABEiABEiABEiABEiABEoghQLHKx4MEyogAxWoZLQZDIQESIAESIAESIAESIAESIAESIAESIAGKVT4DJFAZBChWK2OdGCUJkAAJkAAJkAAJkAAJkAAJkAAJkAAJMGOVzwAJlBEBitUyWgyGQgIkQAIkQAIkQAIkQAIkQAIkQAIkQAIxBChW+XiQQBkRaGixWkYoGAoJkAAJkAAJkAAJkAAJkAAJkAAJkAAJlD2B9k33kq222qqoOJusW7duS9Y7N2/eLF999ZV88cUX0mPCkKy3sz0JVC2Bhhar+3Q4vGrZcmIkQAIk8P/YuxMwq6o73/s/oBs1Ld2+jSN0OlV1YzDpRHGAhMJEQRMVL4iiKBTiBcGItoCiGGQKk8QpAl5wQOCVgDMG4arYKmiUMgIapLW71W6qcjuUI7xGbIeywfdZezpr7zPUmesM33qe+zydqr3XXuuzdtU9/vjv/0YAAQQQQAABBBBAAAEEEPAFPvnkk5wxdn3xpghWc2ZkAATyI0Cwmh9HRkEAAQQQQAABBBBAAAEEEEAAAQRSCRCscn8gUGECBKsVtqEsBwEEEEAAAQQQQAABBBBAAAEESlKgIoLVkpRlUgi0o8BBBx2kzp07q2PHjkWbxb59+/Th/ndEK4CikXMhBBBAAAEEEEAAAQQQQAABBBBoR4GKCFbr6urakZBLI1BaAjt37hTBamntCbNBAAEEEEAAAQQQQAABBBBAAIHKEyBYrbw9ZUVVLkCwWuU3AMtHAAEEEEAAAQQQQAABBBBAAIGiCBCsFoWZiyBQPAGC1eJZcyUEEEAAAQQQQAABBBBAAAEEEKheAYLV6t17Vl6hAgSrFbqxLAsBBBBAAAEEEEAAAQQQQAABBEpKoK1gdd26dRo0aFDKOe/64k0d1vFoderUKau1ddizZ8/XmZ65f/9+tba26vPPPxc9VjPV4/hKFiBYreTdZW0IIIAAAggggAACCCCAAAIIIFAqAqmCVROq+l+pwlWC1VLZTeaBgCSCVW4DBBBAAAEEEEAAAQQQQAABBBBAoPACyYJVO1RtK1wlWC38PnEFBNIWIFhNm4oDEUAAAQQQQAABBBBAAAEEEEAAgawFEgWriULVVOEqwWrW/JyIQP4FCFbzb8qICCCAAAIIIIAAAggggAACCCCAQFSgrR6r6YgRrKajxDEIFEmAYLVI0FwGAQQQQAABBBBAAAEEEEAAAQSqWoBgtaq3n8VXogDBaiXuKmtCAAEEEEAAAQQQQAABBBBAAIFSEyBYLbUdYT4I5ChAsJojIKcjgAACCCCAAAIIIIAAAggggAACaQgQrKaBxCEIlJMAwWo57RZzRQABBBBAAAEEEEAAAQQQQACBchUgWC3XnWPeCCQRIFjl1kAAAQQQQAABBBBAAAEEEEAAAQQKL0CwWnhjroBAUQUIVovKzcUQQAABBBBAAAEEEEAAAQQQQKBKBfxgdfv27RkL9OzZ0zln1xdv6rCOR6tTp04Zj2FO6LBnz56vMz1z//79am1t1eeff666urpMT+d4BCpWgGC1YreWhSGAAAIIIIAAAggggAACCCCAQAkJVHmw+rLmzarXtIQbMleNM6eqTwltVv6m8p7uX3iU1nznXa0568iMh33vqSE6astj8efVNerri9MTc8b46NoEx7tza/j4PK0eu0bDu2U8vao/gWC16m8BABBAAAEEEEAAAQQQQAABBBBAoAgCBKuz6qWBX2vqCba2H+7lMVxtuV9Dljbp2jbDWjfsjZ9TPu+G7IPVl3/TQfU7E4WeXkidZrhqB6uhkPW1eeqwXkGonTyAzZ9HMa6Rv9m2PRLBattGHIEAAggggAACCCCAAAIIIIAAAgjkKkCwmiTEdKsyT2iHqtXSDVZdEyWtJHVCV6VXtZo0zIwEq7ne4NV4PsFqNe46a0YAAQQQQAABBBBAAAEEEEAAgWILEKymClbfHqJ3JwyX87C8U3HaoPAD8JGK1tAxc9U4UKp/sdYdw65YdcJDqwHBIau964RbE5zX+12tOW6jW+lqxlo/TXMHvqvaF82j8uFbZW5c1a3188jcz+vdqCFv17utAI5YFp6LOS2YT/gaGYXN0TVKctbjtR5IWLH6DxutubhVsf1fj7UMcKtlrTnZ1bFtXC/VufZc4o6LzNv8/NZDXT9/DwL7tu6RpPue31/7sg9WP3hcEwbM0eb66Xp60Tnqml+e4o+2fYFOGrNKGrlc28Yfm9/rF8xqtx4ff4bmNPbV9CcX6pzD8zttFWze+Zhn7mvfsegkjV4pjbh3mya6vcj5QgABBBBAAAEEEEAAAQQQqEABgtUUrQBiPUgTPebutQtQJBQNwj7vHD+k9IPVsbW6dWmDTgiCUPe414LQMVKx6od13rhu8BcOdFNXksbP3e+Ret4/LJbevFKyAk8p+SP9mQSr77W8pyO72f1bzbi3qtbrm5ppK4B3D701Ui0bdkt1PSecDVXaRs71+r3GX0OSF4b64WlcKwTn569p9dhr1bS0XtNCrRCse+QC6cqU+56/vy4Eq/mzzMtIBKvxjMUMVv1rpR1sE6zm5b5nEAQQQAABBBBAAAEEEECgCgQIVpO9vCoUkCV+PN8JB4Oq1vhjQj8PKlb7a2PKHqqJgtU1GuIFkgkft3fGjh0Tvm8Tzd3rsdrdBKvPBWP75yV7pD+TYNUdy+9VG5uRH1BmFazaFcSS3OpR+wVcia936fv2Prlzsc/15+IEq5Fr+EGz3/M2ziawd4PVaG/c2D1Qq2UF753rro1gtQr+cpf7Eks6WM0dl4rV3A0ZAQEEEEAAAQQQQAABBBAoBwGC1VQvr/pbv19o+BH90MZGHuMPBWummjFRKwAv2Is91m5XoBY7WL0y0t7AW12Cl1C1FazGQsT+2rjQtCuwX3IVXlc+gtXYPviBauLrJQpW7T3MZ7BqNXiIXcJqrRBuNZDHl6NZCyJYLYc/vVU+R4LVKr8BWD4CCCCAAAIIIIAAAgggUBkCBKtp9VhN54VSaVas2n1XvXsoZeVrpBq1GBWryW7ttl5elbo6M//BaqzqtMlppxCuFo1drz0rVgNLO2RPuO/5+4NSicHq7nUTdMbszU7Pyov/e5VuX7xMG/55r3RIrfpfNFnXj+qlrp2ihq1qWrdAc+5aqx0fSF1/MkZzp47WAatN/8sRWr5tokIdT/ft1VvPLtOy+57SS2/vVus3uurYUy/WuH8coV5Wj9GM55KsFUAW1xv6yQLd9KuHtfnb17v9Z5MFlPt2a+vq27V8w1a9btZiaA6pVY/j++risZfqzO90aeOGi38cPuN1myuYNT5xp25y9qBVnQ8/VoMvn66JP9qh6+w+uqke1/f8+s54WgsHeR13/fWt26ytzXsldVbX75yssy65VJee3kNdvHvBrxy1F+uM86OX3D6+pj3AuXu14PbZevh3x+h6p59sklYA/n6t3qyt/9Ikc1V9o6t6/KCXzhp5tUb8MNYNmIrV/P09YyQEEEAAAQQQQAABBBBAoJQFCFYzCFYT9c9M3oc10oPVbwXgvITK9ORco+Hd3FvDCUv3hHu1BiFhomA1xx6rft/QVD1Wo4+0+zdxXI/R4O621+s+9m57+ZWaObUCSNon1Q1Wk13PCVbz2WNVfiWz/1Iz04YheY/V2EvCUu17/v5MVHKwes7I0fqyy8m6fuSx6qJWtWxeoAnXPCyNWa7Vlx+rzhbjWysbNGpRq4YuXq6JP+wifbxDy295SZ8csFyr1kWD1d3aOPtyTX62s0bMvUVX9O2mzvtatHnhBE1Y30UT771LI77jju4HjGnPJWGwmvn1+v6krz46pL9mjD9HPQ7xFpowWN2tDdcM1LT/e5amz56oc77nhqite1v0+uppmnDvv6nX7PVaOCDVa8GSB6tpr3tfix6/7nzN2dZLk++aq6FmHiacfHSOlr3fTXtXrtJW/wVlmQSrrTu0ZPhobegxXbdcc5Z6dO0s7WtVy7Z7Ne265do7YKGW/6Kvgug40diBW1/1/ehQ9Z8Wc5ISBaut2nFXg0bf30Wjb5mrMSd1U2cT3n62W289u0TTZj8eugcJVvP394yREEAAAQQQQAABBBBAAIFSFiBYTRWsbnlMqd74br/l3tnk0Fvhz9PcOmnaniF6d8JwHRn0WJ0qRd9uL/uR8FifUGf84zZG+qfG9xE1lw7mmehui76tvq5Rjap3+5MesUwd1ocfYE85lumcanrLbnks/krWI+9hC3d+/d80L95yH9d3Xij10bX6+uI+7nje/+2GvlLjzKnq41/L+1n4MXpJdruCyBqj16t9zlzbmrJ1rn39uGtIsvc5eY/VNRou0+u2IdRaIe5cew6hfc/fn4lKDlb1g8lat2KovH+TMDGn9/b6oVrYOFl9/WT14w2afPo0vTRyuRrHW3Wp/7Jcg0YuUYvCwereZ6fpjF9sUC+7KtJsyb63tPzcBi3pOlmP3DtUtZ1iwWrac0kQrGZ7PX8Owd2SKFh9e7kGDV+iY+Zt0s1nRCtTm/TwyAt088dXaPW60eqR9LZLHqymu25/jWf9ulHTf2JH3nu14Rf9NO1ZSVkEq2bcfr/Yrenr7tQ5sRvBDY8bb9ap49dq6L2NmtgzEj7bL6/y3XSsJj+6XENrbIgEwerejZrWb7J2XL5a68ZE1Vq1+Vf1mvDombp501z17yIRrObv7xkjIYAAAggggAACCCCAAAKlLFDlwWphtyYUGBb2UoyOQCBQycFqr6nrdOe54TTNDbH6arrzGLfLsPvJCTpjxmYNXdSoyfV2qLdDS34yWss/s4PVFj08apBu/udIOOuJvrVikBoWS1fcv06jvxMLVtOdi+KC1eyu1+O6R7T6wtrwnZ5Jr9J9rdrb/JSmjZqjzaH1J/rlSR6spkY/N7oAACAASURBVLfuvdo4tZ8mPx0LG+2rmAC0fvzDWQWrbsXwVg399dOa/JNIcOwHoFeu1rpRXgCaqmL1e5P1yMqhCqsmaQWQiMmY7n5dy64Yp1XNsXuQYJU/yAgggAACCCCAAAIIIIBAdQgQrOZxn8PVjG6Pz9dM1elZR+bxKgyFQGqBSg5WTY/VoBLRY0gUrCYPtvzQzApWWzfr5voJevik6Vp31zlWNWw4pPV7fNq9RtOZS1ywmu317tqmiSdF9j5Fj9UdTzylDS8+pdffb1WL3xM0OD1Bj9nQ0Kl7rLa97h1acNJorYpUBgeXaHlc4wbNya4VwAcbNOH8adr8mZyerf1PP1Mn9z1GPWpr1b1rF/cRffsrVbA6/E5tu6ZX5ITkPVabNj+lx5/dpK3Nn+ij5re0+zP7VIJV/jYjgAACCCCAAAIIIIAAAtUmQLCa1x13w9TgwXr7UfW8XofBEEguQLCa6lHsBMFq8Fh46rsqb8FqHq+nRMFqy0bNGT9Zjzf7weNJOubbx6nHEYeq+/c6a+vUCzSnsZ2D1ei8M+mxarbpgx16/MFVenjDS3rrA+fVXO7XN7qq7/lXa+KYM1X7De97qYJVuz1AMEiCYPWzt7R8/Cgt2d7qvjDt9H6q+Xaden2zmw6tPUYfPVivcVbVNBWr/IVGAAEEEEAAAQQQQAABBKpDgGC1OvaZVVaRAMGq5D6+36L4CtcUwarf77ONeyXnitVMHt+3XpaVqFo3Plht1dZbTtW4h6S+Ux/VwkjbhFhP2kIHq14v139Jcp1cg1V7j1r3quXfd2jrts3a+OBabf6gVZ3PuFlPz+vvvsAqD8Fqy6OjNehXO1Q78k4tv7KXukSqYqNV0wSrVfQHl6UigAACCCCAAAIIIIBAVQsQrFb19rP4ShQgWHVfYmR6ePad/bQWDuhqbXOiwO8tLR/UoCUtI3TnKxPVKxKaNT3UoAtukSY/utp5yVHOwaryd734YDUWHCdai6xrL982UdZrvSK/Crm2AvAD3l6h3rfBRbwXbLWk8fKqlt+O06B5W+VWDMt7WVmSwHZfk1aNukAL7EA3D8GqG5T2SvjCLMnvJ0srgEr8e8qaEEAAAQQQQAABBBBAAIFUAgSr3B8IVJgAwap5PfxW3Xz6OD1cP1ebfnWmW7lovpof1ujzb9aOSO/Pt1ZcoIbFuzR08fOa/EPrZVf73tLycxu0pOtkrVsx1Om/mnuwaipq83O9RMHqhmvO0LTfJX5pVMu6CTp/9ma1Jut9Gvwu5BqsSvqX5Ro0cokOve4RLQ+9dKtVW399vsbd3xJ7eVXSvrP+POQFq129amTpipXrNPp70V9eLzjvFNuvfFSs7rirXqPvPTR4gZl91dbtC9QwZpWaRLBaYX9KWQ4CCCCAAAIIIIAAAggg0KYAwWqbRByAQHkJEKy6++WGiE3qP3uhZpxRq857d2j51Jv01H++paaWSMXjZzu0ZMzlWt56lqbPnqhzvtdFam3R5oUTNGF9N01/cKHOMalqnoJV5el6iXqs7n12ms74xQZ1v3Ch7rqmr7p2klr3tuj1h+Zo2u976LRvrNLDjbUaOmO6Rpx5rLpZOXLsTs9DsKpW7VjUoNErpaG/XqiJfbups/bqrUen6fJXpGN/t1mbg/YL5tjzNXrlARr667s0+SddpX17tWPlZC145iPteLspCFaN3YKR5sVY52j67Ct0Vo+u7gurWlu0Y/VNunxxi4beu1oTe3oL27tR0/pN1ob66Vp3+7Fq2vbX6lv7kiYMmKPN6fZYfXu5Lhi+RLt+MlkrZg1VD5PUf7Zbbz27RLMflHrVbtWqpz9S3ytv0cRz+2rvSlPhqgStKMrrbwmzRQABBBBAAAEEEEAAAQQQSC1AsModgkCFCRCsWvHgK8t10y2/0cbmveryg6GaOO0CaWGSlzft262tq2/XnQ9u1A7zQqRvdNWxp16scf84Qr0Ot8ZcN0FnzN6cMDSL9tp0ztq+QCeNWSVFQ7w8XC/hy6tM+LttlW6/6zfauH23WtVZXb9zss665FJdenoPHfAfqzThigXa2tpfc397s860OyUEy8xHsOoF0dYeOC9+umiyrh91gH7zw9FaZfe1NR4rbtLND25U08dSl5r+OmfsOF1xxOOqH7MqFqyaYfc2afNvl2nVhq16/W2zRjkvlepVf45GR/ZLatVb91+n8Xdt1u7PvMrXH2UYrJrc9j82aMldy/T4pibtlZlfL/UdNFpXN/RS190bNWfiND3+9gG6YsUmnbSJYLXC/qyyHAQQQAABBBBAAAEEEEAgoQDBKjcGAhUmUPbBaiH3Y99WLfjhOK06abrW3XWO82g/XwgggAACCCCAAAIIIIAAAggggEA2AgSr2ahxDgIlLECwKsl7OZIuX611Y3rEdsvr+6krV2vdKOv7JbyfTA0BBBBAAAEEEEAAAQQQQAABBEpTgGC1NPeFWSGQtQDBqqHbrQ3XDNS0bb00+d65GvqdLmpt2awF4yfoYfPippUTdew3sibmRAQQQAABBBBAAAEEEEAAAQQQQEAEq9wECFSYAMGqt6H7WrR58QItWOf27HR6cJ4+QhOvPMd9+RBfCCCAAAIIIIAAAggggAACCCCAQA4CBKs54HEqAqUoQLBairvCnBBAAAEEEEAAAQQQQAABBBBAoNIECFYrbUdZT9ULEKxW/S0AAAIIIIAAAggggAACCCCAAAIIFEGAYLUIyFwCgWIKEKwWU5trIYAAAggggAACCCCAAAIIIIBAtQpURLBarZvHuhFIJnDQQQepc+fO6tixY9GQ9u3bpw/3v6PvHt6naNfkQggggAACCCCAAAIIIIAAAggggEB7CVREsFpXV9deflwXgZITKOeK1ZaWlpLzZEIIIIAAAggggAACCCCAAAIIIFC5At26dct6cQSrWdNxIgKlKVDOwWrzn98qTVRmhQACCCCAAAIIIIAAAggggAACFSlQ8zc9sl4XwWrWdJyIQGkKEKyW5r4wKwQQQAABBBBAAAEEEEAAAQQQKD0BglVaAZTeXcmM2k2AYLXd6LkwAggggAACCCCAAAIIIIAAAgiUmQDBKsFqmd2yTLeQAgSrhdRlbAQQQAABBBBAAAEEEEAAAQQQqCQBglWC1Uq6n1lLjgIEqzkCcjoCCCCAAAIIIIAAAggggAACCFSNAMEqwWrV3OwstG0BgtW2jTgCAQQQQAABBBBAAAEEEEAAAQQQMAIEqwSr/CYgEAgQrHIzIIAAAggggAACCCCAAAIIIIAAAukJEKwSrKZ3p3BUVQgQrFbFNrNIBBBAAAEEEEAAAQQQQAABBBDIgwDBKsFqHm4jhqgUAYLVStlJ1oEAAggggAACCCCAAAIIIIAAAoUWIFglWC30Pcb4ZSRAsFpGm8VUEUAAAQQQQAABBBBAAAEEEECgXQUIVglW2/UG5OKlJUCwmv5+vH1Pg254SNKFv9Sjlx2d/okciQACCCCAAAIIIIAAAggggAACFSFAsEqwWhE3MovIj0DFBqsfPq8bL1qq1xIyDdCNzzXoO5kQ+uNlFaq+o5Wn/VLrlMV1gzn6Y8QmfcJ1i3XDmYfo4w23aMwt28Or6T1W984/VYc4342dO2jhao38vnto/Hk9Ne7B63TaYZnAeMcG3jmMkcVlOQUBBBBAAAEEEECgFAUSf/7M20zfWK3zJzyZuuDB/3wa+lyctxnIL7qwP1/nb3RGQgCBUhYgWCVYLeX7k7kVWaDyg9VwmBlUnWb6Act8eFvd3QorM9moXIPVj/XclCt15xbJ+eB2hB8a99S4Jb30yhUmQPYDzdixuvBajWu61TnP/wo++PkfRr3zTnzVC2czdbFCW/caBKuZ3BkciwACCCCAAAIIVKZAgYPVdNAKHKymMwWOQQCByhQgWCVYrcw7m1VlJVBtwar8QNEEiNdIS+KqWr0g1vkgtlXqvV2vmWCyd4Mu0Wrdt8ULDt/3/pXcVreqWYMA1/y8d0+dsGW7XtMAXX7hk7rLtBOwvvywM2mrgQQfCv1jT7i8QbprtV6zAtGgEjWYTySYNRWr0TFtl6DSNZNbyv/wTLCaiRrHIoAAAggggAAClSkQDlYH/ekWjXlB3mdid8X+01f201W+hfszBcUFgZH/+TaoWI0vJHDbdsl7Ysw7s/dYTaldqvmRz+H+HJzP1k3+Z3b3HPczulW04E/Cm0OoYjUofIjtJpWslXlnsyoEjADBah6C1Sfe/r0eeOM53fU/r9HBnQ9Keme999QQHbXlBDXOnKo+3H8IlKBAtQWrsYrVQfrZlnX6J+tDXSjYPHdX0Eog/KHKrhKN/8BlPpxdoaXeo/luSCu/N6vMM/YfSn5LgKwfn7eC0llj9aeZSzMPVuWP4Qah3/yt2z829gE305uVYDVTMY5HAAEEEEAAAQQqVyBBsOq0rhqgGx/srked4obw59Dok1mXXC7dd9d273H/WFDqHCevyKH30dKWdxIf44edvcfqtlO2apJ/fdMSLPI53P8sLFOs0LBLY0ybAbsowili6KlXrafIftTofn4etHCxuq82T5dFCzByaQNWuXcGK0OgEgQIVvMQrC597f/o7m3rdcyhf58yXC1asNpyv4YsbdK1bQa4L2verHpp4NeaekJhb+eXf9NBtx76rtacdWRhL8ToOQlUfrCaiMd8yOmt3zt9T2MVlqFKzyBY9T8QWUFk8Ph97MNSUEFqB6v+v6gHH9y8YDWoJM0mjLT+1dyuus20YlUK+kLZQtn/y3o2a8np1uVkBBBAAAEEEEAAgZIVSBKsOp+DD/MqURM96WR95v5lN935yyflhJ3RJ6r8itXT6qXnGhMfYz2hFQSrST6Hh4sMPgzej+A/bZao+CB5j9Vc24CV7KYyMQQQ8AQIVvMYrBrTVOFq0YLVtG/v4gWraU+JA9tVoPKD1WT/Uhz/MqhgI8wHLj9YDT7I5RCsBn1IcwtWQy+bioa2GQarsbE8n6DnasQr+hKwpD1YCVbb9ReZiyOAAAIIIIAAAiUlkDhYDT/iHw5WQ620/OIHRV5I638WtV9eZT1p5hD4xyQKVuOMElTNfj8WjGYWrEbbBlCxWlK3JJNBII8CBKt5DlZThavhYNWEmreqduAQrVnfoMecTZ1rtQl4T/cvPEoNH9u7bf38tXnqsH5a7IeHrNa7E4bLqQe1K1aTHueGqv4I5/V+V2uOWBYe04xljevM/6Nr1ah61e90L+2c51Shxs839jPJrlh1HdwV+19zg6rZ+HFiP8vjnc9QCQUIVpP0BI3ra9q+wWrsg2aS4DPLYDW+t1W2PVIJVvkTgwACCCCAAAIIIOALpBusDtaui8xTZO5X3GP1pi7B+7KfELvh757Q+eZxfesdB+aw0DEnbndbe9mtACLHR8d2n97KMFj1W3M5g5nP0v6aCFb5fUCgUgUIVgsQrJqbJVHlanywWq9pVnBpwsf6PX5A+p7eazlSR3aL3Xp+sPn1aU0asrRBJwRhpBuSvuaHnH6wOrZWt6Y6TlbF6pGmfUCDFASl5rpe+FrXqK8v7iM/EA2CTuc67jz6v9lB9Tut4Nf6mWkzEApWW97Tkd2slgBWEKyQgbxr0pe2WH+ACFb9vqKx5vih/k4pK1bT67F6+IZbvJ6rWfZYDapGE3w4i+vTav1LeYqXVwUVq9F/0bdaI2R2DxKsZubF0QgggAACCCCAQCULZB6shnqnqqfOG7hdj62P/6zuFAb4weoxkv4tyTGJglX/XQeRF7d+4L0TIVmw6lbBJumxGgSrboHCia/6n/0JViv5Dmdt1S1AsFqgYNXcVtfWX6iLvt8/uMMSBat2f1Pn528PiVWemjMTVpzWalmq3qhBUNlfG1P2UI0Gq2s0ZOwaDbfCXCfslRWshuYXO98JVr3j3AW7ladNP3b7t8b3WA1XzErnafXYNer/egKD6v4dLerqqzdYNe+RijxaZOSTPmIfftnTae97DfPt3bL+BTz8KJN/0AD5jxPZp/l9TUMvz7rs6NghwWP68bdG+GVZ1s9Dj+xbL7ty/hXeHJfgDafB20+zuQUJVrNR4xwEEEAAAQQQQKAyBdINVq9T+HP1AA268Emte8g80h972WxgFNcK4FINemhZUPHqHBd8DrZaf/Ueqym1SzXfjBt8xZ7UCvdLtXuknq3/9F5YFZzmfea3zxn0Jz9MNdcfoEF6Uuu2WP9tUZmbzKoQqFoBgtUCBauDetRrximXhG6sjIJVP1D1qkXNQNHg1Qk9vUfyQ20EIi+vSnpcgorV8AP63vTtitW0g9Xw71QsWG3yWhBEq1utUNerdvXnYrcUqNrf1CItvGKD1SL5cRkEEEAAAQQQQAABBBBAAAEEEKgeAYLVAgSriULVIBjd4j/WHv/iKDs4VYLq1eDnP27SUS/WhipbQ6GrH6wOlOpTHRcXrMZXrNq/CvEVtVlUrB63UUOWRq7jzNd8b7H0SKzK1b02L9gq5p8jgtVianMtBBBAAAEEEEAAAQQQQAABBBAoZwGC1TwHq8lC1ayC1S1yHo93Hs33qzhNT1YTrK5/LfYzEz/avUntYDXVcWn2WPXbFbQZrKbTY9UJVu1erv7LqkwrADdYbfhbt/WA8xXp1VrOv2zlMHeC1XLYJeaIAAIIIIAAAggggAACCCCAAAKlIECwmsdgNVWommmwal7tFHqE3wSqF0hXLm3QY3WNalS91QbAjB59tL5J186cKudlUEG7gMhxXh/Uho8l53H7I5apw/ppofsyeFFVglYE4WpSPyCNnW4/wh/qsRrqG2sFqh/PVaP3wi27JQGtAIr3p4JgtXjWXAkBBBBAAAEEEEAAAQQQQAABBMpbgGA1D8Hq7/74ura1vK1r+lxQ3ncDs696AYLVqr8FAEAAAQQQQAABBBBAAAEEEEAAgTQFCFbzEKymac1hCJS8AMFqyW8RE0QAAQQQQAABBBBAAAEEEEAAgRIRIFglWC2RW5FplIIAwWop7AJzQAABBBBAAAEEEEAAAQQQQACBchAgWCVYLYf7lDkWSYBgtUjQXAYBBBBAAAEEEEAAAQQQQAABBMpegGCVYLXsb2IWkD8BgtX8WTISAggggAACCCCAAAIIIIAAAghUtgDBKsFqZd/hrC4jAYLVjLg4GAEEEEAAAQQQQAABBBBAAAEEqliAYJVgtYpvf5YeFSBY5Z5AAAEEEEAAAQQQQAABBBBAAAEE0hMgWCVYTe9O4aiqECBYrYptZpEIIIAAAggggAACCCCAAAIIIJAHAYJVgtU83EYMUSkCBKuVspOsAwEEEEAAAQQQQAABBBBAAAEECi1AsEqwWuh7jPHLSKCcg1Uzd74QQAABBBBAAAEEEEAAAQQQQACBYgnU5ZArfvLJJ840t2/fnvF0e/bs6Zyz64s3dVjHo9WpU6eMxzAndNizZ8/XmZ65f/9+tba26vPPP1cuAJlel+MRKHWBcg5Wze80XwgggAACCCCAAAIIIIAAAggggECxBDp37pz1pQhWs6bjRARKU4BgtTT3hVkhgAACCCCAAAIIIIAAAggggEDpCRCs5lCyW3rbyYwQyE2AYDU3P85GAAEEEEAAAQQQQAABBBBAAIHqESBYJVitnrudlbYpQLDaJhEHIIAAAggggAACCCCAAAIIIIAAAo4AwSrBKr8KCAQCBKvcDAgggAACCCCAAAIIIIAAAggggEB6AlUfrKbHxFEIVI/AQQcd5PyLS8eOHYu26H379unD/e/ou4f3yfqavLwqazpORAABBBBAAAEEEEAAAQQQQACBLASqPlito2I1i9uGUypVgIrVSt1Z1oUAAggggAACCCCAAAIIIIAAAvkWIFglWM33PcV4ZSxAsFrGm8fUEUAAAQQQQAABBBBAAAEEEECgqAIEqwSrRb3huFhpCxCslvb+MDsEEEAAAQQQQAABBBDIQODzt3Tf3bfrod3SMSderRsH99CBGZzOoQgggEBbAgSrBKtt3SP8vIoECFaraLNZKgIIIIAAAggggAACFS3QqhfuPkWzdKuWny3dt/ha6dwXNLN354peNYtDAIHiChCsEqwW947jaiUtQLBa0tvD5BBAAAEEEEAAAQQQQCCBwBf/tkH3bN0Z+cle/eGfX9epV9yvS2qk5seGa/g7x+mibl0ix9XplKFn6rgDoEUAAQQyFyBYJVjN/K7hjIoVIFit2K1lYQgggAACCCCAAAIIVKzA+xvGa9SfBuj647tKH7+km9au0gveao84bLAm1krPb1urp/d73zxkhO4ffLIO0W49v/ZJffcfF2noERXLw8IQQKCAAgSrBKsFvL0YutwECFbLbceYLwIIIIAAAggggAACCJhg9WrN1P1ndpXeX6vhc+fo8VQsR0zXzmmDdYR26+G5s6SxBKvcRQggkJ0AwSrBanZ3DmdVpEA1BKtvLJ6kpgtu08DD39Ad9ZfpAXsnG+5R45XflxT+WZ+p63Xb2V0l7db6SQM1/+XYSbGfed/7YL0mDX5ep6411zDfe0N3TGrS8NsGyowQ+nKOnS9rOO/HfTQlOD8Pt5q5zk3SDYnmkIfh2x7CeG5Sv8arZHTz/1Xo8fM/42KM+Mbiem06uVFXHZeHq71+h+pf6uf9fuRhPIZAIM8C5j+o657YHBp15phXNTkf939Gc92hm696TqfccbV+mNF5kYNfv11/tb7W+4/+DAcy5967KnbS8Sv0X6OPzXCQ/Bz+yvIT1f8PI7QxV4/8TIdREECgggVCweqXO7Toll9pw5fJF3zI936h5cOO1YEEqxV8V7A0BIojQLBKsFqcO42rlIVAxQeroXAoWRjnhqfNI71AygpK67dO0sCNp2q9H1B6wWjNneZYO4wNB6O7n5ikG3WDF85at4JzfrNGFSxw9K5FsFoWv39MEgEEshRwKpM2avA0q9rICRfVDoFersGqOX+UZhmKoJoqfRc3YJZWWBbO97b1zy6kTf/SCY50LXT8KunE9gi5c5o8JyOAQJkJhILVjOZOxWpGXByMAAJxAgSrBKv8WiAQCFR2sGoC0xul671K0mRhY4Lvm8q/FTXrdYNujASkkRDWkTQB6wrVhCpOk4S4bQarkfPsYNib56l18zV/taQ+U2KBb6SydtjUKWre6Fas6olJGjjPr5Edpnv8UDcynqnENesdOE/h6lkzh3FWna91XadCsmaKmue5VbjDnMDZrvJ1r6fF9brMzNn7co+TFBo7ddWuuZY/Rp+pU1Qzr1n91tZoRagC2Fpf6PfcdVXDA3ogamc77Jyi9SObNdBeb1DV7A4YzKPPMA1Ts2qc+8sdv2Zqs+bPq3HWfFSu7va1zIUj7oFndD9MxepRkcpo+15JeR9ZaFSs8v9TlLKAE6w2aUKoKtIKOCMVnOec/U/Oo6KvLB+vP3ar1agnTHWnqao8TS+YUDMUaFpBpzEIPTr6M41633yzrxdkmv849753xChN0t/p+93maFSL+7ipIlW1QUVtovmb7y2VbnceU03zK1HA7Jzqzqt54Ks65VV/zU1aMW2Mmufa1bV+uDBGzUufk7RKs5z1Sb6ZlMxDMtWpC7u5tuYrCDmOWqm/evW0dquaTVOPwxBAoMwFMgpW/T6rHf2/kbQCKPPtZ/oItKsAwSrBarvegFy8tAQqOliNhpjRgFDJQrhYeDr8T9HK03SD1UTHSco1WB08X261rDv+8/3dlgVO2GdCQaey1gs2NUXrr5dutFoCOMfJa3/gVd/KaXvwrtsmoeEera9ZEavSDVXouh9Ek17X8ZUX3MYCYjdgdMNGpy1AUBE8Ss2DY4G0qfINVQdbvyrOz6wx3HDzp/qpntGnQdsGL/T01xf6VXOri5u9YxM5OK5eIOkax683NA9nvc1eCB0e31ljLu7m0qFgM+buht8xT/8fAfz7YNPJ90jjYms1QyVdb+Q+CpERrJbWH2tmEy9g9dOLhYDmMDcIlN8WwAofv/XEiervhZ5HOOGrCRsXyXzfDwidR9nlP0rvBpRrT/on3a5ZqmsZ44SF4YpQP9B1Q9pE13VejtJWRW22wWobYWx4PdHqWitYnZvcLBaexjz8MDW2MXYFWK5VvNzwCCCAQNsCaQer+3fp6f89QTfpCj0wvj89Vtum5QgEEGhDgGCVYJVfEgQCgYoOVk0wtLImVtUZ+d+hsCkQsUJJr9oz/Eh/usGqG2aZqle3V6v3laTHaqxvaxsVq1YbAbvdQNy1omv3rx+tgLXGC8bo1RgLBRMEwdEgL7ZGe+6RYLV5lNWr06/wvUG6yWrBkOL30gk07TGceW3TwfpUJ1mVwnHHBWOGq4pDx9lrbGO94fHtMRNVLVsLytQ9gYW/306wGvKMHez2WDXBariCOul6TVSerG0FwSr/P0UZCQT9Vp3q0jrd5z9aH6zBrTA1AeoL/iPqVpBpKkv9F6C4PULDi3eD213eI/vR/qF2sGpVgyZ8kUqK3qMpgtVYP1m/UtabX9w54epSM+8JLT+LrdkJnZNUrCasZI2Y2VWpXpVqIBWZi3EMrMvoXmKqCCBQPgJpBaufv6VFt/wvTfmwu35+/kL9+pTuXlU/Favls9PMFIHSEyBYJVgtvbuSGbWbQFUFq1HlSIjmViO+LFmPfseHTvkIVlP1WG27FYD/QqqUwWq0vYEd6PrrS1BV6bz4yFRt+tWWbQTB4ZclZRqsui0a7Ef8gxYBkb2KD0zNtR7RR3pGz0T3NfLovvvjsGtc0Bhab3h/7CA5PA+71USq1g/ey8oycbfXZFVaB+0acg1WrWpagtV2+/PLhXMQcIJGr3o0NoxdfXmvauz+q95BobAvRbBqP94eP00vvAxaBKQKVqPtClIsOtuK1WivWT9z9cLiYgWriV4mpnZ8iVYOtxenIoBAmQiEgtWvdunhRUv0+aBf6JKju7gr2LNZs24Zr5s/7ayhZz+qFWeaUNV80WO1TLaYaSJQsgIEqwSrJXtzMrHiCxCsuiGa2wM0vjVAONxw6wAAIABJREFUewerSQPASKVhXMWqF5qO6/+8Rpqw2O+xmaBnqx/UBiFpXLCaPAjOR7Aa3PUp2iQkD1bDFavJf4PaqFjNc7AahPTZutv9Vb1ANq8VqwSrxf9jyxXzKuCGeLXhF1UFj/ybPqKRx9q9x+Wb7SrKVBWroVYAblWT3S5AoR6pqYJV6wVbphVAqr6j2QSrXgVp9OVVbtuBVU6f1Phg1Qqdg3YICcy8wDa0bq93q2mNEG4FkODR/4R9cPN6GzAYAghUuUAoWP18h26ePUqzPu2iS05boZk/2KpZi2/SfV911im979ZjFx+rAwMvgtUqv3VYPgI5CxCsEqzmfBMxQOUIVHSwGgnqoo/+B//7giZNsh6Jt3c3ru9nXM9Rc3Six8Bz6bF6mWS/BKrO6omaJBAL91j1qkB3TtFKE6xuPDXcezXJeMmDVb+va/xa0w5WE/VYXXaqnr/UCm1DPVrDv2PRHqvu/z440mM1ibkzVBs9ViMVumn1WA16xcZeXtXP6yMbvm+89hKZuEf7olrzz0uPVYLVyvkjXsUrSf7Iflevn6l5QZX5ij0+n07FavRlTcle4hS8iMoLG0dplCa9/5XOtl6oFa7itNoA5OvlVf7+R17W5byYa4y08N2RkWDV7/Xq2RwxQjPVpJqx7kutdPwqzfLaIGT08qokL6uKvtyqim9Xlo4AAgUQiGsF8O5ajfrVHD3sv6hK0g+PX6EnR9uhqpkIwWoBtoMhEagqAYLVrIPVlzVvVr008GtNPaEE7pnX5qnDeqlx5lT1KYHpMIXyFKjoYNV70VLzyPCLiOab19ebL7ua0H4LvP9j50VHcl7WFJxjTrNeluQemiBYTVZ92ebLq7yXFnnzGdYwTA+on9ufNPLofria1gvvvLX1aRgm7azRDbfVqzGYfx9NufNUPT/OC0rtylQvyItrBWCWF3npl73+5MGqPx+3CtitCI79jviP/AeVnd6PkrUCcJTtMRqGadhqqd/aGq0Y7D1qbw5K2AbA36NNUsMDesDMw99786No24ToS84iYwbz6DNMw9Ssmuvjg1X/JV/ufZOluxemPuDYDNM9d0qXeS/Lqn3E8rTWEgrHbZcU66UVQHn+7WbWCORXgJdN5deT0RBAoBgCiXqsfvH67Rpw7yq9Iqnm7+fpiUlnqqZjdDYEq8XYH66BQCULEKwWMlhtuV9Dljbp2jbDzvd0/8KjtOY772rNWUdmd78RrGbnxlkhgcoOVqNvVi/e5icNq4o3Ba4UEkjSAzVTJTuETSckz3R8jkcAAQTaRYBgtV3YuSgCCOQkkOzlVX/+/U0a9kIPLblucIJQ1VySYDUneE5GAAERrBYyWE37BiNYTZuKAwsqUPHBqlPpOElNF7gvSirO1xu6Y1KTht82UF2Lc0Gu0qZAnoLVSOVsqgrbNqfEAQgggAACCCCAAAJZCyQLVp0BTTuAuEpV/1IEq1mjcyICCDgCBKuFDFbtilXn/27QY8GNN9d7bN8NVRs+9n5Q16ivL5bTZmCafZMeslrvThguv5715d90UP1O/4C5ahwo1TutAC5Vkz2ed8jcoGVB5HqSYj/jt6LaBaohWK32PWb9CCCAAAIIIIAAAghUmkDKYDXlYglWK+1eYD0IFFuAYLUowWp/bZxVr9d6+4/6e+Hm35oQ1XREjVSstryn97odGYSo5qYwQeqth7rnv/fUEB21RVo9do2Gd3N+6gWxc3VP3TRdttMPbd3byT6+9rkOqt8TC2ndn51Ab9Zi/+aV6PUIVkt0Y5gWAggggAACCCCAAAIIJBUIvyAwU6jYiw0zPZPjEUAAAYLVogSrbhVp8h6qiVsBuKFnrMZVTjVrHzcofXtIqIJVXo9VJ1iVH9h6N7hTLbtGQ8auUf/XE5zL7wECngDBKrcCAggggAACCCCAAAIIlJ3A/lb9+dMvs5t2xwP0Nwd3zu5czkIAgaoXIFgtSrA6VU5daigoPc+qOA0Hq/5x5wUVrm7Far0XmOYSrDoVrpG2BPZ1qv43osoBCFar/AZg+QgggAACCCCAAAIIIIAAAgggkLYAwWoxgtWxtbp1aZOunekGrM6XV2Ha6HwvHKzaIap/eH6C1cXSI0ep6cdfa+oJwchOGwEFPVjTvnc4sAIFCFYrcFNZEgIIIIAAAggggAACCCCAAAIIFESAYLVowWqDTrDCy3Bv0wTBqt0n1QlhpynUCiDUY9V/IVVbPVbdYLUh6O0aq16151aQO41By0KAYLUstolJIoAAAggggAACCCCAAAIIIIBACQgQrOYYrE5LtImHeC+Hch65dytVa6P9UmW3AvAe9d8pLzyt1f0Lj1LDx97gprfqP2x0wlX/sX2ngtUc73ydp9UDh2jNenMtt59rcK53xFw/1I20AXDOtloOlMA9yRTaUYBgtR3xuTQCCCCAAAIIIIAAAggggAACCJSVAMFq1sFqWe0zk0UgLQGC1bSYOAgBBBBAAAEEEEAAAQQQQAABBBAQwSrBKr8GCAQCBKvcDAgggAACCCCAAAIIIIAAAggggEB6AgSrBKvp3SkcVRUCBKtVsc0sEgEEEEAAAQQQQAABBBBAAAEE8iBAsEqwmofbiCEqRYBgtVJ2knUggAACCCCAAAIIIIAAAggggEChBQhWCVYLfY8xfhkJEKyW0WYxVQQQQAABBBBAAAEEEEAAAQQQaFcBglWC1Xa9Abl4aQkQrJbWfjAbBBBAAAEEEEAAAQQQQAABBBAoXQGCVYLV0r07mVnRBQhWi07OBRFAAAEEEEAAAQQQQAABBBBAoEwFCFYJVsv01mXahRAo52DVzJ0vBBBAAAEEEEAAAQQQQAABBBBAoFgCdTnkip988okzze3bt2c83Z49ezrn7PriTR3W8Wh16tQp4zHMCR327NnzdaZn7t+/X62trfr888+VC0Cm1+V4BEpdoJyD1VK3ZX4IIIAAAggggAACCCCAAAIIIICAL0Cwyr2AQIUJEKxW2IayHAQQQAABBBBAAAEEEEAAAQQQKEkBgtWS3BYmhUD2AgSr2dtxJgIIIIAAAggggAACCCCAAAIIIJCuAMFqulIch0CZCBCslslGMU0EEEAAAQQQQAABBBBAAAEEEChrAYLVst4+Jo9AvADBKncFAggggAACCCCAAAIIIIAAAgggUHgBgtXCG3MFBIoqQLBaVG4uhgACCCCAAAIIIIAAAggggAACVSpAsFqlG8+yK1eAYLVy95aVIYAAAggggAACCCCAAAIIIIBA6QhURLBaOpzMBIHSEDjooIPUuXNndezYsWgT2rdvnz7c/46+e3ifol2TCyGAAAIIIIAAAggggAACCCCAAALtJVARwWpdXV17+XFdBEpOgIrVktsSJoQAAggggAACCCCAAALZCnz2r1qx+DY9sFs6ptck3Tzkuzow27E4DwEEEMizAMFqnkEZDoH2FiBYbe8d4PoIIIAAAggggAACCCCQH4EvtWlxX83Q7frNIGn5gqulCzZr9o8OyM/wjIIAAgjkKECwmiMgpyNQagIEq6W2I8wHAQQQQAABBBBAAAEE2hL44l+f1J2//4/IYXv1hx3b1e+qhzWqTmp+ZKgueKunhnfvEjnuf6jf8AHqSd7aFjM/RwCBPAsQrOYZlOEQaG8BgtX23gGujwACCCCAAAIIIIAAApkKvPfEFRr5n/9TU07sKv1/L2r+mvu0yRvkyMPP0zV10qYtj+mp/d43/59L9PCQH+sQ7damNf9H3524RMOOzPSqHI8AAgjkJkCwmpsfZyNQcgIEqyW3JUwIAQQQQAABBBBAAAEE2hAwwep4zdbDZx8qvfeYhs6cqd+mOufIWfrPWefpSH2kB2bOkMYRrHKTIYBA8QUIVotvzhURKKhANQSrOxZNUNNFC3XO4Tu04KTRWmWLjlyubeOPlRT+Wd8ZT2vhoK6Sduvx8WdoTmPspNjPvO998LgmDNio/k+aa5jv7dCC8U26eNE5MiOEvpxj52hz3K721fTg/DxsubnOXGlGojnkYfi2hzCeG9V/20QZ3fx/FXr8/M+4GCPuWHSSNv5kmyb2zMPVti/QSb/r7/1+5GE8hkAgKwHzH7/9NPI9++RL9OLd1+pHWY2Xw0nmP9rvlBY5/1Gew9cfbtVfrq3z/uM+s3F+f88P9ONXY+fMvvyfNeX4zMbI19HuXBLvhfnZr7tvcsMOvhBAAIECCYSC1S9f1+03ztNTXya/2CHfn6qVI47TgQSrBdoRhkUAgXQECFbTUeIYBMpIoOKD1VA4lCyMc8PTptFeIGUFpSf/foLOeLa/nvYDSi8Yrb3XHGuHseFgdPe6CZqtGV44a90QzvlNurRggaN3LYLVMvotZKoIIJBMwPxH8ze3nB4KIZ1AT6v01WXHFRcu52D1dc3/+QjNMLMOqqbSXYIXMMuvtjLnud/7be/2CDDNWp6RTrxP6mWFuyY0vus+Z1HnDmqPeaXryXEIIFAJAqFgNaMFUbGaERcHI4BAXgUIVvPKyWAItL9AZQerJjCdLU3zKkmThY0Jvm8q/5bVPK0Zmh0JSCMhrLOFJmBdptpQxWmSELfNYDVynh0Me/Ps/+05mrNSUv30WOAbqawdMWO6mp51K1a1boLOmO3XyI7Qcj/UjYxnKnHNes+YrXD1rJnDGKvO17quUyFZM11Ns90q3BFO4GxX+brX06KTNNrM2ftyj5MUGjt11a65lj9G3xnTVTu7Sf2frNWyUAWwtb7Qr5frqpGrtCpqZzv8+3Q9PbpJZ9jrDaqa3QGDedSP0Ag1qda5v9zxa2c0ac7sWmfN3XN1t69lLhxxDzyj+2EqVrtFKqPteyXlfWShUbHa/n+gmYGcYHXXz8Mhqgnvtv7U/Z4V5MXCvF2aP/M/VNN9pkaa6s4TV+mrXs84gV847LOCTnNyEHba3/crMq3v/cMYnXvgN3Xurpka2d0EvN0jVbVWFafzaOpOXWNX2GYR0CYKmJ3bwxpf91yhpu51Grlup1Zedbp++4hdXesGof3u/qk2zXxG0n2a4VUBByYJLd2K02gFahBmdPt/Y3th3a/Zhx3c9AgggED6Ahn9rfH7rHY04xOspq/MkQggkG8BgtV8izIeAu0sUNHBajTEjAaEShbCxcLTi/9vtPI03WA10XGScg1WB8yRWy3rjr/xdLdlgRP2mVDQqaz1gk1N19PTpNlWSwDnOHntD7zqWzltD3a5bRJGLtfTNctiVbqhCl1zs6a4ruMrL7iNBcRuwOiGjU5bgKAi+FI1DYgF0qbKN1QdbP1uOD+zxnDDzTN0hp7Wp0HbBi/09NcX+t1yq4ubvGMTOTiuXiDpGsevNzQPZ71NXggdHt9ZYy7u5tKhYDPm7obfMU//HwH8+2DjT5ZLY2JrNUMlXW/kPgqREay2819nLu8LOKHiuhcl/VgrZ9n98NywU/7j8E7I+KzOnfVzNc8coT94FZNOhesuU+n5P7Ti53erxhsjXPkaq/68Zle/4DH20DF+IDpOGu9cx51LNPRss6I2y2A16COY5NZIONegbYEVrCY1i9m4gW1sjeFL2oGEP264NUNGYQe3OgIIIJClQNp/a/bv0lMLrtCNukqPXHM6PVaz9OY0BBDIjwDBan4cGQWBkhGo6GDVBEPLa2NVnZH/HQqbgh2xQkmv2jP8SH+6waobZpmqV7dXq/eVpMdqrG9rGxWrVhsBu91A3LWia/evH62AtcYLxvjRS7FQMEEQHA3yYmu05x4JVpsvtXp1+hW+M6S5VguGFL8VTqBpj+HMa4sO1qfqbVUKxx0XjBmuKg4dZ6+xjfWGx7fHTFS1bC0oU/cEFv5+O8FqyDN2sNtj1QSr4QrqpOs1UXmythUEqyXzd5qJ+AKxfqtuleWu2KP1AZIJX02waqoz3bAv9h/eCr2sJNqv1AzhjHvi79wXoEQf17eDVavXaiz4tXbKVMkma1WQIliNzSncuzQuPAhVl7qBc+26H2iT/1h+3DXsYDVmE6vaCpulrOaKjG3mHFzXI0g77ODmRgABBHIQSOtvzWf/qtvnX6zJH3TXuIuWaFG/7lSs5mDOqQggkLsAwWruhoyAQEkJVFWwGpWPhGhuNeJmyXr0Oz50ykewmqrHatutAPwXUqUMVqPtDexA119fgqpK58VHpmrTr7ZsIwgOvywp02DVbdFgP+IftAiI7FV8YGqu9ZA+1NN6OrqvkUf33R+HXeOCxtB6w/tjB8nheditJlK1fvBeVpaJu70mq9I6aNeQa7BqVdMSrJbUn2QmExJwg9TmwZEXNAXBXrgCNXZquIoyVbCa8gVL/hum/ZA0VbAabVeQaiezrFiN9pp1LxGrHi1WsJpOkJxW2MHdjgACCOQoEPpb89UuPfDrRfpi8DSN6tHFHXn3i5px4xWa/+kBGjboca0824Sq4b+d5skDvhBAAIFiChCsFlObayFQBAGCVTdEc3uAxrcGaO9gNWkAGKk0jKtY9ULTq07fqItMWOz32EzQs9UPaoOQNC5YTR4E5yNYDW7zFG0Skger4YrV5L8ybVSs5jlYDUL6bN3t/qpeIJvXilWC1SL8deUSuQt4FapOH9PYi6pij96bYDXSCsCpJDXfT7NiNXgJlh9QzpbutMJcUxm6ts59eVaqYNV6wVaiCs6QRRbBqv+iqpGhl1e5vU9//GqSilWrt6sbhtbpRdNjNadWAAke/U/QR5ZgNfe7nxEQQKBtgdDfms9e1/zpIzTj0y4a9bNVmn3cK5qx4Eat+OoA9fvRMq0bdZwODIakx2rbuhyBAAKFEiBYLZQs4yLQTgIVHaxGgrroo//B/76oSROsR+LtrYjr+xnXc9Qcnegx8Fx6rI6W7JdAfdvqiZokEAv3WPWqQP99uh40weqz/cO9V5OMlzxY9fu6xq817WA1UY/Vlf21caQV2oZ6tIZ/IaI9Vt3/fXCkx2oSc2eoNnqsRip00+qxGvSKjb28qr/XRzZ833jtJTJxj/ZFteaflx6rBKvt9BeXy2YuEHnBlDOA1Ws1wSPxw45Mr2JVCo8dvMTJr1SNXss/3ry8avc3tSjoXxprUeCcYrcByNPLq3y3uPYFJ67Si7pbTYMirQC8Fghub1ozp0s0+1W5L6/6+TPSifdphnmxl9/+4OxDk7wILPLyqiQvq0r6ciszLl8IIIBAgQTi/hGn5TGNnDNTD/gvqpL0oxNX6ZnL7FDVTIZgtUBbwrAIIJCGAMFqGkgcgkA5CVR0sOq9aKlpdPhFRHMavR2yqwntt8B7P3b7nsp5SVRwjqRYP1R/pxMEq8mqL9t8eZX30iJvPiNGjtAq9Xf7k0Ye3Q9X03rhnbe2viNHSP9eqxmLTtZLwfz7avq9/bVxjBeU2pWpXpAX1wrALDHy0i97/cmDVX8+bhWwWxEc+83wH/kPKju9HyVrBWB+bLcM0MgRGrFS6v9krZYN8B61NwclbAPgnK0FJ22URq7SKjMPf+/Nj6JtE6IvOYuMGcyjfoRGqEm10+KDVf8lX+59k6W7F6aucmxGaPm90mjvZVm1D1qe1lpC4bjtkmK9tAIop7/YzBWBXAUSv2wq11E5HwEEEGgPgUTV8V/84Vb99K779HtJNd+6Sc/8YoBqOkZnR7DaHvvFNRFAwBUgWOVOQKDCBCo7WI2+Wb14m5c0rCreFLhSSCBJD9RMlewQNp2QPNPxOR4BBBAoqADBakF5GRwBBIoqkKztyMeNN2roxmN0zw3nJQhVzRQJVou6UVwMAQRCAlUerL6sebPqpYFfa+oJkTvjtXnqsP41rR67RsO7cdcgUD4CFR+sOpWOE9R0kfuipOJ87dCC8U26eNE56lqcC3KVNgXyFKxGKmdTVdi2OSUOQAABBBBAAAEEEMhaIGU/Z9MOIK5S1b8UwWrW6JyIAAI5CxCsllSwaoLeW1VLmJvzjV3NA1RDsFrN+8vaEUAAAQQQQAABBBCoRIHsX5RHsFqJ9wNrQqBcBAhWSypYLZfbhnmWsgDBainvDnNDAAEEEEAAAQQQQACBRAImWA1e0pcxkfUixIzP5QQEEEAgewGC1XSD1Zb7NWRpgx4LWc9V48yp6uN8z6s2HThEa9Y3SL3f1ZojlqnD+mmhM84z3z/rSPeM33TQrYc2asjb9WrQar07oVbL/IpVtXW97DedMytbgGC1sveX1SGAAAIIIIAAAgggUJEC+7/Ux5+2Zre0jp11yMEHZHcuZyGAAAI5CBCszqpXOPq0Nc/zeqy6vVin1TXq64vdGFV6T/cvPMoLRIfrSCdYrde0Q0xAav639F7Lezqymxuiul/hR/1NsFq/07+G/fNr1bS0revlsOucWtECBKsVvb0sDgEEEEAAAQQQQAABBBBAAAEESkSAYDWtitXEL7l676khOurtIV6QmuxFWF4A+3Fsx+d6L8tyglXZYa0fvLrBavSlWuHrlcgdxDRKToBgteS2hAkhgAACCCCAAAIIIIAAAggggEAFChCsFixY9QPVaEVqLDAlWK3A36gSWBLBaglsAlNAAAEEEEAAAQQQQAABBBBAAIGKFyBYLViwmqiCNfw9gtWK//1qlwUSrLYLOxdFAAEEEEAAAQQQQAABBBBAAIEqEyBYzSBYTafHauzx/fi+rG5PVSndVgCpr1dldyrLTVuAYDVtKg5EAAEEEEAAAQQQQAABBBBAAAEEshYgWE0rWJXUcr+GLG3QYyHquWqcOVXu66wSVKhGzjGBav83Yy+sqn0uWY/VNRqutq6X9Z5zYoULEKxW+AazPAQQQAABBBBAAAEEEEAAAQQQKAmBKg9WS2IPmAQCeRUgWM0rJ4MhgAACCCCAAAIIIIAAAggggAACCQUIVrkxEKgwAYLVCttQloMAAggggAACCCCAAAIIIIAAAiUpQLBaktvCpBDIXoBgNXs7zkQAAQQQQAABBBBAAAEEEEAAAQTSFSBYTVeK4xAoEwGC1TLZKKaJAAIIIIAAAggggAACCCCAAAJlLUCwWtbbx+QRiBcgWOWuQAABBBBAAAEEEEAAAQQQQAABBAovQLBaeGOugEBRBco5WDVz5wsBBBBAAAEEEEAAAQQQQAABBBAolkBdXV3WlyJYzZqOExEoTYFyDlZbW1tLE5VZIYAAAggggAACCCCAAAIIIIBARQp07tw563URrGZNx4kIlKYAwWpp7guzQgABBBBAAAEEEEAAAQQQQACB0hMgWM2hZLf0tpMZIZCbAMFqbn6cjQACCCCAAAIIIIAAAggggAAC1SNAsEqwWj13OyttU4BgtU0iDkAAAQQQQAABBBBAAAEEEEAAAQQcAYJVglV+FRAIBAhWuRkQQAABBBBAAAEEEEAAAQQQQACB9AQIVglW07tTOKoqBAhWq2KbWSQCCCCAAAIIIIAAAggggAACCORBoKqD1S+++ELf+ta31LFjxzxQMgQC5S2wf/9+/fGPf9SBBx7olLIX8/di3759+nD/O/ru4X2yRmxtbc36XE5EAAEEEEAAAQQQQAABBBBAAAEEMhWo6mDVBEldunTRX//1X2fqxvEIVJzAJ598or179zqBKsFqxW0vC0IAAQQQQAABBBBAAAEEEEAAgTwLVG2w+tVXX+kv/uIvnCCpa9euOvjgg4taoZfnfWQ4BLIWMP/A8Omnn2r37t3OPzT893//t/7yL/+yqL8PVKxmvX2ciAACCCCAAAIIIIAAAskEPn9L9919ux7aLR1z4tW6cXAPHYgWAgggkEeBqgxWv/766yA8MoHOl19+KfMYsfk+XwhUm0CHDh2cCtUDDjhAnTp1kv+PDub7xfoiWC2WNNdBAAEEEEAAAQQQQKBaBFr1wt2naJZu1fKzpfsWXyud+4Jm9u5cLQCsEwEEiiBQtcGqqdLz/x+BahHuNC5R8gImSDVtAPz/R7Ba8lvGBBFAAAEEEEAAAQQQQEDSF/+2Qfds3Rmx2Ks//PPrOvWK+3VJjdT82HANf+c4XdStS+S4Op0y9EwddwCUCCCAQOYCVRmsGiY/TCVUzfym4YzKFfDD1GKGqkaTitXKvadYGQIIIIAAAggggAAChRZ4f8N4jfrTAF1/fFfp45d009pVesG76BGHDdbEWun5bWv19H7vm4eM0P2DT9Yh2q3n1z6p7/7jIg09otCzZHwEEKhEgaoNVitxM1kTAuUqQLBarjvHvBFAAAEEEEAAAQQQaH8BE6xerZm6/8yu0vtrNXzuHD2ealpHTNfOaYN1hHbr4bmzpLEEq+2/i8wAgfIUIFgtz31j1ghUlEAxg9U3Fk9S0wW3aeDhb+iO+sv0gC3ZcI8ar/y+pPDP+kxdr9vO7ippt9ZPGqj5L8dOiv3M+94H6zVp8PM6da25hvneG7pjUpOG3zZQZoTQl3PsfFnDeT/uoynB+XnYanOdm6QbEs0hD8O3PYTx3KR+jVfJ6Ob/q9Dj53/GxRjxjcX12nRyo646Lg9Xe/0O1b/Uz/v9yMN4DIFAVgLmP35/plHv2yeP0MY7rtYPsxovh5PMf7QvlW53/qM8h6/Xb9dfra/1/uM+s3FeWX6i+v8hds7MMa9qcj5+3zObhnO0O5foXuzQzVeN0ixvvPacXxZL4hQEECgzgVCw+uUOLbrlV9rwZfJFHPK9X2j5sGN1IMFqme0000Wg9AQIVktvT5gRAlUnULRgNRQOJQvj3PC0eaQXSFlBaf3WSRq48VSt9wNKLxitudMca4ex4WB09xOTdKNu8MJZa3ud85s1qmCBo3ctgtWq+51iwQhUooD5j+a6bf1DIaQT6GmF/mv0scVdcs7BqhU6BlVT6S7BC5jlV1uZ89zvrT3pn9xqraJ+mbU8Jx2/SjrRD3fd+TQP9P63Uz3WpAntEYIX1YKLIYBAewmEgtWMJkHFakZcHIwAAnECBKvcFAgg0O4CxQlWTWB6o3S9V0maLGxM8H1T+beiZr1u0I2RgDQSwjqSJmBdoZpQxWmSELfNYDVynh0Me/M8tW6+5q+W1GfSU/HgAAAgAElEQVRKLPCNVNYOmzpFzRvdilU9MUkD5/k1ssN0jx/qRsYzlbhmvQPnKVw9a+Ywzqrzta7rVEjWTFHzPLcKd5gTONtVvu71tLhel5k5e1/ucZJCY6eu2jXX8sfoM3WKauY1q9/aGq0IVQBb6wvd5a6rGh7QA1E722HnFK0f2ayB9nqDqmZ3wGAefYZpmJpV49xf7vg1U5s1f16Ns+ajcnW3r2UuHHEPPKP7YSpWj4pURtv3Ssr7yEKjYrXd/04yAckJVlvGhENUU/H56mnu98z/fe+qgOqcs03IuEs3z92pmm5zNMpUdx6/Qv914nPOce7P/RAyXF2pIOy0v+9XZFrf++4onXPg32lwyxyN6mYC3u6RqlqrijNRuJhFQJsoYHYWbY2v5eP1x261GvVEk1aM66+1j9nVtW4Qesodp+mFuc9JWqVZXhVwYJLQ0rUyYfbCbjG7IMw4amVsL+Rfw68mJrjgdxgBBAorkFGw6vdZ7WjmxN+nwu4MoyNQ+QIEq5W/x6wQgZIXKEqwGg0xowGhkoVwsfB0+J+ilafpBquJjpOUa7A6eL7call3/Of7uy0LnLDPhIJOZa0XbGqK1l8v3Wi1BHCOk9f+wKu+ldP24F23TULDPVpfsyJWpRuq0HU/iCa9ruMrL7iNBcRuwOiGjU5bgKAieJSaB8cCaVPlG6oOtu5i52fWGG64+VP9VM/o06Btgxd6+uuLC1YvU7N3bCIHx9ULJF3j+PWG5uGst9kLod3qZX98Z425uJtLh4LNmLsbfsc8/X8E8O+DTSffI42z5uIHtJF9T3QfhcgIVkv+72i1TNAJFZ/YLKmvVkyz++G5Yaf8x+GdkHGjBk8bo+a5o7TdC1GdCtcWU+lZp/uuulc13hjhytdY9eeElp8FIWLoGD8QHStd7VzHnUs09GyzojbLYDXoI5hk4xPONWhbYAWrSc1iNm5gG1tj+JJ2IBENU60js1hntdzTrBMBBPIjkHawun+Xnv7fE3STrtAD4/vTYzU//IyCQFULEKxW9fazeARKQ6AowaoJhlbWxKo6I/87FK4FLFYo6VV7hh/pTzdYdUM+U/Xq9mr1vpL0WI31bW2jYtVqI2C3G4i7VnTt/vWjFbDWeMEYvRpjoWCCIDga5MXWaM89Eqw2j7J6dfoVvjdIN1ktGFLcmk6gaY/hzGubDtanOsmqFI47LhgzXFUcOs5eYxvrDY9vj5moatlaUKbuCSz8/XaC1ZBn7GC3x6oJVsMV1EnXa6LyZG0rCFZL448ls7AEYv1Wg8pUq5+ne6AJX02waqoz3crJ2H94K/Sykmi/UnO2M+7xL7ovQIk+rm8Hq1av1Vjwa03VVMkma1WQInCMzSncuzQuPAhVl7qB87eeOFEv+I/lx13DDlZjNrGqrbBZymquyNhmzsF1HYJEbQu4kRFAAIH8C6QVrH7+lhbd8r805cPu+vn5C/XrU7pTsZr/rWBEBKpOgGC16racBSNQegLtEqxGGSIhmluN+LJkPfodHzrlI1hN1WO17VYA/gupUgar0fYGdqDrry9BVaXz4iNTtelXW7YRBIdflpRpsOq2aLAf8Q9aBET2Kj4wNdd6RB/pGT0T3dfIo/vuj8OucUFjaL3h/bGD5PA87FYTqVo/eC8ry8TdXpNVaR20a8g1WLWqaQlWS+/vIzPyBSI9O/1vB8FeuAI15hauokwVrNqPt8e5+2+Y9kPSVMFqtF1Bqk3MopIzaSsA63HWYgWrKYNkJ/BtilQWc0cjgAAChREIBatf7dLDi5bo80G/0CVHd3EvuGezZt0yXjd/2llDz35UK840oar5ohVAYXaEURGoHgGC1erZa1aKQMkKlFqw6vYAjW8N0N7BatIAMFJpGFex6oWm4/o/r5EmLPZ7bCbo2eoHtUFIGhesJg+C8xGsBjdpijYJyYPVcMVq8hu+jYrVPAerQUifrbvdX9ULZPNasUqwWrJ/G5mYLeBVPjp9TGMvqoqFjCZYjbQCcCpJzffTrFgNXoLl/0f2TGmp9QImExSur3VfnpUqWLVesBVfwRnZ1SyC1WRVoG6Fa5KKVevFUW4YWquNpsdqTq0AEjz6H/R5NWNb7QS4mRFAAIECC4SC1c936ObZozTr0y665LQVmvmDrZq1+Cbd91VnndL7bj128bE6MJgPwWqBt4bhEah4AYLVit9iFohA6QsUJViNBHXRR/+D/31BkyZZj8SH/rM+2vczrueoOTrRY+C59Fi9TLJfAlVn9URNEoiFe6x6VaA7p2ilCVY3nhruvZpkvOTBqt/XNX6taQeriXqsLjtVz19qhbahHq3hezjaY9X93wdHeqwmMXeGCvdAjeuxGqnQTavHatArNvbyqn5eH9lwv1ivvUQm7tG+qNb889JjlWC19P9IMkNPIPKCKee7Vq/VBI/EDz0ivYpVOS9bGqVZ3pWClzj5larRa/nHm5dX7fk73R70L421KHBOsdsA5OnlVf7tENe+4PgV2qh79cezI60AvBYIbm9aM6cRmvkHuS+vuuo56fhVmmVe7OW3PzAv9Ern5VWhl1XFblLn5VZ/fY30wq/1eOjejfbF5cZGAAEE8icQ1wrg3bUa9as5eth/UZWkHx6/Qk+OtkNVc32C1fztAiMhUJ0CBKvVue+sGoGSEihKsOq9aKl5ZPhFRPPN6+vNl11NaL8F3v+x86IjOS9rCs4xp1kvS3IPTRCsJqu+bPPlVd5Li7z5DGsYpgfUz+1PGnl0P1xN64V33tr6NAyTdtbohtvq1RjMv4+m3Hmqnh/nBaV2ZaoX5MW1AjDLi7z0y15/8mDVn49bBexWBMduQf+R/6Cy0/tRslYAjrI9RsMwDVst9VtboxWDvUftzUEJ2wD4e7RJanhAD5h5+HtvfhRtmxB9yVlkzGAefYZpmJpVc318sOq/5Mu9b7J098LUBxybYbrnTuky72VZtY9YntZaQuG47ZJivbQCKKk/jUwGgQILpHjZVIGvzPAIIIBAvgUS9Vj94vXbNeDeVXpFUs3fz9MTk85UTcfolQlW870XjIdAtQkQrFbbjrNeBEpQoDjBavTN6sWDSBpWFW8KXCkkkKQHaqZKdgibTkie6fgcjwACCBRUgGC1oLwMjgACRRVI9vKqP//+Jg17oYeWXDc4QahqpkiwWtSN4mIIVKAAwWoFbipLQqDcBIoWrDqVjpPUdIH7oqTifL2hOyY1afhtA9W1OBfkKm0K5ClYjVTOpqqwbXNKHIAAAggggAACCCCQtUCyYNUZ0LQDiKtU9S9FsJo1OicigIAjQLDKjYAAAu0uUMxgtd0XywQQQAABBBBAAAEEEEAgrwIpg9WUVyJYzetGMBgCVShAsFqFm86SESg1AYLVUtsR5oMAAggggAACCCCAQPkImGA1eElfxtPm5XoZk3ECAggEAgSr3AwIINDuAgSr7b4FTAABBBBAAAEEEEAAgfIV2N+qP3/6ZXbz73iA/ubgztmdy1kIIFD1AgSrVX8LAIBA+wsQrLb/HjADBBBAAAEEEEAAAQQQQAABBBDITIBgNTMvjkYAgQIIEKwWAJUhEUAAAQQQQAABBBBAAAEEEECgoAL5CFZzmeCuL97UYR2PVqdOnbIapsOePXu+zupMTkIAgZIRIFgtma1gIggggAACCCCAAAIIIIAAAgggkKYAwWqaUByGAAKFEyBYLZwtIyOAAAIIIIAAAggggAACCCCAQGEECFYL48qoCCCQgQDBagZYHIoAAggggAACCCCAAAIIIIAAAiUhQLBaEtvAJBCobgGC1eref1aPAAIIIIAAAggggAACCCCAQDkKEKyW464xZwQqTIBgtcI2lOUggAACCCCAAAIIIIAAAgggUAUCBKtVsMksEYFSFyBYLfUdYn4IIIAAAggggAACCCCAAAIIIBAVIFjlnkAAgXYXIFht9y1gAggggAACCCCAAAIIIIAAAgggkKEAwWqGYByOAAL5FyBYzb8pIyKAAAIIIIAAAggggAACCCCAQGEFCFYL68voCCCQhgDBahpIHIIAAggggAACCCCAAAIIIIAAAiUlQLBaUtvBZBCoToF8BKvVKceqEUAAAQQQQAABBBBAAAEEEECgHAU++eSTnKe964s3dVjHo9WpU6esxuqwZ8+er7M6k5MQQKBkBAhWS2YrmAgCCCCAAAIIIIAAAggggAACCBRBgGC1CMhcAoFqECBYrYZdZo0IIIAAAggggAACCCCAAAIIIOALEKxyLyCAQF4ECFbzwsggCCCAAAIIIIAAAggggAACCCBQJgIEq2WyUUwTgVIXIFgt9R1ifggggAACCCCAAAIIIIAAAgggkE8BgtV8ajIWAlUsQLBaxZvP0hFAAAEEEEAAAQQQQAABBBCoQgGC1SrcdJaMQCEECFYLocqYCCCAAAIIIIAAAggggAACCCBQqgIEq6W6M8wLgTITIFgtsw1juggggAACCCCAAAIIIIAAAgggkJMAwWpOfJyMAAK+AMEq9wICCCCAAAIIIIAAAggggAACCFSTAMFqNe02a0WggAIEqwXEZWgEEEAAAQQQQAABBBBAAAEEECg5AYLVktsSJoRAeQoQrJbnvjFrBBBAAAEEEEAAAQQQQAABBBDIToBgNTs3zkIAgYgAwSq3BAIIIIAAAggggAACCCCAAAIIVJMAwWo17TZrRaCAAgSrBcRlaAQQQAABBBBAAAEEEEAAAQQQKDkBgtWS2xImhEB5ChCslue+MWsEEEAAAQQQQAABBBBAAAEEEMhOgGA1OzfOQgCBiADBKrcEAggggAACCCCAAAIIIIAAAghUkwDBajXtNmtFoIACBKsFxGVoBBBAAAEEEEAAAQQQQAABBBAoOQGC1ZLbEiaEQHkKEKyW574xawQQQAABBBBAAAEEEEAAAQQQyE6AYDU7N85CAIGIAMEqtwQCCCCAAAIIIIAAAggggAACCFSTAMFqNe02a0WggAIEqwXEZWgEEEAAAQQQQAABBBBAAAEEECg5AYLVktsSJoRAeQoQrJbnvjFrBBBAAAEEEEAAAQQQQAABBBDIToBgNTs3zkIAgYhAPoLV5j+/hSsCCCCAAAIIIIAAAggggAACCCBQNIGav+mR9bUIVrOm40QEELAFCFa5HxBAAAEEEEAAAQQQQAABBBBAoNwECFbLbceYLwIVKECwWoGbypIQQAABBBBAAAEEEEAAAQQQqHABgtUK32CWh0A5CBCslsMuMUcEEEAAAQQQQAABBBBAAAEEELAFCFa5HxBAoN0FCFbbfQuYAAIIIIAAAggggAACCCCAAAIIZChAsJohGIcjgED+BQhW82/KiAgggAACCCCAAAIIIIAAAgggUFgBgtXC+jI6AgikIUCwmgYShyCAAAIIIIAAAggggAACCCCAQEkJEKyW1HYwGQSqU4BgtTr3nVUjgAACCCCAAAIIIIAAAgggUM4CBKvlvHvMHYEKESBYrZCNZBkIIIAAAggggAACCCCAAAIIVJEAwWoVbTZLRaBUBQhWS3VnmBcCCCCAAAIIIIAAAggggAACCCQTIFjl3kAAgXYXKMdg9e17GnTDQ5Iu/KUevezodjdkAggggAACCCCAAAIIIIAAAgggUFwBgtXienM1BBBIIFDwYPXD53XjRUv1WkL9AbrxuQZ9J5Od8cfLKlR9RytP+6XWKYvrBnP0x4hN+oTrFuuGMw/Rxxtu0ZhbtodX03us7p1/qg5xvhs7d9DC1Rr5fSU+xxvBPyZdnvjr57LOdK/KcQgggAACCCCAAAKlKxD/+TOvc31jtc6f8GTqggf/83voc3H+ZuEXXWT62Tl/M2AkBBBoLwGC1faS57oIIBAIFC9YDYd8QdVpph+wzIe31d2tsDKTzcw1WP1Yz025UndukZwPbkf4oXFPjVvSS69cYQLknhr34HU67bDYsbrwWo1rutU5z/9K/sHPO092IJvGGv0PtZ7nB1T1poHGIQgggAACCCCAQKULFDhYTYevwMFqOlPgGAQQqEwBgtXK3FdWhUBZCbRXsCo7CLxGWhJX1eoFsc4Hsa1S7+16zQSTvRt0iVbrvi1egPm+96/ktrpVzRoEuObnvXvqhC3b9ZoG6PILn9Rdpp2A9eWHnUlbDST4UOgfe8LlDdJdq/WaFRQHFaTBfCLB7PfjbxV3PD+cTf9WivuX+qBSmKrV9BU5EgEEEEAAAQQQqDSBcLA66E+3aMwL8j4Tu2v1n76yn67yFdyfKSguCHT8z7dBxWp8IYHbtkveE2Pemb3HakrtUs2PfA735+B8pm3yP7O757if0a2iBX8S3hxCn4ODwofYPlLJWmn3NOtBICZAsMrdgAAC7S7QXsFqrGJ1kH62ZZ3+yfpQFwo2z90VtBIIf6iyq0TjP3CZD2dXaKn3aL4bLsqv4tRhkj6U/JYAQQiZaaBpBaWzxupPM5fmFqym8yhVundMpILVbUXAFwIIIIAAAggggEB1CSQIVp3WVQN044Pd9ahT3OB+Bv7mb933GESfzLrkcum+u7Z7j/vHglLnOHlFDr2Plra8k/gYP+zsPVa3nbJVk/zrm5Zgkc/h/hxkihUadmmMaTNgF0U4RQw99ar1FNmPGv15L1b31ebpsmgBBoUG1XXPs9pqEiBYrabdZq0IlKhA8YLVRADmQ05v/d7pexoLNUOVnkGw6n8g8sNMO1iNfVgKKkjtYNX/F/Xgg5sXrAaVpP4HzkyCVetfzc0HPL/qNuuKVWtdTiuBHG4YP1QN/oU/h7E4FQEEEEAAAQQQQKCMBZIEq87n4MO8StREn4Gtz6a/7KY7f/mknLAzeHeAR+J/7jytXnquMfEx1lNfQbCa5HO4H6y6FawfBu9H8J82i1XXxrYkeY/VXNuAlfG2M3UEqkSAYLVKNpplIlDKAsULVpP9S3H8y6ACL/OByw9Wgw9yOQSrwcujcgtWQy+Jioa22QarbVWrRl8ClrA3rW2ZSUhcyncoc0MAAQQQQAABBBDIXiBxsBp+xD/8uTHUSssvflDkhbT+Z1H7M6z1pJkzX/+YRMFq3IISVM1+PxaMZhasRtsGULGa/f3DmQiUtgDBamnvD7NDoCoESidYTRIExvU1bd9gNfZBM/IBLUH/1Ux6rOb8NlMreE30L/lVcTOzSAQQQAABBBBAAIGIQLrB6mDtusg8ReZ+DVoYeazeeprKfkLshr97Quebx/WtdxyY80PHnLjdbe1ltwKIHO9POvyZOMNg1W/N5Qxm/tvCXxPBKr8WCFSqAMFqpe4s60KgjARKJ1j1G+fHmuOH+julrFhNr8fq4Rtu8XquZtljNdULoeL6tFr/Ut7my6uyaUUQvslCH17PpKNqGf0KMlUEEEAAAQQQQKCAApkHq6Heqeqp8wZu12Pr4z+rO/+Y7werx0j6tyTHJApW/XcdRN4L8IH3TgT33QrxwapbBZukx2oQrLoFGye+6n/2J1gt4A3G0Ai0qwDBarvyc3EEEDAC7R+smvdIRR4tMhNL+oh9pBfp+17DfHs7rX8BDz/K5B80QP7jRPZp/htDQy/Puuzo2CFW79Lo3RN+WZb109Aj+9bLrpwPi95xOb9oKsFbUoMp8EGS33QEEEAAAQQQQKB6BdINVq/TaaHP1QM06MInte4h80h/7GWzgWNcK4BLNeihZUHFq3Nc8DnYalfVe6ym1C7VfDNu8BV7ci1ZxeqNz52t//ReWBWc5n3mt88Z9Cc/TDXXH6BBelLrtlj/bVG9NwIrR6AiBQhWK3JbWRQC5SVQ8GC1vDiYLQIIIIAAAggggAACCCCAAAIIlIEAwWoZbBJTRKDSBQhWK32HWR8CCCCAAAIIIIAAAggggAAClSdAsFp5e8qKECg7AYLVstsyJowAAggggAACCCCAAAIIIIBA1QsQrFb9LQAAAu0vQLDa/nvADBBAAAEEEEAAAQQQQAABBBBAIDMBgtXMvDgaAQQKIECwWgBUhkQAAQQQQAABBBBAAAEEEEAAgYIKEKwWlJfBEUAgHQGC1XSUOAYBBBBAAAEEEEAAAQQQQAABBEpJgGC1lHaDuSBQpQIEq1W68SwbAQQQQAABBBBAAAEEEEAAgTIWIFgt481j6ghUigDBaqXsJOtAAAEEEEAAAQQQQAABBBBAoHoECFarZ69ZKQIlK0CwWrJbw8QQQAABBBBAAAEEEEAAAQQQQCCJAMEqtwYCCLS7AMFqu28BE0AAAQQQQAABBBBAAAEEEEAAgQwFCFYzBONwBBDIvwDBav5NGREBBBBAAAEEEEAAAQQQQAABBAorQLBaWF9GRwCBNAQIVtNA4hAEEEAAAQQQQAABBBBAAAEEECgpAYLVktoOJoNAdQoQrFbnvrNqBBBAAAEEEEAAAQQQQAABBMpZgGC1nHePuSNQIQL5CFZ37txZIRosAwEEEEAAAQQQQAABBBBAAAEEykGgrq4u62l+8sknWZ/rn7jrizd1WMej1alTp6zG6rBnz56vszqTkxBAoGQE8hGstra2lsx6mAgCCCCAAAIIIIAAAggggAACCFS+QOfOnbNeJMFq1nSciAACtgDBKvcDAggggAACCCCAAAIIIIAAAgiUmwDBarntGPNFoAIFCFYrcFNZEgIIIIAAAggggAACCCCAAAIVLkCwWuEbzPIQKAcBgtVy2CXmiAACCCCAAAIIIIAAAggggAACtgDBKvfD/9/evYBZUd353v+Jz6hnom+Yt2NQSGYaZjSaGC+DmoCKgDH66EEhEx0bCE4bNMEZIYYkBi8wgEDQGBUHjYhw8GCYaEZRDkajAmokXsdLNIlmhu68ES8xzTGGibf36HlWXdeqvWv33rv3pWrvbz/PPM/YXbVqrc+q7nT/+Ne/EECg6QIEq03fAiaAAAIIIIAAAggggAACCCCAAAIVChCsVgjG4QggUHsBgtXamzIiAggggAACCCCAAAIIIIAAAgjUV4Bgtb6+jI4AAmUIEKyWgcQhCCCAAAIIIIAAAggggAACCCCQKQGC1UxtB5NBoD0FCFbbc99ZNQIIIIAAAggggAACCCCAAAJ5FiBYzfPuMXcEWkSAYLVFNpJlIIAAAggggAACCCCQJYG3XtCa66/UD/ukA0aer8UTP6E9sjQ/5oIAArkXIFjN/RayAATyL0Cwmv89ZAUIIIAAAggggAACCGRL4F09cP2xmq/vatXJ0prl35AmPaB5R+6WrWkyGwQQyLUAwWqut4/JI9AaAgSrrbGPrAIBBBBAAAEEEEAAgWYIvP2ru7Xi8W2JS/9RT/38GY099wc6s1PqvW2yJv/6EJ0xdK/EcSN07Okn6pDdmzFzrokAAnkXIFjN+w4yfwRaQIBgtQU2kSUggAACCCCAAAIIINAkgdfunqnul07SBYd1SG/8VEvXr9UDwVyG7D1RXxsubXlive55P/jk4Kn6wcSjNVh92rL+Lh34T8t0+pAmTZ7LIoBArgUIVnO9fUwegdYQIFhtjX1kFQgggAACCCCAAAIINEPABKvna55+cGKH9Np6Tb50oe4oNZEhl2jbxRM1RH265dL50tkEq83YN66JQCsIEKy2wi6yBgRyLtDIYPW55bPVc9oVmvDR53TN6HO0zrabskJb//EgSe7XRl20QVec3CGpTxtmT9CSn8UnxV8LPve7DZo9cYvGrjfXMJ97TtfM7tHkKybIjOB8eMcukTVc8OVRmhOdX4PNNddZKl1YbA41GL7/IYznZo3bep6Mbu0/6j1+7WfciBGfWz5am4/eqvMOqcHVnrlGo386Lvj+qMF4DIFAjQXMH9QjNj7sjDpv+pP6Vi3u/4rm+qwuO+9+HXvN+fpMReclDn7mSn1ow/Dgj/4KBzLnrlwbn3TYav3XWQdXOEhtDn901UiNf2qqNg3UozbTYRQEEGhhASdYfedZLbv8O7r7nfQFD/7kt7Wq62DtQbDawncFS0OgMQIEq41x5ioIIFBCoGHBqhMOpYVxfnjaOy0IpKygdPTjszVh01htCAPKIBjtvM4ca4exbjDat3G2FuvCIJy1ILzze9Vdt8AxuBbBKt9/CCDQygJeZdImTbzYqjbywkU1IdAbaLBqzu/WfLNfUTVV+ZvnB8zSasvC+9wT46sLacu/dJEjfQsdtlYa2YyQe0CT52QEEMiZgBOsVjR3KlYr4uJgBBAoECBY5aZAAIGmCzQmWDWB6WLpgqCSNC1sLPJ5U/m3unODLtTiRECaCGE9SROwrlanU3GaEuL2G6wmzrOD4WCeY0cs0ZKbJY2aEwe+icrarovmqHeTX7GqjbM1YVFYI9ulFWGomxjPVOKa9U5YJLd61sxhhlXna13Xq5DsnKPeRX4VbpcXONtVvv71tHy0zjFzDj784yQ5Y5eu2jXXCscYddEcdS7q1bj1nVrtVABb63Puct9VU9ZpXdLOdtg2Rxum9WqCvd6oqtkfMJrHqC51qVed3v3lj995Ua+WLOr01rzvQN3ta5kLJ9wjz+R+mIrVfROV0fa9UvI+stCoWG36z0kmUELAC1Z7NMupirQCzkQF56kn/8R7VPTRVTP1m6HD1b3RVHeaqsrj9IAJNZ1A0wo6zRScR0c/r+7XzCePCoJM88d58Lkh3Zqtj+mgoQvV/bL/uKkSVbVRRW2x+ZvP3SBd6T2mWuZHsYDZO9WfV++EJ3Xsk+Gae7T64unqvdSurg3DhenqveF+SWs131ufFJpJaR6SqU69eqhvaz6ikGPfm/ShJ49rWtVsmXochgACOReoKFgN+6wOCn9G0gog59vP9BFoqgDBalP5uTgCCBiBhgSryRAzGRAqLYSLw9PJLyUrT8sNVosdJ2mgwerEJfKrZf3xt4z3WxZ4YZ8JBb3K2iDY1BxtuEBabLUE8I5T0P4gqL6V1/bgFb9NwpQV2tC5Oq7SdSp0/V9EU6/r+SoIbuOA2A8Y/bDRawsQVQR3q3diHEibKl+nOtj6VvG+Zo3hh5vH63jdq51R24Yg9AzX53yr+autMZIAACAASURBVNXFvcGxxRw81yCQ9I0L1+vMw1tvbxBCu+N7axyIu7m0E2zG7n74HXuG/wgQ3gebj14hzYjXaoZKXW/iPnLICFb5YZ11AaufXhwCmkn7QaDCtgBW+PhXG0dqfBB6DvHCVxM2LpP5fBgQeo+yK3yU3g8o1x/+E12p+Rrx8nQvLHQrQsNA1w9pi13XezlKfxW11Qar/YSx7nqS1bVWsHppulkcnsYeYZga3yZ2BdhAq3izfvMxPwQQyIJA2cHq+9t1z7/M0lKdq3Uzx9NjNQubxxwQyLkAwWrON5DpI9AKAg0JVk0wdFNnXNWZ+G8nbIpQrVAyqPZ0H+kvN1j1wyxT9er3ag0+Unqsxn1b+6lYtdoI2O0GCq6VXHt4/WQFrDVeNMYRW+NQsEgQnAzy4jXac08Eq73dVq/OsML3Qmmp1YKhxI3tBZr2GN68ntCe2qnDrUrhguOiMd2qYuc4e439rNcd3x6zWNWytaBK3YtYhPvtBauOZ3yw32PVBKtuBXXqek1Unta2gmC1FX7Uts0aon6rXnXpCK0JH62PBPwKUxOgPhA+om4FmaayNHwBit8j1KXzg9vtwSP7yf6hdrBqVYMWfZFKid6jJYLVuJ9sWCkbzK/gHLe61Mx71sufj9fshc4pFatFK1kTZnZValClGkkl5mIcI+u2uRNZKAIINFKgrGD1rRe07PJ/0JzXh+krX7xa3zt2WFDVT8VqI/eKayHQagIEq622o6wHgRwKNCVYTTolQjS/GvFnkvXod2HoVItgtVSP1f5bAYQvpCoZrCbbG9iBbri+IlWV3ouPTNVmWG3ZTxDsviyp0mDVb9FgP+IftQhI7FVhYGqudat+r3t1b3JfE4/u+192XQuCRme97v7YQbI7D7vVRKnWD8HLyipxt9dkVVpH7RoGGqxa1bQEqzn8AcqU/YrRoHo05rCrL1eq0+6/GhzkhH0lglX78fZC7iC8jFoElApWk+0KSmxetRWryV6zYeYahMWNClaLvUxMTXyJFt8mCCDQ+gJOsPredt2y7Fq9dcq3deZ+e/mL3/Gw5l8+U5ft3E2nn/wjrT7RhKrmgx6rrX93sEIE6itAsFpfX0ZHAIEyBLIWrPo9QAtbAzQ7WE0NABOVhgUVq0FoOmP8Fk0zYXHYY7NIz9YwqI1C0oJgNT0IrkWwGt0uJdokpAerbsVq+q3XT8VqjYPVKKSv1t3urxoEsjWtWCVYLeOnFIdkWcAP8Ya7L6qKHvk3fUQTj7UHj8v32lWUpSpWnVYAflWT3S5ATo/UUsGq9YIt0wqgVN/RaoLVoII0+fIqv+3AWq9PamGwaoXOUTuEImZBYOusO+jdalojuK0Aijz6X7QPbpbvKuaGAAJ5E3CC1bee1WULujV/514687jVmvfpxzV/+VKteW83HXvk9brtSwdrj2iBBKt522vmi0DWBAhWs7YjzAeBNhRoSLCaCOqSj/5H/31aj2Zbj8Tb21HQ97Og56g5uthj4APpsXqOZL8EaoTVEzUlEHN7rAZVoNvm6CYTrG4a6/ZeTRkvPVgN+7oWrrXsYLVYj9Ubx2rLl63Q1unR6n5TJHus+v+9Z6LHaoq5N1Q/PVYTFbpl9ViNesXGL68aF/SRde+boL1EJe7JvqjW/GvSY5VgtQ1/6rbektMf2e8I+pmaF1SZj/jx+XIqVpMva0p7iVP0IqogbOxWt2a/9p5Otl6o5VZxWm0AavXyqnBbEy/r8l7MNV26+pVpiWA17PUa2AyZqnnqUefZ/kutdNhazQ/aIFT08qqUl1UlX27VenchK0IAgWYKFLQCeGW9ur+zULeEL6qS9JnDVuuus+xQ1cyYYLWZ+8a1EWgFAYLVVthF1oBAzgUaEqwGL1rqnea+iGiJeX29+bCrCe23wIdf9l50JO9lTdE55jTrZUn+oUWC1bTqy35fXhW8tCiYT9eULq3TOL8/aeLRfbeaNgjvgrWNmtIlbevUhVeM1tZo/qM057qx2jIjCErtytQgyCtoBWCWl3jpl73+9GA1nI9fBexXBMc3bfjIf1TZGXwprRWAp2yPMaVLXTdL49Z3avXE4FF7c1DRNgDhHm2WpqzTOjOPcO/Nl5JtE5IvOUuMGc1jVJe61KvOCwqD1fAlX/59U6V7EKau82y6tOI66ZzgZVnDb7U8rbU44bjtUmK9tALI+Q9Tpo9ATQR42VRNGBkEAQQaKlCsx+rbz1ypk1au1aOSOv9ykTbOPlGdg5LTIlht6EZxMQRaUIBgtQU3lSUhkDeBxgSryTerN04pNaxq3BS4kiOQ0gO1UiU7hC0nJK90fI5HAAEEmiJAsNoUdi6KAAIDEkh7edUfHlmqrgc+oWu/ObFIqGouSbA6IHhORgABEaxyEyCAQNMFGhasepWOs9Vzmv+ipMZ8PKdrZvdo8hUT1NGYC3KVfgVqFKwmKmdLVdj2OyUOQAABBBBAAAEEEKhaIC1Y9QY07QAKKlXDSxGsVo3OiQgg4AkQrHIjIIBA0wUaGaw2fbFMAAEEEEAAAQQQQAABBGoqUDJYLXklgtWabgSDIdCGAgSrbbjpLBmBrAkQrGZtR5gPAggggAACCCCAAAL5EXBfEFjpvOMXG1Z6JscjgAACBKvcAwgg0HQBgtWmbwETQAABBBBAAAEEEEAgvwLvv6s/7HynuvkP2l0f3nO36s7lLAQQaHsBgtW2vwUAQKD5AgSrzd8DZoAAAggggAACCCCAAAIIIIAAApUJEKxW5sXRCCBQBwGC1TqgMiQCCCCAAAIIIIAAAggggAACCNRVgGC1rrwMjgAC5QgQrJajxDEIIIAAAggggAACCCCAAAIIIJAlAYLVLO0Gc0GgTQUIVtt041k2AggggAACCCCAAAIIIIAAAjkWIFjN8eYxdQRaRYBgtVV2knUggAACCCCAAAIIIIAAAggg0D4CBKvts9esFIHMChCsZnZrmBgCCCCAAAIIIIAAAggggAACCKQIEKxyayCAQNMFCFabvgVMAAEEEEAAAQQQQAABBBBAAAEEKhQgWK0QjMMRQKD2AgSrtTdlRAQQQAABBBBAAAEEEEAAAQQQqK8AwWp9fRkdAQTKECBYLQOJQxBAAAEEEEAAAQQQQAABBBBAIFMCBKuZ2g4mg0B7ChCstue+s2oEEEAAAQQQQAABBBBAAAEE8ixAsJrn3WPuCLSIAMFqi2wky0AAAQQQQAABBBBAAAEEEECgjQQIVttos1kqAlkVqEWwum3btqwuj3khgAACCCCAAAIIIIAAAggggEALCowYMaLqVb355ptVnxueuP3t57X3oP206667VjXWLjt27PigqjM5CQEEMiNQi2A1M4thIggggAACCCCAAAIIIIAAAggggEA/AgSr3CIIIFATAYLVmjAyCAIIIIAAAggggAACCCCAAAII5ESAYDUnG8U0Eci6AMFq1neI+SGAAAIIIIAAAggggAACCCCAQC0FCFZrqclYCLSxAMFqG28+S0cAAQQQQAABBBBAAAEEEECgDQUIVttw01kyAvUQIFithypjIoAAAggggAACCCCAAAIIIIBAVgUIVrO6M8wLgZwJEKzmbMOYLgIIIIAAAggggAACCCCAAAIIDEiAYHVAfJyMAAKhAMEq9wICCCCAAAIIIIAAAggggAACCLSTAMFqO+02a0WgjgIEq3XEZWgEEEAAAQQQQAABBBBAAAEEEMicAMFq5raECSGQTwGC1XzuG7NGAAEEEEAAAQQQQCDTAn/6pVYvv0Lr+qQDjpity/7uQO2R6QkzOQQQaCcBgtV22m3WikAdBQhW64jL0AgggAACCCCAAAIItKXAO9q8/CjN1ZX6n6dIq646XzrtYS347O5tqcGiEUAgewIEq9nbE2aEQC4FCFZzuW1MGgEEEEAAAQQQQACBTAi8/cu7dN0j/5mYyx/11LNPa9x5t6h7hNR76+k67YVDNXnYXonj/lrjJp+kQ8lbM7GXTAKBdhIgWG2n3WatCNRRgGC1jrgMjQACCCCAAAIIIIBAiwu8uvFcTfvtf9eckR3S/35IS/5tjTYHa97no1/Q10dImx+7TT9+P/jkX5ypW/7uGA1Wnzb/2//SgV+7Vl37tDgSy0MAgcwJEKxmbkuYEAL5FCBYzee+MWsEEEAAAQQQQAABBLIgYILVmVqgW07+iPTqbTp93jzdXmpi+8zXb+d/Qfvo91o3b640g2A1C/vIHBBoNwGC1XbbcdaLQJ0EGhmsPrtslnrOuFqnfvRZXXX4WVprr2naKj0x82BJ7teOmnuPrj6lQ1Kf7ph5ghZujU+KvxZ87nd3aNZJmzT+LnMN87lnddXMHn1p2akyIzgf3rEL9XCB61G6JDq/BujmOpdKc4vNoQbD9z+E8dyk8U98TUa39h/1Hr/2M27EiM8uO1ybxjyhrx1ag6s9fZUOf3B88P1Rg/EYAoGqBMwfv+M07VX75DP10PXf0GerGm8AJ5k/2q+Tlnl/lA/g46nv6s/Wjwj+uK9snEdWfFrHPBmfs+CrP9ecwyobo1ZH+3Mpvhfma98bttkPO/hAAAEE6iTgBKvvPKMrFy/Sj99Jv9jggy7STVMP0R4Eq3XaEYZFAIFyBAhWy1HiGAQQ6FegYcGqEw6lhXF+eNpzVhBIWUHp0Y/M0gn3jdc9YUAZBKPDV5pj7TDWDUb77pylBZobhLMWh3d+j75ct8AxuBbBar/3IAcggED2BcwfzR9/7HNOCOkFelqr9845pLELGHCw+oyWfGWq5ppZR1VT5S4hCJgVVluZ8/zP3X5kMwJMs5Z7pZFrpCOscNeExt9f4y1q0inNmFe5nhyHAAKtIOAEqxUtiIrVirg4GAEEaipAsFpTTgZDoH0FGhOsmsB0gXRxUEmaFjYW+byp/Lux8x7N1YJEQJoIYb0tNAHrjRruVJymhLj9BquJ8+xgOJjn+L9ZqIU3SRp9SRz4Jiprp869RD33+RWrunOWTlgQ1shO1aow1E2MZypxzXpPWCC3etbMYbpV52td16uQ7LxEPQv8KtypXuBsV/n619Oyw3WWmXPw4R8nyRm7dNWuuVY4xlFzL9HwBT0af9dw3ehUAFvrc769fFdNW6u1STvb4T8u0T1n9egEe71RVbM/YDSP0VM1VT0a7t1f/vjD5/Zo4YLh3pqHDdTdvpa5cMI98kzuh6lYHZqojLbvlZL3kYVGxWr7/oDO0Mq9YHX7V9wQ1YR3jx/vf84K8uIwb7uWzPtPdQ6bp2mmunPkWr13xL1e4OeGfVbQaU6Owk7782FFpvW5T03XpD0+rknb52naMBPwDktU1VpVnN6jqdv0dbvCtoqAtljA7G2TNb5WnKueYSM07c5tuum8z+n2W+3qWj8IHXf98do8715JazQ3qAKOTIpa+hWnyQrUKMwY+j/ivbDum+rDjgzdfEwFAQQyL1DRz5qwz+ogsyyC1cxvLhNEoIUFCFZbeHNZGgKNFGhIsJoMMZMBodJCuDg8/dL/l6w8LTdYLXacpIEGqyctlF8t64+/6XN+ywIv7DOhoFdZGwSbukT3XCwtsFoCeMcpaH8QVN/Ka3uw3W+TMG2V7um8Ma7SdSp0zR1S4rqer4LgNg6I/YDRDxu9tgBRRfCX1XNSHEibKl+nOti6Ib2vWWP44eYJOkH3aGfUtiEIPcP1FQSrZ6knOLaYg+caBJK+ceF6nXl46+0JQmi/ejkc31vjQNzNpZ1gM3b3w+/YM/xHgPA+2DRmlTTdmksY0Cb2vdh95JARrDbyRyLXKiHghYp3PiTpGN003+6H54edCh+H90LG+zRp/lfUO2+qngoqJr0K1+2m0vOvtfor16szGMOtfI2rP7++fVz0GLtzTBiIzpBmetfx55IMPfutqK0yWI36CKZYFZ1r1LbAClZTzWIbP7CN1+he0g4kwnHd1gwVhR3c/QgggECVAmX/rHl/u3581blarPN069c/R4/VKr05DQEEaiNAsFobR0ZBoO0FGhKsmmBo1fC4qjPx3064Fu2IFUoG1Z7uI/3lBqt+yGeqXv1ercFHSo/VuG9rPxWrVhsBu91AwbWSaw+vn6yAtcaLxvjsT+NQsEgQnAzy4jXac08Eq71ftnp1hhW+c6VLrRYMJb4rvEDTHsOb12PaUzt1pFUpXHBcNKZbVewcZ6+xn/W649tjFqtathZUqXsRi3C/vWDV8YwP9nusmmDVraBOXa+JytPaVhCstv3P6ewBxP1W/SrL7fGj9dFkTfhqglVTnemHffEf3nJeVpLsV2qG8MYd+aD/ApTk4/p2sGr1Wo2DX0vMVMmmtSooEazGc3J7lxaEB051qR84D7/z09ocPpZfcA07WI1t4qot16xkNVdibDPn6LoBQdlhR/ZuMmaEAAI5EijrZ82ffqkrl3xJ3/rdMM0441otGzeMitUc7TFTRaAVBQhWW3FXWRMCTRBoSrCaXGciRPOrER+WrEe/C0OnWgSrpXqs9t8KIHwhVclgNdnewA50w/UVqar0XnxkqjbDast+gmD3ZUmVBqt+iwb7Ef+oRUBirwoDU3OtH+p13aN7kvuaeHTf/7LrWhA0Out198cOkt152K0mSrV+CF5WVom7vSar0jpq1zDQYNWqpiVYbcIPQC5ZpoAfpPZOTLygKQr23ArUeFC3irJUsFryBUvhG6bDkLRUsJpsV1BqhVVWrCZ7zfqXiKtHGxWslhMklxV2lHkXcBgCCCCQJuD8rHlvu9Z9b5nennixuj+xl39K30Oau/hcLdm5u7pOuUM3nWxCVfdnp3nygA8EEECgkQIEq43U5loItLBA1oJVvwdoYWuAZgerqQFgotKwoGI1CE3P+9wmnWHC4rDHZpGerWFQG4WkBcFqehBci2A1us1LtElID1bditX0b5l+KlZrHKxGIX217nZ/1SCQrWnFKsFqC/90baWlBRWqXh/T+EVV8aP3JlhNtALwKknN58usWI1eghUGlAuk66ww11SGrh/hvzyrVLBqvWCrWAWnsytVBKvhi6qmOS+v8nufHvNkSsWq1dvVD0NH6CHTY3VArQCKPPpfpI8swWorfR+yFgSyK+D8rPnTM1pyyVTN3bmXuj+/VgsOeVRzr1qs1e/trnGfvVF3dh+iPaKl0GM1u7vKzBBofQGC1dbfY1aIQEMEGhKsJoK65KP/0X+f0aNZ1iPxNkBB38+CnqPm6GKPgQ+kx+pZkv0SqL+xeqKmBGJuj9WgCvQ/LtG/mmD1vvFu79WU8dKD1bCva+Fayw5Wi/VYvWm8Nk2zQlunR6t7GyZ7rPr/vWeix2qKuTeU2wO1oMdqokK3rB6rUa/Y+OVV44M+su59E7SXqMQ92RfVmn9NeqwSrDbk5xwXqYVA4gVT3pBWr9Uij8R37VNexarkjh29xCmsVE1eKzzevLyq7+NaFvUvjVsUeKfYbQBq9PKqULKgfcHItXpI16vnlEQrgKAFgt+b1szpTC14Uv7Lq75yrzRyjeaaF3uF7Q9O/kjKi8ASL69KeVlV6sutzLh8IIAAAnUSKPhHnJdv07SF87QufFGVpM+OXKt7z7FDVTMZgtU6bQnDIoBAGQIEq2UgcQgCCPQv0JBgNXjRUs9Z7ouIFm4N5mdXE9pvgQ++7Pc9lfeSqOgcSXE/1HCdRYLVtOrLfl9eFby0KJjP1GlTtVbj/f6kiUf33WraILwL1nbUtKnSfwzX3GVH66fR/I/SJSvHa9P0ICi1K1ODIK+gFYBZYuKlX/b604PVcD5+FbBfERzfF+Ej/1FlZ/CltFYA5st2ywBNm6qpN0nj7xquG08KHrU3BxVtA+CdrasO3yRNW6u1Zh7h3psvJdsmJF9ylhgzmsfoqZqqHg2/uDBYDV/y5d83VboHYepaz2aqVq2UzgpeljX8Xy1Pay1OOG67lFgvrQD6/3nFEQi0jkDxl021zvpYCQIItJNAser4t5/6ro7//ho9Iqnzr5bq3m+fpM5BSRWC1Xa6T1grAlkTIFjN2o4wHwRyKtCYYDX5ZvXGYaWGVY2bAldyBFJ6oFaqZIew5YTklY7P8QgggEBdBQhW68rL4Agg0FCBtLYjb2xdrNM3HaAVF36hSKhqpkiw2tCN4mIIIOAIEKxyQyCAQE0EGhasepWOs9Rzhv+ipMZ8PKurZvboS8tOVUdjLshV+hWoUbCaqJwtVWHb75Q4AAEEEEAAAQQQQKBqgZL9nE07gIJK1fBSBKtVo3MiAggMWIBgdcCEDIAAAkagkcEq4ggggAACCCCAAAIIINBaAtW/KI9gtbXuBFaDQL4ECFbztV/MFoHMChCsZnZrmBgCCCCAAAIIIIAAApkXMMFq9JK+imdrvQix4nM5AQEEEKhegGC1ejvORAABS4BgldsBAQQQQAABBBBAAAEEqhZ4/x29sfPd6k4ftJsG77l7dedyFgIIIDAAAYLVAeBxKgIIxAIEq9wNCCCAAAIIIIAAAggggAACCCDQTgIEq+2026wVgToKEKzWEZehEUAAAQQQQAABBBBAAAEEEEAgcwIEq5nbEiaEQD4FCFbzuW/MGgEEEEAAAQQQQAABBBBAAAEEqhMgWK3OjbMQQCAhQLDKLYEAAggggAACCCCAAAIIIIAAAu0kQLDaTrvNWhGoowDBah1xGRoBBBBAAAEEEEAAAQQQQAABBDInQLCauS1hQgjkU4BgNZ/7xqwRQAABBBBAAAEEEEAAAQQQQKA6AYLV6tw4CwEEEgIEq9wSCCCAAAIIIIAAAggggAACCCDQTgIEq+2026wVgToKEKzWEZehEUAAAQQQQAABBBBAAAEEEEAgcwIEq5nbEiaEQD4FCFbzuW/MGgEEEEAAAQQQQAABBBBAAAEEqhMgWK3OjbMQQCAhQLDKLYEAAggggAACCCCAAAIIIIAAAu0kQLDaTrvNWhGoowDBah1xGRoBBBBAAAEEEEAAAQQQQAABBDInQLCauS1hQgjkU6AWweq2bdvyuXhmjQACCCCAAAIIIIAAAggggAACuRQYMWJE1fMmWK2ajhMRQMAWqEWw+u6774KKAAIIIIAAAggggAACCCCAAAIINExgt912q/paBKtV03EiAggQrHIPIIAAAggggAACCCCAAAIIIIBAngUIVvO8e8wdgRYRoGK1RTaSZSCAAAIIIIAAAggggAACCCDQRgIEq2202SwVgawKEKxmdWeYFwIIIIAAAggggAACCCCAAAIIpAkQrHJvIIBA0wUIVpu+BUwAAQQQQAABBBBAAAEEEEAAAQQqFCBYrRCMwxFAoPYCBKu1N2VEBBBAAAEEEEAAAQQQQAABBBCorwDBan19GR0BBMoQIFgtA4lDEEAAAQQQQAABBBBAAAEEEEAgUwIEq5naDiaDQHsKEKy2576zagQQQAABBBBAAAEEEEAAAQTyLECwmufdY+4ItIgAwWqLbCTLQAABBBBAAAEEEEAgSwJvvaA111+pH/ZJB4w8X4snfkJ7ZGl+zAUBBHIvQLCa+y1kAQjkX4BgNf97yAoQQAABBBBAAAEEEMiWwLt64PpjNV/f1aqTpTXLvyFNekDzjtwtW9NkNgggkGsBgtVcbx+TR6A1BAhWW2MfWQUCCCCAAAIIIIAAAs0QePtXd2vF49sSl/6jnvr5Mxp77g90ZqfUe9tkTf71ITpj6F6J40bo2NNP1CG7N2PmXBMBBPIuQLCa9x1k/gi0gADBagtsIktAAAEEEEAAAQQQQKBJAq/dPVPdL52kCw7rkN74qZauX6sHgrkM2XuivjZc2vLEet3zfvDJwVP1g4lHa7D6tGX9XTrwn5bp9CFNmjyXRQCBXAsQrOZ6+5g8Aq0hQLDaGvvIKhBAAAEEEEAAAQQQaIaACVbP1zz94MQO6bX1mnzpQt1RaiJDLtG2iydqiPp0y6XzpbMJVpuxb1wTgVYQIFhthV1kDQjkXKCRwepzy2er57QrNOGjz+ma0edonW03ZYW2/uNBktyvjbpog644uUNSnzbMnqAlP4tPir8WfO53GzR74haNXW+uYT73nK6Z3aPJV0yQGcH58I5dImu44MujNCc6vwaba66zVLqw2BxqMHz/QxjPzRq39TwZ3dp/1Hv82s+4ESM+t3y0Nh+9VecdUoOrPXONRv90XPD9UYPxGAKBqgTMH7+fV/dr9slTtema8/WZqsYbwEnmj/YbpCu9P8oH8PHMlfrQhuHBH/eVjfPoqpEa/1R8zrzpT+pbtfh+r2wa3tH+XJJ78awuO69b84Pxmjm/KpbEKQggkDMBJ1h951ktu/w7uvud9EUM/uS3tarrYO1BsJqznWa6CGRPgGA1e3vCjBBoO4GGBatOOJQWxvnhae+0IJCygtLRj8/WhE1jtSEMKINgtPM6c6wdxrrBaN/G2VqsC4Nw1tpe7/xeddctcAyuRbDadt9TLBiBVhQwfzSPeGK8E0J6gZ5W67/OOrixSx5wsGqFjlHVVLlLCAJmhdVW5jz/c+sP/4lfrdXQD7OW+6XD1kojw3DXn0/vhOC/veqxHs1qRgjeUAsuhgACzRJwgtWKJkHFakVcHIwAAgUCBKvcFAgg0HSBxgSrJjBdLF0QVJKmhY1FPm8q/1Z3btCFWpwISBMhrCdpAtbV6nQqTlNC3H6D1cR5djAczHPsiCVacrOkUXPiwDdRWdt10Rz1bvIrVrVxtiYsCmtku7QiDHUT45lKXLPeCYvkVs+aOcyw6nyt63oVkp1z1LvIr8Lt8gJnu8rXv56Wj9Y5Zs7Bh3+cJGfs0lW75lrhGKMumqPORb0at75Tq50KYGt9zl3uu2rKOq1L2tkO2+Zow7ReTbDXG1U1+wNG8xjVpS71qtO7v/zxOy/q1ZJFnd6a9x2ou30tc+GEe+SZ3A9TsbpvojLavldK3kcWGhWrTf85yQQkL1h9ebobopqKzyeP8z9n/v+VayOqU082IeN2XXbpNnUOXahuU9152Gr918j7veP8r4chpFtdqSjstD8fVmRar171XQAAIABJREFUnzuwW6fu8TFNfHmhuoeagHdYoqrWquIsFi5WEdAWC5i9RVvja9VM/WbocHVv7NHqGeO1/ja7utYPQo+95jg9cOn9ktZqflAFHJkUtfStTJh99dDYLgoz9r0p3guF1wiriQku+B5GAIH6ClQUrIZ9VgeZOfHzqb47w+gItL4AwWrr7zErRCDzAg0JVpMhZjIgVFoIF4enk19KVp6WG6wWO07SQIPViUvkV8v6428Z77cs8MI+Ewp6lbVBsKk52nCBtNhqCeAdp6D9QVB9K6/twSt+m4QpK7Shc3VcpetU6Pq/iKZe1/NVENzGAbEfMPpho9cWIKoI7lbvxDiQNlW+TnWwdRd7X7PG8MPN43W87tXOqG1DEHqG6ysIVs9Rb3BsMQfPNQgkfePC9Trz8NbbG4TQfvVyOL63xoG4m0s7wWbs7offsWf4jwDhfbD56BXSDGsuYUCb2Pdi95FDRrCa+Z+j7TJBL1Tc+LCko7T6Yrsfnh92Knwc3gsZN2nixdPVe2m3ng5CVK/C9WVT6TlCa85bqc5gDLfyNa7+nPXy56MQ0TkmDETPls73ruPPJRl69ltRW2WwGvURTNn4onON2hZYwWqqWWzjB7bxGt1L2oFEMky1jqxine1yT7NOBBCojUDZwer723XPv8zSUp2rdTPH02O1NvyMgkBbCxCstvX2s3gEsiHQkGDVBEM3dcZVnYn/dsK1iMUKJYNqT/eR/nKDVT/kM1Wvfq/W4COlx2rct7WfilWrjYDdbqDgWsm1h9dPVsBa40VjHLE1DgWLBMHJIC9eoz33RLDa22316gwrfC+UllotGErcml6gaY/hzesJ7amdOtyqFC44LhrTrSp2jrPX2M963fHtMYtVLVsLqtS9iEW4316w6njGB/s9Vk2w6lZQp67XROVpbSsIVrPxw5JZWAJxv9WoMtXq5+kfaMJXE6ya6ky/cjL+w1vOy0qS/UrN2d64hz3kvwAl+bi+HaxavVbj4NeaqqmSTWtVUCJwjOfk9i4tCA+c6lI/cP6rjSP1QPhYfsE17GA1tomrtlyzktVcibHNnKPregTF2hZwIyOAAAK1FygrWH3rBS27/B805/Vh+soXr9b3jh1GxWrtt4IREWg7AYLVtttyFoxA9gSaEqwmGRIhml+N+DPJevS7MHSqRbBaqsdq/60AwhdSlQxWk+0N7EA3XF+RqkrvxUemajOstuwnCHZfllRpsOq3aLAf8Y9aBCT2qjAwNde6Vb/Xvbo3ua+JR/f9L7uuBUGjs153f+wg2Z2H3WqiVOuH4GVllbjba7IqraN2DQMNVq1qWoLV7P18ZEahQKJnZ/jpKNhzK1BjN7eKslSwaj/eXuAevmE6DElLBavJdgWlNrGKSs7UVgDW46yNClZLBsle4NuTqCzmjkYAAQTqI+AEq+9t1y3LrtVbp3xbZ+63l3/BHQ9r/uUzddnO3XT6yT/S6hNNqGo+aAVQnx1hVATaR4BgtX32mpUikFmBrAWrfg/QwtYAzQ5WUwPARKVhQcVqEJrOGL9F00xYHPbYLNKzNQxqo5C0IFhND4JrEaxGN2mJNgnpwapbsZp+w/dTsVrjYDUK6at1t/urBoFsTStWCVYz+7ORidkCQeWj18c0flFVHDKaYDXRCsCrJDWfL7NiNXoJVvhH9jzpBusFTCYo3DDcf3lWqWDVesFWYQVnYlerCFbTqkD9CteUilXrxVF+GDpcm0yP1QG1Aijy6H/U59WMbbUT4GZGAAEE6izgBKtvPavLFnRr/s69dOZxqzXv049r/vKlWvPebjr2yOt125cO1h7RfAhW67w1DI9AywsQrLb8FrNABLIv0JBgNRHUJR/9j/77tB7Nth6Jd/6sT/b9LOg5ao4u9hj4QHqsniPZL4EaYfVETQnE3B6rQRXotjm6yQSrm8a6vVdTxksPVsO+roVrLTtYLdZj9cax2vJlK7R1erS693Cyx6r/33smeqymmHtDuT1QC3qsJip0y+qxGvWKjV9eNS7oI+v2iw3aS1TinuyLas2/Jj1WCVaz/0OSGQYCiRdMeZ+1eq0WeST+9CHlVazKe9lSt+YHV4pe4hRWqiavFR5vXl6142O6MupfGrco8E6x2wDU6OVV4e1Q0L7gsNXapJX6zcmJVgBBCwS/N62Z01TNe0r+y6vOu186bK3mmxd7he0PzAu9ynl5lfOyqvgm9V5u9f98XXrge7rDuXeTfXG5sRFAAIHaCRS0Anhlvbq/s1C3hC+qkvSZw1brrrPsUNVcn2C1drvASAi0pwDBanvuO6tGIFMCDQlWgxct9U5zX0S0xLy+3nzY1YT2W+DDL3svOpL3sqboHHOa9bIk/9AiwWpa9WW/L68KXloUzKdrSpfWaZzfnzTx6L5bTRuEd8HaRk3pkrZ16sIrRmtrNP9RmnPdWG2ZEQSldmVqEOQVtAIwy0u89Mtef3qwGs7HrwL2K4LjWzB85D+q7Ay+lNYKwFO2x5jSpa6bpXHrO7V6YvCovTmoaBuAcI82S1PWaZ2ZR7j35kvJtgnJl5wlxozmMapLXepV5wWFwWr4ki//vqnSPQhT13k2XVpxnXRO8LKs4bdantZanHDcdimxXloBZOpHI5NBoM4CJV42VecrMzwCCCBQa4FiPVbffuZKnbRyrR6V1PmXi7Rx9onqHJS8MsFqrfeC8RBoNwGC1XbbcdaLQAYFGhOsJt+s3jiI1LCqcVPgSo5ASg/USpXsELackLzS8TkeAQQQqKsAwWpdeRkcAQQaKpD28qo/PLJUXQ98Qtd+c2KRUNVMkWC1oRvFxRBoQQGC1RbcVJaEQN4EGhasepWOs9Vzmv+ipMZ8PKdrZvdo8hUT1NGYC3KVfgVqFKwmKmdLVdj2OyUOQAABBBBAAAEEEKhaIC1Y9QY07QAKKlXDSxGsVo3OiQgg4AkQrHIjIIBA0wUaGaw2fbFMAAEEEEAAAQQQQAABBGoqUDJYLXklgtWabgSDIdCGAgSrbbjpLBmBrAkQrGZtR5gPAggggAACCCCAAAL5ETDBavSSvoqnzcv1KibjBAQQiAQIVrkZEECg6QIEq03fAiaAAAIIIIAAAggggEB+Bd5/V3/Y+U518x+0uz68527VnctZCCDQ9gIEq21/CwCAQPMFCFabvwfMAAEEEEAAAQQQQAABBBBAAAEEKhMgWK3Mi6MRQKAOAgSrdUBlSAQQQAABBBBAAAEEEEAAAQQQqKsAwWpdeRkcAQTKESBYLUeJYxBAAAEEEEAAAQQQQAABBBBAIEsCBKtZ2g3mgkCbChCstunGs2wEEEAAAQQQQAABBBBAAAEEcixAsJrjzWPqCLSKAMFqq+wk60AAAQQQQAABBBBAAAEEEECgfQQIVttnr1kpApkVIFjN7NYwMQQQQAABBBBAAAEEEEAAAQQQSBEgWOXWQACBpgsQrDZ9C5gAAggggAACCCCAAAIIIIAAAghUKECwWiEYhyOAQO0FCFZrb8qICCCAAAIIIIAAAggggAACCCBQXwGC1fr6MjoCCJQhQLBaBhKHIIAAAggggAACCCCAAAIIIIBApgQIVjO1HUwGgfYUIFhtz31n1QgggAACCCCAAAIIIIAAAgjkWYBgNc+7x9wRaBEBgtUW2UiWgQACCCCAAAIIIIAAAggggEAbCRCsttFms1QEsipQi2A1q2tjXggggAACCCCAAAIIIIAAAggggEBS4M033xwwyva3n9feg/bTrrvuWtVYu+zYseODqs7kJAQQyIwAwWpmtoKJIIAAAggggAACCCCAAAIIIIBAAwQIVhuAzCUQaAcBgtV22GXWiAACCCCAAAIIIIAAAggggAACoQDBKvcCAgjURIBgtSaMDIIAAggggAACCCCAAAIIIIAAAjkRIFjNyUYxTQSyLkCwmvUdYn4IIIAAAggggAACCCCAAAIIIFBLAYLVWmoyFgJtLECw2sabz9IRQAABBBBAAAEEEEAAAQQQaEMBgtU23HSWjEA9BAhW66HKmAgggAACCCCAAAIIIIAAAgggkFUBgtWs7gzzQiBnAgSrOdswposAAggggAACCCCAAAIIIIAAAgMSIFgdEB8nI4BAKECwyr2AAAIIIIAAAggggAACCCCAAALtJECw2k67zVoRqKMAwWodcRkaAQQQQAABBBBAAAEEEEAAAQQyJ0CwmrktYUII5FOAYDWf+8asEUAAAQQQQAABBBBAAAEEEECgOgGC1ercOAsBBBICBKvcEggggAACCCCAAAIIIIAAAggg0E4CBKvttNusFYE6ChCs1hGXoRFAAAEEEEAAAQQQQAABBBBAIHMCBKuZ2xImhEA+BQhW87lvzBoBBBBAAAEEEEAAAQQQQAABBKoTIFitzo2zEEAgIUCwyi2BAAIIIIAAAggggAACCCCAAALtJECw2k67zVoRqKMAwWodcRkaAQQQQAABBBBAAAEEEEAAAQQyJ0CwmrktYUII5FOAYDWf+8asEUAAAQQQQAABBBBAAAEEEECgOgGC1ercOAsBBBICBKvcEggggAACCCCAAAIIIIAAAggg0E4CBKvttNusFYE6ChCs1hGXoRFAAAEEEEAAAQQQQAABBBBAIHMCBKuZ2xImhEA+BQhW87lvzBoBBBBAAAEEEEAAAQQQQAABBKoTIFitzo2zEEAgIVCLYLX3Dy/gigACCCCAAAIIIIAAAggggAACCDRMoPPDn6j6WgSrVdNxIgII2AIEq9wPCCCAAAIIIIAAAggggAACCCCQNwGC1bztGPNFoAUFCFZbcFNZEgIIIIAAAggggAACCCCAAAItLkCw2uIbzPIQyIMAwWoedok5IoAAAggggAACCCCAAAIIIICALUCwyv2AAAJNFyBYbfoWMAEEEEAAAQQQQAABBBBAAAEEEKhQgGC1QjAORwCB2gsQrNbelBERQAABBBBAAAEEEEAAAQQQQKC+AgSr9fVldAQQKEOAYLUMJA5BAAEEEEAAAQQQQAABBBBAAIFMCRCsZmo7mAwC7SlAsNqe+86qEUAAAQQQQAABBBBAAAEEEMizAMFqnnePuSPQIgIEqy2ykSwDAQQQQAABBBBAAAEEEEAAgTYSIFhto81mqQhkVYBgNas7w7wQQAABBBBAAAEEEEAAAQQQQCBNgGCVewMBBJoukMdg9cUVU3ThDyX9/T/rR+fs13RDJoAAAggggAACCCCAAAIIIIAAAo0VIFhtrDdXQwCBIgJ1D1Zf36LFZ9ygfy+qf5IW3z9F+1eyM+F4VYWqv9ZNx/2z7lQV143mGI4RT/pvv7lcF544WG/cfbmmX/60u5ojz9bKJWM12PtsfO4pV9+saQep+DnBCOExlfAo8j5UM/71mzpu74rO5mAEEEAAAQQQQACBlhIo/P2zpst77mZ9cdZdpQsewt9Pnd+LazeLsOiiqt+dazcNRkIAgSYIEKw2AZ1LIoCAK9C4YNUNM6Oq00p/wTK/vN08zAorK9nRgQarb+j+Of+o6x6TvF/choSh8aGace0RevRcEyCHgWZ8rP7+G5rR813vvPAj/Re/4DzZgWw5a0wGvgSr5ahxDAIIIIAAAggg0NoCdQ5Wy8Grc7BazhQ4BgEEWlOAYLU195VVIZArgWYFqwr/ddsEq1+Xri2oag2CWO8XscelI5/Wv5tg8sgpOlM3a81jQXD4WvCv5La6Vc0aBbjm60ceqr997Gn9u07SV//+Ln3ftBOwPsKwM7XVQJFfCsNj//arU6Tv36x/t4LiqII1mk8imD2o8FbxxxtIKBr+8jyQMXJ1CzNZBBBAAAEEEEAAgVQBN1g95aXLNf0BBb8T+yeFT1/ZT1eFw/lfU1RcEF0m/P02qlgtLCTw23YpeGIsOPPIszVn+A1akvg9PJyD97twT/g7u3+O/zu6VbQQTiKYg1OxGhU+xCBUsvLtgUDrChCstu7esjIEciPQrGA1rlg9RZ9/7E79xPqlzgk2J22PWgm4v1TZVaKFv3CZX87O1Q3Bo/l+SKuwN6vM8/GvS2FLgKofn7eC0vln66V5NwwsWC3nUap+7yyC1X6JOAABBBBAAAEEEGgbgSLBqte66iQt/tdh+pFX3OD/g/zHb/ffY5B8MuvMr0prvv908Lh/HJR6xykocjhyP+mxXxc/Jgw7jzxbVxz7uGaH1zctwRK/h4dzkClWmLJd002bAbsowitiOFRPWk+RfXZrOO/lGnazebosWYAxkDZgbXOjsFAEcilAsJrLbWPSCLSWQOOC1WJu5pecI/WI1/c0rrB0Kj2jYDX8hSgMM+1gNf5lKaogtYPV8F/Uo1/cgmA1qiStJoy0/tXcrrqtumLVWteAeqNWs5bWuqdZDQIIIIAAAggggEAokBKser8H7x1UohZ70sn63fSfh+q6f75LXtgZvTsgGD8sDDhutHT/1uLHWE99RcFqyu/hYbDqV7C+Hr0fIXzaLK6ujXc4vcfqQNuAcRchgEDWBQhWs75DzA+BNhBoXLCa9i/FhS+DitjNL1xhsBr9IjeAYDV6edTAglXnJVXJ0LbaYLW/atXkS8BSe9MSrLbBty1LRAABBBBAAAEEyhQoHqy6j/i7warTSissflDihbTh76L277DWk2be5MJjigWrBbMvUjV7UByMVhasJtsGULFa5s3CYQjkToBgNXdbxoQRaD2B7ASrKT1BC/qaNjdYjX/RTPyCVqT/aiU9Vmv3NlOC1db7LmVFCCCAAAIIIIBAtQLlBqsTtf0M8xSZ/3HK1YnH6k1dQvBhPyF24cc26ovmcX3rHQfmMOeYkU/7rb3sVgCJ45Nj+y3AKgxWw9Zc3mDmb4twTQSr1d49nIdA1gUIVrO+Q8wPgTYQyE6wGjbOj5vjO/2dSlasltdj9aN3Xx70XK2yx2pUNVrkl7OCPq3Wv5T3+/KqWoahtRyrDb4BWCICCCCAAAIIINDSApUHq07vVB2qL0x4WrdtKPxd3at6DYPVAyT9KuWYYsFq+K4D+4W2S8bqd8E7EdKCVb8KNqXHahSs+gUbI58Mf/cnWG3pW5zFtbUAwWpbbz+LRyAbAs0PVs17pBKPFhma1EfsE71IXwsa5tuc1r+Au48yhQedpPBxIvu08I2hzsuzztkvPiT8xa/I1rkvy7IOcB7Zt1525f0rfHBc4hfKwQO6NQhWB8THyQgggAACCCCAQEsJlBusflPHOb9Xn6RT/v4u3flD80h//LLZiKagFcCXdcoPb4wqXr3jot+DrdZfR56tOcNv0BIzbvQRP7nmPsVl90g9Wb8NXlgVnRb8zm+fc8pLYZhqrn+STtFduvMx62+LltpbFoMAAgSr3AMIINB0gboHq01fIRNAAAEEEEAAAQQQQAABBBBAAIFWEyBYbbUdZT0I5FCAYDWHm8aUEUAAAQQQQAABBBBAAAEEEGhzAYLVNr8BWD4CWRAgWM3CLjAHBBBAAAEEEEAAAQQQQAABBBCoRIBgtRItjkUAgboIEKzWhZVBEUAAAQQQQAABBBBAAAEEEECgjgIEq3XEZWgEEChPgGC1PCeOQgABBBBAAAEEEEAAAQQQQACB7AgQrGZnL5gJAm0rQLDatlvPwhFAAAEEEEAAAQQQQAABBBDIrQDBam63jokj0DoCBKuts5esBAEEEEAAAQQQQAABBBBAAIF2ESBYbZedZp0IZFiAYDXDm8PUEEAAAQQQQAABBBBAAAEEEECgqADBKjcGAgg0XYBgtelbwAQQQAABBBBAAAEEEEAAAQQQQKBCAYLVCsE4HAEEai9AsFp7U0ZEAAEEEEAAAQQQQAABBBBAAIH6ChCs1teX0RFAoAwBgtUykDgEAQQQQAABBBBAAAEEEEAAAQQyJUCwmqntYDIItKcAwWp77jurRgABBBBAAAEEEEAAAQQQQCDPAgSred495o5AiwgQrLbIRrIMBBBAAAEEEEAAAQQQQAABBNpIgGC1jTabpSKQVYFaBKvbtm3L6vKYFwIIIIAAAggggAACCCCAAAIItKDAiBEjql7Vm2++WfW54Ynb335eew/aT7vuumtVY+2yY8eOD6o6k5MQQCAzArUIVt99993MrIeJIIAAAggggAACCCCAAAIIIIBA6wvstttuVS+SYLVqOk5EAAFbgGCV+wEBBBBAAAEEEEAAAQQQQAABBPImQLCatx1jvgi0oADBagtuKktCAAEEEEAAAQQQQAABBBBAoMUFCFZbfINZHgJ5ECBYzcMuMUcEEEAAAQQQQAABBBBAAAEEELAFCFa5HxBAoOkCBKtN3wImgAACCCCAAAIIIIAAAggggAACFQoQrFYIxuEIIFB7AYLV2psyIgIIIIAAAggggAACCCCAAAII1FeAYLW+voyOAAJlCBCsloHEIQgggAACCCCAAAIIIIAAAgggkCkBgtVMbQeTQaA9BQhW23PfWTUCCCCAAAIIIIAAAggggAACeRYgWM3z7jF3BFpEgGC1RTaSZSCAAAIIIIAAAgggkCWBt17Qmuuv1A/7pANGnq/FEz+hPbI0P+aCAAK5FyBYzf0WsgAE8i9AsJr/PWQFCCCAAAIIIIAAAghkS+BdPXD9sZqv72rVydKa5d+QJj2geUfulq1pMhsEEMi1AMFqrrePySPQGgIEq62xj6wCAQQQQAABBBBAAIFmCLz9q7u14vFtiUv/UU/9/BmNPfcHOrNT6r1tsib/+hCdMXSvxHEjdOzpJ+qQ3Zsxc66JAAJ5FyBYzfsOMn8EWkCAYLUFNpElIIAAAggggAACCCDQJIHX7p6p7pdO0gWHdUhv/FRL16/VA8Fchuw9UV8bLm15Yr3ueT/45OCp+sHEozVYfdqy/i4d+E/LdPqQJk2eyyKAQK4FCFZzvX1MHoHWECBYbY19ZBUIIIAAAggggAACCDRDwASr52uefnBih/Taek2+dKHuKDWRIZdo28UTNUR9uuXS+dLZBKvN2DeuiUArCBCstsIusgYEci7QyGD1ueWz1XPaFZrw0ed0zehztM62m7JCW//xIEnu10ZdtEFXnNwhqU8bZk/Qkp/FJ8VfCz73uw2aPXGLxq431zCfe07XzO7R5CsmyIzgfHjHLpE1XPDlUZoTnV+DzTXXWSpdWGwONRi+/yGM52aN23qejG7tP+o9fu1n3IgRn1s+WpuP3qrzDqnB1Z65RqN/Oi74/qjBeAyBQI0FzB/UIzY+7Iw6b/qT+lYt7v+K5vqsLjvvfh17zfn6TEXnJQ5+5kp9aMPw4I/+Cgcy565cG5902Gr911kHVzhIbQ5/dNVIjX9qqjYN1KM202EUBBBoYQEnWH3nWS27/Du6+530BQ/+5Le1qutg7UGw2sJ3BUtDoDECBKuNceYqCCBQQqBhwaoTDqWFcX542jstCKSsoHT047M1YdNYbQgDyiAY7bzOHGuHsW4w2rdxthbrwiCctSC883vVXbfAMbgWwSrffwgg0MoCXmXSJk282Ko28sJFNSHQG2iwas7v1nyzX1E1Vfmb5wfM0mrLwvvcE+OrC2nLv3SRI30LHbZWGtmMkHtAk+dkBBDImYATrFY0dypWK+LiYAQQKBAgWOWmQACBpgs0Jlg1geli6YKgkjQtbCzyeVP5t7pzgy7U4kRAmghhPUkTsK5Wp1NxmhLi9husJs6zg+FgnmNHLNGSmyWNmhMHvonK2q6L5qh3k1+xqo2zNWFRWCPbpRVhqJsYz1TimvVOWCS3etbMYYZV52td16uQ7Jyj3kV+FW6XFzjbVb7+9bR8tM4xcw4+/OMkOWOXrto11wrHGHXRHHUu6tW49Z1a7VQAW+tz7nLfVVPWaV3SznbYNkcbpvVqgr3eqKrZHzCax6gudalXnd795Y/feVGvlizq9Na870Dd7WuZCyfcI8/kfpiK1X0TldH2vVLyPrLQqFht+s9JJlBCwAtWezTLqYq0As5EBeepJ//Ee1T00VUz9Zuhw9W90VR3mqrK4/SACTWdQNMKOs0UnEdHP6/u18wnjwqCTPPHefC5Id2arY/poKEL1f2y/7ipElW1UUVtsfmbz90gXek9plrmR7GA2TvVn1fvhCd17JPhmnu0+uLp6r3Urq4Nw4Xp6r3hfklrNd9bnxSaSWkekqlOvXqob2s+opBj35v0oSePa1rVbJl6HIYAAjkXqChYDfusDgp/RtIKIOfbz/QRaKoAwWpT+bk4AggYgYYEq8kQMxkQKi2Ei8PTyS8lK0/LDVaLHSdpoMHqxCXyq2X98beM91sWeGGfCQW9ytog2NQcbbhAWmy1BPCOU9D+IKi+ldf24BW/TcKUFdrQuTqu0nUqdP1fRFOv6/kqCG7jgNgPGP2w0WsLEFUEd6t3YhxImypfpzrY+lbxvmaN4Yebx+t43audUduGIPQM1+d8q/nVxb3BscUcPNcgkPSNC9frzMNbb28QQrvje2sciLu5tBNsxu5++B17hv8IEN4Hm49eIc2I12qGSl1v4j5yyAhW+WGddQGrn14cAppJ+0GgwrYAVvj4VxtHanwQeg7xwlcTNi6T+XwYEHqPsit8lN4PKNcf/hNdqfka8fJ0Lyx0K0LDQNcPaYtd13s5Sn8VtdUGq/2Ese56ktW1VrB6abpZHJ7GHmGYGt8mdgXYQKt4s37zMT8EEMiCQNnB6vvbdc+/zNJSnat1M8fTYzULm8ccEMi5AMFqzjeQ6SPQCgINCVZNMHRTZ1zVmfhvJ2yKUK1QMqj2dB/pLzdY9cMsU/Xq92oNPlJ6rMZ9W/upWLXaCNjtBgqulVx7eP1kBaw1XjTGEVvjULBIEJwM8uI12nNPBKu93VavzrDC90JpqdWCocSN7QWa9hjevJ7Qntqpw61K4YLjojHdqmLnOHuN/azXHd8es1jVsrWgSt2LWIT77QWrjmd8sN9j1QSrbgV16npNVJ7WtoJgtRV+1LbNGqJ+q1516QitCR+tjwT8ClMToD4QPqJuBZmmsjR8AYrfI9Sl84Pb7cEj+8n+oXawalWtTg6pAAAaPklEQVSDFn2RSoneoyWC1bifbFgpG8yv4By3utTMe9bLn4/X7IXOKRWrRStZE2Z2VWpQpRpJJeZiHCPrtrkTWSgCCDRSoKxg9a0XtOzyf9Cc14fpK1+8Wt87dlhQ1U/FaiP3imsh0GoCBKuttqOsB4EcCjQlWE06JUI0vxrxZ5L16Hdh6FSLYLVUj9X+WwGEL6QqGawm2xvYgW64viJVld6Lj0zVZlht2U8Q7L4sqdJg1W/RYD/iH7UISOxVYWBqrnWrfq97dW9yXxOP7vtfdl0LgkZnve7+2EGyOw+71USp1g/By8oqcbfXZFVaR+0aBhqsWtW0BKs5/AHKlP2K0aB6NOawqy9XqtPuvxoc5IR9JYJV+/H2Qu4gvIxaBJQKVpPtCkpsXrUVq8les2HmGoTFjQpWi71MTE18iRbfJggg0PoCTrD63nbdsuxavXXKt3Xmfnv5i9/xsOZfPlOX7dxNp5/8I60+0YSq5oMeq61/d7BCBOorQLBaX19GRwCBMgSyFqz6PUALWwM0O1hNDQATlYYFFatBaDpj/BZNM2Fx2GOzSM/WMKiNQtKCYDU9CK5FsBrdLiXaJKQHq27Favqt10/Fao2D1Sikr9bd7q8aBLI1rVglWC3jpxSHZFnAD/GGuy+qih75N31EE4+1B4/L99pVlKUqVp1WAH5Vk90uQE6P1FLBqvWCLdMKoFTf0WqC1aCCNPnyKr/twFqvT2phsGqFzlE7hCJmQWDrrDvo3WpaI7itAIo8+l+0D26W7yrmhgACeRNwgtW3ntVlC7o1f+deOvO41Zr36cc1f/lSrXlvNx175PW67UsHa49ogQSredtr5otA1gQIVrO2I8wHgTYUaEiwmgjqko/+R/99Wo9mW4/E29tR0PezoOeoObrYY+AD6bF6jmS/BGqE1RM1JRBze6wGVaDb5ugmE6xuGuv2Xk0ZLz1YDfu6Fq617GC1WI/VG8dqy5et0Nbp0ep+UyR7rPr/vWeix2qKuTdUPz1WExW6ZfVYjXrFxi+vGhf0kXXvm6C9RCXuyb6o1vxr0mOVYLUNf+q23pLTH9nvCPqZmhdUmY/48flyKlaTL2tKe4lT9CKqIGzsVrdmv/aeTrZeqOVWcVptAGr18qpwWxMv6/JezDVduvqVaYlgNez1GtgMmap56lHn2f5LrXTYWs0P2iBU9PKqlJdVJV9u1Xp3IStCAIFmChS0Anhlvbq/s1C3hC+qkvSZw1brrrPsUNXMmGC1mfvGtRFoBQGC1VbYRdaAQM4FGhKsBi9a6p3mvohoiXl9vfmwqwntt8CHX/ZedCTvZU3ROeY062VJ/qFFgtW06st+X14VvLQomE/XlC6t0zi/P2ni0X23mjYI74K1jZrSJW3r1IVXjNbWaP6jNOe6sdoyIwhK7crUIMgraAVglpd46Ze9/vRgNZyPXwXsVwTHN234yH9U2Rl8Ka0VgKdsjzGlS103S+PWd2r1xOBRe3NQ0TYA4R5tlqas0zozj3DvzZeSbROSLzlLjBnNY1SXutSrzgsKg9XwJV/+fVOlexCmrvNsurTiOumc4GVZw2+1PK21OOG47VJivbQCyPkPU6aPQE0EeNlUTRgZBAEEGipQrMfq289cqZNWrtWjkjr/cpE2zj5RnYOS0yJYbehGcTEEWlCAYLUFN5UlIZA3gcYEq8k3qzdOKTWsatwUuJIjkNIDtVIlO4QtJySvdHyORwABBJoiQLDaFHYuigACAxJIe3nVHx5Zqq4HPqFrvzmxSKhqLkmwOiB4TkYAARGschMggEDTBRoWrHqVjrPVc5r/oqTGfDyna2b3aPIVE9TRmAtylX4FahSsJipnS1XY9jslDkAAAQQQQAABBBCoWiAtWPUGNO0ACipVw0sRrFaNzokIIOAJEKxyIyCAQNMFGhmsNn2xTAABBBBAAAEEEEAAAQRqKlAyWC15JYLVmm4EgyHQhgIEq2246SwZgawJEKxmbUeYDwIIIIAAAggggAAC+RFwXxBY6bzjFxtWeibHI4AAAgSr3AMIINB0AYLVpm8BE0AAAQQQQAABBBBAIL8C77+rP+x8p7r5D9pdH95zt+rO5SwEEGh7AYLVtr8FAECg+QIEq83fA2aAAAIIIIAAAggggAACCCCAAAKVCRCsVubF0QggUAcBgtU6oDIkAggggAACCCCAAAIIIIAAAgjUVYBgta68DI4AAuUIEKyWo8QxCCCAAAIIIIAAAggggAACCCCQJQGC1SztBnNBoE0FCFbbdONZNgIIIIAAAggggAACCCCAAAI5FiBYzfHmMXUEWkWAYLVVdpJ1IIAAAggggAACCCCAAAIIINA+AgSr7bPXrBSBzAoQrGZ2a5gYAggggAACCCCAAAIIIIAAAgikCBCscmsggEDTBQhWm74FTAABBBBAAAEEEEAAAQQQQAABBCoUIFitEIzDEUCg9gIEq7U3ZUQEEEAAAQQQQAABBBBAAAEEEKivAMFqfX0ZHQEEyhAgWC0DiUMQQAABBBBAAAEEEEAAAQQQQCBTAgSrmdoOJoNAewoQrLbnvrNqBBBAAAEEEEAAAQQQQAABBPIsQLCa591j7gi0iADBaotsJMtAAAEEEEAAAQQQQAABBBBAoI0ECFbbaLNZKgJZFahFsLpt27asLo95IYAAAggggAACCCCAAAIIIIBACwqMGDGi6lW9+eabVZ8bnrj97ee196D9tOuuu1Y11i47duz4oKozOQkBBDIjUItgNTOLYSIIIIAAAggggAACCCCAAAIIIIBAPwIEq9wiCCBQEwGC1ZowMggCCCCAAAIIIIAAAggggAACCOREgGA1JxvFNBHIugDBatZ3iPkhgAACCCCAAAIIIIAAAggggEAtBQhWa6nJWAi0sQDBahtvPktHAAEEEEAAAQQQQAABBBBAoA0FCFbbcNNZMgL1ECBYrYcqYyKAAAIIIIAAAggggAACCCCAQFYFCFazujPMC4GcCRCs5mzDmC4CCCCAAAIIIIAAAggggAACCAxIoFiweuaZZ6aOuWbNmoKvbX/7ee09aD/tuuuuVc1llx07dnxQ1ZmchAACmREgWM3MVjARBBBAAAEEEEAAAQQQQAABBBBogEBaxWqxcLVYqGqmSLDagI3iEghkXYBgNes7xPwQQAABBBBAAAEEEEAAAQQQQKCWAqVaAdjhalqoSrBay91gLARyLECwmuPNY+oIIIAAAggggAACCGRV4E+/1OrlV2hdn3TAEbN12d8dqD2yOlfmhQACbSfQX49VE66WClUJVtvulmHBCBQXIFjlzkAAAQQQQAABBBBAAIHaCryjzcuP0lxdqf95irTqqvOl0x7Wgs/uXtvLMBoCCCBQpUB/wWo5w9IKoBwljkGgxQUIVlt8g1keAggggAACCCCAAAJ1FHj7l3fpukf+M3GFP+qpZ5/WuPNuUfcIqffW03XaC4dq8rC9Esf9tcZNPkmHkrfWcYcYGgEEigkQrHJfIIBATQQIVmvCyCAIIIAAAggggAACCLSlwKsbz9W03/53zRnZIf3vh7Tk39ZocyCxz0e/oK+PkDY/dpt+/H7wyb84U7f83TEarD5t/rf/pQO/dq269mlLOhaNAAJNFCBYbSI+l0aglQQIVltpN1kLAggggAACCCCAAAKNFTDB6kwt0C0nf0R69TadPm+ebi81hX3m67fzv6B99HutmzdXmkGw2tgd42oIIGAECFa5DxBAoCYCJlj9/fv/qf33PlyDdtm1JmOmDfLsslnqOeNqnfrRZ3XV4WdprX3gtFV6YubBktyvHTX3Hl19SoekPt0x8wQt3BqfFH8t+Nzv7tCskzZp/F3mGuZzz+qqmT360rJTZUZwPrxjF+rhgskepUui82vAYa5zqTS32BxqMHz/QxjPTRr/xNdkdGv/Ue/xaz/jRoz47LLDtWnME/raoTW42tNX6fAHxwffHzUYjyEQSBV4Rku+MlVz7a9Hf/w2ls35I73qS5s/2Mepd+LPNeewSgfxz532anjeMbppfgP/8E8JJiadstkPLqyPR1Z8Wsc8eaYeuv4b+mximeZr3xtWeE6lGhyPAAIIlBJwfma/84yuXLxIP34n/YzBB12km6Yeoj0IVrmxEECgiQIDDVZ32WUXbX/rF/rIoL/WrrtWl6XssmPHjg+aaMClEUCgBgImWP3DBy/r/93zo/qL/1bHZ3CccCgtjPPD056zgkDKCkqPfmSWTrhvvO4JA8ogGB2+0hxrh7FuMNp35ywt0NwgnLXAvPN79OW6BY7BtQhWa3CXMgQCCDRCwAvotFbvnXNIcDk/XLz9yMYHcwMNVs35H7/zIW8dC75aabAaBMwjbQv/c6p4rCp3zgSr10nLvIqu4MMLW+/TJCfgNfO6Vxq5RjrCWudT39WffX+Nd2KxMLbKWXEaAgggUFSg+p/ZVKxySyGAQPMEBhqsfjDo/9fv33pJH95lKMFq87aRKyPQfIH3339fb7+3U38c9IqG7NWpD++xdx0qV01gukC6OKgkTQsbi3zeVP7d2HmP5mpBIiBNhLAepQlYb9Rwp+I0JcTtN1hNnGcHw8E8x//NQi28SdLoS+LAN1FZO3XuJeq5z69Y1Z2zdMKCsEZ2qlaFoW5iPFOJa9Z7wgK51bNmDtOtOl/rul6FZOcl6lngV+FO9QJnu8rXv56WHa6zzJyDD/84Sc7Ypat2zbXCMY6ae4mGL+jR+LuG60anAthan3Ob+66atlZrk3a2w39convO6tEJ9nqjqmZ/wGgeo6dqqno03Lu//PGHz+3RwgXDvTUPG6i7fS1z4YR75JncD1OxOjRRGW3fKyXvIwuNitXm/6BskxkUq26M/1hWooIzqJA0Yd+d0qTt87zqThPiLdNcL9S0A0076DSc0desAFBhkGl97ltHHKM99/2cnrpzng7zQs1EVa1VUVts/uZzm+3AsYy9LAyYg5PMvNaP0G9nSDPDNQ9bq98Ouz5+BNYcao57/Hjv86u3j9DcJ/2AU4qrSlM9vPB0m74+f4S+lwxWZdZ+vTqtYDXan6H/w7tmHIr7V6w+7CgDikMQQACBQKCinzVhn9VB5mSCVW4iBBBonkC1waqpVH1/l/f0yp9e1F7v76s9/mxPDRrk/VCr+IOK1YrJOAGB7Al88MEHMlWr7/yfP+mdQW/oPb2lD0QxevZ2ihkhgAACCCCAAAIIIIAAAggggEAzBXbRLvoz/Tft/v5g7b7rn3vVqiZsreaDYLUaNc5BIIMCYbhqAlbz/5v/4wMBBBBAAAEEEEAAAQQQQAABBBBAIBYwIar5PxOoDiRUNSMSrHJnIdBCAmGgSqjaQpvKUhBAAAEEEEAAAQQQQAABBBBAoKYCYbhabaVqOBmC1ZpuC4MhgAACCCCAAAIIIIAAAggggAACCCCAQDsIEKy2wy6zRgQQQAABBBBAAAEEEEAAAQQQQAABBBCoqQDBak05GQwBBBBAAAEEEEAAAQQQQACBFhN48XYtvf3FoovqOGa6po/uKLngvq0rtfKhPpVzbPGBXtTtS2/Xix1jNH36KJW+Wn/2wVjaX5MumKT9+zu8gq+/eMdS3f6r2o9bwRQacGiffrZypR7s69CY6dM1qsrN8K2S03XtCu6b8D4seR+E86v9PoTz2X/SBZoU3TiV3U/FvxfCMWyPwLfP/96r/nun/1uinL0oGCXYCzOvMa+v9PfygEm64NRafkclrxrubfx5by86fqaVKx9Un3V4vEehrXW/Jn6eDdSWYLX/e4wjEEAAAQQQQAABBBBAAAEEEEBAlYVIIRjBaivdOgMPVsP7wYkROzrU19cnWaFpdcFqo60r+54o9r0QBptRwFdWgFy7dYbXD8PIKGgtFZRGweoX9alf/EivjrHD5trNzR7JsfvEi0GY2qlPdvTqF+bWMf/I85EHg38E2l+fO6ZP9z0Uxq1hsBqH2PtPmiTdfrvMPxm5YXll8ydYrcyLoxFAAAEEEEAAAQQQQAABBBBoU4EiIVKymjUIxhRUqTrh2TF+CPOgVVrmBxrJir1ktWFYsXq4DtcTeqLa851d219+rmJV4pq5m89Z1W92+OKfXhjQeJ8+YJIm6fZEFaZbdRhdPsXIqZzrc6vwUucRVDRGY3thmPwK3/iCGjN9jF5dGX+u45Od6vtFbxQoReHaZ/bXi4/a1clmL8aoz6tSdXazYMzIpuicgkrGYF0dB+yvF3/1ol/leHSfVq58VZ86pk8PWpXNJYNVb5+elzr6ZPLYcA8uOLUjqKgNAjcFVc6hZ8cn1dn3C/WWsim4T/193P8Fv/K6cC/MYPtr0vR99KBTOeme534vxJXeJf/hIfj+GvxXg/XGb94IhujQmEmf0vO3h1WaJe6zVKe4sjQZrLrz6StyL03XKKuS1tz3xqXzwA71/lJBJXMcwH9yeJ9+0WOtPvm9UlUlejh+GKwmvy/DnyHJfwiw/9vDGXD1NcFqm/7PIctGAAEEEEAAAQQQQAABBBBAoDKBZLDqPmbb8VP/8e6OkYdLTz6hPu9x+ziUi8KhKEwzwdD++swBL+pRc57XVsAEOQ9qH+cx8+A6f/7n0p/+ZIVx5Z3vVARGFW1DNVQv6+UgKC0+90lS8Mi6Uw3XMUaf2/tB3efNeZI+9YvbvdBx6DDp5e3BI9EHPu9XzkVBnh/8pF2nwwTRr4+JH6WOglU/ICo+jzAktIK1B/ex5mZV8CXmMaojCJj2toJYO+CyAnM/MOtLuHcoDMxcm+Jzilo4eOt6VWOCUNupFLQeLzftJfoPVs3+m7WHAZmpPJyufR40YVkYnPc5oWi4R6XmHAao/qPtflBrKjLH/N4PVouOYbeWsELxtO+F5OPnhVW8blgafe90jNGYvR/Ug+bR+44xmvTJ53W7qcrs9z5LOsUVpsVbASTuV7sa1NwnY17VyqBFQRishoFznzk2rCi1ql7j6yS/5yvtJxG3BOiIQvByg1WpYL1VBbvxT06C1cr+V4SjEUAAAQQQQAABBBBAAAEEEGhTgbRgNagOC4OxMFhNVGaG4ZAfKimoLPTP9YLF8LHdgqDDDVYrPd+tyAvXEAar7lZGQVgwh75ivUCtYNUOBoteJwq8EkZRiBxXkTohY1Rh6Vdcps1j+vT99aJVTer0vLSXlpyHFASXHVHlbhxSmRP315iggjQMVl33OFh1qo49t8I5RX14E8FqXLH6vD51TIcefCjuJ1pWsJq4x5xg9YJP6fmlt6svCr/jQM/Z9SI2ciqx3Xs0DFbdamt77A6NCdeS8r1Quq+n9X0WBNDO9074jwP2P1Ck3Wcp10+/b82NEVZLx2sq2OOiweoF+tQvl+r21+PAd//PjVHffUFl7QFjNOb1B73QO/zHlGKP4DvBZ6IdQRxAh0FqsiI1+TMq8fWwmjrx/T2QPqsEq236P4csGwEEEEAAAQQQQAABBBBAAIHKBKqpWI2rLYtXrNqP8tqVh0VeEFS0YrX/852K1ag3YxyslhVoJgKeeMzCilU3hHIrOKOK1eBRfC9YjKpbrZdzpQWr9jzsY6IWBlbA58y5SBsHp92AW9FoV+I6FatRm4GUitXBnRr8Rq/ecNoqWK0dwlYAUWVpcAceMEnT937QeclZFKIlWyfYY5cMVuN7z7uK/Qh6CZuwOtjsoxcUBtXUYWWmU7Ea3U+ue9gWwq1YTVQeey99K/JyJbtaueJgNaUyusCpsGI1+j6IQuVEZWkY6KZWrF7gtcOIX3Rnt0ew2xeUDlbTfiYVb5lgV6+6PVb9l9OlBKuJanqC1cr+l4CjEUAAAQQQQAABBBBAAAEEEECgYoE69Vh1wphibxfvp8dquec76y3SY9XUaYYVdlHVbJE3thfrY2qFdmnVfdHli1R1xr1bg6MSwWpHFMBZiyjS17V4z1pj+hnt/6tH9aL9yLqJ9cKK3DBoTPR29a8WvyAovroJ8Ny+reEawvA4PDZZlRhXHcaBazJE9R8OL3wLvNfL1ARmCZ+wp69bsWodl9Yb1wtcEzZJg4JQMn7pUexh5uVXyNodao3J4SOlJ550GtQGbS+CR+CTfYqDQT234N7uv2I1fjzfuc/CwL2MYDX546D4veS2KDCBZNwKwIS1iaDTaungjL+XpD9W9tKo4i0LivW2tcctfNkarQAq/sHPCQgggAACCCCAAAIIIIAAAggggAACWRFIDcm8KkM+EMiPAK0A8rNXzBQBBBBAAAEEEEAAAQQQQAABBBBAAAEEMiJAsJqRjWAaCCCAAAIIIIAAAggggAACCCCAAAIIIJAfAYLV/OwVM0UAAQQQQAABBBBAAAEEEEAAAQQQQACBjAgQrGZkI5gGAggggAACCCCAAAIIIIAAAggggAACCORHgGA1P3vFTBFAAAEEEEAAAQQQQAABBBBAAAEEEEAgIwIEqxnZCKaBAAIIIIAAAggggAACCCCAAAIIIIAAAvkRIFjNz14xUwQQQAABBBBAAAEEEEAAAQQQQAABBBDIiADBakY2gmkggAACCCCAAAIIIIAAAggggAACCCCAQH4ECFbzs1fMFAEEEEAAAQQQQAABBBBAAAEEEEAAAQQyIkCwmpGNYBoIIIAAAggggAACCCCAAAIIIIAAAgggkB8BgtX87BUzRQABBBBAAAEEEEAAAQQQQAABBBBAAIGMCBCsZmQjmAYCCCCAAAIIIIAAAggggAACCCCAAAII5EeAYDU/e8VMEUAAAQQQQAABBBBAAAEEEEAAAQQQQCAjAgSrGdkIpoEAAggggAACCCCAAAIIIIAAAggggAAC+REgWM3PXjFTBBBAAAEEEEAAAQQQQAABBBBAAAEEEMiIAMFqRjaCaSCAAAIIIIAAAggggAACCCCAAAIIIIBAfgQIVvOzV8wUAQQQQAABBBBAAAEEEEAAAQQQQAABBDIiQLCakY1gGggggAACCCCAAAIIIIAAAggggAACCCCQHwGC1fzsFTNFAAEEEEAAAQQQQAABBBBAAAEEEEAAgYwI/F/tDVkVNXWBm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4" name="AutoShape 5" descr="data:image/png;base64,iVBORw0KGgoAAAANSUhEUgAABVYAAAKjCAYAAAD2wVQ2AAAgAElEQVR4Xuy9CZhU1Z33/+2NrZulAVlkE5FNZBVRacVINIgLmBiXKDFRfH1mMnkSncn/7zuvy5PH5X1m3v/MaPLOknFEM4rGPQGDSGJQUVBQQUDZkR2hodl36O7/8zt1z61zb92qulV9a7m3vjd26K469yyfc+p21ad/93fKfvnLXzaDBwmQAAmQAAmQAAmQAAmQAAmQAAmQAAmQAAmQAAmQgG8CZRSrvlmxIAmQAAmQAAmQAAmQAAmQAAmQAAmQAAmQAAmQAAkoAhSrXAgkQAIkQAIkQAIkQAIkQAIkQAIkQAIkQAIkQAIkkCEBitUMgbE4CZAACZAACZAACZAACZAACZAACZAACZAACZAACVCscg2QAAmQAAmQAAmQAAmQAAmQAAmQAAmQAAmQAAmQQIYEKFYzBMbiJEACJEACJEACJEACJEACJEACJEAC0SOwevVqDB06NHoD44hIgARyRoBiNWdoWTEJkAAJkAAJkAAJkAAJkAAJkAAJkEBYCFCshmWm2E8SKB4CFKvFMxfsCQmQAAmQAAmULIFt27ahY8eO6NChQ8ky4MBJgARIgARIgAQKS4BitbD82ToJhJEAxWoYZ419JgESIIEcEPj8889x4YUX5qBmVkkCqQl89dVX+Oyzz3DbbbehdevWxEUCJEACJEACJEACBSFAsVoQ7GyUBEJNgGI11NPHzpMACZBAcAQoVoNjyZoyI7Bhwwb06dOHUjUzbCxNAiRAAiRAAiQQMIFCi9XGxkbIV1NTk/pqbm62v2SoZWVl9ld5eTnkq6KiQn3xIAESKAwBitXCcGerJEACJFB0BDIVq3Lr9vz587Fr1y41liFDhuCaa66x5dgrr7yCW2+9VT138uRJfPzxx1i+fDlOnDiB2tpa1NXVYdiwYZBoxS+//NKTxwUXXIBu3bqpdrwOqX/Pnj3q+YEDB2LMmDGOYvPmzcOBAwfsfugnpS9nnXUWzjvvPM96dZ3mk3379lX164jKZP3u3r07vvWtbyXU+/7776vxSrty7vbt2zFp0iRHObOMfL979+6EejRTeULGsXLlSuzfv18xHT58OC699FL7HK86pH9SRo9D5qlTp04JfVm6dCnWr1+PiRMnqj77Yae5bd68GW3atMHIkSMdLMzxSX1SftGiRVizZo29hsaPH2+3p+u78cYbHdJV+MkhPHmQAAmQAAmQAAmQQFAECiFWRaSeOXNGfYlMzeYQwVpZWam+KFmzIchzSCB7AhSr2bPjmSRAAiQQKQKZiFURpf/93/+NyZMnq0hDLU5FBGrx94//+I944IEHFCMRgIcOHVKSTYSeSNm5c+eq8yWv5sGDB1W5VatWqX/PP/989a9+TsSpCD73IW1LXW+++Sbatm2Le++91y4i7T333HNK5Op+yJPS15dfflmV+9GPfuQ5h1oam22KaBRJq29X12PSfdUViVA0RaR+XASmSEPps5y7YMECXH311Q4ZbJaR70UWu+uS8+UQSbllyxZ897vfVXlJZby///3v0a9fP1tmetUh4xAm5jxJn++66y5HftOnn34ax48fx/e+9z3V53TsRIJK+8JMhLXuz6BBg2zZa45Pz8/ll19uM5C+ffjhh3ZfZB5eeuklJe2nTp1qz5Xwk8OUyJF6MXIwJEACJEACJEACBSGQT7F6+vRpyJeIVfchkanpDolm9TpErFZVVakvHiRAArknQLGae8ZsgQRIgARCQSATsSrCSyINzehJGaQILy27TLFqCjUNQ+qQQ0s7fb5bmCVry6xH+iJyViSjFpEi6UT2ffHFFw6xKo+L3JWIUYlA9ZKgydqcNWuWkoYSKZmp3HOLVRGLIkZF1OoNm9xiVYtY9wKSc0UOixg2c5KKNP7Nb35ji0kv7lKXOTfy/ahRoxQHHfGrJamIbbMPqdiZbHR/pZ/vvfeeLUXN/kg0sdmmPkcLa4nm1fMgIlginHWEcabsQ/ECZCdJgARIgARIgAQKTiAfYlUiU0+dOpVSqOoUAO6UACJcdQoA+VcOecxLsopgbdWqlYpiDeo4tnYuPsAVmDy4nV2l12NBtafryb6NY1gz9wNgwmQMqU7Sq12f4Okt/XHvxd2D7rZHfT76g9345OlN6H/vJchHj/Iw6Mg3QbEa+SnmAEmABEjAH4FMxKoWeBJJOGDAAM/8mO6IVbllfezYsaqsl8yUXnoJM79iVW5xF0Gp5aCIPhGgb7zxhkOsSiSmCEmpd+PGjQm3wEs/krUpuUDlNnSJnsxU7rnFqrSjo3d1NKZfsaqlsTuVgNRpCksvsSrnykZROrpX5ummm26yxyV1SBmRohKBbIrVVOx+9atf4a/+6q9S5kk1+yPl3VGy0raOZP35z39uz4NEwUo0rBbJmbL39wpgKRIgARIgARIggVInkGuxKu+hRaqah45O1XJU/pUoVrlzSL50VKs8rm/5l7uNampqlDTVglXq9BKsErkq5YM4CiVWs++7H5GZfe25OZNiNTdcc1crxWru2LLmgAgs2vgp6o80+K7t8gHj0KWmc9LyDUf24cONS3zX162mC8YPuMh3eRYkgbASyESsyhh1fkzJpykRhSJZzfyYpliV8iLD1q1bp3KyeuUD1WXkX/MWb307uJvrOeecoyJmtQQV+fb2228r+abFr8g5sx9SVtINaCGpRaF7J/pkYtV8XN/O7+7XhAkTPG9R9xKrMk55/MILL1TRmG6xKmzN4/bbb7dTCbg56XKmdJT63HUINzNvquZjilFJ83Dttdeq3LVarKZj555vr9eBOb5U5fVzbt4yr5JOgmI1rFcZ9psESIAESIAEiptArsSqiFJ5H2Pe9u++3V/L1CNHjuDo0aP25lXJiIlU7dKlC9q3b++Qq1LeLVhFvopcbWn+1fRiVaTgLKxQnR6BqRJ1eXQN5i4Arpg8BLE4V1McmuUBjJyKey8GPpm7H506L8CCfRMwbfIQwI6UPWzUL7e+xZ6XencvfhpLO01zRNMCllgd2x+bPkvSBztitT3WzJ2JBeqmuj6YcIeOcvXqo8SSej++e/Fc7O9UiwUf7MeE7/bHpq+B/vsWYEFnGZu0YUXQHv4ET8+OkVItXiF9R7wPamy1WGHz1HwYx1psVxGK1WKbEfYngcAflr8DkZt+5GqbqlYY2et89OzYIynJbw7uwvIdq3DitPMvhV4n6HZvHHkNZ4YEIk8gU7FqAhHJKpGcsjmVjlpMJs7kTaVEfkrUpJl/U+prScSqSFYRpXJrvQg5vTmU2Q+J5pTb7+UWdzlE8l511VUJmyClilgVTtJWpnIvmVg1b+v/wx/+YIvMZLfxJ+Ok50Nyr4oo1tJWi1F9e7+ZLkHO0XyETe/evZW4lTQDEtHqvnU/FbugxKqsj6eeekpFGbvnQYSvSGGZWzmYYzXylyUOkARIgARIgATySiAXYlVu/ZcgBC07vfKnyvufffv2qQhVEaw6FUCqwUs9IkrlfZ/sNSCCVW79Nw9TsEp5kastSQ2QTqyaclO+n4WpuPeC/cnF6tFjOFbdzhKuOrp0DA68OAuYci8usT7W63bHHJhpyFMpPxObznXLVJOAf7E6rdNSzDwwRqUEkPZmft0/Jm09+zgZQ+DV98mo/dIat6QWEKn84ib0tyVtkjE6yhniOVnbydIa5PXVwsY0AYpVroWiJyBiVY6VB3em7evwjmfj4nNGpRWrizd/4bs+aZRiNS16FogAgUzEqkhFHT1oDj1ZRKJIt/vuu89xm7iXvGypWBWpKOkApG5JAyBRoFr46ShW2YxJHyI1RfC6N7FKJlbN2+yDEqtalNbX16s33VqEphKrWpKam3XpMYlc1vLUXYcI7YULF9obcJliVac5ELGqNxrT53fr1k3lbk3FTqde0HlQdX9EhuoNtsz+eOVklXNE0EtfJD2Cex70pmci5LU8jsBLj0MgARIgARIgARIoEgJBi1W5jV/e39kCxtiUSgtWeY/a0NCgolS9NrJKh0bnXBWx2rVr17TRqyJXs93YKp1YjYnEBdhmRJKqx5JGrFqj0+epSFERq84co6ZY3dQvUbiaOV+dvPyLVRUpq6JDrUhbN3hHH42cra7HRazafUwYu1OsxuNVpTEdJeuRCiBZ2+kWB5/PCwGK1bxgZiMtISBitWPbGuw+sg/rj+z1rKpPm/bo1Lq9es6PWJ239kNsO3EYtZWtsf/MyYQ6pT55XtfrV6xKmoFTjc5IWB09az7XqqJV0nQFZrma1jVo36bG7t+pM6fQcHSf/XOX6s5oVen8q6Q8efjEERw5ecQxrmzK+m3Pa9y68VRj9eqn1FXTpgbtW9ekTOlgDk7q2dKwFSfPxNhLKohzuvRNuuzc41LnJGHpVVbakX6e3Sn2J9RUEdLJOiHnb27Yigv7jfL98pBoa/ex88AutUbkK9kY/DaQiVjVeTDl1nSdL1Vkn+zg7hWxKkJSDjMnqDwmckxu7dZHS8Wq9EHSARw4cACSBkAOLVZ13lCzPXle3/Zu5n31Eqt6x3o9viDFqu6H9FvkpcjNVGJVysvznTp1SmAqdehNxbzqEKEpotRrkzFJByB1ShoA4aHPF65atprryWSnpa2WqFJOGG3dutWzP8L4zTffhNca0gy85kHkuURGjxs3jhGrfl/cLEcCJEACJEACJOCLQJBiVSJVJQJVH2akqvn93r171XtXKd+SQ4Sp7Dkg0atymNGq7tQAUiabyNW0YlUPQItAubU/RcQqJKp1ub6lvy+2qtvkCyVW9S321i3+lhw+7NlHKzI1oe+xx/2J1aXoZEeymjMfF6vefFJsxNWSBcRzsyZAsZo1Op6YLwJa2n2wcQn2njjsKUJFkH5nwMW+5JIWZWt2b8DB40c8I1cH1nRFm4pWGNX7/IwE37rdG7BoyzJb2l7aa5gtzuS5pTtWqTFIXwd1P88ToZT708bFapwidm8fM9WWpyIQF369BJ/u3Yxv9xqO4b2GOsSrrlCnO5BycqQrK2y1tL6sxyCM7TtK1Svtfbb1C3y0ax0u6noO6s4d59meHpvUIXPRu7qLavfAycNKeCcT09JPM3pYIo5PNJ6y+3JtvzFpxaO0/craBZA5G9ilL7Yd2KXm9LsDLsEFvc73ZGxylAKpxmYykLJ6bcj32482qHmSMV8/+PKUMtfdkXdWzVfzeM/Ia32L2c+3fIGPd3xlrw39xwThLH8I0HOdbU7gTMSqtCWRhe+++64ScfJGzn1bvXlruPwlXm5zlzI9evTAwYMH1e34N954oyOKNZlYFWHrdYiUk2PRokW2vJOIzX79+tnCUffDjOQ06/LaCMorr6s7h2yyHKtSt9zG7j6SpQLQ5URePvvss0o0+hGrmqlm6cXUS6zqyF29cZRXqgQdCavPnzt3rh0Fm4qdZiJ5XKU/Is61pJXz3P3Ra0jWhBzuNeQlVqX/InSHDx9OsZqvX8RshwRIgARIgARKhEBQYlXnS/W6/d+Uqk1NTSofvkS2em08lQl2nXNV9jLQRzK5Kn0QuZppzlXHLfKqEfN2/Fh+0AOjrYhSyV26rBOmTQA+ePEAxli73Ks6PqhV+VeVOJR0AY7b5lOL1Xge1QxTAfzeuw/drRyrUzErnmZAieFYee8+Jr/l379YNdIdOCJbXWI1gQ/Faiavi3yUpVjNB2W2EQgBkUpvb1matK6HJ9ydUTtuqWee7CelQLLGdD+lDrdQlOdE/KWLgJUoXZ36QKTfNedPtJsT0ffUkleRbrwyvmeWv63OS1dW1yll3UJSi957x93sGR2rO+Y1bumDCOwrB12WdG68+qmloxdDsyKR5P+4aKYS0D8ed7P9lJzvJ9eu5uNHbj624FlVv1lW2p+/7iMlSEWu/mjMVE/x7B68yds9v+kWsV4bbun85Y5V+P3GT9Tptw6ekFTcp6o/U7Gq6xL5JYdEQbo3gXK3J1GPItxExJoRounGzeeTE9BMRVRLGoRCHyI+Ja1BJnOs15AIZR4kQAIkQAIkQAIkUCgCQYnVY8eO2bf1e0WqymMiPaXczp07WxytKrxEkko6gJ49eyp8XlLVfExSCFRXZ5qsMyYzYxs8WYfacMqK9rRvWZfn4htAxWSqddLIERixHOivRKuxAVSfCZigNqwahaHbmjDIErFSUzxSNsvNqyZMRt/tSfpgb16lUwHExjXCzvHq1UfXxlJ23yfgms4LsFOnK0iaCmAyhjg2rzI3y7IYI3kbesOuQr1O2K6TAMUqV0RoCJSaWNXRkDJBbokmki+dLM1ErEobWma6JaXePCxdFGQqoZxqkXn1U9eVTjrqcyWK9LYxU+xm5HF3GgWvPnjJ0mR9TVZWy12veUpWlxl5KmXuG3eLLyErZZOJVfM5Nw+/L/Jsxarf+lmOBEiABEiABEiABEiABIqZQBBiVf7IfOpULEVZMqkqz0m06uHDh7F79+6scqu6OYpYrampQa9evdRT5gZYySJXJdeq/DGcBwmQQPYEKFazZ8cz80yg1MRqn049sOfoPhUNKYcZhZgLsSr5Pl/46l3Vlo7K1JGVfsSfl1jNpp8iKl9aOkvd2p4uklTSRPz70j+oPkt0qzCTvKd+c40GIValbS0700XY6pfMb5e8hm8NuBh/XPuhuq1fUjWkE9f63FRi1XyNpBPvXi9fitU8X9TYHAmQAAmQAAmQAAmQQFERaKlYNfOqppKq8pyIVcmtKumgstm0ykusSsTq2WefbT/lR65mm2+1qCaOnSGBAhKgWC0gfDadGYFSFKvDe52PN1e8o3KOyq3mPxgxWW3MlI2w9ENbhJ8ITcmzKrfvC3ORu2YqgmT1JJufdILPjFgVwbh09zrVhN/b6l9eOttzUzM/t8MXQqyKwBah+tPxd2DRxk/xlx0r1dymS7VAsepnBbMMCZAACZAACZAACZAACWRPoKVi1SsFgBas5r/yvcjUoMWq7H2gc9frKFUvuWpGsEqka7t27bKHxjNJoMQJUKyW+AIotuFLPs+vG7biwIkjapMnU65lK1YlAlI2fJKd3E1BWOw5ViX6UnaMl6jM362Ya2+SJEyCzrGq14GZp/OB8dNU5KhEVp7TpW/apeKOWNW3yGciVn8y5kY7AjXV5lPuzoisFE564yp5XmSlyMtUR9Bi1U/kqaRckENywEpEsGy8JYcfESzl/ESsutM5pJ08q0CpRaxKdMCJEyfURlE8SIAESIAESIAESKBgBCTH4+wVRk7HgvUk84bD3HeP0bZErMoGVPLeUg4vmaof189JxKrkypfNO4OIWNWbV8k+BsmkarKUAJIOQNIC8CABEsicAMVq5sx4RgsIpNrpUCTTyh2rcfjkEXszoDvHTLFzT4q4m7tlWdLWH5pwV8JzItteXvGOkpJyTO43Wt0q3rNjD4hYXbJ5ub1JlHmy3NI97pyRvndrN8/V/ZQ6po6c5OiTPLf9wO6Ex90dn7V8Hnp36q7EqhzS1xnL56rvJX+mRLB6jdesxzwnXVl9nsjQ/7PoRfWj9F92m//RuO/7mnGvcUsfhHWqw91PXY+IUXP+veqQ/opUHdT9PPtpmfP/WDpL/Zxu3I8veE6Vmz5yctp+JitrMktXj6zxXy15TbHVhzCWKGGRoX5Yy9qQjc1kLev1oevSz9X1GJhyw7Bk81FKYlXexP7mN7/BVVddhTFjxvha4yxEAiRAAiRAAiQQNQK78cl/zcbKEVPwP/TmO4UY4q5P8F9vrcTwG/4HLkn91tnoXZj7XgjI/tpsiVhNF60qQtUUrvLZ+MiRI9ixY0cgm1eJGJXNZGtra9Vg3XLV/FnT0I8xatV7fZjpHPytIJYqRQIUq6U463kccyqRqn6RnDwKiVL9cvd6bDtxBH3a1KBvp57o1bEH+nXu49iFfunW5SnF6oOX/9gxMpFYb69+DyfPnFR16+OCjj0xdcQk7Dq4G4u3fIEvD36TQETKXNxvFHp0tHY3zICZ7mdtZSvcc9H3HWOYtWKeygM6pu/IlDV6lVtfvxGvrv3QPs89XneFMr4ZK2IyNl1Z89z31y/Ewl3r1UMi79L1VZ+rx6356sdlLJefexE613T2HLO7nyIqX142W82Zuy6vMcocynzqQ+b915++rtbSnRcll8L7RMAum61Omz5ictq5fuLD33qW1bzGdu2HSUOvTDmvwmh9w1bcOvoGu5w5r376ITxlzbrnRtfjte78Lt+lS5eWjGT85JNPVITAd77zHb94WI4ESIAESIAESCByBOqx+JmYWL1nXLeQjS7MfS9e1GvWrMGQIUMy7qBEnIpYlSNdtKop62STq82bN0OiXVt6tGrVCt27d0fHjh1VVe4UAOlSAkg6ABGspXqkkqgUrKW6KvyNm2LVHyeWypCAW6i6fxb59fnW5Vi4ex3GdjkH/bv0URGDNa2rk7YkUuqdrckjVv/XZU6xKtK2dWUr/G7ZbGw/cVi181nDZnWL+ICOPTGi11AVsfrloZ0JbV7QIRax2qND5mJV2v31p6+pOnu3aY8LusWiKTc0bEPDycP44egpKccp57+96j10r+mM8edehKqK+C0ZH6xfpJjJ4R6vOYjTjaexcscqm9cd539biWo/x76j+/GbZbGIz59ddHPKvpr1ffL155i/cyXOq+6KCQMuUqkXJHp08c5V+OtLfuDZtLufd4vg7NAdW/Ztw4ur/qLOuaZvcrm769BuPLtiriqjo1YXff2pmudUY5Z2RejP+nqxamPquRer803WZofNOZWykudW1vDqXRvV+pG1deWguqTnS13C9Y+r56Nfx564YuB4u3qzbll3k4ddmbKeV5f9ERuO7kVd90EY3H2A4ry5YZtaF7Lerh86EZ2rY3+lzvRoiVjdvn272lG0a9euKZvdu3cvNm7cqMpIcv3zzjsP8iYw2ZGqXtlF9eDBgwmnyl/qveqUulId+jxdb6rx6Lr0OfKmuL6+XkUJuNuW5zZs2KB2fZVjwIABKTm5GUmqAmGV7aH7Jm+yveqR9vRta2YbvXv3TmgyGzZSifAy29dterXhZpmKrawlqUsOWXvCSvNPtj7MQek+JWOQbk3rNtzznm6tSR9k7O6xuTm5JyAZi6DXTLZrjeeRAAmQQPgI1GPJM7OxYuQU3HNR+MRqePtevCslW7Eqv6PlSw53LlX9mNfjkg5g3bp1gYhViViVNADyniidVPVKCSDnt27dungnJ4c9SyZO3Y9TsOZwEkJcNcVqiCevWLueLG+Lflxk26sr52FApx64tP9FvsXdsq0rUorVv7/sRwlIRGb957LZKvJxQJc+mPX1EnSqbI0DZ07irhHX4NMty5NGrF7ULzuxKp0Q4bdix2psPLhLtSXHhV36YWzfkWmllwjKPUcb1DlDug/AwG4DHOOS59fv24Ifjv1e0iUg0YtrdsfklT7qJGrUp3ATgdu6ojUuOfdCX8tMOC/8+tOkZW8Y7h0VmKqf0odDVqRxsr4fOXEUn29bjlWSl9fifF5NV4zrOyKlSPbqbyo+5pyYgzyrugvO6drbl4B/a+Wf7FPNeTUflwJSZzLuXrzknA5tanB2x+4Ja8XX5BmFli1bhtGjR2d6mhKlf/jDH9R5P/3pTz3fkJ08eRJvvfUWtmzZov6SLsJK8knJMXHiRJx//vkJ7aard/Hixfjoo488+9uvXz/ccMMNjr788z//c8qx3XrrrUp2mfV6jcfslz5HhNgrr7wC/bNuaNWqVZg/P5ZXVzYSEIG5e/duePXPi5GIY9nU4KKLLsKECRMynhs5YcGCBfj0008V92nTpiXU8frrr6t58Trc7WbDRuoV9pdddhkuvvhi1Yxu88Ybb1Si2TzcLL3YikicNWuWYiMs5dDr6bbbblMfKFKtD92e7lMqBvIBQ/rpJYFnzpyp5tPNKd1ak/b/7u/+Tglnc91IfXJ4zZM5l3pd5mrNZLXQeBIJkAAJhJJAPZbMeAsrR9yA6ZZYrf90Bt7adxlun1SLlfKcPa7huGH6ODj1q3W+Ofbecu5gtLUf8yhjtKeK7V6CGX9cieHXT8c4FdeR5hyrfLzZ3rjsB5MwWO8/5H7e1d7xdfPw0oe1uGH6cOyf9xI+sv/27KrH6Fu8LReHhL5LyeNY66hXHnPz88GlAGsqW7Eq0aoiSU3x5r71X4ajH5N/5fOxvDeU92Fnzpxp8WjLy8vVJlR9+/a1+6EFq9dndHdqAH1+izsS0gq8pKl7PvXQKFhDOsk56jbFao7Almq1qfK26Ode+OxNFUF608A6hUmi7XYf3YftJ45gUt+RGNVnhHpcbgl/bfkc3HHhd9XPEtl35GT8ln43Y6/o0gUbPsbqhq2YPLAOc9cvxLf7X4Qvdq5Bm4oqfGvQeJUOQNe55+h+FeHaoXU1alrXqFvDU0XQluocc9zRJfDFF19g1KhYXt9MjnfffRcieORN4ZVXXomhQ4c6Tpe/3ou4kkNkp46alMdF+q1cuRI//OEPE6I409W7ZMkSLFy4EPfff7+jva+//hoffPCBkqrf//737QjGJ598EnV1dRg3blzK4el65Xyv8Ui/JLJAxnzLLbegV69eKjfWq6++av8sDUiOrnfeeUfVYXKVsiIFRQhed911dl9eeuklJQqnTp2q6tSHzMt7772HsWPH4vLLL89kalTZ5557TkVyCud77rknIWr1jTfeUOVuuukmu26ZG5HCixYtwqBBg1QuWjmyYSPnudlLm1u3blVzJH0yo3zdLL3YyvmSyuGOO+6wz5U+i7wX0fmTn/wkgZPXOHWhZM9JRKrUKfPirlOee+aZZzB8+HBs27YNd92VmOdb6vfqv27X/ZxeM17zZM6lno9crZmMFxlPIAESIIHQEqjHp8/NwZfDr8NdY2PKtP6z5zBnf2/03t4JI++6yBKpx7Huzy9j4fYLcJ39WOK5IhQd5Y6tw59fWQhcdhuuHqhVq8d5uz/Fc29/iQuuvQsXtfd5DrzaB46v/zNe/giou/VqDFKiNbGcLiM3p8BqBY8AACAASURBVPSr0+Wssa/sbZ8bK7c91i8lfD04mH03y6AOt109yBbMiquuG37HmP+FtXbtWgwePDijhiUNwPHjx1NKVa9oVfl8LH8sli+RskEcsoGVvMeU91ha3kq9pmB1f2Y3pWvbtm1LMh1AOoGa7vkg5o51hJcAxWp4567oep7sAu2+DeE/F7+CA6djUZxyDKjugqHdzlW3NO84uBvXXRD7AL965xr1b21NLdbXb0J7JTyrcV63c7HvyH713NLtK3HVkAkqQrSmVTVq2tTY9cpjL3z5Z1zdZyRW1W9En449MLBbf/XYDy+42hFl+OGGT/BJ/Qac36GH3X7RAc5Rh77YtlJx33l0P24adhU612R3G3mOulcU1S7etBR7j+5TjH504VRH3tyi6GBAnchGrIpc/I//+A9MmjQJO3fuVLfD/+AHztQPy5cvV2Jw+vTpCVJPzhfxd8EFF6iIRn34qVckn4i/++67L4GAvEGV6L/x48fbIvWpp55y/JwMm65XhJn049prr3UUlU2vBg4cqETlzTffbIvV1157zf5ZTtDlvv3tbyc0pdv467/+a/XGV4TavHnzVKSiVzoFXd6LYarpF8k8e/ZsxV7koaReMDnLuW+++aaq4nvfS4yC13Onx5kNG6nbzV7aFDEqURoSVWEyFtlosnT/7FWfZiBlJVJVonvdHFONM9VzmqFmoNuSaGlJ8SBCesaMGZgyZQrOPffchOnw6r/ZX3OsyV4PUt7dj1ytmYAuJ6yGBEiABEJCoB6f/vZtfHXBtfixLVZ/i7e/BIZN/rElE62h7P4Uv537Vfxx9fMBjL/5agwys5kZ5YYd+jNeXdgJ1/5YC9pYXcfWy+OIn5vNOSJMXX1XEvW3b+NA3S24eqAOX01sL9b+DvRylcPRdfjza4sA9fgRj/oBZ5l2gJuLVUcnNz+j7jos9MelAKsoG7Eq+VHld7h5mJGp8rj5s/5ehGxDQ4P6ku+DOESs9uzZU73n1mI1XVoAs135Y3eqNF1B9LFY60iXG1fPo9e/xTom9is/BChW88M58q24dxyUAbv/Knb06FH1l7xd+3dj75EGtG3VFl3adUbbVm0Un+37d2DLvp244OzBWLr9K+w4fhCDO/TA2kOx24X10b+6CzYdbUBNRRU6tmqnysn3RxpPY9qIa1Sx02dOY87aBer5mqq2ONV4GnUDLsK8NR+gpqqdaqOqvArtWrfFF9u/xJf7tqNX247o1f4s9Vjv2ni0WKrJk3Z2HNiBU2fOoH/XfqiqjOdDDcOkC/P3t63EWa3a4pJ+o9GxbYcwdDuvfVy3awOW1G9Q6+PivqPU+ojqIVGYEp2YybF+/XolGEXKSVSfRGhec8016NSpk13Nn/70J/UG7Vvf+pbvqv3UKxGVK1asgNz67XWIdJWdVvUGVS+//DJGjBjhmXbAPF/XK9GhH374oRqbfoOpx6ifkzQGkl9ThLLc8q9/Fpkm5+qf0w38/fffV0WSMZJoTJF/fvpvtiUM5BDBbDI1y6RrW9oVYShRt9mwkbbc7HWbEpn7+eefq0hcHaXrZun+WeqbM2eOzau6Onlubr/jTMVANpSQzc7c61q4iHwXyW5yds+1V/91Ga/nPvvsMxV1a0YzS3n34+nmLds1k26t8nkSIAESiBaB/Vg9ZxG+HjAe1w2JBRfsXzMHizaei/HXDYUj3ODEViz5y0q0v/Q6DPXekzWGZt9qzPn4a5x76XXof3QJ/rJiD84a8W2M6xP7zON5ZHMOEvtutu3oo9V3WP04sU36BQz/9jj0dXQrVudhKVe9yR6H3/GmLGf0YQRW+ONSgMUmd2DpNEN+mxepKmI0XVSj3Govhy4nn5flDpj9+/cHJlZl8ynJsyqRp2Y7XikBpC/u4Cg5v1TzrOq5EW6Sb1YYyvtMtxQ3y+k1wtQAfl8t0SxHsRrNec3rqNJJVfkLnvyyGDZsmIpqkw/opXyxzuvksDESIAESIAESIAESIAESIAESIAESIAFfBESUy51CcjfZV199hdraWiVak0Uhm7LcVwMsFDkCFKuRm9L8Dsjr9n95THLE6L+K7dmzR93m6XWbaX57y9ZIgARIgARIgARIgARIgARIgARIgARIID2BF//zH3DfQ/8MSbFgR6WOuB434I94a0U8+ljVNHIqpnVaipkfbHNW3GcCpk0egna7PsHTs1fEntOPyffm4xiBqfdeApWumEdoCFCshmaqiq+j6aSqyFW5tUF2fP7bv/3b4hsAe0QCJEACJEACJEACJEACJEACJEACJEACSQj8y7/8CzZu3Kjy1u5d+hccHPYdDKkptyNY5bT6JfNwYPhkDHFlqDq2di5WdJyMS3rsxidPL0WnO2Jldi9+Gks7TcPkwYfxydOzgCn34pIegJSf+XX/mIjljISGAMVqaKaq+DrqTgGgI1RFqOov2UBGpKpsTMODBEiABEiABEiABEiABEiABEiABEiABMJCQPZ0kI1YuzZtwfwjF+A7g6oh+XLt1AD1S/DOwRGYPLidI88ujq7B3C9rMfni7rGo1C39ca987zicwjV5ubDQKs1+UqyW5rwHMmpzd0Hz1n/5XpJ3y7/ffPON2i25TZsUydoD6Q0rIQESIAESIAESIAESIAESIAESIAESIIHgCMgG3Pfc831885fj6HfnWPSoqLDFann5HiyZsQX977kY3cvKDLF6DGvmfgBMiEWoSiTqBwdqgeUrEEsUYNzyz1QAwU1WgWqiWC0Q+LA36xWtakaqarkqYvV3v/td2IfL/pMACZAACZAACZAACZAACZAACZAACZQgge9NGIxNtRPx7YHVqLDEqkStntjwZ3xUNgHXDK62parKxeqKUFW3+H9Qa+dPjd/yX4sVRooARqyGc3FRrIZz3greazNaVW9WZYpViVg9c+YMdu3ahVdeeaXg/WUHSIAESIAESIAESIAESIAESIAESIAESCBTAnWDBqHztyZjUPtKQ6yexIZ3F6Ls8mswpCYerSpiVXKobuoXy5sqh4pYxRUqXYA6RLwu64RpE4APFgBX2DlVJTXAJvTnBlaZTlFBy1OsFhR/eBvXYtX8V9/+L/9qsSoRq6+//np4B8qekwAJkAAJkAAJkAAJkAAJkAAJkAAJlCyBgQPr8K1rxqCmMiZW1deJjXj34zJMmDQE7aw0ACpaFbux+L82O+Wo5Ft98QDGWMLUjlgVsWo8roTrbNiRrSULPGQDp1gN2YQVS3fdYlVHq5pSVUesvvHGG8XSbfaDBEiABEiABEiABEiABEiABEiABEiABHwT6DzyKvzgssGorKxUX0qs7l2K/97RH9PH9YhvZCVi9egavPNhmRGFGmsmlg4glmHVzLHqfBwYMSUe6eq7gyxYUAIUqwXFH87G3flV3SkAdLTq6dOnVSqA3//+9+EcKHtNAiRAAiRAAiRAAiRAAiRAAiRAAiRQ0gS++93vomfPnk6xakWuSq5ViVTVXwIqFrnKo1QIUKyWykwHOM5kYlVHq8q/IlUlYlVSAcyaNSvA1lkVCZAACZAACZAACZAACZAACZAACZAACeSHwNSpU5VYraqqsiNWJXJVpKr+0jLVFKz56R1bKTQBitVCz0DI2jelqnRdolX15lU6UtUUqxKxSrEasklmd0mABEiABEiABEiABEiABEiABEiABBQBEas9evSwxaqdDqCigmKVawQUq1wEGRFwR6tqqSqC1Z1fVacCmD17dkZtsDAJkAAJkAAJkAAJkAAJkAAJkAAJkAAJFAOBKVOmJIhVHbEq+VYlSlUiV+VgxGoxzFh++0Cxml/eoW8tnViV2//1lxarb731VujHzQGQAAmQAAmQAAmQAAmQAAmQAAmQAAmUHoEbbrjBFqtmOgCRqmYqAHeu1dIjVZojplgtzXnPetSZilXJsfrHP/4x6/Z4IgmQAAmQAAmQAAmQAAmQAAmQAAmQAAkUisD111/vyLEq0ao6HQDFaqFmpXjapVgtnrkIRU/8ilWJVtURqxSroZhadpIESIAESIAESIAESIAESIAESIAESMBFQMSqzrGqI1YpVrlMNAGKVa6FjAgkE6s6v6rewIpiNSOsLEwCJEACJEACJEACJEACJEACJEACJFCEBK677jo7YpVitQgnqMBdolgt8ASErXk/YlWkquRZlX8lFcCcOXPCNkz2lwRIgARIgARIgARIgARIgARIgARIgARAscpFkIoAxSrXR0YEKFYzwsXCJEACJEACJEACJEACJEACJEACJEACISZAsRriyctD1ylW8wA5Sk1kIlZPnTqFXbt2MWI1SguAYyEBEiABEiABEiABEiABEiABEiCBEiKQIFb3fI4nX16ECXf+T1zWuxyygVVZWZnjq4TwlPxQKVZLfglkBqB0xeouvHRLT9yBF/HNq7ejR2bYClw6zH0vMDo2TwIkQAIkQAIkQAIkQAIkQAIkUHQExE0cPHgQrVq1Qrt27Tz7J2UOHDiA6upqVS7bo2fZYIydfjl6V1WhquoUNsxbgIqJ38UFnSqUVKVYzZZsNM6jWI3GPOZtFAURq588gbJLH8LjHzfjwUvyNlRXQ9nJyV2/uwk9bwde3PYGbu8drr4XqrdslwRIgARIgARIgARIgARIgARIgARSERBhunnzZrRp0wb9+vVD27ZtHcWbmpqwe/du7Ny5E71790b37t2zBuqMWD2Fkyc6omOnSlRUUKxmDTVCJ1KsRmgy8zGU0hWr2dEtDrGaXd95FgmQAAmQAAmQAAmQAAmQAAmQAAkUK4F9+/Zh69atSq6ec8456l85GhsblVCtr69Hr169lFSVW/WzPeyI1ZOb8eeZf8FGo6LBU3+Om4e3V/Xv+PAxbBpwN8pmPIv5UmbYTfjFzcNRk23DPC8UBChWQzFNxdNJitXM5oJiNTNeLE0CJEACJEACJEACJEACJEACJEACfgm45WplZSW2b9+OhoaGQKSq9CMmVgehfsYf0fCduzFlWEdIOxXH1uL3/zYbPe96CJf3jonVZ9+/EtN/eQX64AhWvvZPeKPbdPzyij5+h8NyISRAsRrCSStkl4tDrH6MJ8rGY+lL3+CN/jNUmgD7eHQRmh++1InISiVgPvg9OfcH8UypMQH6plHke67b9xNTAaQ+xyr/mlGlo2/u593tZTLGxLac40uSxiAQLoVcjWybBEiABEiABEiABEiABEiABEig1AlouSp5VCXf6dGjRwOTqk6x+hU63XU9hnWqjInVil34+B9eQJkhVj/u/He4dUR7NSVHVr6Cf9o3nmI14guUYjXiExz08IpKrN78Pbw5/Bdxkbr9JdzU5w68aQpMr/ysrnIfP1aG8Y88jkXND0Ir2cRIU6ec3OTrHMA7YjUmTR8y+plYzhKracdo1XWzsamWNea4XPUQq4FxCXqFsT4SIAESIAESIAESIAESIAESIAESyIzArl27sGPHDnXSWWedpfKqimQN4ohHrFKsBsEzanVQrEZtRnM8nmISqw/BKUNl6G5Jqn5eaUhHi0+83ETM19GvRgQr4Jafppzsjxm+zvEWqzGJOsYhchPbs9pPM8b+STbHcnJIFKvBccnxgmP1JEACJEACJEACJEACJEACJEACJJCCACNWuTwKSYBitZD0Q9h2UYlVj9v+vaVlImi3WPWStM6zEsVq+nO8xGqS2/ITpHBiVKvuT3yM07Hplp64A4niOHnfb0c8AUIQXEK4iNllEiABEiABEiABEiABEiABEiCBSBAothyrTAUQiWWV0SAoVjPCxcLFJFZVjlVHlKkWmUmiQROmLxbxGov6NPOrAkiQtk4hCl/neIlVHYmabC3pKFwjx2rSMcaibc2UAt61JpO5yfqSCRe+JkiABEiABEiABEiABEiABEiABEgg/wTcUrVNmzaqE42Njdi5cyfq6+sDybUaSwVwOXqf3Iw/z/wLNhpDHTz157h5eHuUlcU2r6JYzf86KHSLFKuFnoGQtR82sRqLTLUgG3lIvSNbU20ClUxOpt44Klnu1PQyNLdiNTguIVvA7C4JkAAJkAAJkAAJkAAJkAAJkEDoCRw4cACbN2+GyNR+/fqhbdu2jjE1NTVh9+7dSrBKvtXu3btnPebrrrsOPXv2RFVVlfqSjatim1dVqDyu8iVi1fzKujGeGDoCFKuhm7LCdjhUYtXapAq+I1tNtlqY6gjS5Lfwx89yn5NZKgDnzPoRq8lTAaTMsRool8KuR7ZOAiRAAiRAAiRAAiRAAiRAAiRQegTETRw8eBCtWrVCu3btPAFIGRGw1dXVqly2B8VqtuRK4zyK1dKY58BGGSqx6rXzvSJhCNCPgfGXPoTHP27Gg5c4MTmjWg2x+reb0NPXOd6bV8Wk5/fw4rY3cHtv3aZV//BFaH74Usm4iic8N8hypjuIpTFItxGWSwoHyiWwpcWKSIAESIAESIAESIAESIAESIAESKDoCFCsFt2UFFWHKFaLajqKvzOhEquWnHzISAEQl6rCWuTmvwF/2xN3vKYjU605SIjqNOXkRMyXTaPSngNAScylTolq1f2mkcc1WcqA9HlkEze5ShS37mhb65xAuBT/mmUPSYAESIAESIAESIAESIAESIAESCBbAhSr2ZIrjfMoVktjngMbZbjEKgAtMW0CVqQoXsJNfe7Am4gJVZi5WK2yzijWxFQAjjylnufIg8YGUY4NsdwbR7kjWP1FrEpsq1MWy88uSawjdPEivnn1dvSQIoFxCWxpsSISIAESIAESIAESIAESIAESIAESKDoCFKtFNyVF1SGK1aKajuLvTEHEavFjYQ9JgARIgARIgARIgARIgARIgARIgAQiSIBiNYKTGuCQKFYDhFkKVVGslsIsc4wkQAIkQAIkQAIkQAIkQAIkQAIkQAJCgGKV6yAVAYpVro+MCFCsZoSLhUmABEiABEiABEiABEiABEiABEiABEJMgGI1xJOXh65TrOYBcpSaoFiN0mxyLCRAAiRAAiRAAiRAAiRAAiRAAiRAAqkIUKxyfaQiQLHK9ZERAYrVjHCxMAmQAAmQAAmQAAmQAAmQAAmQAAmQQIgJUKyGePLy0PWyB28f3pyHdthERAg0W6ulGc2Q70W0NjUDTU3NaGxqxplG+WpSX6fONKP+wHHMXbIjIqPnMEiABEiABEiABEiABEiABEiABEiABEqJwLWXD0D3LtWoqipHVUU5KivLUVlRjoryMpSXl6Nc/i0rA9R/ZZBvC3MUrGGP4RZTX3I7G2V/fxUoVnPLOFK1q8UiQjX2j5KrMbEKNDYDZ5qsr0bgdCOw+wgwbzWXWKQWAQdDAiRAAiRAAiRAAiRAAiRAAiRAAiVCYPLYanSvrUCrijJUVgKV8m85LLEqUhWGWEXIxWpQQlTqaakLCrIvuVusZX//nRaPNHe9Y81FR8AhVi3BmiBWG2NyVYnVw8C8VS19MRUdBnaIBEiABEiABEiABEiABEiABEiABEigBAhce1F7dK+tRFVFGaoqRaqWobIiSLEahEAU7xJEPUHUIYuipfUENZ4g+pJ6kZf98hqK1RK4DgQ2xGRitVEiVq2v0xK12gicagR2HQbmfEWxGtgEsCISIAESIAESIAESIAESIAESIAESIIG8EbhuXDV61lYoqVpVYUWs2mK1XEWslpXFUgCITgx3KoCWCFGJvjsd4Ly0pC9mN4KInk0+rLIeF3em9Qpw2kumKitaNZZoNZYSQP6vuSmWd7W5EWiWnKvHzuDgpqMlg4UDJQESIAESIAESIAESIAESIAESIAESiA6BVsP6oax9OwlRRVlFOVAueQDEopajTFlV06ZaP0dn+L5GIvvwlJdVobzduIDlqq/mC1KoSiKX1XSP6U6xWpApCHmjZuiqDEUlWzWTriKWfPX4GTRvPRjywbL7JEACJEACJEACJEACJEACJEACJEACpUigbNi5QIeYWEVFhSRUjX0voamxcFUjTLU0xapE3JWhCq1qLkNz86mSWSYqYUH5hd0oVktmygMcqF41KlTVykksIlULVpV4tRnNx8+gacuhABtmVSRAAiRAAiRAAiRAAiRAAiRAAiRAAiSQHwLlw/pbYlXd/+8SqyJYGbEqYrWirApV1XUlJVZlBVKs5ud1GL1WKFajN6ccEQmQAAmQAAmQAAmQAAmQAAmQAAmQgIMAxaqfBUGx6ocSy5BAnADFKlcDCZAACZAACZAACZAACZAACZAACZBAxAlQrPqZYIpVP5RYhgQoVrkGSIAESIAESIAESIAESIAESIAESIAESoYAxaqfqaZY9UOJZUiAYpVrgARIgARIgARIgARIgARIgARIgARIoGQIUKz6mWqKVT+UWIYEKFa5BkiABEiABEiABEiABEiABEiABEiABEqGAMWqn6mmWPVDiWVIgGKVa4AESIAESIAESIAESIAESIAESIAESKBkCFCs+plqilU/lFiGBChWuQZIgARIgARIgARIgARIgARIgARIgARKhgDFqp+pplj1Q4llSIBilWuABEiABEiABEiABEiABEiABEiABEigZAhQrPqZaopVP5RYhgQoVrkGSIAESIAESIAESIAESIAESIAESIAESoYAxaqfqaZY9UOJZUggK7G6/eM1JEcCJEACJEACJEACJEACJEACJEACJEACoSPQ++o6oEM7oKICqCgHysti/5aVAeXyL2Lfq6Ms9nPJHRSrJTflHHALCTRb5zdb38g/Tc2A/Nxkfd/UjObjZ9C05VALG+PpJEACJEACJEACJEACJEACJEACJEACJJB/AoxY9cOcYtUPJZYhgTgBilWuBhIgARIgARIgARIgARIgARIgARIggYgToFj1M8EUq34osQwJUKxyDZAACZAACZAACZAACZAACZAACZAACZQMAYpVP1NdwmL1gQce0LGHfkixTIkTaLZu/Zd/9VdTUxPkq7GxUX2dOXMGp0+fVl979uzBvHnzSpwah08CJEACJEACJEACJEACJEACJEACJBBGApMmTUK3bt1QVVWFyspK9VVRUWF/lZWVoVxyrapUq2Xqi0fpECijWC2dyQ5ip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mmBWD2MzxcdwiqU49LRPXFeWye149u/wetbm4CuHfDDQe2DRXp8H+YvOw707YqJvVt71K375t1sr6TnBdvNoGpTLI/VZMjxGDZ/sQ4YOArnVPvrScPahVizN7Fs275jMKZPbILTidW96xZja6shGNS1AqdPn8aePXswb948fx1gKRIgARIgARIgARIgARIgARIgARIgARIoIgIUq0U0GUXYlQDEKpAoKk9iw7K9+Pg4ciBWY3Uf7NcLF3ZORjQmVjHEo8y+PXhhzSmc7/Wcqk7OPYKOHrI4o/lT8rcRw8efhbMyOjGxcHZidQ9WL96LrhcP9dH+cWxfuhRbjnfBkLoh6GJ24fh2LF26BbDkaiZitWHjUqw/0Rmrl7zXQgI8nQRIgARIgARIgARIgARIgARIgARIgATyT4BiNf/Mw9Rii8UqurbCqqMV+P7ozrCDVi2p2LHrKaxC0BGrJ3H8eGu0dUXIOqGnEKtKnCaRrkU6c1mJ1frVWLyvKy4ekl7rxiJVPaSq4hGTrvVnxaJWMxGrLY9YXYGnxt6NmSnmpe6RefjVFIcKznAWdRt1ePjtX2FqtwxP91t8yT8AEwCc+J9+z2C5iBFomP1zTHp0ITD+Ycz79VTjDxgNmPWzSXhsEYA7n8VnPxsRsZEHMJwdLwMD/gBsfBnoFUB9rIIESIAELAJRuDYnH0Oupzn++6vl78d89JW/C3xAYhESIAESIIFcEKBYzQXV6NTZcrE6pAOwxhnhqUXgNTiEd0yxakWLOvC1bWtLWcd51i3pZjTsnnU7nPUpgXsSfROiS/2LValzZbsO6LvnED6G9KUKq+yIVSt6dUhrbF1zHDtUx1vhGh2FmjAe4zlHxKpVT99KfLz1lDV8o6wle1eZYDy4ZJJSYc+axdjb+WIM9SEKlVg92g9jxvSOy/Eka/zY1qVYtu24Q7DWDrwY53VqQmNjI8xUAC2PWI2L1WnPfIb7RuXihZdrsboYaHOFq+M3UhDlYiqLvM6i+/BePws/v/YxLMQ0PPvZfUinc1f8eizufh5I/+E5yNfUbuCOfsAbrsldcAIYV+QTzu6RAAmEgkDRXZuzoGaOhdcuowAAIABJREFU4anzHsN9GV2rgezfY+VLrPJ3QRbLgqeQAAmQAAkESIBiNUCYEawqALHaC333ipzU+U7jt+rL47ZY9cyLauVCtfKw6rys9m361jkdrdv2AxGrrlQAqs69Zp5YMxWA1T9DcqryR9vi+0OAj115Xu3nJHo3Qawewiq7HitVghK5UvYkjrdt7ZCaMeEbY5p5xKrkV92C6lF+0gAAGYnVY8fQtm0sclV9HduOZcsOo9e489CRYjX5JeJ/twEeBXDTb4EXb4vgpYRDSkcgCh/e040xZ8+/chvwoz8A+CWjvnMGmRWTQGkSiMK1ObuI1SD+eJ0vsWqtTf4uKM0XKUdNAiRAAkVAgGK1CCahiLsQiFi9EHvwwhYrHYAhFGFGmCaJLjVlqRKIe1obaQWckaeZilVHBKgxCSmjYB05VhMjX+0+KrHqipYVaevB4SyP9AOJY0VMoMqGX/owhXMmm1cd3Ywv1gODRp2Ddj4WXyZiNZYKoAFrFq5Bg7WZVXNzG/QeMRzdqwoUsfrFUxh7j0fCAH3LtefzOkovWbqBeBSf/YHFxdI7wsO4rVu3rz4IjAIWAJjwS+CRD4D/dbGPmWGRKBHI6MN7ujWN2LrddOc04PmZWAiJJH0K/R+9LzF1RkLqAYuqK2IVEpG6YRqmYSZmSloC69Dr3BGx2vcFj9ec+zUl6TUeAR630hz4ev0A8deblZ5js6TR+AJYcCMw4cf840SUXhQcCwkUAYGMrs32ddPdcef1z3ltfhkT370tlu7FcVjneNaZ6k4C432Gqq8O0+4EZj4fSzVjRqxO3zxJ3WngOFTKGSSkWqp7JE0/pRJ3X8fHf2fI3QyP4NFYyhvP672737FCSaNljd+Dqswp/i4ogpcLu0ACJEACJUuAYrVkp97XwIMRq53jUZ69GuI72DtEqBV9Grud3nWYAjFAseq5eZWr6QRZ2xKxatbtEbFq9scUq7CEajLhm2nE6rEtX2AdBmFUPz9aNX3EqhKvGIK6wbCEamcMvnQwau2I1Xp0ybFY9VzNIoweAh5VtzObtygbsvT7d6Hu9eccz2tBFMt12R8v6DyuloDaYd3yrHNhys8zzjFyuWZ4C7WvVyILRZ5AMkGf8IH3tk3WLfpJ1rT7Q7EWp2pdbsJ047b+lLfve4lV9QHcEpo79R8sYj/3f9lKBXDf/cBTT/p4TdXhru8vxHOvq4/OdrqBBHHqI11J5BcHB0gCJFAwAr6vzaaMtPNhu/+Ymvieoov6Q9gM9DfyuNtt3vkgpj3/hPqDWCzNCtLm3Lbfw+jrqik7DbF60ZRx+HT2kvg1vVv8vVGsrR22XI3JzVT9dMlYa/wmO6lTRG6y90sP3jkTT8jvGOt3FnTecZ/paAq2QNgwCZAACZAACQCgWOUySEUgILEKmLlKD/brhQs7xx5zpgLwyoca717QEat5F6tZRqweceeOhZNdZmJV0gCsAwaOwjnV/hZ/6s2rLPEqYrXvcSxdWo+zRo9GrzZmKoDci9WkEQ32Bwrn5lP2Bw9brBrP6ygIl1jVbXhHr3hFtuZ4wyt/08dSISHgOyrKFqtJ1rRLrLpfG56SwGtTrGRiVZd1vbYSxWq615QhVs32k7xmQzKN7CYJkEDECPi+Nhti1bzuOs+Pi9WE9y1edyKMvx/340k8uchP/uoYePv9jXFd9cqxaotV464F5x/b3GLVmljPfjr/EB0fm1cqAO/3S/ffDzz5pNcGjhFbUBwOCZAACZBAJAlQrEZyWgMbVGBiFfZGTvFNmbwiVtFX52KVMThvtfclViW/qeQl1fLRkR9Vc0m1eZWTXcsiVo/DHE/aHKtWZC7gzLGqxOpej02xskoFsAerF+9F14v95VeN0TiO7UuXYsvxLhhSN8TYrVyes27776rF6hY09xmN0b3boLn5OLYvW4otxwqYCiDpbXnWPHuJVccSSMwxluxDkh11RzEU2AWolCry/eE9S7Hqjhz61ZQunh/AbeZBilXP1xTFaimtb46VBMJKwPe1OVuxaopKd6RnQvSmppj8D7ctEavOOXK9/4GRVsmzn17S2BSrZjoad5oDazzQmybGe5J+Q8Swriz2mwRIgARIIEoEKFajNJvBjyU4sap3trfloStiVfpuy9f4QOyNqkTvpcmxagvJ47Hzzx/SAVhzBB1H98R5YlrtIw9iVeRuwngMOeqVCqBrK6zae8rqpVFWi1ZrXBCGXU/ghTWnIOkBLsU+vO43x2r9aize1xUXDzkr49USi1z1OE2k6uAu6onmvWuwaG2D2rgKaIs+Iwehec0ybDlWiwFjz0XjusXY2moIBnWtQMPGpVh/ojNWL3kv477ETvCxsUI6yen1fCYRq3aqAeNDTro2sxwtT4s2Ad8f3rMUq14ftr0esykHKVY9X1MUq9Fe0RwdCUSDgO9rc5Zi1at++7Gx12PcZ3/EEvN2eFvEeudZbYlYTRWx+sOtP4/lRzUiXNNH4xpi1U4T4/V+6SJcP/ZT/PEzM6eqj/d40VhiHAUJkAAJkEAECFCsRmAScziEFojVHPYqclX7F73FPvSYUIUSq/qrqakJ8tXY2Ki+zpw5g9OnT6uvPXv2YN68eVkOy8ebbiNiNR71YJz3/z2MTf+PMwdrshyrnqkAEnK4GvnPdC5K5ojMcn5L6zTfH94zzLHq3lzKjqz2iJJyEG+xWI3fuur9mmKO1dJa4RwtCYSTgO9rc4Y5VhPeU+j3DGbUpi1W48IxfvdBGrFqy1jj1vsW5Fi1xapXP9056XUaAuP3TF1C/m3z/VJcrCIh3UyKDazCuaTYaxIgARIggQgSoFiN4KQGOCSK1QBhJq+KYjU7zD7EqlScZAd1OweY5/PuHcw9PtToqA3X+XWPPIuJ795t7fDr/uDj3shiqiu1QnYkeFb4Cfj/8D4i6ZqORxJ5vTbcOy5Pw7PPAHffI9uieOTvy1asyqYnfV/AWKve+My4X1MStfQI8Pgkj92wk3+Q5uZW4V/rHAEJhIlARtfmpOmHkr+nEBbxDafU1RgPPzMR8++J/dEX40cAi1a4kKXK4e6+1gPT7pyGmc/PVNGmT533GO57PnbNl82k7labEhqH18Zb1u8IZ3lXP+U84w9/sRqnYdqdMzHTas/9u8H5fukSjMAnSBip2kgrdleU4zDeeyXNsx+mhca+kgAJkAAJhJoAxWqopy/nnadYzTliaYBiNS+Y2QgJkAAJkAAJkAAJkAAJkAAJkAAJkAAJBEiAYjVAmBGsimI1gpOayyHlNxVALkfCukmABEiABEiABEiABEiABEiABEiABEggNQGKVa6QVAQoVrk+MiJAsZoRLhYmARIgARIgARIgARIgARIgARIgARIIMQGK1RBPXh66TrGaB8hRaoJiNUqzybGQAAmQAAmQAAmQAAmQAAmQAAmQAAmkIkCxyvWRigDFKtdHRgQoVjPCxcIkQAIkQAIkQAIkQAIkQAIkQAIkQAIhJkCxGuLJy0PXKVbzADlKTVCsRmk2ORYSIAESIAESIAESIAESIAESIAESIIFUBChWuT5SEaBY5frIiADFaka4WJgESIAESIAESIAESIAESIAESIAESCDEBChWQzx5eeg6xWoeIEepCYrVKM0mx0ICJEACJEACJEACJEACJEACJEACJJCKAMUq10cqAhSrXB8ZEaBYzQgXC5MACZAACZAACZAACZAACZAACZAACYSYAMVqiCcvD12nWM0D5Cg1QbEapdnkWEiABEiABEiABEiABEiABEiABEiABFIRoFjl+khFgGKV6yMjAoUQq8eOHcM333yDQ4cOoampKaP+sjAJlJeXo0OHDujZsyfatWtXUCBcywXFH4nGuZ4jMY0chEWA65lLISoEimktR4Upx0ECJEACxUSAYrWYZqP4+tJisapFW/ENjT3KBYFMxOqZM2dQX1+PP/3pT1l3RUTU2rVr0b17dyXF5I0rDxLIhIDIeFlHu3fvxuDBgwsmV7mWM5k1lk1GgOuZayNKBLieozSbpT2WYlnLpT0LHD0JkAAJ5I4AxWru2Eah5qzFqgg28ysKMDiG9ARMsSql5Y2kPNbY2Gh/iVCVr9OnT2PPnj14991301ecpMTGjRvRtm1b1NbWoqKiAmVlZVnXxRNLk4Ben/v378fx48cxYMCAgoDgWi4I9sg1yvUcuSkt6QFxPZf09Edq8MWyliMFlYMhARIggSIiQLFaRJNRhF3JWqyKUDt16lQRDoldyiWBZGJV1oOWq6ZY3bt3L+bPn591l5YtW6aiDFu3bm1Hq1KuZo2z5E7U61XW58mTJ1X08+jRowvCgWu5INgj1SjXc6Sms+QHw/Vc8ksgMgCKaS1HBioHQgIkQAJFRuCKq+vQtVtnVFVVorKyEhWVFaisrEB5eQXKK8pRXl6mgsDkf+o/BoQV2QwmdkfmqqKsFarQFhVllS3qb1ZiVd5AiKiQiMT/+9HvWtQBnhxSAs1Wv5utb+SfpmZAfpY0qPJ9UzOaj59B05ZDWQ/y888/x/Dhw1FVVcWLU9YUeaJcs+R6tXLlSlx44YUFAcK1XBDskWyU6zmS01qyg+J6Ltmpj9zAi2EtRw4qB0QCJEACRUKgvF8HlLWtBMrLrC+IPY19r2+q1TKVN9kWyayl7kabqla4bOAoDOrRA23KOrZIrmYtViU6USITKVZDsWaC72QexerIkSPVX4V4kEBLCIhYXbFiRUHFKtdyS2aQ55oEuJ65HqJEgOs5SrNZ2mMp9FoubfocPQmQAAnkjgDFau7YFrrmq84fh6E9+6BNWYesu0KxmjW6Ej+RYrXEF0D4hi9/CFq+fDnFavimjj32IMD1zGURJQJcz1GazdIeS6HXcmnT5+hJgARIIHcEKFZzx7bQNUvk6t2XX4N2ZZ2zvkuaYrXQsxjW9ilWwzpzJdvvQn/YkVQAjFgt2eUX+MC5ngNHygoLSIDruYDw2XSgBAq9lgMdDCsjARIgARKwCVCsRnsx/PXEG1Bd1oViNdrTXISjo1gtwklhl1IRKPSHHYpVrs8gCXA9B0mTdRWaANdzoWeA7QdFoNBrOahxsB4SIAESIAEnAYrVaK8IitVoz2/xjo5itXjnhj3zJFDoDzsUq1yYQRLgeg6SJusqNAGu50LPANsPikCh13JQ42A9JEACJEACFKultAYoVktptotprBSrxTQb7IsPAoX+sEOx6mOSWMQ3Aa5n36hYMAQEuJ5DMEnsoi8ChV7LvjrJQiRAAiRAAhkTYMRqxshCdQLFaqimK0KdpViN0GSWxlAK/WGHYrU01lm+Rsn1nC/SbCcfBLie80GZbeSDQKHXcj7GyDZIgARIoBQJUKxGe9YpVqM9v8U7umIXq3vm4aG/mYF1muDA6fjXJyahm/q5HvMe/ClmrDfxDsL0f3sck85yIv/ymVvwcq9/xeOTY2fGjsTzJz30KqaPSDZd6duTdh79U/z81PUBSDk+ox8rZuCWV3obYy/eJZXrnhX6w05gYtU99wLOsb4ByLw/Ps9GmnY95Ro+6w+cQFTWs/vaJ6Di6zX9tTNwsKywIAQisZ7TXZtd12UF+juP4NV7LigIczaaGwKFXsu5GRVrJQESIAESoFiN9hqgWI32/Bbv6IparH6JGbc8Ctiy0/pwjphcrVcScxIeeXU69MeZ+rkP4afPwSlXrQ9Bg+4yxaqzLqVbVblNnmJWno6Jg+Ttjf7sIfz0o8vj8tNqN7kMSz2+uAKOlZvnlm7Fu6py2rNCf9gJRqxac+r4MO5ak9aH+/56/adZnzmFzspzRiAK6znVdVeufxcv8XmtzhllVpwvAlFYzzNuuQXzkl2b7wN+/TczAMf7Ca/reb6Is51cESj0Ws7VuFgvCZAACZQ6AYrVaK8AitVoz2/xjq6YxapXlKaSTR/i8n97HL1m3YJH4YoSMZ6fdJb1Ycei7yVWP7zMkK2OcxOnTInVpO39DHjqp9h+qzPi1fMcXXWa8UnUrSMKjGJVkSv0h50gxWr8jwaxRaEElSXn1R8OHOstJl7da6x4Ly6l27MnnngCy5cvdwAYOXIkHnzwwQQoUVjP5rp1/0FI1rgSqymv1aW7VsIw8lJbzyJWk16blViNvQcx74xJ+bs+DJNcIn0M01oukSnhMEmABEgg7wQoVvOOPK8NUqzmFTcbswkUs1j1miYjai+9WNUVxISUQ6LqCNRN8dQCsair/o4IWLMLqcVqYvoBO9VA/wxuEUwSlegtLkpzHUdBRAHuaGW3WO2FtxzR2qU512EdtUhV+QBvHiJVRa66jyisZ4rVsK5Uf/0utfVMsepvXYSxVJjWchj5ss8kQAIkEAYCFKthmKXs+0ixmj07ntkSAqESqx6pAHxFQXmLVcHmzAvovM3fjTVjsZo2FYC7BY/0BFYRitU4qyiIKH9i9WX0fuhyfPh4shzDLXnh89xcEzAjo5JFq0oforCeKVZzvZoKX38prWeK1cKvt1z2ICxrOZcMWDcJkAAJlDIBitVozz7FarTnt3hHFxKxGosmlS2s4vLTv+j0F7HqK8eqL5EbT0HgTD+QfBl4jc8sTbFaYmLVyuO3zljvWsY6c/8V76Wl1HtmRkYli1alWE28pbrU102xjr+U1jPFarGuwmD6FZa1HMxoWQsJkAAJkICbAMVqtNcExWq057d4R1f0YjW5pGyZWPW6FdsQsL3eMnZjj8lcpMyxGksFkFyQOvO9xje08idhKVZLTKw+4Z0KgHn8ivdS6tUznQ7AK7eqLs+IVa80KuGa51LpbamsZ4rV6K/oMKzl6M8CR0gCJEAChSFAsVoY7vlqNcRi9Ur85Iah6IqT2PTVDLzwtRPZpZdOx9VdWwNHVuPR994Llue5U/D/DusN7F2E//PxFynq1n10F/Hus2dFqq1qrH7rd3jLXWDUD/BIn9rcjDFYYom1FbVY1dLR+xb9FonVJBtVpRJX6dob/VksqtZvlKodgeiISvSecIrVUhOro7HMY6MqitVcXxCDrV9vYOWVW5ViNb4RobkJULAzwNqCJFAq65liNchVU5x1hWEtFyc59ooESIAEwk+AYjX8c5hqBBEQq8CJBME5Cj+8Zjz6VyEH0jFWd/td/45/T+VULfnaxkPsxqQvPIVwwmQ5xKqI2nNxWInkWD96HtRy13wuR4s2leTNtMkiFqu+NpP6k1O6xs4Bpjt27PVIBaDE6gzgrn/F45P1PtaWyP2O92ZTsXysydq7Ddv/5lFsctSXejLSjc88m2I1mmLVeVu/K8euytELYzO11Osz05c+yxcHgchErLqvu0aO6YuXpLp2MmK1OFZiML2IwnoWsZr02mylacnkvUMwZFlLvgkUei3ne7xsjwRIgARKhQDFarRnOvRiFUf2o2vro/jzO7PxsZ4rSwAeOVKLrgg6YnUULj33C3zsipB1LhMrUjVZtKzq31n4xiPSNrVYNZ91i9WQLdQiFqvOjaVMroMscWqJqPVezzm0JOY9+FN8eJkpUQFYclUyt9pHEqkaez5Fe4iJWkddutKUotZrvejxxZ+jWI2zKPSHnc8//1zt7l5ZWdmyF7vX+hs4Hf/6xCRo1R9PLWE15Xq+ZR3g2cVAICrr2et6HU954vdaXQwzwj60hEAk1nO6a7P1RwMHp5TvHVpClOcWikCh13Khxs12SYAESCDqBChWoz3D4Rer21YDfXQUZ2yyVERom6+xDEMx2hSr+tZ5c05Pb7elrOO8mlghMxr2hit/4qwvqSCNidWatKkCpAUjutbu134s07f+e0asfg4MsiJy5RwlcBGPZkUsVUEbuz4z9UCa9hIYJemLjsh1vD48ym4DRku6AjkM1tdf8VcYWd2M5uZmNDU1obGxEcf2LMa/fboSaBqC6y4djrOaTmHXrl2YM2dO1q/CwGRU1j3giVEhUOgPO1zLUVlJxTEOrufimAf2IhgCXM/BcGQthSdQ6LVceALsAQmQAAlEkwDFajTnVY8qAmL137Gt9icYekLfEh+/VV8et8WqZ15UZ2Spzsu6d5t1m791zhHr51yJVXcErBa8KjdsxqkAvkb7YUPR1YiWjY3rmCVrEyNu7fa2tE/IHavG3NqSz3ZfdqGP5Ld1RORawhZm2d6Ip0KIPX/OiVV498S5+HaXZmz66jm8+LUVujrsJvxtjxrs2fYctlf/AAPLd2Dhh+/jy+Nn0LTlUNavQsqorNHxRBeBQn/Y4VrmkgySANdzkDRZV6EJcD0XegbYflAECr2WgxoH6yEBEiABEnASoFiN9oqIhFj9d/wAj/Sw0gEYIhJmhGmS6FJTlirB2HGPkVYgJl6RU7FqLTB3pKiO7sxSrOo+q9q9cqN6tbcOuNydokDKJbCNiVVHGzpSWPPz4C2sRzVbYrXDHrw77y180myJ1ebL8OOrBqBx23NYWXkTxrXdQ7Ea7WtP6EZX6A87FKuhWzJF3WGu56KeHnYuQwJczxkCY/GiJVDotVy0YNgxEiABEgg5AYrVkE9gmu5HQ6x+Ed+4aUP3WBoAifZ0RJh63rpu0bEiL/MnVg1hK1JYbpV3R5g6BGU1VqvUAH42r4pFrLqlp70OtFD1as9LrJoLyBWx2iKx2qWVSgNgpgKQdAASsfrClwDOnoDb+9RiH1MBRPsKFKLRFfrDDsVqiBZLCLrK9RyCSWIXfRPgevaNigWLnECh13KR42H3SIAESCC0BChWQzt1vjoeEbEKJVGHnliNbzoORftdsVv5E8Vq6g2jgharzlvlzfmIi9Vlbd1RslaO2CDFqhGxujchKtdor6ARqwCamoHm8zGlbgRa73oJr61uRjNTAfh6IbNQ7gkU+sMOxWru57iUWuB6LqXZjv5YuZ6jP8elMsJCr+VS4cxxkgAJkEC+CVCs5pt4ftuLjFiFfWt7fAMlr4hVODaUct7q70us6nyjsMRtjbkxlDF5OkLWkYfUet7qq+RyVWK1K7Dpqxl44Wt9235vtGlhKoBkOVaVWE3WnhKrvWEyalmOVafIdqQC8Myx2ogV89aiXd0I9Di2Dk8v/pRiNb/XA7aWgkChP+xQrHJ5BkmA6zlImqyr0AS4ngs9A2w/KAKFXstBjYP1kAAJkAAJOAlQrEZ7RURHrKrb5J0bKiVsNpWw4z1gb1TlzhGq5t0pXgFrg6aq2KLYu2010OdcHNZSNGGtWH3yWENmu6qfNVYhEaqW4FQbP6kNpTJJBTADL2CK2oSqjd2uU/6mbG9/j1hqAvuIi2pHrlbP1Arust5i9bH338f1V/wVRlabqQD2Yfnc1/EnybnaayJ+dE4XlJ06hV1MBRDtK1CIRlfoDzsUqyFaLCHoKtdzCCaJXfRNgOvZNyoWLHIChV7LRY6H3SMBEiCB0BKgWA3t1PnqeIjFqq/xsVCxErD2rIK9eZVOBdAMNFnfNzEVQLFOXyn2q9AfdihWS3HV5W7MXM+5Y8ua80+A6zn/zNlibggUei3nZlSslQRIgARIgGI12muAYjXa81u8o8uTWF22bBmGDRuGVq1aFS8L9iwUBE6dOoWvvvoKo0ePLkh/uZYLgj2yjXI9R3ZqS3JgXM8lOe2RHHSh13IkoXJQJEACJFAEBChWi2ASctgFitUcwmXVKQjkSaxu3LgRNTU16NatG8rKyjglJJAVgebmZtTX1+PIkSMYMGBAVnW09CSu5ZYS5PmaANcz10KUCHA9R2k2S3ssxbCWS3sGOHoSIAESyB0BitXcsS2GmilWi2EWSrEPeRKrx44dw9q1a9GrVy906dIF5eXlFKyluN6yHLN8yGlqakJDQwN27NiBwYMHo127dlnW1rLTuJZbxo9nA1zPXAVRIsD1HKXZLO2xFNNaLu2Z4OhJgARIIHcEKFZzx7YYaqZYLYZZKMU+5EmsCloRUt988w0OHTqkJBkPEsiEgMj4Dh06oGfPngWTqrq/XMuZzBzLehHgeua6iBIBrucozWZpj6WY1nJpzwRHTwIkQAK5IUCxmhuuxVIrxWqxzESp9SOPYrXU0HK8JEACJEACJEACJEACJEACJEACJEACxUGAYrU45iFXvaBYzRVZ1puaAMUqVwgJkAAJkAAJkAAJkAAJkAAJkAAJkEDECVCsRnuCKVajPb/FOzqK1eKdG/aMBEiABEiABEiABEiABEiABEiABEggEAIUq4FgLNpKKFaLdmoi3jGK1YhPMIdHAiRAAiRAAiRAAiRAAiRAAiRAAiRAsRrtNUCxGu35Ld7RUawW79ywZyRAAiRAAiRAAiRAAiRAAiRAAiRAAoEQoFgNBGPRVkKxWrRTE/GOUaxGfII5PBIgARIgARIgARIgARIgARIgARIgAYrVaK8BitVoz2/xjo5itXjnhj0jARIgARIgARIgARIgARIgARIgARIIhMAVV9eha7fOqKqqRGVlJSoqK1BZWYHy8gqUV5SjvLwMZWVlkP+p/8rKAmmXleSPQHVZl6znreyBBx7Qisx3j5ubm9HY2IgzZ87g/370O9/nsWCECFCsRmgyORQSIAESIAESIAESIAESIAESIAESIAEvAtdddx169uyJqqoq9SVyVQnWCpGrIlbLY2LV+CLJ/BA4efJkixs6dKYeFKstxsgKMiZAsZoxMp5AAiRAAiRAAiRAAiRAAiRAAiRAAiQQLgIUq8U7XxSrxTs37Fk6AhSr6QjxeRIgARIgARIgARIgARIgARIgARIggZAToFgt3gmMhFgtXrzsWS4ISBoIOfS/TU1N6nv5V9JD6BQRkibi9OnT2Lt3L+bPn5+LrrBOEiABEiABEiABEiABEiABEiABEiABEsgpAYrVnOJtUeWREKu1tbUtgsCTw0XAFKvyvVuqilgVoSpi9dSpU9i1axfmzJkTrkGytyRAAiRAAiRAAiRAAiRAAiRAAiRAAiQAgGK1eJcBxWrxzg17loQAxSqXBgmQAAmQAAmQAAmQAAmQAAmQAAmQQKkQoFgt3pmmWC3euWHPKFa5BkjNbn4zAAAgAElEQVSABEiABEiABEiABEiABEiABEiABEqcAMVq8S4AitXinRv2jGKVa4AESIAESIAESIAESIAESIAESIAESKDECVCsFu8CSCdW165di8GDB6ccwKEz9agu64KysrKsBlr2wAMP6P3dfVcgt4PrTYqYY9U3tkgULFQqgCNHjuDQoUOQF43uQySAchAkQAIkQAIkQAIkQAIkQAIkQAIkQAKBERBB1rp1a3To0AE1NTUtrpditcUIc1ZBKrEqUlUfqeQqxWrOpocVexEohFhtaGjAiRMnIBK/bdu2Wf8VgTNKAiRAAiRAAiRAAiRAAiRAAiRAAiQQHgISYNXSQwRrSw6K1ZbQy+25ycSqKVXTyVWK1dzOEWt3Eci3WJVI1YMHD+Lss8+mUOVqJAESIAESIAESIAESIAESIAESIIESIhCEWC0vL29R5CrFavEuOC+x6iVVU8lVitXind9I9izfYnXnzp3o1KkT2rVrF0meHBQJkAAJkAAJkAAJkAAJkAAJkAAJkIA3gSDEqgRsSbBWtgfFarbkcn9euhyrfnpAseqHEssERiDfYnXTpk0455xzGK0a2AyyIhIgARIgARIgARIgARIgARIgARIIB4EgxKqkF+zfv3/WA6ZYzRpdzk+kWM05YjYQNIF8i9Wvv/4a5557btDDYH0kQAIkQAIkQAIkQAIkQAIkQAIkQAJFTiAIsbp3794WeQWK1eJdJBSrxTs37FkSAhSrXBokQAIkQAIkQAIkQAIkQAIkQAIkQAL5IECxmg/K4W2DYjW8c1eyPadYLdmp58BJgARIgARIgARIgARIgARIgARIIK8EKFbzijt0jVGshm7K2OF8itWmpiZs3ry5RSH7nDESIAESIAESIAESIAESIAESIAESIIFwEkgnVmfPno0pU6akHJykApC9W8rLy7OCwFQAWWHLy0kUq3nBzEaCJJAvsSrtnDp1Cjt27KBYDXICWRcJkAAJkAAJkAAJkAAJkAAJkAAJhIRAKrEqUlUfqeSqiNVevXqhVatWWW2MTbFavItFi9Vdu3Zl3MkePXqocw6dqUd1WZes1oacX/bAAw80Z9q6SK/GxkacOXMGtbW1mZ7O8iEmkE+xevToUdTX12cuVr94CmPvmQlgGp797D6MCDFvdp0ESIAESIAESIAESIAESIAESIAESpVAMrFqStV0clXEardu3VBdXZ2VPKNYLd7VV+JidRsWvD8D8z3nZyKmf2sC+hTv3LWgZ0ew8pN/wqouv8CtA2syrufI+lfwTztWJ55XOx2/HOmPmKrj2HiP8rG+vXFiKG668FYMb5/YTD7FqlxAGxoaMhSrDZj1s0l4bBGlasaLq8UnrMBTY++GUtrPfIb7RrW4QlZAAiRAAiRAAiRAAiRAAiRAAiRQMAKF/4znJVa9pGoquSpitUuXLujQoQPFasHWUm4aplh9fwYw+JeY0NMErOVegHL18Eq88vl+jE8ra2OyN7FPQS6A7MXqtuW/xIz9XtLTktQ+5aopVh2S9ZsF+OVa2FLbS8DmU6weOHAA+/fvz1Csxi/8uPNZfHbbJvz82sewcPzDmPfrqegS5FSWUl12FLBr0ML4Z7GY4IbZP8ekRxf6kKp6jqbhwTtn4onnKWJLaSmFcawrfj0Wdz8PqGuKtd5RPyt2bQk4Mj72OgIefvtXmNqtyGjZYwbqHpmHX01p4RVVX1fufBbP4m7FWP4oM3FBjLf3H2ji1w/ekVBk64PdIYGCEMjxB37jOmVf/93j1NfGHL3X1L+DsvqjddDX7RbPsQ6AqMv495x+nxnI758WjyPPFdjzmDk3Pz31s8Zyyz/7deFnfMVeRrP16mfQ693PXMN13fP/GS93pNPlWPXTsohVudu6U6dOFKt+gIWoDMVqEokZi8rsWYCo1eIVqzEmSBpJqqQr/EWtJo1YdYlVr9dS8YtVwCFBKFZbfkk0pGr8Tb1+AxQXLMJ9xjl+ZAvFSMsnhTXkk4B9TTGjsUtQrJocEIRASCJWU0e78/qRz7XPtkig+AnkWKz6AZBjseqnC8nKBH7dbkln1LnZC7Tcir0WDyy3FeRYrPrpfEnz9wOoBWVsser5B/zCB6D4/4zXAghpTqVYzR3bKNRMsZpKrDacj19cMhzqZnkVcfoGnDfAuyJaHWUmYvpgYMaW2lgdZsSqkodGAoI2N1ntOFMTDO31C9zaY1Ms0lXqWjsfEwf/ArVb5FZ55/KbmBB1azzv6vvQXtNxfsOMWCqAmqXOvshpdn+cbWQkm91jBKDGY6Ue8IxY7bbJ6EssKrb/rnjKgFi0rNUnycpbezceHt4LIlqbdn6I/73uA6AJ9lf/rnfiyh6VkATCc+bMyfj1KvVmF7FqitUHMe35J9St6eoY/zCeOu8x3CeRZ8ah/xKo3nxuqEPdooVYqATKs8A9sVvbHZFqGY8mxCcYkQ7uSAn9Zl34Td88KRbRZxxmeecbe83YHbEal7XxaiSlww+xSaV3cMxaxpEOIZ4Fdr3ABDw/mCaIVa/1G48s8Xt98Ypa0K8ldx2TrgHmveN1PYOVEsV4znyzrh72SJuiRaenNLXkxZ3TMO35mZgJI2rGuE7YLer2vKLddf0+I1a9rx834a7xb+A5z+uCceeC1aGgIz4KvCTZPAmQgE3AKVZ/uPXnmPQu7PdyUiz++k92bUhxzbSvU0/i4Q33O9+LqOsc7DRI2bzXlHNi13iP3yHWddQRYXa2vlvCeKeUNP1Siut2wrVZX9Ndf7xyRK7FxrppfB0WLlLvlPHsM8Ddal8Dp/xxRsWZder3dLH2LvskdreT832ftT+C63dLndWuzOcjeDT5eVF8dbjEav+XnZ9ZHPw9fifH1ljy343x+TI++5i/P/u+YO1fEXuw7pGXMfHd21zvzfUaiLUTXyeqd7F9L5L2zSncU66LCM6vp1i136eluEYYrzu/7zPjcz0P/Z91fb5yv3cz7igysev3parfSa+3wU4UxWqwPKNWG8VqilQA8RykXre5W+kC4JKi9q3w1jlaUmqxemEtFn3+BnraIjRW7htbOroiVrUUteqNyUWn0E0dSZrYd50jdWi364D6OYAhPIHkt/RnIlaPHD6CmvZm/lapdxFqrbypmaYC+EW7RXa07AU1YlWlvmfxzdn34/sDqnH40GG0adtGbWgmX6dPb8PiTz5H9XlXomLj23h3yTcZv3aDEavOVAAvXzUft6k3b+5f7rE3d+pNipKD0/DwI5vwmJQdb4rWEswb6iMqLy6CvLnG3xzFnoe+rRpOsapv/xUB/uxV83G3NVc6XYAdIcfNyTJ+PfGElhGw/4hgfahTbyjtD7eude2Whtb1xlz3qa4vjtfT2/0xQ6UbcF2jxj+MVNez++8HnnxyofUHofiH/oTbSK3XkuOPS88nuc3fKmveqm/LCscfYOJv1Ovuux946knrD1VOcaDO1R/UUqQCUJLEuG7HOVpz6sFbXzNUG5d8ZKVsyM3tky1bWTybBEig5QQ8xKq+ZiS5hjqv4XVIec2EtSHq+BHAohXe11X9+yDNtdnxXlOuXXdvwiRrs1Xne53L8JH1B2VnehR9fbWuZzvTbNaa7LptXxctYWOPUdJm9ccLKl++9Z7OQ6zGAg4exsMbHlNiTQtPc9NYX2L1+YmYf2c8XdcOR9qd+O8u57UcsH+3WNd/53kR3bLWS6zKZxbXOooHIySukVS/G/VnIP0HW6/fn/r9vCOgwvM9z0TMt/ZccJS9Mx7w4qzfDKKow8Mp10U05zd1xGrie0CV3s71ecjv+0z92rzprjq88VyS94ru616Sz86Oz3iu623Q6awoVlv+2zLKNVCsJtu8ypEr1Pv2fCUH7ajWxDKO5+2I1f7YlDKHqpdYXYXzLSHpebu9qjtexrlgvfpu5VjtIGL1a7tufV6yW/ozEauxunSu2niP/n/23gdYr6o8+H3OSdKmBmJiTgkp8HlOrkWhUpkrbfPHC+HUEYc06J18HYyk6UCUjvaittDJgMLQoHCdT0bFr3WGMeEODY0MjUXy4QjDHALX/LktWhQLIzqc008xQE9MDPD1UEK8s/bftfZee797v3/23mu/vzNzij1n77We9XvWfvOe3/vsZ4eVtV2J1YD1ol8psSry0+//tRz4DV+snjx5Ut5447j88J/+uzz4H3HV6rvPuEqW/LyBYjWq3ArfjJv/YBn/2Cf+4B+6BzKVEasZXKN/dMPfa2PqPVZDsZp8s2W8EVQ9HQvE1OZ/OFhb9QTSn+5vlp3RG0hTrKZlo+X34R+1ltcX8811+Idl+jUqqtaxXXf/bUJu+atd/h9cub2lg9dA77jEH9MJzD6DxB/a4fiJazJ8cx+L1fhhgnqleymxmnr98AO08f7iTdPyF0qspKp0q987zAgBCAyaQIZY9a7/M4LqfdsHK1qFXN5rZigv3n+JyLcfsr+uaq0Aog+9irzXvOz5oNo1/qDZVl2f3RMxvzVK5uv2Z0S2Z/YI71yxGt6xEL6/i+/wSr/Wm5WSCYGW7CVulbiJOz9sH/4V6YM76G046PEzxKq/X+J9lO49Hucz799Gu2wzJabeCiC8U83+nicUqwm5G4nVDtdj7r5ouVhN7aOc/Z/13kv/UNnyPjN6Pdm2WXZ9PuO9YnQHk/6BkmJv/u1s/o2X93rb+wWCWO2dYZtHQKzmPbzqN8J+oeYt+saGSNzGbzx0St0Ob2sF4ElB7bZ20StQqxarDybaGwSrszyEqpNYjUXyhEwfUu0K9Idcmevqh1hVFaX+98vy1P/3Jfnmf5wt6995mZz9G2HF6j/IyaaK1Yx/tMJPa/VKBtFuc+/qoQGuv4IVkJjpT1nz/tHV/1G2V6wm3yQiVl3fRO7Hb/xRG3yKv3bLZpG7d0UPr4pkYvhQp4w3vJ1eX8weZuEfS6ZYVWPElZxJvsGbcEncLpohWf21rZXNW0R23Z0lI9O3DwZa02/JEc6VqB7SK1ZTUZatWE1Jimyx6v1hmbzNFcnq/oXICiBgJWAXq/57ifAWf1PkGO1FwrYmWa+ZurQL+/aHcSQ/XDIqVu2vzcZ7zejW7LJiNdk2IBaa8aw5r9thRaD14YtFxKo/3xnRwxa3yvSlWpWr0i9B9WkhsZq8PdxosRDnLtXj03peO8VbXFSQfj8Q3+Kv74OMPZLxb6PtfU60l4J/P21iNX1JqhhCsZqseg4rVguK1SHKb6mK1RR08wP8Tu8zc1uLJCuQjUr9bLGa93rbr3+4EKv9ItnOcRCrhXqsFnmgVMGKVb3varCncitfE9WoVVSsZm31Tg+vitexRL6X4tp/sRpXrB6V//ex/0d+9b9tk98f01sBNFisZvyBbfuHBrEay5mkWI7eBBT8RzeuHovftGdWrOZVcRSQve38J4NV1UUgWS1k/lFermK10xveIhWrhlgtIAyNKlFV9a1/Jf5wsX6AZOm9aowZ3VaaYBG1ArD90S+iP3V2p1zltWIxb3vVBHJZsRqtMf7jcig/HKvromFeCFRGoKhYDeWfH9jmryVuqz9NU5KBFEy2LHniE7G0s74G6mK1yHvNsmL1v90o03+l2sOoLyWn0kIzWkXe63bua7MpVn15mrxduKRYNVrnxD1WoxYMKmj9lvYOYvX3Lvt9+ecH/slfauq8IRer0d00nfaI+W9jeNeY+e+keUz4ga5+e7+9f3mWnC8mVvP3RTvza++xmnNnZfK9XPLDjOCas/0dm1UBb72jqODfeFWK1SeffLL0vy7nn3++d87s7KwsXbpUlixZIiMjI6XHWb9+vaxYsUIWLFjgfc+fP9/7njdvnoyOjnrfalz9u/QknNAVAcRqCbE6ZVRxBrfTqwdAeQ9kSvYmTfRgDVsBeA+hOuw9mOm8U/2cebL0P8xerVHlq02s9thjVYIHS+X1WDUqb7Wt5Vfa6pWo4S/19fpiVecVVuj21ArgefG4pXus+mL1sTdvluvecbrXY/WnP/yi/MNRkca2Akj2jUpUWXUSH11d7S6fpH26Hb/h0j4JD//RLdJ/J6pw8Hvd2sRqsl8UPVZd3jztiD31JtSQkeV6rHZ6fSnSY9WsWE3fnh8+pM98o5vRO1V7OILeHy/OXIaY1P9oj24r1WWF1gcveriC+UfCB8L+gCV6rEZ/5IcBpvq7xQ+1Sj6sA7HajuuRVUDAJFBerHqvBWEPQVkrV/7X/XLXP4SvkfGDrAyx+jsi8q8Zx4QfLtl6rCYEZ9gPNFnJWajHaiRWkw9+Sn541eF1+4I/kt9/4n+IUpMGC6MtjPl67n84HranKS5W1XkPje/QemVbxKo3b9xX1pwrZB7ewSESiVXree0Ub4UrVhN9LuMemPn/NoZiddV5IoeeMh9CpXrq6u87bD1WJUfAR3eQFOyxGonVIcpvGbEatnkymf+uWSVeQKwa/XSj6v7gegt74Bf8Gw+xilit+50JYjVPrD7/jIQiUMKHSGkZ059y7/3YOOYcmVwqMvUf58p1q86TU6IeqxeKGG0A1Il6K4C4L6k3/unTif6p6b6l3gjRw7AsWyoZ+9KtslV2yIE3XSeXn/I9uflHU8ZJuWOpzqmqt+zzz6QnitoiJFn48U28FEvZiRfulS/8rzVy87vO8scL/rcvfUW2rrtQzgrnCn5ntE9QbVaXXiU3nneG1w7g5PGn5B++90159qTfX3XVW/8vOf3f/7vcf/Stcv5bfkf+5ZEHS19rfXt4lf601jU3Sigc4oDSvWs6iY/Si2nDCbYne6t1JR8coK1VlxhmhV94kClWrU/E9WRt+CZcB8mDaNqwrVxZg+3T/dRD2wxBGa6s/OtLPG5MJ7yW8itn1fHJpzprhHP6raZur9QTk1khrknS6LZS7cTkk2W1X0UVLtottlkVq6qvtf31I/4jMfV6nrylVx1QoLLXlf1InBCAgE6gqFj9skQf5ninb5bNW3bJLu8BQFfKxgN3yR592OSHNpoUig6LXle12+7LvNfUKlat73WC1y39td9oA7Nms2yWXbLrQOI1rsjrdthXNlqM9r7K9p6vpFiNezHqUJM9Vm8S+Wz8VPK4xU4g9qJKV3PHJ59InzrPL05r11dGj9V0q4WwRYNf1yz6HvmvV8raf7grqHgO8CT3mFEVbR4T3WXi9Tf/ukw+8iHv4WXxVyj4c9pJJNtpRB+8aj2Pv9VhX7Qwv3axqhWxGD2jbcwT7TcKiNW4N7I2Xup1b6eE78+MWdWHU+eLmO8f7a1X+nUhhq0AqFjtF9F2jTPkYnWwyTSE4WCnGqrRlfBUX3GP1V8FD6/y2wCo79dff11OnDgh//mf/ykvvPCCPPhgtWJ1qBLSpsXqfcwunJIL1JNyOz58p00AWAsE6iEQ9ln1+qVqt8MWjib4g0/dcvZly+1phcfhQAhAAAIQgAAEIAABCCQIIFbZEnkEEKt93B9m/1O/NcBhVXXqtQrgq18EEKv9Isk4aQLJRvtUpbJLIDBQAnpLg14qOhGrA00Tg0MAAhCAAAQgAIFhJoBYHebsd147YrUzoxJHBH1WwzOMnqwlhuHQXAKIVTYIBCAAAQhAAAIQgAAEIAABCEAAAlUQQKxWQdndORCr7uZuaCNHrA5t6lk4BCAAAQhAAAIQgAAEIAABCECgUgKI1UpxOzcZYtW5lBEwYpU9AAEIQAACEIAABCAAAQhAAAIQgEAVBBCrVVB2dw7Eqru5G9rIEatDm3oWDgEIQAACEIAABCAAAQhAAAIQqJQAYrVS3M5Nhlh1LmUEjFhlD0AAAhCAAAQgAAEIQAACEIAABCBQBQHEahWU3Z0Dsepu7oY2csTq0KaehUMAAhCAAAQgAAEIQAACEIAABColgFitFLdzkyFWnUsZASNW2QMQgAAEIAABCEAAAhCAAAQgAAEIVEEAsVoFZXfnQKy6m7uhjRyxOrSpZ+EQgAAEIAABCEAAAhCAAAQgAIFKCSBWK8Xt3GSIVedSRsCIVfYABCAAAQhAAAIQgAAEIAABCEAAAlUQQKxWQdndORCr7uZuaCNHrA5t6lk4BCAAAQhAAAIQgAAEIAABCECgUgKI1UpxOzcZYtW5lBEwYpU9AAEIQAACEIAABCAAAQhAAAIQgEAVBBCrVVB2dw7Eqru5G9rI6xCrQwubhUMAAhCAAAQgAAEIQAACEIAABIaYwNjYmLf6J598sjSF888/3ztndnZWli5dKkuWLJGRkZHS46xfv15WrFghCxYs8L7nz5/vfc+bN09GR0e9bzWu/l16Ek7oigBitStsnFQnAcRqnfSZGwIQgAAEIAABCEAAAhCAAAQgMDwEEKvDk+tuVtoKsdrNwjnHXQK6WFWrOHnypKifqf++8cYb3veJEye879dff937ZGhqaqr0gtWYx44dk6NHj8qZZ55Z+nxOgAAEIAABCEAAAhCAAAQgAAEIQMBtAnNzc94CqFh1O4+Dir4VYlWVU/M1PATqqFhFrA7P/mKlEIAABCAAAQhAAAIQgAAEIACBkEATxOp73/teOe2007zb/1UrANUCwNYKQMUctgMgg8UJnHrqqcUPThyJWO0aHSfWRQCxWhd55oUABCAAAQhAAAIQgAAEIAABCAwXgSaI1T+8ZJ2MnTbm91ddoPqrzvPkqtdjdd6ojI6Mysio6t2q+qz6cpWv4gSWLPT76HbzhVjthhrn1EoAsVorfiaHAAQgAAEIQAACEIAABCAAAQgMDQHEavtTjVilFUD7d7m2QsTqUKWbxUIAAhCAAAQgAAEIQAACEIAABGojgFitDX1lEyNWEauVbbYmTIRYbUIWiAECEIAABCAAAQhAAAIQgAAEINB+AojV9ucYsYpYbf8u11aIWB2qdLNYCEAAAhCAAAQgAAEIQAACEIBAbQQQq7Whr2xixCpitbLN1oSJEKtNyAIxQAACEIAABCAAAQhAAAIQgAAE2k8Asdr+HCNWEavt3+XaChGrQ5VuFgsBCEAAAhCAAAQgAAEIQAACjhMYnZuTkwsXOrkKxKqTaSsVNGIVsVpqw7h+MGLV9QwSPwQgAAEIQAACEIAABCAAAQgME4F5e7bJ6Jl/La//gXtyFbHa/p2KWEWstn+XaytErA5VulksBCAAAQhAAAIQgAAEIAABCDhOYN69l8u8vzomv7rvm87JVcSq45uvQPiIVcRqgW3SnkPaJVZ/KF9Zc7XIVw/INe+qMUff/4qs+djuIIDVcv39t8uG00TE+Ln69Sa588A18k4t1B/+zRq5Wu6UA38e//TIg9fKhs8dTI8X/MT7/dQ62Xv7BlmWWLZtPBGfUxjhppDXS3vl2g/eJtFMn94rt683R0yPd0T2XrtBbgtPEpHV2nlm7Pp6zRjkCnPNNWav0qk9nvfkcImiiY8xmZrheuzP/HtZ8zFJ7a0w78b1EeRckjmbudLYg+Ys6ZzL6uut+y86L7G31M/1faI43DWe3m/++fF1/eGfZex1b/x9ss671srEl9iH2kLVdXHxd1R+0lsiumZs15stn4n97eUwwdjfC+aA+jz6tWc7VufpUeswnkgZTmZc9n17l4yHr3X64Zbce78OmWT93tsk18vebSK3aq9L0dDanut4TajXsdTrr0hWHit9EWAyCEAAAhCAAAQg0AUBT6xuuV9k+Trn5CpitYuEO3YKYhWx6tiW7S3cdohVUxDU+seyJwlm5MpAmMbSc0L+PiF9PTnxnC+kRJenuoTxZMBMJGcNiaqLgoTYMkSDIXV8VjNbAvkcxXuxPLrmapmJBJsSTrEoyRovJXUDSTKuZK18RdbcPR4Jt6QYikWaL7fiuXvb086crVh9fkbGleIO8+FJxLSgSu2VXPGZ8QGDt19M4arGfVQ2ye7n4jzZpF/MNLjWRBeptp9pWbDIW0n8rKhYvWaFLlC1qKIPF9bIASX6C8dn5x2ObI0rcU1GUWTm0/8QQ39dSjJOi0oRn1EoiwNRKnfK3vG7ZMPnxhPi3Mx55/G6yGO40BL71jsl8ZroD6Nd8793wHjNTF2/1vOD+FemP5CxfpgUvFYa/zbYfubMiweBQgACEIAABDoT+OUvfylPP/20HD9+PPfgxYsXy7nnnitvfvObOw/KEY0hEIlVFZFjchWx2phtNLBAEKuI1YFtriYO3A6xGpJNSMMagCthcqvcoFV6huLmSpn54KNysV6hqv6w18SjCjcltTyJIXJDWI1qOcerxEqMExFJVsZlHpsWTDaplIwvvd44B6ra79H3aNXDhsQ15WF6nBqSV/GUIUtPlEWiNEP0aXnzJHyuWLXso6CC0awK1fdmQqJnjK8LXrOWOUt05UhzTcKrvVKkYlVVoqf3pbnnwg8riseXUWlpZRZKwfQ5ufn89LjcNmWX1/6HFklRmp4nFIbmfkm/9nlVvR3Gm7gv/lCnGKf44ii1bzPFqpbHrsSqfY971JJV//qHPck7GbIkecWvBUwHAQhAwCNQ4M4mSEGgDIGDBw/K2NiYrFixIve0w4cPy+zsrKxevbrM8Bw7QAIjc8dkZC5/gpE9fybzPn5/fJBDchWxOsDN05ChEauI1YZsxWrCQKwOmLMhE7sQq97tureKbPPbCWRW0BUUq74UGZdN9+xOtAKwi1VrWwJNuuWJ1VQ7hkypa65xwBlpyPDahwBeFWZY5ZxTsRq0iMivKA2Wl6rys4yr5eOwdit+3vh5laX28/IqQk0hWlSspj5I0NYqOS0FyseXc72lWi10yucNIp+PK8X1WArlUxeGfzztt+zIaJ9RZLzyeUwLXL96OH/femfZKk71alwxq/xTF2hOxeq+yQLtSqznh7PkVyw35MWCMCAAgaEgkL7bJPvDzKEAwiL7QODb3/62rF27ttBI+/fvl/e///2FjuWgwRMwqlHLTOeIXEWslkmqm8ciVhGrbu7cLqNGrHYJrshpxu3Oh+Ura7oRq+leialWByUqVv3qOIn7vkaCQ1XUarfjh30PO/SGLCxWrbfdav0tO/XoLLsiG0oAACAASURBVMLbpWMM2aNXWmf0/NTykN1PUu/VmqjetuwRQ64VrIgtL+QGIFYT7RJ0kdhdfHG/4WgLBbxtfUptvZFNeZjMZ1DdqgnEFVrVcRERquJKVWImKpvC14Ui45XnZBP2GetU/aT1rx56rHpr8gRu3Ps5HDrZUzZSpdaK1bg9ixkcYtWll01ihUC7CajXo87vE9vNgNX1m8DevXsLV6Gq6tYNGzb0OwTG65JA12JVzeeAXEWsdrkxHDoNsdoHsfrskZ/JD196Tv7o7NXya/MWZKb/lR/fK194foVsXXehnOXQJmlTqIjVQWQz7vkaS9Bib5htt9obt/Va+mSWaQWQli6aWPDETygwVsumK0RmxvW2BunbbzuL1VAUag/xSiH3edmqzwaRnSaMaZWjnsyT7B6rZSpWE20l0iLNJnD9HK355+xWA+WF3CDEql5JKkbP4P7GV7xitWg+w/hukFujdg5FRKhVrBobOZacXiuADq0iynPyJyu6zrRYTYvNSBR7FbhZ4jOrR2v2a4a9FQBitQmve8QAAQjkESj2PhGGEChDYM+ePbJq1apCpxw6dEg2btxY6FgOGjyBnsSqA3IVsTr4PVT3DIjVPojV7x5+Vr778x/J2JvenCtXKxOrLz8l9373qKzpKHB/Ko/v2yHy9pvlwvxWND3v059+/2Y58Kbr5PLfPqXnsXoZALHaCz3buYGwSt2mW+wNc+cepvm3dJv9Ei19CJWY/c7F2hPfs8WX92AjvUeqpQdsrlgNKs30J857xCy35g5Xj1VLL+Cc/rOR0ApkWVERF3NWDyZL9ATNqWDVpV9yhzehx6oXUxi/98T4WJp1F1/JHqup/Vsmn/71JleI7JYrveswu8eqOa4vDL8g1z93XfzwOS1BhrS19ljtpRettwvNB98Z17Jlj4WxZd2Kn5HD1KtqxvlZcpgeq/3+N43xIACBaggUe59YTSzM0hYCiFV3M9mzWJXlIl98WE58/B1ysoEYEKsNTEqfQ0Ks9lGsqtzkydXKxGrhTVKdWC0c0oAPRKz2F3C29CrWO8tasTq1TvaGD69KPCnckEzhMdqScitU1S270XhmD0j/AQrmE+STgi/6/1Px3SbjXz0g2Q8kSrJIs+lvVho2mrV1Qyit7hT5WPaDkSIR16EiMVyxJ8dlk+wWXaZnPOQtiOvuyX2yJXP8Lp4mb7TECNR/4md5FZThE+RF3RYePXzI78s7szJZVV02vvxbwa1xJUVfyXxGVZ/ahy9+ywG9lUN4bfrXUvjQrlCspqu7zYeEdR6vLCdNZhuvM/n71tuHOWLUe9BYQo73XayqAW2tSKztSRr2WkE4EIDAEBFArA5RsitbKmK1MtR9n6g3sbpc5G8flhNbmylVFSzEat+3TOMGRKz2WazmyVVTrCqpeUCWvv1cefpHe+QZb2tMam0CXpGnDn1B9hhPx9N+f/hxuflHU/GGWrhRrlt1nnj1oHrFauZxvlQNRzjnjOvk8lO+Z46pxtLG9eL/X2tkq+yQHUf9qb3zvCrUdLzx70T0ilWfg7/i8GsyqppNjxP/rvfrB7HaO0N9BHtPxuA2+MNKVu7WDk+IFEtFaFgldtvB+LReeqx6o2T0ZvQFSNwKQN0Wrh6YpX+lRW3c9iA8zu996N+ircft/z5Yc6LvYla/xP5mpxmjZUlEn+1Fsumex2Q8yV57erl3q/7ntA2hLSvF0SaPMh/m40vG37xG5I6v2MYP2zmkcy6deuRa+mzqsdqvm3C/qGrIq8UUq+Ft6Vq/4IhDmfi6EKtej9e4H3H5fAbxrVStH94ZRW1jkGLktYNQ7SKy+8KGA3Yaz/bakpfHzuv8v6MH4hlX2v+5RVb/492S3lH21wLjXLWvMsRrVqVvqmI1HDD1tG2R1GtpM14iiAICEBhKAojVoUz7gBeNWB0w4AEO371Ybb5UVdgQqwPcPA0ZGrE6ALGqcmurXE2L1R0ypYlLJR93/EcoSF+RV14+RU45Nd4podi8eeUxufe7e2RFJCN9SXo4lJyhWH33UjmQd5xoFaunqPYBe0QiUarmDeTr0q1y87vOklCIRqLTm8ePY+Klm2XHUU38ar9TbQYMsfryK3LKqVpLAE0Ei8FAgjn715e2XWK1Ia8ihAEBCEAAAhCAAAQgAIHCBIrd2VR4OA6EgIggVt3dBqPPPymjPzmWv4B9t8norfu0Y9yQqohVd/dlmcgRqwMSqyoJa856p7zztIkoHzaxqvc39X5/5Ny48lSdaa04XSLfy+uNGonKCZnO7aGaFKtPy7nvvlzO02SuJ3tFE6tGfPH5nlgNjvMX7FeeHn2r37813WPVrJgVOUc2vvtymXjBwqDMju5wLGK1jzAZCgIQgAAEIAABCEAAAt0QSFXWp+9s6mZYzhleAojVduferGp1R6oiVtu9L8PVIVYHJFbfvuwsuWj8fGMXlRKroVANqkU9VZkQr570DG7JN9oIJB5elXmcpWLVvEE/CF+vWC0sVs0LKBarR4MWBMnqVk3qBtWuYSx6S4FeL0vEaq8EOR8CEIAABCAAAQhAAAIQgECzCDz88MMyNjYmy5cvzw3sxRdflNnZWXnf+97XrAUQTS6BWKy6JVURq8OxsRGrAxCrNqkaidHnw9va0w+O0sWpWKpXo9+/9ah84d+WGpWthnQNxerbRXbkHZcSq+mKVf0ySFfUdlGxevq03PvdxDxevOpn60X+Na5y9efu7wO2EKvD8cLGKiEAAQhAAAIQgAAEIACB4SEwMzMjzz77rLz88su5iz711FPl7LPPlvHx8eGB04KV+mL1YOMfVGVDTY/VFmzADktArPZZrGZJ1a7E6vPi3R7v3ZofVnGqnqxKrP7ocPw7pR/13qS6WM07rmCP1bBdQUexWqTHqidW9V6u4cOqVCsAX6zu+Q2/9YD3lejV2usliVjtlSDnQwACEIAABCAAAQhAAAIQaBYBJa9effVVOXnyZG5go6OjsmjRIlm4cGGzFkA0uQTm3funMu+V6+XE1ndIfoabBxKx2ryc9DsixGofxWqeVC0rVtWjnYxb+JVQ/R2RB7+7R55ZulW2yg6tDYAaPXlr/VFZs+5C8R4GFbULSBwX9EHdMyfi3W5/yvfk5h9NGXsselCVpRWBWU0aCtL4dP0WfqPHqtE3VhOqc5OyNXjglt6SgFYA/b7sGQ8CEIAABCAAAQhAAAIQgAAEIOAGgdF/mxF567hzUlXRRay6scd6iRKx2gex+m/HXpCfv3xEVp/1O73kgnMrIEDFagWQmQICEIAABCAAAQhAAAIQgAAEIAABxOoQ7AHEah/E6hDsk9YsEbHamlSyEAhAAAIQgAAEIAABCEAAAhCAQKMJULHa6PT0JTjEKmK1LxvJlUEQq65kijghAAEIQAACEIAABCAAAQhAAAJuE0Csup2/ItEjVhGrRfZJa45BrLYmlSwEAhCAAAQgAAEIQAACEIAABCDQaAKI1Uanpy/BIVYRq33ZSK4Mglh1JVPECQEIQAACEIAABCAAAQhAAAIQcJsAYtXt/BWJHrGKWC2yT1pzDGK1NalkIRCAAAQgAAEIQAACEIAABCAAgUYTQKw2Oj19CQ6xiljty0ZyZRDEqiuZIk4IQAACEIAABCAAAQhAAAIQgIDbBBCrbuevSPSIVcRqkX3SmmMQq61JJQuBAAQgAAEIQAACEIAABCAAAQg0mgBitdHp6UtwiFXEal82kiuDIFZdyRRxQgACEIAABCAAAQhAAAIQgAAE3CaAWHU7f0WiR6wiVovsk9Ycg1htTSpZCAQgAAEIQAACEIAABCAAAQhAoNEEmiBWJycnZWxsTBYsWCDz58/3vufNm+d9j46Oet8jIyMeR/Xf8H83GmyDglvag1d87bXXvJW88MILpVd0+umne+ccP/GSLBpZ1nXeRrZt2/arsrMrufbGG2/IiRMnpBcAZefl+PoJIFbrzwERQAACEIAABCAAAQhAAAIQgAAEhoFAE8TqpZdeKsuXL/fEalKuhmJV/Rex2t2OVIK62y/EarfkOK82AojV2tAzMQQgAAEIQAACEIAABCAAAQhAYKgIIFbbn27Eag8lu+3fHu1bYR1itX0UWREEIAABCEAAAhCAAAQgAAEIQAACnQioW/DV15NPPtnp0NTvzz//fO9ns7Oz3t3WS5Ys6ep2bypWS6MvdQJiFbFaasO4fnAdYnXlypWuYyN+CEAAAhCAAAQgAAEIQAACEIAABEoSOH78OGK1JDPXDkesIlZd27M9xYtY7QkfJ0MAAhCAAAQgAAEIQAACEIAABCBQkABitSAohw8berHqcO4IvQsCulhVp588eVLUz9R/1QPNwoeaqQebvf76617J/dTUVOmZ1JjHjh2To0ePChWrpfFxAgQgAAEIQAACEIAABCAAAQhAwHkCiFXnU9hxAUMvVlWfCr6GhwAVq8OTa1YKAQhAAAIQgAAEIAABCEAAAhCokwBitU761cyNWEWsVrPTGjILYrUhiSAMCEAAAhCAAAQgAAEIQAACEIBAywkgVlueYBFBrCJW27/LtRUiVocq3SwWAhCAAAQgAAEIQAACEIAABCBQGwHEam3oK5sYsYpYrWyzNWEixGoTskAMEIAABCAAAQhAAAIQgAAEIACB9hNArLY/x4hVxGr7d7m2QsTqUKWbxUIAAhCAAAQgAAEIQAACEIAABGojgFitDX1lEyNWEauVbbYmTIRYbUIWiAECEIAABCAAAQhAAAIQgAAEIFCQwNycyMKFBQ9u1mGI1WblYxDRIFYRq4PYV40dE7Ha2NQQGAQgAAEIQAACEIAABCAAAQhAIE3gvutEzvqsyCr35Cpitf0bGrGKWG3/LtdWiFgdqnSzWAhAAAIQgAAEIAABCEAAAhBwncDujSJ/eUzkHx90Tq4iVl3ffJ3jR6wiVjvvkhYd0Rqx+uSX5IKP7Aoys1Zu/NaX5QOn1ZSorFiMn6vYNsvOJz4lv6uF+YM7LpCrZKc88Yn4p0ce+KRcsn1/5tq83z8yKQ/d8QFZlliybbzokJe+KZ+8dFq2hjF4//8tEs1000Py5cvCEX8gX7rgKgkJyxY9RvN3m7/2hHzqfH8WM3Z9vXnj1ZS3Gqb18nN3DpcopvgYk2kc9FojXyJh7h8a36HtH3OR3jn/5e+0aycBwchzMKYRr3m8v540SDO2I/LNT1witxzQjltzY7R/i6wvax597+lRpDmLSGK/+8enr8nUaoLrWJ8re/zw+krs93DQPq3bi1y77rzhLXHmbXGP+8zW6LUnzTi5T3fIROJ1NjmG+Vpzi4i2R/08S+K1WnGKx+3M1bb/CuSwhmudKSEAAQhAAAIQgEBfCSix+uFviJw+6ZxcRaz2dSc0cjDEKmK1kRtzUEG1QqwmBGGeaBwUR1MgxLIyjmVC/u6Cq0Q0+eFJg5/4Qkl0earLLE+OTEfywVibLmo1QaNiMeRUQo75sYZyK5QQvviZjsRHWnDsGA9Fq36seJJs+qpApuq5UPHtnIiEmS551f+2j5dUwwPPWH0TKFafnZYJpatDfmJyD4NL7RVNgHnHBJJwIrm/ZKd4YjV5fMaqc68da7xpsRXnNfidEVuw7yQWqdFeDH7mXQsd1mfun2CexLViXJNWzvp+D66KnA8p4utmu0y/TWSXWCSkfq0Zr0u2vJrX4BndrtuaSzV2Os68za5LUZvQNH9m36dZYlWdOyWbZddP4teD6DXKeO2yiVUR44Oc5AdC4aIK7M/6LnZmhgAEIAABCFRP4Be/+IU89dRTEkqsrAgWL14s5513nrzlLW+pPkhm7J5AKFbVCI7JVcRq92l35UzEKmLVlb3alzjbIFbVH+jb5aZEdWW6mqovwDoMkh3LVpm+dEom9QrVhHhUQ6fEhCcLRG4Kq1Et53iVaZrA1EPMEh1+nJMysX06iCktSmJ59bxRRRbG6TFX1Y4Zc3sy5cK4etWXf0o6T8qUVpVmjBdVyFaRrXrnCHNjik+7sNJzbBWPgSiPBLckKlb7IFbt8ZoMrcJTi23y8fjDBFOhB5LxbVki2P99uD77PPmyryxnq+IP9/C3JmSHVu3tx3OjTGyfiqs4O4pVb+f71bs9rduyjzPiLCJW/QrniVQ1vTo3Fvzqg6KiFathXtRrYHyOv58m5caf3BJ/MJP4YKEz13hFRfZnvVc8s0MAAhDoQKDAnU0whEAZAo899piMjY3JihUrck87fPiwzM7OykUXXVRmeI4dJIG5YyJzHSa4b6vI1d+ID3JIriJWB7l5mjE2YhWx2oydWFEUbRCrKVRZFU0VMTWmMWRiF2LVEy/bRT7jtzbIrNQrJVaV6FCxKMEZxmQXq8m2BP7a4pjec0jJkQnZfPeuqE1A1u3Y2QLYXGMdaap+Tk0U/pbekiGnYjVoEWGV5d4+m5JJ7dZsoxVAz2I1K16TnHV/ahWrSqymKlqDIXLFWGJ92RWrkhCC2XH7FZjl2obE7M+wit6bZHtcbVtIrMYfplgri4us27J5s+LM2+eFxGT0IU4Jsap98PO8VqkexXjhlPbhjL1SPptruKJi+7P665wZIQABCBQl4N8NlHVn0xDdz1MUGMcVIPDAAw/I2rVrCxwpsn//frnssssKHctBFRDQq1HLTOeIXEWslkmqm8ciVhGrbu7cLqNunVgNJI7ey69LNL2fZsSiqj67EathX8s4HGsvxRJiNa4kDQWr6vOaaAUQ9p/M6qUa3L7rtzDQ+iRaBJ8XubXfo9Z3MtHKoHf4DR/BkG56NWZGL04tD/YepGlB2LnHaroXZWYrgMx402I1r8eqvdLUH8MQe1FP4XB8c332HquW3pod4070e83dh2bVbPLWeV8Ya60xCgjz/qxbRIy4s+PMuyrKi1Wt57I+sKUvbyTTNcmqV15nVcfHP8/iGkzcMc8Nfz0gPAhAAALe+7DO7xMBBYEyBPbs2SOrV68udMrBgwdl48aNhY7loAoIdCtWVWgOyFXEagV7qOYpEKuI1Zq3YLXTt0esxoIks2KyMrS2WIq9YU5WI/oSTbst1xOUiaq8Mq0A1LGPTwYPqEnEZDzMZ61s3iIyPa63WAgB+uubeu9DYlSSeb9OVlyGojCvMjAeL35YVmXJqmUiqxz1hJSk2i54VLWHmtVRsZodr/7otYyKao1wYbFq7bEaV+QWrVgtGncUYs61lPewK9F7BodjfEZke9QuIKPFQ1Iod7Pu5A7u8qFc5cVqkVYAtg8K/NcCv9o96FOb0SbEyLOVq7/40nmu5apnUghAAAJ5BIq9T4QhBMoQ2L17t6xatarQKYcOHZJNmzYVOpaDKiDQi1h1QK4iVivYQzVPgVhFrNa8Baudvh1iNfjj3fqQpmp5+mLxKtmViqXYG2abWO3YP7aEWLVX+lmeKB7IPK9HqlF5F4uMqMdqJGoTYlXU7enmk8C9sy2tGtK9aavOW5XzmRWFJpN0/9lIHAUSyt43N7uVQ+8Pr8qLV1U7x1954tTbHdoD28r1WM17mFowf2pf5cT9NZGrbFXeOW1E0tzj8ZMtDjwOslnkbpGtXl/lLLHaqcdqgXUntm5enJ86Xzs48bphVgz3qceq5bUp3CPJD2X8+VVbkemoT21yP6W5eleH+QC9jNeYKq9w5oIABCBQnkCx94nlx+WMYSaAWHU4+72KVTld5I4pkWvOaSQExGoj09LXoBCrXYvVn8rj+3aIvP1muTC/P3ZfE5Y52OHH5eYfiWxdd6GcVc2MTs7SBrGa9YCmOhKSHUux3lnWitVHJuWh8OFVtlvtS4hVk4n+Jj4hJ4zK2GTs+v+fEEZafBNfz+qnmTdeHVmreE5rvkL+O0U+kl8JWLlYzY1XezhZIE6zeqj6lAORKDfGezrxM/vDuQoIxqQUzYv7/9gsuz6f7McaVj7apKJdjIa52ClXmb1jo6rRsD2B7fywst0/5gxPLAYVnNGWLLBuY/vmx/nEJzQNbrl9XlWhq6px/wMYs7WC+bMi81iEp4o1yMvX3zslHzLWm65uT4n6FNd4vOg1Uttn+sPcKr7KmQ4CEIBASQKI1ZLAOLwAAcRqAUhNPaQnsXq6yJ1TIh9tplRVyBGrTd14/YsLsTpIsfryU3Lvd4/Kmo6y8xV56tAX5Oll18nlv31Kd9lFrBbi1gaxaq/CLPdQmkKwChyUG8vP1W38u7RRMnpcGrIh0QNSLNWlfRGrYSXpLbLfizDBL3F78dqbfAHjfSWeYuu3YkjH7R8crDlvvAKcXT4kq6rTl3TrZPPd++Iny4cL9RhPp2+hjkDElY+hPOvcY1XEyGN4S7Uu8nNkqU3wdqpY9cO17A2tR6hdHJvrs8/ji7npYG/mc94qXiVvh16uEd6sayyQk+u27JJ9Xo/VuA7XbOOR0Tu3i3Xbeth6V5a67uRL2oOgtKskoxLXuIU+0V82/Vqmv14VEKuZ1b/+ub/5FyJfPJIQydo+z3pYX7I9Sqc8GzLZ5RcOYocABFpOALHa8gTXsjzEai3Y+zNp12K1+VJVAUKs9mebNHkUxOogxWrhzCNWC6Pq8cA2iNUeEXA6BCAAAQhAAAIQgAAEaiRQ7M6mGgNkagcJIFYdTFoY8s/+ReTHR/MX8OjnRG6Z0o5xQ6oiVh3elyVCR6wOUqzqFave/94jz0TJmQxu2/el6p654BdLt8rN7xKvzYD+siELN8p1q86TsJ71p9+/WXZErz2TsvXtIju8VgD/uxzTxwuGnYxaFiTmE5H4dyV2jqOHIlYdTRxhQwACEIAABCAAAQi0h0DiDqDoLp/2rJCVVEwAsVox8KqnM6pa3ZGqiNWqN0o98yFWKxGrEzK9b4ccPiO81T+Qm7+hJKrqiJqoWH35FXnl1FMiiaq2hhKpB97kn//Kj++VLzwvsvHdl8t5p3q/DUTspGxYOiV7j4bS1t9U+vFLnrtZdvxHLGn9360Ymt6siNV6XmiYFQIQgAAEIAABCEAAAhCAwKAIPPjgg7Js2TJZvnx57hQvvviiHDlyRNavXz+oUBh3EAQiseqWVEWsDmIzNG9MxGolYtWvIs3uoWpvBeBLz7jGVbxq1rN8UXrkXKOCVYIeq55YlVDYBhvOq5Z9Ws599+Uy8YLl3Obty4FFhFgdGFoGhgAEIAABCEAAAhCAAAQgUAuB5557Tp555pmon2VWEIsXL5ZzzjlHVq5cWUucTNolAU+sHmj8g6psq6PHapc5d+g0xGolYvVC8epSDVF6jlZxaorV8LhzogpXv2J1RyBMexGrXoVroi2BPo9De7erUBGrXWHjJAhAAAIQgAAEIAABCEAAAo0lMDc3J6+++qqcPHkyN8bR0VFZtGiRLFy4sLFrITALgd1XiLzyGZGPnuMcHsSqcykrHTBitQqx+u6lcuC7R2XNOl+wel9BhelW72emWNUlanh4f8TqepF//YIcfevNcuGKaGSvjYBEPVhL7yGnTkCsOpUugoUABCAAAQhAAAIQgAAEIACBYScwMy0yPuEkBcSqk2krFTRitTKxukdWaPLS7G1qEat6n1RPwk6J0QrA6LEaPpCqU49VX6zuiXq7xtWremyldpBjByNWHUsY4UIAAhCAAAQgAAEIQAACEIAABBwlEIrVXsKfnZ2VpUuXypIlS2RkZKT0UJdeeqnXf3jBggXe9/z5871vJQRVFXf4rQZW43czR+mgWnQCYrVHsTpl2wwLg4dDebfc+5WqS5P9UkVvBRDc6n9UAnm6VJ469AXZMxcMrnqrnjbtydXwtn2vglUd732dIxvffq48/SM1l9/PNTo3OGIylLqJNgDe2VrLgRbtbetSEKttzzDrgwAEIAABCEAAAhCAAAQgAAEINIMAYrUZeRhkFIjVrsXqINPC2IMigFgdFFnGhQAEIAABCEAAAhCAAAQgAAEIQEAngFht/35ArCJW27/LtRUiVocq3SwWAhCAAAQgAAEIQAACEIAABCBQGwHEam3oK5sYsYpYrWyzNWEixGoTskAMEIAABCAAAQhAAAIQgAAEIACB9hNArLY/x4hVxGr7d7m2QsTqUKWbxUIAAhCAAAQgAAEIQAACEIAABGojgFitDX1lEyNWEauVbbYmTIRYbUIWiAECEIAABCAAAQhAAAIQgAAEINB+AojV9ucYsYpYbf8u11aIWB2qdLNYCEAAAhCAAAQgAAEIQAACEIBAbQQQq7Whr2xixCpitbLN1oSJEKtNyAIxQAACEIAABCAAAQhAAAIQgAAE2k8Asdr+HCNWEavt3+XaChGrQ5VuFgsBCEAAAhCAAAQgAAEIQAACEKiNQBPE6uTkpIyNjcmCBQtk/vz53reSgep7dHTU+x4ZGfEYqf+G/7s2aI5NvLQHr/jaa695q33hhRdKr/r000/3zjl+4iVZNLKs67yNbNu27VdlZ1dy7Y033pATJ05ILwDKzsvx9RNArNafAyKAAAQgAAEIQAACEIAABCAAAQgMA4EmiNX169fLihUrPLGalKu6WA2lKmK1up2JWK2ONTP1iQBitU8gGQYCEIAABCAAAQhAAAIQgAAEIACBXAKIVTZIHgHEKvvDOQJ1iFXnIBEwBCAAAQhAAAIQgAAEIAABCEAAAj0TULfg9/o1Ozvr3W29ZMmSrm73pmK11wwM7nzE6uDYMvKACNQhVs8888wBrYZhIQABCEAAAhCAAAQgAAEIQAACEGgqgbm5uZ5DQ6z2jLCxAyBWG5saAssigFhlb0AAAhCAAAQgAAEIQAACEIAABCBQBQHEahWU3Z0Dsepu7oY2csTq0KaehUMAAhCAAAQgAAEIQAACEIAABColgFitFLdzkyFWnUsZASNW2QMQgAAEIAABCEAAAhCAAAQgAAEIVEEAsVoFZXfnaIVYdRc/kXdDQBer6vyTJ0+K+pn67xtvvOF9nzhxwvt+/fXXRfUymZqaKj2VGvPYsWNy9OhRocdqaXycAAEIQAACEIAABCAAAQhAAAIQcJ4AMgoMRQAAIABJREFUYtX5FA50Aa0Qq+rJanwNDwEqVocn16wUAhCAAAQgAAEIQAACEIAABCBQJwHEap30mz83YrX5OSLCBAHEKlsCAhCAAAQgAAEIQAACEIAABCAAgSoIIFaroOzuHIhVd3M3tJEjVoc29SwcAhCAAAQgAAEIQAACEIAABCBQKQHEaqW4nZsMsepcyggYscoegAAEIAABCEAAAhCAAAQgAAEIuENgdG5OTi5c6E7AWqSIVSfTVlnQiNXKUDNRvwggVvtFknEgAAEIQAACEIAABCAAAQhAAAKDJzBvzzYZPfOv5fU/cE+uIlYHvz9cngGx6nL2hjR2xOqQJp5lQwACEIAABCAAAQhAAAIQgICTBObde7nM+6tj8qv7vumcXEWsOrnlKgsasVoZaibqF4HWiNXvf0XWfGx3hGXTVw/INe/qF6WS4xixrJbr779dNpwmIokYRTbJnQeukXdqw//wb9bI1XKnHPjz+KdHHrxWNnzuYHCUNl7wE+/3U+tk7+0bZFkiVNt40SEv7ZVrPzgjV4YxeP//bRLN9Om9cvv6cMQfylfWXC0R4SvMGEX830uSuzGmHrs53mpjrpK8nTo8wTGMffX12fm7R98nGedn7aV7TDjhdeHti8TvwiPVMRd/Z43cNa7nPwE5sVfUb7Ny6O3PmSuNPW2OdkT2XrtBbgs3njdYzMPc/9qZwR7M/H0U02Fz7+qTJ7j7XDKusc8dFOvrSnBd67/L4muen3HNWMazbXHbHOXiK7bO8DVk7/hdHfIYRFkwfqcuW4KFAAQgAAEIQAACDSPgidUt94ssX+ecXEWsNmwzNSwcxGrDEkI4nQm0Q6wqQXGXjBsCcyYWmp0x9O+IhKyMpeeE/H1CPHrC4jlfIIkuT3Vp6UmKeC2GRNVFbUIQGbIpJUHVckOZFUo7X/LMRILTZKpijUWbfqwYUiwtjhJ5uXtc9t6+Rg5cu0FmtgTy22O2T9aF+etfNho4UmKvehEGuViZkNWKy+dnZFzp7JCVJ7A1psEK9b2kVLgv3RLiXuM8cV++ODXzbZeqosvwQLQaPwtOyxerwdpFF8vmz7xrIyVm4z14g9xaTPgZy7BLzVBWmpI4Fr9pcal+d6vMrBTZLbE8tvJLXMv2DyPs4yU3cqf8eh/kRHvLHp8S60XWWU6sFou/gRcmIUEAAhCAAARaR+CXv/ylPP3003L8+PHctS1evFjOPfdcefOb39w6Bm1eUCRW1SIdk6uI1TbvzN7XhljtnSEjVEygFWJVCQtP2IUVm/4f97ItqBStkKmSSLfKDYlKTyXCrpSZDz4qF+sVqqm4RVISypNrIjeEa7Oc41XCGuuPF5wltfw418n452aCmNLCLpZDquLPlHnpdfryKZKlShdmVSom1xSIwNwKyQpzONip7GLUxir8mVkpaD9f3wO+pB9PVUP7Is/PY/diNSngNVqBXB1PVC3nidWkENZ2ri/sV94pWZWS4f4sL1b9vbpvMl2R640pm0SeG4+vOavgDiINP0i5f1zu0qq/7WI6mTuL3M0YT9+T/ocm+fmNxGpefAXXWUqsFoh/sNcXo0MAAhBwmECBO5scXh2h10Dg4MGDMjY2JitWrMid/fDhwzI7OyurV6+uIUqmtBEYmTsmI3P5bEb2/JnM+/j98UEOyVXEKvs+jwBilf3hHIFWiNUkdYu4qy0xUQXrxfLomi7EqlfNGEvizEq4UmJVCR0Vix6TXawm2xL4HG3iOi1WI0l1z+6gvUD61uN4PFPK1pavgU9sE6O26kmN5wq9ZUNOxWrQQqLzrfd+RWueyM7+fYbYjfZFOo+dxGpWHHaxHCao+4rVvPYY/rrvlHVTj8rE7UGbDvWH7nfG5frnbjM+OPCuhOjDgxXGBwvZFauiCe903rPGS4nV3NYK8dH58RVbZxmxWiT+gV9iTAABCEDASQLpfxOyP3x0coEEXQOBb3/727J27dpCM+/fv1/e//73FzqWgwZPwKhGLTOdI3IVsVomqcN3LGJ1+HLu/IpbJVa1T/ob0bPTuD1aVX12I1bD27rjrZa6Hblkxap6o/7oe9Rt+KFgVQIpUYkY9tA02gho/T1TPUHtYtW4Hd3Ljy6WQkm7QW4zbgV3/rLKWUDBHqtGSwmdbcb5Wp6KilVrj9Ugr4czxWtNYjXqMayh7dhjNd3DOK8fsRo5FKJXzmwIrhH/Z4++Z6+M352Uxuae17nbe6wm40n+EZ09XndiNT8+JbSLrLO4WC0Wf5uvbtYGAQhAoHsC+nuyYJSc93fdz8OZw0Rg7969hatQVXXrhg0bhglPo9fatVhVq3JAriJWG739ag8OsVp7CgigLIFWidVw8bX37LT1ZCz2hjkpxVK3/drkZBmx6lXfXRw8SCgRU+JBU5uuEJkZ19sahIBtt1JnVKzqD0Cy9Z9VwszaA7bsTnbl+JxWANoDyKwPZPI4SXaP1aGqWI3zXUQke0enepym90xUaXrm3wfXieKtPhD5sEwnWl2I5QFe4QPpxCamU9duQqzmjKc/4K7weovEV2CdhcVqwfhduVKJEwIQgEC1BIq9T6w2JmZzncCePXtk1apVhZZx6NAh2bhxY6FjOWjwBHoSqw7IVcTq4PeQyzMgVl3O3pDG3gaxmhYN9fVYDR9IszslC4u9YbaJVXvPVq1/bAmxaq+kE+vTzqPKVuNWdP9CKdpj1YhdE6tKPKUerjQU12BGxWdmhWoAxWgpkX54lb5vsntwxvL74u/00gpAf8iZlrSKe6xGmj+rl6++nzJiS245s6/wo3LxV0Wu9j6IMG/1D68B86FaHfgmPlhIPrzK/jqW0VrB2mO1U8WoLb6gkj5nnUXFatH4h+IyZ5EQgAAEShMo9j6x9LCcMNQEEKvupr9nsSrLRb74sJz4+DvkZAMxIFYbmJQGhYRYbVAyCKUYgTaIVb8STbvF3HrLeTEevR6VXU1WrHeWtWJVq2T0q+T2ybr7uxOr5vr0N/GJilODYTL2Dj1B35WUgVqvSpWnxIN+emXu1vk5FauhLLOK8jA/d4p8LF+sKh7ZT42/TdTDpboXqyJhpaZ8Wnv4k9H2YpmRkvwKy6C622gFYf7MexhXTk/RzhWciTYXORtG740afgjht95IVmTn5HHmSrlTrk73sM0Vq/njHfhzvWa1c379Nh/Z+0SPL3+dwVyS/RAxH2e5+N26ZokWAhCAQBUEEKtVUB62ORCr7ma8N7G6XORvH5YTW5spVVVWEKvu7s0qIkesVkGZOfpKoBViNXyITNSHMeshSX1FZx3MXhEaxHNYCeDd2nkZPSANiRS3FQhP7LXHahxAfiuA63V5m7jNN93DNt0KQM1j3tKexcGPqBF9cQe+RTJ6pEq8Z7MeHOULxItk0z2PybieGxWz5TZ3214MGWdVLquh1P5S4tXag1WCPWu57Tsrf9a2Bn7Gxd9j6T0uWg/fTuI0e3x/T90gt8oGW49WL4TrZe/tGyRUwQZ748MFywcPtgfGBfL0oit2y2N6G4xIPurVvtoHFPIVWZMz3pUHgg8ntP2Zl19vPxSNL2+doaQPxaqV42q5/rZxue2BcYOlF2pKJg/8AmMCCEAAAo4SQKw6mrhGh41YbXR6coPrXqw2X6qqhSNW3d2bVUQ+5GL1p/L4vh0ib79ZLlyRwH34cbn5R4dl47svl/NOrSIVzFGUQFvEatH1chwEIAABCEAAAhCAAASaRaDYnU3Niplomk4Asdr0DGXHN/r8kzL6k2P5C9h3m4zeuk87xg2pilh1d19WFTlitVFiVYneA7IUmZu7/xGrVb08MA8EIAABCEAAAhCAAAQyCHh3EOTf2QQ7CJQhgFgtQ8u9Y82qVnekKmLVvb1WdcSI1UaJ1arT7+Z8iFU380bUEIAABCAAAQhAAAIQgAAEsgg8/PDDMjY2JsuXL8+F9OKLL8rs7Ky8733vA6ZDBGKx6pZURaw6tMlqChWxWlSsvvyU3PvdPfKMkahJ2bruQjnL+1lQbfr2c+XpH+0ROeM6ufyU78nNP5oyzjhH/fy3T/HP+P7NcuBNW+XcIztkj2yU61Ytke+FFavSab6adkwDpkWsNiAJhAABCEAAAhCAAAQgAAEIQKCPBGZmZuTZZ5+Vl19+OXfUU089Vc4++2wZHx/v4+wMNWgCvlg92PgHVdk40GN10LvD7fERq/t2iKk+9YSeE/RY9XuxTi3dKje/y9eoIq/IU4e+EAjR8+QUT6zukKmFSpCq/1/klZdfkVNO9SWq/2Xe6q/E6o6j4Rz679fI0e92ms/tjddL9IjVXuhxLgQgAAEIQAACEIAABCAAgeYRUPLq1VdflZMnT+YGNzo6KosWLZKFCxc2bxFElElg3r1/KvNeuV5ObH2H5Ge4eRARq83LSZMiQqwWqli1P+TqlR/fK184cm4gUrMehBUI2Lk47ZPBw7I8sSq6rA3Fqy9Wkw/VMudr0jaqNhbEarW8mQ0CEIAABCAAAQhAAAIQgAAEINALgdF/mxF567hzUlWtGbHaS+bbfy5idWBiNRSqyYrUWJgiVru7wBCr3XHjLAhAAAIQgAAEIAABCEAAAhCAAATKEUCsluM1bEcjVgcmVm0VrObPEKvdXW6I1e64cRYEIAABCEAAAhCAAAQgAAEIQAAC5QggVsvxGrajEaslxGqRHqvx7fvpvqx+T1WRoq0A8ucbtq0arxexOry5Z+UQgAAEIAABCEAAAhCAAAQgAIEqCSBWq6Tt3lyI1UJiVURefkru/e4eecbI8aRsXXeh+I+zslSoJs5RQnXipfiBVUuey+qxermcJ53mc2+z9StixGq/SDIOBCAAAQhAAAIQgAAEIAABCEAAAnkEEKvsjzwCQy5W2RwuEkCsupg1YoYABCAAAQhAAAIQgAAEIAABCLhHALHqXs6qjBixWiVt5uoLAcRqXzAyCAQgAAEIQAACEIAABCAAAQhAAAIdCCBW2SJ5BBCr7A/nCCBWnUsZAUMAAhCAAAQgAAEIQAACEIAABJwkgFh1Mm2VBY1YrQw1E/WLAGK1XyQZBwIQgAAEIAABCEAAAhCAAAQgAIE8AohV9kceAcQq+8M5AohV51JGwBCAAAQgAAEIQAACEIAABCAAAScJIFadTFtlQSNWK0PNRP0igFjtF0nGgQAEIAABCEAAAhCAAAQgAAEIQCCPQBPE6uTkpIyNjcmCBQtk/vz53ve8efO879HRUe97ZGTEW4b6b/i/yWwxAkuXLi12oOUoxGrX6DixLgKI1brIMy8EIAABCEAAAhCAAAQgAAEIQGC4CDRBrF566aWyfPlyT6wm5WooVtV/Eavd7U0lqLv9Qqx2S47zaiOAWK0NPRNDAAIQgAAEIAABCEAAAhCAAASGigBitf3pRqz2ULLb/u3RvhXWIVbbR5EVQQACEIAABCAAAQhAAAIQgAAEINCJgLoFv9ev2dlZUbebL1mypKvb9KlY7TUD+ecjVhGrg91hDRu9DrG6cuXKhlEgHAhAAAIQgAAEIAABCEAAAhCAAAQGTeD48eM9T4FY7RnhQAdArCJWB7rBmjY4YrVpGSEeCEAAAhCAAAQgAAEIQAACEIBAOwkgVtuZV31ViFXEavt3ubZCxOpQpZvFQgACEIAABCAAAQhAAAIQgAAEaiOAWK0NfWUTD71Y7bZHRWUZYqK+EkCs9hUng0EAAhCAAAQgAAEIQAACEIAABCCQQQCx2v6tMdRiVUm2X//1X/e++RoOAojV4cgzq4QABCAAAQhAAAIQgAAEIAABCNRNALFadwYGP//QitWTJ0/K6OiovPbaa/KmN71Jfu3Xfq2rp6sNPkXM0E8CiNV+0mQsCEAAAhCAAAQgAAEIQAACEIAABLIIIFbbvzeGUqyqtIZiVYm2EydOyBtvvNH+bLNC0cVquA/Uz9R+UHtAfav9oL5ff/11UU/fm5qaKk1OjXns2DE5evSorFy5svT5nAABCEAAAhCAAAQgAAEIQAACEICA2wQQq27nr0j0QytWlfjSv4vA4hj3CWSJ1VCqJsXqv//7v8sjjzxSeuGI1dLIOAECEIAABCAAAQhAAAIQgAAEINAqAojVVqXTupihFashjVC0tT/VrFARyGoFkKxYVdWqqmr1pZdekocffrg0PMRqaWScAAEIQAACEIAABCAAAQhAAAIQSBOYmxNZuNBJMohVJ9NWKuihF6ulaHGw8wTKiFUlV1XF6kMPPVR63YjV0sg4AQIQgAAEIAABCEAAAhCAAAQgkCZw33UiZ31WZJV7chWx2v4NjVhtf45ZoUYAscp2gAAEIAABCEAAAhCAAAQgAAEIOERg90aRvzwm8o8POidXEasO7bMuQ0WsdgmO09wk0Dqx+tI35ZOXTsvWJz4lv1tXSp78klzwkV3B7Gvlxm99WT5wmogYP1e/3iw7E3H+4I4L5CrZKU98Io7+yAOflEu270+PF/zE+/0jk/LQHR+QZYk128aLDkmx+oF86YKrJIxctmhxJGLf/LUn5FPn+yPlxWf+TluvN/ctEq3qpofky5clo68rgRXMm1i/N+OaG9M5DI4TjY/JNI41zEnW79dqY3j74m77OtU4k4/bf6/nXT/bHy+9n80Zjsg3P3GJ3HJA+6ltzerXJdatryvYkel5RLsOxd/nou1h77xgj2etMeSa+n1wXjoO+zrSrwMajy2fls13fy6+Bg2A2dePOsw6f3C+Ld/h8Vn7JRzzJtmuvf6k95sRoiVv6vd58+fzUK9BUjhf1n3YhH8TKnhJYQoIQAACEIAABIaMgBKrH/6GyOmTzslVxGr79ypitf05ZoUagXaJ1VDcdBI8A9wCiT/iY+k5IX+XkDmeBPiJL9NEl6cpoTkdyVlDouqyMyGoDFmijxctPckq+P/fFspUTT79li9BJ0IRpa/RiyEnvp0TkSyMJa8vSqZD0eeNNyWToYAeYHoaMXSefEpIdcVsSjbLrp/EHL3czmw15Lsvp/w8vOeQ5ffBnGEO1bg7xrNltvX3iVxHLNXYn52WCaUDr4qFu1WqiimP/X06Yf2AodC6E+sSCfZxYh6fjwTz2MSqOm+7TL9NZJck2AYLia6pxPUUSkOb2LTlT+eS/lBExbZDJvKuBdv+ydhTai4745jBn/xPy37Rguy037wPjTSBa81bKsd2uW3/kKh4viKBq+cIsdqIlz2CgAAEIACB6gn84he/kKeeeko6SazFixfLeeedJ295y1uqD5IZuycQilU1gmNytdOeLAJldnZWli5dKkuWLJGRkZEipxjHXHrppbJ8+XJZsGCB9z1//nzvWwnB0dHR6FudpMbvZo7SQbXoBMRqi5LJUjoTaJNYVX+Ub5dJmdg+LZM1Vaz6MdykVV+GomSrTCt5qMelZI8mHiMJokszT1qJ3BRWo1rO8aRRYpww81YpEsiWJCtPAl0YijFfUE0rUeaJVb0KOPG7jPieN8YLq/fUOH8i05/YLvKZoJLXqyDsIJM6b2VHjvAlUSSVcwWWvndiPvacxgytYjUQjl4+z/crCEuL1Yw8hfE8NL4jLXw14RZ+iGCrqjZjKbNubS8G67LOY8g1i6gLf/+tCdmRUfHur3NCNt8t2nWsxpoS2bJLplOi2r4OfaOWF6vZ+yes8o0+AAkmsu+XmFtXYtW6F7rPm/F6laq+L54vf1/fKBPbp2I5jVh15LWRMCEAgSJ3NkEJAmUIPPbYYzI2NiYrVqzIPe3w4cOiJNVFF11UZniOHSSBuWMicx0muG+ryNXfiA9ySK4iVge5eZoxNmK1GXkgiooItEes+oJj8olJmfL+W2MrAD130R/1lriKiFVPiMUSMrOSsJRYzWCl4nl80q+E1GVESkz4UmbqvariUTrHF/LQ1qsqdCMBnSOGK7oMKpymhETWuChJHcpHmyjTBZ1X/ZysaE1UBXclVo2qz0iF5Qj4GGun+YwElFi3v0/jaudi86RFXcz0jHg9QasLQ/rNbJWdskOmPxR8KBB88DH5tltkKilWM9bRu1jN+hDClMzRPGHbCWvlelDRmtwvWpCd9lskyrPW22H+fB7qt8XzFebfa18QrgmxWuHrG1NBAALdE0i/1ul3Ng1Rs6TuEXJmisADDzwga9euLURm//79ctlllxU6loMqIKBXo5aZzhG5ilgtk1Q3j0Wsupk3ou6SQFvEalxtGUrDBohV4/bc5wPxq8VVSKym+xNaezyWEKuZrJJ9P8P2AsnbrRM9JZP9E609KpP9K5P9ZjOkT5fbusGnFRerhiRMSOm452681Pweq3qPUXvPS2+kIOdK5KZ7sFpabBjSKkPsBT0201WpWj9frZVFuXWn15VXievTSv7xasadV+WtZJ2qzA0/FAgr1LfOXJKqAM5ah/7Hsb1iVeOi7WS/1YB6HSkpVsMxMvokZ/dY9fN9htHjOb3fwp90XG9On+ZwjGKtALLzFcegPvDJqrhv8MsDoUEAAkNMwPL+dag+eB7i1A9w6Xv27JHVq1cXmuHgwYOycePGQsdyUAUEuhWrKjQH5CpitYI9VPMUiNWaE8D01RJohVjVKy09aVJ3xWr8kJ5YMhZ7w5yUOqn+iLaqwTKtADJZJW8x1qtSlyUevLVZNm/ZJXLhE+LdRqz3T0zF54+7S394UKovpr3fYrVXQlWzFRWrITc9Ll8i2m/179Azs2RlZ3aP1bBPqR+XVcpZJHluJamxf0uuu+S6rGI1+YGCd1BaIkfX5oemg/Yc75HvBNXkE19PtlbIXofek7S7VgBdilVji/ejFYD+ALBi641DsEv4QmI1J1+it7gI99VnRLbX/UDDql5emAcCEHCYQLH3iQ4vkNBrILB7925ZtWpVoZkPHTokmzZtKnQsB1VAoBex6oBcRaxWsIdqngKxWnMCmL5aAm0Qq1lPOM96uvdgCQeCISWXir1htolVe8/WsD9p8DTzghWr2ax2inzEFNJZlXv+A4L89gRK8mXGJ/5Dr/Qn2nvsk31jrRWNg81SfaPn9MjUBaNFlltvc9YWkv97U+h2umXe+vuMlhBh39YotxaJlXc7oyHTSq87vS57L1f9OFPkp/d5jvTzbi9X7QK2i1w1KVM7/f7HeqsGj0POOr58WVyz2p1YtffotfdY7VxFbNw2b7kwsl4HOlWo+r//ukw+8iG/V3OitYJtjxURq3n5mnzcFNzeHLJZ5G6RrU1pD1Pfiw8zQwACjSZQ7H1io5dAcI0jgFhtXEqKB9SrWJXTRe6YErnmnOJzVngkYrVC2DVNhVitCTzT1kOgDWLVJFdvxWq2jCzWO8tasao/zCVRoZclcUIm2fGoI3RWGfF5T6kX4/bjVD/PjPjSVXxBVKk1JKpj67kUqps14wnusXxUlZDBbcy6jApk3dffOyUfSvXEjIWtXZQNQKxaK6WzRF5QxS03ykPhg9j0ilevFUC369YrOO3z+A8EmfYqfj9wmr7X7RXEmX1FA+5hpa5/e/6yxMPAMhhktf4wHtZUoKLZtn8y9pT/IUjYD1lvQtBpv8SXg/01RP+AQLvtPrVff1P+Qr4o/+T1Y7bPny+aw9epsDo2P1875SqzJUNU3WppY1HdFc9MEIAABAoQQKwWgMQhJQkgVksCa9LhPYnV00XunBL5aDOlqsKMWG3SZhtMLIjVwXBl1IYSQKz2NzH2itCgD+TPldzZpU2Yc7uxeoCU9xW3FQhP7LXHahxA4k18su+p1vfSfFKtHndWfOmf+/Nm9G0cmh6rAf28288zH7bjS6Xf/AuRL35xf3rjBgzzngJ/y9uUKP9dTwSme6gGGfraE5Ks/PN/Y1bbZlW95lc6XyK3HNBD3yw7vzUhOz4rclPmLdvauo+oitHw2tCuj2BdWdeMt/O+FlZNamJVviQX2Kq9LTkw1pXXgqBD/iY8uRtEqvqXpsSqvceq0Z7Asn9CyZveGLbb9EVE3y/bLftJRNSYnqi3/T68Zjuud6tMX2pZk+Wa71ix2iFf67bskn2Jh4il2qn09yWf0SAAAQj0iQBitU8gGUYjgFh1eDt0LVabL1VVVhCrDu/NgqEjVguC4rB2EGifWG1HXlgFBCAAAQhAAAIQgMCwECh2Z9Ow0GCd/SGAWO0Px1pG+dm/iPz4aP7Uj35O5JYp7Rg3pCpitZYdVfmkiNXKkTNhnQQQq3XSZ24IQAACEIAABCAAAQgE/bk73NkEJwiUIYBYLUPLwWONqlZ3pCpi1cG91kXIiNUuoHGKuwQQq+7mjsghAAEIQAACEIAABCAAAQjYCDz44IOybNkyWb58eS6gF198UY4cOSLr168HpEsEIrHqllRFrLq0ybqPFbHaPTvOdJAAYtXBpBEyBCAAAQhAAAIQgAAEIACBHALPPfecPPPMMx37WS5evFjOOeccWblyJTxdIuCJ1QONf1CVDSk9Vl3aaN3FiljtjhtnOUoAsepo4ggbAhCAAAQgAAEIQAACEIBABoG5uTl59dVX5eTJk7mMRkdHZdGiRbJw4UJYukRg9xUir3xG5KPnuBS1Fyti1bmUlQ4YsVoaGSe4TACx6nL2iB0CEIAABCAAAQhAAAIQgAAEho7AzLTI+ISTy0asOpm2UkH3Q6yWmjBx8PETL8mikWUyMjLS1TAj27Zt+1VXZ3LSUBJArA5l2lk0BCAAAQhAAAIQgAAEIAABCECgcgKI1cqRVz4hYrVy5ExYJwHEap30mRsCEIAABCAAAQhAAAIQgAAEIDA8BBCr7c81YrX9OWaFGgHEKtsBAhCAAAQgAAEIQAACEIAABCAAgSoIIFaroFzvHIjVevkze8UEEKsVA2c6CEAAAhCAAAQgAAEIQAACEIDAkBJArLY/8YjV9ueYFWoEEKtsBwhAAAIQgAAEIAABCEAAAhCAAASqIIBYrYJyvXMgVuvlz+wVE0CsVgyc6SAAAQhAAAIQgAAEIAABCEAAAkNKALHa/sQjVtufY1aoEUCssh0gAAEIQAACEIAABCAAAQhAvBklAAAgAElEQVRAAAIQqIIAYrUKyvXOgVitlz+zV0wAsVoxcKaDAAQgAAEIQAACEIAABCAAAQgMKQHEavsTj1htf45ZoUYAscp2gAAEIAABCEAAAhCAAAQgAAEIQKAKAojVKijXOwditV7+zF4xAcRqxcCZDgIQgAAEIAABCEAAAhCAAAQgMKQEmiBW169fLytWrJAFCxZ43/Pnz/e+lRAcHR31vkdGRozvIU1X5ct+7bXXep7z+ImXZNHIMi9/3XyNbNu27VfdnMg5w0kAsTqceWfVEIAABCAAAQhAAAIQgAAEIACBqgkgVqsm7tZ8iFW38kW0IoJYZRtAAAIQgAAEIAABCEAAAhCAAAQgUAUBxGoVlN2dA7Hqbu6GNvI6xOrQwmbhEIAABCAAAQhAAAIQgAAEIACBISYwNjbW8+pnZ2dl6dKlsmTJkq5u96YVQM8pGNgAiNWBoWXgQRGoQ6yeeeaZg1oO40IAAhCAAAQgAAEIQAACEIAABCDQUAJzc3M9R4ZY7RlhYwdArDY2NQSWRQCxyt6AAAQgAAEIQAACEIAABCAAAQhAoAoCiNUqKLs7B2LV3dwNbeSI1aFNPQuHAAQgAAEIQAACEIAABCAAAQhUSgCxWilu5yZDrDqXMgJGrLIHIAABCEAAAhCAAAQgAAEIQAACEKiCAGK1CsruzoFYdTd3Qxs5YnVoU8/CIQABCEAAAhCAAAQgAAEIQAAClRJArFaK27nJEKvOpYyAEavsAQhAAAIQgAAEIAABCEAAAhCAAASqIIBYrYKyu3MgVt3N3dBGjlgd2tSzcAhAAAIQgAAEIAABCEAAAhCAQKUEEKuV4nZuMsSqcykjYMQqewACEIAABCAAAQhAAAIQgAAEIACBKgggVqug7O4ciFV3cze0kSNWhzb1LBwCEIAABCAAAQhAAAIQgAAEHCQwOjcnJxcudDByEcSqk2mrLGjEamWomahfBBCr/SLJOBCAAAQgAAEIQAACEIAABCAAgcETmLdnm4ye+dfy+h+4J1cRq4PfHy7PgFh1OXtDGjtidUgTz7IhAAEIQAACEIAABCAAAQhAwEkC8+69XOb91TH51X3fdE6uIlad3HKVBY1YrQw1E/WLQDvE6hHZe+0Gue2gRmX19bL39g2yrF+gyozz/a/Imo/tDs5YLdfff7tsOE1EjJ+rX2+SOw9cI+/Uxv7h36yRq+VOOfDn/k+PPHitbPicvjD/4E1fPSDXvMv/394xU+us602O55/xQ/nKmqsljDAey/y5XBHHkTzH+F3WesN1vbRXrv3gPlkXcrCtq858lcltv471mNwmRmZtDILj5NN75fb1/m7294TE+yrK6V0yrjGOQg3yk9ozln2lzrngjy6QJ/7HE9aVrtbiiA6wrcWyt72dp/b3Pfq+D/acsdeCNc5cGV0H8blmWOGa1Lh3jceMvKO8uGbkSu8aS+xtYxg/nhUZ15r1eutwTRrDW/inOSTjja9T+eoBufg7ipt98ykG6vep9fdrrzIOBCAAAQhAAAIQgEDjCHhidcv9IsvXOSdXEauN206NCgix2qh0EEwRAu0Rq7eKbAsEZpGFD+oYQ+bo0nNC/n7N1aIkSShEPbnynC+ARZc6CclkhnpE9v7NAVnz5xtkmS40E1LOELLGeL6EntkSxBHF+2GZVnJ6ZShTfREVxmuKK/93M0qy/d4BTV4lJa8uszTBnBKtgRiP5h5UchoyrkWWRuJQk+rhzx6VTbL7ufFInEe5NXKuWNvEqmJ7q8ysFNktpqgMaVhlfkJqZpPT9kIgftWxVtmv1v35GRlXSj/cf5rwTIlfLYZsEekL+4n7iojVDPGcsy1s6/B+luQTXItp8Wzn769HxPiAIvHaEX6YEYrVPHFqFcsN2e6EAQEIQAACEIBAPQR++ctfytNPPy3Hjx/PDWDx4sVy7rnnypvf/OZ6AmXWrghEYlWd7ZhcRax2lfKhOQmxOjSpbs9C2yFWldx5VC5OVH/WkSUlXW6VG6LqQl+OKKFzpcx8MBGjkjF3x8IsElI5UuuHf3OtTP9xQiBbxgnXnpJAOccqOfPoe0LxqwvYtLQL13mD3JqxXj3GxPmeYBO5QasotsqqOhI48DntItKee33vxFLQZ7VOrn/utliQR/sssTdCWXf/uNwVVW+ai+xdrFqEZc7e3jt+lyYmgzV+elxum0rI4+A68EXyeKq6O762BiRWPVkqqXkz96p3/IxZSZzB3xeh18v45/bFVcaI1YFffUwAAQhAoNEECtzZ1Oj4Ca5xBA4ePChjY2OyYsWK3NgOHz4ss7Ozsnr16satYVgDGpk7JiNz+asf2fNnMu/j98cHOSRXEavDurOLrRuxWowTRzWIQCvEaupWZK06sm7WkSy5WB5Nyt+yYlUd/52LjdujveWVEKu+FBqXTffsTrcC0MdPSR4dpF+FZ60Qtp6HWI3pZVWWWjaqltfD2q3ukdh7z6OamLePG0vAFWalsjZdb2I1vL2/0zWnifoVyVv0lZi9QeTzcSW1Li+LSPdirQBKVKxa2ldkflgRsbR/AOFXt5r8w3jVBxNR9Stite5Xa+aHAAQgUCMB804hFYh+Z1Mtra1qpMHU/SHw7W9/W9auXVtosP3798v73//+Qsdy0OAJGNWoZaZzRK4iVsskdfiORawOX86dX3F7xGrYSzG/52ilCTNu+T6crqotJVZzZGZZsar359QFkiT6fqZ6fmq39hfsB+rzRqx2I1YNWajl2GsbEVRzxseo/ZUUh2bbhyxBWbSvr60ncLyuRJ/j5P4wpGFGNbS3//zr2Ot3qlesdmhNEN1an7rAw36u2T1W07fvp/+4NT5WsLUCsO1zyeYf501i4W0I5/C68dtxZPZYDTjr4r3S1zgmgwAEIACBPhGw3H2V8/6uT5MyTMsJ7N27t3AVqqpu3bBhQ8uJuLO8rsWqWqIDchWx6s5erCNSxGod1JmzJwKtEKspAiWqAnuil3VyLJnMB0P10Aogq1pVhVBWrBqSSr/dPOib6vXK9NewbzLxQCBvycnf2dars0GslherNhHoV4Wu+Wetx6dREZ0QqwUfKtVrxar1KkjsSetD2Lzev2IIYVslZ7UVq537/WbHY9nnyQeUBQ/1Ev1hWyGrbSK3Gu0aYsHb6eFU9FgdyAs5g0IAAhCokABitULYQzPVnj17ZNWqVYXWe+jQIdm4cWOhYzlo8AR6EqsOyNUmiNU/vGSdjJ02JgsWLJD5C+bL/PnzZN48/3t03qiMjozKyOiIiIzIyIjIiPo/fBUmsGThWOFjkwciVrtGx4l1EUCs9pu8/SnnftVm92LV7H+aiLmEWPUkrNFOILsHbCSQ/njaeECVp1ajXrKqUvJq2Z37wC3EqilWdYGt5VLPoyWn1tvHwwdFee0dZuJ+ndHP9QdWJR5cFkzdk1jN2nuZFarBpJlC2N8rckX8sK3sHqvxeqzi0Yih2IctRW67LNpjNX1cdrxebmWTyD3iVey+08OEWO33qzPjQQACEGgugWLvE5sbP5E1kQBitYlZKRZTz2JVlot88WE58fF3yMliU1Z6FGK1Uty1TIZYrQU7k9ZFoA1iNfnkbusTySsCnF/N5t/We827/GBsEsd+fgcpVEas2m7L/6B6srp6uJYlPu8p9aqqUP9dLHw+/DPLE9JTrG2VfP7T3Dec5mlarzr2tpVqLl8ptfrLaBERd02L98MaOXBt3G80YhHk+e7JfbIlVXV8tewWvc9pp56rMeeexWrWA57CB05Z92coGe8U+ZhZaRtVt2qy3r/VP7ytPyAScBwPbpW/azxRXV1SrGYLXHM3Wq/R4IEjcVuBfP53ytVixBtVF+trRKy2+nWAxUEAAhAwCCBW2RD9J4BY7T/TqkbsTawuF/nbh+XE1mZKVcUQsVrVTqpvHsRqfeyZuQYCbRCrkaS8JwSYEDAVcrX3egyE12H11PDdWjTpODOlzd3xE9NTyyklVoPWAVocUbuC5NNo9T6ZidvKQ4GUu15PmnrZSfX/TN0abuvZWmHeKp8q7zb9zAeH+Rx/8xqRO36hV6KGOdWeSF+okjTIjpKWnkD3Zav1tv0AULofadbxseTNuk3d3+sXyaZ7HjMqbbNEu22v6fuws1hV8tn2pa5D9XC5rN+LxC09svnox2S25whye9EVu+WxhAhOi11TrF4dvb6Za1DzZvZgDVoPDMHHFZVfwkwIAQhAoL8EEKv95cloigBi1d190L1Ybb5UVVlBrLq7N4tGjlgtSorjWkGgLWK1FclgERCAAAQgAAEIQAACQ0gg/eDEIu1phhAUSy5BALFaAlbDDh19/kkZ/cmx/Kj23Sajt+7TjnFDqiJWG7bZBhQOYnVAYBm2mQQQq83MC1FBAAIQgAAEIAABCAwRgeSdQ9x1METJH8xSEauD4dqUUc2qVnekKmK1KTtosHEgVgfLl9EbRgCx2rCEEA4EIAABCEAAAhCAAAQgAIEeCTz88MMyNjYmy5cvzx3pxRdflNnZWXnf+97X44ycXiWBWKy6JVURq1XukvrmQqzWx56ZayCAWK0BOlNCAAIQgAAEIAABCEAAAhAYIIGZmRl59tln5eWXX86d5dRTT5Wzzz5bxsfHBxgNQ/ebgC9WDzb+QVW2ddNjtd+7oXnjIVablxMiGiABxOoA4TI0BCAAAQhAAAIQgAAEIACBGggoefXqq6/KyZMnc2cfHR2VRYsWycKFC2uIkim7JTDv3j+Vea9cLye2vkPyM9ztDIM7D7E6OLZNGRmx2pRMEEclBBCrlWBmEghAAAIQgAAEIAABCEAAAhCAQF8IjP7bjMhbx52TqmrxiNW+bIFGD4JYbXR6CK7fBBCr/SbKeBCAAAQgAAEIQAACEIAABCAAAQjYCCBW278v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AAJVEECsVkG53jkQq/XyZ/aKCSBWKwbOdBCAAAQgAAEIQAACEIAABCAAgSElgFhtf+IRq+3PMSvUCCBW2Q4QgAAEIAABCEAAAhCAAAQgAAEIVEEAsVoF5XrnQKzWy5/ZKyaAWK0YONNBAAIQgAAEIAABCEAAAhCAAASGlABitf2JR6y2P8esUCOAWGU7QAACEIAABCAAAQhAAAIQgAAEIFAFAcRqFZTrnQOxWi9/Zq+YQB1iteIlMh0EIAABCEAAAhCAAAQgAAEIQAACDSAwNjbWcxSzs7OydOlSWbJkiYyMjJQe7w8vWSdjp43JggULZP6C+TJ//jyZN8//Hp03KqMjozIyqsYdETV8N3OUDqpFJyBWW5RMltKZQB1ideXKlZ0D4wgIQAACEIAABCAAAQhAAAIQgAAEWkXg+PHjPa8HsdozwoEOgFgdKF4GbxoBxGrTMkI8EIAABCAAAQhAAAIQgAAEIACBdhJArLYzr/qq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wCECc3MiCxc6FHAcKmLVybSVChqxWgoXB7tOALHqegaJHwIQgAAEIAABCEAAAhCAAASGisB914mc9VmRVe7JVcRq+3cqYrX9OWaFGgHEKtsBAhCAAAQgAAEIQAACEIAABCDgEIHdG0X+8pjIPz7onFxtglidnJyUsbExWbBggcyfP9/7njdvnvc9OjrqfY+MjHgbQv03/N8O7ZBaQ126dGnX87/22mtdnxueePzES7JoZFnXeRvZtm3br3qOggGGhkB7xOoP5EsXXCW7gsxt/toT8qnza0rjk1+SCz4SRrJWbvzWl+UDp4mI8XMV22bZ+cSn5He1MH9wxwVyleyUJz4R//TIA5+US7bvD47Sxgt+4v3+kUl56I4PyLLEkm3jRYe89E355KXTsjWKwWQoW7Q4ErHrfL057g5HNddkxh7/zvy5iKy50Rp/TRkc/LQe+1skzKo3YcBAVD5nthp7QETlZodMhHtJjzDITXZO4oPjYxK5jg6x5C/cW7aYLXtYDeXviYy9un2/WK/PAa3D22uFeB6Rb37iErnlgAbXsi/N/W6/jsMRynBIXqvpeSTipn63Y/wh+fJl2hVvXM9Z+Q3jnZSprP1k7P6scdK5jfOefl0Ty95Ze1Mcv3U9lqvQZ2IZf/BXLDNAAAIQgAAEIACBZhFQYvXD3xA5fdI5udoEsXrppZfK8uXLPbGalKuhWFX/VV+I1fJbXwnqbr8Qq92S47zaCLRDrPpCZPqqQKamhGGFeBNzx9JzQv7ugqtENOHrSYKf+ELRk2mhPE0JzelIzhoSVZedCQFkiEt9vAhFKJFCSRH8/28LZaovVLx4f8uXgBNh7Noaz/DinogEsSGxVHw7JyJhGomjD03LJy+dkslIEibnrjBfdUwVSCbRxFIkpWSnPDS+o6AIVGcpdttl+m0iuySWsVZR5e2XcC/ZRa2+J5WyS+7f6UTMWVI/lIK6PPNj9cVlWqwObh3FRHUQm5iC37+O4v1tE3t5sq8MB12sWsf09o1/3Ux8vYhYzRDx3p7PEfUpsZoeJ8nFO0XF99lpmVAfb4WvxeHPL71FjP2euAYKidWs8eu4hpkTAhCAAAQg4ACBX/ziF/LUU09JJ4m1ePFiOe+88+Qtb3mLA6sixIhAKFbVDxyTq532ZJEsz87OiqqKXLJkSVdViYjVIpS7Pwax2j07znSQQCvEakLg1ZkGJRy2y01aJVkoMLbKtJIieoWqJe5UdZ0nE0RuCqtRbWvNWb+9Ws8XZttlUia2T0cxKbkxdWFY6avJak+s6pWt8e/+5H8mqgE16SrGeIF4UeN8a0J26GsKBV6qqrDOTA5qbl9YJwWlp0iDyspSYjXkrZhqObKLKl2mZYi1xF4yxapF1GXsPW9+2Szyk4l47+aJsQGuo4hYTQplPfshy5tkuyFZk8eEH5LoVeNlOIRi1cu/JnPjeeKc1S1W/QpU/TUha/9m7/ewilV9YDP5uEUUJy7B/OtjUNcr40IAAhCokECBO5sqjIapWkDgscce8251XrFiRe5qDh8+LEpSXXTRRS1YdUuWMHdMZK7DWu7bKnL1N+KDHJKriNWW7NOcZSBW259jVqgRaINY9f/gnpDNd+9qRisAfYdFAkLdetuFWA0qEuUzfjuBzEpErTJUnz77NmgVSyIm9Yb+8Un/FnRdnKQkii9Wp977kHiySReiWlWd1/5A/wol3GdEtg+1WM2rJIwFld4OIqvCMM7vGUbVdnbFqgTVxTkVq1orCr0i9fmM2/ttL6j+/Dtl8pEpmbgjaHfh7a8JufEnt8TV5cHJg1xHkVYARSomsz6k8JaQJ5gLcjDEaocPGYq1AqiyYjXrg5i8ytj4nM5iNe+DHv5JhwAEINAGAtqdQkErq7wP/dqwYtYweAIPPPCArF27ttBE+/fvl8suu6zQsRxUAQG9GrXMdI7IVcRqmaS6eSxi1c28EXWXBFojVrdL3Ms0T+51yamr04zbXZ+XL3UlVsN+lXEEqduoS1asxpWp6k28JnuTfRDD9gLBz6NWAEFFhbrNO1nFl9VTMuwv68WuKmARq37fXctXqv9sdEyyr6XZAkMXf7b+nGZP34zemYm2Eelb/RN9SDN644bib+vMJVEVtL/vHpKJnVrbDm9tg11Hd2I1wWfNjfL1907Jh7KEZ65YfUiKcCgrVuO+xvomClt7ZPdY9dszqNejfMHvj1qwx6rx4Yuezz6J1czxu3pl5iQIQAACDSSQeE+mImzQHVkNBEZIBQjs2bNHVq9eXeBIkYMHD8rGjRsLHctBFRDoVqyq0ByQq4jVCvZQzVMgVmtOANNXS6A1YtUQHkX7Bw6Kta2XZLE3zEkJlOpl6EnNsOowiL+MWNWrUj1pEorV5C27cVWq94Ac4/a0zbJ5yy6RoG2AIfG2bJbNd4vW8iAUM5oUTLY3GLpWAH2qWM15mJRqw5B6uJGxd8pXrCYfjObtvg5C8cv/5e+CKmgJ9tqfyLTeD1mNMeB1dCdWtdeGYI29iNUiHMqK1c4PrxpcxWryldP6YYAn6VXes+IoXrGaPb7+6L9BvZ4zLgQgAIEqCBR7n1hFJMzRHgK7d++WVatWFVrQoUOHZNOmTYWO5aAKCPQiVh2Qq4jVCvZQzVMgVmtOANNXS6ANYtWTO+Et7B6+OsVqIBJTD4wq9obZJlbtPVv91gB5ckv9LjmevZJRPUxop8hHzFYF2bc++w8aCtsTGDtWl6YZD2nyH3Kj9Y0dOrFq77EaSkq7wEvv6XR+Ooiq1FPjMx5KpH1IEVWsXjUtl9jaTWQ8KC6+VT2o1P6ayFXeNWq2LLDtUb2C1XqLeMl1FBWrth6pUXyPTPoVq9bep0FVefAgulSP1fGwQnRKJnM4dO6x2nt+42u16GtkkeMSDw+MZLnqwarajWTsd60SPr8VQN74QZuJav/ZZDYIQAACAyBQ7H3iACZmyBYTQKw6nNxexaqcLnLHlMg15zQSAmK1kWnpa1CI1b7iZLCmE2iFWE2K1BpbAWTLyGK9s6wVq49MykPhw6tsaytTsWpsyHTFqqhb9fXeXl6/TbPqzLg93JjbrHLN7FuZWkNQ4fs2NdcQVKBlCOewl1oxsWoXXuH+2SlXpStWSwpJXSo+pMRqslI6FOIW2ajnPpT5fguLpCQb/DpSVd9qYV717nTcPiRoR3CL3Bhfa9H69osELQ/8PrPh7fb+xeSvz/xZeJkV5xCME/S3tY7ZSUQWyO9AxKr19SfZE/UWEa8FQaCdE9dAbo/bTuMHr1dN/7eW+CAAAQjkE0CsskP6TwCx2n+mlY3Yk1g9XeTOKZGPNlOqKoaI1cp2Um0TIVZrQ8/EdRBoh1gNRcmuCGGqD2lFcO0VocFt8D9XMieO0ex56QeYVYV4y4F4Ab32WDXlilalmnward4/M9EKYOcTcaWY2QoglKOJXpxxZryHJ52hHji2fX8cSkavzorSVv00Obe/e2xSvTwTAjJLpgdybd2WXbLPq5Q06iflS1H1YEaPzYRw1CW6JHPmUUv2ffVRGqLMaEGQEKsVrcN2XaZfI2x7drPs/NaE7NAqrNNj2aVqKQ6hoNUeHGaL2e+Pusz+ELuUWL0qepifucFVvH4lqf5qFB1jVNt3rljNkqLGa5llv4drCTll9Yz9tHUvZz3krfpLmRkhAAEI9IcAYrU/HBlFJ4BYdXg/dC1Wmy9VVVYQqw7vzYKhI1YLguKwdhBojVhtRzpYBQQgAAEIQAACEIDA0BEodmfT0GFhwT0RQKz2hK/ek3/2LyI/Ppofw6OfE7llSjvGDamKWK13a1U1O2K1KtLM0wgCiNVGpIEgIAABCEAAAhCAAASGmUDyziHJviNimDGx9uIEEKvFWTl5pFHV6o5URaw6udtKB41YLY2ME1wmgFh1OXvEDgEIQAACEIAABCAAAQhAIE3gwQcflGXLlsny5ctz8bz44oty5MgRWb9+PRhdIhCJVbekKmLVpU3WfayI1e7ZcaaDBBCrDiaNkCEAAQhAAAIQgAAEIAABCOQQeO655+SZZ57p2M9y8eLFcs4558jKlSvh6RIBT6weaPyDqmxI6bHq0kbrLlbEanfcOMtRAohVRxNH2BCAAAQgAAEIQAACEIAABDIIzM3NyauvvionT57MZTQ6OiqLFi2ShQsXwtIlAruvEHnlMyIfPcelqL1YEavOpax0wIjV0sg4wWUCiFWXs0fsEIAABCAAAQhAAAIQgAAEIDB0BGamRcYnnFw2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mHRkB0AACAASURBVESs9kKPc50jgFh1LmUEDAEIQAACEIAABCDw/7d3N0By1XW+/z/d0zOZSTLJJDNhCAQyEwUCIq7+3VpCrEuI/sUiNz4su3XNHxcv4GXLB/bh79/KH12te0HgWluUV13XutQqu64s1/KiaK6WUP55uMVTlS6rggF5ykQIIWQmJJk8TGbG5F+/89B9zulzuvv0dJ8+5/R7dqeQmXN+D6/vr5vk07/+NQIIIIAAApkUIFjNZNliDZpgNRYXF2ddoBPBatbNGD8CCCCAAAIIIIAAAggggAACCMQXGBkZiX9T4I7JyUmtWLFCQ0NDKhQKsdu74oorNDo6qt7eXuu7VCpZ3yYQLBaL5W/TsGm/mT5iDypHNxCs5qiYTKW+QCeC1TVr1tQfGFcggAACCCCAAAIIIIAAAggggECuBGZmZhY8H4LVBRO2tQGC1bby0njaBAhW01YRxoMAAggggAACCCCAAAIIIIBAPgUIVvNZV++sCFbzX2Nm6BEgWGU5IIAAAggggAACCCCAAAIIIIBAEgIEq0kod7YPgtXO+tN7wgIEqwmD0x0CCCCAAAIIIIAAAggggAACXSpAsJr/whOs5r/GzNAjQLDKckAAAQQQQAABBBBAAAEEEEAAgSQECFaTUO5sHwSrnfWn94QFCFYTBqc7BBBAAAEEEEAAAQQQQAABBLpUgGA1/4UnWM1/jZmhR4BgleWAAAIIIIAAAggggAACCCCAAAJJCBCsJqHc2T4IVjvrT+8JCxCsJgxOdwgggAACCCCAAAIIIIAAAgh0qQDBav4LT7Ca/xozQ48AwSrLAQEEEEAAAQQQQAABBBBAAIHsCBRnZnSyvz87A/aMlGA1k2WLNWiC1VhcXJx1AYLVrFeQ8SOAAAIIIIAAAggggAACCHSTQM8921Vc818090fZC1cJVvO/UglW819jZugRIFhlOSCAAAIIIIAAAggggAACCCCQHYGe7/4H9XzmoE5974eZC1fTEKxu3rxZIyMj6u3tValUsr5NGGi+i8Wi9V0oFKwFYf7p/u/srJDOjnTFihVND+DEiRNN3+veeHj+dS0pDDddt8L27dtPLXgUNNA1AnkIVqd+/GltveXxqppt+8ZjuuFtHSjlr76mSz5+t9PxBt147+3aepok38/Nr7fpjsdu0IWeIT799Ut0ve7QY5+s/NQ/P097zn3W7x/YpB23b9VwYLph7ZUveX2HPv3BCV3jjsH699vkSm743A7dvsVt8Wl97ZLrVZ6V93dR85Vk9X+X26NnvgGLjtWqA8vD6jJgbf1sw42+GvrtguvFX4/KNKKNfVO96v/Vtrv+a7mefganjbAxhqzZyr1T2vHprbrN91AMrNeQNr3rrHrOdutV66OGn8zjYeIa32NIMl53asx9LFqthow3UIOq5dFA3bz1ledx4j6Oq+biPBa8DpXH9Lj+pWrc/lHVXic1FrjTr3c8dluB5yXf80TEuvO4RT0fN1LnSq3D1lLIOujU45d+EUAAAQQQQACBDgtYwerV90qjmzIXrqYhWN2yZYtWr15tBavBcNUbrLqhKsFqcgueYDU5a3pqkUAegtVqiint+PpjuuST1UFji9iimwmElf6A5HrJE/ZaIcZLdphmhUFuOHyVJ1i1wo+JcjjrC1G94WQgEPKFG972yiN3gws3RLEDk4lyEOQNouxrJ652gmprjg9pkwmp5A9nveOz5zRWDo/LIe+f7rIC3DHXIhjwtr1IHe7ACee8oZsZkTcEDwu4/D8LCwqdNpw15Q3Zq8P38PsrMsH1YP8mOsR31pP84bD9YoLsNRA278DPzBzvHPMG+u4LEpXHgBtKR/ntGLuzgWA1bLwRc3BRGqibe6mZx4PaprtfGiuH5eXHZODx6AajzQSr9ddJ1Fo3c71VE+uku1UJocshrXeMVcFqVEBtP5esDgu2HTv3MR9aZ89Qvc+N5XXsfd4xL1TxhQACCCCAAAI1BQ4dOqSdO3fq8OHDNa9btmyZLrjgAi1fvhzRDAmUg1Uz5oyFqwSrGVpoHRgqwWoH0OlyYQJ5DFaf/vqntetPnV2iC+OJfbcJT27VZwM7PU0QcY0mPvigLvPuUDWh07crwUs5uPLutjNhwpekz7q7UUPuscKrQDvuwK0wp2r3nh2Q3apNGrtlwhlTddBWDj/+8DH/GJwQ0ARgn9WtEfO9XVv3fk2XPHJZeedgeSxWsOrZKevsHCwHt7HVs3RDeGDprb0VDHoCae/sKoFTxE7GiLXQXLAaDNCckDNkrYUGYWbg5VDuMj3oC+49s/KEbpc9EhKs+nabNuhXZ8dq5HjdXazr/LvG7R2v3hceKuOvfoy5jyXzmK8Y2teNadtd8jwPmGsflK66WxOeQLmRHat2UFt54SJ8nUS8uOTW5d4x3el5LNqP+Rs1dstDld29dYNVa/Xau5XX3aHwYNv/4kwjwWpVwB666zhLj33GigACCNQRaOCdTRgiEEfg8ccft97qbHbl1frau3evJicntWHDhjjNc20bBQozB1WYqd1B4Z4/V88n7q1clKFwlWC1jYsnB00TrOagiN02hdwFq+YPpZ4wr+P19AVLTQSrVmBxq7TdDoojd/TFClbtMOeyx0zY5Y4pPFgNHktgewZ2sHqRq0IYt33PPasDRxA47T20ObBTsePFa8cA6u0UdXaFhoTh1mjKwWl4sBp19EP8YNU9xqH66IkwlXpBWfhb8d2WKmsjNFj17nptIFwLfzHB715rvI3cX3NleMLtvZ4duG67d+jOygs/zgsnm9bdpoeaCVbrrpPwYLUyx9W+3eiui3nBpPyCTEPBamXdhgargd2mdddLyPEI7Xg00iYCCCCQHgH7BbyodzYFj3pKz7gZSZoFfvrTn2rjxo0NDfHRRx/V+973voau5aL2C/h2o8bpLiPhKsFqnKJ237UEq91X88zPOF/Bqj+E7HhxfG8d3uuEmZ4zVRvZsVp1TmnIOYMxd6xab1N+l3lbvxuwmjEFduS5Z0lWHSNQ4+3SVW+VDp6T6IR01vEBnqMAuipEaWWwWjnztrzWQ499CHsLf9QZrZL/bN1ADSPOIK0blNUMRP3BauVMXndW3jM/G/QLOXNZqoTE7QxWfW17Hpvu2a8meHR3tbs73K+Z2Oo7AqHhHatNBav+F0a8QXJl7KoErr4XQqL93XbsHdfBM6/9AX3UWbrBc4brnS/d8ed4BoAAAgi0TMD7ZzKn0Rp/vmtZtzSUa4EdO3Y0vAvV7G7dunVrrj2yNLmmg1UzyQyEqwSrWVqNyY+VYDV5c3pcoECugtXU7FathFGVD4Zp7A/Mwd1yVW/39e3eq/8H76rddz6jwJh8H8yzQduukibGKscaRJ0R6f0QoKoPwvGc9xl5Pqy2adtVd0tW2LvABZ362xsMBusGZu3fsRpKGfGXvFYGq+FnrDrntKZ+x2pYYG2Hipf83DmWwxyFYR3vcYkec3ajj3/PfwRCW4PVGh9KJu8Zt26tt0u3lo8LaDBYDa7fuDtWQxdf/cdO6h/+DBABBBCIFGjsz4kAIhBH4J577tHFF1/c0C1PPPGErrzyyoau5aL2CywoWM1AuEqw2v41lOUeCFazXL0uHXuegtXKTsxOFtMJVqp2Djb2B+awYDX8zFbPGbIxdqxG7RSr+qRyZ6esvbPVfVt44NPCLeao+dr3uPdbl0Z+SFXKdhq3dflEn9Xpvs3/25sf0tV1z84MD1Zrnam79YFN5Q9Sqv3W/OizVKNqGH1mqfe80fAzSt0PozIfbBR6FEDIp9JXPmTNUyzncWD5JXjGqu+M45DHYvXb683b72+Vrt6kh75tn5/sPTLAzKjhYLXuOqk+CqB6jUQfxWCNXduku6RrrPOho8LNemesNn4UQ/TarHEESVsfszSOAAIIJCHQ2J8TkxgJfeRHgGA1u7VccLCqUenL92v+E+t1MoUMBKspLEqKhkSwmqJiMJTGBPITrKZjN1NUsOUGkPXOzgrdseoNxMI+GTtGsOpfFd4/xAdCi6pPc/d+2FSllej5+j/l3rqj3KY52zXwoT6+0K+xtZvZq2p9uryzw9cEbdff5Q+y/Z8AH77eWxqsftzdJRqod2iYF3FEhFXzCWvH5lbnCAh9znOWbsAidOdrMJCv49dIsFreZa0bPWFzjWMuyi8M3Cbf+N2jOqy6mR2oW1X1IWwhga+7+9s9diE470aCVetljbrrJPgoqb1u7tD1viMJ3ND7cblrMex+d4e+fc3q0A/Mixus+s8ZrLww4zlCJLNPAAwcAQQQCBMgWGVdtF6AYLX1pkm1uLBgdVT6+/s1f106Q1VjSLCa1ErKZj8Eq9msW1ePOjfBakrOoQrfEeqcL7jXhEx3e9Zb9Q7QqN1kt3mOLKzaXdqSYNXdUXqb7K48ZyJWfUqtPQUTCpmzIavPxHTvDb4tOqrNsJ2wOX9Y1ng79oXO1KvXUgNnjXqDzNMCgWjVjtWQM1qtWzwBWZ2zMv1VCp6pa//Wt15D5u090zX8SIGQXb41/BoJ9uyRhYw34gzZ8jxr1S1yR7YdKq66QfrqgWv02CcvdHZvP6RNJnAO+VA6f7AaUSdnV3ztdRJ4HEU9Vzhjv/Squ/Ww50O0LCUTlJbD9IizeT1u4eF+ZUermX/kGavuerHOdXWfiypz8J//m/PnCKaHAAJdJkCw2mUFT2S6BKuJMLelk+aD1fSHqgaMYLUtyyY3jRKs5qaU3TOR3ASr3VMyZooAAggggAACCCCQKwH7hat672zK1ZSZTNsFCFbbTty2Dop7fqniCwdrt//QbSre+pDnmmyEqgSrbVs2uWmYYDU3peyeiRCsdk+tmSkCCCCAAAIIIIBASgWq3iHUhe/oSWlpsjosgtWsVq6xcft3tWYnVCVYbay+3XwVwWo3Vz+jcydYzWjhGDYCCCCAAAIIIIAAAgggECFw//33a2RkRKOjozWN9u3bp8nJSb33ve/FMkMClWA1W6EqwWqGFlmHhkqw2iF4um1egGC1eTvuRAABBBBAAAEEEEAAAQTSKDAxMaHnnntO09PTNYc3ODioc889V2NjY2mcBmOKELCD1cdT/0FVYcPnjFWWdS0BglXWR+YECFYzVzIGjAACCCCAAAIIIIAAAgjUFDDh1dGjR3Xy5Mma1xWLRS1ZskT9/f2IZkig57sfVc+RGzV/3XrVrnD6JkWwmr6apGlEBKtpqgZjaUiAYLUhJi5CAAEEEEAAAQQQQAABBBBAIBUCxd0T0tqxzIWqBo9gNRVLKLWDIFhNbWkYWJQAwSprAwEEEEAAAQQQQAABBBBAAAEEkhAgWE1CObt9EKxmt3ZdO3KC1a4tPRNHAAEEEEAAAQQQQAABBBBAIFEBgtVEuTPXGcFq5krGgAlWWQMIIIAAAggggAACCCCAAAIIIJCEAMFqEsrZ7YNgNbu169qRE6x2bemZOAIIIIAAAggggAACCCCAAAKJChCsJsqduc4IVjNXMgZMsMoaQAABBBBAAAEEEEAAAQQQQACBJAQIVpNQzm4fBKvZrV3XjpxgtWtLz8QRQAABBBBAAAEEEEAAAQQQSFSAYDVR7sx1RrCauZIxYIJV1gACCCCAAAIIIIAAAggggAACCCQhQLCahHJ2+yBYzW7tunbkBKtdW3omjgACCCCAAAIIIIAAAggggECiAgSriXJnrjOC1cyVjAETrLIGEEAAAQQQQAABBBBAAAEEEEAgCQGC1SSUs9sHwWp2a9e1IydY7drSM3EEEEAAAQQQQAABBBBAAAEEEhUgWE2UO3OdEaxmrmQMmGCVNYAAAggggAACCCCAAAIIIIAAAkkIEKwmoZzdPghWs1u7rh05wWrXlp6JI4AAAggggAACCCCAAAIIIJCoAMFqotyZ64xgNXMlY8CdCFZRRwABBBBAAAEEEEAAAQQQQACB7hMYGRlZ8KQnJye1YsUKDQ0NqVAoxG5vy5YtWr16tXp7e63vUqlkfff09KhYLFrfpl3vd+xOuKEpAYLVpti4qZMCnQhW161b18kp0zcCCCCAAAIIIIAAAggggAACCHRA4PDhwwvulWB1wYSpbYBgNbWlYWBRAgSrrA0EEEAAAQQQQAABBBBAAAEEEEhCgGA1CeXs9kGwmt3ade3ICVa7tvRMHAEEEEAAAQQQQAABBBBAAIFEBQhWE+XOXGcEq5krGQMmWGUNIIAAAggggAACCCCAAAIIIIBAEgIEq0koZ7cPgtXs1q5rR06w2rWlZ+IIIIAAAggggAACCCCAAAIIJCpAsJood+Y6I1jNXMkYMMEqawABBBBAAAEEEEAAAQQQQAABBJIQIFhNQjm7fRCsZrd2XTtygtWuLT0TRwABBBBAAAEEEEAAAQQQQCBRAYLVRLkz1xnBauZKxoAJVlkDCCCAAAIIIIAAAggggAACCCCQhADBahLK2e2DYDW7tevakROsdm3pmTgCCCCAAAIIIIAAAggggEAWBWZmpP7+LI5cBKuZLFtigyZYTYyajlolQLDaKknaQQABBBBAAAEEEEAAAQQQQCABge/9P9JZX5Quzl64SrCawPrIcBcEqxkuXrcOnWC1WyvPvBFAAAEEEEAAAQQQQAABBDIpcPeV0v99UPrBjzMXrqYhWN28ebNGRkbU29urUqlkfff09FjfxWLR+i4UCtbSMP90/3cm10oHBr1ixYqmeyVYbZqOGzslkJdgdepHf6nLb3rUYdyoz//kK/rAaR1S/eV/0zs/9p3qsfh+bn79EX3rF3+lizzD/PVX36lr9S394i8qP603N+v3P9us+776AQ0HphzWXvmS13+ov7xil65zx2D9+80qK37hPn3l/W6Lv9Z/e+e1cmelq+0x+sdW6fwj//AL/dUfBO4xv3buq1w5pR/+xeXada25vkP1SrTbEBPT/yWfL9cvytRcttFXE/MT0943NV5vvTu1VdX97uQjxhW1Rr/tRQus48A6sq+sXuvW6M16/3b47yq/ry6Qvb48Pw/p02tl91P9vOBau+3Z14UvCHPN5v8d/vu44/H2EBxD+XfO80V1zSWF1DNq3QTvDz4nVM85uh4+GWd83rmH1tP3PNP8+q+uZ3Sd/uoP7OeVmx/zX1NVp0Qf+3SGAAIIIIAAAgi0UMAEq//X96XTN2cuXE1DsHrFFVdodHTUClaD4aobrJp/mi+C1fjr1gTUzX4RrDYrx30dE8hFsGr9BX9XOUytFTS2HToQVlbGMq5/fue1kicQskKIF+xATd5g2Bs+1pqbN6j1BHNmjr6QpSrMtK5wggc3RLEDj13l4M0f2JmxfnPMDVqD1/piIv3wq4/oXX9hQl5z3QPaHAiPGwqV2l6oTnUQFoT6a3GmWQsT1/nC9ejRNhasmvo9oI/oOy+MhwbwUQGtd42aiD0sOPP/LHxthD4mzWPli7s0buL6iGDdv+4chcBjIixkDP7MDQ/9IWMlfPMGq5V1Xq3eqvGEPQaCLzqEj9m+M6yelnFw3TgB7Hjwecd58aZ+PaNWnrG7SbveLH1HlbVaDmm9zzlVwWrwhYAG1n9gHqF18Aw1uG6tX1ltPKDN9V6E6NRTA/0igAACCCDQYoEDBw7oqaeeqnue5bJly/TWt75VK1eubPEIaK6tAm6wajrJWLhKsNrWlZGKxglWU1EGBpGUQC6CVSugkb7g7tg0wcu3ogKk9sqacOMmfSGw09MECddpl/lLvTdkDBlnVTjSyNxqzDc0bHGC15u0WeM37XLGVB3QVcKLPVW7Iqvn6QY+f6ldH3Z2CwfHHqR3fr/5zTdr17/rph2rYTtMnXDpzd/SfWPfbHGw6tbWrMGo3a0RAa1nbdnh/3jVLms36LNfJDAvIIT0UWOt15pveIDmHWuNkN8Txpmdpt/UR6QXxivPEyHBbiOBXXXwGn883t229mN0XB/5tjzPD/aLErr6O9pVfkHDfQCF1zP8sV69I9zdsWq5161n9S74Ski5S9f9ZFzf9Ox6t/0+r/GbHqjsoq4brJoW661//zwWXqf2/neA1hFAAIGmBBp4Z1NT7XJT1wo8/PDD1ludV69eXdNg7969mpyc1KWXXtq1Vqmb+MxBaabOqL53nXT99ysXZShcJVhN3Ypr+YAIVltOSoNpFshFsGr9pfwm6W/sQK/eX7oTrUc5VNisB4K7NxsJVhuZW+xg1d1J6h1TeLAaPJbAtvN7lz3NOP735spOyzp/QbB23f07++3V5p/dcxRAeLjpBmMtD1Y962OPb+ex95EQHqx63zYeFdJbrQT6CHvbvf9x5wnKzggcSeG5MHqHqJyAt9aO3UofVrA69i1t/tkDGv+qc/yGtV7H9fkXbi4fRVHvuaNV46kOVq/Tt/TNqhclzIsODwSD1Yh6Ru9Y9e/S9AWrUTuj67w4VenrTN9RHq7PF3RT5cWBhoJVZ5f9xHXhLywEdpvWq5O1Hj/2nZCjMxJ99qczBBBAIIaA/UJh1Dubgkc9xWiYS7tY4Ec/+pE2btzYkMCjjz6q97///Q1dy0UJCHh3o8bpLiPhKsFqnKJm81qC1WzWjVE3KZCPYNV9i3IFIRVn6fnOQTS7PpvYsVp++3WNucUMVt1A0z4D1R1TYOefe2al7xgBz/mIgaMHQsPWwLi8IZ0VfDghbGU8TS7iTN0WHQT6gtXyecHeyYWdfVn/KABfCBW5ViLOvvTUv9Fg1f7LX+CMy+B68YVt0efslt9a7qux1yFOsHqfrpu4vBzi2+vuPo1/q3LGb3h/lTNwTTBdfQZr/PGEBasmUHd3u7s7ws14gztko+rpO06k7FV9ruzCg1V/vbzrojI2VQJXX3De7Pr3z6NendwAot751Jl66mCwCCCQc4GQ45M6+A6snGN3zfTuuecebdiwoaH5Pv7447ryyisbupaLEhBoNlg1Q8tAuEqwmsAa6nAXBKsdLgDdJyuQh2DV/suz5y3K1m4ld0dbsp52b9VnN9pnWMYPVhuaW5xg1berNDAm3wcAbdRHrpZ2jXmPNXAt7fk98B7Ph1sFd6uGsUfs3iVYdVaNc0Zma3eshgWmYR/u1rodq6G7agJrNPSDlkLOAm7VDlF7x+p9+srZ/+wE+nIej3+mXZ4PT6u3E7JV4wkLVn/x4V3OkSbv0iPODvzx/+E929isk+h6vuuJqDNWW7xjtcaHk8m7I9qt+d9IN5WPC2gwWA09K7Yyj3p1Cn/Wr/8iRCf+a0GfCCCAgC3Q2J8T0UIgjsDdd9+tiy++uKFbnnjiCW3btq2ha7koAYGFBKsZCFcJVhNYQx3ugmC1wwWg+2QF8hKshp9r6pz1mSipE3xUhUSN/YE5uCsw+sxWz9xiBKtRO73CdviWA8+Qt2oHx9VQOOoGq/8gXfux71RXJfRDthItXgKdRYU79c6YjBpanbAoZG2Eh1Lh7XjXY1XI7xmSta7MGavX7tLlYecb19uhGvjQN7fp0LGGfMp85UPXPIMKnrFqvaXe2Tlu1qC1Yzr8rexfeX/4my5bNZ7QYNUay03StZv1wLfsM6Orjm6oUU/f2+/LDNFHfDR7xmr1zuXgkQuVF1wsL3O27bel66zzpZtd//77agertfvYFfFBaQk8+OkCAQQQqCHQ2J8TIUQgjgDBahytlF270GBVp0tffUC64fyUTcweDsFqKsvS0kERrLaUk8bSLpCXYPXyn22ufNp5Bz/9Ofrt0o2dnRUWrNadW4xg1b8evX+ID7wd27frNzj2sH+vPjfU99Z/90gD59PIveNoKJRN+wOp4fGFhT4NfCp6ZPuNvRXed35t6HqpH6yaIdjBvP9IAt/PInaL+0LZ0P7DjwOoH2S6n/Z+s/QFzw5q3zEcw75zl90XF+wXE1rwoUjBUDjQt1W6sJ85Na0Orx8tnw3qn3/EkQmO5/94zwP6cNWZqdHB6i/+4qL69axad7XXybd0rf/ogvLuVnfNNLv+4war/nMKvTUYt+re8AOWCxFAAIGEBAhWE4Luqm4IVjNc7gUFq6dLdzwg/ad0hqoEqxlelzGGTrAaA4tLsy+Qh2C16jxHSZ06YzV8R6jz1utX7Q9UqXxVn5kZtRvs5sc8dwWDgZYEq5Xw51Grq8DbxQNv/93oDbEi+69zzqYzpe4LVq9V1X5dzxmkoW+Td6x87tbPwt4a7lz8J9do4/+cc3YKep+rwsKtiIDWCkp36fM/qeyQrl7j/nUcPv7KeorabRj2okT07tpr5dulGvL2dK9V1bmk5aNCqoPV6jNUbTvznFI+UsC3o9WuQZzxeKvhm3etD2mK2NVrr4FvatVfS1+euq7y4XFWJ5Wd0CZItVaMCcc9L3DUq6fvv3JRj3VnbJuu/o4eCnzYln+nc8R6Da7/qoDYP4/IM1bd535rl/3Nsp/LKl/Vj5/s/zecGSCAQF4ECFbzUsk0zYNgNU3ViDmWpoPV9IeqRoIdqzHXQwYvJ1jNYNEYcvMC+QhWm58/dyKAAAIIIIAAAggg0FmBxt7Z1Nkx0nvWBAhWs1Yxz3hf+Tfp+TdqT+DBW6SbH/Bck41QlWA1w+syxtAJVmNgcWn2BQhWs19DZoAAAggggAACCCCQcQHrXSK139mU8Rky/IQFCFYTBk+6O9+u1uyEqgSrSS+UzvRHsNoZd3rtkADBaofg6RYBBBBAAAEEEEAAAQQQaJPAj3/8Yw0PD2t0dLRmD/v27dPU1JS2bNnSppHQbFsEysFqtkJVgtW2rIbUNUqwmrqSMKB2ChCstlOXthFAAAEEEEAAAQQQQACB5AVeeuklPfPMM3XPs1y2bJnOP/98rVu3LvlB0mPzAlaw+ljqP6gqbIKcsdp82bNyJ8FqVirFOFsiQLDaEkYaQQABBBBAAAEEEEAAAQRSIzAzM6OjR4/q5MmTNcdULBa1ZMkS9ff3p2bsDKQBgbuvko78jfSfzm/g4nRdQrCarnq0YzQEq+1Qpc3UChCsprY0DAwBBBBAAAEEEEAAAQQQQACBaoGJXdLYtYqYsAAAIABJREFUeCZl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6ESwmnUzxo8AAggggAACCCCAAAIIIIAAAvEFRkZG4t8UuGNyclIrVqzQ0NCQCoVC7PauuOIKjY6Oqre31/oulUrWtwkEi8Vi+ds0bNpvpo/Yg8rRDQSrOSomU6kv0Ilgdc2aNfUHxhUIIIAAAggggAACCCCAAAIIIJArgZmZmQXPh2B1wYRtbYBgta28NJ42AYLVtFWE8SCAAAIIIIAAAggggAACCCCQTwGC1XzW1TsrgtX815gZegQIVlkOCCCAAAIIIIAAAggggAACCCCQhADBahLKne2DYLWz/vSesADBasLgdIcAAggggAACCCCAAAIIIIBAlwoQrOa/8ASr+a8xM/QIEKyyHBBAAAEEEEAAAQQQQAABBBBAIAkBgtUklDvbB8FqZ/3pPWEBgtWEwekOAQQQQAABBBBAAAEEEEAAgS4VIFjNf+EJVvNfY2boESBYZTkggAACCCCAAAIIIIAAAggggEASAgSrSSh3tg+C1c7603vCAgSrCYPTHQIIIIAAAggggAACCCCAAAJdKkCwmv/CE6zmv8bM0CNAsMpyQAABBBBAAAEEEEAAAQQQQCA7AsWZGZ3s78/OgD0jJVjNZNliDZpgNRYXF2ddgGA16xVk/AgggAACCCCAAAIIIIAAAt0k0HPPdhXX/BfN/VH2wlWC1fyvVILV/NeYGXoECFZZDggggAACCCCAAAIIIIAAAghkR6Dnu/9BPZ85qFPf+2HmwtU0BKtbtmzR6tWr1dvba32XSiXr2wSCxWLR+i4UCr7v7KyObI/0xIkTC57A4fnXtaQwbNWvma/C9u3bTzVzI/d0p0BegtWnv36Jrr/LreE23fHYDbqwUyX91dd0ycfvdnrfoBvvvV1bT5Pk+7n5dfU4rXnoDj32ycrop378aW295fHq9pyfWL9/YJN23L5Vw4E5h7VXvuT1Hfr0Byd0jWtl/fttKvf0uR26fUuwxSnt+PRWTVz9mG54m7ezp/W1S66XvlH5ub8m7rUeD0k1x9ep+rW1X9vJXR3lrjbcWFW/aj/venHauSpkrUxc41s/Vh9ObeWpqX9dVSa9zVND+6d2zW9zF4b5Uch47Wsbn591tfW4DZlXVQ0iHivlx7x9gzv28LVXueayRy7RnWNh69vpOPBYsKYc+niQLMcqc+Nwp8acx74ZT1V/vsef41bl6tq786/nG/F7W0d3PHaZHgxbf97noqrnKU8x3PUWwydYyqBX7XVeWbve5Vd57qw33w7+d6CtzyM0jgACCCCAAALdLmAFq1ffK41uyly4SrDa7au39vwJVlkfmRPIQ7BqB0Rj5TA1POhIqDSBsLISeo7rX8KCx5fsQE3e8NQbllkhx0Q5nPWFqN4AJBDI+EKzQPhmS4QHNhPl8MgfDLl6bruV8M0fulWHcl73p/W1r0s3fPJCO4xyw+LQ8SVUr8S7CXMN1iIscAz+rBIoec2j1r4Jrx7UNt390lg5wA291llTlRDRGZu8wW/Yz1zIGvNb5w+BrbD3SxMaMzFzOagPX3dW+OY8VkzUXx3IugHcQ9p07+0a/17t4DQ06HSnEBJChwXTvsdEq4JV+V94cPt9vBx81vOVL9CtXt6N+frmFnzRJqZPrWA1rI7+n9nrvPK85Dx7lV9MMs+rlQA78YczHSKAAAIIIJBigUOHDmnnzp06fPhwzVEuW7ZMF1xwgZYvX57i2TC0oEA5WDW/yFi4SrDKeq4lQLDK+sicQG6CVW+wEdyJmWBVTFh1qz7r2enpBhnXaOKDD+oy705aE2J9uxJ0WXFncPebFT5Jn3V3o4bcY+2EDbRTO/Sx+7lVmzR2y4QzpurApSp8csayad1tmnhXcMdq1E7W8ki049P/ovHb/TvIOhqCJ7guKl2FB1vloHvdHdoxdqfvhQLvMCsBoxMofW5Mtz1QJyy1dpGa8MmswUoIFWnvCfNNQOkNNCtjccLVYFha7svZpe3cENaX+zNrvuXHb4SPZ43bL0JUXkgJs20+WA0P8qw+nEBxLLCjt3U7Vu+UrpImxirPH9bjdGJMukvOzvIaL3hYhs0Fq1HPIdW74eP7RAWrsda5u+vfbay8HghWO/I0RqcIINAegQbe2dSejmk1rwKPP/64RkZGrLc71/rau3evJicntWHDhrxSZG5ehZmDKszUHnbhnj9XzyfurVyUoXCVYDVzSzLRAROsJspNZ60QyG+wau9cs96C38mvcshr3oLbRLBq7Sy9VdpuzyV0p13sYNWEI2Ys3jGFB6veYwmsXY/vekzmbdTmn/6jAGoHq9WBs10UgtXK4gwPGgOLtypQ+qz0pcrRDJG7UJ3gfa/nLenR9pW1UCugbCRQtEdffUyEGyRbR0qs9h5JUWNHpXNERiNrpuaOVGfHa/hRAFHBt7VaQ4/BaMShsaMA7tTYNzbpoUfGdbtzFIj1mBu7URO3uEd2hI3P61tr/G4tqnd4Rh3JER6sRu0Qrffiiv8x7w/Uo9b5Vpk1e/1dgZ285cvrzbeTT/70jQACCMQRqP5vZfDdGnFa41oEjMBPf/pTbdy4sSGMRx99VO973/saupaL2i/g240ap7uMhKsEq3GK2n3XEqx2X80zP+PcBKueHWz2W0mj/iKeYMl8b5nd64SZnh2bjexYLb/tuTLuqrfbxwxW3YD0hre5AasZU2AnmnuGovs2fdPHI5dZZ3dW7vda1gpVvP34/RsJyRKsWAJdRQdBzQWrt2urKsHk6pDzPn2hXnDnZ9h5rJ5dp80Fqw2cIevbVe5dOxFnZnqOi2hkzUSeseocmeENmP1FbzJYLZ+B7G2t8hzUcLBq7Sp2X4BxHjf3junO8lnIET7lo0Aifl8+I9Y8D4XUJ+I4jjQEq/Ypz4Fzfhueb/CM6AQe4nSBAAIINCUQ8melGn++a6oLbuo6gR07djS8C9Xsbt26dWvXGaV1wk0Hq2ZCGQhXCVbTuvLSMS6C1XTUgVHEEMhDsGqm6wtSrtqmbXfJ/7b7GCYLv7QSAlRC0Mb+wBwMjeyzSD1ve7beJib/h3PFCVY9Aam9k9Czi9b3gTQbtK38tmR/KBw3WI3arWrFJaEf/LPwCqS3hTYEq56dzJ/VrYEPUgoL2uzA75Kfh33okvVoKp/T2VywWr2jMRjQ+c7YdYtlhXvhb2X37qhsZM1kdseqcz6stSNczosZf7rL8yFzNY4CsM5CrffW+Po7gr2PnfQEq4FHNEcBpPcpjpEhgECTAo39ObHJxrmtSwXuueceXXzxxQ3N/oknntCVV17Z0LVc1H6BBQWrGQhXCVbbv4ay3APBapar16Vjz0uw6itf8FzSRGvrBFlVO8Aa+wNzWLAafmar55iDGMFq1E6+sA+dKgeoJuD5eNXn2Eu+OUbtWPUfZRAsRSMhWaLla3tnUcFq5czS5s6etNs1Z3TeLXPW5oX2TELWhhs6VoewzuTbcMaqfT6p+3b2kLXiOzIjIph1dtdWvdhQrlmlXXNcRfhb/e2Lo4PXwM5t73pI4IzVMXN8yV47UL1D19tHbjRwVELF1xzvUevDnGoEsyG7l1tyxmpgDfp2Zoeeleu8UGY+rOzqCW0NOz+6znpp+8OYDhBAAIGWCzT258SWd0uDuRYgWM1ueRccrGpU+vL9mv/Eep1MIQPBagqLkqIhEaymqBgMpTGBXASrvr+42+HKQ5t3eD5AqjGLVlxV+9zK6yXPB9+EnZ0VumPV+6ncVqAQOD82RrDqn6P3D/GBsCtsZ6xzc6wdq3U+SIxg1aC6O5y3lXciN/Zp6f4ArbwLtBx4R4Tdznr59uaHdHUwTHM+OGPD59zHjzM23agd7geoueP1/cxdWTWCOzdEC12v7ljvkD5eO1h1g9Hr76p4Wb17gs/mg9VKOyobRPzMmXKjZ6wGPwTMHxB73dxdxs78fI+her7tDlbj+4SF6u7zc911HvE8VLGrN99WPKvTBgIIIJCEAMFqEsrd1gfBanYrvrBgdVT6+/s1f106Q1VTFYLV7K7NJEZOsJqEMn20VCAXwWrVUQDmLcXOjr2WatVvLHxHqHPWotmJ5tv5GQiGQt8aHzhbUNJCz1itzKL2UQDm7eJhH/4VJ1itF5zW+3198axdUe+MTE91rLOCvfPzrpewgK2y69Va/5Ghtn3vqhukr37t8SrA6t3L1WtQ5TMug7dHnfFZ57zR8tq/VNvueljWzk3vB895dtG6Pw97rLmBcOQZq87jxwSvflt3Ht4w8zZ5dSphs3/OjQSrVWeEWk14z4H219P3YVJVwWrIGanltqLPWJXM3CKCyBBfM8LqHavO3H3Hhtg/i/Ipt+OeQxtYO9W18j8vhh4b0fB8PWdaZ+2pgvEigECXCRCsdlnBE5kuwWoizG3ppPlgNf2hqgEjWG3LsslNowSruSll90wkL8Fq91SMmSKAAAIIIIAAAgjkS8B+YazeO5vyNWdm024BgtV2C7ev/eKeX6r4wsHaHTx0m4q3PuS5JhuhKsFq+9ZNXlomWM1LJbtoHgSrXVRspooAAggggAACCCCQTgHnOJ7K4Krf2ZTOgTOqtAoQrKa1Mq0Zl39Xa3ZCVYLV1tQ/z60QrOa5ujmdG8FqTgvLtBBAAAEEEEAAAQQQQKBrBe6//36NjIxodHS0psG+ffs0OTmp9773vV1rlcWJV4LVbIWqBKtZXG3JjplgNVlvemuBAMFqCxBpAgEEEEAAAQQQQAABBBBIkcDExISee+45TU9P1xzV4OCgzj33XI2NjaVo9AylnoAdrD6e+g+qCpsHZ6zWq253/55gtbvrn8nZE6xmsmwMGgEEEEAAAQQQQAABBBCIFDDh1dGjR3Xy5MmaSsViUUuWLFF/fz+aGRLo+e5H1XPkRs1ft161K5y+SRGspq8maRoRwWqaqsFYGhIgWG2IiYsQQAABBBBAAAEEEEAAAQQQSIVAcfeEtHYsc6GqwSNYTcUSSu0gCFZTWxoGFiVAsMraQAABBBBAAAEEEEAAAQQQQACBJAQIVpNQzm4fBKvZrV3XjpxgtWtLz8QRQAABBBBAAAEEEEAAAQQQSFSAYDVR7sx1RrCauZIxYIJV1gACCCCAAAIIIIAAAggggAACCCQhEBasfvSjH43s+p/+6Z+qfjc5OakVK1ZoaGhIhUIh9rC3bNmi1atXq7e31/oulUrWd09Pj8y5w+bbtOv9jt0JNzQlQLDaFBs3dVKAYLWT+vSNAAIIIIAAAggggAACCCCAQPcIRO1YDQtXw0JVI0Wwmt/1QrCa39rmdmYEq7ktLRNDAAEEEEAAAQQQQAABBBBAIFUCtY4C8IarUaFqK4LVd1++SSOnjdi7VXvNbtUea7eqtWO1p6hioahC0eyENbtW1dSu2FShJzyYof6RpnskWG2ajhs7JUCw2il5+kUAAQQQQAABBBBAAAEEEECguwTqnbFqwtVaoSrBavrXC8Fq+mvECFsoQLDaQkyaQgABBBBAAAEEEEAAAQQQQACBSIF6wWojdAs9CoAdq40oN38NwWrzdtyZQQGC1QwWjSEjgAACCCCAAAIIIIAAAgggkEEBgtUMFi3mkAlWY4JxebYFCFazXT9GjwACCCCAAAIIIIAAAggggEBWBAhWs1Kp5sdJsNq8HXdmUIBgNYNFY8gIIIAAAggggAACCCCAAAIIZFCAYDWDRYs5ZILVmGBcnm0BgtVs14/RI4AAAggggAACCCCAAAIIIJAVAYLVrFSq+XESrDZvx50ZFCBYzWDRGDICCCCAAAIIIIAAAggggAACGRQgWM1g0WIOmWA1JhiXZ1ugE8FqtsUYPQIIIIAAAggggAACCCCAAAIINCMwMjLSzG2+eyYnJ7VixQoNDQ2pUCjEbu/dl2/SyGkj6u3tVam3pFKpRz099nexp6hioahC0bRbkGm+mT5iDypHNxCs5qiYTKW+QCeC1VY8kdafGVcggAACCCCAAAIIIIAAAggggECaBJYtW7bg4bz00ksEqwtWbF8DBKvts6XlFAoQrKawKAwJAQQQQAABBBBAAAEEEEAAgRwKEKzmsKiBKRGs5r/GzNAjQLDKckAAAQQQQAABBBBAAAEEEEAAgSQECFaTUO5sHwSrnfWn94QFCFYTBqc7BBBAAAEEEEAAAQQQQAABBLpUgGA1/4UnWM1/jZmhR4BgleWAAAIIIIAAAggggAACCCCAAAJJCBCsJqHc2T4IVjvrT+8JC6Q1WP3Rj36k97///Qlr0B0CCCCAAAIIIIAAAggggAACCMQVaPTv8ASrcWWzdz3BavZqxogXIJDGYNU8IZsvgtUFFJZbEUAAAQQQQAABBBBAAAEEEEhIoNG/xxOsJlSQDnZDsNpBfLpOXiBtwar7ZEywmvxaoEcEEEAAAQQQQAABBBBAAAEEmhFo9O/yBKvN6GbrHoLVbNWL0S5QIE3BqveJmGB1gYXldgQQQAABBBBAAAEEEEAAAQQSEmj07/MEqwkVpIPdEKx2EJ+ukxdIU7BqZt/oq1zJS9EjAggggAACCCCAAAIIIIAAAgiECTT6d3mC1fyvH4LV/NeYGXoE0hasesNVzlhlqSKAAAIIIIAAAggggAACCCCQfgHOWE1/jZIaIcFqUtL0kwqBNAarbrhKsJqKJcIgEEAAAQQQQAABBBBAAAEEEKgpYILVRv4Oz47V/C8kgtX815gZegTSGqxSJAQQQAABBBBAAAEEEEAAAQQQyJcAwWq+6hk2G4LV/NeYGRKssgYQQAABBBBAAAEEEEAAAQQQQCBhAYLVhME70B3BagfQ6bJzAknvWD1w4IBWrVrVuQnTMwIIIIAAAggggAACCCCAAAIIdESgFcHqiy++qJUrV2poaEiFQiH2PN59+SaNnDai3t5elXpLKpV61NNjfxd7iioWiioUTbsFmeab6SP2oHJ0A8FqjorJVOoLJB2svvLKK1q7dm39gXEFAggggAACCCCAAAIIIIAAAgjkSqAVwepTTz2lNWvWEKymdGUQrKa0MAyrPQJJB6svvfSSzjnnnPZMhlYRQAABBBBAAAEEEEAAAQQQQCC1Aq0IVv/1X/9V69atI1hNaZUJVlNaGIbVHoFOBKsHDx7UkiVLrK37pVKpPROjVQQQQAABBBBAAAEEEEAAAQQQyIXA/Py8zNGCR48etQJVgtX0lpVgNb21YWRtEOhUsOr224Yp0SQCCCCAAAIIIIAAAggggAACCORQwJx3SrCa7sISrKa7PoyuxQKdCFYPHTqkkydPtngmNIcAAggggAACCCCAAAIIIIAAAnkWKBaLWr58OTtWU1xkgtUUF4ehtV4gyWD18OHD2rVrl9544w39/ve/b/1kaBEBBBBAAAEEEEAAAQQQQAABBHIr0NPToxUrVmh8fFzmvFazgzXu17sv36SR00bU29urUm9JpVKPTLvmu9hTVLFQVKFo2i3INN9MH3HHlKfrCVbzVE3mUlcgyWDVnIXy8ssva//+/ZqbmxPHAdQtDxcggAACCCCAAAIIIIAAAggggICJOQsFKwxdtWqVzjrrLOuzW5oJPQlW27ucCFbb60vrKRNIMlidnZ21QtW9e/fqyJEj1nEAhKspWxAMBwEEEEAAAQQQQAABBBBAAIGUCZgA1RwDsHTpUq1evdoKV/v6+ghWU1YnMxyC1RQWhSG1TyCpYNXMwASpZteqCVenpqZ0/Phx60gAMwYC1vbVmJYRQAABBBBAAAEEEEAAAQQQyKKACVTNt3mb/sDAgIaHh61Q1exWNUFrM1/sWG1GrfF7CFYbt+LKHAgkGawaLhOkHjt2TOa8VfN94sQJzlvNwTpiCggggAACCCCAAAIIIIAAAgi0Q8CEqosWLbLOVDXfixcvtoLWZr82b96skRHnjNWSOWO1VDljtVi0Alv3iAE32G22r268z5yB2+yXyYgW+nV4/nUtKQw3tZvZ9F3Yvn37qYUOgvu7RyDpYNXImp2r5oxV822CVvPvfCGAAAIIIIAAAggggAACCCCAAAJBARN0miDVnK9qvpvdqeq2e8UVV2h0dLTcnglW3XDVtO1+WyGbs2OWqjQusJDQm2C1cWeuTIlAJ4JVM3Xe+p+SBcAwEEAAAQQQQAABBBBAAAEEEMiIQDMfVhWcGsFqe4tNsNpeX1pPmUCngtWUMTAcBBBAAAEEEEAAAQQQQAABBBDoAgGC1fYWmWC1vb60njIBgtWUFYThIIAAAggggAACCCCAAAIIIIBA2wQIVttGazVMsNpeX1pPmQDBasoKwnAQQAABBBBAAAEEEEAAAQQQQKBtAgSrbaMlWG0vLa2nUYBgNY1VYUwIIIAAAggggAACCCCAAAIIINAOAYLVdqhW2mTHant9aT1lAgSrKSsIw0EAAQQQQAABBBBAAAEEEEAAgbYJEKy2jdZqmGC1vb60njIBgtWUFYThIIAAAggggAACCCCAAAIIIIBA2wQIVttGS7DaXlpaT6MAwWoaq8KYEEAAAQQQQAABBBBAAAEEEECgHQIEq+1QrbTJjtX2+tJ6ygQIVlNWEIaDAAIIIIAAAggggAACCCCAAAJtEyBYbRut1TDBant9aT1lAgSrKSsIw0EAAQQQQAABBBBAAAEEEEAAgbYJEKy2jZZgtb20tJ5GAYLVNFaFMSGAAAIIIIAAAggggAACCCCAQDsECFbboVppkx2r7fWl9ZQJEKymrCAMBwEEEEAAAQQQQAABBBBAAAEE2iZAsNo2WqthgtX2+tJ6ygQIVlNWEIaDAAIIIJB7gRcOvqA7n75TO6d2av7kfO7nG3eCpWJJFwxfoGsuvEZvHnpz6O3Hn/ut9n3j73TsqV/r1Hx3GBZKJS1+60Ua/finNHDueXFZuR4BBBBAAAEEHAGC1fYuBYLV9vrSesoECFZTVhCGgwACCCCQawETqn7m4c+ot9SrvlKfCirker7NTO6UTml2flZz83P620v/tipcNaHqrk9cr2J/v4qL+qVClxieOqWTJ2Z0cmZG439/B+FqM4uLexBAAAEEEJBEsNreZUCw2l5fWk+ZAMFqygrCcBBAAAEEci3wuUc+p+cPPa9FpUW5nmcrJndi/oTOWX6ObnnXLb7mJv76Bs08/5yK/QOt6CZzbZycOa7+c87V2Je/lrmxM2AEEEAAAQTSIECw2t4qEKy215fWUyZAsJqygjAcBBBAAIFcC3zohx/Skv4l7FRtoMpm5+rRmaP6wQd+4Lt653suVWn5UPfsVA1anTql+UMHdcHPHm5AkUsQQAABBBBAIChAsNreNUGw2l5fWk+ZAMFqygrCcBBAAAEEci2w9QdbNbR4KNdzbOXkDh47qB0f2uFr8jebNqp3ZFUru8lcW3OT+/WWhx7N3LgZMAIIIIAAAmkQIFhtbxUIVtvrS+spEyBYTVlBGA4CCCCAQK4FCFbjlZdgNdyLYDXeOuJqBBBAAAEEvAIEq+1dDwSr7fWl9ZQJEKymrCAMBwEEEEAg1wIEq/HKS7BKsBpvxXA1AggggAAC9QUIVusbLeQKgtWF6HFv5gQIVjNXMgaMAAIIIJBhAYLVeMUjWCVYjbdiuBoBBBBAAIH6AgSr9Y0WcgXB6kL0uDdzAgSrmSsZA0YAAQQQyLAAwWq84hGsEqzGWzFcjQACCCCAQH0BgtX6Rgu5gmB1IXrcmzkBgtXMlYwBI4AAAghkWIBgNV7xCFYJVuOtGK5GAAEEEECgvgDBan2jhVxBsLoQPe7NnADBauZKxoARQAABBDIsQLAar3gEqwSr8VYMVyOAAAIIIFBfgGC1vtFCriBYXYge92ZOgGA1cyVjwAgggAACGRYgWI1XPIJVgtV4K4arEUAAAQQQqC9AsFrfaCFXEKwuRI97MydAsJq5kjFgBBBAAIEMCywsWP2YvnT5pTrDO/+jD+vPHvmHxEWu+MP/rm3LJnT3/3ebftLG3lsdrI5+5V4tP7N6wCefvlMv/OcftnEmrW16bnK/3vLQo61tlNYQQAABBBDoEgGC1fYWmmC1vb60njIBgtWUFYThIIAAAgjkWqD5YNUJVQNBqhVwrpR2Pvvnum13cnTZC1Y/oDX/dI0WL3lFh/7kU9rnpfr3N+nN//EiKUPhKsFqcmudnhBAAAEE8idAsNremhKstteX1lMmQLCasoIwHAQQQACBXAs0FayuvVH/ff0FWhyxO/Vj7/pnXapkd65mLVi1d6qGhKrWarND1/5d2dm1SrCa66cJJocAAggg0GYBgtX2AhOstteX1lMmQLCasoIwHAQQQACBXAvED1bDd6pGI9nXa8+fafvT9lX+EDTkOIH5neW39FvXLvq5HtalunSp3pawAAAavklEQVTJq3r4vu36B12hG9+9TReUnF7nd+rhw2O61DoK4Fd6m/d31iXufZKsUHhIP98jXXrmGXrVM65GCt2qowCsYHXo19r/0S/ojTodhx0X4D0qwPx+8I2faWb8PVqsX2v/96Th/7hS0w9Kyy9bo9kHP6gJ/Z3OvWyNr6eabTQwLm9jBKuNrB6uQQABBBBAIFyAYLW9K4Ngtb2+tJ4yAYLVlBWE4SCAAAII5Fqg2WB16MDd+vOfe04zvfBL+uczvaetumFmnWB17RW6YvdPfOeimh2vf3jCbt8+WmCxLwC1dsSWQ1Y3LL1Ai61A9lfS2p/oJ55jCNxw1jr7tc5u23rFTjpYXfGf79KqC6Vj/3iVXvlfzug+aYekVmD6dckOXo9WrnGOEiju+Zme+8u/s25a8e8/oDf+l/fM1k9p7H9u0LzTblUb9SACvydYjQnG5QgggAACCHgECFbbuxwIVtvrS+spEyBYTVlBGA4CCCCAQK4FWhasepXcXaHW7tJ6O1btG90AtdyMc8xA2Fv8w44aqLouGPS6u2CtsY1poskzYDsSrI6/GNjZakLR90jeYFWVEFVWsPomzXjDWAvWPde1UixfOOttI+aqJ1iNCcblCCCAAAIIEKwmtgYIVhOjpqM0CBCspqEKjAEBBBBAoFsEmg1Wz4g4X9Vys0JNOW/brx2sytmResyzA9YbnMYOVvcNaZvZOesZn6+NjASr1g5S/Uz739igVRcuCV2OkaFoVbDqBqqeXa2qE87GfAAQrMYE43IEEEAAAQQIVhNbAwSriVHTURoECFbTUAXGgAACCCDQLQLxg1XPW+9Dw1X3/NPGjgI4I+SDrhYSrP7b4TG93Tpr9bby8QKpDVYjP7zKeXu/G6xW7Vj1r043hHXf9l+9Y9Ufotp3E6x2y2OceSKAAAIIpF+AowDaWyOC1fb60nrKBAhWU1YQhoMAAgggkGuBpoJVSyTsQ6y8H0TlD1YrZ7I61zhvzbeCVe95qe5b+OsdBeC9xx3L/E5ZwepKaaf7Vn/3TNWUHQVQeVv+Kzr0J5/SPt8qs0PPvj3ujtWwM1ZVvq/RYNW054av7gdicRRArh/eTA4BBBBAICMCBKvtLRTBant9aT1lAgSrKSsIw0EAAQQQyLVA88GqJ1z1ClmBqPSly8/R89YZq54drtZ1r+rhPdKlowedXaXuDlenEXP/wXOsD8IyxwP8UB/QtsAOVClwT6BNO6x12jOB6gvSB9ZfoMWm7ZdXpeKMVZfMDTirFllICFq5xh/G1g9WJXsX60UqOo2YQPX4uZUPvZr7P+2jB8q7XmOueo4CiAnG5QgggAACCHgECFbbuxwIVtvrS+spEyBYTVlBGA4CCCCAQK4FFhas5pomdHKt+vCqvMkRrOatoswHAQQQQCBJAYLV9moTrLbXl9ZTJkCwmrKCMBwEEEAAgVwLEKzGKy/BargXwWq8dcTVCCCAAAIIeAUIVtu7HghW2+tL6ykTIFhNWUEYDgIIIIBArgUIVuOVl2CVYDXeiuFqBBBAAAEE6gsQrNY3WsgVBKsL0ePezAkQrGauZAwYAQQQQCDDAgSr8YpHsEqwGm/FcDUCCCCAAAL1BTZv3qyRkRH19vaqVCpZ3yYMNN/FYtH6LhQKVkPmn+7/rt8yVxiBFStWNA1x4sSJpu91bzw8/7qWFIabrlth+/btpxY8ChroGgGC1a4pNRNFAAEEEEiBAMFqvCIQrBKsxlsxXI0AAggggEB9gS1btmj16tVWsBoMV73BqhuqEqzWN23VFQSrrZKkncQECFYTo6YjBBBAAAEERLAabxEQrBKsxlsxXI0AAggggEB9AYLV+kaduoJgtVPy9Nu0AMFq03TciAACCCCAQGwBgtV4ZASrBKvxVgxXI4AAAgggUF+AYLW+UaeuIFjtlDz9Ni1AsNo0HTcigAACCCAQW4BgNR4ZwSrBarwVw9UIIIAAAgjUFyBYrW/UqSsIVjslT79NCxCsNk3HjQgggAACCMQW+NAPP6Ql/UtUkP2BCHxFC5zSKR2dOaoffOAHvot2vudSlZYPmU+T6E6+U6c0f+igLvjZw905f2aNAAIIIIDAAgUIVhcI2MbbCVbbiEvT7REgWG2PK60igAACCCAQJvC5Rz6n5w89r0WlRQDVETgxf0LnLD9Ht7zrFt+VE399g2aef07F/oGuNDw5c1z955yrsS9/rSvnz6QRQAABBBBYqADB6kIF23d/WLD6gx/4X2T39v6hD32oajCH51/XksKwmv3QscL27dtPtW+KtJw3AYLVvFWU+SCAAAIIpFnghYMv6DMPf0a9pV71lfrYuRpSLLNTdXZ+VnPzc/rbS/9Wbx56s++q48/9Vrs+cb2K/f0qLurvnp2rp07p5IkZnZyZ0fjf36GBc89L81JnbAgggAACCKRWgGA1taVR1I7VsHA1LFQ1MyNYTW99czkygtVclpVJIYAAAgikWMCEq3c+fad2Tu3U/Mn5FI+0M0MrFUu6YPgCXXPhNVWhqjsiE67u+8bf6dhTv9ap+e4wLJRKWvzWizT68U8RqnZmadIrAggggEBOBAhW01vIWkcBeMPVqFCVYDW9tc3tyAhWc1taJoYAAggggAACCCCAAAIIIIAAAgEBgtX0Lol6Z6yacLVWqEqwmt7a5nZkBKu5LS0TQwABBBBAAAEEEEAAAQQQQAABgtXMrIF6wWojE+EogEaUuKZlAgSrLaOkIQQQQAABBBBAAAEEEEAAAQQQSLkAO1bTWyCC1fTWhpFFCBCssjQQQAABBBBAAAEEEEAAAQQQQKBbBAhW01tpgtX01oaREayyBhBAAAEEEEAAAQQQQAABBBBAoMsFCFbTuwAIVtNbG0bWgmB1fn5er7/+uu677z48EUAAAQQQQAABBBBAAAEEEEAAgcwJEKymt2StCFan5/drcWGlCoVCUxMtbN++/VRTd3JTVwo0ehSACVXn5uYIVrtylTBpBBBAAAEEEEAAAQQQQAABBPIhQLCa3jouNFg9VTipY3OH1V8YJFhNb5nzNTKC1XzVk9kggAACCCCAAAIIIIAAAggggEC0AMFqelfHQoJVE6oemZtS36mlKhX7CFbTW+Z8jYxgNV/1ZDYIIIAAAggggAACCCCAAAIIIBAtcOl7N2rVacMqlXpU6i2pp6fH+t/Fnh4Vi0UViwUrlDP/Z/1/k28ppwbJCZhaFVVS6VS/egq9Vh2b/eIogGbluvS+sGDV/Oz3v/99+dscA8BRAF26QJg2AggggAACCCCAAAIIIIAAAjkSeM973qPTTjtNvb29KpVK1rcJV823HawWy2GqFbASrGai+m6tFhKqmokSrGai3OkZpDdYNaM6efKkzM/MP0246oaqbrC6f/9+3Xvvverv70/PJBgJAggggAACCCCAAAIIIIAAAgggUEfg+PHj+uAHP2gFqyZQdcNVgtV8LJ1WhOAEq/lYC4nNwg1WTYduoOoNVt1w1XxwlQlXp6am9MUvflFvf/vbExsjHSGAAAIIIIAAAggggAACCCCAAAILFXjyySf1+c9/XsPDw+xYXShmTu8nWM1pYds1rUaDVXfn6vT0tN7ylrfo5ptvbteQaBcBBBBAAAEEEEAAAQQQQAABBBBouYAJVX/zm99ocHCwfAxA1FEA7u7HVuyCbPlEaLBtAgSrbaPNb8PBc1bNMQDud9hxAAcOHNCHP/xhffSjH80vCjNDAAEEEEAAAQQQQAABBBBAAIHcCPzjP/6jvvvd72rlypXWbtXfTz6nZ/fNafjcP9J5I+75qgf1/BPP6UBhROs3rtewOXOzxhmrx19+Uk/+7rgGzn6H3nHWgGM1pWcffVZTPrkBrX3HO7Tm2LN69NmpwPWtJZ767aN6djLY5nB5PqG9TVXGtfbYk/b9I+u18Twj0K6v43rlySe1+3il/eH1G7V+8St68snd8vxY1s+tobi2jqchd8butuKvRfyxE6zGN+v6O+oFq95w1RwJMDs7q0OHDultb3ub/viP/1gXXXSRFi9e3PWOACCAAAIIIIAAAggggAACCCCAQHoEjh49qqeeekrf//739atf/UrLly9XX19f6DEA9odXvaHnnnheB1QJIuMGq26wWQ743OBvYK3e8Y41cuPXdim5/bthZDlorRWUloPVC3Ta/p06stYNMts1SskXSo9MOWHqkFYNHNT+47LD58W7rSBaGta6s4/ppd+5casbrFZC7OH166Vn7UC7EsTGHz/Banyzrr8jGKy6Z6y6H2AV3LXqHgtgnqBmZmZkwlZzjflyP/zKe8RA1wMDgAACCCCAAAIIIIAAAgikUmBGB/ZM6bgGNHzmSlkfUTxzQHumPHvFSss0OjooTe/TvsPzvlmUlg1r8bEpeX88MHymVva77bqXe9q3fuT8vrRUS3VERzzNxrrfN5oBDQ9LU8Gxm5/tOyy3iwH7Is9uuJKWjY5qsBQY88CwhjUlb3OSc+18Y0alZaMaHSzZo5yf1r5GxhFse2BYZ66UUyd3wmYcyzW3rzKP0uJFmj92QrafKeMea+wDSwd0/Ih375+pxTLN7dvnq5s9N3+bkfO1xuR8oLUzr96BAZkPhpL53bI57ds3p8XL5nT48Lxch3lnDZVd3LVm1phVp2NSaV7zlWLpzJUlTVtjXaTFpRM6Jns9llzP0mItmj+mE+WdpSUtP93M44BmCgVrt+mi4dVaeWJK0+qT+cT4YnFAZ77lLRqZfk7PvDar4XPPVfHFF/WGc70dpA5r/TuW6nf/9jvPWrHDvOFJe5eq98u7SzJ8F6tztRNg9i/v18yhGeeHA1q7/jS9/qy7S9O/u7Xcjwlmz5eeefJ1aeC4DLf1FQhMg8GqfzzHArtpq3fSnq9nrPkNjQzo4KTsnbYD7u7SAa0aOq79Bz2zH1mv9Xq2sku2qQDZbd8NVoPBqRt0V8YRHNdaG0e7j3t2szbxvEuw2gRat99SK1h1w1UTpgYDVvPv7rd7dIBpy/12XQlZu32FMX8EEEAAAQQQQAABBBBIp8BR7XvxNR3RUp3+plEtkfvvfRo++yz1HnhRrx2R+pYPSYcOata6bqXmXv6dpmal3oFezR2fk5aerjetnNPLv5uyrhlaekQHzX0rz9ZZK2a178UDWnT2WRrqdRWcfnp6JLNJJ+b9R/c54zLt9x3Qi2aQ6le/ZjSjWmMflcLu7RvWqr4p7bfGfLoGj7xmza/fBJQm+zLjW3rE7qdvUItnp3WsTj99b7ys382u1JtGl9iTnjtY9jHW4ePwtz00u08vHljkGZtnvoFxDPXO6aCpS9/pspt/TUf6hnX2WUOy2I/uc5ykxUv7dOzIbMC9T4OLZzV9zKmb6xrsxxlTuV1rXie08nTptdeOaOnpb5I7ZbdPex30as6YHJh11kVvZUxmnOZ+a/2Y+ln/YtVg6elna9EB87+X6nSrj1lrbS45YrfV31/QiRNS78qzdXbflF587agKfcu0eG5axwuLdNq6dVp+dLd2Tc2puGKt3ja2RAdeeEEn1vwfOmvuWe3cO6tly4o6erSgxWe/XW9f8oqeeO6AHay6RwHM7Cm/NX1g9RnS3ld13Pr9Wh133soefPu5G2ZWHvf+ALMcrA6s1dolu7XbvPV+YK3Wr3pdz5rQdmCVho7v10HZ9w38zn57f6V/83M3SPTv0Aw/CiDQjnc3qAlC1x7Rk84RBW6w6u4APWaudXeUekLcSj/DOnNkSnvM+HxHIjT6rFc5EmDgbHvHbCUcdXekRgWrUtV8mwp2K2MlWG20blznE/CGq+6uU+85q26o6v2nN1Q1/9sbqgbDVbgRQAABBBBAAAEEEEAAAQTSJnBEe5/fawWrq89Zbe0e9f37kb16fu8R9Q0NSQcParZvWGvXmu2Tu7V7ala9i3s1d2xOfcNrZf94txWAmbb6nGusGTv39ZWn7/TjBKtx7z/y2vPaOy0tXX2OVi91x+wGq37j4NhnnXt9V5lgddGU9pfbtH8b2k85aHTMXCPLYNbxs++3x+f0NHtAu3dPlQ2jxrF27VIdsRzt+4zN8Oxua77+MbshrFs7adYy79Pq1dJeU7fhMzQ4/arT1lIND89qampWiwf7dGx6NlC3SrDqc7VqVz2mtSudalrzOqFhp08NrtY5K2e1e/e0Bof7NDVlxmFs+pzxuf32SY6dtT7M/R4fd40tXb1Wi6bcdTWo6ef3anZ4tQan91prbcXgEb0x7T8H1QSrS+amdaywTGvOX6Ohnh71HH1VO1+ZdnasrtCb33mOlrz+jBWsDg4WdOxYUcPnbdD6kTf028efs44COHPkgF61Dkod0NqzF2v376YqwaYT3in0jNXg49wTDlrvVp+SG6z63u5uQsuzj9shbjlYdQJF9636brAb6N/71vfgjlUdd88srQSg9vXOuCKD1Y1aNfmonj1aCXyH163VsZecnbUja7X26G7tPh5s1z9/X/AZ2F1bCaDdXabBHal1glXnzFoTSptjFo4558s2F/Da4yZYTdt/pzIynnrHAQR3rgZDVe8RAGG7VjPCwDARQAABBBBAAAEEEEAAgS4SmNarv31V0xrUGeedoUG5/96nkfFx9U3+Vq9OS30rVkhvvKFZ5zq9av/cDVY1eIbOG5nVrl2TmtUSLes7qsOzpo0zpT27NDkrDZ5xns4YdGmdftwdqzHvn3b67xsZ1/jgtNPvgAZ03Hrbtq+v2Sn7930jGh8f1gnnXmvMlQGp0uYZWnb4VWvMAwOy3m5tt+eM2YR2s4d1VAGjZUs0e/iouVjnDU7rtxac3acVQTYyDu81Fp3xHNTKwWkdMMGqb8zB2nn6sCNZn3/fSGVeSwb7dHTaKorOO0POGujTsiWzMlOwXPsm7Tn0LlHv3FHNmbl4xmSvl0qfi84Y16JJu9bW1+AZGl80qV2Ts3Z7w32andpl/bvrIu+/u207Zu7vBsvt2mvUXXtuH2fqVe0xweqyM8v1LBSO6tXf7tGRwjKd9ZazVXz1Gb1yuKAV43+g4emntftQQQNr3qrzii/pN06wWt6xOvKGfvlL8/b/YZ256oBedT7EyX2ru3/H6nqpKsgL+XAlT7BpHwMaJ1iN2LEaJ1gtf7hTYGepe35pjWDVzNs+49R82ccj7LY+WMp7fEHtYDXqCTX8yATv7lX/Gav2DuJA8OoGq3V2EMd5UidYjaPFtWWBsGA1eNaq98zV4BEAYcGqaZxjAFhkCCCAAAIIIIAAAggggEBaBab1yjOvWMGq2dlnBWXTr+iZVzzbIxedpjetG5YmX9KL+81JlpWvRavO0vLDL+t1z48H15yvNQq0sWyNzj+znKqaTux+F63USh3QgWbv941mUGvWSK94x27yvdNP0+xrr+uEM48+t2/vvdb45Fg4v1i2xprHK4cla06D7phP05tWHdeLVUaDmn7pRY/FIp32pnUadrfpzk7ppRfrj8Pt0x2er2/fmIc1eNicG+qpnZHdY0JESa6526/PaomWLzqqQ75ymvGu0vEXzXpwv+w59O132nR+bI+p0uBseW1UxlL+WdndXD+rKZ+R+ZlzT8DHXW+Da96kgf3GNXCdXN9p7Xl2j2fMUmH5iJYZm8JyrX3rWg3NTen55/dptlCwdqwWBtbooovOVPG13+jpV09o+LzzVHz+eR1wzli1Z2Z2iq7S5GO/tT4MqfI1oDNWS6/ujT5jNfgp9e691i5RJ6isv2O18vb8ct/lM1bNjlZ7h6a7YzZsx2rwWce3S7XSqH2GqhNQmp2elaMAzK7WQNB51kD5Q6d87Zt1PhvvQ6PCjyzwhreVHirzC+5o5SiAtP7XpevG5Q1AvTtO3eMAvMcCuAFr8Hfet/97g9quw2TCCCCAAAIIIIAAAggggAACCHSRwOGXf6OXTaDr+zI7Rs/SsgQc7A+csr/M/zbfVojq/NP+0Kqienp6fP90f+5e697rbSuB4dNFigTYsZqiYmRtKFG7Vr07V71hqnuuatzdquxizdrKYLwIIIAAAggggAACCCCAAAIIpEfAG6QGQ1A3HA0GrG6o6g1Tg4GqN1gN6yM9AoykXQIEq+2S7YJ2o3atusGqN2AN/u/guarB8JQwtQsWEFNEAAEEEEAAAQQQQAABBBBAIEGBqIA1LFx1A9XgbtbgtcGgNsHp0FUKBAhWU1CELA8h+BZ+b2AaDFiDvws7CiDLFowdAQQQQAABBBBAAAEEEEAAAQSyI+AGrcGwNOx4gLBA1Xt/dmbNSFspQLDaSs0ubateuNpIoMoO1S5dPEwbAQQQQAABBBBAAAEEEEAAgQ4K1AtXw0JXM1xC1Q4WLUVdE6ymqBhZHkpUuGrmFPa2/7Drszx/xo4AAggggAACCCCAAAIIIIAAAtkSCPsQKzc09Qaq3p8Rqmarxu0eLcFqu4W7pP3geatuoBr1T85U7ZKFwTQRQAABBBBAAAEEEEAAAQQQSKlA8MzV4O7VsBCVnaopLWaHhkWw2iH4vHbbSMDqDVuDDhwJkNeVwbwQQAABBBBAAAEEEEAAAQQQSIdA2IdYeUPUWoFq8Lp0zIhRdEqAYLVT8jnut9ZuVHaq5rjwTA0BBBBAAAEEEEAAAQQQQACBjAoEjwVwpxG1qzWj02TYLRYgWG0xKM3ZAlE7T2vtSGW3KqsHAQQQQAABBBBAAAEEEEAAAQTaLRC1YzUqTDU/r3dPu8dM++kUIFhNZ11yM6pGw9JGr8sNDBNBAAEEEEAAAQQQQAABBBBAAIGOC9QLTOv9vuMTYAAdFSBY7Sh/93VOgNp9NWfGCCCAAAIIIIAAAggggAACCGRNgEA1axXrzHgJVjvjTq+OAEErSwEBBBBAAAEEEEAAAQQQQAABBDolQIDaKfl89Euwmo86MgsEEEAAAQQQQAABBBBAAAEEEEAAAQQQSFCAYDVBbLpCAAEEEEAAAQQQQAABBBBAAAEEEEAAgXwIEKzmo47MAgEEEEAAAQQQQAABBBBAAAEEEEAAAQQSFCBYTRCbrhBAAAEEEEAAAQQQQAABBBBAAAEEEEAgHwIEq/moI7NAAAEEEEAAAQQQQAABBBBAAAEEEEAAgQQFCFYTxKYrBBBAAAEEEEAAAQQQQAABBBBAAAEEEMiHAMFqPurILBBAAAEEEEAAAQQQQAABBBBAAAEEEEAgQYH/H0vltTmVfKgC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AutoShape 7" descr="data:image/png;base64,iVBORw0KGgoAAAANSUhEUgAABVYAAAKjCAYAAAD2wVQ2AAAgAElEQVR4Xuy9CZhU1Z33/+2NrZulAVlkE5FNZBVRacVINIgLmBiXKDFRfH1mMnkSncn/7zuvy5PH5X1m3v/MaPLOknFEM4rGPQGDSGJQUVBQQUDZkR2hodl36O7/8zt1z61zb92qulV9a7m3vjd26K469yyfc+p21ad/93fKfvnLXzaDBwmQAAmQAAmQAAmQAAmQAAmQAAmQAAmQAAmQAAmQgG8CZRSrvlmxIAmQAAmQAAmQAAmQAAmQAAmQAAmQAAmQAAmQAAkoAhSrXAgkQAIkQAIkQAIkQAIkQAIkQAIkQAIkQAIkQAIkkCEBitUMgbE4CZAACZAACZAACZAACZAACZAACZAACZAACZAACVCscg2QAAmQAAmQAAmQAAmQAAmQAAmQAAmQAAmQAAmQQIYEKFYzBMbiJEACJEACJEACJEACJEACJEACJEAC0SOwevVqDB06NHoD44hIgARyRoBiNWdoWTEJkAAJkAAJkAAJkAAJkAAJkAAJkEBYCFCshmWm2E8SKB4CFKvFMxfsCQmQAAmQAAmULIFt27ahY8eO6NChQ8ky4MBJgARIgARIgAQKS4BitbD82ToJhJEAxWoYZ419JgESIIEcEPj8889x4YUX5qBmVkkCqQl89dVX+Oyzz3DbbbehdevWxEUCJEACJEACJEACBSFAsVoQ7GyUBEJNgGI11NPHzpMACZBAcAQoVoNjyZoyI7Bhwwb06dOHUjUzbCxNAiRAAiRAAiQQMIFCi9XGxkbIV1NTk/pqbm62v2SoZWVl9ld5eTnkq6KiQn3xIAESKAwBitXCcGerJEACJFB0BDIVq3Lr9vz587Fr1y41liFDhuCaa66x5dgrr7yCW2+9VT138uRJfPzxx1i+fDlOnDiB2tpa1NXVYdiwYZBoxS+//NKTxwUXXIBu3bqpdrwOqX/Pnj3q+YEDB2LMmDGOYvPmzcOBAwfsfugnpS9nnXUWzjvvPM96dZ3mk3379lX164jKZP3u3r07vvWtbyXU+/7776vxSrty7vbt2zFp0iRHObOMfL979+6EejRTeULGsXLlSuzfv18xHT58OC699FL7HK86pH9SRo9D5qlTp04JfVm6dCnWr1+PiRMnqj77Yae5bd68GW3atMHIkSMdLMzxSX1SftGiRVizZo29hsaPH2+3p+u78cYbHdJV+MkhPHmQAAmQAAmQAAmQQFAECiFWRaSeOXNGfYlMzeYQwVpZWam+KFmzIchzSCB7AhSr2bPjmSRAAiQQKQKZiFURpf/93/+NyZMnq0hDLU5FBGrx94//+I944IEHFCMRgIcOHVKSTYSeSNm5c+eq8yWv5sGDB1W5VatWqX/PP/989a9+TsSpCD73IW1LXW+++Sbatm2Le++91y4i7T333HNK5Op+yJPS15dfflmV+9GPfuQ5h1oam22KaBRJq29X12PSfdUViVA0RaR+XASmSEPps5y7YMECXH311Q4ZbJaR70UWu+uS8+UQSbllyxZ897vfVXlJZby///3v0a9fP1tmetUh4xAm5jxJn++66y5HftOnn34ax48fx/e+9z3V53TsRIJK+8JMhLXuz6BBg2zZa45Pz8/ll19uM5C+ffjhh3ZfZB5eeuklJe2nTp1qz5Xwk8OUyJF6MXIwJEACJEACJEACBSGQT7F6+vRpyJeIVfchkanpDolm9TpErFZVVakvHiRAArknQLGae8ZsgQRIgARCQSATsSrCSyINzehJGaQILy27TLFqCjUNQ+qQQ0s7fb5bmCVry6xH+iJyViSjFpEi6UT2ffHFFw6xKo+L3JWIUYlA9ZKgydqcNWuWkoYSKZmp3HOLVRGLIkZF1OoNm9xiVYtY9wKSc0UOixg2c5KKNP7Nb35ji0kv7lKXOTfy/ahRoxQHHfGrJamIbbMPqdiZbHR/pZ/vvfeeLUXN/kg0sdmmPkcLa4nm1fMgIlginHWEcabsQ/ECZCdJgARIgARIgAQKTiAfYlUiU0+dOpVSqOoUAO6UACJcdQoA+VcOecxLsopgbdWqlYpiDeo4tnYuPsAVmDy4nV2l12NBtafryb6NY1gz9wNgwmQMqU7Sq12f4Okt/XHvxd2D7rZHfT76g9345OlN6H/vJchHj/Iw6Mg3QbEa+SnmAEmABEjAH4FMxKoWeBJJOGDAAM/8mO6IVbllfezYsaqsl8yUXnoJM79iVW5xF0Gp5aCIPhGgb7zxhkOsSiSmCEmpd+PGjQm3wEs/krUpuUDlNnSJnsxU7rnFqrSjo3d1NKZfsaqlsTuVgNRpCksvsSrnykZROrpX5ummm26yxyV1SBmRohKBbIrVVOx+9atf4a/+6q9S5kk1+yPl3VGy0raOZP35z39uz4NEwUo0rBbJmbL39wpgKRIgARIgARIggVInkGuxKu+hRaqah45O1XJU/pUoVrlzSL50VKs8rm/5l7uNampqlDTVglXq9BKsErkq5YM4CiVWs++7H5GZfe25OZNiNTdcc1crxWru2LLmgAgs2vgp6o80+K7t8gHj0KWmc9LyDUf24cONS3zX162mC8YPuMh3eRYkgbASyESsyhh1fkzJpykRhSJZzfyYpliV8iLD1q1bp3KyeuUD1WXkX/MWb307uJvrOeecoyJmtQQV+fb2228r+abFr8g5sx9SVtINaCGpRaF7J/pkYtV8XN/O7+7XhAkTPG9R9xKrMk55/MILL1TRmG6xKmzN4/bbb7dTCbg56XKmdJT63HUINzNvquZjilFJ83Dttdeq3LVarKZj555vr9eBOb5U5fVzbt4yr5JOgmI1rFcZ9psESIAESIAEiptArsSqiFJ5H2Pe9u++3V/L1CNHjuDo0aP25lXJiIlU7dKlC9q3b++Qq1LeLVhFvopcbWn+1fRiVaTgLKxQnR6BqRJ1eXQN5i4Arpg8BLE4V1McmuUBjJyKey8GPpm7H506L8CCfRMwbfIQwI6UPWzUL7e+xZ6XencvfhpLO01zRNMCllgd2x+bPkvSBztitT3WzJ2JBeqmuj6YcIeOcvXqo8SSej++e/Fc7O9UiwUf7MeE7/bHpq+B/vsWYEFnGZu0YUXQHv4ET8+OkVItXiF9R7wPamy1WGHz1HwYx1psVxGK1WKbEfYngcAflr8DkZt+5GqbqlYY2et89OzYIynJbw7uwvIdq3DitPMvhV4n6HZvHHkNZ4YEIk8gU7FqAhHJKpGcsjmVjlpMJs7kTaVEfkrUpJl/U+prScSqSFYRpXJrvQg5vTmU2Q+J5pTb7+UWdzlE8l511VUJmyClilgVTtJWpnIvmVg1b+v/wx/+YIvMZLfxJ+Ok50Nyr4oo1tJWi1F9e7+ZLkHO0XyETe/evZW4lTQDEtHqvnU/FbugxKqsj6eeekpFGbvnQYSvSGGZWzmYYzXylyUOkARIgARIgATySiAXYlVu/ZcgBC07vfKnyvufffv2qQhVEaw6FUCqwUs9IkrlfZ/sNSCCVW79Nw9TsEp5kastSQ2QTqyaclO+n4WpuPeC/cnF6tFjOFbdzhKuOrp0DA68OAuYci8usT7W63bHHJhpyFMpPxObznXLVJOAf7E6rdNSzDwwRqUEkPZmft0/Jm09+zgZQ+DV98mo/dIat6QWEKn84ib0tyVtkjE6yhniOVnbydIa5PXVwsY0AYpVroWiJyBiVY6VB3em7evwjmfj4nNGpRWrizd/4bs+aZRiNS16FogAgUzEqkhFHT1oDj1ZRKJIt/vuu89xm7iXvGypWBWpKOkApG5JAyBRoFr46ShW2YxJHyI1RfC6N7FKJlbN2+yDEqtalNbX16s33VqEphKrWpKam3XpMYlc1vLUXYcI7YULF9obcJliVac5ELGqNxrT53fr1k3lbk3FTqde0HlQdX9EhuoNtsz+eOVklXNE0EtfJD2Cex70pmci5LU8jsBLj0MgARIgARIgARIoEgJBi1W5jV/e39kCxtiUSgtWeY/a0NCgolS9NrJKh0bnXBWx2rVr17TRqyJXs93YKp1YjYnEBdhmRJKqx5JGrFqj0+epSFERq84co6ZY3dQvUbiaOV+dvPyLVRUpq6JDrUhbN3hHH42cra7HRazafUwYu1OsxuNVpTEdJeuRCiBZ2+kWB5/PCwGK1bxgZiMtISBitWPbGuw+sg/rj+z1rKpPm/bo1Lq9es6PWJ239kNsO3EYtZWtsf/MyYQ6pT55XtfrV6xKmoFTjc5IWB09az7XqqJV0nQFZrma1jVo36bG7t+pM6fQcHSf/XOX6s5oVen8q6Q8efjEERw5ecQxrmzK+m3Pa9y68VRj9eqn1FXTpgbtW9ekTOlgDk7q2dKwFSfPxNhLKohzuvRNuuzc41LnJGHpVVbakX6e3Sn2J9RUEdLJOiHnb27Yigv7jfL98pBoa/ex88AutUbkK9kY/DaQiVjVeTDl1nSdL1Vkn+zg7hWxKkJSDjMnqDwmckxu7dZHS8Wq9EHSARw4cACSBkAOLVZ13lCzPXle3/Zu5n31Eqt6x3o9viDFqu6H9FvkpcjNVGJVysvznTp1SmAqdehNxbzqEKEpotRrkzFJByB1ShoA4aHPF65atprryWSnpa2WqFJOGG3dutWzP8L4zTffhNca0gy85kHkuURGjxs3jhGrfl/cLEcCJEACJEACJOCLQJBiVSJVJQJVH2akqvn93r171XtXKd+SQ4Sp7Dkg0atymNGq7tQAUiabyNW0YlUPQItAubU/RcQqJKp1ub6lvy+2qtvkCyVW9S321i3+lhw+7NlHKzI1oe+xx/2J1aXoZEeymjMfF6vefFJsxNWSBcRzsyZAsZo1Op6YLwJa2n2wcQn2njjsKUJFkH5nwMW+5JIWZWt2b8DB40c8I1cH1nRFm4pWGNX7/IwE37rdG7BoyzJb2l7aa5gtzuS5pTtWqTFIXwd1P88ToZT708bFapwidm8fM9WWpyIQF369BJ/u3Yxv9xqO4b2GOsSrrlCnO5BycqQrK2y1tL6sxyCM7TtK1Svtfbb1C3y0ax0u6noO6s4d59meHpvUIXPRu7qLavfAycNKeCcT09JPM3pYIo5PNJ6y+3JtvzFpxaO0/craBZA5G9ilL7Yd2KXm9LsDLsEFvc73ZGxylAKpxmYykLJ6bcj32482qHmSMV8/+PKUMtfdkXdWzVfzeM/Ia32L2c+3fIGPd3xlrw39xwThLH8I0HOdbU7gTMSqtCWRhe+++64ScfJGzn1bvXlruPwlXm5zlzI9evTAwYMH1e34N954oyOKNZlYFWHrdYiUk2PRokW2vJOIzX79+tnCUffDjOQ06/LaCMorr6s7h2yyHKtSt9zG7j6SpQLQ5URePvvss0o0+hGrmqlm6cXUS6zqyF29cZRXqgQdCavPnzt3rh0Fm4qdZiJ5XKU/Is61pJXz3P3Ra0jWhBzuNeQlVqX/InSHDx9OsZqvX8RshwRIgARIgARKhEBQYlXnS/W6/d+Uqk1NTSofvkS2em08lQl2nXNV9jLQRzK5Kn0QuZppzlXHLfKqEfN2/Fh+0AOjrYhSyV26rBOmTQA+ePEAxli73Ks6PqhV+VeVOJR0AY7b5lOL1Xge1QxTAfzeuw/drRyrUzErnmZAieFYee8+Jr/l379YNdIdOCJbXWI1gQ/Faiavi3yUpVjNB2W2EQgBkUpvb1matK6HJ9ydUTtuqWee7CelQLLGdD+lDrdQlOdE/KWLgJUoXZ36QKTfNedPtJsT0ffUkleRbrwyvmeWv63OS1dW1yll3UJSi957x93sGR2rO+Y1bumDCOwrB12WdG68+qmloxdDsyKR5P+4aKYS0D8ed7P9lJzvJ9eu5uNHbj624FlVv1lW2p+/7iMlSEWu/mjMVE/x7B68yds9v+kWsV4bbun85Y5V+P3GT9Tptw6ekFTcp6o/U7Gq6xL5JYdEQbo3gXK3J1GPItxExJoRounGzeeTE9BMRVRLGoRCHyI+Ja1BJnOs15AIZR4kQAIkQAIkQAIkUCgCQYnVY8eO2bf1e0WqymMiPaXczp07WxytKrxEkko6gJ49eyp8XlLVfExSCFRXZ5qsMyYzYxs8WYfacMqK9rRvWZfn4htAxWSqddLIERixHOivRKuxAVSfCZigNqwahaHbmjDIErFSUzxSNsvNqyZMRt/tSfpgb16lUwHExjXCzvHq1UfXxlJ23yfgms4LsFOnK0iaCmAyhjg2rzI3y7IYI3kbesOuQr1O2K6TAMUqV0RoCJSaWNXRkDJBbokmki+dLM1ErEobWma6JaXePCxdFGQqoZxqkXn1U9eVTjrqcyWK9LYxU+xm5HF3GgWvPnjJ0mR9TVZWy12veUpWlxl5KmXuG3eLLyErZZOJVfM5Nw+/L/Jsxarf+lmOBEiABEiABEiABEiABIqZQBBiVf7IfOpULEVZMqkqz0m06uHDh7F79+6scqu6OYpYrampQa9evdRT5gZYySJXJdeq/DGcBwmQQPYEKFazZ8cz80yg1MRqn049sOfoPhUNKYcZhZgLsSr5Pl/46l3Vlo7K1JGVfsSfl1jNpp8iKl9aOkvd2p4uklTSRPz70j+oPkt0qzCTvKd+c40GIValbS0700XY6pfMb5e8hm8NuBh/XPuhuq1fUjWkE9f63FRi1XyNpBPvXi9fitU8X9TYHAmQAAmQAAmQAAmQQFERaKlYNfOqppKq8pyIVcmtKumgstm0ykusSsTq2WefbT/lR65mm2+1qCaOnSGBAhKgWC0gfDadGYFSFKvDe52PN1e8o3KOyq3mPxgxWW3MlI2w9ENbhJ8ITcmzKrfvC3ORu2YqgmT1JJufdILPjFgVwbh09zrVhN/b6l9eOttzUzM/t8MXQqyKwBah+tPxd2DRxk/xlx0r1dymS7VAsepnBbMMCZAACZAACZAACZAACWRPoKVi1SsFgBas5r/yvcjUoMWq7H2gc9frKFUvuWpGsEqka7t27bKHxjNJoMQJUKyW+AIotuFLPs+vG7biwIkjapMnU65lK1YlAlI2fJKd3E1BWOw5ViX6UnaMl6jM362Ya2+SJEyCzrGq14GZp/OB8dNU5KhEVp7TpW/apeKOWNW3yGciVn8y5kY7AjXV5lPuzoisFE564yp5XmSlyMtUR9Bi1U/kqaRckENywEpEsGy8JYcfESzl/ESsutM5pJ08q0CpRaxKdMCJEyfURlE8SIAESIAESIAESKBgBCTH4+wVRk7HgvUk84bD3HeP0bZErMoGVPLeUg4vmaof189JxKrkypfNO4OIWNWbV8k+BsmkarKUAJIOQNIC8CABEsicAMVq5sx4RgsIpNrpUCTTyh2rcfjkEXszoDvHTLFzT4q4m7tlWdLWH5pwV8JzItteXvGOkpJyTO43Wt0q3rNjD4hYXbJ5ub1JlHmy3NI97pyRvndrN8/V/ZQ6po6c5OiTPLf9wO6Ex90dn7V8Hnp36q7EqhzS1xnL56rvJX+mRLB6jdesxzwnXVl9nsjQ/7PoRfWj9F92m//RuO/7mnGvcUsfhHWqw91PXY+IUXP+veqQ/opUHdT9PPtpmfP/WDpL/Zxu3I8veE6Vmz5yctp+JitrMktXj6zxXy15TbHVhzCWKGGRoX5Yy9qQjc1kLev1oevSz9X1GJhyw7Bk81FKYlXexP7mN7/BVVddhTFjxvha4yxEAiRAAiRAAiQQNQK78cl/zcbKEVPwP/TmO4UY4q5P8F9vrcTwG/4HLkn91tnoXZj7XgjI/tpsiVhNF60qQtUUrvLZ+MiRI9ixY0cgm1eJGJXNZGtra9Vg3XLV/FnT0I8xatV7fZjpHPytIJYqRQIUq6U463kccyqRqn6RnDwKiVL9cvd6bDtxBH3a1KBvp57o1bEH+nXu49iFfunW5SnF6oOX/9gxMpFYb69+DyfPnFR16+OCjj0xdcQk7Dq4G4u3fIEvD36TQETKXNxvFHp0tHY3zICZ7mdtZSvcc9H3HWOYtWKeygM6pu/IlDV6lVtfvxGvrv3QPs89XneFMr4ZK2IyNl1Z89z31y/Ewl3r1UMi79L1VZ+rx6356sdlLJefexE613T2HLO7nyIqX142W82Zuy6vMcocynzqQ+b915++rtbSnRcll8L7RMAum61Omz5ictq5fuLD33qW1bzGdu2HSUOvTDmvwmh9w1bcOvoGu5w5r376ITxlzbrnRtfjte78Lt+lS5eWjGT85JNPVITAd77zHb94WI4ESIAESIAESCByBOqx+JmYWL1nXLeQjS7MfS9e1GvWrMGQIUMy7qBEnIpYlSNdtKop62STq82bN0OiXVt6tGrVCt27d0fHjh1VVe4UAOlSAkg6ABGspXqkkqgUrKW6KvyNm2LVHyeWypCAW6i6fxb59fnW5Vi4ex3GdjkH/bv0URGDNa2rk7YkUuqdrckjVv/XZU6xKtK2dWUr/G7ZbGw/cVi181nDZnWL+ICOPTGi11AVsfrloZ0JbV7QIRax2qND5mJV2v31p6+pOnu3aY8LusWiKTc0bEPDycP44egpKccp57+96j10r+mM8edehKqK+C0ZH6xfpJjJ4R6vOYjTjaexcscqm9cd539biWo/x76j+/GbZbGIz59ddHPKvpr1ffL155i/cyXOq+6KCQMuUqkXJHp08c5V+OtLfuDZtLufd4vg7NAdW/Ztw4ur/qLOuaZvcrm769BuPLtiriqjo1YXff2pmudUY5Z2RejP+nqxamPquRer803WZofNOZWykudW1vDqXRvV+pG1deWguqTnS13C9Y+r56Nfx564YuB4u3qzbll3k4ddmbKeV5f9ERuO7kVd90EY3H2A4ry5YZtaF7Lerh86EZ2rY3+lzvRoiVjdvn272lG0a9euKZvdu3cvNm7cqMpIcv3zzjsP8iYw2ZGqXtlF9eDBgwmnyl/qveqUulId+jxdb6rx6Lr0OfKmuL6+XkUJuNuW5zZs2KB2fZVjwIABKTm5GUmqAmGV7aH7Jm+yveqR9vRta2YbvXv3TmgyGzZSifAy29dterXhZpmKrawlqUsOWXvCSvNPtj7MQek+JWOQbk3rNtzznm6tSR9k7O6xuTm5JyAZi6DXTLZrjeeRAAmQQPgI1GPJM7OxYuQU3HNR+MRqePtevCslW7Eqv6PlSw53LlX9mNfjkg5g3bp1gYhViViVNADyniidVPVKCSDnt27dungnJ4c9SyZO3Y9TsOZwEkJcNcVqiCevWLueLG+Lflxk26sr52FApx64tP9FvsXdsq0rUorVv7/sRwlIRGb957LZKvJxQJc+mPX1EnSqbI0DZ07irhHX4NMty5NGrF7ULzuxKp0Q4bdix2psPLhLtSXHhV36YWzfkWmllwjKPUcb1DlDug/AwG4DHOOS59fv24Ifjv1e0iUg0YtrdsfklT7qJGrUp3ATgdu6ojUuOfdCX8tMOC/8+tOkZW8Y7h0VmKqf0odDVqRxsr4fOXEUn29bjlWSl9fifF5NV4zrOyKlSPbqbyo+5pyYgzyrugvO6drbl4B/a+Wf7FPNeTUflwJSZzLuXrzknA5tanB2x+4Ja8XX5BmFli1bhtGjR2d6mhKlf/jDH9R5P/3pTz3fkJ08eRJvvfUWtmzZov6SLsJK8knJMXHiRJx//vkJ7aard/Hixfjoo488+9uvXz/ccMMNjr788z//c8qx3XrrrUp2mfV6jcfslz5HhNgrr7wC/bNuaNWqVZg/P5ZXVzYSEIG5e/duePXPi5GIY9nU4KKLLsKECRMynhs5YcGCBfj0008V92nTpiXU8frrr6t58Trc7WbDRuoV9pdddhkuvvhi1Yxu88Ybb1Si2TzcLL3YikicNWuWYiMs5dDr6bbbblMfKFKtD92e7lMqBvIBQ/rpJYFnzpyp5tPNKd1ak/b/7u/+Tglnc91IfXJ4zZM5l3pd5mrNZLXQeBIJkAAJhJJAPZbMeAsrR9yA6ZZYrf90Bt7adxlun1SLlfKcPa7huGH6ODj1q3W+Ofbecu5gtLUf8yhjtKeK7V6CGX9cieHXT8c4FdeR5hyrfLzZ3rjsB5MwWO8/5H7e1d7xdfPw0oe1uGH6cOyf9xI+sv/27KrH6Fu8LReHhL5LyeNY66hXHnPz88GlAGsqW7Eq0aoiSU3x5r71X4ajH5N/5fOxvDeU92Fnzpxp8WjLy8vVJlR9+/a1+6EFq9dndHdqAH1+izsS0gq8pKl7PvXQKFhDOsk56jbFao7Almq1qfK26Ode+OxNFUF608A6hUmi7XYf3YftJ45gUt+RGNVnhHpcbgl/bfkc3HHhd9XPEtl35GT8ln43Y6/o0gUbPsbqhq2YPLAOc9cvxLf7X4Qvdq5Bm4oqfGvQeJUOQNe55+h+FeHaoXU1alrXqFvDU0XQluocc9zRJfDFF19g1KhYXt9MjnfffRcieORN4ZVXXomhQ4c6Tpe/3ou4kkNkp46alMdF+q1cuRI//OEPE6I409W7ZMkSLFy4EPfff7+jva+//hoffPCBkqrf//737QjGJ598EnV1dRg3blzK4el65Xyv8Ui/JLJAxnzLLbegV69eKjfWq6++av8sDUiOrnfeeUfVYXKVsiIFRQhed911dl9eeuklJQqnTp2q6tSHzMt7772HsWPH4vLLL89kalTZ5557TkVyCud77rknIWr1jTfeUOVuuukmu26ZG5HCixYtwqBBg1QuWjmyYSPnudlLm1u3blVzJH0yo3zdLL3YyvmSyuGOO+6wz5U+i7wX0fmTn/wkgZPXOHWhZM9JRKrUKfPirlOee+aZZzB8+HBs27YNd92VmOdb6vfqv27X/ZxeM17zZM6lno9crZmMFxlPIAESIIHQEqjHp8/NwZfDr8NdY2PKtP6z5zBnf2/03t4JI++6yBKpx7Huzy9j4fYLcJ39WOK5IhQd5Y6tw59fWQhcdhuuHqhVq8d5uz/Fc29/iQuuvQsXtfd5DrzaB46v/zNe/giou/VqDFKiNbGcLiM3p8BqBY8AACAASURBVPSr0+Wssa/sbZ8bK7c91i8lfD04mH03y6AOt109yBbMiquuG37HmP+FtXbtWgwePDijhiUNwPHjx1NKVa9oVfl8LH8sli+RskEcsoGVvMeU91ha3kq9pmB1f2Y3pWvbtm1LMh1AOoGa7vkg5o51hJcAxWp4567oep7sAu2+DeE/F7+CA6djUZxyDKjugqHdzlW3NO84uBvXXRD7AL965xr1b21NLdbXb0J7JTyrcV63c7HvyH713NLtK3HVkAkqQrSmVTVq2tTY9cpjL3z5Z1zdZyRW1W9En449MLBbf/XYDy+42hFl+OGGT/BJ/Qac36GH3X7RAc5Rh77YtlJx33l0P24adhU612R3G3mOulcU1S7etBR7j+5TjH504VRH3tyi6GBAnchGrIpc/I//+A9MmjQJO3fuVLfD/+AHztQPy5cvV2Jw+vTpCVJPzhfxd8EFF6iIRn34qVckn4i/++67L4GAvEGV6L/x48fbIvWpp55y/JwMm65XhJn049prr3UUlU2vBg4cqETlzTffbIvV1157zf5ZTtDlvv3tbyc0pdv467/+a/XGV4TavHnzVKSiVzoFXd6LYarpF8k8e/ZsxV7koaReMDnLuW+++aaq4nvfS4yC13Onx5kNG6nbzV7aFDEqURoSVWEyFtlosnT/7FWfZiBlJVJVonvdHFONM9VzmqFmoNuSaGlJ8SBCesaMGZgyZQrOPffchOnw6r/ZX3OsyV4PUt7dj1ytmYAuJ6yGBEiABEJCoB6f/vZtfHXBtfixLVZ/i7e/BIZN/rElE62h7P4Uv537Vfxx9fMBjL/5agwys5kZ5YYd+jNeXdgJ1/5YC9pYXcfWy+OIn5vNOSJMXX1XEvW3b+NA3S24eqAOX01sL9b+DvRylcPRdfjza4sA9fgRj/oBZ5l2gJuLVUcnNz+j7jos9MelAKsoG7Eq+VHld7h5mJGp8rj5s/5ehGxDQ4P6ku+DOESs9uzZU73n1mI1XVoAs135Y3eqNF1B9LFY60iXG1fPo9e/xTom9is/BChW88M58q24dxyUAbv/Knb06FH1l7xd+3dj75EGtG3VFl3adUbbVm0Un+37d2DLvp244OzBWLr9K+w4fhCDO/TA2kOx24X10b+6CzYdbUBNRRU6tmqnysn3RxpPY9qIa1Sx02dOY87aBer5mqq2ONV4GnUDLsK8NR+gpqqdaqOqvArtWrfFF9u/xJf7tqNX247o1f4s9Vjv2ni0WKrJk3Z2HNiBU2fOoH/XfqiqjOdDDcOkC/P3t63EWa3a4pJ+o9GxbYcwdDuvfVy3awOW1G9Q6+PivqPU+ojqIVGYEp2YybF+/XolGEXKSVSfRGhec8016NSpk13Nn/70J/UG7Vvf+pbvqv3UKxGVK1asgNz67XWIdJWdVvUGVS+//DJGjBjhmXbAPF/XK9GhH374oRqbfoOpx6ifkzQGkl9ThLLc8q9/Fpkm5+qf0w38/fffV0WSMZJoTJF/fvpvtiUM5BDBbDI1y6RrW9oVYShRt9mwkbbc7HWbEpn7+eefq0hcHaXrZun+WeqbM2eOzau6Onlubr/jTMVANpSQzc7c61q4iHwXyW5yds+1V/91Ga/nPvvsMxV1a0YzS3n34+nmLds1k26t8nkSIAESiBaB/Vg9ZxG+HjAe1w2JBRfsXzMHizaei/HXDYUj3ODEViz5y0q0v/Q6DPXekzWGZt9qzPn4a5x76XXof3QJ/rJiD84a8W2M6xP7zON5ZHMOEvtutu3oo9V3WP04sU36BQz/9jj0dXQrVudhKVe9yR6H3/GmLGf0YQRW+ONSgMUmd2DpNEN+mxepKmI0XVSj3Govhy4nn5flDpj9+/cHJlZl8ynJsyqRp2Y7XikBpC/u4Cg5v1TzrOq5EW6Sb1YYyvtMtxQ3y+k1wtQAfl8t0SxHsRrNec3rqNJJVfkLnvyyGDZsmIpqkw/opXyxzuvksDESIAESIAESIAESIAESIAESIAESIAFfBESUy51CcjfZV199hdraWiVak0Uhm7LcVwMsFDkCFKuRm9L8Dsjr9n95THLE6L+K7dmzR93m6XWbaX57y9ZIgARIgARIgARIgARIgARIgARIgARIID2BF//zH3DfQ/8MSbFgR6WOuB434I94a0U8+ljVNHIqpnVaipkfbHNW3GcCpk0egna7PsHTs1fEntOPyffm4xiBqfdeApWumEdoCFCshmaqiq+j6aSqyFW5tUF2fP7bv/3b4hsAe0QCJEACJEACJEACJEACJEACJEACJEACSQj8y7/8CzZu3Kjy1u5d+hccHPYdDKkptyNY5bT6JfNwYPhkDHFlqDq2di5WdJyMS3rsxidPL0WnO2Jldi9+Gks7TcPkwYfxydOzgCn34pIegJSf+XX/mIjljISGAMVqaKaq+DrqTgGgI1RFqOov2UBGpKpsTMODBEiABEiABEiABEiABEiABEiABEiABMJCQPZ0kI1YuzZtwfwjF+A7g6oh+XLt1AD1S/DOwRGYPLidI88ujq7B3C9rMfni7rGo1C39ca987zicwjV5ubDQKs1+UqyW5rwHMmpzd0Hz1n/5XpJ3y7/ffPON2i25TZsUydoD6Q0rIQESIAESIAESIAESIAESIAESIAESIIHgCMgG3Pfc831885fj6HfnWPSoqLDFann5HiyZsQX977kY3cvKDLF6DGvmfgBMiEWoSiTqBwdqgeUrEEsUYNzyz1QAwU1WgWqiWC0Q+LA36xWtakaqarkqYvV3v/td2IfL/pMACZAACZAACZAACZAACZAACZAACZQgge9NGIxNtRPx7YHVqLDEqkStntjwZ3xUNgHXDK62parKxeqKUFW3+H9Qa+dPjd/yX4sVRooARqyGc3FRrIZz3greazNaVW9WZYpViVg9c+YMdu3ahVdeeaXg/WUHSIAESIAESIAESIAESIAESIAESIAESCBTAnWDBqHztyZjUPtKQ6yexIZ3F6Ls8mswpCYerSpiVXKobuoXy5sqh4pYxRUqXYA6RLwu64RpE4APFgBX2DlVJTXAJvTnBlaZTlFBy1OsFhR/eBvXYtX8V9/+L/9qsSoRq6+//np4B8qekwAJkAAJkAAJkAAJkAAJkAAJkAAJlCyBgQPr8K1rxqCmMiZW1deJjXj34zJMmDQE7aw0ACpaFbux+L82O+Wo5Ft98QDGWMLUjlgVsWo8roTrbNiRrSULPGQDp1gN2YQVS3fdYlVHq5pSVUesvvHGG8XSbfaDBEiABEiABEiABEiABEiABEiABEiABHwT6DzyKvzgssGorKxUX0qs7l2K/97RH9PH9YhvZCVi9egavPNhmRGFGmsmlg4glmHVzLHqfBwYMSUe6eq7gyxYUAIUqwXFH87G3flV3SkAdLTq6dOnVSqA3//+9+EcKHtNAiRAAiRAAiRAAiRAAiRAAiRAAiRQ0gS++93vomfPnk6xakWuSq5ViVTVXwIqFrnKo1QIUKyWykwHOM5kYlVHq8q/IlUlYlVSAcyaNSvA1lkVCZAACZAACZAACZAACZAACZAACZAACeSHwNSpU5VYraqqsiNWJXJVpKr+0jLVFKz56R1bKTQBitVCz0DI2jelqnRdolX15lU6UtUUqxKxSrEasklmd0mABEiABEiABEiABEiABEiABEiABBQBEas9evSwxaqdDqCigmKVawQUq1wEGRFwR6tqqSqC1Z1fVacCmD17dkZtsDAJkAAJkAAJkAAJkAAJkAAJkAAJkAAJFAOBKVOmJIhVHbEq+VYlSlUiV+VgxGoxzFh++0Cxml/eoW8tnViV2//1lxarb731VujHzQGQAAmQAAmQAAmQAAmQAAmQAAmQAAmUHoEbbrjBFqtmOgCRqmYqAHeu1dIjVZojplgtzXnPetSZilXJsfrHP/4x6/Z4IgmQAAmQAAmQAAmQAAmQAAmQAAmQAAkUisD111/vyLEq0ao6HQDFaqFmpXjapVgtnrkIRU/8ilWJVtURqxSroZhadpIESIAESIAESIAESIAESIAESIAESMBFQMSqzrGqI1YpVrlMNAGKVa6FjAgkE6s6v6rewIpiNSOsLEwCJEACJEACJEACJEACJEACJEACJFCEBK677jo7YpVitQgnqMBdolgt8ASErXk/YlWkquRZlX8lFcCcOXPCNkz2lwRIgARIgARIgARIgARIgARIgARIgARAscpFkIoAxSrXR0YEKFYzwsXCJEACJEACJEACJEACJEACJEACJEACISZAsRriyctD1ylW8wA5Sk1kIlZPnTqFXbt2MWI1SguAYyEBEiABEiABEiABEiABEiABEiCBEiKQIFb3fI4nX16ECXf+T1zWuxyygVVZWZnjq4TwlPxQKVZLfglkBqB0xeouvHRLT9yBF/HNq7ejR2bYClw6zH0vMDo2TwIkQAIkQAIkQAIkQAIkQAIkUHQExE0cPHgQrVq1Qrt27Tz7J2UOHDiA6upqVS7bo2fZYIydfjl6V1WhquoUNsxbgIqJ38UFnSqUVKVYzZZsNM6jWI3GPOZtFAURq588gbJLH8LjHzfjwUvyNlRXQ9nJyV2/uwk9bwde3PYGbu8drr4XqrdslwRIgARIgARIgARIgARIgARIgARSERBhunnzZrRp0wb9+vVD27ZtHcWbmpqwe/du7Ny5E71790b37t2zBuqMWD2Fkyc6omOnSlRUUKxmDTVCJ1KsRmgy8zGU0hWr2dEtDrGaXd95FgmQAAmQAAmQAAmQAAmQAAmQAAkUK4F9+/Zh69atSq6ec8456l85GhsblVCtr69Hr169lFSVW/WzPeyI1ZOb8eeZf8FGo6LBU3+Om4e3V/Xv+PAxbBpwN8pmPIv5UmbYTfjFzcNRk23DPC8UBChWQzFNxdNJitXM5oJiNTNeLE0CJEACJEACJEACJEACJEACJEACfgm45WplZSW2b9+OhoaGQKSq9CMmVgehfsYf0fCduzFlWEdIOxXH1uL3/zYbPe96CJf3jonVZ9+/EtN/eQX64AhWvvZPeKPbdPzyij5+h8NyISRAsRrCSStkl4tDrH6MJ8rGY+lL3+CN/jNUmgD7eHQRmh++1InISiVgPvg9OfcH8UypMQH6plHke67b9xNTAaQ+xyr/mlGlo2/u593tZTLGxLac40uSxiAQLoVcjWybBEiABEiABEiABEiABEiABEig1AlouSp5VCXf6dGjRwOTqk6x+hU63XU9hnWqjInVil34+B9eQJkhVj/u/He4dUR7NSVHVr6Cf9o3nmI14guUYjXiExz08IpKrN78Pbw5/Bdxkbr9JdzU5w68aQpMr/ysrnIfP1aG8Y88jkXND0Ir2cRIU6ec3OTrHMA7YjUmTR8y+plYzhKracdo1XWzsamWNea4XPUQq4FxCXqFsT4SIAESIAESIAESIAESIAESIAESyIzArl27sGPHDnXSWWedpfKqimQN4ohHrFKsBsEzanVQrEZtRnM8nmISqw/BKUNl6G5Jqn5eaUhHi0+83ETM19GvRgQr4Jafppzsjxm+zvEWqzGJOsYhchPbs9pPM8b+STbHcnJIFKvBccnxgmP1JEACJEACJEACJEACJEACJEACJJCCACNWuTwKSYBitZD0Q9h2UYlVj9v+vaVlImi3WPWStM6zEsVq+nO8xGqS2/ITpHBiVKvuT3yM07Hplp64A4niOHnfb0c8AUIQXEK4iNllEiABEiABEiABEiABEiABEiCBSBAothyrTAUQiWWV0SAoVjPCxcLFJFZVjlVHlKkWmUmiQROmLxbxGov6NPOrAkiQtk4hCl/neIlVHYmabC3pKFwjx2rSMcaibc2UAt61JpO5yfqSCRe+JkiABEiABEiABEiABEiABEiABEgg/wTcUrVNmzaqE42Njdi5cyfq6+sDybUaSwVwOXqf3Iw/z/wLNhpDHTz157h5eHuUlcU2r6JYzf86KHSLFKuFnoGQtR82sRqLTLUgG3lIvSNbU20ClUxOpt44Klnu1PQyNLdiNTguIVvA7C4JkAAJkAAJkAAJkAAJkAAJkEDoCRw4cACbN2+GyNR+/fqhbdu2jjE1NTVh9+7dSrBKvtXu3btnPebrrrsOPXv2RFVVlfqSjatim1dVqDyu8iVi1fzKujGeGDoCFKuhm7LCdjhUYtXapAq+I1tNtlqY6gjS5Lfwx89yn5NZKgDnzPoRq8lTAaTMsRool8KuR7ZOAiRAAiRAAiRAAiRAAiRAAiRQegTETRw8eBCtWrVCu3btPAFIGRGw1dXVqly2B8VqtuRK4zyK1dKY58BGGSqx6rXzvSJhCNCPgfGXPoTHP27Gg5c4MTmjWg2x+reb0NPXOd6bV8Wk5/fw4rY3cHtv3aZV//BFaH74Usm4iic8N8hypjuIpTFItxGWSwoHyiWwpcWKSIAESIAESIAESIAESIAESIAESKDoCFCsFt2UFFWHKFaLajqKvzOhEquWnHzISAEQl6rCWuTmvwF/2xN3vKYjU605SIjqNOXkRMyXTaPSngNAScylTolq1f2mkcc1WcqA9HlkEze5ShS37mhb65xAuBT/mmUPSYAESIAESIAESIAESIAESIAESCBbAhSr2ZIrjfMoVktjngMbZbjEKgAtMW0CVqQoXsJNfe7Am4gJVZi5WK2yzijWxFQAjjylnufIg8YGUY4NsdwbR7kjWP1FrEpsq1MWy88uSawjdPEivnn1dvSQIoFxCWxpsSISIAESIAESIAESIAESIAESIAESKDoCFKtFNyVF1SGK1aKajuLvTEHEavFjYQ9JgARIgARIgARIgARIgARIgARIgAQiSIBiNYKTGuCQKFYDhFkKVVGslsIsc4wkQAIkQAIkQAIkQAIkQAIkQAIkQAJCgGKV6yAVAYpVro+MCFCsZoSLhUmABEiABEiABEiABEiABEiABEiABEJMgGI1xJOXh65TrOYBcpSaoFiN0mxyLCRAAiRAAiRAAiRAAiRAAiRAAiRAAqkIUKxyfaQiQLHK9ZERAYrVjHCxMAmQAAmQAAmQAAmQAAmQAAmQAAmQQIgJUKyGePLy0PWyB28f3pyHdthERAg0W6ulGc2Q70W0NjUDTU3NaGxqxplG+WpSX6fONKP+wHHMXbIjIqPnMEiABEiABEiABEiABEiABEiABEiABEqJwLWXD0D3LtWoqipHVUU5KivLUVlRjoryMpSXl6Nc/i0rA9R/ZZBvC3MUrGGP4RZTX3I7G2V/fxUoVnPLOFK1q8UiQjX2j5KrMbEKNDYDZ5qsr0bgdCOw+wgwbzWXWKQWAQdDAiRAAiRAAiRAAiRAAiRAAiRAAiVCYPLYanSvrUCrijJUVgKV8m85LLEqUhWGWEXIxWpQQlTqaakLCrIvuVusZX//nRaPNHe9Y81FR8AhVi3BmiBWG2NyVYnVw8C8VS19MRUdBnaIBEiABEiABEiABEiABEiABEiABEigBAhce1F7dK+tRFVFGaoqRaqWobIiSLEahEAU7xJEPUHUIYuipfUENZ4g+pJ6kZf98hqK1RK4DgQ2xGRitVEiVq2v0xK12gicagR2HQbmfEWxGtgEsCISIAESIAESIAESIAESIAESIAESIIG8EbhuXDV61lYoqVpVYUWs2mK1XEWslpXFUgCITgx3KoCWCFGJvjsd4Ly0pC9mN4KInk0+rLIeF3em9Qpw2kumKitaNZZoNZYSQP6vuSmWd7W5EWiWnKvHzuDgpqMlg4UDJQESIAESIAESIAESIAESIAESIAESiA6BVsP6oax9OwlRRVlFOVAueQDEopajTFlV06ZaP0dn+L5GIvvwlJdVobzduIDlqq/mC1KoSiKX1XSP6U6xWpApCHmjZuiqDEUlWzWTriKWfPX4GTRvPRjywbL7JEACJEACJEACJEACJEACJEACJEACpUigbNi5QIeYWEVFhSRUjX0voamxcFUjTLU0xapE3JWhCq1qLkNz86mSWSYqYUH5hd0oVktmygMcqF41KlTVykksIlULVpV4tRnNx8+gacuhABtmVSRAAiRAAiRAAiRAAiRAAiRAAiRAAiSQHwLlw/pbYlXd/+8SqyJYGbEqYrWirApV1XUlJVZlBVKs5ud1GL1WKFajN6ccEQmQAAmQAAmQAAmQAAmQAAmQAAmQgIMAxaqfBUGx6ocSy5BAnADFKlcDCZAACZAACZAACZAACZAACZAACZBAxAlQrPqZYIpVP5RYhgQoVrkGSIAESIAESIAESIAESIAESIAESIAESoYAxaqfqaZY9UOJZUiAYpVrgARIgARIgARIgARIgARIgARIgARIoGQIUKz6mWqKVT+UWIYEKFa5BkiABEiABEiABEiABEiABEiABEiABEqGAMWqn6mmWPVDiWVIgGKVa4AESIAESIAESIAESIAESIAESIAESKBkCFCs+plqilU/lFiGBChWuQZIgARIgARIgARIgARIgARIgARIgARKhgDFqp+pplj1Q4llSIBilWuABEiABEiABEiABEiABEiABEiABEigZAhQrPqZaopVP5RYhgQoVrkGSIAESIAESIAESIAESIAESIAESIAESoYAxaqfqaZY9UOJZUggK7G6/eM1JEcCJEACJEACJEACJEACJEACJEACJEACoSPQ++o6oEM7oKICqCgHysti/5aVAeXyL2Lfq6Ms9nPJHRSrJTflHHALCTRb5zdb38g/Tc2A/Nxkfd/UjObjZ9C05VALG+PpJEACJEACJEACJEACJEACJEACJEACJJB/AoxY9cOcYtUPJZYhgTgBilWuBhIgARIgARIgARIgARIgARIgARIggYgToFj1M8EUq34osQwJUKxyDZAACZAACZAACZAACZAACZAACZAACZQMAYpVP1NdwmL1gQce0LGHfkixTIkTaLZu/Zd/9VdTUxPkq7GxUX2dOXMGp0+fVl979uzBvHnzSpwah08CJEACJEACJEACJEACJEACJEACJBBGApMmTUK3bt1QVVWFyspK9VVRUWF/lZWVoVxyrapUq2Xqi0fpECijWC2dyQ5ip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qFYLaHJDmKoFKtBUGQdJEACJEACJEACJEACJEACJEACJEACYSBAsRqGWSpcHylWC8c+lC1TrIZy2thpEiABEiABEiABEiABEiABEiABEiCBLAhQrGYBrYROoVgtockOYqgUq0FQZB0kQAIkQAIkQAIkQAIkQAIkQAIkQAJhIECxGoZZKlwfKVYLxz6ULVOshnLa2GkSIAESIAESIAESIAESIAESIAESIIEsCFCsZgGthE6hWC2hyQ5iqBSrQVBkHSRAAiRAAiRAAiRAAiRAAiRAAiRAAmEgQLEahlkqXB8pVgvHPpQtU6yGctrYaRIgARIgARIgARIgARIgARIgARIggSwIUKxmAa2ETmmBWD2MzxcdwiqU49LRPXFeWye149u/wetbm4CuHfDDQe2DRXp8H+YvOw707YqJvVt71K375t1sr6TnBdvNoGpTLI/VZMjxGDZ/sQ4YOArnVPvrScPahVizN7Fs275jMKZPbILTidW96xZja6shGNS1AqdPn8aePXswb948fx1gKRIgARIgARIgARIgARIgARIgARIgARIoIgIUq0U0GUXYlQDEKpAoKk9iw7K9+Pg4ciBWY3Uf7NcLF3ZORjQmVjHEo8y+PXhhzSmc7/Wcqk7OPYKOHrI4o/lT8rcRw8efhbMyOjGxcHZidQ9WL96LrhcP9dH+cWxfuhRbjnfBkLoh6GJ24fh2LF26BbDkaiZitWHjUqw/0Rmrl7zXQgI8nQRIgARIgARIgARIgARIgARIgARIgATyT4BiNf/Mw9Rii8UqurbCqqMV+P7ozrCDVi2p2LHrKaxC0BGrJ3H8eGu0dUXIOqGnEKtKnCaRrkU6c1mJ1frVWLyvKy4ekl7rxiJVPaSq4hGTrvVnxaJWMxGrLY9YXYGnxt6NmSnmpe6RefjVFIcKznAWdRt1ePjtX2FqtwxP91t8yT8AEwCc+J9+z2C5iBFomP1zTHp0ITD+Ycz79VTjDxgNmPWzSXhsEYA7n8VnPxsRsZEHMJwdLwMD/gBsfBnoFUB9rIIESIAELAJRuDYnH0Oupzn++6vl78d89JW/C3xAYhESIAESIIFcEKBYzQXV6NTZcrE6pAOwxhnhqUXgNTiEd0yxakWLOvC1bWtLWcd51i3pZjTsnnU7nPUpgXsSfROiS/2LValzZbsO6LvnED6G9KUKq+yIVSt6dUhrbF1zHDtUx1vhGh2FmjAe4zlHxKpVT99KfLz1lDV8o6wle1eZYDy4ZJJSYc+axdjb+WIM9SEKlVg92g9jxvSOy/Eka/zY1qVYtu24Q7DWDrwY53VqQmNjI8xUAC2PWI2L1WnPfIb7RuXihZdrsboYaHOFq+M3UhDlYiqLvM6i+/BePws/v/YxLMQ0PPvZfUinc1f8eizufh5I/+E5yNfUbuCOfsAbrsldcAIYV+QTzu6RAAmEgkDRXZuzoGaOhdcuowAAIABJREFU4anzHsN9GV2rgezfY+VLrPJ3QRbLgqeQAAmQAAkESIBiNUCYEawqALHaC333ipzU+U7jt+rL47ZY9cyLauVCtfKw6rys9m361jkdrdv2AxGrrlQAqs69Zp5YMxWA1T9DcqryR9vi+0OAj115Xu3nJHo3Qawewiq7HitVghK5UvYkjrdt7ZCaMeEbY5p5xKrkV92C6lF+0gAAGYnVY8fQtm0sclV9HduOZcsOo9e489CRYjX5JeJ/twEeBXDTb4EXb4vgpYRDSkcgCh/e040xZ8+/chvwoz8A+CWjvnMGmRWTQGkSiMK1ObuI1SD+eJ0vsWqtTf4uKM0XKUdNAiRAAkVAgGK1CCahiLsQiFi9EHvwwhYrHYAhFGFGmCaJLjVlqRKIe1obaQWckaeZilVHBKgxCSmjYB05VhMjX+0+KrHqipYVaevB4SyP9AOJY0VMoMqGX/owhXMmm1cd3Ywv1gODRp2Ddj4WXyZiNZYKoAFrFq5Bg7WZVXNzG/QeMRzdqwoUsfrFUxh7j0fCAH3LtefzOkovWbqBeBSf/YHFxdI7wsO4rVu3rz4IjAIWAJjwS+CRD4D/dbGPmWGRKBHI6MN7ujWN2LrddOc04PmZWAiJJH0K/R+9LzF1RkLqAYuqK2IVEpG6YRqmYSZmSloC69Dr3BGx2vcFj9ec+zUl6TUeAR630hz4ev0A8deblZ5js6TR+AJYcCMw4cf840SUXhQcCwkUAYGMrs32ddPdcef1z3ltfhkT370tlu7FcVjneNaZ6k4C432Gqq8O0+4EZj4fSzVjRqxO3zxJ3WngOFTKGSSkWqp7JE0/pRJ3X8fHf2fI3QyP4NFYyhvP672737FCSaNljd+Dqswp/i4ogpcLu0ACJEACJUuAYrVkp97XwIMRq53jUZ69GuI72DtEqBV9Grud3nWYAjFAseq5eZWr6QRZ2xKxatbtEbFq9scUq7CEajLhm2nE6rEtX2AdBmFUPz9aNX3EqhKvGIK6wbCEamcMvnQwau2I1Xp0ybFY9VzNIoweAh5VtzObtygbsvT7d6Hu9eccz2tBFMt12R8v6DyuloDaYd3yrHNhys8zzjFyuWZ4C7WvVyILRZ5AMkGf8IH3tk3WLfpJ1rT7Q7EWp2pdbsJ047b+lLfve4lV9QHcEpo79R8sYj/3f9lKBXDf/cBTT/p4TdXhru8vxHOvq4/OdrqBBHHqI11J5BcHB0gCJFAwAr6vzaaMtPNhu/+Ymvieoov6Q9gM9DfyuNtt3vkgpj3/hPqDWCzNCtLm3Lbfw+jrqik7DbF60ZRx+HT2kvg1vVv8vVGsrR22XI3JzVT9dMlYa/wmO6lTRG6y90sP3jkTT8jvGOt3FnTecZ/paAq2QNgwCZAACZAACQCgWOUySEUgILEKmLlKD/brhQs7xx5zpgLwyoca717QEat5F6tZRqweceeOhZNdZmJV0gCsAwaOwjnV/hZ/6s2rLPEqYrXvcSxdWo+zRo9GrzZmKoDci9WkEQ32Bwrn5lP2Bw9brBrP6ygIl1jVbXhHr3hFtuZ4wyt/08dSISHgOyrKFqtJ1rRLrLpfG56SwGtTrGRiVZd1vbYSxWq615QhVs32k7xmQzKN7CYJkEDECPi+Nhti1bzuOs+Pi9WE9y1edyKMvx/340k8uchP/uoYePv9jXFd9cqxaotV464F5x/b3GLVmljPfjr/EB0fm1cqAO/3S/ffDzz5pNcGjhFbUBwOCZAACZBAJAlQrEZyWgMbVGBiFfZGTvFNmbwiVtFX52KVMThvtfclViW/qeQl1fLRkR9Vc0m1eZWTXcsiVo/DHE/aHKtWZC7gzLGqxOpej02xskoFsAerF+9F14v95VeN0TiO7UuXYsvxLhhSN8TYrVyes27776rF6hY09xmN0b3boLn5OLYvW4otxwqYCiDpbXnWPHuJVccSSMwxluxDkh11RzEU2AWolCry/eE9S7Hqjhz61ZQunh/AbeZBilXP1xTFaimtb46VBMJKwPe1OVuxaopKd6RnQvSmppj8D7ctEavOOXK9/4GRVsmzn17S2BSrZjoad5oDazzQmybGe5J+Q8Swriz2mwRIgARIIEoEKFajNJvBjyU4sap3trfloStiVfpuy9f4QOyNqkTvpcmxagvJ47Hzzx/SAVhzBB1H98R5YlrtIw9iVeRuwngMOeqVCqBrK6zae8rqpVFWi1ZrXBCGXU/ghTWnIOkBLsU+vO43x2r9aize1xUXDzkr49USi1z1OE2k6uAu6onmvWuwaG2D2rgKaIs+Iwehec0ybDlWiwFjz0XjusXY2moIBnWtQMPGpVh/ojNWL3kv477ETvCxsUI6yen1fCYRq3aqAeNDTro2sxwtT4s2Ad8f3rMUq14ftr0esykHKVY9X1MUq9Fe0RwdCUSDgO9rc5Zi1at++7Gx12PcZ3/EEvN2eFvEeudZbYlYTRWx+sOtP4/lRzUiXNNH4xpi1U4T4/V+6SJcP/ZT/PEzM6eqj/d40VhiHAUJkAAJkEAECFCsRmAScziEFojVHPYqclX7F73FPvSYUIUSq/qrqakJ8tXY2Ki+zpw5g9OnT6uvPXv2YN68eVkOy8ebbiNiNR71YJz3/z2MTf+PMwdrshyrnqkAEnK4GvnPdC5K5ojMcn5L6zTfH94zzLHq3lzKjqz2iJJyEG+xWI3fuur9mmKO1dJa4RwtCYSTgO9rc4Y5VhPeU+j3DGbUpi1W48IxfvdBGrFqy1jj1vsW5Fi1xapXP9056XUaAuP3TF1C/m3z/VJcrCIh3UyKDazCuaTYaxIgARIggQgSoFiN4KQGOCSK1QBhJq+KYjU7zD7EqlScZAd1OweY5/PuHcw9PtToqA3X+XWPPIuJ795t7fDr/uDj3shiqiu1QnYkeFb4Cfj/8D4i6ZqORxJ5vTbcOy5Pw7PPAHffI9uieOTvy1asyqYnfV/AWKve+My4X1MStfQI8Pgkj92wk3+Q5uZW4V/rHAEJhIlARtfmpOmHkr+nEBbxDafU1RgPPzMR8++J/dEX40cAi1a4kKXK4e6+1gPT7pyGmc/PVNGmT533GO57PnbNl82k7labEhqH18Zb1u8IZ3lXP+U84w9/sRqnYdqdMzHTas/9u8H5fukSjMAnSBip2kgrdleU4zDeeyXNsx+mhca+kgAJkAAJhJoAxWqopy/nnadYzTliaYBiNS+Y2QgJkAAJkAAJkAAJkAAJkAAJkAAJkAAJBEiAYjVAmBGsimI1gpOayyHlNxVALkfCukmABEiABEiABEiABEiABEiABEiABEggNQGKVa6QVAQoVrk+MiJAsZoRLhYmARIgARIgARIgARIgARIgARIgARIIMQGK1RBPXh66TrGaB8hRaoJiNUqzybGQAAmQAAmQAAmQAAmQAAmQAAmQAAmkIkCxyvWRigDFKtdHRgQoVjPCxcIkQAIkQAIkQAIkQAIkQAIkQAIkQAIhJkCxGuLJy0PXKVbzADlKTVCsRmk2ORYSIAESIAESIAESIAESIAESIAESIIFUBChWuT5SEaBY5frIiADFaka4WJgESIAESIAESIAESIAESIAESIAESCDEBChWQzx5eeg6xWoeIEepCYrVKM0mx0ICJEACJEACJEACJEACJEACJEACJJCKAMUq10cqAhSrXB8ZEaBYzQgXC5MACZAACZAACZAACZAACZAACZAACYSYAMVqiCcvD12nWM0D5Cg1QbEapdnkWEiABEiABEiABEiABEiABEiABEiABFIRoFjl+khFgGKV6yMjAoUQq8eOHcM333yDQ4cOoampKaP+sjAJlJeXo0OHDujZsyfatWtXUCBcywXFH4nGuZ4jMY0chEWA65lLISoEimktR4Upx0ECJEACxUSAYrWYZqP4+tJisapFW/ENjT3KBYFMxOqZM2dQX1+PP/3pT1l3RUTU2rVr0b17dyXF5I0rDxLIhIDIeFlHu3fvxuDBgwsmV7mWM5k1lk1GgOuZayNKBLieozSbpT2WYlnLpT0LHD0JkAAJ5I4AxWru2Eah5qzFqgg28ysKMDiG9ARMsSql5Y2kPNbY2Gh/iVCVr9OnT2PPnj14991301ecpMTGjRvRtm1b1NbWoqKiAmVlZVnXxRNLk4Ben/v378fx48cxYMCAgoDgWi4I9sg1yvUcuSkt6QFxPZf09Edq8MWyliMFlYMhARIggSIiQLFaRJNRhF3JWqyKUDt16lQRDoldyiWBZGJV1oOWq6ZY3bt3L+bPn591l5YtW6aiDFu3bm1Hq1KuZo2z5E7U61XW58mTJ1X08+jRowvCgWu5INgj1SjXc6Sms+QHw/Vc8ksgMgCKaS1HBioHQgIkQAJFRuCKq+vQtVtnVFVVorKyEhWVFaisrEB5eQXKK8pRXl6mgsDkf+o/BoQV2QwmdkfmqqKsFarQFhVllS3qb1ZiVd5AiKiQiMT/+9HvWtQBnhxSAs1Wv5utb+SfpmZAfpY0qPJ9UzOaj59B05ZDWQ/y888/x/Dhw1FVVcWLU9YUeaJcs+R6tXLlSlx44YUFAcK1XBDskWyU6zmS01qyg+J6Ltmpj9zAi2EtRw4qB0QCJEACRUKgvF8HlLWtBMrLrC+IPY19r2+q1TKVN9kWyayl7kabqla4bOAoDOrRA23KOrZIrmYtViU6USITKVZDsWaC72QexerIkSPVX4V4kEBLCIhYXbFiRUHFKtdyS2aQ55oEuJ65HqJEgOs5SrNZ2mMp9FoubfocPQmQAAnkjgDFau7YFrrmq84fh6E9+6BNWYesu0KxmjW6Ej+RYrXEF0D4hi9/CFq+fDnFavimjj32IMD1zGURJQJcz1GazdIeS6HXcmnT5+hJgARIIHcEKFZzx7bQNUvk6t2XX4N2ZZ2zvkuaYrXQsxjW9ilWwzpzJdvvQn/YkVQAjFgt2eUX+MC5ngNHygoLSIDruYDw2XSgBAq9lgMdDCsjARIgARKwCVCsRnsx/PXEG1Bd1oViNdrTXISjo1gtwklhl1IRKPSHHYpVrs8gCXA9B0mTdRWaANdzoWeA7QdFoNBrOahxsB4SIAESIAEnAYrVaK8IitVoz2/xjo5itXjnhj3zJFDoDzsUq1yYQRLgeg6SJusqNAGu50LPANsPikCh13JQ42A9JEACJEACFKultAYoVktptotprBSrxTQb7IsPAoX+sEOx6mOSWMQ3Aa5n36hYMAQEuJ5DMEnsoi8ChV7LvjrJQiRAAiRAAhkTYMRqxshCdQLFaqimK0KdpViN0GSWxlAK/WGHYrU01lm+Rsn1nC/SbCcfBLie80GZbeSDQKHXcj7GyDZIgARIoBQJUKxGe9YpVqM9v8U7umIXq3vm4aG/mYF1muDA6fjXJyahm/q5HvMe/ClmrDfxDsL0f3sck85yIv/ymVvwcq9/xeOTY2fGjsTzJz30KqaPSDZd6duTdh79U/z81PUBSDk+ox8rZuCWV3obYy/eJZXrnhX6w05gYtU99wLOsb4ByLw/Ps9GmnY95Ro+6w+cQFTWs/vaJ6Di6zX9tTNwsKywIAQisZ7TXZtd12UF+juP4NV7LigIczaaGwKFXsu5GRVrJQESIAESoFiN9hqgWI32/Bbv6IparH6JGbc8Ctiy0/pwjphcrVcScxIeeXU69MeZ+rkP4afPwSlXrQ9Bg+4yxaqzLqVbVblNnmJWno6Jg+Ttjf7sIfz0o8vj8tNqN7kMSz2+uAKOlZvnlm7Fu6py2rNCf9gJRqxac+r4MO5ak9aH+/56/adZnzmFzspzRiAK6znVdVeufxcv8XmtzhllVpwvAlFYzzNuuQXzkl2b7wN+/TczAMf7Ca/reb6Is51cESj0Ws7VuFgvCZAACZQ6AYrVaK8AitVoz2/xjq6YxapXlKaSTR/i8n97HL1m3YJH4YoSMZ6fdJb1Ycei7yVWP7zMkK2OcxOnTInVpO39DHjqp9h+qzPi1fMcXXWa8UnUrSMKjGJVkSv0h50gxWr8jwaxRaEElSXn1R8OHOstJl7da6x4Ly6l27MnnngCy5cvdwAYOXIkHnzwwQQoUVjP5rp1/0FI1rgSqymv1aW7VsIw8lJbzyJWk16blViNvQcx74xJ+bs+DJNcIn0M01oukSnhMEmABEgg7wQoVvOOPK8NUqzmFTcbswkUs1j1miYjai+9WNUVxISUQ6LqCNRN8dQCsair/o4IWLMLqcVqYvoBO9VA/wxuEUwSlegtLkpzHUdBRAHuaGW3WO2FtxzR2qU512EdtUhV+QBvHiJVRa66jyisZ4rVsK5Uf/0utfVMsepvXYSxVJjWchj5ss8kQAIkEAYCFKthmKXs+0ixmj07ntkSAqESqx6pAHxFQXmLVcHmzAvovM3fjTVjsZo2FYC7BY/0BFYRitU4qyiIKH9i9WX0fuhyfPh4shzDLXnh89xcEzAjo5JFq0oforCeKVZzvZoKX38prWeK1cKvt1z2ICxrOZcMWDcJkAAJlDIBitVozz7FarTnt3hHFxKxGosmlS2s4vLTv+j0F7HqK8eqL5EbT0HgTD+QfBl4jc8sTbFaYmLVyuO3zljvWsY6c/8V76Wl1HtmRkYli1alWE28pbrU102xjr+U1jPFarGuwmD6FZa1HMxoWQsJkAAJkICbAMVqtNcExWq057d4R1f0YjW5pGyZWPW6FdsQsL3eMnZjj8lcpMyxGksFkFyQOvO9xje08idhKVZLTKw+4Z0KgHn8ivdS6tUznQ7AK7eqLs+IVa80KuGa51LpbamsZ4rV6K/oMKzl6M8CR0gCJEAChSFAsVoY7vlqNcRi9Ur85Iah6IqT2PTVDLzwtRPZpZdOx9VdWwNHVuPR994Llue5U/D/DusN7F2E//PxFynq1n10F/Hus2dFqq1qrH7rd3jLXWDUD/BIn9rcjDFYYom1FbVY1dLR+xb9FonVJBtVpRJX6dob/VksqtZvlKodgeiISvSecIrVUhOro7HMY6MqitVcXxCDrV9vYOWVW5ViNb4RobkJULAzwNqCJFAq65liNchVU5x1hWEtFyc59ooESIAEwk+AYjX8c5hqBBEQq8CJBME5Cj+8Zjz6VyEH0jFWd/td/45/T+VULfnaxkPsxqQvPIVwwmQ5xKqI2nNxWInkWD96HtRy13wuR4s2leTNtMkiFqu+NpP6k1O6xs4Bpjt27PVIBaDE6gzgrn/F45P1PtaWyP2O92ZTsXysydq7Ddv/5lFsctSXejLSjc88m2I1mmLVeVu/K8euytELYzO11Osz05c+yxcHgchErLqvu0aO6YuXpLp2MmK1OFZiML2IwnoWsZr02mylacnkvUMwZFlLvgkUei3ne7xsjwRIgARKhQDFarRnOvRiFUf2o2vro/jzO7PxsZ4rSwAeOVKLrgg6YnUULj33C3zsipB1LhMrUjVZtKzq31n4xiPSNrVYNZ91i9WQLdQiFqvOjaVMroMscWqJqPVezzm0JOY9+FN8eJkpUQFYclUyt9pHEqkaez5Fe4iJWkddutKUotZrvejxxZ+jWI2zKPSHnc8//1zt7l5ZWdmyF7vX+hs4Hf/6xCRo1R9PLWE15Xq+ZR3g2cVAICrr2et6HU954vdaXQwzwj60hEAk1nO6a7P1RwMHp5TvHVpClOcWikCh13Khxs12SYAESCDqBChWoz3D4Rer21YDfXQUZ2yyVERom6+xDEMx2hSr+tZ5c05Pb7elrOO8mlghMxr2hit/4qwvqSCNidWatKkCpAUjutbu134s07f+e0asfg4MsiJy5RwlcBGPZkUsVUEbuz4z9UCa9hIYJemLjsh1vD48ym4DRku6AjkM1tdf8VcYWd2M5uZmNDU1obGxEcf2LMa/fboSaBqC6y4djrOaTmHXrl2YM2dO1q/CwGRU1j3giVEhUOgPO1zLUVlJxTEOrufimAf2IhgCXM/BcGQthSdQ6LVceALsAQmQAAlEkwDFajTnVY8qAmL137Gt9icYekLfEh+/VV8et8WqZ15UZ2Spzsu6d5t1m791zhHr51yJVXcErBa8KjdsxqkAvkb7YUPR1YiWjY3rmCVrEyNu7fa2tE/IHavG3NqSz3ZfdqGP5Ld1RORawhZm2d6Ip0KIPX/OiVV498S5+HaXZmz66jm8+LUVujrsJvxtjxrs2fYctlf/AAPLd2Dhh+/jy+Nn0LTlUNavQsqorNHxRBeBQn/Y4VrmkgySANdzkDRZV6EJcD0XegbYflAECr2WgxoH6yEBEiABEnASoFiN9oqIhFj9d/wAj/Sw0gEYIhJmhGmS6FJTlirB2HGPkVYgJl6RU7FqLTB3pKiO7sxSrOo+q9q9cqN6tbcOuNydokDKJbCNiVVHGzpSWPPz4C2sRzVbYrXDHrw77y180myJ1ebL8OOrBqBx23NYWXkTxrXdQ7Ea7WtP6EZX6A87FKuhWzJF3WGu56KeHnYuQwJczxkCY/GiJVDotVy0YNgxEiABEgg5AYrVkE9gmu5HQ6x+Ed+4aUP3WBoAifZ0RJh63rpu0bEiL/MnVg1hK1JYbpV3R5g6BGU1VqvUAH42r4pFrLqlp70OtFD1as9LrJoLyBWx2iKx2qWVSgNgpgKQdAASsfrClwDOnoDb+9RiH1MBRPsKFKLRFfrDDsVqiBZLCLrK9RyCSWIXfRPgevaNigWLnECh13KR42H3SIAESCC0BChWQzt1vjoeEbEKJVGHnliNbzoORftdsVv5E8Vq6g2jgharzlvlzfmIi9Vlbd1RslaO2CDFqhGxujchKtdor6ARqwCamoHm8zGlbgRa73oJr61uRjNTAfh6IbNQ7gkU+sMOxWru57iUWuB6LqXZjv5YuZ6jP8elMsJCr+VS4cxxkgAJkEC+CVCs5pt4ftuLjFiFfWt7fAMlr4hVODaUct7q70us6nyjsMRtjbkxlDF5OkLWkYfUet7qq+RyVWK1K7Dpqxl44Wt9235vtGlhKoBkOVaVWE3WnhKrvWEyalmOVafIdqQC8Myx2ogV89aiXd0I9Di2Dk8v/pRiNb/XA7aWgkChP+xQrHJ5BkmA6zlImqyr0AS4ngs9A2w/KAKFXstBjYP1kAAJkAAJOAlQrEZ7RURHrKrb5J0bKiVsNpWw4z1gb1TlzhGq5t0pXgFrg6aq2KLYu2010OdcHNZSNGGtWH3yWENmu6qfNVYhEaqW4FQbP6kNpTJJBTADL2CK2oSqjd2uU/6mbG9/j1hqAvuIi2pHrlbP1Arust5i9bH338f1V/wVRlabqQD2Yfnc1/EnybnaayJ+dE4XlJ06hV1MBRDtK1CIRlfoDzsUqyFaLCHoKtdzCCaJXfRNgOvZNyoWLHIChV7LRY6H3SMBEiCB0BKgWA3t1PnqeIjFqq/xsVCxErD2rIK9eZVOBdAMNFnfNzEVQLFOXyn2q9AfdihWS3HV5W7MXM+5Y8ua80+A6zn/zNlibggUei3nZlSslQRIgARIgGI12muAYjXa81u8o8uTWF22bBmGDRuGVq1aFS8L9iwUBE6dOoWvvvoKo0ePLkh/uZYLgj2yjXI9R3ZqS3JgXM8lOe2RHHSh13IkoXJQJEACJFAEBChWi2ASctgFitUcwmXVKQjkSaxu3LgRNTU16NatG8rKyjglJJAVgebmZtTX1+PIkSMYMGBAVnW09CSu5ZYS5PmaANcz10KUCHA9R2k2S3ssxbCWS3sGOHoSIAESyB0BitXcsS2GmilWi2EWSrEPeRKrx44dw9q1a9GrVy906dIF5eXlFKyluN6yHLN8yGlqakJDQwN27NiBwYMHo127dlnW1rLTuJZbxo9nA1zPXAVRIsD1HKXZLO2xFNNaLu2Z4OhJgARIIHcEKFZzx7YYaqZYLYZZKMU+5EmsCloRUt988w0OHTqkJBkPEsiEgMj4Dh06oGfPngWTqrq/XMuZzBzLehHgeua6iBIBrucozWZpj6WY1nJpzwRHTwIkQAK5IUCxmhuuxVIrxWqxzESp9SOPYrXU0HK8JEACJEACJEACJEACJEACJEACJEACxUGAYrU45iFXvaBYzRVZ1puaAMUqVwgJkAAJkAAJkAAJkAAJkAAJkAAJkEDECVCsRnuCKVajPb/FOzqK1eKdG/aMBEiABEiABEiABEiABEiABEiABEggEAIUq4FgLNpKKFaLdmoi3jGK1YhPMIdHAiRAAiRAAiRAAiRAAiRAAiRAAiRAsRrtNUCxGu35Ld7RUawW79ywZyRAAiRAAiRAAiRAAiRAAiRAAiRAAoEQoFgNBGPRVkKxWrRTE/GOUaxGfII5PBIgARIgARIgARIgARIgARIgARIgAYrVaK8BitVoz2/xjo5itXjnhj0jARIgARIgARIgARIgARIgARIgARIIhMAVV9eha7fOqKqqRGVlJSoqK1BZWYHy8gqUV5SjvLwMZWVlkP+p/8rKAmmXleSPQHVZl6znreyBBx7Qisx3j5ubm9HY2IgzZ87g/370O9/nsWCECFCsRmgyORQSIAESIAESIAESIAESIAESIAESIAEvAtdddx169uyJqqoq9SVyVQnWCpGrIlbLY2LV+CLJ/BA4efJkixs6dKYeFKstxsgKMiZAsZoxMp5AAiRAAiRAAiRAAiRAAiRAAiRAAiQQLgIUq8U7XxSrxTs37Fk6AhSr6QjxeRIgARIgARIgARIgARIgARIgARIggZAToFgt3gmMhFgtXrzsWS4ISBoIOfS/TU1N6nv5V9JD6BQRkibi9OnT2Lt3L+bPn5+LrrBOEiABEiABEiABEiABEiABEiABEiABEsgpAYrVnOJtUeWREKu1tbUtgsCTw0XAFKvyvVuqilgVoSpi9dSpU9i1axfmzJkTrkGytyRAAiRAAiRAAiRAAiRAAiRAAiRAAiQAgGK1eJcBxWrxzg17loQAxSqXBgmQAAmQAAmQAAmQAAmQAAmQAAmQQKkQoFgt3pmmWC3euWHPKFa5BkjNbn4zAAAgAElEQVSABEiABEiABEiABEiABEiABEiABEqcAMVq8S4AitXinRv2jGKVa4AESIAESIAESIAESIAESIAESIAESKDECVCsFu8CSCdW165di8GDB6ccwKEz9agu64KysrKsBlr2wAMP6P3dfVcgt4PrTYqYY9U3tkgULFQqgCNHjuDQoUOQF43uQySAchAkQAIkQAIkQAIkQAIkQAIkQAIkQAKBERBB1rp1a3To0AE1NTUtrpditcUIc1ZBKrEqUlUfqeQqxWrOpocVexEohFhtaGjAiRMnIBK/bdu2Wf8VgTNKAiRAAiRAAiRAAiRAAiRAAiRAAiQQHgISYNXSQwRrSw6K1ZbQy+25ycSqKVXTyVWK1dzOEWt3Eci3WJVI1YMHD+Lss8+mUOVqJAESIAESIAESIAESIAESIAESIIESIhCEWC0vL29R5CrFavEuOC+x6iVVU8lVitXind9I9izfYnXnzp3o1KkT2rVrF0meHBQJkAAJkAAJkAAJkAAJkAAJkAAJkIA3gSDEqgRsSbBWtgfFarbkcn9euhyrfnpAseqHEssERiDfYnXTpk0455xzGK0a2AyyIhIgARIgARIgARIgARIgARIgARIIB4EgxKqkF+zfv3/WA6ZYzRpdzk+kWM05YjYQNIF8i9Wvv/4a5557btDDYH0kQAIkQAIkQAIkQAIkQAIkQAIkQAJFTiAIsbp3794WeQWK1eJdJBSrxTs37FkSAhSrXBokQAIkQAIkQAIkQAIkQAIkQAIkQAL5IECxmg/K4W2DYjW8c1eyPadYLdmp58BJgARIgARIgARIgARIgARIgARIIK8EKFbzijt0jVGshm7K2OF8itWmpiZs3ry5RSH7nDESIAESIAESIAESIAESIAESIAESIIFwEkgnVmfPno0pU6akHJykApC9W8rLy7OCwFQAWWHLy0kUq3nBzEaCJJAvsSrtnDp1Cjt27KBYDXICWRcJkAAJkAAJkAAJkAAJkAAJkAAJhIRAKrEqUlUfqeSqiNVevXqhVatWWW2MTbFavItFi9Vdu3Zl3MkePXqocw6dqUd1WZes1oacX/bAAw80Z9q6SK/GxkacOXMGtbW1mZ7O8iEmkE+xevToUdTX12cuVr94CmPvmQlgGp797D6MCDFvdp0ESIAESIAESIAESIAESIAESIAESpVAMrFqStV0clXEardu3VBdXZ2VPKNYLd7VV+JidRsWvD8D8z3nZyKmf2sC+hTv3LWgZ0ew8pN/wqouv8CtA2syrufI+lfwTztWJ55XOx2/HOmPmKrj2HiP8rG+vXFiKG668FYMb5/YTD7FqlxAGxoaMhSrDZj1s0l4bBGlasaLq8UnrMBTY++GUtrPfIb7RrW4QlZAAiRAAiRAAiRAAiRAAiRAAiRQMAKF/4znJVa9pGoquSpitUuXLujQoQPFasHWUm4aplh9fwYw+JeY0NMErOVegHL18Eq88vl+jE8ra2OyN7FPQS6A7MXqtuW/xIz9XtLTktQ+5aopVh2S9ZsF+OVa2FLbS8DmU6weOHAA+/fvz1Csxi/8uPNZfHbbJvz82sewcPzDmPfrqegS5FSWUl12FLBr0ML4Z7GY4IbZP8ekRxf6kKp6jqbhwTtn4onnKWJLaSmFcawrfj0Wdz8PqGuKtd5RPyt2bQk4Mj72OgIefvtXmNqtyGjZYwbqHpmHX01p4RVVX1fufBbP4m7FWP4oM3FBjLf3H2ji1w/ekVBk64PdIYGCEMjxB37jOmVf/93j1NfGHL3X1L+DsvqjddDX7RbPsQ6AqMv495x+nxnI758WjyPPFdjzmDk3Pz31s8Zyyz/7deFnfMVeRrP16mfQ693PXMN13fP/GS93pNPlWPXTsohVudu6U6dOFKt+gIWoDMVqEokZi8rsWYCo1eIVqzEmSBpJqqQr/EWtJo1YdYlVr9dS8YtVwCFBKFZbfkk0pGr8Tb1+AxQXLMJ9xjl+ZAvFSMsnhTXkk4B9TTGjsUtQrJocEIRASCJWU0e78/qRz7XPtkig+AnkWKz6AZBjseqnC8nKBH7dbkln1LnZC7Tcir0WDyy3FeRYrPrpfEnz9wOoBWVsser5B/zCB6D4/4zXAghpTqVYzR3bKNRMsZpKrDacj19cMhzqZnkVcfoGnDfAuyJaHWUmYvpgYMaW2lgdZsSqkodGAoI2N1ntOFMTDO31C9zaY1Ms0lXqWjsfEwf/ArVb5FZ55/KbmBB1azzv6vvQXtNxfsOMWCqAmqXOvshpdn+cbWQkm91jBKDGY6Ue8IxY7bbJ6EssKrb/rnjKgFi0rNUnycpbezceHt4LIlqbdn6I/73uA6AJ9lf/rnfiyh6VkATCc+bMyfj1KvVmF7FqitUHMe35J9St6eoY/zCeOu8x3CeRZ8ah/xKo3nxuqEPdooVYqATKs8A9sVvbHZFqGY8mxCcYkQ7uSAn9Zl34Td88KRbRZxxmeecbe83YHbEal7XxaiSlww+xSaV3cMxaxpEOIZ4Fdr3ABDw/mCaIVa/1G48s8Xt98Ypa0K8ldx2TrgHmveN1PYOVEsV4znyzrh72SJuiRaenNLXkxZ3TMO35mZgJI2rGuE7YLer2vKLddf0+I1a9rx834a7xb+A5z+uCceeC1aGgIz4KvCTZPAmQgE3AKVZ/uPXnmPQu7PdyUiz++k92bUhxzbSvU0/i4Q33O9+LqOsc7DRI2bzXlHNi13iP3yHWddQRYXa2vlvCeKeUNP1Siut2wrVZX9Ndf7xyRK7FxrppfB0WLlLvlPHsM8Ddal8Dp/xxRsWZder3dLH2LvskdreT832ftT+C63dLndWuzOcjeDT5eVF8dbjEav+XnZ9ZHPw9fifH1ljy343x+TI++5i/P/u+YO1fEXuw7pGXMfHd21zvzfUaiLUTXyeqd7F9L5L2zSncU66LCM6vp1i136eluEYYrzu/7zPjcz0P/Z91fb5yv3cz7igysev3parfSa+3wU4UxWqwPKNWG8VqilQA8RykXre5W+kC4JKi9q3w1jlaUmqxemEtFn3+BnraIjRW7htbOroiVrUUteqNyUWn0E0dSZrYd50jdWi364D6OYAhPIHkt/RnIlaPHD6CmvZm/lapdxFqrbypmaYC+EW7RXa07AU1YlWlvmfxzdn34/sDqnH40GG0adtGbWgmX6dPb8PiTz5H9XlXomLj23h3yTcZv3aDEavOVAAvXzUft6k3b+5f7rE3d+pNipKD0/DwI5vwmJQdb4rWEswb6iMqLy6CvLnG3xzFnoe+rRpOsapv/xUB/uxV83G3NVc6XYAdIcfNyTJ+PfGElhGw/4hgfahTbyjtD7eude2Whtb1xlz3qa4vjtfT2/0xQ6UbcF2jxj+MVNez++8HnnxyofUHofiH/oTbSK3XkuOPS88nuc3fKmveqm/LCscfYOJv1Ovuux946knrD1VOcaDO1R/UUqQCUJLEuG7HOVpz6sFbXzNUG5d8ZKVsyM3tky1bWTybBEig5QQ8xKq+ZiS5hjqv4XVIec2EtSHq+BHAohXe11X9+yDNtdnxXlOuXXdvwiRrs1Xne53L8JH1B2VnehR9fbWuZzvTbNaa7LptXxctYWOPUdJm9ccLKl++9Z7OQ6zGAg4exsMbHlNiTQtPc9NYX2L1+YmYf2c8XdcOR9qd+O8u57UcsH+3WNd/53kR3bLWS6zKZxbXOooHIySukVS/G/VnIP0HW6/fn/r9vCOgwvM9z0TMt/ZccJS9Mx7w4qzfDKKow8Mp10U05zd1xGrie0CV3s71ecjv+0z92rzprjq88VyS94ru616Sz86Oz3iu623Q6awoVlv+2zLKNVCsJtu8ypEr1Pv2fCUH7ajWxDKO5+2I1f7YlDKHqpdYXYXzLSHpebu9qjtexrlgvfpu5VjtIGL1a7tufV6yW/ozEauxunSu2niP/n/23gdYr6o8+H3OSdKmBmJiTgkp8HlOrkWhUpkrbfPHC+HUEYc06J18HYyk6UCUjvaittDJgMLQoHCdT0bFr3WGMeEODY0MjUXy4QjDHALX/LktWhQLIzqc008xQE9MDPD1UEK8s/bftfZee797v3/23mu/vzNzij1n77We9XvWfvOe3/vsZ4eVtV2J1YD1ol8psSry0+//tRz4DV+snjx5Ut5447j88J/+uzz4H3HV6rvPuEqW/LyBYjWq3ArfjJv/YBn/2Cf+4B+6BzKVEasZXKN/dMPfa2PqPVZDsZp8s2W8EVQ9HQvE1OZ/OFhb9QTSn+5vlp3RG0hTrKZlo+X34R+1ltcX8811+Idl+jUqqtaxXXf/bUJu+atd/h9cub2lg9dA77jEH9MJzD6DxB/a4fiJazJ8cx+L1fhhgnqleymxmnr98AO08f7iTdPyF0qspKp0q987zAgBCAyaQIZY9a7/M4LqfdsHK1qFXN5rZigv3n+JyLcfsr+uaq0Aog+9irzXvOz5oNo1/qDZVl2f3RMxvzVK5uv2Z0S2Z/YI71yxGt6xEL6/i+/wSr/Wm5WSCYGW7CVulbiJOz9sH/4V6YM76G046PEzxKq/X+J9lO49Hucz799Gu2wzJabeCiC8U83+nicUqwm5G4nVDtdj7r5ouVhN7aOc/Z/13kv/UNnyPjN6Pdm2WXZ9PuO9YnQHk/6BkmJv/u1s/o2X93rb+wWCWO2dYZtHQKzmPbzqN8J+oeYt+saGSNzGbzx0St0Ob2sF4ElB7bZ20StQqxarDybaGwSrszyEqpNYjUXyhEwfUu0K9Idcmevqh1hVFaX+98vy1P/3Jfnmf5wt6995mZz9G2HF6j/IyaaK1Yx/tMJPa/VKBtFuc+/qoQGuv4IVkJjpT1nz/tHV/1G2V6wm3yQiVl3fRO7Hb/xRG3yKv3bLZpG7d0UPr4pkYvhQp4w3vJ1eX8weZuEfS6ZYVWPElZxJvsGbcEncLpohWf21rZXNW0R23Z0lI9O3DwZa02/JEc6VqB7SK1ZTUZatWE1Jimyx6v1hmbzNFcnq/oXICiBgJWAXq/57ifAWf1PkGO1FwrYmWa+ZurQL+/aHcSQ/XDIqVu2vzcZ7zejW7LJiNdk2IBaa8aw5r9thRaD14YtFxKo/3xnRwxa3yvSlWpWr0i9B9WkhsZq8PdxosRDnLtXj03peO8VbXFSQfj8Q3+Kv74OMPZLxb6PtfU60l4J/P21iNX1JqhhCsZqseg4rVguK1SHKb6mK1RR08wP8Tu8zc1uLJCuQjUr9bLGa93rbr3+4EKv9ItnOcRCrhXqsFnmgVMGKVb3varCncitfE9WoVVSsZm31Tg+vitexRL6X4tp/sRpXrB6V//ex/0d+9b9tk98f01sBNFisZvyBbfuHBrEay5mkWI7eBBT8RzeuHovftGdWrOZVcRSQve38J4NV1UUgWS1k/lFermK10xveIhWrhlgtIAyNKlFV9a1/Jf5wsX6AZOm9aowZ3VaaYBG1ArD90S+iP3V2p1zltWIxb3vVBHJZsRqtMf7jcig/HKvromFeCFRGoKhYDeWfH9jmryVuqz9NU5KBFEy2LHniE7G0s74G6mK1yHvNsmL1v90o03+l2sOoLyWn0kIzWkXe63bua7MpVn15mrxduKRYNVrnxD1WoxYMKmj9lvYOYvX3Lvt9+ecH/slfauq8IRer0d00nfaI+W9jeNeY+e+keUz4ga5+e7+9f3mWnC8mVvP3RTvza++xmnNnZfK9XPLDjOCas/0dm1UBb72jqODfeFWK1SeffLL0vy7nn3++d87s7KwsXbpUlixZIiMjI6XHWb9+vaxYsUIWLFjgfc+fP9/7njdvnoyOjnrfalz9u/QknNAVAcRqCbE6ZVRxBrfTqwdAeQ9kSvYmTfRgDVsBeA+hOuw9mOm8U/2cebL0P8xerVHlq02s9thjVYIHS+X1WDUqb7Wt5Vfa6pWo4S/19fpiVecVVuj21ArgefG4pXus+mL1sTdvluvecbrXY/WnP/yi/MNRkca2Akj2jUpUWXUSH11d7S6fpH26Hb/h0j4JD//RLdJ/J6pw8Hvd2sRqsl8UPVZd3jztiD31JtSQkeV6rHZ6fSnSY9WsWE3fnh8+pM98o5vRO1V7OILeHy/OXIaY1P9oj24r1WWF1gcveriC+UfCB8L+gCV6rEZ/5IcBpvq7xQ+1Sj6sA7HajuuRVUDAJFBerHqvBWEPQVkrV/7X/XLXP4SvkfGDrAyx+jsi8q8Zx4QfLtl6rCYEZ9gPNFnJWajHaiRWkw9+Sn541eF1+4I/kt9/4n+IUpMGC6MtjPl67n84HranKS5W1XkPje/QemVbxKo3b9xX1pwrZB7ewSESiVXree0Ub4UrVhN9LuMemPn/NoZiddV5IoeeMh9CpXrq6u87bD1WJUfAR3eQFOyxGonVIcpvGbEatnkymf+uWSVeQKwa/XSj6v7gegt74Bf8Gw+xilit+50JYjVPrD7/jIQiUMKHSGkZ059y7/3YOOYcmVwqMvUf58p1q86TU6IeqxeKGG0A1Il6K4C4L6k3/unTif6p6b6l3gjRw7AsWyoZ+9KtslV2yIE3XSeXn/I9uflHU8ZJuWOpzqmqt+zzz6QnitoiJFn48U28FEvZiRfulS/8rzVy87vO8scL/rcvfUW2rrtQzgrnCn5ntE9QbVaXXiU3nneG1w7g5PGn5B++90159qTfX3XVW/8vOf3f/7vcf/Stcv5bfkf+5ZEHS19rfXt4lf601jU3Sigc4oDSvWs6iY/Si2nDCbYne6t1JR8coK1VlxhmhV94kClWrU/E9WRt+CZcB8mDaNqwrVxZg+3T/dRD2wxBGa6s/OtLPG5MJ7yW8itn1fHJpzprhHP6raZur9QTk1khrknS6LZS7cTkk2W1X0UVLtottlkVq6qvtf31I/4jMfV6nrylVx1QoLLXlf1InBCAgE6gqFj9skQf5ninb5bNW3bJLu8BQFfKxgN3yR592OSHNpoUig6LXle12+7LvNfUKlat73WC1y39td9oA7Nms2yWXbLrQOI1rsjrdthXNlqM9r7K9p6vpFiNezHqUJM9Vm8S+Wz8VPK4xU4g9qJKV3PHJ59InzrPL05r11dGj9V0q4WwRYNf1yz6HvmvV8raf7grqHgO8CT3mFEVbR4T3WXi9Tf/ukw+8iHv4WXxVyj4c9pJJNtpRB+8aj2Pv9VhX7Qwv3axqhWxGD2jbcwT7TcKiNW4N7I2Xup1b6eE78+MWdWHU+eLmO8f7a1X+nUhhq0AqFjtF9F2jTPkYnWwyTSE4WCnGqrRlfBUX3GP1V8FD6/y2wCo79dff11OnDgh//mf/ykvvPCCPPhgtWJ1qBLSpsXqfcwunJIL1JNyOz58p00AWAsE6iEQ9ln1+qVqt8MWjib4g0/dcvZly+1phcfhQAhAAAIQgAAEIAABCCQIIFbZEnkEEKt93B9m/1O/NcBhVXXqtQrgq18EEKv9Isk4aQLJRvtUpbJLIDBQAnpLg14qOhGrA00Tg0MAAhCAAAQgAIFhJoBYHebsd147YrUzoxJHBH1WwzOMnqwlhuHQXAKIVTYIBCAAAQhAAAIQgAAEIAABCEAAAlUQQKxWQdndORCr7uZuaCNHrA5t6lk4BCAAAQhAAAIQgAAEIAABCECgUgKI1UpxOzcZYtW5lBEwYpU9AAEIQAACEIAABCAAAQhAAAIQgEAVBBCrVVB2dw7Eqru5G9rIEatDm3oWDgEIQAACEIAABCAAAQhAAAIQqJQAYrVS3M5Nhlh1LmUEjFhlD0AAAhCAAAQgAAEIQAACEIAABCBQBQHEahWU3Z0Dsepu7oY2csTq0KaehUMAAhCAAAQgAAEIQAACEIAABColgFitFLdzkyFWnUsZASNW2QMQgAAEIAABCEAAAhCAAAQgAAEIVEEAsVoFZXfnQKy6m7uhjRyxOrSpZ+EQgAAEIAABCEAAAhCAAAQgAIFKCSBWK8Xt3GSIVedSRsCIVfYABCAAAQhAAAIQgAAEIAABCEAAAlUQQKxWQdndORCr7uZuaCNHrA5t6lk4BCAAAQhAAAIQgAAEIAABCECgUgKI1UpxOzcZYtW5lBEwYpU9AAEIQAACEIAABCAAAQhAAAIQgEAVBBCrVVB2dw7Eqru5G9rI6xCrQwubhUMAAhCAAAQgAAEIQAACEIAABIaYwNjYmLf6J598sjSF888/3ztndnZWli5dKkuWLJGRkZHS46xfv15WrFghCxYs8L7nz5/vfc+bN09GR0e9bzWu/l16Ek7oigBitStsnFQnAcRqnfSZGwIQgAAEIAABCEAAAhCAAAQgMDwEEKvDk+tuVtoKsdrNwjnHXQK6WFWrOHnypKifqf++8cYb3veJEye879dff937ZGhqaqr0gtWYx44dk6NHj8qZZ55Z+nxOgAAEIAABCEAAAhCAAAQgAAEIQMBtAnNzc94CqFh1O4+Dir4VYlWVU/M1PATqqFhFrA7P/mKlEIAABCAAAQhAAAIQgAAEIACBkEATxOp73/teOe2007zb/1UrANUCwNYKQMUctgMgg8UJnHrqqcUPThyJWO0aHSfWRQCxWhd55oUABCAAAQhAAAIQgAAEIAABCAwXgSaI1T+8ZJ2MnTbm91ddoPqrzvPkqtdjdd6ojI6Mysio6t2q+qz6cpWv4gSWLPT76HbzhVjthhrn1EoAsVorfiaHAAQgAAEIQAACEIAABCAAAQgMDQHEavtTjVilFUD7d7m2QsTqUKWbxUIAAhCAAAQgAAEIQAACEIAABGojgFitDX1lEyNWEauVbbYmTIRYbUIWiAECEIAABCAAAQhAAAIQgAAEINB+AojV9ucYsYpYbf8u11aIWB2qdLNYCEAAAhCAAAQgAAEIQAACEIBAbQQQq7Whr2xixCpitbLN1oSJEKtNyAIxQAACEIAABCAAAQhAAAIQgAAE2k8Asdr+HCNWEavt3+XaChGrQ5VuFgsBCEAAAhCAAAQgAAEIQAACjhMYnZuTkwsXOrkKxKqTaSsVNGIVsVpqw7h+MGLV9QwSPwQgAAEIQAACEIAABCAAAQgME4F5e7bJ6Jl/La//gXtyFbHa/p2KWEWstn+XaytErA5VulksBCAAAQhAAAIQgAAEIAABCDhOYN69l8u8vzomv7rvm87JVcSq45uvQPiIVcRqgW3SnkPaJVZ/KF9Zc7XIVw/INe+qMUff/4qs+djuIIDVcv39t8uG00TE+Ln69Sa588A18k4t1B/+zRq5Wu6UA38e//TIg9fKhs8dTI8X/MT7/dQ62Xv7BlmWWLZtPBGfUxjhppDXS3vl2g/eJtFMn94rt683R0yPd0T2XrtBbgtPEpHV2nlm7Pp6zRjkCnPNNWav0qk9nvfkcImiiY8xmZrheuzP/HtZ8zFJ7a0w78b1EeRckjmbudLYg+Ys6ZzL6uut+y86L7G31M/1faI43DWe3m/++fF1/eGfZex1b/x9ss671srEl9iH2kLVdXHxd1R+0lsiumZs15stn4n97eUwwdjfC+aA+jz6tWc7VufpUeswnkgZTmZc9n17l4yHr3X64Zbce78OmWT93tsk18vebSK3aq9L0dDanut4TajXsdTrr0hWHit9EWAyCEAAAhCAAAQg0AUBT6xuuV9k+Trn5CpitYuEO3YKYhWx6tiW7S3cdohVUxDU+seyJwlm5MpAmMbSc0L+PiF9PTnxnC+kRJenuoTxZMBMJGcNiaqLgoTYMkSDIXV8VjNbAvkcxXuxPLrmapmJBJsSTrEoyRovJXUDSTKuZK18RdbcPR4Jt6QYikWaL7fiuXvb086crVh9fkbGleIO8+FJxLSgSu2VXPGZ8QGDt19M4arGfVQ2ye7n4jzZpF/MNLjWRBeptp9pWbDIW0n8rKhYvWaFLlC1qKIPF9bIASX6C8dn5x2ObI0rcU1GUWTm0/8QQ39dSjJOi0oRn1EoiwNRKnfK3vG7ZMPnxhPi3Mx55/G6yGO40BL71jsl8ZroD6Nd8793wHjNTF2/1vOD+FemP5CxfpgUvFYa/zbYfubMiweBQgACEIAABDoT+OUvfylPP/20HD9+PPfgxYsXy7nnnitvfvObOw/KEY0hEIlVFZFjchWx2phtNLBAEKuI1YFtriYO3A6xGpJNSMMagCthcqvcoFV6huLmSpn54KNysV6hqv6w18SjCjcltTyJIXJDWI1qOcerxEqMExFJVsZlHpsWTDaplIwvvd44B6ra79H3aNXDhsQ15WF6nBqSV/GUIUtPlEWiNEP0aXnzJHyuWLXso6CC0awK1fdmQqJnjK8LXrOWOUt05UhzTcKrvVKkYlVVoqf3pbnnwg8riseXUWlpZRZKwfQ5ufn89LjcNmWX1/6HFklRmp4nFIbmfkm/9nlVvR3Gm7gv/lCnGKf44ii1bzPFqpbHrsSqfY971JJV//qHPck7GbIkecWvBUwHAQhAwCNQ4M4mSEGgDIGDBw/K2NiYrFixIve0w4cPy+zsrKxevbrM8Bw7QAIjc8dkZC5/gpE9fybzPn5/fJBDchWxOsDN05ChEauI1YZsxWrCQKwOmLMhE7sQq97tureKbPPbCWRW0BUUq74UGZdN9+xOtAKwi1VrWwJNuuWJ1VQ7hkypa65xwBlpyPDahwBeFWZY5ZxTsRq0iMivKA2Wl6rys4yr5eOwdit+3vh5laX28/IqQk0hWlSspj5I0NYqOS0FyseXc72lWi10yucNIp+PK8X1WArlUxeGfzztt+zIaJ9RZLzyeUwLXL96OH/femfZKk71alwxq/xTF2hOxeq+yQLtSqznh7PkVyw35MWCMCAAgaEgkL7bJPvDzKEAwiL7QODb3/62rF27ttBI+/fvl/e///2FjuWgwRMwqlHLTOeIXEWslkmqm8ciVhGrbu7cLqNGrHYJrshpxu3Oh+Ura7oRq+leialWByUqVv3qOIn7vkaCQ1XUarfjh30PO/SGLCxWrbfdav0tO/XoLLsiG0oAACAASURBVMLbpWMM2aNXWmf0/NTykN1PUu/VmqjetuwRQ64VrIgtL+QGIFYT7RJ0kdhdfHG/4WgLBbxtfUptvZFNeZjMZ1DdqgnEFVrVcRERquJKVWImKpvC14Ui45XnZBP2GetU/aT1rx56rHpr8gRu3Ps5HDrZUzZSpdaK1bg9ixkcYtWll01ihUC7CajXo87vE9vNgNX1m8DevXsLV6Gq6tYNGzb0OwTG65JA12JVzeeAXEWsdrkxHDoNsdoHsfrskZ/JD196Tv7o7NXya/MWZKb/lR/fK194foVsXXehnOXQJmlTqIjVQWQz7vkaS9Bib5htt9obt/Va+mSWaQWQli6aWPDETygwVsumK0RmxvW2BunbbzuL1VAUag/xSiH3edmqzwaRnSaMaZWjnsyT7B6rZSpWE20l0iLNJnD9HK355+xWA+WF3CDEql5JKkbP4P7GV7xitWg+w/hukFujdg5FRKhVrBobOZacXiuADq0iynPyJyu6zrRYTYvNSBR7FbhZ4jOrR2v2a4a9FQBitQmve8QAAQjkESj2PhGGEChDYM+ePbJq1apCpxw6dEg2btxY6FgOGjyBnsSqA3IVsTr4PVT3DIjVPojV7x5+Vr778x/J2JvenCtXKxOrLz8l9373qKzpKHB/Ko/v2yHy9pvlwvxWND3v059+/2Y58Kbr5PLfPqXnsXoZALHaCz3buYGwSt2mW+wNc+cepvm3dJv9Ei19CJWY/c7F2hPfs8WX92AjvUeqpQdsrlgNKs30J857xCy35g5Xj1VLL+Cc/rOR0ApkWVERF3NWDyZL9ATNqWDVpV9yhzehx6oXUxi/98T4WJp1F1/JHqup/Vsmn/71JleI7JYrveswu8eqOa4vDL8g1z93XfzwOS1BhrS19ljtpRettwvNB98Z17Jlj4WxZd2Kn5HD1KtqxvlZcpgeq/3+N43xIACBaggUe59YTSzM0hYCiFV3M9mzWJXlIl98WE58/B1ysoEYEKsNTEqfQ0Ks9lGsqtzkydXKxGrhTVKdWC0c0oAPRKz2F3C29CrWO8tasTq1TvaGD69KPCnckEzhMdqScitU1S270XhmD0j/AQrmE+STgi/6/1Px3SbjXz0g2Q8kSrJIs+lvVho2mrV1Qyit7hT5WPaDkSIR16EiMVyxJ8dlk+wWXaZnPOQtiOvuyX2yJXP8Lp4mb7TECNR/4md5FZThE+RF3RYePXzI78s7szJZVV02vvxbwa1xJUVfyXxGVZ/ahy9+ywG9lUN4bfrXUvjQrlCspqu7zYeEdR6vLCdNZhuvM/n71tuHOWLUe9BYQo73XayqAW2tSKztSRr2WkE4EIDAEBFArA5RsitbKmK1MtR9n6g3sbpc5G8flhNbmylVFSzEat+3TOMGRKz2WazmyVVTrCqpeUCWvv1cefpHe+QZb2tMam0CXpGnDn1B9hhPx9N+f/hxuflHU/GGWrhRrlt1nnj1oHrFauZxvlQNRzjnjOvk8lO+Z46pxtLG9eL/X2tkq+yQHUf9qb3zvCrUdLzx70T0ilWfg7/i8GsyqppNjxP/rvfrB7HaO0N9BHtPxuA2+MNKVu7WDk+IFEtFaFgldtvB+LReeqx6o2T0ZvQFSNwKQN0Wrh6YpX+lRW3c9iA8zu996N+ircft/z5Yc6LvYla/xP5mpxmjZUlEn+1Fsumex2Q8yV57erl3q/7ntA2hLSvF0SaPMh/m40vG37xG5I6v2MYP2zmkcy6deuRa+mzqsdqvm3C/qGrIq8UUq+Ft6Vq/4IhDmfi6EKtej9e4H3H5fAbxrVStH94ZRW1jkGLktYNQ7SKy+8KGA3Yaz/bakpfHzuv8v6MH4hlX2v+5RVb/492S3lH21wLjXLWvMsRrVqVvqmI1HDD1tG2R1GtpM14iiAICEBhKAojVoUz7gBeNWB0w4AEO371Ybb5UVdgQqwPcPA0ZGrE6ALGqcmurXE2L1R0ypYlLJR93/EcoSF+RV14+RU45Nd4podi8eeUxufe7e2RFJCN9SXo4lJyhWH33UjmQd5xoFaunqPYBe0QiUarmDeTr0q1y87vOklCIRqLTm8ePY+Klm2XHUU38ar9TbQYMsfryK3LKqVpLAE0Ei8FAgjn715e2XWK1Ia8ihAEBCEAAAhCAAAQgAIHCBIrd2VR4OA6EgIggVt3dBqPPPymjPzmWv4B9t8norfu0Y9yQqohVd/dlmcgRqwMSqyoJa856p7zztIkoHzaxqvc39X5/5Ny48lSdaa04XSLfy+uNGonKCZnO7aGaFKtPy7nvvlzO02SuJ3tFE6tGfPH5nlgNjvMX7FeeHn2r37813WPVrJgVOUc2vvtymXjBwqDMju5wLGK1jzAZCgIQgAAEIAABCEAAAt0QSFXWp+9s6mZYzhleAojVduferGp1R6oiVtu9L8PVIVYHJFbfvuwsuWj8fGMXlRKroVANqkU9VZkQr570DG7JN9oIJB5elXmcpWLVvEE/CF+vWC0sVs0LKBarR4MWBMnqVk3qBtWuYSx6S4FeL0vEaq8EOR8CEIAABCAAAQhAAAIQgECzCDz88MMyNjYmy5cvzw3sxRdflNnZWXnf+97XrAUQTS6BWKy6JVURq8OxsRGrAxCrNqkaidHnw9va0w+O0sWpWKpXo9+/9ah84d+WGpWthnQNxerbRXbkHZcSq+mKVf0ySFfUdlGxevq03PvdxDxevOpn60X+Na5y9efu7wO2EKvD8cLGKiEAAQhAAAIQgAAEIACB4SEwMzMjzz77rLz88su5iz711FPl7LPPlvHx8eGB04KV+mL1YOMfVGVDTY/VFmzADktArPZZrGZJ1a7E6vPi3R7v3ZofVnGqnqxKrP7ocPw7pR/13qS6WM07rmCP1bBdQUexWqTHqidW9V6u4cOqVCsAX6zu+Q2/9YD3lejV2usliVjtlSDnQwACEIAABCAAAQhAAAIQaBYBJa9effVVOXnyZG5go6OjsmjRIlm4cGGzFkA0uQTm3funMu+V6+XE1ndIfoabBxKx2ryc9DsixGofxWqeVC0rVtWjnYxb+JVQ/R2RB7+7R55ZulW2yg6tDYAaPXlr/VFZs+5C8R4GFbULSBwX9EHdMyfi3W5/yvfk5h9NGXsselCVpRWBWU0aCtL4dP0WfqPHqtE3VhOqc5OyNXjglt6SgFYA/b7sGQ8CEIAABCAAAQhAAAIQgAAEIOAGgdF/mxF567hzUlXRRay6scd6iRKx2gex+m/HXpCfv3xEVp/1O73kgnMrIEDFagWQmQICEIAABCAAAQhAAAIQgAAEIAABxOoQ7AHEah/E6hDsk9YsEbHamlSyEAhAAAIQgAAEIAABCEAAAhCAQKMJULHa6PT0JTjEKmK1LxvJlUEQq65kijghAAEIQAACEIAABCAAAQhAAAJuE0Csup2/ItEjVhGrRfZJa45BrLYmlSwEAhCAAAQgAAEIQAACEIAABCDQaAKI1Uanpy/BIVYRq33ZSK4Mglh1JVPECQEIQAACEIAABCAAAQhAAAIQcJsAYtXt/BWJHrGKWC2yT1pzDGK1NalkIRCAAAQgAAEIQAACEIAABCAAgUYTQKw2Oj19CQ6xiljty0ZyZRDEqiuZIk4IQAACEIAABCAAAQhAAAIQgIDbBBCrbuevSPSIVcRqkX3SmmMQq61JJQuBAAQgAAEIQAACEIAABCAAAQg0mgBitdHp6UtwiFXEal82kiuDIFZdyRRxQgACEIAABCAAAQhAAAIQgAAE3CaAWHU7f0WiR6wiVovsk9Ycg1htTSpZCAQgAAEIQAACEIAABCAAAQhAoNEEmiBWJycnZWxsTBYsWCDz58/3vufNm+d9j46Oet8jIyMeR/Xf8H83GmyDglvag1d87bXXvJW88MILpVd0+umne+ccP/GSLBpZ1nXeRrZt2/arsrMrufbGG2/IiRMnpBcAZefl+PoJIFbrzwERQAACEIAABCAAAQhAAAIQgAAEhoFAE8TqpZdeKsuXL/fEalKuhmJV/Rex2t2OVIK62y/EarfkOK82AojV2tAzMQQgAAEIQAACEIAABCAAAQhAYKgIIFbbn27Eag8lu+3fHu1bYR1itX0UWREEIAABCEAAAhCAAAQgAAEIQAACnQioW/DV15NPPtnp0NTvzz//fO9ns7Oz3t3WS5Ys6ep2bypWS6MvdQJiFbFaasO4fnAdYnXlypWuYyN+CEAAAhCAAAQgAAEIQAACEIAABEoSOH78OGK1JDPXDkesIlZd27M9xYtY7QkfJ0MAAhCAAAQgAAEIQAACEIAABCBQkABitSAohw8berHqcO4IvQsCulhVp588eVLUz9R/1QPNwoeaqQebvf76617J/dTUVOmZ1JjHjh2To0ePChWrpfFxAgQgAAEIQAACEIAABCAAAQhAwHkCiFXnU9hxAUMvVlWfCr6GhwAVq8OTa1YKAQhAAAIQgAAEIAABCEAAAhCokwBitU761cyNWEWsVrPTGjILYrUhiSAMCEAAAhCAAAQgAAEIQAACEIBAywkgVlueYBFBrCJW27/LtRUiVocq3SwWAhCAAAQgAAEIQAACEIAABCBQGwHEam3oK5sYsYpYrWyzNWEixGoTskAMEIAABCAAAQhAAAIQgAAEIACB9hNArLY/x4hVxGr7d7m2QsTqUKWbxUIAAhCAAAQgAAEIQAACEIAABGojgFitDX1lEyNWEauVbbYmTIRYbUIWiAECEIAABCAAAQhAAAIQgAAEIFCQwNycyMKFBQ9u1mGI1WblYxDRIFYRq4PYV40dE7Ha2NQQGAQgAAEIQAACEIAABCAAAQhAIE3gvutEzvqsyCr35Cpitf0bGrGKWG3/LtdWiFgdqnSzWAhAAAIQgAAEIAABCEAAAhBwncDujSJ/eUzkHx90Tq4iVl3ffJ3jR6wiVjvvkhYd0Rqx+uSX5IKP7Aoys1Zu/NaX5QOn1ZSorFiMn6vYNsvOJz4lv6uF+YM7LpCrZKc88Yn4p0ce+KRcsn1/5tq83z8yKQ/d8QFZlliybbzokJe+KZ+8dFq2hjF4//8tEs1000Py5cvCEX8gX7rgKgkJyxY9RvN3m7/2hHzqfH8WM3Z9vXnj1ZS3Gqb18nN3DpcopvgYk2kc9FojXyJh7h8a36HtH3OR3jn/5e+0aycBwchzMKYRr3m8v540SDO2I/LNT1witxzQjltzY7R/i6wvax597+lRpDmLSGK/+8enr8nUaoLrWJ8re/zw+krs93DQPq3bi1y77rzhLXHmbXGP+8zW6LUnzTi5T3fIROJ1NjmG+Vpzi4i2R/08S+K1WnGKx+3M1bb/CuSwhmudKSEAAQhAAAIQgEBfCSix+uFviJw+6ZxcRaz2dSc0cjDEKmK1kRtzUEG1QqwmBGGeaBwUR1MgxLIyjmVC/u6Cq0Q0+eFJg5/4Qkl0earLLE+OTEfywVibLmo1QaNiMeRUQo75sYZyK5QQvviZjsRHWnDsGA9Fq36seJJs+qpApuq5UPHtnIiEmS551f+2j5dUwwPPWH0TKFafnZYJpatDfmJyD4NL7RVNgHnHBJJwIrm/ZKd4YjV5fMaqc68da7xpsRXnNfidEVuw7yQWqdFeDH7mXQsd1mfun2CexLViXJNWzvp+D66KnA8p4utmu0y/TWSXWCSkfq0Zr0u2vJrX4BndrtuaSzV2Os68za5LUZvQNH9m36dZYlWdOyWbZddP4teD6DXKeO2yiVUR44Oc5AdC4aIK7M/6LnZmhgAEIAABCFRP4Be/+IU89dRTEkqsrAgWL14s5513nrzlLW+pPkhm7J5AKFbVCI7JVcRq92l35UzEKmLVlb3alzjbIFbVH+jb5aZEdWW6mqovwDoMkh3LVpm+dEom9QrVhHhUQ6fEhCcLRG4Kq1Et53iVaZrA1EPMEh1+nJMysX06iCktSmJ59bxRRRbG6TFX1Y4Zc3sy5cK4etWXf0o6T8qUVpVmjBdVyFaRrXrnCHNjik+7sNJzbBWPgSiPBLckKlb7IFbt8ZoMrcJTi23y8fjDBFOhB5LxbVki2P99uD77PPmyryxnq+IP9/C3JmSHVu3tx3OjTGyfiqs4O4pVb+f71bs9rduyjzPiLCJW/QrniVQ1vTo3Fvzqg6KiFathXtRrYHyOv58m5caf3BJ/MJP4YKEz13hFRfZnvVc8s0MAAhDoQKDAnU0whEAZAo899piMjY3JihUrck87fPiwzM7OykUXXVRmeI4dJIG5YyJzHSa4b6vI1d+ID3JIriJWB7l5mjE2YhWx2oydWFEUbRCrKVRZFU0VMTWmMWRiF2LVEy/bRT7jtzbIrNQrJVaV6FCxKMEZxmQXq8m2BP7a4pjec0jJkQnZfPeuqE1A1u3Y2QLYXGMdaap+Tk0U/pbekiGnYjVoEWGV5d4+m5JJ7dZsoxVAz2I1K16TnHV/ahWrSqymKlqDIXLFWGJ92RWrkhCC2XH7FZjl2obE7M+wit6bZHtcbVtIrMYfplgri4us27J5s+LM2+eFxGT0IU4Jsap98PO8VqkexXjhlPbhjL1SPptruKJi+7P665wZIQABCBQl4N8NlHVn0xDdz1MUGMcVIPDAAw/I2rVrCxwpsn//frnssssKHctBFRDQq1HLTOeIXEWslkmqm8ciVhGrbu7cLqNunVgNJI7ey69LNL2fZsSiqj67EathX8s4HGsvxRJiNa4kDQWr6vOaaAUQ9p/M6qUa3L7rtzDQ+iRaBJ8XubXfo9Z3MtHKoHf4DR/BkG56NWZGL04tD/YepGlB2LnHaroXZWYrgMx402I1r8eqvdLUH8MQe1FP4XB8c332HquW3pod4070e83dh2bVbPLWeV8Ya60xCgjz/qxbRIy4s+PMuyrKi1Wt57I+sKUvbyTTNcmqV15nVcfHP8/iGkzcMc8Nfz0gPAhAAALe+7DO7xMBBYEyBPbs2SOrV68udMrBgwdl48aNhY7loAoIdCtWVWgOyFXEagV7qOYpEKuI1Zq3YLXTt0esxoIks2KyMrS2WIq9YU5WI/oSTbst1xOUiaq8Mq0A1LGPTwYPqEnEZDzMZ61s3iIyPa63WAgB+uubeu9DYlSSeb9OVlyGojCvMjAeL35YVmXJqmUiqxz1hJSk2i54VLWHmtVRsZodr/7otYyKao1wYbFq7bEaV+QWrVgtGncUYs61lPewK9F7BodjfEZke9QuIKPFQ1Iod7Pu5A7u8qFc5cVqkVYAtg8K/NcCv9o96FOb0SbEyLOVq7/40nmu5apnUghAAAJ5BIq9T4QhBMoQ2L17t6xatarQKYcOHZJNmzYVOpaDKiDQi1h1QK4iVivYQzVPgVhFrNa8Baudvh1iNfjj3fqQpmp5+mLxKtmViqXYG2abWO3YP7aEWLVX+lmeKB7IPK9HqlF5F4uMqMdqJGoTYlXU7enmk8C9sy2tGtK9aavOW5XzmRWFJpN0/9lIHAUSyt43N7uVQ+8Pr8qLV1U7x1954tTbHdoD28r1WM17mFowf2pf5cT9NZGrbFXeOW1E0tzj8ZMtDjwOslnkbpGtXl/lLLHaqcdqgXUntm5enJ86Xzs48bphVgz3qceq5bUp3CPJD2X8+VVbkemoT21yP6W5eleH+QC9jNeYKq9w5oIABCBQnkCx94nlx+WMYSaAWHU4+72KVTld5I4pkWvOaSQExGoj09LXoBCrXYvVn8rj+3aIvP1muTC/P3ZfE5Y52OHH5eYfiWxdd6GcVc2MTs7SBrGa9YCmOhKSHUux3lnWitVHJuWh8OFVtlvtS4hVk4n+Jj4hJ4zK2GTs+v+fEEZafBNfz+qnmTdeHVmreE5rvkL+O0U+kl8JWLlYzY1XezhZIE6zeqj6lAORKDfGezrxM/vDuQoIxqQUzYv7/9gsuz6f7McaVj7apKJdjIa52ClXmb1jo6rRsD2B7fywst0/5gxPLAYVnNGWLLBuY/vmx/nEJzQNbrl9XlWhq6px/wMYs7WC+bMi81iEp4o1yMvX3zslHzLWm65uT4n6FNd4vOg1Uttn+sPcKr7KmQ4CEIBASQKI1ZLAOLwAAcRqAUhNPaQnsXq6yJ1TIh9tplRVyBGrTd14/YsLsTpIsfryU3Lvd4/Kmo6y8xV56tAX5Oll18nlv31Kd9lFrBbi1gaxaq/CLPdQmkKwChyUG8vP1W38u7RRMnpcGrIh0QNSLNWlfRGrYSXpLbLfizDBL3F78dqbfAHjfSWeYuu3YkjH7R8crDlvvAKcXT4kq6rTl3TrZPPd++Iny4cL9RhPp2+hjkDElY+hPOvcY1XEyGN4S7Uu8nNkqU3wdqpY9cO17A2tR6hdHJvrs8/ji7npYG/mc94qXiVvh16uEd6sayyQk+u27JJ9Xo/VuA7XbOOR0Tu3i3Xbeth6V5a67uRL2oOgtKskoxLXuIU+0V82/Vqmv14VEKuZ1b/+ub/5FyJfPJIQydo+z3pYX7I9Sqc8GzLZ5RcOYocABFpOALHa8gTXsjzEai3Y+zNp12K1+VJVAUKs9mebNHkUxOogxWrhzCNWC6Pq8cA2iNUeEXA6BCAAAQhAAAIQgAAEaiRQ7M6mGgNkagcJIFYdTFoY8s/+ReTHR/MX8OjnRG6Z0o5xQ6oiVh3elyVCR6wOUqzqFave/94jz0TJmQxu2/el6p654BdLt8rN7xKvzYD+siELN8p1q86TsJ71p9+/WXZErz2TsvXtIju8VgD/uxzTxwuGnYxaFiTmE5H4dyV2jqOHIlYdTRxhQwACEIAABCAAAQi0h0DiDqDoLp/2rJCVVEwAsVox8KqnM6pa3ZGqiNWqN0o98yFWKxGrEzK9b4ccPiO81T+Qm7+hJKrqiJqoWH35FXnl1FMiiaq2hhKpB97kn//Kj++VLzwvsvHdl8t5p3q/DUTspGxYOiV7j4bS1t9U+vFLnrtZdvxHLGn9360Ymt6siNV6XmiYFQIQgAAEIAABCEAAAhCAwKAIPPjgg7Js2TJZvnx57hQvvviiHDlyRNavXz+oUBh3EAQiseqWVEWsDmIzNG9MxGolYtWvIs3uoWpvBeBLz7jGVbxq1rN8UXrkXKOCVYIeq55YlVDYBhvOq5Z9Ws599+Uy8YLl3Obty4FFhFgdGFoGhgAEIAABCEAAAhCAAAQgUAuB5557Tp555pmon2VWEIsXL5ZzzjlHVq5cWUucTNolAU+sHmj8g6psq6PHapc5d+g0xGolYvVC8epSDVF6jlZxaorV8LhzogpXv2J1RyBMexGrXoVroi2BPo9De7erUBGrXWHjJAhAAAIQgAAEIAABCEAAAo0lMDc3J6+++qqcPHkyN8bR0VFZtGiRLFy4sLFrITALgd1XiLzyGZGPnuMcHsSqcykrHTBitQqx+u6lcuC7R2XNOl+wel9BhelW72emWNUlanh4f8TqepF//YIcfevNcuGKaGSvjYBEPVhL7yGnTkCsOpUugoUABCAAAQhAAAIQgAAEIACBYScwMy0yPuEkBcSqk2krFTRitTKxukdWaPLS7G1qEat6n1RPwk6J0QrA6LEaPpCqU49VX6zuiXq7xtWremyldpBjByNWHUsY4UIAAhCAAAQgAAEIQAACEIAABBwlEIrVXsKfnZ2VpUuXypIlS2RkZKT0UJdeeqnXf3jBggXe9/z5871vJQRVFXf4rQZW43czR+mgWnQCYrVHsTpl2wwLg4dDebfc+5WqS5P9UkVvBRDc6n9UAnm6VJ469AXZMxcMrnqrnjbtydXwtn2vglUd732dIxvffq48/SM1l9/PNTo3OGIylLqJNgDe2VrLgRbtbetSEKttzzDrgwAEIAABCEAAAhCAAAQgAAEINIMAYrUZeRhkFIjVrsXqINPC2IMigFgdFFnGhQAEIAABCEAAAhCAAAQgAAEIQEAngFht/35ArCJW27/LtRUiVocq3SwWAhCAAAQgAAEIQAACEIAABCBQGwHEam3oK5sYsYpYrWyzNWEixGoTskAMEIAABCAAAQhAAAIQgAAEIACB9hNArLY/x4hVxGr7d7m2QsTqUKWbxUIAAhCAAAQgAAEIQAACEIAABGojgFitDX1lEyNWEauVbbYmTIRYbUIWiAECEIAABCAAAQhAAAIQgAAEINB+AojV9ucYsYpYbf8u11aIWB2qdLNYCEAAAhCAAAQgAAEIQAACEIBAbQQQq7Whr2xixCpitbLN1oSJEKtNyAIxQAACEIAABCAAAQhAAAIQgAAE2k8Asdr+HCNWEavt3+XaChGrQ5VuFgsBCEAAAhCAAAQgAAEIQAACEKiNQBPE6uTkpIyNjcmCBQtk/vz53reSgep7dHTU+x4ZGfEYqf+G/7s2aI5NvLQHr/jaa695q33hhRdKr/r000/3zjl+4iVZNLKs67yNbNu27VdlZ1dy7Y033pATJ05ILwDKzsvx9RNArNafAyKAAAQgAAEIQAACEIAABCAAAQgMA4EmiNX169fLihUrPLGalKu6WA2lKmK1up2JWK2ONTP1iQBitU8gGQYCEIAABCAAAQhAAAIQgAAEIACBXAKIVTZIHgHEKvvDOQJ1iFXnIBEwBCAAAQhAAAIQgAAEIAABCEAAAj0TULfg9/o1Ozvr3W29ZMmSrm73pmK11wwM7nzE6uDYMvKACNQhVs8888wBrYZhIQABCEAAAhCAAAQgAAEIQAACEGgqgbm5uZ5DQ6z2jLCxAyBWG5saAssigFhlb0AAAhCAAAQgAAEIQAACEIAABCBQBQHEahWU3Z0Dsepu7oY2csTq0KaehUMAAhCAAAQgAAEIQAACEIAABColgFitFLdzkyFWnUsZASNW2QMQgAAEIAABCEAAAhCAAAQgAAEIVEEAsVoFZXfnaIVYdRc/kXdDQBer6vyTJ0+K+pn67xtvvOF9nzhxwvt+/fXXRfUymZqaKj2VGvPYsWNy9OhRocdqaXycAAEIQAACEIAABCAAAQhAAAIQcJ4AMgoMRQAAIABJREFUYtX5FA50Aa0Qq+rJanwNDwEqVocn16wUAhCAAAQgAAEIQAACEIAABCBQJwHEap30mz83YrX5OSLCBAHEKlsCAhCAAAQgAAEIQAACEIAABCAAgSoIIFaroOzuHIhVd3M3tJEjVoc29SwcAhCAAAQgAAEIQAACEIAABCBQKQHEaqW4nZsMsepcyggYscoegAAEIAABCEAAAhCAAAQgAAEIuENgdG5OTi5c6E7AWqSIVSfTVlnQiNXKUDNRvwggVvtFknEgAAEIQAACEIAABCAAAQhAAAKDJzBvzzYZPfOv5fU/cE+uIlYHvz9cngGx6nL2hjR2xOqQJp5lQwACEIAABCAAAQhAAAIQgICTBObde7nM+6tj8qv7vumcXEWsOrnlKgsasVoZaibqF4HWiNXvf0XWfGx3hGXTVw/INe/qF6WS4xixrJbr779dNpwmIokYRTbJnQeukXdqw//wb9bI1XKnHPjz+KdHHrxWNnzuYHCUNl7wE+/3U+tk7+0bZFkiVNt40SEv7ZVrPzgjV4YxeP//bRLN9Om9cvv6cMQfylfWXC0R4SvMGEX830uSuzGmHrs53mpjrpK8nTo8wTGMffX12fm7R98nGedn7aV7TDjhdeHti8TvwiPVMRd/Z43cNa7nPwE5sVfUb7Ny6O3PmSuNPW2OdkT2XrtBbgs3njdYzMPc/9qZwR7M/H0U02Fz7+qTJ7j7XDKusc8dFOvrSnBd67/L4muen3HNWMazbXHbHOXiK7bO8DVk7/hdHfIYRFkwfqcuW4KFAAQgAAEIQAACDSPgidUt94ssX+ecXEWsNmwzNSwcxGrDEkI4nQm0Q6wqQXGXjBsCcyYWmp0x9O+IhKyMpeeE/H1CPHrC4jlfIIkuT3Vp6UmKeC2GRNVFbUIQGbIpJUHVckOZFUo7X/LMRILTZKpijUWbfqwYUiwtjhJ5uXtc9t6+Rg5cu0FmtgTy22O2T9aF+etfNho4UmKvehEGuViZkNWKy+dnZFzp7JCVJ7A1psEK9b2kVLgv3RLiXuM8cV++ODXzbZeqosvwQLQaPwtOyxerwdpFF8vmz7xrIyVm4z14g9xaTPgZy7BLzVBWmpI4Fr9pcal+d6vMrBTZLbE8tvJLXMv2DyPs4yU3cqf8eh/kRHvLHp8S60XWWU6sFou/gRcmIUEAAhCAAARaR+CXv/ylPP3003L8+PHctS1evFjOPfdcefOb39w6Bm1eUCRW1SIdk6uI1TbvzN7XhljtnSEjVEygFWJVCQtP2IUVm/4f97ItqBStkKmSSLfKDYlKTyXCrpSZDz4qF+sVqqm4RVISypNrIjeEa7Oc41XCGuuPF5wltfw418n452aCmNLCLpZDquLPlHnpdfryKZKlShdmVSom1xSIwNwKyQpzONip7GLUxir8mVkpaD9f3wO+pB9PVUP7Is/PY/diNSngNVqBXB1PVC3nidWkENZ2ri/sV94pWZWS4f4sL1b9vbpvMl2R640pm0SeG4+vOavgDiINP0i5f1zu0qq/7WI6mTuL3M0YT9+T/ocm+fmNxGpefAXXWUqsFoh/sNcXo0MAAhBwmECBO5scXh2h10Dg4MGDMjY2JitWrMid/fDhwzI7OyurV6+uIUqmtBEYmTsmI3P5bEb2/JnM+/j98UEOyVXEKvs+jwBilf3hHIFWiNUkdYu4qy0xUQXrxfLomi7EqlfNGEvizEq4UmJVCR0Vix6TXawm2xL4HG3iOi1WI0l1z+6gvUD61uN4PFPK1pavgU9sE6O26kmN5wq9ZUNOxWrQQqLzrfd+RWueyM7+fYbYjfZFOo+dxGpWHHaxHCao+4rVvPYY/rrvlHVTj8rE7UGbDvWH7nfG5frnbjM+OPCuhOjDgxXGBwvZFauiCe903rPGS4nV3NYK8dH58RVbZxmxWiT+gV9iTAABCEDASQLpfxOyP3x0coEEXQOBb3/727J27dpCM+/fv1/e//73FzqWgwZPwKhGLTOdI3IVsVomqcN3LGJ1+HLu/IpbJVa1T/ob0bPTuD1aVX12I1bD27rjrZa6Hblkxap6o/7oe9Rt+KFgVQIpUYkY9tA02gho/T1TPUHtYtW4Hd3Ljy6WQkm7QW4zbgV3/rLKWUDBHqtGSwmdbcb5Wp6KilVrj9Ugr4czxWtNYjXqMayh7dhjNd3DOK8fsRo5FKJXzmwIrhH/Z4++Z6+M352Uxuae17nbe6wm40n+EZ09XndiNT8+JbSLrLO4WC0Wf5uvbtYGAQhAoHsC+nuyYJSc93fdz8OZw0Rg7969hatQVXXrhg0bhglPo9fatVhVq3JAriJWG739ag8OsVp7CgigLIFWidVw8bX37LT1ZCz2hjkpxVK3/drkZBmx6lXfXRw8SCgRU+JBU5uuEJkZ19sahIBtt1JnVKzqD0Cy9Z9VwszaA7bsTnbl+JxWANoDyKwPZPI4SXaP1aGqWI3zXUQke0enepym90xUaXrm3wfXieKtPhD5sEwnWl2I5QFe4QPpxCamU9duQqzmjKc/4K7weovEV2CdhcVqwfhduVKJEwIQgEC1BIq9T6w2JmZzncCePXtk1apVhZZx6NAh2bhxY6FjOWjwBHoSqw7IVcTq4PeQyzMgVl3O3pDG3gaxmhYN9fVYDR9IszslC4u9YbaJVXvPVq1/bAmxaq+kE+vTzqPKVuNWdP9CKdpj1YhdE6tKPKUerjQU12BGxWdmhWoAxWgpkX54lb5vsntwxvL74u/00gpAf8iZlrSKe6xGmj+rl6++nzJiS245s6/wo3LxV0Wu9j6IMG/1D68B86FaHfgmPlhIPrzK/jqW0VrB2mO1U8WoLb6gkj5nnUXFatH4h+IyZ5EQgAAEShMo9j6x9LCcMNQEEKvupr9nsSrLRb74sJz4+DvkZAMxIFYbmJQGhYRYbVAyCKUYgTaIVb8STbvF3HrLeTEevR6VXU1WrHeWtWJVq2T0q+T2ybr7uxOr5vr0N/GJilODYTL2Dj1B35WUgVqvSpWnxIN+emXu1vk5FauhLLOK8jA/d4p8LF+sKh7ZT42/TdTDpboXqyJhpaZ8Wnv4k9H2YpmRkvwKy6C622gFYf7MexhXTk/RzhWciTYXORtG740afgjht95IVmTn5HHmSrlTrk73sM0Vq/njHfhzvWa1c379Nh/Z+0SPL3+dwVyS/RAxH2e5+N26ZokWAhCAQBUEEKtVUB62ORCr7ma8N7G6XORvH5YTW5spVVVWEKvu7s0qIkesVkGZOfpKoBViNXyITNSHMeshSX1FZx3MXhEaxHNYCeDd2nkZPSANiRS3FQhP7LXHahxAfiuA63V5m7jNN93DNt0KQM1j3tKexcGPqBF9cQe+RTJ6pEq8Z7MeHOULxItk0z2PybieGxWz5TZ3214MGWdVLquh1P5S4tXag1WCPWu57Tsrf9a2Bn7Gxd9j6T0uWg/fTuI0e3x/T90gt8oGW49WL4TrZe/tGyRUwQZ748MFywcPtgfGBfL0oit2y2N6G4xIPurVvtoHFPIVWZMz3pUHgg8ntP2Zl19vPxSNL2+doaQPxaqV42q5/rZxue2BcYOlF2pKJg/8AmMCCEAAAo4SQKw6mrhGh41YbXR6coPrXqw2X6qqhSNW3d2bVUQ+5GL1p/L4vh0ib79ZLlyRwH34cbn5R4dl47svl/NOrSIVzFGUQFvEatH1chwEIAABCEAAAhCAAASaRaDYnU3Niplomk4Asdr0DGXHN/r8kzL6k2P5C9h3m4zeuk87xg2pilh1d19WFTlitVFiVYneA7IUmZu7/xGrVb08MA8EIAABCEAAAhCAAAQyCHh3EOTf2QQ7CJQhgFgtQ8u9Y82qVnekKmLVvb1WdcSI1UaJ1arT7+Z8iFU380bUEIAABCAAAQhAAAIQgAAEsgg8/PDDMjY2JsuXL8+F9OKLL8rs7Ky8733vA6ZDBGKx6pZURaw6tMlqChWxWlSsvvyU3PvdPfKMkahJ2bruQjnL+1lQbfr2c+XpH+0ROeM6ufyU78nNP5oyzjhH/fy3T/HP+P7NcuBNW+XcIztkj2yU61Ytke+FFavSab6adkwDpkWsNiAJhAABCEAAAhCAAAQgAAEIQKCPBGZmZuTZZ5+Vl19+OXfUU089Vc4++2wZHx/v4+wMNWgCvlg92PgHVdk40GN10LvD7fERq/t2iKk+9YSeE/RY9XuxTi3dKje/y9eoIq/IU4e+EAjR8+QUT6zukKmFSpCq/1/klZdfkVNO9SWq/2Xe6q/E6o6j4Rz679fI0e92ms/tjddL9IjVXuhxLgQgAAEIQAACEIAABCAAgeYRUPLq1VdflZMnT+YGNzo6KosWLZKFCxc2bxFElElg3r1/KvNeuV5ObH2H5Ge4eRARq83LSZMiQqwWqli1P+TqlR/fK184cm4gUrMehBUI2Lk47ZPBw7I8sSq6rA3Fqy9Wkw/VMudr0jaqNhbEarW8mQ0CEIAABCAAAQhAAAIQgAAEINALgdF/mxF567hzUlWtGbHaS+bbfy5idWBiNRSqyYrUWJgiVru7wBCr3XHjLAhAAAIQgAAEIAABCEAAAhCAAATKEUCsluM1bEcjVgcmVm0VrObPEKvdXW6I1e64cRYEIAABCEAAAhCAAAQgAAEIQAAC5QggVsvxGrajEaslxGqRHqvx7fvpvqx+T1WRoq0A8ucbtq0arxexOry5Z+UQgAAEIAABCEAAAhCAAAQgAIEqCSBWq6Tt3lyI1UJiVURefkru/e4eecbI8aRsXXeh+I+zslSoJs5RQnXipfiBVUuey+qxermcJ53mc2+z9StixGq/SDIOBCAAAQhAAAIQgAAEIAABCEAAAnkEEKvsjzwCQy5W2RwuEkCsupg1YoYABCAAAQhAAAIQgAAEIAABCLhHALHqXs6qjBixWiVt5uoLAcRqXzAyCAQgAAEIQAACEIAABCAAAQhAAAIdCCBW2SJ5BBCr7A/nCCBWnUsZAUMAAhCAAAQgAAEIQAACEIAABJwkgFh1Mm2VBY1YrQw1E/WLAGK1XyQZBwIQgAAEIAABCEAAAhCAAAQgAIE8AohV9kceAcQq+8M5AohV51JGwBCAAAQgAAEIQAACEIAABCAAAScJIFadTFtlQSNWK0PNRP0igFjtF0nGgQAEIAABCEAAAhCAAAQgAAEIQCCPQBPE6uTkpIyNjcmCBQtk/vz53ve8efO879HRUe97ZGTEW4b6b/i/yWwxAkuXLi12oOUoxGrX6DixLgKI1brIMy8EIAABCEAAAhCAAAQgAAEIQGC4CDRBrF566aWyfPlyT6wm5WooVtV/Eavd7U0lqLv9Qqx2S47zaiOAWK0NPRNDAAIQgAAEIAABCEAAAhCAAASGigBitf3pRqz2ULLb/u3RvhXWIVbbR5EVQQACEIAABCAAAQhAAAIQgAAEINCJgLoFv9ev2dlZUbebL1mypKvb9KlY7TUD+ecjVhGrg91hDRu9DrG6cuXKhlEgHAhAAAIQgAAEIAABCEAAAhCAAAQGTeD48eM9T4FY7RnhQAdArCJWB7rBmjY4YrVpGSEeCEAAAhCAAAQgAAEIQAACEIBAOwkgVtuZV31ViFXEavt3ubZCxOpQpZvFQgACEIAABCAAAQhAAAIQgAAEaiOAWK0NfWUTD71Y7bZHRWUZYqK+EkCs9hUng0EAAhCAAAQgAAEIQAACEIAABCCQQQCx2v6tMdRiVUm2X//1X/e++RoOAojV4cgzq4QABCAAAQhAAAIQgAAEIAABCNRNALFadwYGP//QitWTJ0/K6OiovPbaa/KmN71Jfu3Xfq2rp6sNPkXM0E8CiNV+0mQsCEAAAhCAAAQgAAEIQAACEIAABLIIIFbbvzeGUqyqtIZiVYm2EydOyBtvvNH+bLNC0cVquA/Uz9R+UHtAfav9oL5ff/11UU/fm5qaKk1OjXns2DE5evSorFy5svT5nAABCEAAAhCAAAQgAAEIQAACEICA2wQQq27nr0j0QytWlfjSv4vA4hj3CWSJ1VCqJsXqv//7v8sjjzxSeuGI1dLIOAECEIAABCAAAQhAAAIQgAAEINAqAojVVqXTupihFashjVC0tT/VrFARyGoFkKxYVdWqqmr1pZdekocffrg0PMRqaWScAAEIQAACEIAABCAAAQhAAAIQSBOYmxNZuNBJMohVJ9NWKuihF6ulaHGw8wTKiFUlV1XF6kMPPVR63YjV0sg4AQIQgAAEIAABCEAAAhCAAAQgkCZw33UiZ31WZJV7chWx2v4NjVhtf45ZoUYAscp2gAAEIAABCEAAAhCAAAQgAAEIOERg90aRvzwm8o8POidXEasO7bMuQ0WsdgmO09wk0Dqx+tI35ZOXTsvWJz4lv1tXSp78klzwkV3B7Gvlxm99WT5wmogYP1e/3iw7E3H+4I4L5CrZKU98Io7+yAOflEu270+PF/zE+/0jk/LQHR+QZYk128aLDkmx+oF86YKrJIxctmhxJGLf/LUn5FPn+yPlxWf+TluvN/ctEq3qpofky5clo68rgRXMm1i/N+OaG9M5DI4TjY/JNI41zEnW79dqY3j74m77OtU4k4/bf6/nXT/bHy+9n80Zjsg3P3GJ3HJA+6ltzerXJdatryvYkel5RLsOxd/nou1h77xgj2etMeSa+n1wXjoO+zrSrwMajy2fls13fy6+Bg2A2dePOsw6f3C+Ld/h8Vn7JRzzJtmuvf6k95sRoiVv6vd58+fzUK9BUjhf1n3YhH8TKnhJYQoIQAACEIAABIaMgBKrH/6GyOmTzslVxGr79ypitf05ZoUagXaJ1VDcdBI8A9wCiT/iY+k5IX+XkDmeBPiJL9NEl6cpoTkdyVlDouqyMyGoDFmijxctPckq+P/fFspUTT79li9BJ0IRpa/RiyEnvp0TkSyMJa8vSqZD0eeNNyWToYAeYHoaMXSefEpIdcVsSjbLrp/EHL3czmw15Lsvp/w8vOeQ5ffBnGEO1bg7xrNltvX3iVxHLNXYn52WCaUDr4qFu1WqiimP/X06Yf2AodC6E+sSCfZxYh6fjwTz2MSqOm+7TL9NZJck2AYLia6pxPUUSkOb2LTlT+eS/lBExbZDJvKuBdv+ydhTai4745jBn/xPy37Rguy037wPjTSBa81bKsd2uW3/kKh4viKBq+cIsdqIlz2CgAAEIACB6gn84he/kKeeeko6SazFixfLeeedJ295y1uqD5IZuycQilU1gmNytdOeLAJldnZWli5dKkuWLJGRkZEipxjHXHrppbJ8+XJZsGCB9z1//nzvWwnB0dHR6FudpMbvZo7SQbXoBMRqi5LJUjoTaJNYVX+Ub5dJmdg+LZM1Vaz6MdykVV+GomSrTCt5qMelZI8mHiMJokszT1qJ3BRWo1rO8aRRYpww81YpEsiWJCtPAl0YijFfUE0rUeaJVb0KOPG7jPieN8YLq/fUOH8i05/YLvKZoJLXqyDsIJM6b2VHjvAlUSSVcwWWvndiPvacxgytYjUQjl4+z/crCEuL1Yw8hfE8NL4jLXw14RZ+iGCrqjZjKbNubS8G67LOY8g1i6gLf/+tCdmRUfHur3NCNt8t2nWsxpoS2bJLplOi2r4OfaOWF6vZ+yes8o0+AAkmsu+XmFtXYtW6F7rPm/F6laq+L54vf1/fKBPbp2I5jVh15LWRMCEAgSJ3NkEJAmUIPPbYYzI2NiYrVqzIPe3w4cOiJNVFF11UZniOHSSBuWMicx0muG+ryNXfiA9ySK4iVge5eZoxNmK1GXkgiooItEes+oJj8olJmfL+W2MrAD130R/1lriKiFVPiMUSMrOSsJRYzWCl4nl80q+E1GVESkz4UmbqvariUTrHF/LQ1qsqdCMBnSOGK7oMKpymhETWuChJHcpHmyjTBZ1X/ZysaE1UBXclVo2qz0iF5Qj4GGun+YwElFi3v0/jaudi86RFXcz0jHg9QasLQ/rNbJWdskOmPxR8KBB88DH5tltkKilWM9bRu1jN+hDClMzRPGHbCWvlelDRmtwvWpCd9lskyrPW22H+fB7qt8XzFebfa18QrgmxWuHrG1NBAALdE0i/1ul3Ng1Rs6TuEXJmisADDzwga9euLURm//79ctlllxU6loMqIKBXo5aZzhG5ilgtk1Q3j0Wsupk3ou6SQFvEalxtGUrDBohV4/bc5wPxq8VVSKym+xNaezyWEKuZrJJ9P8P2AsnbrRM9JZP9E609KpP9K5P9ZjOkT5fbusGnFRerhiRMSOm452681Pweq3qPUXvPS2+kIOdK5KZ7sFpabBjSKkPsBT0201WpWj9frZVFuXWn15VXievTSv7xasadV+WtZJ2qzA0/FAgr1LfOXJKqAM5ah/7Hsb1iVeOi7WS/1YB6HSkpVsMxMvokZ/dY9fN9htHjOb3fwp90XG9On+ZwjGKtALLzFcegPvDJqrhv8MsDoUEAAkNMwPL+dag+eB7i1A9w6Xv27JHVq1cXmuHgwYOycePGQsdyUAUEuhWrKjQH5CpitYI9VPMUiNWaE8D01RJohVjVKy09aVJ3xWr8kJ5YMhZ7w5yUOqn+iLaqwTKtADJZJW8x1qtSlyUevLVZNm/ZJXLhE+LdRqz3T0zF54+7S394UKovpr3fYrVXQlWzFRWrITc9Ll8i2m/179Azs2RlZ3aP1bBPqR+XVcpZJHluJamxf0uuu+S6rGI1+YGCd1BaIkfX5oemg/Yc75HvBNXkE19PtlbIXofek7S7VgBdilVji/ejFYD+ALBi641DsEv4QmI1J1+it7gI99VnRLbX/UDDql5emAcCEHCYQLH3iQ4vkNBrILB7925ZtWpVoZkPHTokmzZtKnQsB1VAoBex6oBcRaxWsIdqngKxWnMCmL5aAm0Qq1lPOM96uvdgCQeCISWXir1htolVe8/WsD9p8DTzghWr2ax2inzEFNJZlXv+A4L89gRK8mXGJ/5Dr/Qn2nvsk31jrRWNg81SfaPn9MjUBaNFlltvc9YWkv97U+h2umXe+vuMlhBh39YotxaJlXc7oyHTSq87vS57L1f9OFPkp/d5jvTzbi9X7QK2i1w1KVM7/f7HeqsGj0POOr58WVyz2p1YtffotfdY7VxFbNw2b7kwsl4HOlWo+r//ukw+8iG/V3OitYJtjxURq3n5mnzcFNzeHLJZ5G6RrU1pD1Pfiw8zQwACjSZQ7H1io5dAcI0jgFhtXEqKB9SrWJXTRe6YErnmnOJzVngkYrVC2DVNhVitCTzT1kOgDWLVJFdvxWq2jCzWO8tasao/zCVRoZclcUIm2fGoI3RWGfF5T6kX4/bjVD/PjPjSVXxBVKk1JKpj67kUqps14wnusXxUlZDBbcy6jApk3dffOyUfSvXEjIWtXZQNQKxaK6WzRF5QxS03ykPhg9j0ilevFUC369YrOO3z+A8EmfYqfj9wmr7X7RXEmX1FA+5hpa5/e/6yxMPAMhhktf4wHtZUoKLZtn8y9pT/IUjYD1lvQtBpv8SXg/01RP+AQLvtPrVff1P+Qr4o/+T1Y7bPny+aw9epsDo2P1875SqzJUNU3WppY1HdFc9MEIAABAoQQKwWgMQhJQkgVksCa9LhPYnV00XunBL5aDOlqsKMWG3SZhtMLIjVwXBl1IYSQKz2NzH2itCgD+TPldzZpU2Yc7uxeoCU9xW3FQhP7LXHahxA4k18su+p1vfSfFKtHndWfOmf+/Nm9G0cmh6rAf28288zH7bjS6Xf/AuRL35xf3rjBgzzngJ/y9uUKP9dTwSme6gGGfraE5Ks/PN/Y1bbZlW95lc6XyK3HNBD3yw7vzUhOz4rclPmLdvauo+oitHw2tCuj2BdWdeMt/O+FlZNamJVviQX2Kq9LTkw1pXXgqBD/iY8uRtEqvqXpsSqvceq0Z7Asn9CyZveGLbb9EVE3y/bLftJRNSYnqi3/T68Zjuud6tMX2pZk+Wa71ix2iFf67bskn2Jh4il2qn09yWf0SAAAQj0iQBitU8gGUYjgFh1eDt0LVabL1VVVhCrDu/NgqEjVguC4rB2EGifWG1HXlgFBCAAAQhAAAIQgMCwECh2Z9Ow0GCd/SGAWO0Px1pG+dm/iPz4aP7Uj35O5JYp7Rg3pCpitZYdVfmkiNXKkTNhnQQQq3XSZ24IQAACEIAABCAAAQgE/bk73NkEJwiUIYBYLUPLwWONqlZ3pCpi1cG91kXIiNUuoHGKuwQQq+7mjsghAAEIQAACEIAABCAAAQjYCDz44IOybNkyWb58eS6gF198UY4cOSLr168HpEsEIrHqllRFrLq0ybqPFbHaPTvOdJAAYtXBpBEyBCAAAQhAAAIQgAAEIACBHALPPfecPPPMMx37WS5evFjOOeccWblyJTxdIuCJ1QONf1CVDSk9Vl3aaN3FiljtjhtnOUoAsepo4ggbAhCAAAQgAAEIQAACEIBABoG5uTl59dVX5eTJk7mMRkdHZdGiRbJw4UJYukRg9xUir3xG5KPnuBS1Fyti1bmUlQ4YsVoaGSe4TACx6nL2iB0CEIAABCAAAQhAAAIQgAAEho7AzLTI+ISTy0asOpm2UkH3Q6yWmjBx8PETL8mikWUyMjLS1TAj27Zt+1VXZ3LSUBJArA5l2lk0BCAAAQhAAAIQgAAEIAABCECgcgKI1cqRVz4hYrVy5ExYJwHEap30mRsCEIAABCAAAQhAAAIQgAAEIDA8BBCr7c81YrX9OWaFGgHEKtsBAhCAAAQgAAEIQAACEIAABCAAgSoIIFaroFzvHIjVevkze8UEEKsVA2c6CEAAAhCAAAQgAAEIQAACEIDAkBJArLY/8YjV9ueYFWoEEKtsBwhAAAIQgAAEIAABCEAAAhCAAASqIIBYrYJyvXMgVuvlz+wVE0CsVgyc6SAAAQhAAAIQgAAEIAABCEAAAkNKALHa/sQjVtufY1aoEUCssh0gAAEIQAACEIAABCAAAQhAvBklAAAgAElEQVRAAAIQqIIAYrUKyvXOgVitlz+zV0wAsVoxcKaDAAQgAAEIQAACEIAABCAAAQgMKQHEavsTj1htf45ZoUYAscp2gAAEIAABCEAAAhCAAAQgAAEIQKAKAojVKijXOwditV7+zF4xAcRqxcCZDgIQgAAEIAABCEAAAhCAAAQgMKQEmiBW169fLytWrJAFCxZ43/Pnz/e+lRAcHR31vkdGRozvIU1X5ct+7bXXep7z+ImXZNHIMi9/3XyNbNu27VfdnMg5w0kAsTqceWfVEIAABCAAAQhAAAIQgAAEIACBqgkgVqsm7tZ8iFW38kW0IoJYZRtAAAIQgAAEIAABCEAAAhCAAAQgUAUBxGoVlN2dA7Hqbu6GNvI6xOrQwmbhEIAABCAAAQhAAAIQgAAEIACBISYwNjbW8+pnZ2dl6dKlsmTJkq5u96YVQM8pGNgAiNWBoWXgQRGoQ6yeeeaZg1oO40IAAhCAAAQgAAEIQAACEIAABCDQUAJzc3M9R4ZY7RlhYwdArDY2NQSWRQCxyt6AAAQgAAEIQAACEIAABCAAAQhAoAoCiNUqKLs7B2LV3dwNbeSI1aFNPQuHAAQgAAEIQAACEIAABCAAAQhUSgCxWilu5yZDrDqXMgJGrLIHIAABCEAAAhCAAAQgAAEIQAACEKiCAGK1CsruzoFYdTd3Qxs5YnVoU8/CIQABCEAAAhCAAAQgAAEIQAAClRJArFaK27nJEKvOpYyAEavsAQhAAAIQgAAEIAABCEAAAhCAAASqIIBYrYKyu3MgVt3N3dBGjlgd2tSzcAhAAAIQgAAEIAABCEAAAhCAQKUEEKuV4nZuMsSqcykjYMQqewACEIAABCAAAQhAAAIQgAAEIACBKgggVqug7O4ciFV3cze0kSNWhzb1LBwCEIAABCAAAQhAAAIQgAAEHCQwOjcnJxcudDByEcSqk2mrLGjEamWomahfBBCr/SLJOBCAAAQgAAEIQAACEIAABCAAgcETmLdnm4ye+dfy+h+4J1cRq4PfHy7PgFh1OXtDGjtidUgTz7IhAAEIQAACEIAABCAAAQhAwEkC8+69XOb91TH51X3fdE6uIlad3HKVBY1YrQw1E/WLQDvE6hHZe+0Gue2gRmX19bL39g2yrF+gyozz/a/Imo/tDs5YLdfff7tsOE1EjJ+rX2+SOw9cI+/Uxv7h36yRq+VOOfDn/k+PPHitbPicvjD/4E1fPSDXvMv/394xU+us602O55/xQ/nKmqsljDAey/y5XBHHkTzH+F3WesN1vbRXrv3gPlkXcrCtq858lcltv471mNwmRmZtDILj5NN75fb1/m7294TE+yrK6V0yrjGOQg3yk9ozln2lzrngjy6QJ/7HE9aVrtbiiA6wrcWyt72dp/b3Pfq+D/acsdeCNc5cGV0H8blmWOGa1Lh3jceMvKO8uGbkSu8aS+xtYxg/nhUZ15r1eutwTRrDW/inOSTjja9T+eoBufg7ipt98ykG6vep9fdrrzIOBCAAAQhAAAIQgEDjCHhidcv9IsvXOSdXEauN206NCgix2qh0EEwRAu0Rq7eKbAsEZpGFD+oYQ+bo0nNC/n7N1aIkSShEPbnynC+ARZc6CclkhnpE9v7NAVnz5xtkmS40E1LOELLGeL6EntkSxBHF+2GZVnJ6ZShTfREVxmuKK/93M0qy/d4BTV4lJa8uszTBnBKtgRiP5h5UchoyrkWWRuJQk+rhzx6VTbL7ufFInEe5NXKuWNvEqmJ7q8ysFNktpqgMaVhlfkJqZpPT9kIgftWxVtmv1v35GRlXSj/cf5rwTIlfLYZsEekL+4n7iojVDPGcsy1s6/B+luQTXItp8Wzn769HxPiAIvHaEX6YEYrVPHFqFcsN2e6EAQEIQAACEIBAPQR++ctfytNPPy3Hjx/PDWDx4sVy7rnnypvf/OZ6AmXWrghEYlWd7ZhcRax2lfKhOQmxOjSpbs9C2yFWldx5VC5OVH/WkSUlXW6VG6LqQl+OKKFzpcx8MBGjkjF3x8IsElI5UuuHf3OtTP9xQiBbxgnXnpJAOccqOfPoe0LxqwvYtLQL13mD3JqxXj3GxPmeYBO5QasotsqqOhI48DntItKee33vxFLQZ7VOrn/utliQR/sssTdCWXf/uNwVVW+ai+xdrFqEZc7e3jt+lyYmgzV+elxum0rI4+A68EXyeKq6O762BiRWPVkqqXkz96p3/IxZSZzB3xeh18v45/bFVcaI1YFffUwAAQhAoNEECtzZ1Oj4Ca5xBA4ePChjY2OyYsWK3NgOHz4ss7Ozsnr16satYVgDGpk7JiNz+asf2fNnMu/j98cHOSRXEavDurOLrRuxWowTRzWIQCvEaupWZK06sm7WkSy5WB5Nyt+yYlUd/52LjdujveWVEKu+FBqXTffsTrcC0MdPSR4dpF+FZ60Qtp6HWI3pZVWWWjaqltfD2q3ukdh7z6OamLePG0vAFWalsjZdb2I1vL2/0zWnifoVyVv0lZi9QeTzcSW1Li+LSPdirQBKVKxa2ldkflgRsbR/AOFXt5r8w3jVBxNR9Stite5Xa+aHAAQgUCMB804hFYh+Z1Mtra1qpMHU/SHw7W9/W9auXVtosP3798v73//+Qsdy0OAJGNWoZaZzRK4iVsskdfiORawOX86dX3F7xGrYSzG/52ilCTNu+T6crqotJVZzZGZZsar359QFkiT6fqZ6fmq39hfsB+rzRqx2I1YNWajl2GsbEVRzxseo/ZUUh2bbhyxBWbSvr60ncLyuRJ/j5P4wpGFGNbS3//zr2Ot3qlesdmhNEN1an7rAw36u2T1W07fvp/+4NT5WsLUCsO1zyeYf501i4W0I5/C68dtxZPZYDTjr4r3S1zgmgwAEIACBPhGw3H2V8/6uT5MyTMsJ7N27t3AVqqpu3bBhQ8uJuLO8rsWqWqIDchWx6s5erCNSxGod1JmzJwKtEKspAiWqAnuil3VyLJnMB0P10Aogq1pVhVBWrBqSSr/dPOib6vXK9NewbzLxQCBvycnf2dars0GslherNhHoV4Wu+Wetx6dREZ0QqwUfKtVrxar1KkjsSetD2Lzev2IIYVslZ7UVq537/WbHY9nnyQeUBQ/1Ev1hWyGrbSK3Gu0aYsHb6eFU9FgdyAs5g0IAAhCokABitULYQzPVnj17ZNWqVYXWe+jQIdm4cWOhYzlo8AR6EqsOyNUmiNU/vGSdjJ02JgsWLJD5C+bL/PnzZN48/3t03qiMjozKyOiIiIzIyIjIiPo/fBUmsGThWOFjkwciVrtGx4l1EUCs9pu8/SnnftVm92LV7H+aiLmEWPUkrNFOILsHbCSQ/njaeECVp1ajXrKqUvJq2Z37wC3EqilWdYGt5VLPoyWn1tvHwwdFee0dZuJ+ndHP9QdWJR5cFkzdk1jN2nuZFarBpJlC2N8rckX8sK3sHqvxeqzi0Yih2IctRW67LNpjNX1cdrxebmWTyD3iVey+08OEWO33qzPjQQACEGgugWLvE5sbP5E1kQBitYlZKRZTz2JVlot88WE58fF3yMliU1Z6FGK1Uty1TIZYrQU7k9ZFoA1iNfnkbusTySsCnF/N5t/We827/GBsEsd+fgcpVEas2m7L/6B6srp6uJYlPu8p9aqqUP9dLHw+/DPLE9JTrG2VfP7T3Dec5mlarzr2tpVqLl8ptfrLaBERd02L98MaOXBt3G80YhHk+e7JfbIlVXV8tewWvc9pp56rMeeexWrWA57CB05Z92coGe8U+ZhZaRtVt2qy3r/VP7ytPyAScBwPbpW/azxRXV1SrGYLXHM3Wq/R4IEjcVuBfP53ytVixBtVF+trRKy2+nWAxUEAAhAwCCBW2RD9J4BY7T/TqkbsTawuF/nbh+XE1mZKVcUQsVrVTqpvHsRqfeyZuQYCbRCrkaS8JwSYEDAVcrX3egyE12H11PDdWjTpODOlzd3xE9NTyyklVoPWAVocUbuC5NNo9T6ZidvKQ4GUu15PmnrZSfX/TN0abuvZWmHeKp8q7zb9zAeH+Rx/8xqRO36hV6KGOdWeSF+okjTIjpKWnkD3Zav1tv0AULofadbxseTNuk3d3+sXyaZ7HjMqbbNEu22v6fuws1hV8tn2pa5D9XC5rN+LxC09svnox2S25whye9EVu+WxhAhOi11TrF4dvb6Za1DzZvZgDVoPDMHHFZVfwkwIAQhAoL8EEKv95cloigBi1d190L1Ybb5UVVlBrLq7N4tGjlgtSorjWkGgLWK1FclgERCAAAQgAAEIQAACQ0gg/eDEIu1phhAUSy5BALFaAlbDDh19/kkZ/cmx/Kj23Sajt+7TjnFDqiJWG7bZBhQOYnVAYBm2mQQQq83MC1FBAAIQgAAEIAABCAwRgeSdQ9x1METJH8xSEauD4dqUUc2qVnekKmK1KTtosHEgVgfLl9EbRgCx2rCEEA4EIAABCEAAAhCAAAQgAIEeCTz88MMyNjYmy5cvzx3pxRdflNnZWXnf+97X44ycXiWBWKy6JVURq1XukvrmQqzWx56ZayCAWK0BOlNCAAIQgAAEIAABCEAAAhAYIIGZmRl59tln5eWXX86d5dRTT5Wzzz5bxsfHBxgNQ/ebgC9WDzb+QVW2ddNjtd+7oXnjIVablxMiGiABxOoA4TI0BCAAAQhAAAIQgAAEIACBGggoefXqq6/KyZMnc2cfHR2VRYsWycKFC2uIkim7JTDv3j+Vea9cLye2vkPyM9ztDIM7D7E6OLZNGRmx2pRMEEclBBCrlWBmEghAAAIQgAAEIAABCEAAAhCAQF8IjP7bjMhbx52TqmrxiNW+bIFGD4JYbXR6CK7fBBCr/SbKeBCAAAQgAAEIQAACEIAABCAAAQjYCCBW278v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AAJVEECsVkG53jkQq/XyZ/aKCSBWKwbOdBCAAAQgAAEIQAACEIAABCAAgSElgFhtf+IRq+3PMSvUCCBW2Q4QgAAEIAABCEAAAhCAAAQgAAEIVEEAsVoF5XrnQKzWy5/ZKyaAWK0YONNBAAIQgAAEIAABCEAAAhCAAASGlABitf2JR6y2P8esUCOAWGU7QAACEIAABCAAAQhAAAIQgAAEIFAFAcRqFZTrnQOxWi9/Zq+YQB1iteIlMh0EIAABCEAAAhCAAAQgAAEIQAACDSAwNjbWcxSzs7OydOlSWbJkiYyMjJQe7w8vWSdjp43JggULZP6C+TJ//jyZN8//Hp03KqMjozIyqsYdETV8N3OUDqpFJyBWW5RMltKZQB1ideXKlZ0D4wgIQAACEIAABCAAAQhAAAIQgAAEWkXg+PHjPa8HsdozwoEOgFgdKF4GbxoBxGrTMkI8EIAABCAAAQhAAAIQgAAEIACBdhJArLYzr/qqEKvtzzEr1AggVtkOEIAABCAAAQhAAAIQgAAEIAABCFRBALFaBeV650Cs1suf2SsmgFitGDjTQQACEIAABCAAAQhAAAIQgAAEhpQAYrX9iUestj/HrFAjgFhlO0AAAhCAAAQgAAEIQAACEIAABCBQBQHEahWU650DsVovf2avmABitWLgTAcBCEAAAhCAAAQgAAEIQAACEBhSAojV9icesdr+HLNCjQBile0AAQhAAAIQgAAEIAABCEAAAhCAQBUEEKtVUK53DsRqvfyZvWICiNWKgTMdBCAAAQhAAAIQgAAEIAABCEBgSAkgVtufeMRq+3PMCjUCiFW2AwQgAAEIQAACEIAABCAAAQhAwCECc3MiCxc6FHAcKmLVybSVChqxWgoXB7tOALHqegaJHwIQgAAEIAABCEAAAhCAAASGisB914mc9VmRVe7JVcRq+3cqYrX9OWaFGgHEKtsBAhCAAAQgAAEIQAACEIAABCDgEIHdG0X+8pjIPz7onFxtglidnJyUsbExWbBggcyfP9/7njdvnvc9OjrqfY+MjHgbQv03/N8O7ZBaQ126dGnX87/22mtdnxueePzES7JoZFnXeRvZtm3br3qOggGGhkB7xOoP5EsXXCW7gsxt/toT8qnza0rjk1+SCz4SRrJWbvzWl+UDp4mI8XMV22bZ+cSn5He1MH9wxwVyleyUJz4R//TIA5+US7bvD47Sxgt+4v3+kUl56I4PyLLEkm3jRYe89E355KXTsjWKwWQoW7Q4ErHrfL057g5HNddkxh7/zvy5iKy50Rp/TRkc/LQe+1skzKo3YcBAVD5nthp7QETlZodMhHtJjzDITXZO4oPjYxK5jg6x5C/cW7aYLXtYDeXviYy9un2/WK/PAa3D22uFeB6Rb37iErnlgAbXsi/N/W6/jsMRynBIXqvpeSTipn63Y/wh+fJl2hVvXM9Z+Q3jnZSprP1k7P6scdK5jfOefl0Ty95Ze1Mcv3U9lqvQZ2IZf/BXLDNAAAIQgAAEIACBZhFQYvXD3xA5fdI5udoEsXrppZfK8uXLPbGalKuhWFX/VV+I1fJbXwnqbr8Qq92S47zaCLRDrPpCZPqqQKamhGGFeBNzx9JzQv7ugqtENOHrSYKf+ELRk2mhPE0JzelIzhoSVZedCQFkiEt9vAhFKJFCSRH8/28LZaovVLx4f8uXgBNh7Noaz/DinogEsSGxVHw7JyJhGomjD03LJy+dkslIEibnrjBfdUwVSCbRxFIkpWSnPDS+o6AIVGcpdttl+m0iuySWsVZR5e2XcC/ZRa2+J5WyS+7f6UTMWVI/lIK6PPNj9cVlWqwObh3FRHUQm5iC37+O4v1tE3t5sq8MB12sWsf09o1/3Ux8vYhYzRDx3p7PEfUpsZoeJ8nFO0XF99lpmVAfb4WvxeHPL71FjP2euAYKidWs8eu4hpkTAhCAAAQg4ACBX/ziF/LUU09JJ4m1ePFiOe+88+Qtb3mLA6sixIhAKFbVDxyTq532ZJEsz87OiqqKXLJkSVdViYjVIpS7Pwax2j07znSQQCvEakLg1ZkGJRy2y01aJVkoMLbKtJIieoWqJe5UdZ0nE0RuCqtRbWvNWb+9Ws8XZttlUia2T0cxKbkxdWFY6avJak+s6pWt8e/+5H8mqgE16SrGeIF4UeN8a0J26GsKBV6qqrDOTA5qbl9YJwWlp0iDyspSYjXkrZhqObKLKl2mZYi1xF4yxapF1GXsPW9+2Szyk4l47+aJsQGuo4hYTQplPfshy5tkuyFZk8eEH5LoVeNlOIRi1cu/JnPjeeKc1S1W/QpU/TUha/9m7/ewilV9YDP5uEUUJy7B/OtjUNcr40IAAhCokECBO5sqjIapWkDgscce8251XrFiRe5qDh8+LEpSXXTRRS1YdUuWMHdMZK7DWu7bKnL1N+KDHJKriNWW7NOcZSBW259jVqgRaINY9f/gnpDNd+9qRisAfYdFAkLdetuFWA0qEuUzfjuBzEpErTJUnz77NmgVSyIm9Yb+8Un/FnRdnKQkii9Wp977kHiySReiWlWd1/5A/wol3GdEtg+1WM2rJIwFld4OIqvCMM7vGUbVdnbFqgTVxTkVq1orCr0i9fmM2/ttL6j+/Dtl8pEpmbgjaHfh7a8JufEnt8TV5cHJg1xHkVYARSomsz6k8JaQJ5gLcjDEaocPGYq1AqiyYjXrg5i8ytj4nM5iNe+DHv5JhwAEINAGAtqdQkErq7wP/dqwYtYweAIPPPCArF27ttBE+/fvl8suu6zQsRxUAQG9GrXMdI7IVcRqmaS6eSxi1c28EXWXBFojVrdL3Ms0T+51yamr04zbXZ+XL3UlVsN+lXEEqduoS1asxpWp6k28JnuTfRDD9gLBz6NWAEFFhbrNO1nFl9VTMuwv68WuKmARq37fXctXqv9sdEyyr6XZAkMXf7b+nGZP34zemYm2Eelb/RN9SDN644bib+vMJVEVtL/vHpKJnVrbDm9tg11Hd2I1wWfNjfL1907Jh7KEZ65YfUiKcCgrVuO+xvomClt7ZPdY9dszqNejfMHvj1qwx6rx4Yuezz6J1czxu3pl5iQIQAACDSSQeE+mImzQHVkNBEZIBQjs2bNHVq9eXeBIkYMHD8rGjRsLHctBFRDoVqyq0ByQq4jVCvZQzVMgVmtOANNXS6A1YtUQHkX7Bw6Kta2XZLE3zEkJlOpl6EnNsOowiL+MWNWrUj1pEorV5C27cVWq94Ac4/a0zbJ5yy6RoG2AIfG2bJbNd4vW8iAUM5oUTLY3GLpWAH2qWM15mJRqw5B6uJGxd8pXrCYfjObtvg5C8cv/5e+CKmgJ9tqfyLTeD1mNMeB1dCdWtdeGYI29iNUiHMqK1c4PrxpcxWryldP6YYAn6VXes+IoXrGaPb7+6L9BvZ4zLgQgAIEqCBR7n1hFJMzRHgK7d++WVatWFVrQoUOHZNOmTYWO5aAKCPQiVh2Qq4jVCvZQzVMgVmtOANNXS6ANYtWTO+Et7B6+OsVqIBJTD4wq9obZJlbtPVv91gB5ckv9LjmevZJRPUxop8hHzFYF2bc++w8aCtsTGDtWl6YZD2nyH3Kj9Y0dOrFq77EaSkq7wEvv6XR+Ooiq1FPjMx5KpH1IEVWsXjUtl9jaTWQ8KC6+VT2o1P6ayFXeNWq2LLDtUb2C1XqLeMl1FBWrth6pUXyPTPoVq9bep0FVefAgulSP1fGwQnRKJnM4dO6x2nt+42u16GtkkeMSDw+MZLnqwarajWTsd60SPr8VQN74QZuJav/ZZDYIQAACAyBQ7H3iACZmyBYTQKw6nNxexaqcLnLHlMg15zQSAmK1kWnpa1CI1b7iZLCmE2iFWE2K1BpbAWTLyGK9s6wVq49MykPhw6tsaytTsWpsyHTFqqhb9fXeXl6/TbPqzLg93JjbrHLN7FuZWkNQ4fs2NdcQVKBlCOewl1oxsWoXXuH+2SlXpStWSwpJXSo+pMRqslI6FOIW2ajnPpT5fguLpCQb/DpSVd9qYV717nTcPiRoR3CL3Bhfa9H69osELQ/8PrPh7fb+xeSvz/xZeJkV5xCME/S3tY7ZSUQWyO9AxKr19SfZE/UWEa8FQaCdE9dAbo/bTuMHr1dN/7eW+CAAAQjkE0CsskP6TwCx2n+mlY3Yk1g9XeTOKZGPNlOqKoaI1cp2Um0TIVZrQ8/EdRBoh1gNRcmuCGGqD2lFcO0VocFt8D9XMieO0ex56QeYVYV4y4F4Ab32WDXlilalmnward4/M9EKYOcTcaWY2QoglKOJXpxxZryHJ52hHji2fX8cSkavzorSVv00Obe/e2xSvTwTAjJLpgdybd2WXbLPq5Q06iflS1H1YEaPzYRw1CW6JHPmUUv2ffVRGqLMaEGQEKsVrcN2XaZfI2x7drPs/NaE7NAqrNNj2aVqKQ6hoNUeHGaL2e+Pusz+ELuUWL0qepifucFVvH4lqf5qFB1jVNt3rljNkqLGa5llv4drCTll9Yz9tHUvZz3krfpLmRkhAAEI9IcAYrU/HBlFJ4BYdXg/dC1Wmy9VVVYQqw7vzYKhI1YLguKwdhBojVhtRzpYBQQgAAEIQAACEIDA0BEodmfT0GFhwT0RQKz2hK/ek3/2LyI/Ppofw6OfE7llSjvGDamKWK13a1U1O2K1KtLM0wgCiNVGpIEgIAABCEAAAhCAAASGmUDyziHJviNimDGx9uIEEKvFWTl5pFHV6o5URaw6udtKB41YLY2ME1wmgFh1OXvEDgEIQAACEIAABCAAAQhAIE3gwQcflGXLlsny5ctz8bz44oty5MgRWb9+PRhdIhCJVbekKmLVpU3WfayI1e7ZcaaDBBCrDiaNkCEAAQhAAAIQgAAEIAABCOQQeO655+SZZ57p2M9y8eLFcs4558jKlSvh6RIBT6weaPyDqmxI6bHq0kbrLlbEanfcOMtRAohVRxNH2BCAAAQgAAEIQAACEIAABDIIzM3NyauvvionT57MZTQ6OiqLFi2ShQsXwtIlAruvEHnlMyIfPcelqL1YEavOpax0wIjV0sg4wWUCiFWXs0fsEIAABCAAAQhAAAIQgAAEIDB0BGamRcYnnFw2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kSs9kKPc50jgFh1LmUEDAEIQAACEIAABCAAAQhAAAIQcJIAYtXJtJUKGrFaChcHu04Asep6BokfAhCAAAQgAAEIQAACEIAABCDgBgHEqht56iVKxGov9DjXOQKIVedSRsAQgAAEIAABCEAAAhCAAAQgAAEnCSBWnUxbqaARq6VwcbDrBBCrrmeQ+CEAAQhAAAIQgAAEIAABCEAAAm4QQKy6kadeomHRkB0AACAASURBVESs9kKPc50jgFh1LmUEDAEIQAACEIAABCDw/7d3N0By1XW+/z/d0zOZSTLJJDNhCAQyEwUCIq7+3VpCrEuI/sUiNz4su3XNHxcv4GXLB/bh79/KH12te0HgWluUV13XutQqu64s1/KiaK6WUP55uMVTlS6rggF5ykQIIWQmJJk8TGbG5F+/89B9zulzuvv0dJ8+5/R7dqeQmXN+D6/vr5vk07/+NQIIIIAAApkUIFjNZNliDZpgNRYXF2ddoBPBatbNGD8CCCCAAAIIIIAAAggggAACCMQXGBkZiX9T4I7JyUmtWLFCQ0NDKhQKsdu74oorNDo6qt7eXuu7VCpZ3yYQLBaL5W/TsGm/mT5iDypHNxCs5qiYTKW+QCeC1TVr1tQfGFcggAACCCCAAAIIIIAAAggggECuBGZmZhY8H4LVBRO2tQGC1bby0njaBAhW01YRxoMAAggggAACCCCAAAIIIIBAPgUIVvNZV++sCFbzX2Nm6BEgWGU5IIAAAggggAACCCCAAAIIIIBAEgIEq0kod7YPgtXO+tN7wgIEqwmD0x0CCCCAAAIIIIAAAggggAACXSpAsJr/whOs5r/GzNAjQLDKckAAAQQQQAABBBBAAAEEEEAAgSQECFaTUO5sHwSrnfWn94QFCFYTBqc7BBBAAAEEEEAAAQQQQAABBLpUgGA1/4UnWM1/jZmhR4BgleWAAAIIIIAAAggggAACCCCAAAJJCBCsJqHc2T4IVjvrT+8JCxCsJgxOdwgggAACCCCAAAIIIIAAAgh0qQDBav4LT7Ca/xozQ48AwSrLAQEEEEAAAQQQQAABBBBAAIHsCBRnZnSyvz87A/aMlGA1k2WLNWiC1VhcXJx1AYLVrFeQ8SOAAAIIIIAAAggggAACCHSTQM8921Vc818090fZC1cJVvO/UglW819jZugRIFhlOSCAAAIIIIAAAggggAACCCCQHYGe7/4H9XzmoE5974eZC1fTEKxu3rxZIyMj6u3tValUsr5NGGi+i8Wi9V0oFKwFYf7p/u/srJDOjnTFihVND+DEiRNN3+veeHj+dS0pDDddt8L27dtPLXgUNNA1AnkIVqd+/GltveXxqppt+8ZjuuFtHSjlr76mSz5+t9PxBt147+3aepok38/Nr7fpjsdu0IWeIT799Ut0ve7QY5+s/NQ/P097zn3W7x/YpB23b9VwYLph7ZUveX2HPv3BCV3jjsH699vkSm743A7dvsVt8Wl97ZLrVZ6V93dR85Vk9X+X26NnvgGLjtWqA8vD6jJgbf1sw42+GvrtguvFX4/KNKKNfVO96v/Vtrv+a7mefganjbAxhqzZyr1T2vHprbrN91AMrNeQNr3rrHrOdutV66OGn8zjYeIa32NIMl53asx9LFqthow3UIOq5dFA3bz1ledx4j6Oq+biPBa8DpXH9Lj+pWrc/lHVXic1FrjTr3c8dluB5yXf80TEuvO4RT0fN1LnSq3D1lLIOujU45d+EUAAAQQQQACBDgtYwerV90qjmzIXrqYhWN2yZYtWr15tBavBcNUbrLqhKsFqcgueYDU5a3pqkUAegtVqiint+PpjuuST1UFji9iimwmElf6A5HrJE/ZaIcZLdphmhUFuOHyVJ1i1wo+JcjjrC1G94WQgEPKFG972yiN3gws3RLEDk4lyEOQNouxrJ652gmprjg9pkwmp5A9nveOz5zRWDo/LIe+f7rIC3DHXIhjwtr1IHe7ACee8oZsZkTcEDwu4/D8LCwqdNpw15Q3Zq8P38PsrMsH1YP8mOsR31pP84bD9YoLsNRA278DPzBzvHPMG+u4LEpXHgBtKR/ntGLuzgWA1bLwRc3BRGqibe6mZx4PaprtfGiuH5eXHZODx6AajzQSr9ddJ1Fo3c71VE+uku1UJocshrXeMVcFqVEBtP5esDgu2HTv3MR9aZ89Qvc+N5XXsfd4xL1TxhQACCCCAAAI1BQ4dOqSdO3fq8OHDNa9btmyZLrjgAi1fvhzRDAmUg1Uz5oyFqwSrGVpoHRgqwWoH0OlyYQJ5DFaf/vqntetPnV2iC+OJfbcJT27VZwM7PU0QcY0mPvigLvPuUDWh07crwUs5uPLutjNhwpekz7q7UUPuscKrQDvuwK0wp2r3nh2Q3apNGrtlwhlTddBWDj/+8DH/GJwQ0ARgn9WtEfO9XVv3fk2XPHJZeedgeSxWsOrZKevsHCwHt7HVs3RDeGDprb0VDHoCae/sKoFTxE7GiLXQXLAaDNCckDNkrYUGYWbg5VDuMj3oC+49s/KEbpc9EhKs+nabNuhXZ8dq5HjdXazr/LvG7R2v3hceKuOvfoy5jyXzmK8Y2teNadtd8jwPmGsflK66WxOeQLmRHat2UFt54SJ8nUS8uOTW5d4x3el5LNqP+Rs1dstDld29dYNVa/Xau5XX3aHwYNv/4kwjwWpVwB666zhLj33GigACCNQRaOCdTRgiEEfg8ccft97qbHbl1frau3evJicntWHDhjjNc20bBQozB1WYqd1B4Z4/V88n7q1clKFwlWC1jYsnB00TrOagiN02hdwFq+YPpZ4wr+P19AVLTQSrVmBxq7TdDoojd/TFClbtMOeyx0zY5Y4pPFgNHktgewZ2sHqRq0IYt33PPasDRxA47T20ObBTsePFa8cA6u0UdXaFhoTh1mjKwWl4sBp19EP8YNU9xqH66IkwlXpBWfhb8d2WKmsjNFj17nptIFwLfzHB715rvI3cX3NleMLtvZ4duG67d+jOygs/zgsnm9bdpoeaCVbrrpPwYLUyx9W+3eiui3nBpPyCTEPBamXdhgargd2mdddLyPEI7Xg00iYCCCCQHgH7BbyodzYFj3pKz7gZSZoFfvrTn2rjxo0NDfHRRx/V+973voau5aL2C/h2o8bpLiPhKsFqnKJ237UEq91X88zPOF/Bqj+E7HhxfG8d3uuEmZ4zVRvZsVp1TmnIOYMxd6xab1N+l3lbvxuwmjEFduS5Z0lWHSNQ4+3SVW+VDp6T6IR01vEBnqMAuipEaWWwWjnztrzWQ499CHsLf9QZrZL/bN1ADSPOIK0blNUMRP3BauVMXndW3jM/G/QLOXNZqoTE7QxWfW17Hpvu2a8meHR3tbs73K+Z2Oo7AqHhHatNBav+F0a8QXJl7KoErr4XQqL93XbsHdfBM6/9AX3UWbrBc4brnS/d8ed4BoAAAgi0TMD7ZzKn0Rp/vmtZtzSUa4EdO3Y0vAvV7G7dunVrrj2yNLmmg1UzyQyEqwSrWVqNyY+VYDV5c3pcoECugtXU7FathFGVD4Zp7A/Mwd1yVW/39e3eq/8H76rddz6jwJh8H8yzQduukibGKscaRJ0R6f0QoKoPwvGc9xl5Pqy2adtVd0tW2LvABZ362xsMBusGZu3fsRpKGfGXvFYGq+FnrDrntKZ+x2pYYG2Hipf83DmWwxyFYR3vcYkec3ajj3/PfwRCW4PVGh9KJu8Zt26tt0u3lo8LaDBYDa7fuDtWQxdf/cdO6h/+DBABBBCIFGjsz4kAIhBH4J577tHFF1/c0C1PPPGErrzyyoau5aL2CywoWM1AuEqw2v41lOUeCFazXL0uHXuegtXKTsxOFtMJVqp2Djb2B+awYDX8zFbPGbIxdqxG7RSr+qRyZ6esvbPVfVt44NPCLeao+dr3uPdbl0Z+SFXKdhq3dflEn9Xpvs3/25sf0tV1z84MD1Zrnam79YFN5Q9Sqv3W/OizVKNqGH1mqfe80fAzSt0PozIfbBR6FEDIp9JXPmTNUyzncWD5JXjGqu+M45DHYvXb683b72+Vrt6kh75tn5/sPTLAzKjhYLXuOqk+CqB6jUQfxWCNXduku6RrrPOho8LNemesNn4UQ/TarHEESVsfszSOAAIIJCHQ2J8TkxgJfeRHgGA1u7VccLCqUenL92v+E+t1MoUMBKspLEqKhkSwmqJiMJTGBPITrKZjN1NUsOUGkPXOzgrdseoNxMI+GTtGsOpfFd4/xAdCi6pPc/d+2FSllej5+j/l3rqj3KY52zXwoT6+0K+xtZvZq2p9uryzw9cEbdff5Q+y/Z8AH77eWxqsftzdJRqod2iYF3FEhFXzCWvH5lbnCAh9znOWbsAidOdrMJCv49dIsFreZa0bPWFzjWMuyi8M3Cbf+N2jOqy6mR2oW1X1IWwhga+7+9s9diE470aCVetljbrrJPgoqb1u7tD1viMJ3ND7cblrMex+d4e+fc3q0A/Mixus+s8ZrLww4zlCJLNPAAwcAQQQCBMgWGVdtF6AYLX1pkm1uLBgdVT6+/s1f106Q1VjSLCa1ErKZj8Eq9msW1ePOjfBakrOoQrfEeqcL7jXhEx3e9Zb9Q7QqN1kt3mOLKzaXdqSYNXdUXqb7K48ZyJWfUqtPQUTCpmzIavPxHTvDb4tOqrNsJ2wOX9Y1ng79oXO1KvXUgNnjXqDzNMCgWjVjtWQM1qtWzwBWZ2zMv1VCp6pa//Wt15D5u090zX8SIGQXb41/BoJ9uyRhYw34gzZ8jxr1S1yR7YdKq66QfrqgWv02CcvdHZvP6RNJnAO+VA6f7AaUSdnV3ztdRJ4HEU9Vzhjv/Squ/Ww50O0LCUTlJbD9IizeT1u4eF+ZUermX/kGavuerHOdXWfiypz8J//m/PnCKaHAAJdJkCw2mUFT2S6BKuJMLelk+aD1fSHqgaMYLUtyyY3jRKs5qaU3TOR3ASr3VMyZooAAggggAACCCCQKwH7hat672zK1ZSZTNsFCFbbTty2Dop7fqniCwdrt//QbSre+pDnmmyEqgSrbVs2uWmYYDU3peyeiRCsdk+tmSkCCCCAAAIIIIBASgWq3iHUhe/oSWlpsjosgtWsVq6xcft3tWYnVCVYbay+3XwVwWo3Vz+jcydYzWjhGDYCCCCAAAIIIIAAAgggECFw//33a2RkRKOjozWN9u3bp8nJSb33ve/FMkMClWA1W6EqwWqGFlmHhkqw2iF4um1egGC1eTvuRAABBBBAAAEEEEAAAQTSKDAxMaHnnntO09PTNYc3ODioc889V2NjY2mcBmOKELCD1cdT/0FVYcPnjFWWdS0BglXWR+YECFYzVzIGjAACCCCAAAIIIIAAAgjUFDDh1dGjR3Xy5Mma1xWLRS1ZskT9/f2IZkig57sfVc+RGzV/3XrVrnD6JkWwmr6apGlEBKtpqgZjaUiAYLUhJi5CAAEEEEAAAQQQQAABBBBAIBUCxd0T0tqxzIWqBo9gNRVLKLWDIFhNbWkYWJQAwSprAwEEEEAAAQQQQAABBBBAAAEEkhAgWE1CObt9EKxmt3ZdO3KC1a4tPRNHAAEEEEAAAQQQQAABBBBAIFEBgtVEuTPXGcFq5krGgAlWWQMIIIAAAggggAACCCCAAAIIIJCEAMFqEsrZ7YNgNbu169qRE6x2bemZOAIIIIAAAggggAACCCCAAAKJChCsJsqduc4IVjNXMgZMsMoaQAABBBBAAAEEEEAAAQQQQACBJAQIVpNQzm4fBKvZrV3XjpxgtWtLz8QRQAABBBBAAAEEEEAAAQQQSFSAYDVR7sx1RrCauZIxYIJV1gACCCCAAAIIIIAAAggggAACCCQhQLCahHJ2+yBYzW7tunbkBKtdW3omjgACCCCAAAIIIIAAAggggECiAgSriXJnrjOC1cyVjAETrLIGEEAAAQQQQAABBBBAAAEEEEAgCQGC1SSUs9sHwWp2a9e1IydY7drSM3EEEEAAAQQQQAABBBBAAAEEEhUgWE2UO3OdEaxmrmQMmGCVNYAAAggggAACCCCAAAIIIIAAAkkIEKwmoZzdPghWs1u7rh05wWrXlp6JI4AAAggggAACCCCAAAIIIJCoAMFqotyZ64xgNXMlY8CdCFZRRwABBBBAAAEEEEAAAQQQQACB7hMYGRlZ8KQnJye1YsUKDQ0NqVAoxG5vy5YtWr16tXp7e63vUqlkfff09KhYLFrfpl3vd+xOuKEpAYLVpti4qZMCnQhW161b18kp0zcCCCCAAAIIIIAAAggggAACCHRA4PDhwwvulWB1wYSpbYBgNbWlYWBRAgSrrA0EEEAAAQQQQAABBBBAAAEEEEhCgGA1CeXs9kGwmt3ade3ICVa7tvRMHAEEEEAAAQQQQAABBBBAAIFEBQhWE+XOXGcEq5krGQMmWGUNIIAAAggggAACCCCAAAIIIIBAEgIEq0koZ7cPgtXs1q5rR06w2rWlZ+IIIIAAAggggAACCCCAAAIIJCpAsJood+Y6I1jNXMkYMMEqawABBBBAAAEEEEAAAQQQQAABBJIQIFhNQjm7fRCsZrd2XTtygtWuLT0TRwABBBBAAAEEEEAAAQQQQCBRAYLVRLkz1xnBauZKxoAJVlkDCCCAAAIIIIAAAggggAACCCCQhADBahLK2e2DYDW7tevakROsdm3pmTgCCCCAAAIIIIAAAggggEAWBWZmpP7+LI5cBKuZLFtigyZYTYyajlolQLDaKknaQQABBBBAAAEEEEAAAQQQQCABge/9P9JZX5Quzl64SrCawPrIcBcEqxkuXrcOnWC1WyvPvBFAAAEEEEAAAQQQQAABBDIpcPeV0v99UPrBjzMXrqYhWN28ebNGRkbU29urUqlkfff09FjfxWLR+i4UCtbSMP90/3cm10oHBr1ixYqmeyVYbZqOGzslkJdgdepHf6nLb3rUYdyoz//kK/rAaR1S/eV/0zs/9p3qsfh+bn79EX3rF3+lizzD/PVX36lr9S394i8qP603N+v3P9us+776AQ0HphzWXvmS13+ov7xil65zx2D9+80qK37hPn3l/W6Lv9Z/e+e1cmelq+0x+sdW6fwj//AL/dUfBO4xv3buq1w5pR/+xeXada25vkP1SrTbEBPT/yWfL9cvytRcttFXE/MT0943NV5vvTu1VdX97uQjxhW1Rr/tRQus48A6sq+sXuvW6M16/3b47yq/ry6Qvb48Pw/p02tl91P9vOBau+3Z14UvCHPN5v8d/vu44/H2EBxD+XfO80V1zSWF1DNq3QTvDz4nVM85uh4+GWd83rmH1tP3PNP8+q+uZ3Sd/uoP7OeVmx/zX1NVp0Qf+3SGAAIIIIAAAgi0UMAEq//X96XTN2cuXE1DsHrFFVdodHTUClaD4aobrJp/mi+C1fjr1gTUzX4RrDYrx30dE8hFsGr9BX9XOUytFTS2HToQVlbGMq5/fue1kicQskKIF+xATd5g2Bs+1pqbN6j1BHNmjr6QpSrMtK5wggc3RLEDj13l4M0f2JmxfnPMDVqD1/piIv3wq4/oXX9hQl5z3QPaHAiPGwqV2l6oTnUQFoT6a3GmWQsT1/nC9ejRNhasmvo9oI/oOy+MhwbwUQGtd42aiD0sOPP/LHxthD4mzWPli7s0buL6iGDdv+4chcBjIixkDP7MDQ/9IWMlfPMGq5V1Xq3eqvGEPQaCLzqEj9m+M6yelnFw3TgB7Hjwecd58aZ+PaNWnrG7SbveLH1HlbVaDmm9zzlVwWrwhYAG1n9gHqF18Aw1uG6tX1ltPKDN9V6E6NRTA/0igAACCCDQYoEDBw7oqaeeqnue5bJly/TWt75VK1eubPEIaK6tAm6wajrJWLhKsNrWlZGKxglWU1EGBpGUQC6CVSugkb7g7tg0wcu3ogKk9sqacOMmfSGw09MECddpl/lLvTdkDBlnVTjSyNxqzDc0bHGC15u0WeM37XLGVB3QVcKLPVW7Iqvn6QY+f6ldH3Z2CwfHHqR3fr/5zTdr17/rph2rYTtMnXDpzd/SfWPfbHGw6tbWrMGo3a0RAa1nbdnh/3jVLms36LNfJDAvIIT0UWOt15pveIDmHWuNkN8Txpmdpt/UR6QXxivPEyHBbiOBXXXwGn883t229mN0XB/5tjzPD/aLErr6O9pVfkHDfQCF1zP8sV69I9zdsWq5161n9S74Ski5S9f9ZFzf9Ox6t/0+r/GbHqjsoq4brJoW661//zwWXqf2/neA1hFAAIGmBBp4Z1NT7XJT1wo8/PDD1ludV69eXdNg7969mpyc1KWXXtq1Vqmb+MxBaabOqL53nXT99ysXZShcJVhN3Ypr+YAIVltOSoNpFshFsGr9pfwm6W/sQK/eX7oTrUc5VNisB4K7NxsJVhuZW+xg1d1J6h1TeLAaPJbAtvN7lz3NOP735spOyzp/QbB23f07++3V5p/dcxRAeLjpBmMtD1Y962OPb+ex95EQHqx63zYeFdJbrQT6CHvbvf9x5wnKzggcSeG5MHqHqJyAt9aO3UofVrA69i1t/tkDGv+qc/yGtV7H9fkXbi4fRVHvuaNV46kOVq/Tt/TNqhclzIsODwSD1Yh6Ru9Y9e/S9AWrUTuj67w4VenrTN9RHq7PF3RT5cWBhoJVZ5f9xHXhLywEdpvWq5O1Hj/2nZCjMxJ99qczBBBAIIaA/UJh1Dubgkc9xWiYS7tY4Ec/+pE2btzYkMCjjz6q97///Q1dy0UJCHh3o8bpLiPhKsFqnKJm81qC1WzWjVE3KZCPYNV9i3IFIRVn6fnOQTS7PpvYsVp++3WNucUMVt1A0z4D1R1TYOefe2al7xgBz/mIgaMHQsPWwLi8IZ0VfDghbGU8TS7iTN0WHQT6gtXyecHeyYWdfVn/KABfCBW5ViLOvvTUv9Fg1f7LX+CMy+B68YVt0efslt9a7qux1yFOsHqfrpu4vBzi2+vuPo1/q3LGb3h/lTNwTTBdfQZr/PGEBasmUHd3u7s7ws14gztko+rpO06k7FV9ruzCg1V/vbzrojI2VQJXX3De7Pr3z6NendwAot751Jl66mCwCCCQc4GQ45M6+A6snGN3zfTuuecebdiwoaH5Pv7447ryyisbupaLEhBoNlg1Q8tAuEqwmsAa6nAXBKsdLgDdJyuQh2DV/suz5y3K1m4ld0dbsp52b9VnN9pnWMYPVhuaW5xg1berNDAm3wcAbdRHrpZ2jXmPNXAt7fk98B7Ph1sFd6uGsUfs3iVYdVaNc0Zma3eshgWmYR/u1rodq6G7agJrNPSDlkLOAm7VDlF7x+p9+srZ/+wE+nIej3+mXZ4PT6u3E7JV4wkLVn/x4V3OkSbv0iPODvzx/+E929isk+h6vuuJqDNWW7xjtcaHk8m7I9qt+d9IN5WPC2gwWA09K7Yyj3p1Cn/Wr/8iRCf+a0GfCCCAgC3Q2J8T0UIgjsDdd9+tiy++uKFbnnjiCW3btq2ha7koAYGFBKsZCFcJVhNYQx3ugmC1wwWg+2QF8hKshp9r6pz1mSipE3xUhUSN/YE5uCsw+sxWz9xiBKtRO73CdviWA8+Qt2oHx9VQOOoGq/8gXfux71RXJfRDthItXgKdRYU79c6YjBpanbAoZG2Eh1Lh7XjXY1XI7xmSta7MGavX7tLlYecb19uhGvjQN7fp0LGGfMp85UPXPIMKnrFqvaXe2Tlu1qC1Yzr8rexfeX/4my5bNZ7QYNUay03StZv1wLfsM6Orjm6oUU/f2+/LDNFHfDR7xmr1zuXgkQuVF1wsL3O27bel66zzpZtd//77agertfvYFfFBaQk8+OkCAQQQqCHQ2J8TIUQgjgDBahytlF270GBVp0tffUC64fyUTcweDsFqKsvS0kERrLaUk8bSLpCXYPXyn22ufNp5Bz/9Ofrt0o2dnRUWrNadW4xg1b8evX+ID7wd27frNzj2sH+vPjfU99Z/90gD59PIveNoKJRN+wOp4fGFhT4NfCp6ZPuNvRXed35t6HqpH6yaIdjBvP9IAt/PInaL+0LZ0P7DjwOoH2S6n/Z+s/QFzw5q3zEcw75zl90XF+wXE1rwoUjBUDjQt1W6sJ85Na0Orx8tnw3qn3/EkQmO5/94zwP6cNWZqdHB6i/+4qL69axad7XXybd0rf/ogvLuVnfNNLv+4war/nMKvTUYt+re8AOWCxFAAIGEBAhWE4Luqm4IVjNc7gUFq6dLdzwg/ad0hqoEqxlelzGGTrAaA4tLsy+Qh2C16jxHSZ06YzV8R6jz1utX7Q9UqXxVn5kZtRvs5sc8dwWDgZYEq5Xw51Grq8DbxQNv/93oDbEi+69zzqYzpe4LVq9V1X5dzxmkoW+Td6x87tbPwt4a7lz8J9do4/+cc3YKep+rwsKtiIDWCkp36fM/qeyQrl7j/nUcPv7KeorabRj2okT07tpr5dulGvL2dK9V1bmk5aNCqoPV6jNUbTvznFI+UsC3o9WuQZzxeKvhm3etD2mK2NVrr4FvatVfS1+euq7y4XFWJ5Wd0CZItVaMCcc9L3DUq6fvv3JRj3VnbJuu/o4eCnzYln+nc8R6Da7/qoDYP4/IM1bd535rl/3Nsp/LKl/Vj5/s/zecGSCAQF4ECFbzUsk0zYNgNU3ViDmWpoPV9IeqRoIdqzHXQwYvJ1jNYNEYcvMC+QhWm58/dyKAAAIIIIAAAggg0FmBxt7Z1Nkx0nvWBAhWs1Yxz3hf+Tfp+TdqT+DBW6SbH/Bck41QlWA1w+syxtAJVmNgcWn2BQhWs19DZoAAAggggAACCCCQcQHrXSK139mU8Rky/IQFCFYTBk+6O9+u1uyEqgSrSS+UzvRHsNoZd3rtkADBaofg6RYBBBBAAAEEEEAAAQQQaJPAj3/8Yw0PD2t0dLRmD/v27dPU1JS2bNnSppHQbFsEysFqtkJVgtW2rIbUNUqwmrqSMKB2ChCstlOXthFAAAEEEEAAAQQQQACB5AVeeuklPfPMM3XPs1y2bJnOP/98rVu3LvlB0mPzAlaw+ljqP6gqbIKcsdp82bNyJ8FqVirFOFsiQLDaEkYaQQABBBBAAAEEEEAAAQRSIzAzM6OjR4/q5MmTNcdULBa1ZMkS9ff3p2bsDKQBgbuvko78jfSfzm/g4nRdQrCarnq0YzQEq+1Qpc3UChCsprY0DAwBBBBAAAEEEEAAAQQQQACBaoGJXdLYtYqYsAAAIABJREFUeCZl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IFjNegUZPwIIIIAAAggggAACCCCAAALZECBYzUadFjJKgtWF6HFv5gQIVjNXMgaMAAIIIIAAAggggAACCCCAQCYFCFYzWbZYgyZYjcXFxVkX6ESwmnUzxo8AAggggAACCCCAAAIIIIAAAvEFRkZG4t8UuGNyclIrVqzQ0NCQCoVC7PauuOIKjY6Oqre31/oulUrWtwkEi8Vi+ds0bNpvpo/Yg8rRDQSrOSomU6kv0Ilgdc2aNfUHxhUIIIAAAggggAACCCCAAAIIIJArgZmZmQXPh2B1wYRtbYBgta28NJ42AYLVtFWE8SCAAAIIIIAAAggggAACCCCQTwGC1XzW1TsrgtX815gZegQIVlkOCCCAAAIIIIAAAggggAACCCCQhADBahLKne2DYLWz/vSesADBasLgdIcAAggggAACCCCAAAIIIIBAlwoQrOa/8ASr+a8xM/QIEKyyHBBAAAEEEEAAAQQQQAABBBBAIAkBgtUklDvbB8FqZ/3pPWEBgtWEwekOAQQQQAABBBBAAAEEEEAAgS4VIFjNf+EJVvNfY2boESBYZTkggAACCCCAAAIIIIAAAggggEASAgSrSSh3tg+C1c7603vCAgSrCYPTHQIIIIAAAggggAACCCCAAAJdKkCwmv/CE6zmv8bM0CNAsMpyQAABBBBAAAEEEEAAAQQQQCA7AsWZGZ3s78/OgD0jJVjNZNliDZpgNRYXF2ddgGA16xVk/AgggAACCCCAAAIIIIAAAt0k0HPPdhXX/BfN/VH2wlWC1fyvVILV/NeYGXoECFZZDggggAACCCCAAAIIIIAAAghkR6Dnu/9BPZ85qFPf+2HmwtU0BKtbtmzR6tWr1dvba32XSiXr2wSCxWLR+i4UCr7v7KyObI/0xIkTC57A4fnXtaQwbNWvma/C9u3bTzVzI/d0p0BegtWnv36Jrr/LreE23fHYDbqwUyX91dd0ycfvdnrfoBvvvV1bT5Pk+7n5dfU4rXnoDj32ycrop378aW295fHq9pyfWL9/YJN23L5Vw4E5h7VXvuT1Hfr0Byd0jWtl/fttKvf0uR26fUuwxSnt+PRWTVz9mG54m7ezp/W1S66XvlH5ub8m7rUeD0k1x9ep+rW1X9vJXR3lrjbcWFW/aj/venHauSpkrUxc41s/Vh9ObeWpqX9dVSa9zVND+6d2zW9zF4b5Uch47Wsbn591tfW4DZlXVQ0iHivlx7x9gzv28LVXueayRy7RnWNh69vpOPBYsKYc+niQLMcqc+Nwp8acx74ZT1V/vsef41bl6tq786/nG/F7W0d3PHaZHgxbf97noqrnKU8x3PUWwydYyqBX7XVeWbve5Vd57qw33w7+d6CtzyM0jgACCCCAAALdLmAFq1ffK41uyly4SrDa7au39vwJVlkfmRPIQ7BqB0Rj5TA1POhIqDSBsLISeo7rX8KCx5fsQE3e8NQbllkhx0Q5nPWFqN4AJBDI+EKzQPhmS4QHNhPl8MgfDLl6bruV8M0fulWHcl73p/W1r0s3fPJCO4xyw+LQ8SVUr8S7CXMN1iIscAz+rBIoec2j1r4Jrx7UNt390lg5wA291llTlRDRGZu8wW/Yz1zIGvNb5w+BrbD3SxMaMzFzOagPX3dW+OY8VkzUXx3IugHcQ9p07+0a/17t4DQ06HSnEBJChwXTvsdEq4JV+V94cPt9vBx81vOVL9CtXt6N+frmFnzRJqZPrWA1rI7+n9nrvPK85Dx7lV9MMs+rlQA78YczHSKAAAIIIJBigUOHDmnnzp06fPhwzVEuW7ZMF1xwgZYvX57i2TC0oEA5WDW/yFi4SrDKeq4lQLDK+sicQG6CVW+wEdyJmWBVTFh1qz7r2enpBhnXaOKDD+oy705aE2J9uxJ0WXFncPebFT5Jn3V3o4bcY+2EDbRTO/Sx+7lVmzR2y4QzpurApSp8csayad1tmnhXcMdq1E7W8ki049P/ovHb/TvIOhqCJ7guKl2FB1vloHvdHdoxdqfvhQLvMCsBoxMofW5Mtz1QJyy1dpGa8MmswUoIFWnvCfNNQOkNNCtjccLVYFha7svZpe3cENaX+zNrvuXHb4SPZ43bL0JUXkgJs20+WA0P8qw+nEBxLLCjt3U7Vu+UrpImxirPH9bjdGJMukvOzvIaL3hYhs0Fq1HPIdW74eP7RAWrsda5u+vfbay8HghWO/I0RqcIINAegQbe2dSejmk1rwKPP/64RkZGrLc71/rau3evJicntWHDhrxSZG5ehZmDKszUHnbhnj9XzyfurVyUoXCVYDVzSzLRAROsJspNZ60QyG+wau9cs96C38mvcshr3oLbRLBq7Sy9VdpuzyV0p13sYNWEI2Ys3jGFB6veYwmsXY/vekzmbdTmn/6jAGoHq9WBs10UgtXK4gwPGgOLtypQ+qz0pcrRDJG7UJ3gfa/nLenR9pW1UCugbCRQtEdffUyEGyRbR0qs9h5JUWNHpXNERiNrpuaOVGfHa/hRAFHBt7VaQ4/BaMShsaMA7tTYNzbpoUfGdbtzFIj1mBu7URO3uEd2hI3P61tr/G4tqnd4Rh3JER6sRu0Qrffiiv8x7w/Uo9b5Vpk1e/1dgZ285cvrzbeTT/70jQACCMQRqP5vZfDdGnFa41oEjMBPf/pTbdy4sSGMRx99VO973/saupaL2i/g240ap7uMhKsEq3GK2n3XEqx2X80zP+PcBKueHWz2W0mj/iKeYMl8b5nd64SZnh2bjexYLb/tuTLuqrfbxwxW3YD0hre5AasZU2AnmnuGovs2fdPHI5dZZ3dW7vda1gpVvP34/RsJyRKsWAJdRQdBzQWrt2urKsHk6pDzPn2hXnDnZ9h5rJ5dp80Fqw2cIevbVe5dOxFnZnqOi2hkzUSeseocmeENmP1FbzJYLZ+B7G2t8hzUcLBq7Sp2X4BxHjf3junO8lnIET7lo0Aifl8+I9Y8D4XUJ+I4jjQEq/Ypz4Fzfhueb/CM6AQe4nSBAAIINCUQ8melGn++a6oLbuo6gR07djS8C9Xsbt26dWvXGaV1wk0Hq2ZCGQhXCVbTuvLSMS6C1XTUgVHEEMhDsGqm6wtSrtqmbXfJ/7b7GCYLv7QSAlRC0Mb+wBwMjeyzSD1ve7beJib/h3PFCVY9Aam9k9Czi9b3gTQbtK38tmR/KBw3WI3arWrFJaEf/LPwCqS3hTYEq56dzJ/VrYEPUgoL2uzA75Kfh33okvVoKp/T2VywWr2jMRjQ+c7YdYtlhXvhb2X37qhsZM1kdseqcz6stSNczosZf7rL8yFzNY4CsM5CrffW+Po7gr2PnfQEq4FHNEcBpPcpjpEhgECTAo39ObHJxrmtSwXuueceXXzxxQ3N/oknntCVV17Z0LVc1H6BBQWrGQhXCVbbv4ay3APBapar16Vjz0uw6itf8FzSRGvrBFlVO8Aa+wNzWLAafmar55iDGMFq1E6+sA+dKgeoJuD5eNXn2Eu+OUbtWPUfZRAsRSMhWaLla3tnUcFq5czS5s6etNs1Z3TeLXPW5oX2TELWhhs6VoewzuTbcMaqfT6p+3b2kLXiOzIjIph1dtdWvdhQrlmlXXNcRfhb/e2Lo4PXwM5t73pI4IzVMXN8yV47UL1D19tHbjRwVELF1xzvUevDnGoEsyG7l1tyxmpgDfp2Zoeeleu8UGY+rOzqCW0NOz+6znpp+8OYDhBAAIGWCzT258SWd0uDuRYgWM1ueRccrGpU+vL9mv/Eep1MIQPBagqLkqIhEaymqBgMpTGBXASrvr+42+HKQ5t3eD5AqjGLVlxV+9zK6yXPB9+EnZ0VumPV+6ncVqAQOD82RrDqn6P3D/GBsCtsZ6xzc6wdq3U+SIxg1aC6O5y3lXciN/Zp6f4ArbwLtBx4R4Tdznr59uaHdHUwTHM+OGPD59zHjzM23agd7geoueP1/cxdWTWCOzdEC12v7ljvkD5eO1h1g9Hr76p4Wb17gs/mg9VKOyobRPzMmXKjZ6wGPwTMHxB73dxdxs78fI+her7tDlbj+4SF6u7zc911HvE8VLGrN99WPKvTBgIIIJCEAMFqEsrd1gfBanYrvrBgdVT6+/s1f106Q1VTFYLV7K7NJEZOsJqEMn20VCAXwWrVUQDmLcXOjr2WatVvLHxHqHPWotmJ5tv5GQiGQt8aHzhbUNJCz1itzKL2UQDm7eJhH/4VJ1itF5zW+3198axdUe+MTE91rLOCvfPzrpewgK2y69Va/5Ghtn3vqhukr37t8SrA6t3L1WtQ5TMug7dHnfFZ57zR8tq/VNvueljWzk3vB895dtG6Pw97rLmBcOQZq87jxwSvflt3Ht4w8zZ5dSphs3/OjQSrVWeEWk14z4H219P3YVJVwWrIGanltqLPWJXM3CKCyBBfM8LqHavO3H3Hhtg/i/Ipt+OeQxtYO9W18j8vhh4b0fB8PWdaZ+2pgvEigECXCRCsdlnBE5kuwWoizG3ppPlgNf2hqgEjWG3LsslNowSruSll90wkL8Fq91SMmSKAAAIIIIAAAgjkS8B+YazeO5vyNWdm024BgtV2C7ev/eKeX6r4wsHaHTx0m4q3PuS5JhuhKsFq+9ZNXlomWM1LJbtoHgSrXVRspooAAggggAACCCCQTgHnOJ7K4Krf2ZTOgTOqtAoQrKa1Mq0Zl39Xa3ZCVYLV1tQ/z60QrOa5ujmdG8FqTgvLtBBAAAEEEEAAAQQQQKBrBe6//36NjIxodHS0psG+ffs0OTmp9773vV1rlcWJV4LVbIWqBKtZXG3JjplgNVlvemuBAMFqCxBpAgEEEEAAAQQQQAABBBBIkcDExISee+45TU9P1xzV4OCgzj33XI2NjaVo9AylnoAdrD6e+g+qCpsHZ6zWq253/55gtbvrn8nZE6xmsmwMGgEEEEAAAQQQQAABBBCIFDDh1dGjR3Xy5MmaSsViUUuWLFF/fz+aGRLo+e5H1XPkRs1ft161K5y+SRGspq8maRoRwWqaqsFYGhIgWG2IiYsQQAABBBBAAAEEEEAAAQQQSIVAcfeEtHYsc6GqwSNYTcUSSu0gCFZTWxoGFiVAsMraQAABBBBAAAEEEEAAAQQQQACBJAQIVpNQzm4fBKvZrV3XjpxgtWtLz8QRQAABBBBAAAEEEEAAAQQQSFSAYDVR7sx1RrCauZIxYIJV1gACCCCAAAIIIIAAAggggAACCCQhEBasfvSjH43s+p/+6Z+qfjc5OakVK1ZoaGhIhUIh9rC3bNmi1atXq7e31/oulUrWd09Pj8y5w+bbtOv9jt0JNzQlQLDaFBs3dVKAYLWT+vSNAAIIIIAAAggggAACCCCAQPcIRO1YDQtXw0JVI0Wwmt/1QrCa39rmdmYEq7ktLRNDAAEEEEAAAQQQQAABBBBAIFUCtY4C8IarUaFqK4LVd1++SSOnjdi7VXvNbtUea7eqtWO1p6hioahC0eyENbtW1dSu2FShJzyYof6RpnskWG2ajhs7JUCw2il5+kUAAQQQQAABBBBAAAEEEECguwTqnbFqwtVaoSrBavrXC8Fq+mvECFsoQLDaQkyaQgABBBBAAAEEEEAAAQQQQACBSIF6wWojdAs9CoAdq40oN38NwWrzdtyZQQGC1QwWjSEjgAACCCCAAAIIIIAAAgggkEEBgtUMFi3mkAlWY4JxebYFCFazXT9GjwACCCCAAAIIIIAAAggggEBWBAhWs1Kp5sdJsNq8HXdmUIBgNYNFY8gIIIAAAggggAACCCCAAAIIZFCAYDWDRYs5ZILVmGBcnm0BgtVs14/RI4AAAggggAACCCCAAAIIIJAVAYLVrFSq+XESrDZvx50ZFCBYzWDRGDICCCCAAAIIIIAAAggggAACGRQgWM1g0WIOmWA1JhiXZ1ugE8FqtsUYPQIIIIAAAggggAACCCCAAAIINCMwMjLSzG2+eyYnJ7VixQoNDQ2pUCjEbu/dl2/SyGkj6u3tVam3pFKpRz099nexp6hioahC0bRbkGm+mT5iDypHNxCs5qiYTKW+QCeC1VY8kdafGVcggAACCCCAAAIIIIAAAggggECaBJYtW7bg4bz00ksEqwtWbF8DBKvts6XlFAoQrKawKAwJAQQQQAABBBBAAAEEEEAAgRwKEKzmsKiBKRGs5r/GzNAjQLDKckAAAQQQQAABBBBAAAEEEEAAgSQECFaTUO5sHwSrnfWn94QFCFYTBqc7BBBAAAEEEEAAAQQQQAABBLpUgGA1/4UnWM1/jZmhR4BgleWAAAIIIIAAAggggAACCCCAAAJJCBCsJqHc2T4IVjvrT+8JC6Q1WP3Rj36k97///Qlr0B0CCCCAAAIIIIAAAggggAACCMQVaPTv8ASrcWWzdz3BavZqxogXIJDGYNU8IZsvgtUFFJZbEUAAAQQQQAABBBBAAAEEEEhIoNG/xxOsJlSQDnZDsNpBfLpOXiBtwar7ZEywmvxaoEcEEEAAAQQQQAABBBBAAAEEmhFo9O/yBKvN6GbrHoLVbNWL0S5QIE3BqveJmGB1gYXldgQQQAABBBBAAAEEEEAAAQQSEmj07/MEqwkVpIPdEKx2EJ+ukxdIU7BqZt/oq1zJS9EjAggggAACCCCAAAIIIIAAAgiECTT6d3mC1fyvH4LV/NeYGXoE0hasesNVzlhlqSKAAAIIIIAAAggggAACCCCQfgHOWE1/jZIaIcFqUtL0kwqBNAarbrhKsJqKJcIgEEAAAQQQQAABBBBAAAEEEKgpYILVRv4Oz47V/C8kgtX815gZegTSGqxSJAQQQAABBBBAAAEEEEAAAQQQyJcAwWq+6hk2G4LV/NeYGRKssgYQQAABBBBAAAEEEEAAAQQQQCBhAYLVhME70B3BagfQ6bJzAknvWD1w4IBWrVrVuQnTMwIIIIAAAggggAACCCCAAAIIdESgFcHqiy++qJUrV2poaEiFQiH2PN59+SaNnDai3t5elXpLKpV61NNjfxd7iioWiioUTbsFmeab6SP2oHJ0A8FqjorJVOoLJB2svvLKK1q7dm39gXEFAggggAACCCCAAAIIIIAAAgjkSqAVwepTTz2lNWvWEKymdGUQrKa0MAyrPQJJB6svvfSSzjnnnPZMhlYRQAABBBBAAAEEEEAAAQQQQCC1Aq0IVv/1X/9V69atI1hNaZUJVlNaGIbVHoFOBKsHDx7UkiVLrK37pVKpPROjVQQQQAABBBBAAAEEEEAAAQQQyIXA/Py8zNGCR48etQJVgtX0lpVgNb21YWRtEOhUsOr224Yp0SQCCCCAAAIIIIAAAggggAACCORQwJx3SrCa7sISrKa7PoyuxQKdCFYPHTqkkydPtngmNIcAAggggAACCCCAAAIIIIAAAnkWKBaLWr58OTtWU1xkgtUUF4ehtV4gyWD18OHD2rVrl9544w39/ve/b/1kaBEBBBBAAAEEEEAAAQQQQAABBHIr0NPToxUrVmh8fFzmvFazgzXu17sv36SR00bU29urUm9JpVKPTLvmu9hTVLFQVKFo2i3INN9MH3HHlKfrCVbzVE3mUlcgyWDVnIXy8ssva//+/ZqbmxPHAdQtDxcggAACCCCAAAIIIIAAAggggICJOQsFKwxdtWqVzjrrLOuzW5oJPQlW27ucCFbb60vrKRNIMlidnZ21QtW9e/fqyJEj1nEAhKspWxAMBwEEEEAAAQQQQAABBBBAAIGUCZgA1RwDsHTpUq1evdoKV/v6+ghWU1YnMxyC1RQWhSG1TyCpYNXMwASpZteqCVenpqZ0/Phx60gAMwYC1vbVmJYRQAABBBBAAAEEEEAAAQQQyKKACVTNt3mb/sDAgIaHh61Q1exWNUFrM1/sWG1GrfF7CFYbt+LKHAgkGawaLhOkHjt2TOa8VfN94sQJzlvNwTpiCggggAACCCCAAAIIIIAAAgi0Q8CEqosWLbLOVDXfixcvtoLWZr82b96skRHnjNWSOWO1VDljtVi0Alv3iAE32G22r268z5yB2+yXyYgW+nV4/nUtKQw3tZvZ9F3Yvn37qYUOgvu7RyDpYNXImp2r5oxV822CVvPvfCGAAAIIIIAAAggggAACCCCAAAJBARN0miDVnK9qvpvdqeq2e8UVV2h0dLTcnglW3XDVtO1+WyGbs2OWqjQusJDQm2C1cWeuTIlAJ4JVM3Xe+p+SBcAwEEAAAQQQQAABBBBAAAEEEMiIQDMfVhWcGsFqe4tNsNpeX1pPmUCngtWUMTAcBBBAAAEEEEAAAQQQQAABBBDoAgGC1fYWmWC1vb60njIBgtWUFYThIIAAAggggAACCCCAAAIIIIBA2wQIVttGazVMsNpeX1pPmQDBasoKwnAQQAABBBBAAAEEEEAAAQQQQKBtAgSrbaMlWG0vLa2nUYBgNY1VYUwIIIAAAggggAACCCCAAAIIINAOAYLVdqhW2mTHant9aT1lAgSrKSsIw0EAAQQQQAABBBBAAAEEEEAAgbYJEKy2jdZqmGC1vb60njIBgtWUFYThIIAAAggggAACCCCAAAIIIIBA2wQIVttGS7DaXlpaT6MAwWoaq8KYEEAAAQQQQAABBBBAAAEEEECgHQIEq+1QrbTJjtX2+tJ6ygQIVlNWEIaDAAIIIIAAAggggAACCCCAAAJtEyBYbRut1TDBant9aT1lAgSrKSsIw0EAAQQQQAABBBBAAAEEEEAAgbYJEKy2jZZgtb20tJ5GAYLVNFaFMSGAAAIIIIAAAggggAACCCCAQDsECFbboVppkx2r7fWl9ZQJEKymrCAMBwEEEEAAAQQQQAABBBBAAAEE2iZAsNo2WqthgtX2+tJ6ygQIVlNWEIaDAAIIIJB7gRcOvqA7n75TO6d2av7kfO7nG3eCpWJJFwxfoGsuvEZvHnpz6O3Hn/ut9n3j73TsqV/r1Hx3GBZKJS1+60Ua/finNHDueXFZuR4BBBBAAAEEHAGC1fYuBYLV9vrSesoECFZTVhCGgwACCCCQawETqn7m4c+ot9SrvlKfCirker7NTO6UTml2flZz83P620v/tipcNaHqrk9cr2J/v4qL+qVClxieOqWTJ2Z0cmZG439/B+FqM4uLexBAAAEEEJBEsNreZUCw2l5fWk+ZAMFqygrCcBBAAAEEci3wuUc+p+cPPa9FpUW5nmcrJndi/oTOWX6ObnnXLb7mJv76Bs08/5yK/QOt6CZzbZycOa7+c87V2Je/lrmxM2AEEEAAAQTSIECw2t4qEKy215fWUyZAsJqygjAcBBBAAIFcC3zohx/Skv4l7FRtoMpm5+rRmaP6wQd+4Lt653suVWn5UPfsVA1anTql+UMHdcHPHm5AkUsQQAABBBBAIChAsNreNUGw2l5fWk+ZAMFqygrCcBBAAAEEci2w9QdbNbR4KNdzbOXkDh47qB0f2uFr8jebNqp3ZFUru8lcW3OT+/WWhx7N3LgZMAIIIIAAAmkQIFhtbxUIVtvrS+spEyBYTVlBGA4CCCCAQK4FCFbjlZdgNdyLYDXeOuJqBBBAAAEEvAIEq+1dDwSr7fWl9ZQJEKymrCAMBwEEEEAg1wIEq/HKS7BKsBpvxXA1AggggAAC9QUIVusbLeQKgtWF6HFv5gQIVjNXMgaMAAIIIJBhAYLVeMUjWCVYjbdiuBoBBBBAAIH6AgSr9Y0WcgXB6kL0uDdzAgSrmSsZA0YAAQQQyLAAwWq84hGsEqzGWzFcjQACCCCAQH0BgtX6Rgu5gmB1IXrcmzkBgtXMlYwBI4AAAghkWIBgNV7xCFYJVuOtGK5GAAEEEECgvgDBan2jhVxBsLoQPe7NnADBauZKxoARQAABBDIsQLAar3gEqwSr8VYMVyOAAAIIIFBfgGC1vtFCriBYXYge92ZOgGA1cyVjwAgggAACGRYgWI1XPIJVgtV4K4arEUAAAQQQqC9AsFrfaCFXEKwuRI97MydAsJq5kjFgBBBAAIEMCywsWP2YvnT5pTrDO/+jD+vPHvmHxEWu+MP/rm3LJnT3/3ebftLG3lsdrI5+5V4tP7N6wCefvlMv/OcftnEmrW16bnK/3vLQo61tlNYQQAABBBDoEgGC1fYWmmC1vb60njIBgtWUFYThIIAAAgjkWqD5YNUJVQNBqhVwrpR2Pvvnum13cnTZC1Y/oDX/dI0WL3lFh/7kU9rnpfr3N+nN//EiKUPhKsFqcmudnhBAAAEE8idAsNremhKstteX1lMmQLCasoIwHAQQQACBXAs0FayuvVH/ff0FWhyxO/Vj7/pnXapkd65mLVi1d6qGhKrWarND1/5d2dm1SrCa66cJJocAAggg0GYBgtX2AhOstteX1lMmQLCasoIwHAQQQACBXAvED1bDd6pGI9nXa8+fafvT9lX+EDTkOIH5neW39FvXLvq5HtalunSp3pawAAAavklEQVTJq3r4vu36B12hG9+9TReUnF7nd+rhw2O61DoK4Fd6m/d31iXufZKsUHhIP98jXXrmGXrVM65GCt2qowCsYHXo19r/0S/ojTodhx0X4D0qwPx+8I2faWb8PVqsX2v/96Th/7hS0w9Kyy9bo9kHP6gJ/Z3OvWyNr6eabTQwLm9jBKuNrB6uQQABBBBAIFyAYLW9K4Ngtb2+tJ4yAYLVlBWE4SCAAAII5Fqg2WB16MDd+vOfe04zvfBL+uczvaetumFmnWB17RW6YvdPfOeimh2vf3jCbt8+WmCxLwC1dsSWQ1Y3LL1Ai61A9lfS2p/oJ55jCNxw1jr7tc5u23rFTjpYXfGf79KqC6Vj/3iVXvlfzug+aYekVmD6dckOXo9WrnGOEiju+Zme+8u/s25a8e8/oDf+l/fM1k9p7H9u0LzTblUb9SACvydYjQnG5QgggAACCHgECFbbuxwIVtvrS+spEyBYTVlBGA4CCCCAQK4FWhasepXcXaHW7tJ6O1btG90AtdyMc8xA2Fv8w44aqLouGPS6u2CtsY1poskzYDsSrI6/GNjZakLR90jeYFWVEFVWsPomzXjDWAvWPde1UixfOOttI+aqJ1iNCcblCCCAAAIIEKwmtgYIVhOjpqM0CBCspqEKjAEBBBBAoFsEmg1Wz4g4X9Vys0JNOW/brx2sytmResyzA9YbnMYOVvcNaZvZOesZn6+NjASr1g5S/Uz739igVRcuCV2OkaFoVbDqBqqeXa2qE87GfAAQrMYE43IEEEAAAQQIVhNbAwSriVHTURoECFbTUAXGgAACCCDQLQLxg1XPW+9Dw1X3/NPGjgI4I+SDrhYSrP7b4TG93Tpr9bby8QKpDVYjP7zKeXu/G6xW7Vj1r043hHXf9l+9Y9Ufotp3E6x2y2OceSKAAAIIpF+AowDaWyOC1fb60nrKBAhWU1YQhoMAAgggkGuBpoJVSyTsQ6y8H0TlD1YrZ7I61zhvzbeCVe95qe5b+OsdBeC9xx3L/E5ZwepKaaf7Vn/3TNWUHQVQeVv+Kzr0J5/SPt8qs0PPvj3ujtWwM1ZVvq/RYNW054av7gdicRRArh/eTA4BBBBAICMCBKvtLRTBant9aT1lAgSrKSsIw0EAAQQQyLVA88GqJ1z1ClmBqPSly8/R89YZq54drtZ1r+rhPdKlowedXaXuDlenEXP/wXOsD8IyxwP8UB/QtsAOVClwT6BNO6x12jOB6gvSB9ZfoMWm7ZdXpeKMVZfMDTirFllICFq5xh/G1g9WJXsX60UqOo2YQPX4uZUPvZr7P+2jB8q7XmOueo4CiAnG5QgggAACCHgECFbbuxwIVtvrS+spEyBYTVlBGA4CCCCAQK4FFhas5pomdHKt+vCqvMkRrOatoswHAQQQQCBJAYLV9moTrLbXl9ZTJkCwmrKCMBwEEEAAgVwLEKzGKy/BargXwWq8dcTVCCCAAAIIeAUIVtu7HghW2+tL6ykTIFhNWUEYDgIIIIBArgUIVuOVl2CVYDXeiuFqBBBAAAEE6gsQrNY3WsgVBKsL0ePezAkQrGauZAwYAQQQQCDDAgSr8YpHsEqwGm/FcDUCCCCAAAL1BTZv3qyRkRH19vaqVCpZ3yYMNN/FYtH6LhQKVkPmn+7/rt8yVxiBFStWNA1x4sSJpu91bzw8/7qWFIabrlth+/btpxY8ChroGgGC1a4pNRNFAAEEEEiBAMFqvCIQrBKsxlsxXI0AAggggEB9gS1btmj16tVWsBoMV73BqhuqEqzWN23VFQSrrZKkncQECFYTo6YjBBBAAAEERLAabxEQrBKsxlsxXI0AAggggEB9AYLV+kaduoJgtVPy9Nu0AMFq03TciAACCCCAQGwBgtV4ZASrBKvxVgxXI4AAAgggUF+AYLW+UaeuIFjtlDz9Ni1AsNo0HTcigAACCCAQW4BgNR4ZwSrBarwVw9UIIIAAAgjUFyBYrW/UqSsIVjslT79NCxCsNk3HjQgggAACCMQW+NAPP6Ql/UtUkP2BCHxFC5zSKR2dOaoffOAHvot2vudSlZYPmU+T6E6+U6c0f+igLvjZw905f2aNAAIIIIDAAgUIVhcI2MbbCVbbiEvT7REgWG2PK60igAACCCAQJvC5Rz6n5w89r0WlRQDVETgxf0LnLD9Ht7zrFt+VE399g2aef07F/oGuNDw5c1z955yrsS9/rSvnz6QRQAABBBBYqADB6kIF23d/WLD6gx/4X2T39v6hD32oajCH51/XksKwmv3QscL27dtPtW+KtJw3AYLVvFWU+SCAAAIIpFnghYMv6DMPf0a9pV71lfrYuRpSLLNTdXZ+VnPzc/rbS/9Wbx56s++q48/9Vrs+cb2K/f0qLurvnp2rp07p5IkZnZyZ0fjf36GBc89L81JnbAgggAACCKRWgGA1taVR1I7VsHA1LFQ1MyNYTW99czkygtVclpVJIYAAAgikWMCEq3c+fad2Tu3U/Mn5FI+0M0MrFUu6YPgCXXPhNVWhqjsiE67u+8bf6dhTv9ap+e4wLJRKWvzWizT68U8RqnZmadIrAggggEBOBAhW01vIWkcBeMPVqFCVYDW9tc3tyAhWc1taJoYAAggggAACCCCAAAIIIIAAAgEBgtX0Lol6Z6yacLVWqEqwmt7a5nZkBKu5LS0TQwABBBBAAAEEEEAAAQQQQAABgtXMrIF6wWojE+EogEaUuKZlAgSrLaOkIQQQQAABBBBAAAEEEEAAAQQQSLkAO1bTWyCC1fTWhpFFCBCssjQQQAABBBBAAAEEEEAAAQQQQKBbBAhW01tpgtX01oaREayyBhBAAAEEEEAAAQQQQAABBBBAoMsFCFbTuwAIVtNbG0bWgmB1fn5er7/+uu677z48EUAAAQQQQAABBBBAAAEEEEAAgcwJEKymt2StCFan5/drcWGlCoVCUxMtbN++/VRTd3JTVwo0ehSACVXn5uYIVrtylTBpBBBAAAEEEEAAAQQQQAABBPIhQLCa3jouNFg9VTipY3OH1V8YJFhNb5nzNTKC1XzVk9kggAACCCCAAAIIIIAAAggggEC0AMFqelfHQoJVE6oemZtS36mlKhX7CFbTW+Z8jYxgNV/1ZDYIIIAAAggggAACCCCAAAIIIBAtcOl7N2rVacMqlXpU6i2pp6fH+t/Fnh4Vi0UViwUrlDP/Z/1/k28ppwbJCZhaFVVS6VS/egq9Vh2b/eIogGbluvS+sGDV/Oz3v/99+dscA8BRAF26QJg2AggggAACCCCAAAIIIIAAAjkSeM973qPTTjtNvb29KpVK1rcJV823HawWy2GqFbASrGai+m6tFhKqmokSrGai3OkZpDdYNaM6efKkzM/MP0246oaqbrC6f/9+3Xvvverv70/PJBgJAggggAACCCCAAAIIIIAAAgggUEfg+PHj+uAHP2gFqyZQdcNVgtV8LJ1WhOAEq/lYC4nNwg1WTYduoOoNVt1w1XxwlQlXp6am9MUvflFvf/vbExsjHSGAAAIIIIAAAggggAACCCCAAAILFXjyySf1+c9/XsPDw+xYXShmTu8nWM1pYds1rUaDVXfn6vT0tN7ylrfo5ptvbteQaBcBBBBAAAEEEEAAAQQQQAABBBBouYAJVX/zm99ocHCwfAxA1FEA7u7HVuyCbPlEaLBtAgSrbaPNb8PBc1bNMQDud9hxAAcOHNCHP/xhffSjH80vCjNDAAEEEEAAAQQQQAABBBBAAIHcCPzjP/6jvvvd72rlypXWbtXfTz6nZ/fNafjcP9J5I+75qgf1/BPP6UBhROs3rtewOXOzxhmrx19+Uk/+7rgGzn6H3nHWgGM1pWcffVZTPrkBrX3HO7Tm2LN69NmpwPWtJZ767aN6djLY5nB5PqG9TVXGtfbYk/b9I+u18Twj0K6v43rlySe1+3il/eH1G7V+8St68snd8vxY1s+tobi2jqchd8butuKvRfyxE6zGN+v6O+oFq95w1RwJMDs7q0OHDultb3ub/viP/1gXXXSRFi9e3PWOACCAAAIIIIAAAggggAACCCCAQHoEjh49qqeeekrf//739atf/UrLly9XX19f6DEA9odXvaHnnnheB1QJIuMGq26wWQ743OBvYK3e8Y41cuPXdim5/bthZDlorRWUloPVC3Ta/p06stYNMts1SskXSo9MOWHqkFYNHNT+47LD58W7rSBaGta6s4/ppd+5casbrFZC7OH166Vn7UC7EsTGHz/Banyzrr8jGKy6Z6y6H2AV3LXqHgtgnqBmZmZkwlZzjflyP/zKe8RA1wMDgAACCCCAAAIIIIAAAgikUmBGB/ZM6bgGNHzmSlkfUTxzQHumPHvFSss0OjooTe/TvsPzvlmUlg1r8bEpeX88MHymVva77bqXe9q3fuT8vrRUS3VERzzNxrrfN5oBDQ9LU8Gxm5/tOyy3iwH7Is9uuJKWjY5qsBQY88CwhjUlb3OSc+18Y0alZaMaHSzZo5yf1r5GxhFse2BYZ66UUyd3wmYcyzW3rzKP0uJFmj92QrafKeMea+wDSwd0/Ih375+pxTLN7dvnq5s9N3+bkfO1xuR8oLUzr96BAZkPhpL53bI57ds3p8XL5nT48Lxch3lnDZVd3LVm1phVp2NSaV7zlWLpzJUlTVtjXaTFpRM6Jns9llzP0mItmj+mE+WdpSUtP93M44BmCgVrt+mi4dVaeWJK0+qT+cT4YnFAZ77lLRqZfk7PvDar4XPPVfHFF/WGc70dpA5r/TuW6nf/9jvPWrHDvOFJe5eq98u7SzJ8F6tztRNg9i/v18yhGeeHA1q7/jS9/qy7S9O/u7Xcjwlmz5eeefJ1aeC4DLf1FQhMg8GqfzzHArtpq3fSnq9nrPkNjQzo4KTsnbYD7u7SAa0aOq79Bz2zH1mv9Xq2sku2qQDZbd8NVoPBqRt0V8YRHNdaG0e7j3t2szbxvEuw2gRat99SK1h1w1UTpgYDVvPv7rd7dIBpy/12XQlZu32FMX8EEEAAAQQQQAABBBBIp8BR7XvxNR3RUp3+plEtkfvvfRo++yz1HnhRrx2R+pYPSYcOata6bqXmXv6dpmal3oFezR2fk5aerjetnNPLv5uyrhlaekQHzX0rz9ZZK2a178UDWnT2WRrqdRWcfnp6JLNJJ+b9R/c54zLt9x3Qi2aQ6le/ZjSjWmMflcLu7RvWqr4p7bfGfLoGj7xmza/fBJQm+zLjW3rE7qdvUItnp3WsTj99b7ys382u1JtGl9iTnjtY9jHW4ePwtz00u08vHljkGZtnvoFxDPXO6aCpS9/pspt/TUf6hnX2WUOy2I/uc5ykxUv7dOzIbMC9T4OLZzV9zKmb6xrsxxlTuV1rXie08nTptdeOaOnpb5I7ZbdPex30as6YHJh11kVvZUxmnOZ+a/2Y+ln/YtVg6elna9EB87+X6nSrj1lrbS45YrfV31/QiRNS78qzdXbflF587agKfcu0eG5axwuLdNq6dVp+dLd2Tc2puGKt3ja2RAdeeEEn1vwfOmvuWe3cO6tly4o6erSgxWe/XW9f8oqeeO6AHay6RwHM7Cm/NX1g9RnS3ld13Pr9Wh133soefPu5G2ZWHvf+ALMcrA6s1dolu7XbvPV+YK3Wr3pdz5rQdmCVho7v10HZ9w38zn57f6V/83M3SPTv0Aw/CiDQjnc3qAlC1x7Rk84RBW6w6u4APWaudXeUekLcSj/DOnNkSnvM+HxHIjT6rFc5EmDgbHvHbCUcdXekRgWrUtV8mwp2K2MlWG20blznE/CGq+6uU+85q26o6v2nN1Q1/9sbqgbDVbgRQAABBBBAAAEEEEAAAQTSJnBEe5/fawWrq89Zbe0e9f37kb16fu8R9Q0NSQcParZvWGvXmu2Tu7V7ala9i3s1d2xOfcNrZf94txWAmbb6nGusGTv39ZWn7/TjBKtx7z/y2vPaOy0tXX2OVi91x+wGq37j4NhnnXt9V5lgddGU9pfbtH8b2k85aHTMXCPLYNbxs++3x+f0NHtAu3dPlQ2jxrF27VIdsRzt+4zN8Oxua77+MbshrFs7adYy79Pq1dJeU7fhMzQ4/arT1lIND89qampWiwf7dGx6NlC3SrDqc7VqVz2mtSudalrzOqFhp08NrtY5K2e1e/e0Bof7NDVlxmFs+pzxuf32SY6dtT7M/R4fd40tXb1Wi6bcdTWo6ef3anZ4tQan91prbcXgEb0x7T8H1QSrS+amdaywTGvOX6Ohnh71HH1VO1+ZdnasrtCb33mOlrz+jBWsDg4WdOxYUcPnbdD6kTf028efs44COHPkgF61Dkod0NqzF2v376YqwaYT3in0jNXg49wTDlrvVp+SG6z63u5uQsuzj9shbjlYdQJF9636brAb6N/71vfgjlUdd88srQSg9vXOuCKD1Y1aNfmonj1aCXyH163VsZecnbUja7X26G7tPh5s1z9/X/AZ2F1bCaDdXabBHal1glXnzFoTSptjFo4558s2F/Da4yZYTdt/pzIynnrHAQR3rgZDVe8RAGG7VjPCwDARQAABBBBAAAEEEEAAgS4SmNarv31V0xrUGeedoUG5/96nkfFx9U3+Vq9OS30rVkhvvKFZ5zq9av/cDVY1eIbOG5nVrl2TmtUSLes7qsOzpo0zpT27NDkrDZ5xns4YdGmdftwdqzHvn3b67xsZ1/jgtNPvgAZ03Hrbtq+v2Sn7930jGh8f1gnnXmvMlQGp0uYZWnb4VWvMAwOy3m5tt+eM2YR2s4d1VAGjZUs0e/iouVjnDU7rtxac3acVQTYyDu81Fp3xHNTKwWkdMMGqb8zB2nn6sCNZn3/fSGVeSwb7dHTaKorOO0POGujTsiWzMlOwXPsm7Tn0LlHv3FHNmbl4xmSvl0qfi84Y16JJu9bW1+AZGl80qV2Ts3Z7w32andpl/bvrIu+/u207Zu7vBsvt2mvUXXtuH2fqVe0xweqyM8v1LBSO6tXf7tGRwjKd9ZazVXz1Gb1yuKAV43+g4emntftQQQNr3qrzii/pN06wWt6xOvKGfvlL8/b/YZ256oBedT7EyX2ru3/H6nqpKsgL+XAlT7BpHwMaJ1iN2LEaJ1gtf7hTYGepe35pjWDVzNs+49R82ccj7LY+WMp7fEHtYDXqCTX8yATv7lX/Gav2DuJA8OoGq3V2EMd5UidYjaPFtWWBsGA1eNaq98zV4BEAYcGqaZxjAFhkCCCAAAIIIIAAAggggEBaBab1yjOvWMGq2dlnBWXTr+iZVzzbIxedpjetG5YmX9KL+81JlpWvRavO0vLDL+t1z48H15yvNQq0sWyNzj+znKqaTux+F63USh3QgWbv941mUGvWSK94x27yvdNP0+xrr+uEM48+t2/vvdb45Fg4v1i2xprHK4cla06D7phP05tWHdeLVUaDmn7pRY/FIp32pnUadrfpzk7ppRfrj8Pt0x2er2/fmIc1eNicG+qpnZHdY0JESa6526/PaomWLzqqQ75ymvGu0vEXzXpwv+w59O132nR+bI+p0uBseW1UxlL+WdndXD+rKZ+R+ZlzT8DHXW+Da96kgf3GNXCdXN9p7Xl2j2fMUmH5iJYZm8JyrX3rWg3NTen55/dptlCwdqwWBtbooovOVPG13+jpV09o+LzzVHz+eR1wzli1Z2Z2iq7S5GO/tT4MqfI1oDNWS6/ujT5jNfgp9e691i5RJ6isv2O18vb8ct/lM1bNjlZ7h6a7YzZsx2rwWce3S7XSqH2GqhNQmp2elaMAzK7WQNB51kD5Q6d87Zt1PhvvQ6PCjyzwhreVHirzC+5o5SiAtP7XpevG5Q1AvTtO3eMAvMcCuAFr8Hfet/97g9quw2TCCCCAAAIIIIAAAggggAACCHSRwOGXf6OXTaDr+zI7Rs/SsgQc7A+csr/M/zbfVojq/NP+0Kqienp6fP90f+5e697rbSuB4dNFigTYsZqiYmRtKFG7Vr07V71hqnuuatzdquxizdrKYLwIIIAAAggggAACCCCAAAIIpEfAG6QGQ1A3HA0GrG6o6g1Tg4GqN1gN6yM9AoykXQIEq+2S7YJ2o3atusGqN2AN/u/guarB8JQwtQsWEFNEAAEEEEAAAQQQQAABBBBAIEGBqIA1LFx1A9XgbtbgtcGgNsHp0FUKBAhWU1CELA8h+BZ+b2AaDFiDvws7CiDLFowdAQQQQAABBBBAAAEEEEAAAQSyI+AGrcGwNOx4gLBA1Xt/dmbNSFspQLDaSs0ubateuNpIoMoO1S5dPEwbAQQQQAABBBBAAAEEEEAAgQ4K1AtXw0JXM1xC1Q4WLUVdE6ymqBhZHkpUuGrmFPa2/7Drszx/xo4AAggggAACCCCAAAIIIIAAAtkSCPsQKzc09Qaq3p8Rqmarxu0eLcFqu4W7pP3geatuoBr1T85U7ZKFwTQRQAABBBBAAAEEEEAAAQQQSKlA8MzV4O7VsBCVnaopLWaHhkWw2iH4vHbbSMDqDVuDDhwJkNeVwbwQQAABBBBAAAEEEEAAAQQQSIdA2IdYeUPUWoFq8Lp0zIhRdEqAYLVT8jnut9ZuVHaq5rjwTA0BBBBAAAEEEEAAAQQQQACBjAoEjwVwpxG1qzWj02TYLRYgWG0xKM3ZAlE7T2vtSGW3KqsHAQQQQAABBBBAAAEEEEAAAQTaLRC1YzUqTDU/r3dPu8dM++kUIFhNZ11yM6pGw9JGr8sNDBNBAAEEEEAAAQQQQAABBBBAAIGOC9QLTOv9vuMTYAAdFSBY7Sh/93VOgNp9NWfGCCCAAAIIIIAAAggggAACCGRNgEA1axXrzHgJVjvjTq+OAEErSwEBBBBAAAEEEEAAAQQQQAABBDolQIDaKfl89Euwmo86MgsEEEAAAQQQQAABBBBAAAEEEEAAAQQQSFCAYDVBbLpCAAEEEEAAAQQQQAABBBBAAAEEEEAAgXwIEKzmo47MAgEEEEAAAQQQQAABBBBAAAEEEEAAAQQSFCBYTRCbrhBAAAEEEEAAAQQQQAABBBBAAAEEEEAgHwIEq/moI7NAAAEEEEAAAQQQQAABBBBAAAEEEEAAgQQFCFYTxKYrBBBAAAEEEEAAAQQQQAABBBBAAAEEEMiHAMFqPurILBBAAAEEEEAAAQQQQAABBBBAAAEEEEAgQYH/H0vltTmVfKgC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8" b="95551"/>
          <a:stretch/>
        </p:blipFill>
        <p:spPr bwMode="auto">
          <a:xfrm>
            <a:off x="7759699" y="1801202"/>
            <a:ext cx="706755" cy="14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68" b="95551"/>
          <a:stretch/>
        </p:blipFill>
        <p:spPr bwMode="auto">
          <a:xfrm>
            <a:off x="7873999" y="1925027"/>
            <a:ext cx="706755" cy="143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56131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85577A-A60C-4D7D-AB75-9BD1D85BC7A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096578C-AE01-4EC0-824D-18D0F661BB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E61FD9-0D45-4C8C-8BE4-14D82AFACD46}"/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178</Words>
  <Application>Microsoft Office PowerPoint</Application>
  <PresentationFormat>Presentación en pantalla (4:3)</PresentationFormat>
  <Paragraphs>14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51</cp:revision>
  <dcterms:created xsi:type="dcterms:W3CDTF">2017-01-26T20:10:20Z</dcterms:created>
  <dcterms:modified xsi:type="dcterms:W3CDTF">2024-01-22T19:18:57Z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SIP_Label_f535a957-b352-4c2d-aa57-80f72177303d_Enabled">
    <vt:lpwstr>true</vt:lpwstr>
  </property>
  <property fmtid="{D5CDD505-2E9C-101B-9397-08002B2CF9AE}" pid="4" name="MSIP_Label_f535a957-b352-4c2d-aa57-80f72177303d_SetDate">
    <vt:lpwstr>2024-01-22T19:18:56Z</vt:lpwstr>
  </property>
  <property fmtid="{D5CDD505-2E9C-101B-9397-08002B2CF9AE}" pid="5" name="MSIP_Label_f535a957-b352-4c2d-aa57-80f72177303d_Method">
    <vt:lpwstr>Standard</vt:lpwstr>
  </property>
  <property fmtid="{D5CDD505-2E9C-101B-9397-08002B2CF9AE}" pid="6" name="MSIP_Label_f535a957-b352-4c2d-aa57-80f72177303d_Name">
    <vt:lpwstr>defa4170-0d19-0005-0004-bc88714345d2</vt:lpwstr>
  </property>
  <property fmtid="{D5CDD505-2E9C-101B-9397-08002B2CF9AE}" pid="7" name="MSIP_Label_f535a957-b352-4c2d-aa57-80f72177303d_SiteId">
    <vt:lpwstr>34303541-74ec-4d4a-8c5a-8049d2fd6ce6</vt:lpwstr>
  </property>
  <property fmtid="{D5CDD505-2E9C-101B-9397-08002B2CF9AE}" pid="8" name="MSIP_Label_f535a957-b352-4c2d-aa57-80f72177303d_ActionId">
    <vt:lpwstr>1dc775b7-d35e-4512-ac8b-3c54cb31d277</vt:lpwstr>
  </property>
  <property fmtid="{D5CDD505-2E9C-101B-9397-08002B2CF9AE}" pid="9" name="MSIP_Label_f535a957-b352-4c2d-aa57-80f72177303d_ContentBits">
    <vt:lpwstr>0</vt:lpwstr>
  </property>
  <property fmtid="{D5CDD505-2E9C-101B-9397-08002B2CF9AE}" pid="10" name="MediaServiceImageTags">
    <vt:lpwstr/>
  </property>
</Properties>
</file>