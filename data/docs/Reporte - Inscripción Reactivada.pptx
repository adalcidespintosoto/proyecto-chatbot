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88" r:id="rId8"/>
    <p:sldId id="291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14" autoAdjust="0"/>
    <p:restoredTop sz="94660"/>
  </p:normalViewPr>
  <p:slideViewPr>
    <p:cSldViewPr snapToGrid="0" snapToObjects="1" showGuides="1">
      <p:cViewPr varScale="1">
        <p:scale>
          <a:sx n="72" d="100"/>
          <a:sy n="72" d="100"/>
        </p:scale>
        <p:origin x="136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/>
              <a:t>Clic para editar título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97DF9-FAD7-1E47-AA47-37C096A7FDB9}" type="datetimeFigureOut">
              <a:rPr lang="es-ES_tradnl" smtClean="0"/>
              <a:t>21/04/2021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C9FE0-5858-2F43-A25D-DD70A0A170F8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0" y="3042866"/>
            <a:ext cx="9144000" cy="111569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 WEB</a:t>
            </a:r>
          </a:p>
          <a:p>
            <a:pPr algn="ctr"/>
            <a:endParaRPr lang="es-CO" sz="1050" b="1" dirty="0">
              <a:solidFill>
                <a:schemeClr val="bg1">
                  <a:lumMod val="9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bg1">
                    <a:lumMod val="9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Reporte de Inscripciones reactivadas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896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/>
              <a:t>Acceso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Calibri" pitchFamily="34" charset="0"/>
              </a:rPr>
              <a:t>Ingrese desde su navegador al sitio web de la Universidad: </a:t>
            </a:r>
            <a:r>
              <a:rPr lang="es-CO" sz="1600" dirty="0">
                <a:latin typeface="Calibri" pitchFamily="34" charset="0"/>
                <a:hlinkClick r:id="rId3"/>
              </a:rPr>
              <a:t>http://www.unisimon.edu.co/</a:t>
            </a:r>
            <a:r>
              <a:rPr lang="es-CO" sz="1600" dirty="0">
                <a:latin typeface="Calibri" pitchFamily="34" charset="0"/>
              </a:rPr>
              <a:t> y seleccionar en menú principal la opción «Portales»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79611" y="2625530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737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1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Dirigirse a la sección «Portal Profesores y Administrativos»</a:t>
            </a:r>
          </a:p>
        </p:txBody>
      </p:sp>
      <p:sp>
        <p:nvSpPr>
          <p:cNvPr id="15" name="14 Rectángulo redondeado"/>
          <p:cNvSpPr/>
          <p:nvPr/>
        </p:nvSpPr>
        <p:spPr>
          <a:xfrm>
            <a:off x="3303900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334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36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Digite su usuario y contraseña para acceder al sistema y luego presione sobre el botón «Acceder»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70437" y="4269453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804505" y="1562832"/>
            <a:ext cx="801827" cy="3269974"/>
            <a:chOff x="5729176" y="176633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6633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8102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9E74B94-2C25-4157-BF00-32E540388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6912"/>
            <a:ext cx="9144000" cy="4357725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sistema deberá seleccionar el módulo «Matricula»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6132382" y="1790700"/>
            <a:ext cx="859096" cy="336207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906572" y="4844777"/>
            <a:ext cx="1217176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741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91FF528-4B48-46C1-A102-3D33F247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9238"/>
            <a:ext cx="9144000" cy="436864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dirty="0"/>
              <a:t>Seleccionamos el apartado de </a:t>
            </a:r>
            <a:r>
              <a:rPr lang="es-CO" sz="1600" dirty="0"/>
              <a:t>«Inscripciones reactivadas»</a:t>
            </a:r>
          </a:p>
        </p:txBody>
      </p:sp>
      <p:grpSp>
        <p:nvGrpSpPr>
          <p:cNvPr id="17" name="16 Grupo"/>
          <p:cNvGrpSpPr/>
          <p:nvPr/>
        </p:nvGrpSpPr>
        <p:grpSpPr>
          <a:xfrm flipH="1">
            <a:off x="4094025" y="1658503"/>
            <a:ext cx="668595" cy="2013255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4762620" y="3057530"/>
            <a:ext cx="1600199" cy="96602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5950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852E321-E25C-4978-9187-857E71DAB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4834"/>
            <a:ext cx="9144000" cy="4400881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Procedemos a llenar todos los filtros, Obligatorios[año, periodo], Opcionales[nivel, programa], posteriormente presionamos el botón buscar y se generara automáticamente la información.</a:t>
            </a:r>
          </a:p>
        </p:txBody>
      </p:sp>
      <p:grpSp>
        <p:nvGrpSpPr>
          <p:cNvPr id="17" name="16 Grupo"/>
          <p:cNvGrpSpPr/>
          <p:nvPr/>
        </p:nvGrpSpPr>
        <p:grpSpPr>
          <a:xfrm>
            <a:off x="6443663" y="1751011"/>
            <a:ext cx="722055" cy="1178328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5" name="14 Rectángulo redondeado"/>
          <p:cNvSpPr/>
          <p:nvPr/>
        </p:nvSpPr>
        <p:spPr>
          <a:xfrm>
            <a:off x="123833" y="2893420"/>
            <a:ext cx="6319830" cy="4553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861281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4C97D80-EE7B-4079-9778-B488B133B1E8}"/>
</file>

<file path=customXml/itemProps2.xml><?xml version="1.0" encoding="utf-8"?>
<ds:datastoreItem xmlns:ds="http://schemas.openxmlformats.org/officeDocument/2006/customXml" ds:itemID="{5294386F-21C3-420E-B2C7-D4DE3F3EE03F}"/>
</file>

<file path=customXml/itemProps3.xml><?xml version="1.0" encoding="utf-8"?>
<ds:datastoreItem xmlns:ds="http://schemas.openxmlformats.org/officeDocument/2006/customXml" ds:itemID="{E98FE19E-2037-45AF-93D6-B85E896EBD66}"/>
</file>

<file path=docProps/app.xml><?xml version="1.0" encoding="utf-8"?>
<Properties xmlns="http://schemas.openxmlformats.org/officeDocument/2006/extended-properties" xmlns:vt="http://schemas.openxmlformats.org/officeDocument/2006/docPropsVTypes">
  <TotalTime>5000</TotalTime>
  <Words>117</Words>
  <Application>Microsoft Office PowerPoint</Application>
  <PresentationFormat>Presentación en pantalla (4:3)</PresentationFormat>
  <Paragraphs>10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Matricula</dc:title>
  <dc:creator>Ing. Andrea Pastori R.</dc:creator>
  <cp:lastModifiedBy>Andrea Patricia Pastori Rojas</cp:lastModifiedBy>
  <cp:revision>196</cp:revision>
  <dcterms:created xsi:type="dcterms:W3CDTF">2018-01-24T15:16:31Z</dcterms:created>
  <dcterms:modified xsi:type="dcterms:W3CDTF">2021-04-21T22:50:08Z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