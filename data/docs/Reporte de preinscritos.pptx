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5" r:id="rId3"/>
    <p:sldId id="266" r:id="rId4"/>
    <p:sldId id="268" r:id="rId5"/>
    <p:sldId id="267" r:id="rId6"/>
    <p:sldId id="269" r:id="rId7"/>
    <p:sldId id="270" r:id="rId8"/>
    <p:sldId id="271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00" autoAdjust="0"/>
    <p:restoredTop sz="98669" autoAdjust="0"/>
  </p:normalViewPr>
  <p:slideViewPr>
    <p:cSldViewPr snapToGrid="0" snapToObjects="1" showGuides="1">
      <p:cViewPr>
        <p:scale>
          <a:sx n="100" d="100"/>
          <a:sy n="100" d="100"/>
        </p:scale>
        <p:origin x="-1632" y="-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03/04/2019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03/04/2019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03/04/2019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03/04/2019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03/04/2019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03/04/2019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03/04/2019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03/04/2019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03/04/2019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03/04/2019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03/04/2019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03/04/2019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03/04/2019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REPORTE DE ESTUDIANTES GRADUADOS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9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«Estadísticas Institucionales»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20"/>
            <a:ext cx="2421716" cy="1823804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38268" y="3003631"/>
            <a:ext cx="1200832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8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sección «Estudiantes» seleccionar la sede en la cual generará el reporte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19"/>
            <a:ext cx="1745060" cy="206562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161612" y="3040207"/>
            <a:ext cx="1501060" cy="12574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8552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8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presionar el botón «Ver» el la sección «Distribución de estudiantes </a:t>
            </a:r>
            <a:r>
              <a:rPr lang="es-CO" sz="1600" dirty="0" smtClean="0"/>
              <a:t>inscritos»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700016" y="1751011"/>
            <a:ext cx="520138" cy="1411130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229299" y="2846673"/>
            <a:ext cx="3227832" cy="63093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7520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751011"/>
            <a:ext cx="8434800" cy="4760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Seleccionar </a:t>
            </a:r>
            <a:r>
              <a:rPr lang="es-CO" sz="1600" dirty="0" smtClean="0"/>
              <a:t>en los criterios de búsqueda el filtro en la opción «Pre-Inscritos (detalle)», el </a:t>
            </a:r>
            <a:r>
              <a:rPr lang="es-CO" sz="1600" dirty="0" smtClean="0"/>
              <a:t>Año</a:t>
            </a:r>
            <a:r>
              <a:rPr lang="es-CO" sz="1600" dirty="0"/>
              <a:t> </a:t>
            </a:r>
            <a:r>
              <a:rPr lang="es-CO" sz="1600" dirty="0" smtClean="0"/>
              <a:t>y </a:t>
            </a:r>
            <a:r>
              <a:rPr lang="es-CO" sz="1600" dirty="0" smtClean="0"/>
              <a:t>Periodo, Nivel y Programa académico, </a:t>
            </a:r>
            <a:r>
              <a:rPr lang="es-CO" sz="1600" dirty="0" smtClean="0"/>
              <a:t>y posteriormente presione el botón «Generar»</a:t>
            </a:r>
            <a:endParaRPr lang="es-CO" sz="1600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19174" y="1775898"/>
            <a:ext cx="1" cy="1086174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7 Rectángulo"/>
          <p:cNvSpPr/>
          <p:nvPr/>
        </p:nvSpPr>
        <p:spPr>
          <a:xfrm>
            <a:off x="7943850" y="1816031"/>
            <a:ext cx="669115" cy="3270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009012" y="2947035"/>
            <a:ext cx="6353937" cy="92964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AutoShape 2" descr="data:image/png;base64,iVBORw0KGgoAAAANSUhEUgAABVYAAAMDCAYAAABJqk5sAAAgAElEQVR4Xuy9C7xVVbn3/4AiXkABL4CGbg+KqXkrtMgQskI0Cc0L4hE5GPLyqtiN4yU14kVDC62kPB5SOah5NyUskZJQj2FKiZoSJH83UoI3VLyiAv/5G2s9c4851pi3tdbee621f9OPH2CtMcd4xnfMtdl89zOe0WlzcAkvEiABEiABEiABEiABEiABEiABEiABEiABEiABEiCBzAQ6UaxmZsWGJEACJEACJEACJEACJEACJEACJEACJEACJEACJGAIUKzyQSABEiABEiABEiABEiABEiABEiABEiABEiABEiCBnAQoVnMCY3MSIAESIAESIAESIAESIAESIAESIAESIAESIAESoFjlM0ACJEACJEACJEACJEACJEACJEACJEACJEACJEACOQlQrOYExuYkQAIkQAIkQAIkQAIkQAIkQAIkQAKNR+DXv/61fP3rX2+8iXFGJEACrUaAYrXV0LJjEiABEiABEiABEiABEiABEiABEiCBeiFAsVovK8U4SaB2CFCs1s5aMBISIAESIAES6LAEFi9eLP369ZNPfOITHZYBJ04CJEACJEACJNC+BChW25c/RyeBeiRAsVqPq8aYSYAESKAVCPzyl7+UM888sxV6ZpckkEzgzjvvlGuvvVbuuece2X777YmLBEiABEiABEiABNqFAMVqu2DnoCRQ1wQoVut6+Rg8CZAACVSPAMVq9Viyp3wEHnjgARk0aBClaj5sbE0CJEACJEACJFBlAhSrVQbK7kigAxCgWO0Ai8wpkgAJkEAWAnnFKrZuX3zxxbJ06VLT/ciRI+WnP/1pKMdOOOEEufvuu81769evl6uuukpuuukmefPNN2XPPfeU888/X0466SRBtuJtt93mDfGUU06R/fffXy655BLv++j/ueeeM+8fffTRMn78+Ei773znO7Jq1aowDn0TsaDfo446ytuv9mm/efjhh5v+NaMyLu4DDjhAfvCDH5T0i9dOPvlk2W+//cycwQ9x2JfdBr9/5plnSvpRpngD999yyy3ywgsvGKannnqqYM56+fpAfGij88A67bHHHiWxXHfddXL//ffLtGnTTMxZ2Cm3RYsWSY8ePWTMmDERFvb80B/az5gxQ+bOnRs+Q5MnTw7H0/5mz54dka7ghwvPDy8SIAESIAESIAESqBYBitVqkWQ/JNBxCFCsdpy15kxJgARIIJFAHrEKUXrkkUfKzJkzTaahilOIQBV/O+64o7z++utmTAjAf/7zn0ayQehBKk6aNMncj7qaq1evNu1cYabvQeBeeumlJfFjbPR12mmnSc+ePWXJkiVhG4w3ZMgQI3I1DryJWI8//njT7sEHH/QyUWlsjwk+kLS6XV3n5Mq9HXbYISIidQAITEhDxIx7L7vsMrniiisiMthug99DFkMA2xfuxwWWjzzyiMyZM8fUJcV8x44dK4MHDw5lpq8PzOOtt96KrBMk6EMPPRSpbzpw4EB544035OabbzYxp7GDBD399NPNvCCsNZ6vfvWroey156frc+GFF4YMIHOnT58exoJ1OPbYY420v+GGG0IMKqRticyPNwmQAAmQAAmQAAlUSoBitVKCvJ8EOh4BitWOt+acMQmQAAl4CeQRqxBeyDS0syfRKYSXyi5brNpCTQdHH7hU2un9+NUWZnFj2f0gFkjPG2+8MZSakHSQfRCPtljF65Cf6BcZqHY2ptunO78zzjjDyE7I1LxyzxWrEIsPP/yw3HvvvaHQdMWqilh3wXDvcccdJwsXLoxkckIaH3LIIaGY9HFHX/ba4PcQsuCgGb8qSZHJaseQxM5mo/Eizu9///uhFLXjwRrbY+o9Kqzxq6495Ph5550XZhjnZc+PPAmQAAmQAAmQAAlkIUCxmk7pmSsHyoJhS+S7B7S0fW3eJJkqU2TmiJ3SOyijBfofvmKCLLEHLaMfeeZKGThrgMyfOUK8kaa9n3NMH6ucXZTR/DWZN2m4rJgQXaOsHT1z5SRpHjtTWmkps4ZRV+0oVutquRgsCZAACbQegTxiVQUeMgmRneirj+lmrGLL+sSJE+Xzn/+8V2ZiZj5hllWsYos7MjdVDkL0jRo1ymyPt8UqMjEhJNEvanu62/ERR9yYaH/77bcbUZhX7rliFeMge/dPf/qTVzzGSVHcp9LYF7stLH194F4cFKXZvVgnrI3OS/uHFEUGsi1Wk9j1799fnnzyycQ6qXY8aO9myWJszWRduXJluA4oR4BsWBXJedm33qeGPZMACZAACZAACTQSAYrV9NVsD7GaHlWVWjSEWK2EBaTsVJEpFKt5KFKs5qHFtu1CYMbvr5Fn167IPPb3hp0je/feK7b9P15+Xn644OeZ+9u/zwCZ/JWzMrdnQxKoVwJ5xCrmqPUxIceQUQjJatfHtMUq2kOG/fa3vzU1WX31QLUNfnUzVrEd3L2GDh1qMmZVgkK+obwAtver+IWcs+NAW5QbUDGnotA9iT5OrNqv63Z+N66LLrooEr++7xOrmCdenzBhghHUbsYqapXa13333ReWEnA5aTtbOqI/tw9ws+umKh9bjH7pS18yZRpQu1bFaho7d719nwN7fknt9T2XN9YVJRAoVuv1qwzjJgESIAESIIHaJkCxmr4+aWIV74+7tdDPoCnzTRZrNOM0Ku/s9sENhWxSCM4FIqNvvVVuHT1b5g+Y1ZKx+to8mTR8qhT2vo2W2Uu+K0ie9WeHFsZa0SQSdCVTftIkU+8oZqxiDBPoIJkyvygSjVhFr8G4GEDjwVBhezOz4j3PyJWFQIP+C7EELxTnP1pGB6+Lk90bdBQ0GReMYPcT/D4yr6DL2YWMU5MNHE7gFhm2YGbQZzCPqRr7BFkxvNBfgbdEMlYN+6kFWkGnhaxfm29hoQz34MZi2+L8xM86/SnpWC0oVjvWetflbMfd9C2B3MwiV3ts013GHHaifHr3g2Ln+tcXn5KbHr9L3nz/7VQeOu7sMT9NbcsGJFDvBPKKVXu+kKx33HGHOZxKsxbjxBnkGDI/kTVp199Ef5VkrEKyQpRiaz2EnB4OZccBkYnt99jijguS9/LLLy85BCkpY3XWrFlG6OaVe3Fi1d7WP27cuFBkJmWsJo2tdWxV2qoY1e39drkEMFA+aI/MY/yPMgPIaHW37iexq5ZYxfMB8Y4sY3cdIHxR91bLSLDGar1/1WH8JEACJEACJFBbBChW09cjUawOCs5RMAmP2GpfkI7DAtnYN7KV3xKra6Jb88O+BdJTQmnaImbhLWfJgKIINa8vGBa/tV8K2+IXDCsI3pZSAME5DZqZiRiCPkLhOK65KE3tLfWYS8u4BTGJexCPCbRQGiGS8VoQqOF7RbSRsglhP32j2/chWYscjewM51iIaWpTQZAWpGlTgZMRsytkwpKx0qylAMBR5xaMj/ZzmmbKdw1f3zxt6R2dczrr9GenUVtQrDbqyjbQvCBWcf1qVcuhNHHT+/c9BsqkIeNSxerMh2Zn7g9jUaw20APFqcQSyCNWIfY0e9DuMC4jEdINJ9fbmaE+eVmpWIVURDkAbK9HGQBkgarw0yxWHMakF6QmBK97iFWcWLW32VdLrCIW9PW3v/3NHCqlIjRJrKoktQ/r0jlBLqs8dfuA0P7Rj34UHsCFe5SPljlAqQY9aEzvxwFaqN2axE5LL4C5fUGG6gFbdjy+mqy4DxnF999/vymP4K6DHnqGDGY8SxSr/IJGAiRAAiRAAiRQTQIUq+k0kzNW17RkY2p2ZNBlUsaqN1MT4s+qhRreP7bZEreItUXeWiVfrUk49UZD8dkkc4rSN3KfUwogOtei1CwmfxayP6Oi12XjzaK1Ml81K1UD9mXvGrEa1pf1zCcUp8qiRayObbayVXUQxD1sQYRvS5yWWEW2aijJs7BOf3YatQXFaqOubAPNC2J195595em1/5Dfrv27d2af77Gb7LlDX/NeFrH6nd/8UP705r+k/9bby8oP1pf0if7wvvabVayizMDbG96N9KfZs/Z73btuF1uuwG7Xd/ve0rdHn7C/dz54R1a8sjL884Bd+ku3rbuVxL/mzbWyZv3LkdfLaZt1PN+8dfCkufriXLH2eTPnXXfonVjSwZ4c+nloxaOyPuCDa58+e8mQAYfHfgrceaFhHB9f27eDcZYHcQ5sOtiMkZQhHRcEmP1x+aMy4YixmT+tyLZ2ryXNS2VX8Ar+j5tD1gHyiFWtgzlv3rywXipk34gRI7wZqyrA7JqgeA1yDDJUr0rFKmJAOYDm5mZBGQBcKg5RW1SFoc1Et73bh1j5xKqeWK8ZudUUq4gHcSBuyEtkjSaJVbTH+8i8dZniEC89dMvXB4Tmpz71Ke8hYygH0NTUZMoAgIfe/+yzz6ayU2mrEhUxIrZHH33UGw8Yn3baaeJ7hpSBbx3wvCAz+uyzz6ZYzfrhZjsSIAESIAESIIFMBChW0zH5Dqoqfa1luzvkoRF8ETlYrOOJbFErMzWSsVpTYtXJPo1krLZksmYSq4o4FKwoIVCQoWFmrZuxWoFY9R4qFiuQKVbTPwGlLShWy6HGe9qUgEq7aUEtkb+/+ZJXhEKQ/njYNzPJJRVlc5+eLy++scabufrVPp+UHl27yX989qRcgu++px+QGQ/fEErbbx82KhRneO/6x+80c0Csxx4YzepSqGj3nwt+ZuYJsXvf+OtDeQqB+KM//EJ+8fc/yg8/e6r8+6Ffj4hX7UPLHaAdrrS2YKvS+sKDR8jEL4w1/WK8a/93jkxfOk/O/uQX5bwvn+0dT+eGPrAWn+s9wIz7wltrjPCOE9OI084eRsbxmxveCWP5+RFnpopHjP3130wTrNnRAwbL4lVPmjW9cdi35ZTDTvA+qzZHNEiam80AbfXZwO8fe3mFWSfM+dqvXZQoc91Avn3XJWYdHzv9F5nF7KyH58hPHr89fDb0hwngjB8E6FqXWxM4j1jFWMgsvOCCC4yI69GjR8m2entrOLJFsc0dW+8PPvhggfyDFJw9e3YkizVOrPpqrCIG1BzFNWPGjFDeIWPziCOOCIWjxmFnctrr4TsICkLPHdOtIRtXYxV924dl6VhxpQD0fUjhwYMHmzllEavKVFn6mPrEqmbu6sFRvlIJmgmr90NWuyUEELfLTpmgjivi2WGHHUJJi/ZuPPoM4ZnA5ZZm8IlVxH/kkUeaQ8mYser9EscXSYAESIAESIAEyiRAsZoBXMkBT5Z07BvNcvSKUrNlPSgREGznH7Q4qB8qUwrb9Iu1R83W+biMVSdDNH17elzGqlUKwM7MjBOOnnmNk9KM1dylAMKM22GywMqgtedVScZqYct/S0kFrMesAUFZhKY56RmrO7EUQIZPg2lCsZqVFNu1OwFIpXMe/mVsHB9e/L+5YnSlnn1zlpICcYNpnOjDFYp4D+IvLQMWWbpa+gDS7ycnTguHg+jb4+cnStp8Mb/P3Xi2uS+trfaJtq6QVNH7xDl3eLNjNTDfvBEDBPbUY8+PXRtfnCodfQztjiDJe80YbgT0onNuD9/C/Vlq7SqfLHJzq0u/YPq322L8S+67wghSyNWF42/wimd38jZvd33THmJ9NlzpfNvjd8vpC35ibv/11y6JFfdJ/ecVq9qX1rvEdnH3ECh3PGSMrl692gg3O0M0bd58P56AMu3Xr58pg9DeF8QnMlzzrLE+QxDKvEiABEiABEiABEigvQi0t1jdtGmTfPDBB/LRRx8Jfo//N27caH7F1blzZ9liiy3Mr/i/S5cusvXWW5vft+UVORApGFgPqUIM3sOSirVOzRlKwUFJU5qCA5/G4sAo+yCn0TJlSrMsgGh1xF+klEDuw6uGy4oJnhqoVj/hlvyEUgD2Nv3RU6ZIczCFKTNRUsCqvRpMr6WdfXiVXbIgWlLAPqRKD5kaFPTfNHVFTH1aZz4JpQD08Cvv4VVWRrCdaVuIn4dX5fk8UazmocW27Uqgo4lVzYYEdFeiQfKlydI8YhVjqMx0JaUeHpaWBZkklJMeHF+c2leadNR7kUV6z/jrwmHwultGwReDT5bGxRrXVuWub53i+rIzT9Fm1Tl3ZRKyaBsnVu33XB5ZP7jlitWs/bMdCZAACZAACZAACZAACdQygfYQqx9//LGRqRs2bJAPP/ywLDwqWCFZt9xyy7L64E0kQALlEaBYLY8b72oHAh1NrA7a4xBZ9srzJhsSl52F2BpiFTVKv3JHIbNUszI1szKL+POJ1XLihKg89rpvmK3taZmkKBOx/y//w8SM7FYwQ93TrLVGqyFWMbbKzrQMW/3YDP35KJk67FyZ+JvLzLZ+lGpIE9d6b5JYtT8jaeLd9xGmWG2HL2wckgRIgARIgARIgARIoGYItKVYRVbq22+/bYRq3NWpUyfvW5s3b469Z6uttjK7yCBbeZEACbQ+AYrV1mfMEapEoCOK1VODGqFjbv6WqTmKrea/GXO1OdCpHGGZZRkg/CA0UWcV2/fBHHLXLkUQ10/c+qQJPjtjFYLx+qcKNTOzbqs//rrx3kPNsmyHbw+xCoENobps8u9kxu+vke/9+RaztmmlFihWszzBbEMCJEACJEACJEACJEAC5RNoC7GKDNV33nlH3n///UigtkTV30OgakkAbYxSAD7h6srWbbbZRrp168YM1vIfB95JApkIUKxmwsRGbUUA9TwfXPG/0vzmGnPIky3XyhWryID8cXDgE06MtwVhrddYRfYlToxHVubXbjo3PCQJTKpdY1XX167TuW7yfJM5iszKIQMOT30E3IxV3SKfR6w+e+b/hBmoSYdPucFAVi5f+3x4cBXeh6yEvEy6qi1Ws2SeouQCLtSAfSmol4uDt3BlEcFolyVj1S3nkLp4xQYdLWMVh0W99dZb5qAoXiRAAiRAAiRQHwSK9QhH49CUA/KHHJ5CjVuLNfRwZkwDXoU6j0ENxOCAHHMuTlUv50CcoO/S8UrbVDOE1p1fjkiLz1RYozLHrbXYtLXF6nvvvWe+/7Qvn1CFTH3ppZfM/7gHMnZz8F/nToW6qrvssov827/9myA71RaqvkxWZK9ut912tYibMZFAQxCgWG2IZWyMSWDb+a+e+LX8Kzjh3HcYUDli1ZaSoIRapdgq/undD5J6EauI287qRP1MZLDmEZZpbfUJsuuFYls7Tpu3D4VKetLiDq8C66TLrbGq/WQ5DArxLgqk6rEHHhUOYZcHSJt3NcSqzSytdIGWVgBbvcAYWcJZZWiWGquacZz3K0NHEqs48Omggw6SK664QsaPH58XFduTAAmQAAmQQDsRqESs2ofEIPzRweHb35Uy9Gw7zT3fsK0qHouH3jTh9PIiwJLxPG3yzSC5davOL0+gFKuZaEGUvvnmm5Ft/ypU9Ve0WbdunaxZs0bwvSpKBSRdEKwHHHCA4ABTFarur3p/165dpUePHm1+yFUmOGxEAnVOgGK1zhew3sOHaJoXZKne8vTvQrk0pOnTcujuB8vQIEuy29bdwinmFavo+6y7LpY3Pnjb9K2X1sFsbbHq294NKaaZqElr52uHbF7NbsS9adIw7+FVGs+U4JT76UvnmT+6h2YlxRx3eBXm8r1h55gSBr7LjdOusZpWs1TXcPaYn4Zdq7xME5W2gE0Toug8TsIqr7SDttAHGN2/4pHIQVv2umaJI06saj95ygq469GRxOpVV11lvmHFr7xIgARIgARIoH4IVEGslpvtWj+QWj/SLNI0S5vWj7T1R6BYTWWMA6kgVTdu3GjaukIVf4YQXbx4sbz66qup/bkNevbsKb379JYBew8I3/IJVpQQQFvWXs2NmDeQQCIBilU+IO1CAPLr2v+dYwQehNSXBnxBPhNkNvbt0Sc2nnLEavdAzOpBSBhHM2GHN33GbMWe+dBs+dWqJSVjQuhNGjLOZLbmvVTs4T7IvVMPPMZ0AaHmljfw9a1C+MA+e8t/fvnsiFy2pWeSWIWcvOXxu+Wch39phvj9yVdk2s6PtrZwzHJolc5B64Uio/aSYZPk7SAGbM//yeO3x27Jd+NUsWgfpJUkd1XKos2IYtbqj4KyD1jnpDljXIjI0xf8xISPsgPIerVFvr029pqi7YA+e5lt/Hc/db95fvBsTQtq0sbdr1zPvPMiwQ8OUL9WL7tvPHczT7o0sR+tKYus1JEHDjecFwblM/BZwvP2y5Mui5XYac9yJWIV3wjusMMOst9++yUOg+338+fPN23w0/WjjjrKFNePu5L6hRhdvXp1ya3777+/t0/0lXTpfdpv0ny0L71n/fr18uyzz4pvbLz3wAMPhLEOHz48kZPLCKUKPvGJT6QtX+z7Ght4+/rRkghuB74SCeWwQb/gZY+fVIbBZZnEFlzBHRfYI2Z9nuKeD3ueGlMcg7RnWsdw1z3tWUMMiNWdm8vJXZM4FtV+Zsp+2HgjCZBAGxAoFastmYsTZMXwcXKrRjFoisyfOULMLvhICYBCA3vr9jNXDpRx4Y3R99C2MEaTzJ4/QGYF++vxN+qgKfNlworhMq4Z4wySxZOGy1TzV61VYiAyrj9DNm3slvGtv8czyGE3ozMTpyK7Qlv/eCXvFTmLVXpg0GLnfk8buzyBP/s0mmEM3jOtm+IyVlN5hiJ0vgyYpWtmnghPBnOhnIGNoqRdjFh1ObnxG9Tuc2k/s23wafINUe1SAKiligOq9PJJVQjXxx57TF577bWKZt23b18ZOHBgKG59chWv4fsblgaoCDVvJoEIAYpVPhBtTkC350NunheIwySZageXV6ziXpWEEFZH7TPYiDRk9OEkdki81hCrGBfC76bH75L5zX8xY+GCfDtr8NhU6QVB+ezaFeaeEw46OrLNHa/h/fuWP5S4RR/SENLPvpKyRt2HAAK3e9fumU+qB+cfLvh57LNkZ5TajZLiRAwvvrHGNI+LXQX9HX9/KOQMsfutI8YlimRfvEl87DWx49+/zwA5cp/DMwl4ZJrqZa+r/TreR5+Tv3KWl6WPFxru3rOvyfK2SyKU88EuV6xCbp166qlmyBdeeMErNSGExo0bJ4sWLZKDDz7YbEVaunSpuefyyy+Xk046qSTktH6RbXrZZZd5pzp06FCZPXt2JJYdd9wxEct9991nZJfdr28+dlx6D4TYscceK/pnHejOO++UCy64wPwR80a2Aubti8/HaNWqVYbppEmT5Ac/+EE5y2rumzlzphn/wQcfLOnjhBNOMOviu9xxy2GDfsH+oosuku985ztmGB3zlltuMXLdvlyWPrYQiaeffrphA5a49HmaN2+eEddJz4eOpzElMcCzevPNN3tr8X7pS18y47qc0p41jP/6668b4Ww/N+gPl2+d8LqupT6XrfXMlPWg8SYSIIE2IhAnVmN+eKgCMlasuuUBWqZhizCVeIMGLQ6+dqFNQZ42zQmEbPPoQMndKrdGQggk3eygNrxta81tluyVPGN75pciV/1iNYVTEGKJOFUkxfHaRKwWs13daH1r0lJDNhtPn2QPVz3j+kTkaolY9cnY4gj2mnmeSdOqneVqNcUqMlXx971ekKq2WNXf4+/1p556quKvIVtuuaV88YtfNNIUAlX/R8duHVZ8r4LyALxIgAQqJ0CxWjlD9pCTgJ48j8N6cOGwqicDkYjt+nZ2om4J1xqfkGhr1r8cO5ovuxRyDtLt2q9dZE5i//Gwb8r1j98pPbp2kx+OuED+EghQZB7iWvbK87J9kOG62/Z9ZNcgczYtgzbntNmcBGqeQLliFbIMwvChhx7ySlLIn+OPP97Mf86cOWHWJF6HKMJrjzzySEkWZ1q/Ks7sb1gxBsQnhBl+Gn/PPfeEctWVe3ELov1CqPmkL+KaO3eumXOSWIVUnThxYkkdV8i00047TYYMGSI33HBDGAakWnNzc4nEu+666+T8888vW64ic+GII44wnPFNu5u1CqmI6+677w5jwdrccccdMn36dBk5cmRYMqEcNug0TqyC8ZNPPhkR4FnEKmKGdF64cGF4r0pGiM6VK1eWLK9vntoo7j1kpI4dO9asi9un1unF+w8//LAsWVK6+wH9x0l333v6zPjWCe11LbWERWs9MzX/xYoBkkCHJpAkVu2MQ5VsntcsuRVKwoik1HtbMk/Ddo70CrMjrddt8diSFVsaj39slXIad/HPYgtZJDoiwza5Rmy8WE3ilHG8MmusxmWZxsXaIlKL/Eo4txzOlXUtW8SqfXiZci/NNnYzTQvsS9uFa63C1PustNznW8NaqBtbLbGKLFRs61eh6QpVu67qb3/727BMQKVf3g477DDZbbfdImLVl7nauXNn8/0ZZCwvEiCByghQrFbGj3eXQWDfGceE2YW4HRmGow48WtYHW5oXr3pSNLsRJ9TjwrbruU/PD4UnsvKQcYjrmkfmyE9OnGYyRPtu3zuS/WpvE0cNV2zBxtbpz914tslWtUWsbrFPq+lZxnRr/hZkAoP7Yy+vkN+MuTo1o7bmJ9QKAWrGKhg9cc4diVv1W2H4NuuyHLEKmbXnnnvKtddeawQShJCbbadi0CeLcP8hhxwiY8aMiWRkZuk3TqwCGDIaBw8eHMmSzCtWIcwgT235ib779+9vZCNEZZJY1Xa+Oq4au2YeqlDzCWaMqe3jhFvcQ6LZtbjvuOOOM9mRbuZrknDUtXOzefOwQWw+sQox+sYbb5QI5ixiNW4tce+MGTNk2rRpJaK+HLGK2JWhm40Mjnjt3nvvNQeh+bJvcX8esRr3efDF0VrPTJt9weFAJEACZRKIF6vuqeyl4sq915WYVkhFOaZSTaWdfwxb0AV9aLalk1EalWZ+gWkiiEhLO/sx32FbcbIymVPG8VpVrCawsZbIy3Oxh5GzlipWs5YW0CGjmbrxYjVeeheev+ZiSYOWkgXO81PmJ6Nat1VDrOIQKvzg/+OPPzZh+aSqZq+iHZITqnXh+0/sUkIMdtZqXM3VnXbaiQdaVQs+++mwBChWO+zSt9/EITyXNC8tyQrVbc7YkuCML74AACAASURBVH3evMvNyfdaF9WOFvITdS2xpf+TPXY17XR7v9YdRbbroT8/2bzf1KOvvPn+20bYIlt2zx36mq3l3YKsVZQhUKkKwXv0gMEmrqxbqrVWJ6TwqYedUHfCTQ88qrQ2Z/s9Ta0/spagwPNxzYmXZi5d0fqRVX+EcsQqxBuyGpHNpzLTlYPIqkNmop0RmRZ9ln6TxCr6P+OMM0xWo4revGIVogwlDuxyADpHfS9OrMbJuLh5J0k/3KOi2d5On8ZQGeBXyGGbqX1v2tj4Bl3FtzLPwwZj+cQqXj/66KNNNq4tJbOIVWRu4oLUzFp/tlyxGicwweXCCy+U8ePHm2dNObvrkkes4l5kRPsyYN3X09at3Gcmy3PFNiRAAu1JIKnG6kxJrtsZI1abZssSPdo+nFpUgiXX83RkXlE6BrUCEmqCxm9b1xBC8efdMp4u4+JrrKZwyjJeW4hV77q0PHtesZphLVWsuoLZ97pbr9V+8t0M1cKfE8oA6M0q3GPKHZTE1cYft2qIVfwd/O6775rIfdv/8RoyRnHhe9W4XS/lTH333XcXZK2qVIVgxaWiFb+3ywKgbEDSeQflxMB7SKCjEaBY7WgrXqPzRQYqZOobH7xtSgLg+uFnT5Xrn7pPPtd7QChS9fc4uAeH9aAN6o323Lq7HL7Hp8PalHpy+rNn/o/8cfmjRnrqYUWumMWBUlOO+IZ8Zo+D5C+rCrVtTgna40L5gXlBvVJcE44Ya36FGNbyAf+54GeCWrGopYo+9L4axRwJS2vdnvzJISWHZNVD/G0Rox6ilXSAVlvE0VZjlCNWIU2RradZmRBeblZkVqFpzzNLv2li1X0fcaAe5+GHH16CFIcYaZ1X+z7Is2uuuSasA4osxRdffFHOPPPMSG1MV56lxeYGkIVRmkhz+7SzfjE33bruZlam9Wu/Xw4bxBUnViHb0T+27yNbA5I0i1iF4B4xYoTJKEZWBrKTUR/XrddqM0kTq+jr0ksvjWDEwVj4wUFTU1MkE9vOBEbMKl99NXnzilVb3ut8dC2vuOIKI3J9TH1fJ9LWtq2+tnAcEiCBahLogGLV4PMLuyQJV7ZYzTJeBxCrkQxVT6mHisVq8WPhk7feg66q+TFK6KtSsYosVZQAwBWXqapSFb8+//zzpixStS58zwKxqiLVl7nq1lvdZZddWBKgWgvAfjokAYrVDrnstTNpZHz+ODjFHZIUWaeohfqVO843maqou4rsUlw9tuluTnqHSMXBToP2OMScNt87EKrY4o86qrpFW0+nR1s9BAgy9N/vuND0hcOkVMxiTGx/x/W1m841EveFt9bIfeOvl1uCUgQYQ8UpxsKl4lcpIpPxwD57152chFh96a2XEw95qp0npX0iAaO3N7yb6XCq9omwuqPmFasqgOwt0hBvv/jFLyL1KLNIQ3smWftNk5c+sYqyBXvssUcJuAMOOCDcIm/fp4ct2eIYGZaQafahQ7UoVjVD1a5hCtGG2rN2eYM0+RYnVrOyAewksQrhi3qzEKQQrVnEKvrUOrD3339/ePhWXF1ctE8Tq74DvNAfyj5AqNvZHMhQfeutt8IsbN3Crxms9gOWV6ziXreWqq/2apbPVdraVvcrCHsjARJoGwKtIFYzbB+vfsZqUZSmZGXGMtWs0oQDrCoTq87I7nhlitW4bNFo3dK2KQWQlrFqYmqO1rYFFRWhfrFafN9zX6bPh2axtuMBVpWKVZQ5+uCDD8x0NVvV/tWWqvj9in+skCf/Wj2x+slPftIkPUCeJslVxKeCFYdY9erVK9MShY2wVnOaZGZJtnu+bvK3xtfAWTIgODzPztDP1E/wOZ7UPDaSSZ/pPjYigRQCFKt8RNqNAGqoTn34ekHGJMQqsgIHNh1saqBqVimkJbby41AptLlx2LfNPbiwzR9Zqv8KRCgkLA650gxDbG2HHO0W3KeiFfegX1w4RV0zXicOPl3G3PwtMw76mXzEGeaAK5QYwHi3P32/KREAyQrxetQ+g+X0BT+JHLTlQsT28ftXPGL60EtLDWjma9wJ73pivO8k+pknXZpYbuDbd11iyh7o5TthHpIZNWsfav5rRBIjPvD890O/XrLd3T25/j8+e5JXyLrtdC4uHwjLHy74eeKzh9h9seAmLcHwwPJHTDazXhDlEOFjDjuxRIb6eOI+lIXYu/deJbG4c9EGKCmRtnZo65ujbyysGX5osOqcu2LLDMSNZweNZ3riF8ZWVKogr1iFWEOdUT2VHfHoqfeouaoZoPZW8ixfcLL2myZWIcNuuummUPJmEVGIz+4XmYlnnXVWpNQBshKRyZgkVrU2qS+D0ccgCyNk8UIKuzVf45hCzuGbewhLvbDdTE+e1S30afLNHrccNhg7Sazifc0ARUbm/vvvn8g2br7o40c/+pHJfvXVqk0Tq+hXy1XooVUQq7ODY61tqaqZv66kx7g9e/Ys2c5Xjlh1nx/f2rfGM5Pl88k2JEAC7U2gmmIV5UwnyfCpwdnzmQ6vajkoSSl462lmKgXQMra/1ufiICRsLS89tMmMHTOGvTrlidWM43nGL5HPvhg9QrglM7T0sDCbjXtoVOzhXClrmbUUQMkhVQZ78XkJfh8nVsPDsVzpHan1KjJv0nCZWiL1S5/vtv7EVSJWP/zwQ1NbFZddAsCWqVoGwLzWSeSF/+8Fefzxx6s2TXz/t9dee0VKAahktcsCYEA7cxW1Vrt06ZIxDsj/OdI087tyQMY7aqXZM1dOkuaxZUjZWpkA46hJAhSrNbksjR0UpNgl911hts//6uTppt4qpCUyTte8tVb2/+V/mIzVswYXtt7b0gv3rnhlpTmo6p0N75j3sF0fF+qlQlJpvzicSuun4n1IVUhRFbPIXIWAxaVZqBBzyEz95UmXGfHn1nLV8gQ/HvbN2Dqsx1833ghViMpvHHaSqdm6MChHgLIGuJZN/p35FXFjLsjQ1Qsid8iAw81cIOZQxuCch38ZeT+u3IDWS9XGENVf3OfwCD9bMiNr98gBX5DugXzW+MAEDNz5Qcbe9PhdRgDi0kxfV0ii3cyHZhtuvz/5ChmwS3+v6NN1/M5vfhiyRzy7bd/HHKSlshTrA2FuX1rCQNdv4mEnmwPOUJ7h7qfuD+9Ff1OPbWHr8kTfV33teyZGCHj3cueMZ1KFLdYOEh+C3bd2eE3nOG3BzFDSo3avPRb62ePnJ5ou7AxrNxZ3PPD/9mGjTDMczKbPr49XycQSXsgrVrU4vru1HlvNDzzwwFAAurVO3RB0e70Kw6z9polVV0aVI1Z1CzbmBEGGMgCIMy2r0red2563irvzzjvPbF9PY+TbCp60tjo+Dplya5BedtllYm8pTxKO7rg286xsEGeaWEUbMEA5gMsvv1wmTpwYezAYsjdvu+02b83epLqiecQq4tEsVM2kVd4qPVHv1l1T/KDBlbrliFW7jANKHPgOx6r2M5PnawXbkgAJtCeB6orVIL/QHCh0q29KlhirfsYqBkwY27P1vDTE5Dqr5YnVqDyMjmmNZ9cHLcYamKZAUlvy2dNmJ++cB8no0SK3BoswJczCi2GTuCbZ1jKrWA0FaczjHitWY8o2FLqx6vF6a9kWWxmp3j6fs0rEKqQq5CouN1sVItWWqvr+mjVrwp031ZgxdgHttttukcOrIFTd7FWMpXVY8futttrKfL+W6bIzP7GOC4KVDR7gW/F8jm2WScEHIfhxTcJ662cJz6y5OXj+g2djtsi4BQNkSvPUQLrj9tkyf8Cswg9/wmfHzli1n/noDyamrmgyHyoThy352y3TNhNZNqpTAhSrdbpw9Rq21lJF/Ded9lNZFMipr/9mWmL2Z7lzhUS0a7Q+dvovjETDmJ8JpOua9S8bGQfxCbk7IpBeeM0n2hD3zU/cLTikat9d9grrrbqxqdyE+HJPj9esQ2Q82hcO1FIxpodv6fuQe8jg1StJnGldWW27bvL8iMTTQ5jwPgSuK2htYYk2qE9ri1PNBtb+IY6xhq6UxDiQo+48fetox4z1gQzHZTOxX4dgPPK6M0w5h7jxNQMU/biy0uYJ0Z4Wo83MV2dVJXocU7y+74xjTBbtT06cVoLA7t/3zLg3bHXpF8xLdux6UBuY4ErKfE37LOURq76tydq/+57+2T1VHe1VXmG7NaRdnn6TxKpmQNqZs+WIVcQIgYXMRRwoBOGHGpdpYhX3IWMAGaa+Q7s09qeeeipSV9SO114vZPHOnTvX1ODKcsBA3AFI6DPPIUiQ3jNnzhSN02WehQ3GzCJW9VlAe2Q+px0M5mOVJKDzilXEYWfSam1Td5u+vU6+98oRq7pO4I76sWDhHmyh/VbrmUn7+sD3SYAEaoVAtcUq5lVav9TdJt46YtU/djR7tsA9eiI9XnEOzPIsT7liNet47qn2gxY7YjXoyG1jti5HDm0qyCDfvSXi2ckA9a9J+lpmFqs+7rY403iKgtR9Zkpqp/q295fI1fRDyVr7k1iuWP3oo4/ktddeM+HFlQDA61tssUX4PmQrvneZN29e1aaFH9gj+9QVqWllARBA1qxVrO2CYUX5bdZQZPaSQvaq/R6e0akyJdh6vya6fd/I2GHBoXlifrAT3FwQ6aav5uIPGKIH6KHfWQNwIJ72NUVkKn6SodmnQftJzTJ25gikQwcytqkYk1s6oCBzhxXjrRp4dtShCVCsdujlb/vJq0iDLFux9nmT8Wdv20+KCBIKma0qkOy2kGw/GnFBmMGqmaCQVW57tO3RtZup24pt8/ZWcu0T4mrSkOCLvHVBuB573TfCg7KODLJBVQRqM5V6PmkHcTn36QVh3Ve9x5aLcWIVjFS+/vprl5Rky6owtOdr92VnRmL+94y/zovaFn3uHHxjIIvTFYbVEKs2E1vw2tLUFq72ZCAae80YHr5ki8a8YhXlKjQr1SdW7SxhH1d9Py5WWyAjYN/a2nPziVW8b/NyhXqeT3kesQpJBfn14IMPlgzhyxrUA4qQjYhv+CAHIYYuvvhiaW5uDg8uytOvSj5IJ/uCDEMJAJW1+h7kHjI4tUSBGzgOsEJ2pysPIXuR4Wlvoc8iVrUN4pg8ebLst99+5ptnZDwia3TSpElhXVfEoiUQkAkJiQdGyGz9/ve/b6SqK9AQJ7IZ8b99qaAcM2ZMpH9to7JQxaUytw9uQh9ohwxMe9xy2GDcLGIV7TQ2/D5OrOI9ZCPjubGfJ2Tpgile9wnocsQqxtJMWmTTrl692pQpcA8AU7ZafsIev1yxqixQcuDUU081z4d75X1m8nw9YFsSIAESIAES6IgEyhWrb7/9trzzzjsGmS9bFRJVs1btzFUIT3xfUa3ri1/8YiRjddPmTbJ5U6Heqn2Qlf17Hbtbt27SvXvhXJH4C/LeEpqQobMGyPxAaBZ+bqDlIlxJ7kh/I+YhVq16qZG+ouOUStoJsmK4m21v/aBixYSgf9haJ96SP1eLPPvpyAQoVjvy6rfD3FUM2aLQzYyMC8tXt1Tbor9DgpqcqJHqHi6VNE07DrsdJJldH1Xfg7jUC8LWFWZxGZhJMWQRqxBuyOzF5ctateuBqii2xWqaINT4XClpSzqVktjib5cvcIVjpWIVAhrlIHC5mZkqTLEOWlLBx9YWsHZ8ecWq3d4nVjE2MlJV3rvPMuLQ+r9unJoBjOxhlbdpW/njxKrGkHZ/2kc+q1jVGpP2dnK3b8iop59+Osyyg6iDlEP2o32hPuu0adOMdMzbr0o+d2xs3R4d7KnTDEN9P217E4QmRJUrD1UUo18VyVnEKsZFO8g+SFm9kP169tlne0WZHjgFaa0XxBpErHvifVwGrmb9+uqMhl/L+vcPxTOEo+/gJgjhUaNGRcYthw3GzCpW0RbPDkRykljFmkBiQvzGPU/uc1GuWLVLAiADGbGtXLnS+3HSEgy2jC5XrGIAZMC6NXHdgfM8M2lfA/g+CZAACZAACXR0AuWKVWSrImsV0hSXT6Ka1zp3ks6dWsoCoHzA735XKBVXjWvnnXeWYcOGmTjsLFVfOQAtBaC1VrfcckvB/clXsljVe0PBajKVm2SOm5kaZqxWIlb9madmbIrVajxO7CMjAYrVjKDYrDoEVAyhN18tz6RRkP034+EbvOJUBSmE6LeOGCfLg2xYrU0KKblP7/5y3rzLQ1mq7ePEKl7fc4e+gsOXUCoAF8oF2AdSQfq5h0nZGZ+4R/sZtMchsk9QBxT1U90ri1iFJLWzG+3MRs1GhfD8nz/fGWbg2mLVFo1o54tD44rbhq+SEf2687TjKVesoiZq967dw1q0qCF66mEnhKUG8khROz671mqePsAji1h169ZqXVddl7gsVKxJ85trTPZwHHP3WfGJVa0jHFf3Ns8nN6tYzdOnry1EEy7NEK20v3q4H9IY2Y643AxTX/wQdDh1PokROOJ/XyZjPTCpRoyQnjhIrKM9T+U+M9Vgzj5IgARIgARIoJEJlCNWN27cKK+88orBYmerunVVfXVWscvlmWeeqSpS/DAeglQPrdosQcbqxtI6qypeMbjK1V122cWUK0i6SkoBWBmrkfdQ9gLJreGu/UJWqykTIZVmrKLT4UFJApQHCHo1JTZWyIQgDbZvolhlKYCqPmzsrPC5Dz5Am8mCBNqKgJ7MXs4J5pBc9mFHdsyaSfq53gMEJ9ZDrKLOJ7b749JDl/B7tJ1yxDfMIVa+sgJo49vinoWRW+/SvcdXFzSrWLWzTu1MToi1h5r/ag55iusrTyZtXFtbrGJe9sFgttQrV6xqiQbNuNUDmiYcUTjELI8UjStpkKcPd8y4jFW7zIJdJ1VLV7i1dtGvK13teJOePVusQtZraQyf5M/yvLpt2kqslhMb7yklAKGK/93DqciKBEiABEiABEiABEigPALliNV3333XlHtSqYqR7a3/Sb9HPfWlS5eWF2zMXajPjh1PmqXqKwdgZ7OiG9VCO+ywg2y77bbJ8YQ1UoOt9k4pgGht4JZyAHbN3dGBaW0OzqyaYjJZy81YRW3V+MOrYjNW7dirSp2ddWQCFKsdefXrcO7Y8ozLJ0RtufrYyytK2qhQtbdd+8oGQPD9/c2XBJIW8krFXlZckKvIrv3zi0u9pQncA5WyilVX2qIMQd/te5tT5TUrMotYTavjmVWsIp4xN38rzAJWqXhLUJe0ksOrIB1H3/zNMDNZM2zzSFFbVNq88/SB9c6SsYp2NjM9GAxZqEOaPi2awWo/P650teUs2sUdQGWL1e8NO0e+dtO5sWUIsj6vdjuK1XKotd89+AY+y0FW7RchRyYBEiABEiABEiCB+iJQjljFLqP33nsvubZqsQSAm7W6bNky+fOf/1xVSEOGDDEHqIYZq0EuXShZrVqrdp1VFauQqpCryRfKAcyRppmFA6vq6XrmyqAe/1g98KqeImestUyAYrWWV4exlRDQmpU+IQqx13vr7vLyB2+HsgmS9BuHnSQvBbLulqd/l6n+qlsmIG3rfNoyQUBe+8iN8r0/F4qSu4dCZRWruNfNxETmr2ar4v24vuzs0rjMS52HXTPULifgZqyiPYTgkdedEeF9+B6flmeDWrezx/w0DU0kXrterW8rvy0502qs2ver6EQwrSVWtV4qxsDzM3XYuaYObVz9YPfQKhdU3Bq5pQDisphTwcc0oFgtlxzvIwESIAESIAESIAESaAQC5YjVdevWyYYNG0rKAKhExdZ6+8Aq/T1+XbVqlfzxj3+sKrpjjjkmUgrAra8aV28VQXTt2lV69eqVHk89Zn7WY8zpK8EWNUCAYrUGFoEhZCMAiferJ34t9y1/KFGQasbp8KbPyJjDTgw7X7j8UXl01V/ljUC8xh1wpVmvELQ4DAslBCDKjt1niBy6x0GJtUkxEDJVcR174FElk1KZVolY9ZUasDNQ48Rq2un1GmzcwVF43ydW8bp9j/bjzjFuheOyY+NqpCYdFGWPcfx148NMWjv7M02s4hnD1bdYV9cWpmlC2paleGZ6Bs8Q6qe6l/aJddP6vWizIihfodnUceLYV2PVnqstkbN9qqKtKFbLocZ7SIAESIAESIAESIAEGoVAOWLVPrhKywHo9n9fGQA7axUHlt5zzz1Vw4e+cYhrly5dwixVzVxFSQC31iokKy49yAr37bQTKqHyIgESyEqAYjUrKbZrNwIQdz9c8PPwUCYEAvEUVx9VA9WDo/TPL7y1JjVj1T3MSrNgbRGLGpjHHTjcK1khBHH5ygeoFHPlV5aMVVsO2tLRrumJceP68pUR+PTuB5WsqZ3ZameQomGcWMV7trjFnysVq3Yc7sFYeihZXC1SW/S6bdLEKsbdbfs+4frZrNPEatKBXjZozbpGTVz3ijugTNv5xKqbybtw/A2hGM77oaVYzUuM7UmABEiABEiABEiABBqJQDliFQdXQVC6B1fZcjUuYxWvY0wI1mpc++yzjxx++OEmnrRSADh0S4Wq/orsWhxgxYsESCA7AYrV7KzYsh0I2BmDkHUnHHS02daPQ3twpcnVPCFDquLac4e+5lccfHXel882kgqZjCteWSlPrHoqzJhF+8lHnBHJToU0m9/8F/nVydPFFpf2ye3uYUYqyzDmusnzpdvW3cKwdf625LTrcbqyz85edLeh2ywhZN0Y7W3lbh1YBKTi0I1Rg407MCppDXwZq3YcyD62sz7duq7u/MHmrLsuNtmqvoPC4sQq7luz/mVzONpVX/teuHZxtVp9c0JsvWYMN2+5wlvb69r5+KINDnfTkhG+udv9L5v8uzAMW0S79+X5DFCs5qHFtiRAAiRAAiRAAiRAAo1GoByxumbNmsT6qnZJAP29ndn6zjvvyNNPPy0rVqwQyM5yLvR34IEHygEHHCBbbbWVEau4fLVVVajaJQFUrKKfPn36lBMC7yGBDkuAYrXDLn19TFzF24UHj4gcAgSRhNqicVv6y5mdfbJ92v3Iipz79AK5/qn75JM9dpUfjbhA9u69l9iCSzNmNVMWf/7lSZeZdriQ5Xn943eGW9bxmi1rIdnQP+SxliOY/JWzzL0Y546/PyQqaRHPefMuL+kLJQz0HtwHsQh5qNwg4Xp07SYaox7wdcphJ0QQYB30QDCfUNbGOn+08WVk2p3aotfHG/Jx4uDTI6IZ7SAwLwnmjzINuBAzDhrD9atVS8yveF7+M5DitqTG67Z4jltjldj2nLVtWiauzt99XnW9/3PBz8x6IuZvHHRsZG2w3m6ZC6wPnq3lL6+UGQ/fEHnetX4wyk64GclZ+Pvmn0esXnddoczB+PHjvSiT3v/nP/8pd9xxR9wSyMknn2xOul+8eLH5Hyff49L7Bg0aJPjfve68807z0kknnRR5C4c8IR4c9OSLt9x+ERvGRG0sXEcffbSJ3T5QSvvWOaXNHf3ofHX+PlBxDNAWMd1///2CgxRw+MDnP//5krhi4Wd8A0yxhhgHFw5IQEwu+6uuusq87q5X2prYYTz33HMyf/582X///eWoo0rLrGC+q1ev9kber1+/kpgyTpHNSIAESIAESIAEOiCBcsTq2rWFcmKxZQCsg6vsMgB2hivuR0mA119/vSzqe++9t+DQKjcDVTNXIVNRCmDzJv9BVhSrZWHnTSRQ+OwHH6DNZEECtUpAxSpE0akHHiMDmw6WtwOxhsxRZPbhdfuwqnLmoX38ZszVofTM2g+E1i2P3y3Ynq5b1iE5/xLEtz54T699+uxVUjpAsyTdsfpu39tkyaKftze8G77dvet2YXy49y+BJNVarogDGbXuZd9jvwepuTyo6Wlfvhj1fQhZ+9IYfZy0b185BLt93PzRxlemwB0L92Msm/P2QbbvkAGHx26Fd+fhi3/ALv2NkI1rmxSbzkn7SJqvuzbueuu96AvPPDJq454VvO7en4Wh218esfrAAw/IqaeeKldccUWJrITEPP/88+WWW27xijAIw2OPPVYOPvhg6dGjR8m8pk2bJvvtt59Ayl122WXhN5h6H+558sknIwITnZxwQuEHAnfffXekT4i3Cy64wGyxeuqpp4y0ta9y+oX8nDNnjowcOVI+9alPCUThTTfdZLqdN2+eiR+X9n3fffcZuZg2dzt+nf/QoUMj8WIeS5cuNWPfcMMN4XuI4fjjjzfvjR071swzLi7fs5/1NchhfOPes2dPs44QyXgNPDAu4tZrxx13lIsuuiiUxfp62prYsYD13LlzzXhLlhR+eGJfWHfMGc+TeyFr4wc/+EHWqbEdCZAACZAACZBABydQjli1SwHY4jSsr+qIVTdrFYIVF76/jvthcdqy4PtM/BA6TqxCsG7cFGTDBvZHM1aNbLUyW3EvSwGkkeb7JFBKgGKVT0VNE4AsOvPOixIzU3ULf97sVXvr/w+DrEA9sKgcIBBqP/rDL+RLA77gPbiqnD55Dwm0NYE8YhWxnXHGGfLQQw+Z/1VWqnSDeLOlnz0XVzbGzTNOrKK9KxXxWpxYxevIqHz44YeNDNaMUB1X48naL0QdJKotUHEvJOaRRx5pskQffPBB032cWFXRmrTG7vzttj55rYLRFxeEa3Nzs1dI533OVHS6chuydOLEiRGhHidW09ZEYwLTQw45RM4++2wj2X3c4tY977zYngRIgARIgARIgATKEavIMv3oo49MxmqSWIW09ElVFav4XhXlAMq5jjjiCBkwoLCLz66tGh5cFQhUu+6qXSLAbo8yAvj+jRcJkEB2AhSr2VmxZTsSQPbgkualJoJ/rV9rshT33aWwpR6ZlgtX/K8pDYCT2PVCnU37wtbpv7/5kvQutkHbbxx2UlVFKOL0ZSu2IzoOTQKZCeQVqyq9kCmoWaIq93wZpRpIpWIVUhUZjG5GrE+wQfQedNBBRshhXNzjZj1qPFn6xZz33HNPbxYm5odMg1mzZsns2bNNJmdriVWMZUvLNKbKwZc9mvkBKTYEZ2TNqjy273e3/vvEapY10T41sxXP07hx44wgl1YVDwAAIABJREFUtzNi0Y5iNe8Ksj0JkAAJkAAJkEAcgXLE6htvvCEbNmwoEasQqbZstcUqBCsuLQeA3//lL38xPwQv5zrmmGNk1113NbeqKMXv7Tqqbm1Vt8Yq/rz11lubXUK8SIAEshOgWM3Oii1rnAC2wy8Ktob/PahH+ezaFebwKZWvy155Xt58/23ZvWdf81rSdvEanybDI4FWI5BXrCIQO0sRf0ZG6LXXXptY1zJNAuoE4zJWIUlnzJhhtn/bAtcn2JBdivaQqSr0XCFrx5PWr873kUceCbf7Jy1Ia4lV7VdZaxbtypWlJUE0PmQYox6sT4jmeah0XSBptXZs3P0+sZplTbS/L33pS0aMY0xl/8ILL0TKQFCs5lk9tiUBEiABEiABEkgiUI5YxQ/e33vvvUSJCoGaJlZfeukl+d3vWg6ozbpSTU1NZteUylq7HICdpZpFrG677bZm9xUvEiCB7AQoVrOzYksSIAESaGgC5YhVANEsVfzezl6Ng6VSUOuA2u1sUZckVnEoEcoNuNmy6MuusTpw4EBTB1TrbNqiTse15Wdav0nb833zzVtj9ZRTTgmltC0w7b4hiJGxi2+iccgBMmOzyMW8sSc97OA5c+ZM0wQZvNh+hoOl3MOlfGI1y5qgX1eEa7awK+4xdwhjSH374sFVDf3lipMjARIgARIggVYhUI5Yff/9982hoW4pAJOxGlNf1ZexivtxHsDjjz+eeW7duneTUSePMlJVj8/JIlbRRmus2u0hVbfZZpvM47MhCZAAD6/iM0ACVSXw2muvyauvvio777yzbBf8hfRu8Jcsfm1+8UXZLvjp37bbbRe+v9NOO8mLgQzYOfhV2yEYu632oUHiHoyB17cJ+tL78b72gV/RbtmyZWZMXMuCU7X3DQ7T0fGbdt89bP9q0N+7wU9YcWnc6Nu+0Je+h/jwe1wY5/133zUx47X3gt/rfPB79KttETPG2j3YymtfqFU5ZsyY8CWdH17Q9joXxK9j2PPXOWBeysJmBSa+C2sFRjp/5YK29rohZrDWX9Fex0JsyIbEHHQcjF2PV7liVeuqYs52vdU4BkkHOOnBVbg3SayiQL9mMOoBWq5c1AO27AOrfFmPrvxM6jevnIwTqz6pjDljXvjfnr8eXqWHVkFkopYpJDSkKq62FqsYE+s+f/58+dOf/mTWHfFBdKvsRRtXrGZdE9xrZ7bqs4T6rlhPO+s27vAqHlxVj1+FGDMJkAAJkAAJtC+BcsQqskJxgFXStv8sGasffPCB2Y31XPBvt6xnjG8X/PsIh1btvffeoRAtV6xiHr179w4zXytbiddk3qThsmDYfJk5oj7/bVTZ/Hl3RyLAjNWOtNqca6sTwF/ErwV/qb4SCLsjgmy6u3GYy1lnyYvBoTFPBPJtl0A+Dg5ev/aaa8zp2XqK9i/+67/k7P/7f2VRULAcWWg4ZAbX0UcfbQSpXl//+tcFY+y7777m/29OmiQnnHSSHPqZz8iVwVZZ9D8c9wR/GUPyvRvIzVVBXxdfcom577lnn5VjgvchFPE++sDv77//fjn99NPlxhtvlKHIPAva6PVA8B6uVwIpComKbLPfBa/tF/wFjnhmBdu+9TW0w7zRH4Ql4gELtIVsBI+fFbPctP9LgxPgEZ9eEJhLgvpCiB3joaaijo9fMZ8TTjwxMn9kq+0fzAWCE8IV900IxBPmDEH6bMAQXHE98cQTcuihh5rfY/6Ic34Q70677GK4azv9PdYTa4Yt4lO+/325KzhxHmOpRMX7uBfx4psg9A0u9XiVK1Yx1yxiT5lUoxSAykf7AK1vfvObZgjNWMV7yOz0XSpj8Z4vnrh+VbrastbtH5mVKjyrXQpAx3ezNiEcceCBWz/Wji2pjX2Al96DgxjyXHqg1qTg65JmCLtiNeuaYNz+/fsbWeu77FIMeZ69PPNhWxIgARIgARIggY5HoByxCkr4vunjjz+OHF6Vt8Yq/p2C7zHLuSBX9fvjcmusIt7MCSKvzZNJw6fK4mKwg6Y4AhXvz2mSmd89wD8dvD9VZMrMQbI4ELArJiyRuKbl8AjveeZKmdQ81pG7z8iVk5pl7MwR4irfZ64cKLMG6FwKcniqTlJGy+wl3xXM6LV5k2S4vjF6tiwpBh953WovQRwDx91aCGvQFJlvxg7iGDhOiq8qSZkyf6a0uGi0mSUDzGtZ2ldEizeXSYBitUxwvI0EfARUrL4TZDRCWL73zjsy8LDDjOh7IZB/kG4qDNHm2UB0fjZ4Db9fFdQN3DkQdBCcEIuQoBCIkJQq+2yxivEhaLft1k2mT58ufw2kIgQiMidVvmJcyFvITGSGQvx9/+KL5Ymgf2SGIusSIvLuu+4y4079f/9PugWiEe0hPPEapCP6xD0QmPg93lOxqmIU/S8Jtq1gDi8EgnLPQGRCrOKCeMR8Xg0kJITypwM5q5crVvG6Hk6j80acmAf6xgUu9vxVZqIvjI0L4gyiCeMiw1RlKvgvWrRIvvrVr5p2kKuQ1wMDOQ2xjHnhwn0TA9kNKQ5Z9efgGx18w4IMXAhv9A2pCqmMC7J5j2DO6Pv666+vyw9IPYpV+wAthQ6xqtvGIfnc7emQ5PbhSz6xGtevbk+PqyOLz9jgwYPDOrPVFquYo27Dt+ViFuGLZxVb9t3Dn9An5ouvR/al35zbr+l83Dq12saVnLZYzbMmmtkKzp/4xCcicZ122mnm65DKW4rVuvxyw6BJgARIgARIoCYJlCtW3wn+3Yd/Z2BLvmau4vf6v5uxqodW6a8oJ3DHHXfIRx99VBaXLbfc0pSTQgarilXNXNVDqux6q77XugX/rsT/qZeRhBJKxkAzlmanBv/WfC1IrInNVQ3FaqncTB0/YwOVnBHpq0I4lJtWZ0X5GbaPxFiYoxHAfVUKF2KHjF0wrPj68BUywZavC4YFErVJ5oRytNC+Rd62jI94p8qUiARG23G3DnJka+EeX/uMaNisygQoVqsMlN11bAKQbX8PxApk5S7BXySQGP/13/8tJwY1AJsDKYn3kEkJCYm/9CBKIQOR5QkJunsg5iBSsd0dr0HoQeRp1iZkKC6Vs18PBONfAuH3mUDO4h6MgTHRF8bABZmCTFgVgOgTYvCRYOsuLgiKu4LMToyxX1AuQPvTn1YigxTCEdIQbTCHTwbtNBZIT/SpWZuYlx2jxo4Mz6ODGoz3B6em2xmdPrEKjhC8EM5NwZiQu/g9MkWROYsLc0TsaAvhq++D107B/2Ch7ezSBujvoeAexIU5YJ6YE+7HOmEsXGCLeZsSCMW1wjdayh480a9yRFYrsl/Rt13aoJ4+EfUoVsFXJRx+j23zEKuaPekedGS3VzEZl0Hr6xf3a03PhQsXRg5Rwnua6aqHarWGWIWgxAEFqIFlb4nHM4nX7K34+vwhWxU/nEjKtM36rCKT1FdLV+Oy5a0tVvOsSdJBW+5BXRSrWVeO7UiABEiABEiABNIIlCtWka2KrFWfWLXrrGoWqy1WIUD/8Ic/yItBebVKrr59+8rw4cNNDLZEVdG6cdNGkc1iaqtqjVVbvuL7ti5duqSGEIpEOxk1+HfVM8GdB6AkWiSbtSXL03590OjRQQ28ASUZqwWRiBBGy5QpzbKiaWYhkzWmT28suL2YqTolUJUtsrKYqTpFZKrJlrWlLrJBF8iAYMwFKjedbNdQZA5aXMy2VbE6SZrH2lmmRYQx8tjPDxnALVLW9ADRuyBg1LwAwVpZrMrDaZ+6cmzQWgQoVluLLPslARLIRMCtsZrpJjZqFQL1KlYBQ7eYq1iFZDzwwAPlhhtu8LKCHBw5cqTJ3kwqTeD2i860pmzPnj1NrVNkMkMqzpo1y2Qs29mseWuson89wCupnqv2e9FFFwmkKS5ky44YMUIQ1/nnn28yPePiquQB0uxYsMZhWxgHTDBvlNCw6+zaYjXrmmA+Bx10kMk6Hz9+fEmoblYwxWolq8l7SYAESIAESIAEbALlilX0sW7durAcQCRb1TnAClIVF3ZQIdFjzZo1gmSArHVV41YM/SJ5ZNdddzV17vE9IS5brG7etNlIVzdjFRmvuCf9srem+1pH3zdZoyZrM7rl3/u6BCJx1oDINvkgLTYQq3F9pme7erM6PcJTZefY5pas0ZJ7jegcVtj2b4ne0SZGDwu3DEFCtmypbC2I3mFLxkpzoWZCRKzGCuX0BWSLViBAsdoKUNklCZAACdQjgUrEqm7L1l+T5g8xdklQV9c+qMrXHgLvtttuC2umJt0HgThu3DjBgUWQcai3OmHChJIyADoOpOXf/vY3I16z9mvPDePhz8iYxjfCuCBqzzzzzLC+FV5z+9Y/J/FRLu783Xswh0cffVRmz54dZs66cfXo0UOGBNnUblyVPp8Qu3hetIYtxsH8IUXtrfuQnpCvKCuQdU1GjRplJPXPfvazkjIAGjeE96c+9SkzXp5nr9J5834SIAESIAESIIHGJlCJWP3www+NLI0rBQDZigsl4/7617+GOwBbi2ivXr3kM0G5M+zQQ0yaxaoZqypXIV4hYbfaaqsMoWBLfKnoC28skZZFQTh/gMyys0Q9NVaHLShuqS9KysgW+0iGqUrHQr3TpCuTWLWEqd0+VqwOW2AJYKsUQCSDN6HGLMYLBTKiL51Pizj18c4+/wwLyiZVIECxWgWI7IIESIAEGoFAJWK1EebPOZAACZAACZAACZAACXRsApWIVZCDWEWdVDtjFb/fsGGDrFixwuzywQ/CK81OzbNKOFR1t912kwEDBkjXrl0jZQIgVyFU8UPyrFfiVnZXoKo0rGGx2lJ+oIWAqbPaNCdy8JWK1mh5AXhRK5MVXaTWj3XEqHt/2qFWJe2zrhzbtRYBitXWIst+SYAESKDOCFCs1tmCMVwSIAESIAESIAESIIGqEqhUrEKqvvHGG4JaqrhwqBXOg3j++edNbdP2vCB499prL9k9OCOje/fuYYkAZLZmqa0axp54eNUa6xT7wgFL9VAKQOcWyVJ1BGkolIOSBZOax4aHTNn3GEnbPKVYzkB7dUQq+p3TJDOL9QOSt/WXZqyyDEB7for8Y1Os1t6aMCISIAESaBcCFKvtgp2DkgAJkAAJkAAJkAAJ1AiBSsWqytSVK1eaklDvBwf4trdQddFC+m6zzTayzz77mCzWbt265adv5Ko5ZcpcJsNzRHBwFa4qHV41enTQ/7Bi/dK8h1cV48pUCsCafbQ9pOZwmbo4nGQoTI0w1jdGzy7UXXWYFMEU7rHfG2SL15TSCuK+n9Y+/1LyjsoJUKxWzpA9kAAJkEBDEKBYbYhl5CRIgARIgARIgARIgATKJFANsYrt9b///e/lxRdfLDOKtrmtX79+MmzYMFO2oPYuCsTaWxNGFEeAYpXPBgmQAAmQgCFAscoHgQRIgARIgARIgARIoCMTqIZYBT/UVEVfKAVQi9d2220nOGQUNVdr5krKgq2ZIBkICZQSoFjlU0ECJEACJEACJEACJEACJEACJEACJNDhCVRLrALkq6++KvPmzavJUgAjRoyQnXfeucOvNwGQQDUIUKxWgyL7IAESIAESIAESIAESIAESIAESIAESqGsC1RSrALF8+XJ5+OGHa4rJEUccYeqr8iIBEqgOAYrV6nBkLyRAAiRAAiRAAiRAAiRAAiRAAiRAAnVMoNpiFSjWrl0rCxYsMOUB2vPCtn/UVO3Tp097hsGxSaDhCFCsNtySckIkQAIkQAIkQAIkQAIkQAIkQAIkQAJ5CbSGWEUM69evl/nz58tbb72VN6SqtN9xxx3ly1/+smy//fZV6Y+dkAAJtBCgWOXTQAIkQAIkQAIkQAIkQAIkQAIkQAIk0OEJtJZYBdgPP/xQFi1aJKtWrWpTznvssYd88YtflC5durTpuByMBDoKAYrVjrLSnCcJkAAJkAAJkAAJkAAJkAAJkAAJkEAsgdYUqzpoc3OzLF261Bxu1ZrXTjvtJIcccog0NTW15jDsmwQ6PAGK1Q7/CBAACZAACZAACZAACZAACZAACZAACZBAW4hVpfzSSy8Zwfqvf/2rquB33XVXI1TxKy8SIIHWJ0Cx2vqMOQIJkAAJkAAJkAAJkAAJkAAJkAAJkECNE2hLsaoo3n77bUEWK0oE4KCrzZs356LUqVMn6d27t8lMxf/du3fPdT8bkwAJVEaAYrUyfrybBEiABEiABEiABEiABEiABEiABEigAQi0h1i1sX3wwQdGsK5bt07ee++9yP9ot+2220b+79Wrl6CG6tZbb93m9B+7vJMMurBl2JG3rpF7T+nT5nG0+oBrb5Pj+jbLBZsvkM/Zg5nXR8vnFm+WCyJvtHpEHKDGCFCs1tiCMBwSIAESIAESIAESIAESIAESIAESIIG2J9DeYrXtZ1zOiGvltuP6yujPLZbNoVF8TC7vNEgea1S56sEEsbxoKKVqOU9Qo91DsdpoK8r5kAAJkAAJkAAJkAAJkAAJkAAJkAAJ5CZAsZqObO1tx0nf206RNfeeIpH81Mcul8CtymI3szO9S7YggbomQLFa18vH4EmABEiABEiABEiABEiABEiABEiABKpBgGI1nSIyNS9vyrDt34hWrRUwUm5dc6+YSgHYQj+xOdhWf6FcOFdk+uI10nT5RGkOttNfWHjBZMIagTs6+LNexddL73ezRosZtXqr3mf6SXivuLW/5bZiv24pgLh2xb6bT7lVHhs9Wgr9TKdoTn+k6r4FxWrdLyEnQAIkQAIkQAIkQAIkQAIkQAIkQAIkUCkBitU0ggUx2XxByhZ4Ix9vk1NUptrZrEUxGZjWYk3WouyUW1uyYN3sV/PnxwpyVgq1TVvuj8ZshGzzBcUyBdF4TV1Y0RIGhfduOwVxSHRetkyNiNVCyYPAlhbqqkbqrLrz8JVMSOPL9+uRAMVqPa4aYyYBEiABEiABEiABEiABEiABEiABEqgqAYrVNJzZxGpUbhb6DGuSNjnStZjpWRCccYdfQWheLk2hWLWkrRNyIdMV3rWYIRu+b/Whw5jsWZFr7x0qi1A31pa7ep8tViF4L2+KlEFomWuTJWoLA/g4pBHm+/VHgGK1/taMEZMACZAACZAACZAACZAACZAACZAACVSZAMVqOtAspQBMZqhWAbC6HIks1aGLgozTZrkgrMUaJ2sL2aEt3RTLCZiMVfv+0pijZQTs+3SLvn2Pbtd3ygSMLGbQWmK1KZINW+jDFat2Ni/Favrz1AgtKFYbYRU5BxIgARIgARIgARIgARIgARIgARIggYoIUKxmwOfJ2iwaxnD7f9P/2FvunT7dmqVam9QqL1CadepmrCaLVXtEI3kfCyTptSIT7fIEiVMtSN3HXBGcIWOVYjXDM9RgTShWG2xBOR0SIAESIAESIAESIAESIAESIAESIIH8BChWszDz1Q4tZpfaB0xFJKZVm9SUAkjOWI3WQi2UERh0YbaMVfdeO2vU+95tpwRb+5vkf+zaqbbsjcSbXmOVYjXLM9RYbShWG2s9ORsSIAESIAESIAESIAESIAESIAESIIEyCFCsZofmbvc32/ztGqnmwKmWjfzTIwc+pZUCiJYBmL54jTRdXjxoqqSUgBuzs6VfdKs/2sVs9zdvFQ7FmqvdRSSxFa/TLpxXXOZteJBWdrZsWV8EKFbra70YLQmQAAmQAAmQAAmQAAmQAAmQAAmQQCsQoFhtBajskgQanADFaoMvMKdHAiRAAiRAAiRAAiRAAiRAAiRAAiSQToBiNZ0RW5AACUQJUKzyiSABEiABEiABEiABEiABEiABEiABEujwBChWO/wjQAAkkJsAxWpuZLyBBEiABEiABEiABEiABEiABEiABEig0QhQrDbainI+JND6BChWW58xRyABEiABEiABEiABEiABEiABEiABEqhxAhSrNb5ADI8EapBAp/fuG725BuNiSCRAAiRAAiRAAiRAAvVEoFMQbPhdJf6QcKW8Hb0zvXGn9CZBl5katQwd2xyT7Jw3xEL7CKMqLW4YZ/L8wCj7N/3O/OJCzYo0a7usDw0mkrVPbzv/zdmeIzfIrIGkrLfpJkNfGZqYfnIwyjXvsp9h3BgTfKY5ZcOT+1OVa/Jpa5h1IsV+EllafWXtNseznpVTtMsqfV3P+qynBqkPedBhVkapX2Navkrm+5qZ8etC7jhz3+CZoefvrFS2ngZV+6xUY04Zv16WM8+y7sHfmdn/hvUPUUtcGi2WHH8hlrX+wZegt6ZX/ASUOTRvIwESIAESIAESIAESaBgCeb4Pz9M2A6Bc/97LOnbWdnn+fZenzwzzNk0y9tkp67/7srbD2JnaBgFm9LTJU7YmmtUTxLbzBBS0NYzSrpI+My5AWr/mIc7QV4YmYT+Z2gatE9s5b2bss3S6uDHmgcnaZ9gu5cHL2h+IZ/5gpC0gOtsiQyOrSWyczkOWdT4l7dBPTEwZ+4w2S7kpY5+Fxzxj49Rmxc9NarssS+PMNtPXt7jHOiagrH2G4VZlYsUgszBIaNO5hmLJ85df4rSrNSd8zhpJrFZjPpm/SUh5MLP8xZz2bGf9piGtn/j3O62fUfETUP7ovJMESIAESIAESIAESKD+CeSRTZm/v9WGyf/w2Rw065z6fXexr6xjJ7ZzZEVFfWa9OeYRCW9P7icbo+K/CzsnyBg7jEyhB402B4uTuj5pHwFnsExj63zcvv3zy8dI+8waSMr8wsFT/pGfabh8z3ryvMvkXjLdmM9ypvkUO8v4rJt/2WZ83jYHk++c/sUj7eEsvG9A5hCrqV9jipPIOh9vu5jPcsY+o81SbsrYZ2F9MjTO0KQgsgJOm4PPTcY1j19MZ7ZYzix9xnL3//AmX5yZIGR4PjN+TU/qKfMXyLRwqhBLmI5fqRStIb55vnAlIq7GnKqxRuaLYvYvxrFzqkYf1Yol+dnutPknFKtpH3++TwIkQAIkQAIkQAIkkEIgz79x8rTNAj5Pf1kzhhL/UW29mef7fm+ceYL3wAhvr2Y2WcZslUyhB6w6AVKlV5nlF0rWO+EfjWU9G5kgFCYPObEphoVJG81gclKHsx7I1LbFNUls57yZtc+S5S5mFrqv5+kv67OedR0RS7Wy8Az2jJ+b1H/nOxPIysjbLiFjdfPGIJJNOT6YVfoak0uspn3taL2M1axJtf52FWZnh6uS4WtC6gpWSZTl2hqSFFQ15pTnQ54WS9ozlgo4aJDjhyqx3WX9oKfFU41+Klmj4GvKpvey/OWSNpEq9mG+2OMv4Yxj5m/W6eBJ/Vuv9/zx8A4SIAESIAESIAESIAESqPI31GUArca/TTIN2zYDZR4la0P8CyJr20wc0hpVazB/4LmmU04owQCdttpCttplW9kcJ1fbFmgL8HLmk7Zcrfp+9QKumivK9QC1Khyn8zhWG+XDrv1k05Y9g/Z55Gr22HXk9Zs6myf74yCz9L2N+H12/bApkCEbpEsbfTKyx5WdQrktq/eMFyKopbmVy4T31TqBzZs3yZadt5UtdjrHkqu1HnVl8W23ZWfpip8fy/gD+CmrjCXvJgESIAESIAESIAESIAESqBsC7fDPHwzZdUvp0q+7bN7YDuPXzdrUcaA1uaz+oDoF2aofbbu3SJddAuDIXK3Vqyah1iosxkUC7Uxgk2zRaVvZts8FwQ8Q32nnWNpmeGxEMT9X23LCp/jVqm2YcxQSIAESIAESIAESIAESIIEOSMDU8wzEatfduseXA+iAXDjldiKw+WPZsM1esrHLzkGmVetkrLbTzDgsCZBAOxHYHPzApkvn7WTb3ud1GLGqqClW2+mh47AkQAIkQAIkQAIkQAIkQAIdgwDFasdY57qZJcVq3SwVAyWBeiFAsVovK8U4SYAESIAESIAESIAESIAESKDOCFCs1tmCNXq4FKuNvsKcHwm0OQGK1TZHzgFJgARIgARIgARIgARIgARIoGMQoFjtGOtcN7OkWK2bpWKgJFAvBChW62WlGCcJkAAJkAAJkAAJkAAJkAAJ1BkBitU6W7BGD5ditdFXmPMjgTYnQLHa5sg5IAmQAAmQAAmQAAmQAAmQAAl0DAIUqx1jnetmlhSrdbNUDJQE6oUAxWq9rBTjJAESIAESIAESIAESIAESIIE6I0CxWmcL1ujhUqw2+gpzfiTQ5gQoVtscOQckARIgARIgARIgARIgARIggY5BgGK1Y6xz3cySYrVuloqBkkC9EKBYrZeVYpwkQAIkQAIkQAIkQAIkQAIkUGcEKFbrbMEaPVyK1UZfYc6PBNqcAMVqmyPngCRAAiRAAiRAAiRAAiRAAiTQMQhQrHaMda6bWVKs1s1SMVASqBcCFKv1slKMkwRIgARIgARIgARIgARIgATqjADFap0tWKOHS7Ha6CvM+ZFAmxOgWG1z5ByQBEiABEiABEiABEiABEiABDoGAYrVjrHOdTNLitW6WSoGSgL1QoBitV5WinGSAAmQAAmQAAmQAAmQAAmQQJ0RoFitswVr9HApVht9hTk/EmhzAhSrbY6cA5IACZAACZAACZAACZAACZBAxyBAsdox1rluZkmxWjdLxUBJoF4IdGixum7dus31slCMkwRIgARIgARIgARIgARIgARIgARIgARIgARIgARqgUAnitVaWAbGQAIkQAIkQAIkQAIkQAIkQAIkQAIkQAIkQAIkUE8EKFbrabUYKwmQAAmQAAmQAAmQAAmQAAmQAAmQAAmQAAmQQE0QoFitiWVgECRAAiRAAiRAAiRAAiRAAiRAAiRAAiRAAiRAAvVEgGK1nlaLsZIACZAACZAACZAACZAACZAACZAACZAACZAACdQEAYrVmlgGBkECJEACJEACJEACJEACJEACJEACJEACJEACJFBPBChW62m1GCsJkAAJkAAJkAAJkAAJkAAJkAAJkAAJkAAJkEBNEKBYrYllYBAkQAIkQAIkQAIkQAIkQAIkQAIkQAIkQAIkQAL1RIBitZ5Wi7GSAAmVZZmlAAAgAElEQVSQAAmQAAmQAAmQAAmQAAmQAAmQAAmQAAnUBAGK1ZpYBgZBAiRAAiRAAiRAAiRAAiRAAiRAAiRAAiRAAiRQTwQoVutptRgrCZAACZAACZAACZAACZAACZAACZAACZAACZBATRCgWK2JZWAQJEACJEACJEACJEACJEACJEACJEACJEACJEAC9USAYrWeVouxkgAJkAAJkAAJkAAJkAAJkAAJkAAJkAAJkAAJ1AQBitWaWAYGQQIkQAIkQAIkQAIkQAIkQAIkQAIkQAIkQAIkUE8E6lSsviTXzFgt9+zVT35/3K71xJuxkgAJkAAJkAAJkAAJkAAJkAAJkAAJkAAJkAAJNACBCsVqQXCuHryvTP/s9h4cae+XSfAfz8pXnu2ZIlXXywM3LJMZ60rHGBgbL9oWYpaRn5Wz9i4zPtz2+j/kwtlvy9Bxn5ajdqygn+DWdX/+q4x6trvcfsbe0itHV8/dfbUs2/dcOWG/9JvyjZGVUdZ26fFFWjx3t1y9bF85N8vEll0jXzlX5OrfnyX7ZhpmmVwT3HAP2g6cLLdPPyoX80xDtEqjQtzBROWsbBONiQL93Cj9b58uR8U8bOseuFBGLRpaYAO+N/avCqdl13xFzpWr5feVTSCd7roH5MJRi2RowhzTO2ELEiABEiABEiABEiABEiABEiABEiCBjk6gOmK1VxfpN/jTjohsEZvJIjP/Eqx7fb302tEncu2+CuOvHOwK0laSvfmnkfmOfNJTu31O7r56mex77gmSwauWLW8zT6KKDfMIY8krVqsoCqs45TbsKl2sRoKpR14Uq234PHEoEiABEiABEiABEiABEiABEiABEmhcAlURqzK4l6xes51Mt7flI2Nz7ofST96R1fvbGa3FbfzK1NrObwTimu4yed26MNPUlrLL7v1zkNFmbf9PzAqNE6vFDNA1fUzGK/r8Y98g/kfWyRLpIpPH9ZGVszVjFbGulf6Du8qMR94pRtxNrp68f0v2I7Jn5xbfs0sTRGIr9jOyuyyai3GCq1evaAaq3Y8ZqWWcssRqnqzOYDR3DHC5MeDSL+BisjeD6/gwi9fJRDVz9c2rNGPVjPPIR36WmT5n+YSxK1ZNtuXKoTJ59QyZYRYCiam3y/QgPdO8py9ivsXsz+jrx1vZr5CQf5T+k1fLDNwXZLj+99BF8n9Wnh7kXZ4r5xbBoZ9TXrT6Pj6alRntf6BMtjIpk96L4rIzVotydHK/IK5w9SJZuyY7VN8SnZOVravz7x1kd/5YZGi/gBfaB7Hf3v/GQsbq6StlVNhJoY/edjarCdDNpF0nD1w4qsg+Olc3YzWZe5BVmzC/wrqHE0TgLfMvEavReWOOLVmzSe9lemDZiARIgARIgARIgARIgARIgARIgARIoEEJVEesjtxX+j+yWnY/o0U4QqDd1muv4PVlsigUq65oK8hPfV+lWyjwjGzcEMjOwnb61hKr5z5vy1I7xqIEDiVoMQu3V1HulshTq4SA5717LFlq5rKuKFedeWo5Aq0hW45YzZXVGTzcPrF67vMQzQX2hbXpWpTKpYwKpROi6+mWVYj24faZ8ROWUxh7xWogQVWaFt5f3SIznQzMgtzrF0q56J+L0s0ScSoDS6SstnGkXmRbvfGQVukCN9s2MfvWFatBOYOwlEFRZvYrCEN3zOifnYxVE+8MCQAZ+YwrqRRAyXwcsWrLU7dtyXtp3GPmV7KmxRju8a6BX/wuGor5ipHAhd9j7gWOLX/O+MyyGQmQAAmQAAmQAAmQAAmQAAmQAAmQQEMSqJJY/aycsg4iVcsBQLBBtPaTF11xWswUDWkaAfmhnB5kgfYuqSUaFbFVEavF7Mp+xezLkj4jNVZjMi6L9U4lqfZpknTF5FNqsNpx5Rerr8rC2feJHDtOjtw523PrFaux2cEWF4H8Dkp72lm84ZBxAlYbuCI2PdZXF86W++RYGZd1Yo6MTBN/RsqFNUN9dUttufZySV3Tkv5LsiML9688HbVQ/dvuIRhv7B/IvN1vy1EftlSs2vVW7biCAFpqpJYg94nVaD3S8sVqch3YFrEqnnqxObk784pkw1prcugTyGA+PVrX1by/Uk7//SnyIkVq+oeSLUiABEiABEiABEiABEiABEiABEiggxKomlg9q1cgSB8plgOANDS/7xbJSDWy8Hkf6ULGaGuI1bTDqyoRqy+7pQnsqflKAUQOsvIc7GRvqUdfxdICucXqqwul4FWPlIxe1Z+xmkGsQqjHH6xlzRHPh+cwr0LJgbjDz9xnJb8w9mas6sFLpntH9tliNaYWZyg+j8oqViHp9PAsS6xim32QDVqsSBCZbKE8QSFjUqsThFm23i9W2cVqL83gNP1Et+MXeFiHV3kYlC1WzXzjD40K5ecpL3rb5eKOqRWzbUO+nozV3W+zSyLYYIulA+ySAnV1mFkH/RuN0yYBEiABEiABEiABEiABEiABEiCBNiRQPbFqtoEH1nTkp+XQ5zV7NZqRWCoxozMtFYitkLHqwK0JsWqkY6FGqZZBqCRjNXdWJxyUk32bnB3csi5tKlbLEMa1L1aznU7fUhPVFaH6QOcRq3qPXe/UrrNa52LVEqoqo+MyVo1YDSrittRUjfnqa0tap0ZuG3695lAkQAIkQAIkQAIkQAIkQAIkQAIkQAI1RKCKYrUg534sfWTos28U6616aqgWt9EXqjXWt1itVikAiOhRTomE8sVqGVmdFYjVs9qwFEA5wrgisVpy8BKe15xb0sNt5Z6MVVMK4NygjgLKAmT5qpBU47McsRonZVtJrKbMt1qlAEypA2d7f2IpgEgGc8o6JNa5zbKGbEMCJEACJEACJEACJEACJEACJEACJNAoBKoqVgt1Q4PMy+IWdhH/YUarB7ds/bYzJUtFZTRj1T38qFBaoOWApeiiFMZeORiHKsUvVyUZq72cOqmRbe2+w6vCQ7CiB3G52aJ6iFd5pQCek7uvXib7nnuC7JfjKS03Y/WsvT1rFEri5PVz1zMt3LwHcpn+KqqxWjyoKeUQpbhapuaHB4litbT/SGkCsQ6yCvuKy3DNLlZLaqxGGFVWCsA9OMo9zKtUcLaUSch7eFXWGrIaQ3BiWSEzNVLeoMBttfdwrkPlCafGaiT+tAeW75MACZAACZAACZAACZAACZAACZAACTQ0geqK1aJIbZGZnsOJ3DqilmxMKwWgolbrph4/sp/I3LXSP1K7VNerDcQqhvoHDm96pzCoNZfo4VRFwbhXN7nneU/bIrewHmwgpm/vu1ZGPdI1pvZswjP53N1y9bJ95dwT8mjV8ksBGGkdWdNCvdxCAmbM4V+PfFScgN027XNWnjCuVKwWfGaQAamFTkW3zOOd0oxT/+FVMTVWi1mqLdv8CwzsWqpJ70WJZRervYpZt+GUnDqrOqap83roEyX1TqNzLIx7j9WHHfPAyVfL0EXnFg/rMjRj68a60rJ87tExIFRv739jsIb9AhcbZA67dWPdWqx2LdWk99IeWb5PAiRAAiRAAiRAAiRAAiRAAiRAAiTQ0AQqFKsNzaaKk/McVFXF3tkVCZAACZAACZAACZAACZAACZAACZAACZAACZBA2xKgWG0T3hSrbYKZg5AACZAACZAACZAACZAACZAACZAACZAACZBAGxGgWG0T0BSrbYKZg5AACZAACZAACZAACZAACZAACZAACZAACZBAGxGgWG0j0ByGBEiABEiABEiABEiABEiABEiABEiABEiABEigcQhQrDbOWnImJEACJEACJEACJEACJEACJEACJEACJEACJEACbUSAYrWNQHMYEiABEiABEiABEiABEiABEiABEiABEiABEiCBxiFAsdo4a8mZkAAJkAAJkAAJkAAJkAAJkAAJkAAJkAAJkAAJtBEBitU2As1hSIAESIAESIAESIAESIAESIAESIAESIAESIAEGocAxWrjrCVnQgIkQAIkQAIkQAIkQAIkQAIkQAIkQAIkQAIk0EYEKFbbCDSHIQESIAESIAESIAESIAESIAESIAESIAESIAESaBwCFKuNs5acCQmQAAmQAAmQAAmQAAmQAAmQAAmQAAmQAAmQQBsRoFhtI9AchgRIgARIgARIgARIgARIgARIgARIgARIgARIoHEIVCRWN2/e3DgkOBMSqBKBTp06VakndkMCJEACJEACJEACJEACJEACJEACJEACJFCrBMoSqypUKVZrdVkZV3sSULFKwdqeq8CxSYAESIAESIAESIAESIAESIAESIAESKB1CZQtVjdt2iQbN24U/ErB2rqLxN7rgwBEaufOnWWLLbYwv1Ks1se6MUoSIAESIAESIAESIAESIAESIAESIAESKIdAbrEKiYr/P/74Y3n33XfLGZP3kEBDE9huu+1kyy23NGK1LeUqPpcbN38sGzqtl/c3rpePN29oaM6cHAmQAAmQAAmQAAmQAAmQAAmQAAmQAAnkJbBlp66yzRbbS9fN28sWnQr+ptyrbLH64Ycfyvvvvy/7XDGy3LF5Hwk0HIHl58+VbbbZRrbaaqs2FasqVd/c9C+Zt/RxmfPo7+S5Nf9fw/HlhEiABEiABEiABEiABEiABEiABEiABEigEgL79f03GXv4MTLi4MOkR+fdKpKrZYvVDRs2yAcffECxWslK8t6GIwCxuvXWW0vXrl3bXKy+u+l1+dWSBXLJPdc2HFdOiARIgARIgARIgARIgARIgARIgARIgASqSWDa8RPl3wcOk+0671h21irFajVXhH11eALtKVZf3/iCDLvyfPnnGy93+HUgABIgARIgARIgARIgARIgARIgARIgARJIIvCJnr1lwXevkB232JNilY8KCdQCgfYSqzhE7pWNK+TASybUAgbGQAIkQAIkQAIkQAIkQAIkQAIkQAIkQAI1T+DpabNkly0GmEPIy7mYsVoONd5DAjEEKFb5aJAACZAACZAACZAACZAACZAACZAACZBAfRCgWK2PdWKUHYQAxWoHWWhOkwRIgARIgARIgARIgARIgARIgARIoO4JUKzW/RJyAo1EgGK1kVaTcyEBEiABEiABEiABEiABEiABEiABEmhkAhSrjby6nFvdEaBYrbslY8AkQAIkQAIkQAIkQAIkQAIkQAIkQAIdlADFagddeE67NglQrNbmujAqEiABEiABEiABEiABEiABEiABEiABEnAJUKzymSCBGiJAsVpDi8FQSIAESIAESIAESIAESIAESIAESIAESCCBAMUqHw8SqCECFKs1tBgMhQRIgARIgARIgARIgARIgARIgARIgAQoVvkMkEB9EKBYrY91YpQkQAIkQAIkQAIkQAIkQAIkQAIkQAIkwIxVPgMkUEME6lusTpNn/vs4+WQcz/eekO98+wyZmYH3pLHTROZckqmtt7sjb5BXR+0jT91+uHx5YSEu+dMBcsCcDINnanKaXDdWZPycmzO1ztvouqnPyFi5V7pMuSTvrVVoX8qr4vWoNKqxv5GPPr9naS85nqlKQ2iP++3nYNJ3HpWr+i0vfoZa45lujxlyTBIgARIgARIgARIgARIgARKobwIUq/W9foy+wQg0glitVGBGBVKZCxwRq2X2EXvbafKHn5wvB62+Qna+qnXEarUjrqS/qqxHJQHgXiNWA9f+f74m48O+CuswRLIL+0rDaM/7KVbbkz7HJgESIAESIAESIAESIAESIAE/AYrVsp6MYmbe2vbKKCsraN5UBwQoVkWqIvIoVqv2tFdlPSqNxitW44RrpYPV5v0Uq7W5LoyKBEiABEiABEiABEiABEigYxOoc7FaEJx9lsdljqW9X+bi4x/5//ZUyjbdvFltxeyrbRHTC05mVplx8ra6I9BRxKqRRPtsH67Pm8XPcPT19fJQsJW/eUjptviSrfJGpB4qPYo9/n35E9Jnn7hSAPZnTUOwPnMqZf+0XA76vNWnKSXg3GtvRXe2q+ucCiO4Yxbm9uWF/kfUtwV8zup9ZGzIzPka4W6Vd37oE+Ea2T6Pr5FHysvLX5ch+2CrPfp9Sj5bLJ0wa0d7nayYHd6SNF7Qa5RFGR/LHGLVsOtjj2GzjpuvyyDIjHXniC6teeoazZHjWsZzSxNE1iVg+6cg+fbg1xK280e3+GcvBZDyTJeBnLeQAAmQAAmQAAmQAAmQAAmQAAmkE2gMsfreelm79HCnfmLLPzQr/ke9w3HSkafJzIVpW4BzilXzj/idZG5kq2v6ArJFYxHoEGLVlWROdqmbIemrNxp9zf0BitZ6VaEWL6sKT4+Tga5CzZJkBTH5evEHHqWf7ej7LX3qD33cOaRlgZYItUCotnwdK35tW1/MmC/JznXqb0Z4u7EX514iW1tq0pbEWpSFfw9r1jr8Uta3rE9sQimA3ktbaueWcnXLBcTP95MJDEzMzrxV4Locwh/0mfY7tgh0lazhOL46qeWJ1dLPCHdVlPWc8SYSIAESIAESIAESIAESIAESyEmgIcSqIDtth3/JzvZBL5ANI3aStbKn9InUQnQO2LEykMw/yndYLg9tf6gMMZmj0Uwrf5acZsW55B2BURSnTy3fMcgMK2bq6T+w4zLdIq9HM9wQy2ffQlYeMurw3kLpPSrIurKz7Ez//5IJ4YFCTpacM26LIAjm4mRrVVtO53xOO0zzRhCrcYdX6fNVKiGjy5tXrHolZURqpR/0E/lsF5/9tfZhVxF56crJwp9twdci4lAX9A5pQi1QFaEZnuZSsapSt3BzZM6uwHP6R18j38qT1R/llWU97BqoT0UkdIbJZmkSd3iV8zXa15VvC310l0PWnQ0e6bl9tL5ry7ot99bhNe+H91RPrPrm3b4HoGVZVLYhARIgARIgARIgARIgARIggfon0Bhi9U9XyMsHnyzN32452AT/mJ7w+n8Fr9uHzLj/kI0KEt0uGwpGR1hULlYDCRqKXOcf827GqjfbqSX7qZAtZW8HdjOx3Kw9kUj8iVllLqd0MVX/H4XamEEjiNX0w6uiP9xwpX0WkWc/y16BFBGh/ufXLUcQbvP21WdNFKvOD2sij1LxM5rwQ5I0KeYTx9HXnG3gkW35aZnz6XLPN1bpwV3FLfamvEHy+pb1SYspBVDyNVs7d0VsjizRaHylW+z174fkTGoxZWpKPguIq1VKAVjC3Sqx4ZZoKIs9byIBEiABEiABEiABEiABEiABEogl0CBi9QBBLcAJr2s5APxjGKK1kCmmEqCQkbowWhvVEpom06rf8mL9OzBL2UKceECOL2M1mt1amiWnpQD8MiRZJpUKkpJ/+If/qF8oIz0Zdi18YqQAP0itTqBjiNUWjLbcjNRZtT6HaaUA8orVlhqcLT+YKP0sOpnoSWLVl+Ea+6TYoi6+zmp8bU1LoEW+VhUHtIWiEaz+zMmW8KokVmO+FvrWN4rGldIx9aXjaqwWa9dGvsYbsdjCNv3Qp3gGJvva+WGYytLk57LA3ZvF3Api9f9n726A7SjvO8//r4ReAUsWQpF4ia5lXiLLbGSL7OiSDDBkwWQDe3Ey5ejKmRiysvHWgvGaqYoIm72+tWGkVAWvHagZY7QLzjiSltqU0eKtENhhhGuHqxqjQRSWMQLiK/MiWQiBjAEhId3tp1+ffvrl9Dnd5/Tb96aoWPecfvp5Pk+fvuf8zr+f7nhM9/3MxQ4QQAABBBBAAAEEEEAAgXYKNCZYveQV69L/K9zlANSHfPt/h0OF4MOnOdnOh/nqBKspFXZuMJy0pp5eIRW5BNgPVvXlAQwLN0QIVfMZN6Zp50tlMKNuW7DqqerhlxhfcESP9fAao90tBRD32uq0ZqnVywwVq8k30Ys7dtIrSXsOVr1daUGkZFgKIFxZmW8pgA0xw+20pmzHV1emYFUKufze7kvc/owAvZfAv2PIm7KP5G0zHNMdgXkCAggggAACCCCAAAIIIIBALwLNCVbtu3X/DyKP/LbsWO1Vr4bDi05rzkU//JdVsTqYYLXzJdtewKDuFl7Anb17OUJbtk0bgtXoGqtGyGiEWs7zJXoToKRlNbybUflVi/rrKbqepv+Fi9dex6UAjGU1rGM00kfrd8F6mk6FeGiN1dRq93D7HZcCiFljNW3Zj/B5sHPFaiRk7HDzqo7z28trOilYjbkxl+7sf0HU7VIAEdOgsjbbUgB/4a9T7a/VG7kpmnljLXfel4rE7aNTsKoH+5FjuhdztkEAAQQQQAABBBBAAAEEEOgo0KBg1Qk3/hd5Qp49/zfd9VZj1lCNu3zWZapOsFrcUgChm9YYSwFE10lMPl5yV5x1PBR5ghJoQrCadPMqEePSeytA8n9CVdEJIZb3fOu535Ub5AuiLnW3Aiz7J3xJ+U/VDe0u9i7nN8JD48Zs6lLvrx29ygpv3RtEZQhWvTvE62OKrNkac5d53SZ0szjj8O+2YjV9317wa9w0T3NLq1jVbf0+xxgGcxEEhPHz28NrPfHmVebSAcbSAmoO9iyWb1zmrU+dIUjW/x5o65X+1F7LOwjIO1Ws2s2EnH4pPz0o8hsfiS434x0XP33qYZHLgrVZk4+DLo/pHsjZBAEEEEAAAQQQQAABBBBAoLNAo4JV/0OsH9KYAWW0Wi3tEmRzjVWzEsupCkpaJzHPGqvWxGW5eVVMsJRtKYA/lXsiFVl6fy82brzS6QY4nQ80npFNoN7BarYx8iwE2irAF1RtnXnGjQACCCCAAAIIIIAAAk0VaFaw6t7IJLhhSEwgaFZaaVVlnSpWxW3/ivnO4eBUF10lv7DvhG0eIjmDVdVcyp3E862xagWrVvNmlVvo7uxmhRjrrA7kHECwOhBmdoJAKQIEq6Wws1MEEEAAAQQQQAABBBBAoG8CNQ9W++ZCwwiUIkCwWgo7O0VgIAIEqwNhZicIIIAAAggggAACCCCAwMAECFYHRs2OEOgsQLDa2YhnIIAAAggggAACCCCAAAIIIIAAAlUQIFitwizQBwRcAYJVDgUEEEAAAQQQQAABBBBAAAEEEECgHgIEq/WYJ3rZEgGC1ZZMNMNEAAEEEEAAAQQQQAABBBBAAIHaCxCs1n4KGUCTBAhWmzSbjAUBBBBAAAEEEEAAAQQQQAABBJosQLDa5NllbLUTIFit3ZTRYQQQQAABBBBAAAEEEEAAAQQQaKkAwWpLJ55hV1OAYLWa80KvEEAAAQQQQAABBBBAAAEEEEAAAVOAYJVjAoEKCRCsVmgy6AoCCCCAAAIIIIAAAggggAACCCCQIkCwyuGBQIUECFYrNBl0BQEEEEAAAQQQQAABBBBAAAEEECBY5RhAoB4CBKv1mCd6iQACCCCAAAIIIIAAAggggAACCNS8YvV/lefuu0HkqUvkku/mmcw/lv/3f/sz+bU9bjtX/R/yxh9dLM/+n78t/80TxmM5dnPr1/6TfOP8F+Rr/9Ofyj052um8aVEunffEM4oVIFgt1pPWEEAAAQQQQAABBBBAAAEEEEAAgX4J1DxYLYolLTwtLlgtqred2yFY7WxUzWeUHaxWU4VeIYAAAggggAACCCCAAAIIIIAAAtUUWDLzIpkxY0ZPnRs6cuTIdDdbTk9Pi/rvgw8+kGPHjsnFfzXazebGc/UAUf3vq+QXL7wpV1z8Mfd5P5Pv3vzfyQb3X3bF6MUfcf/1S3lSq0i9Yr7z67df+Cs5e89VbsXqvxO5/s8k/jFVzepss2XiOfmCPCyzxv8i+PdS57GfatW00YpVp/+/4fbI3vc3vmf/y37ughfkyY/8Vnj/7uMiTuDr9c3vu/14NFiNH7uz47THckwOm/YgUHawunLJSA+9ZhMEEEAAAQQQQAABBBBAAAEEEECgfQLPH5qUBgWrVkj53o/cS+3d4PGXbuD5hf9bTlwmQdAa+ncXSwGElglwDhg9WA2Fp8Y+w8GqE34u9cPU8L+9sNMPZu22zgqHwd7Y/HBU3MfDwWok0NX7lerSvhdE2SMmWC17Btg/AggggAACCCCAAAIIIIAAAgggkE2gccGqvt5qWsgZ5ikqWH3BriL9zVeCylN9P3p/JG69VS3kfDbyeIfL+0OBb0wlr12dG/RGhcGjR61+vvm5cOCc7bjhWX0SIFjtEyzNIoAAAggggAACCCCAAAIIIIAAAgULtCdYNS6d1y/R9y6rz3TzqtSKVUm9mZYerP6msXyAPa9224tlh7V8QdZg1a6WdZcdEPGWN9CC1VdUm78lC2MOHGfpAQktKRB2Kfhoo7mOAgSrHYl4AgIIIIAAAggggAACCCCAAAIIIFAJgRYFq4F3EEaG11mtU7Dqj8Fb+iCpYtUOVi+WZ42K1bijL+pSiWO0VZ0gWG3VdDNYBBBAAAEEEEAAAQQQQAABBBCosUArg1VnvpzL/53L9p2qzfzB6qCWAnBv1KWHpalLAdwg+hIJ6cer7uLcSIufwQkQrA7Omj0hgAACCCCAAAIIIIAAAggggAACeQTaE6yaN2kKBZFdrLEqxk2n7HasS+0POjfJit6g6ir5hRuAdn3zqvNfcG/EpabYXDdVD0udx34jbimA74rTp4vfDG7cpbclxk29YpY6yHOAsW13AgSr3XnxbAQQQAABBBBAAAEEEEAAAQQQQKAsgfYEq5ZweD1SEX09USd8/IiICkifPDd0+XzoMSs8FTuk/ZgzZ9al+N995WL5woIn7GBV/ej7cdYxdSo/w8Gq+o0XiDpNZXmuX3mq98EOVJ+QX/ujG2Spvb+LI2u9po097bGyDsy27pdgta0zz7gRQAABBBBAAAEEEEAAAQQQQKBuAjUPVuvGTX8RSBcgWOUIQQABBBBAAAEEEEAAAQQQQAABBOohQLBaj3mily0RIFhtyUQzTAQQQAABBBBAAAEEEEAAAQQQqL0AwWrtp5ABNEmAYLVJs8lYEEAAAQQQQAABBBBAAAEEEECgyQIEq02eXcZWOwGC1dpNGR1GAAEEEEAAAQQQQAABBBBAAIGWChCstnTiGXY1BQhWqzkv9F/9GEcAACAASURBVAoBBBBAAAEEEEAAAQQQQAABBBAwBQhWOSYQqJAAwWqFJoOuIIAAAggggAACCCCAAAIIIIAAAikCBKscHghUSIBgtUKTQVcQQAABBBBAAAEEEEAAAQQQQAABglWOAQTqIUCwWo95opcIIIAAAggggAACCCCAAAIIIIAAFascAwhUSIBgtUKTQVcQQAABBBBAAAEEEEAAAQQQQACBFAGCVQ4PBCokQLBaocmgKwgggAACCCCAAAIIIIAAAggggADBKscAAvUQIFitxzzRSwQQQAABBBBAAAEEEEAAAQQQQICKVY4BBCokQLBaocmgKwgggAACCCCAAAIIIIAAAggggECKAMEqhwcCFRIgWK3QZNAVBBBAAAEEEEAAAQQQQAABBBBAgGCVYwCBeggQrNZjnuglAggggAACCCCAAAIIIIAAAgggQMUqxwACFRIgWK3QZNAVBBBAAAEEEEAAAQQQQAABBBBAIEWg9GBV9W3mzJkyPT0tp06dYrIQaJ3AjBkzZGhoSE6ePGmPfe7cuTJnzhz7d+q/Qfyo196hk/tk5ZKRQeyOfSCAAAIIIIAAAggggAACCCCAAAK1Fyg1WFXh0XvvvSenn366nHHGGTJ79uzagzIABLoVOH78uPzqV7+Sd999V+bPny8ffPABwWq3iDwfAQQQQAABBBBAAAEEEEAAAQQQGLBAqcGqqtRTYeqiRYsGPGx2h0D1BN566y07VFXVo1SsVm9+6BECCCCAAAIIIIAAAggggAACCCCgC5QarJ44cUKWLVtGpSrHJAKWgKpcPXDggMyaNYtglSMCAQQQQAABBBBAAAEEEEAAAQQQqLhAqcHqsWPHZMWKFRUnonsIDE7gn/7pn1hjdXDc7AkBBBBogMBzcvelN8m2kXF59J7rZXEDRsQQEChb4Lm7L5Wbto3I+KP3yMjkrXLtvi/J07dfUna32D8CCCCAAAIIVFCAYLWCk0KX2itQ62D18CNy67UTMhk3fWMP2B9InA8qImMPPC23X+KGATImDzx9uzgfVw7LI7dOiIzfI9eTDrT3hcDIWy9w+BEryJiwzibuuUMH8c4jI+OPypf2XaudU/rPFj6HiXFO6+P+vfNrTHjqWA1r59E+9oOmEWiAgPc6FnGC0+j7DfX+5DG5xnpvssw9FznvWxoweIaAAAKFCPjvUyKt6Z9retlV3OejbttRn6eulYnJvH3pdr88H4H2ChCstnfuGXkFBZoerIbJzTcO3puApA86FZwwuoQAAv0R8L+oMT8UFPGBo/cum8Fq7y2xJQIIlCPgnUOcvasvaO7hm9xypoK9IlBjgeRgVQ2q7ECTYLXGhxZdr6kAwWpNJ45uN1OgEcFqyuWoyRWrX5Ap+5vVYF7tDzsjk04V7MiY9RZlm2yzHvc+BAUVJ/ZHI6PqhJC2ma8QRtUeAe817FW4uyN/7m651Cl7j6mCV88Jhybhc0NMKOu2F4QrwX49az14Sa1YFbdvxiT523t99x83P3gZ+9bPpXEVq+ZVAkZ1r9/X8XGZmvCuJjCvEFDnXb7Mas/ripF6YcjI2JjItm3W+wtzCY3gPDE+PiUT3hsTs3o+6+uPSlcOOgQaKeCfS0JfzsR8/jDOFfp7isj5yP488yXZd621vE/kij79c1I0uNWD3pHxB+Sax26KVKymfnZKuTKmkRPIoBAoWIBgtWBQmkMgjwDBakKw6v/aCQCGv+ssKWD+BJfqEazmOQ7ZFoFKCHhBpB98RMPWcNAZDUWdcXgfQDoHq+EPHX606n9x03Ow6n1JFD1pues2JvTdG7v5gSdp6RUtJIofi+JwQmln6RWC1Uoc63RiQAL6MT8uMhF3/JtfzgRd899jdPH6YwmBAU0tu0FgwAKZglWJXybNOy9Eql7tv+HD8l21brr/3iXpvY32pWjki1sPIwhgk94TRM5rrNc+4COJ3TVFgGC1KTPJOBoh0IhgNTITwR/+9DVW077l1d48xF0iHAlgGnE4MAgEWi7gBRzu69//gBL9oOB8MOh06VvnYNUE77SmatLSAMGHpYTLAc2gNDFENsbufuA54K5XHVdp631I8j9EeUEq58mWv54YvhivO+ubBXst5/ByAEGwar6WzCtm0l5/aCOAQLMFUpcCcP9We+eY4AuW8M0mvcetk5B280njvUrM3+7wOvTL3C9JtaVNzM9KfHZq9sHI6CohQLBaiWmgEwg4AgSrRvVIzGUp6d8Ql72mEUcyAggUKaDfqGpcJiIhiBlsxld/XC/OvfCyB6tmO2bAkvRvtZdg27hL7I1qOOPDV+J6j6FzoVnN4oobyxpEQ9/wBzruD1jkkUpbdRCIvH+IvfS103nigHVjK/MyXXV6cZYCYc3WOhwJ9BGB/AKJwWqWK0fcalTv5njxX+44n2msE07MTTr1v+dx7wnCXzTH76fTl9H5jWgBgTYJEKy2abYZa+UFGhGs9rTG6u1ySdxlqXEfemI/vPDmoPIHNx1EoBcBv1LDW2c5HFYmVYzGryMWDUzMoKXbCtXI/rXL8UKXACddyt9TsDoik3F3+yVY7eUIY5vWCCRdTusARCrK9PUNQ68tib/bNsFqa44kBoqA/iVq2pcpiUvyuPeGGJlMq5p3glUvFA0vK9JdsHoJn504aBHouwDBat+J2QEC2QUIVjtXrPqX8sV86AlfSpPdnWcigEBVBeIrPL1qy6Rg1RtNODj1Ks28cDYIWpwPRmYlWqc1XVWRmlZJsixYS838oBWplDMv7fMD2YRlDry2e1gKIOkSRCpWq3rM06++CCSuQejuzV97uFPF6mL/dc9SAH2ZKRpFoBYC8VfQhbvuPSdpreX4NgpYCsB8T8FSALU4puhkvQUIVus9f/S+YQIEq9odL9WHnC9Mya3XWnezNqpgOy7Azk1ZGvbKYDhtFtAvtzM/nMSv22xqRYPUyDNCwWpUO8tSAF+YcipPIj/WuezRi74T/1jMjblC2xdw86rkYJWbV7X5ddW2sevLitxzvfa1QiRw6BysBl/wGooxlwBz86q2HWmMty0CWYLVxHOF+0VOpmDV/0yT9N7G+j03r2rLYcc4KyxAsFrhyaFr7RNod7BqvDFICVbVkRF/qa93zBAYtO/Vw4gbKxBXaeEONnEdUQ0j9pJ8+3GrOvQBkZv0dRH1DycqJLFvHG59ueN+CEpbKiAtWH369uDmEvaerZttXfOYqnbVlzYwL1XW1oyOWxbFvDO5X3HnDL7zGqucJxv7mmFghoBxI7xQubZZmZ4hWFWtd/36Y1IQQKBJApmC1bhzhfYFTLZg1W7Ev0GVYxi9p0RozdexcRmfmpCJyfDzUj87xa453aQZYywI9FeAYLW/vrSOQFcCtQ5WuxopT0YAAQQQQAABBBBAAAEEEEAAAQTqLVDzYHWXbJ4YkTti52CTTI5vlLX2Y97z9N+VPXEHZfs3vyyy7mFZt7SgvhzcLjfcNyY7FmyTA19dJ8U0G+7nwR/cIMt275DRNQfk4evcPezZLEN7rpTpGx3tvD+x+8jbaIftdz04JCP7RTaNTsvG1X3eWUrzBKvl2bNnBBBAAAEEEEAAAQQQQAABBBBAoBuBBgerFkOhAWM3rJ2eq8LKZTJ2dFS23VxgsNppt10/nqGfKlTdYUXbyycLC1a77mYBGxCsnpJDJ/fJyiUjBWjSBAIIIIAAAggggAACCCCAAAIIINB8gYYEq2Ylqleh6gWXcRWrRrWrHgxqlZ/bFo7JmFXJqH5CVZrWv70wznnU6IMXOHrHkB/yemFlcHA57Yobtpq/d6pC/eBv+Sa5Y7+q0Y2pvjUqVsWvLt0ma3ePuZW9ZphrVv16j8f389vy5aBi9bwHnVDV/3H6JJHqT3cfoaA72T+xKlbbV3gugvndtmaXjFkVtfZPKOxNcjd8qVht/lmPESKAAAIIIIAAAggggAACCCCAAAIFCDQ8WPXCRzNYjV9CwA/rvIAyAhyEkuFQ1X2iFxwmbW8HfcOxAerGw8vsS9HDPyn7i6sQTQhWI8NICXmd5yq3G2XKrqoNtlY+xQSrCUs4uGOKBKtmSO11yTdIXhLCu7Q/dr4k6stSAFSsFnBepQkEEEAAAQQQQAABBBBAAAEEEGiBQEOC1fiZCkIyI1h1g7qg6tGrZnSDWD8YjVZvOm1GKzC9MNB+fKm71mni5fGdL7E3L033g8G0S+6TgtVI4OsFzsa4I4zRfiaGnlq/opfVh728StqgojQ8P8OhdVyDSt7ofJoVycEaqV4fzCpjb4hJvgSrBKstOO8zRAQQQAABBBBAAAEEEEAAAQQQKECg0cGqdfG+u4ZpfHAX9XOfL9GbQMUGpzETkOWyfpHkYNXbj9e0WXGZGvwlLgXg3WgqGqSa+wuvS9ufYHWqw42iQuHtpTtjb8gVmg8v6NaXR4iE545oLt8CXnCdmuDmVZ2EeBwBBBBAAAEEEEAAAQQQQAABBBCohkBDgtXoeqPhisUp2TwxYq0x6jzPq4iMm4JQxam2JmjWYDW8rqdxiXrkEvzkS9F7qqjsIVj1DMKXypuVukE/e6pYNfrVVbB6nTt3xo3Iug1WO3ly8ypuXlWNUzK9QAABBBBAAAEEEEAAAQQQQACBugi0Mlhdm1DN6E+aEQSq2xvFBnlG2Jc86Wblp/lvcw3Y4EZL/a5YNfscDk69y/B7C1a9y/D9KlHXy18KICFovvLpG4IbZGk39eq8FIAWsIfmOBysr/UrhqNLB7AUAEsB1OXkTT8RQAABBBBAAAEEEEAAAQQQQKBcgYYEq0mI8UsBrJWEmx2Za5EmVayuFkm9GdLBzTKk3cHe713STaOW3y+b9n/RqqiN/vQ3WE266VN0bVm7Z9Y6qgcWb9ZCTytyDt1YytnOC0Yjo/HH36+bV3UKVnP6DuC1ylIAA0BmFwgggAACCCCAAAIIIIAAAggggEABAg0OVoMqSysGDS0FsNaGM8M9LZTrWLHqyJvhaqjaMXIne2O5Av1xdeOn1TuDMFYFkOtEvnzfmOxwbwqV6VL1npYCiIacieOIC1a16s9gTdug4lY5bRqdFNlhLcUQqvBNWiYhqA4O3XjK8AzflCpmfs2qZH37Xn0LeMF1aqLuweqJEyfk8OHDcuTIETl27Fin4fI4AghUTGDu3LmyaNEiWbx4scyaNavU3qnzyRtvvGGfTz744INS+8LOEehVYM6cOfZr6uyzzy79NdXrGJqyHe9RmjKT7R5Hlf5Ot3kmOJ+0efabM3bOJ8XNZc2D1eIgaAmBKgjUOVhVbzBeeuklmTdvnpx++ukyc+bMKpDSBwQQ6ELg5MmT8u6778r7778vF1xwQWlBkDqf7Nu3T2bMmCGzZ8+WoaGhLkbBUxGojsD09LQcP35cTp06JRdddFFpr6nqiJTTE96jlOPOXosXqMrf6eJHVp8WOZ/UZ67oaboA55PijhCC1eIsaQmB3AJ1DlYPHDhgV5UtXbpUTjvtNDsIIQzJfUjQAAIDE1ABkPrvww8/lEOHDtmv43POOWdg+9d39Prrr8svf/lLWbBgAeeTUmaAnRYhoL+m1PGsvnQ877zzimiaNroU4D1Kl2A8vZICVfo7XUmgAXWK88mAoNlNXwU4nxTLS7BarCetIZBLoM7B6t69e+0PjGeeeSahaq6jgI0RKE/Ae5P1zjvvyKuvviqrVq0qpTM//vGP7VB1/vz5nE9KmQF2WpSA95p677335OjRo/LJT36yqKZppwsB3qN0gcVTKy1Qlb/TlUbqc+c4n/QZmOYHJsD5pDhqgtXiLGkJgdwCdQ5Wd+/eLatXr7Yv3aVSNfehQAMIlCag3mSpS4OeffZZWbNmTSn9UOeT5cuXcz4pRZ+dFi3gvaZ+/vOfl/aaKnpMdWuP9yh1mzH6myZQhb/TbZ4hzidtnv3mjZ3zSTFzSrBajCOtIFCIQN2D1U996lN2EMIPAgjUW0AFq3v27CktBFIfWoaHhzmf1PswoveagHpN7d+/v7TXVNsnQ51TeI/S9qOgWeMv++90szS7Gw3nk+68eHb1BTif5J8jgtX8hrSAQGECBKuFUdIQAgjkEFA32nnmmWdKC4EIVnNMHptWUkC9pqampkp7TVUSZYCdIggZIDa7GohA2X+nBzLIiu6E80lFJ4Zu9SzA+aRnOn9DgtX8hrSAQGECBKuFUdIQAgjkECj7DRbBao7JY9NKChCsljstBCHl+rP34gXK/jtd/Ijq0yLnk/rMFT3NJsD5JJtT2rMIVvMb0gIChQkQrBZGSUMIIJBDoOw3WASrOSaPTSspQLBa7rQQhJTrz96LFyj773TxI6pPi5xP6jNX9DSbAOeTbE4Eq/mdaAGBgQgQrA6EmZ0ggEAHgbLfYBGscog2TYBgtdwZJQgp15+9Fy9Q9t/p4kdUnxY5n9RnruhpNgHOJ9mcCFbzO9ECAgMRIFgdCDM7QQABglWOAQQGKkCwOlDuyM4IQsr1Z+/FCxCEFG+atUXOJ1mleF5dBDif5J8plgLIb0gLCBQmQLBaGCUNIYBADoGy32BRsZpj8ti0kgIEq+VOC0FIuf7svXiBsv9OFz+i+rTI+aQ+c0VPswlwPsnmlPYsgtX8hrSAQGECBKt75f7PTcjjMaJXjz8kX1xVFPUheezOW+TJK+6Vu65ZUlSjmdo59NidcsuTV8i9d10jS/beL5/butz535m27vZJynOrLL/3Lokb5t77PycTMi4PZYC1+71/fabnijjzKO6cZd+P2u4pueyhL0phU90tGc+3Bcp+g1VUsHr4yc1y59afRWf1Y+vlro1XyOKqzvfhJ2XznZMyctdGuaLXTr7wd3Lz05fKfZ+/ODxK9ftv/DBm5JfL1+77vBjP7l5Itf/98wbq+8Lf3SzfkK9Fx9p97/u2BcFq32gzNVxYEHLoMbnzli3yorvXCzeE30fYf++0NzHm435nE/7+h7a/cEMf3x9kYuNJFRYo++90hWn63rXCzid6T/v+maDvLOygxgKcT/JPHsFqfkNaQKAwAYLVhCDQ/SAzXFi4Wl6wGjpY+vwmSn1Ae+qy5EA6e+ApMphg1dJRJk9dljHALeylR0OGQNlvsAoNVl/9bCRws4O4VyocrhYQrKoxPn3pfWLmqpIQfDoh9Pn5w1WC1djzCcFquafZQoKQyHuR8JeI9t8v+ztF98tB+/lPyhXml5v286z01QhOI3+T1fbfErmtb1++ljsn7D2fQNl/p/P1vt5bF3I+MUPVmHNCvZXofZ0EOJ/kny2C1fyGtIBAYQIEq8kVluoDx9blqjLkDbuqcfmGKdmyxaoZ8T+YGNWuV6dVYprBqrvfDcNWm16pydXBhyM779OrUMKPOR+m3O30/bofiq4Y3iJ2s9Zj9y7f6lSsrt8vt/hlLVp7eltyoWzQP5B1qJQJHYhxH8hC218tV1/9uFUdrDmF9q2664SydqiqrNWP7+0Yer92HvIqd9IrVkPtmWMUp93964usUC7sJVrrhr7+9a/LT37yk9AYPvGJT4j6vflT9husfgerYgeXr8pnrQrNs6xAcYuMyPlbt4qq47z8a04YGa52/Zis16tH7e23ilMLe7msX/+KbJ0ccao01WNbREbO3ypbnQbtYNcOc/VCUff3nr3++Mcuv1zkh69oFauH5cnNd4pffGtsGz0wX5C/u/lpuTSuAjUx+FTbfF/O88ep/v0N20T9fGz9XbLRL58NP+aN0Q5t/UEGFbChsa1fb1tbCa7tbAfA562XV6zf/UxcZ9F97b2n+l9++Q+tfmoVq6F+GNsW+Cq+++67Zd++faEWL7roIrn99ttjX1NTU1OyZs2aAntAU1kFighCQlecuDvWv3QM3qd416CYf8+89ykXWn9/RR6fcq9esdsyQlr7d/w9zDq/TXlenf5ON8W8l3EUcT5x9pt2TuilZ2yDQCDA+WSwRwPB6mC92RsCqQIEq1mDVWu5gFBwan4g6VSRGhesWm2aoeGwEzqaH6ZC/w5VpBj9cINMKx31lxxIXQrADjangjA19G9zjHEfwoLDK/IBz6y08UJUz7FDpU24YtUNVV0f++OfHb6K2/fkYDXywdTcr9dW5mUHOKlkFdi7d69MTFjlVNrP+Pi4rFoVXXihbcGqlZGGgjs7VPWCUuVlB3UqC1SXyjuh4ite0OiFrN7yAu6/rQb9IDJSIesGf16IG37cC1G9QND99/lecGj+O+YISFoGwBtL7KX6erBqjDE0ZrFD3skRb3xOf/x/G8GtWQnrhayhsf9QW4bA9TvfDV6tiNsJlcWtMDYf90JUL2y2//1KMJ/mv7O+YDI8T4WqKlzVf1SoqsJV84eK1QygfXxKcUFIuJNBlenZsUsMhatQ98pjj50t11hr80RD2rj3P53ey/QRjKZLEajT3+lSgCqy0+LOJ2nnhIoMlm7UVoDzyWCnrvRgdbDDZW8IVF9g7ty5MmfOHBkaGrL/G8SP+sB36OQ+WblkpOfdFfMmIyFYTQ0YEy5Tt4PE/bI+dr3O+GDVWxNUIegfeqxPS8G6qIZQXAWL/5SYywCTg9X4D1DBhzIJrVuaPlHRKpe4fpofCM0qUT1M7bgUQErAHB5DdM3XSAgcE7b2fGCyYUhA//Y6qVpVbdDsYDUcTEZCVDtE1Cs3HUIVCH7/PCtMXPqPkTVEQ8Fopsv4neDSqdrU/7c7XXobb+qhbszjMWuwqjFtkQ1ahal2GCRUrOpjsJLMcLDsALjh8mfkYChYNV5kofYd61c/qy1JYASjWdZH1ecorm9BG2cZoW8wd/1ag1WvWk2qVvVeU1SslndCLuY9itl//T1LfHVp0t/OpL/JzpU5bsWr+wVo4jqt5XGy5z4K1OXvdB8JKt90P84nqZ8nKi9CB6sqwPlkcDNTerC6YsWKwY2WPSFQcQEqVrPcvCpaqWneLCKYZuOSff+B7oLVJf6lOqqB8OX5qeuUdhWsxlegRsJN79r71KUOogF1XD+Dtp3QNu6mYWr5Ar9qN6aKNGzv2SRUrI6+Frrph/5yDH1wTFqXruKv3zp0T//2Oqla1QuBnnnmmdIuWy50KYAON6+KBKuhy/zDs6ouh99gRZZ3Guu2htpICVbNm2nZVZtnxd2oKgh3V+2NCTkTwl+ntyrMVOXjCTe+ynDzqtiwU1s+4WK9DfNGYKFgNS6kDgfJycGqsdyAu583Y25UZbvacyJaYB3MXfB47ltzRV7metVqUrUqwWr5Z8figxDzfUT+YNW79N9fYsf6+ztu3WIyFLaWT0kP+ixQl7/TfWaodPPFn0/CBR39uaFtpUnpXJ8EOJ/0CTamWYLVwVmzJwQ6ChCspt/F3gFMCFYT725vhLX25f6rZY+1jueTV8SvCar2Ev/Nsb6uqBPaWomk9bEnYT3XgoNV/wDS1kKNrWSJ2W+WYFWv2DUPVrPqxg9UveUTslSs2sFqzI08Iq+MLMdBx5cTT0gQ8NZUjVtb1duk2RWrYZj4YHVSW9805vldBqtBoOpd8q6Fi0UHq+4arxvUeq9xx0CGm0t1DFa9dvUQWr8U319qoJdgNQhUvXVd9TmqWrCqKLzlAOLWVtVfU1SslndaLjoIif5N7XTVSXjJlWzVaayxWt4RU+6e6/B3ulyhcvde9Pkk+XNHueNk780Q4HwymHkkWB2MM3tBIJMAwWqWQC0arGb7gKJPQbcVq+b0BX0YfS15mQArnY0Eib0vBRBdBzN53FHHLEsBBEFz9HANB6sx85QlWLVzaPuWyfZNsRJ/qFjNdL7o9Unq22v1E7e2qh4CNaZi1QhBTbf4pQC8y/RjlGOCyfSlAGIuh3fXLO3HUgCpywCo4WQIVqMm7nb+OrOGi74Gbd6lAGL6V+WlAJSEdwOruLVV9dcUwWqvZ6382xUXhLhf1sZcNRK9eZVz48u4itNs71uyvCfKb0ML1ROow9/p6qkNrkfFnU+CPmc7JwxujOypOQKcTwYzlwSrg3FmLwhkEiBYzfIhIu6Seed3U0k3iYrodxesRtZY1dcANULA0IeoroJVq5Nd3bwq7aYWcVUuhlvszau0G2e5dyP2wtZosKoHpMFdTTfce5dcs6TDzau2DNvVvk62GjOfrLGa6XzRzye1umLVgjVvuGSlkZE1UdNvXqVXvBo3d/JuxvQzEe8GTuEgM9/Nq1TI+/Sl2pqm5oGSIVj1xuuPMfXmVc76s/4apr3cvEq8G3PFBLjesgP+kgPGmrQl3ryqm9cgN6/qRqv45xYShMTckDLU0w43gdSfm/5lp/PXsePa5sUz0WKNBMr+O10jqsK7Wsj5xOgVwWrh00SDXQhwPukCK+GpBKv5DWkBgcIECFZ7DVbtTyDh9Tu9S9RjZ6e7YNW6f699t19/3TNjnVUnEHVXKNX32ylY9ddu1dZt1dtK248aV8o6q7FVMrqR1c8Nw1us1SKDZQzsN3XBICW67ukWeVHcdWsj/Vwv+2/xwu03QpWp5iWT5pq4VxsVrHyYLOyU0nNDZb/BKnSN1a4rVh027+71HqIXgtr/Dq3DermsX/+KbPX2E7fGqrFu6+Vfu0vO+751p/vzg0BR39/l69fLK1uj4ay/XKx32X1khlXo+LRcai02mriaaKZg1Raww+QfuvvwLsuPjt/6TWidVW+7j8n6u5x1XvWxfcwa2/nW2M7TH9ODVdNetf3ZV+XOb7zitxfytx5ff/5W2RoJZ/2eB9v1/IrIvyHBan7DPC0UEYQkrufu/9033ytYq7JrX/jq/e+83JD17NT3MXk02LYJAmX/nW6CYa9jKOJ8Yu6bYLXX2WC7IgQ4n+RXJFjNb0gLCBQmQLBaGCUN2SHqflnvV4bWhUR9MP2WyG2q8rUufW5eP8t+g1VUsDqomennzZEGNYbB7Sdu3dXB7b2sPRGsliXv7LcfQUi5I2LvbRco++90m/05n7R59ps5ds4n+eeVYDW/IS0gUJgAwWphlDRkCajqmqcu67CeadWkVCXsU5fJQ6mL9PdrzAAAIABJREFUsFat083rT9lvsCodrOrridpTb1ya3rzDIceIzGUQ3GUWJkfkrqSba+XYW5U3JVgtd3YIQsr1Z+/FC5T9d7r4EdWnRc4n9ZkreppNgPNJNqe0ZxGs5jekBQQKEyBYLYyShmyBLEsrVIlK9fcpuax2VbZVMiymL2W/wap0sKqiVLWmqHelufXv0DIBxUxBc1oxlkEILxvQnGF2GgnBaieh/j5OENJfX1ofvEDZf6cHP+Lq7JHzSXXmgp4UI8D5JL8jwWp+Q1pAoDABgtXCKGkIAQRyCJT9BqvqwWoOWjZtqQDBarkTTxBSrj97L16g7L/TxY+oPi1yPqnPXNHTbAKcT7I5pT2rJcHqQdn+zWUydjRKsWl0Wjauzg9ZhRYO/uAGWfbSOjnw1XWy9OB2ueG+7bLu5odlnWj/e2kVekofkgQIVjk2EECgCgJlv8EiWK3CUUAfihQgWC1Ss/u2CEK6N2OLaguU/Xe62jr97R3nk/760vrgBTif5DdvVbA6daURou7ZLEM7dsk2FT42LXAkWM3/6iihBYLVEtDZJQIIRATKfoNFsMpB2TQBgtVyZ5QgpFx/9l68QNl/p4sfUX1a5HxSn7mip9kEOJ9kc0p7VruDVdklmyc2y7AfrEYrW0fXHJCHr1Opq3ruThles0vGdu8QWbBNDqwT+fJ2kXULx2Rsv/WU5ZMyfeNa2fXgkIyof3s/7u/VP9Vjmxdvk7W7x+QO9/FQ1awdiI6JtQfrZ5NMjoqM7ByOVqG6QbC9L3H2m7liNbQPtZ/RZobL+V8fA2+BYHXg5OwQAQRiBMp+g0WwymHZNAGC1XJnlCCkXH/2XrxA2X+nix9RfVrkfFKfuaKn2QQ4n2RzSntWu4NVVbG650o7lBRxQ9WFTkipfuygcre4oaMKVkfkDi0kFTegFD98dYLTkbet0FVdjq8asati7xAvPHVC1yDIdPaxVibHN4oVydr72OW15wWgKsQ1L+/vNVi1lwUYk7X+EgjuuEXrc/7jihZ6FCBY7RGOzRBAoFCBst9gEawWOp00VgEBgtVyJ4EgpFx/9l68QNl/p4sfUX1a5HxSn7mip9kEOJ9kcyJY9ULTmDVW7cpTLwQ1pfTL6Zc6oafoa7KGHk9iDm+nV5g66a22/ulBFcKKG7I67YWC2pj99VSxanQ1VOma/5iihRwCdQ5W9+7dK8PDw3L66afnEGBTBBCogsC7774rU1NTsmrVqlK68+Mf/1jOOussmTt3bin7Z6cIFC1w7NgxefPNN+WTn/xk0U3TXgYB3qNkQOIptRIo++90rbAK7iznk4JBaa50Ac4n+aeg3RWrbkVoUL2phZn+pfxedWl3wapTiepc0K9+QhWr7qX79gNaWHrl09rNp7wNVcVr0UsB2G27FbjeftIC5vzHGS1kFKhzsPr666+L+rbr3HPPlaGhoYwj5mkIIFA1genpaVGvZ/U6Puecc0rp3quvvioqiFq0aBHnk1JmgJ0WKaBeU0eOHLG/KDjvvPOKbJq2MgrwHiUjFE+rhUAV/k7XAqpPneR80idYmi1FgPNJMeztDlZVvKitUeqvjRp76X22YDUIVK31UbXL+71K17SK1cEEq0Gg6q0fS8VqMS+mIlqpc7B6/Phxefnll2XBggWycOFCmT9/fhEktIEAAgMUeO+99+Ttt9+Wo0ePysc//nGZPXv2APce7EqdT1588UU7iFJV8HPmzCmlH+wUgbwCH3zwgahKEPVFwYUXXljaayrvOOq+Pe9R6j6D9N8TqMrf6TbPCOeTNs9+s8bO+aS4+SRYtW8mpW5QNWXcyMpC7nopAGe90qkrp2Xjam+S8i0FkHhDql7XWFXLDXgVsG4XCVaLe0HlbanOwaoau3qjcfjwYXnrrbfsD5H8IIBAvQRUkPnRj35UFi9eXHoApM4nhw4dsoNeFU7xg0AdBdSXAurLxiVLlpT+mqqjX5F95j1KkZq0VZZAlf5Ol2VQhf1yPqnCLNCHvAKcT/IKBtu3O1hNDU69ys5ulgJwgtXtF6igViWf7o2hrLVdsywFsG6psb1586qkm1u5N9RKDGHtG1Ztl3U3PyzrzHVc3Ztrpa41W9zxRksdBOoerDLBCCCAAAIIIIAAAggggAACCCCAQFsEWhWsjsXcvMoLPO0J90JG+x8qUN0oU/eNyK41XkVrhptXeWGoewRtGj0gwzuXydjCSZm+cW1o6QH7KZEbUulrn47KpuUid7y9LrjBlt5Ha8mCyQu2y8jhjXbbmYJVK+/1lzxQ+1fLHlw5Jct27LLGawWvbiVsW14AVRsnwWrVZoT+IIAAAggggAACCCCAAAIIIIAAAvECLQlW6zv9XKZf37nrpecEq72osQ0CCCCAAAIIIIAAAggggAACCCAweAGC1cGbd7VHgtWuuGr/ZILV2k8hA0AAAQQQQAABBBBAAAEEEEAAgZYIEKxWfKIJVis+QQV3j2C1YFCaQwABBBBAAAEEEEAAAQQQQAABBPokQLDaJ1iaRaAXAYLVXtTYBgEEEEAAAQQQQAABBBBAAAEEEBi8AMHq4M3ZIwKJAgSrHBwIIIAAAggggAACCCCAAAIIIIBAPQQIVusxT/SyJQIEqy2ZaIaJAAIIIIAAAggggAACCCCAAAK1FyBYrf0UMoAmCRCsNmk2GQsCCCCAAAIIIIAAAggggAACCDRZgGC1ybPL2GonQLBauymjwwgggAACCCCAAAIIIIAAAggg0FIBgtWWTjzDrqYAwWo154VeIYAAAggggAACCCCAAAIIIIAAAqZA6cEqU4IAAmGBuXPnypw5c2RoaMj+bxA/p06dkkMn98nKJSOD2B37QAABBBBAAAEEEEAAAQQQQAABBGovUHqwumLFitojMgAEihKgYrUoSdpBAAEEEOifwHNy96U3ybaRcXn0nutlcf92RMsIIIAAAggggAACCFRagGC10tND59omUOtg9fAjcuu1EzIpIzL+6D1yvf9J2/0ALmPywNO3yyXe8wr6QP7c3ZfKTdtExh54Wm6/pG1HDONFoLkC3ms7MsKCzh3NlStuZIcfuVWunZiMnF+d3w875/Q8uyv470GerrAtAggggAACCCCAAAK9CBCs9qLGNgj0SaAZwaqFEwo+jGC1YDuC1YJBaQ6BiggkBquqf4SrA5mlpGB1IDtnJwgggAACCCCAAAII1ECAYLUGk0QX2yPQmGDVzj0elXvsstW0itURmbz1WpmYdKtZ7ak+LI/YvwsqX70P986REK6INYNVgtb2vF4YabMF4l/L4fPJMreicmRsTGTbtlDFfDiYNSvprTONu61SHHvgUbnoO/q5KNjP2Ng21bR6kjx9+zL3/BTYB+c67dw1PiwTE2oj71wo2nb6+S7cD3eDlMvrvX3E7d/5Xdr5Up67Wy5VJf7+T7gv1sbulQd2x+WBax6Tm4yK1eT2exh/XMWq0cfI1QjG44F//N+PZr9KGB0CCCCAAAIIIIBA2QIEq2XPAPtHQBNoUrBqpRDuZaLpSwFYaUP4UlPjg7b3ePhACcIAglVeQgg0U6CbYNUXcCtZD7hLhJgyfkgXCRhHZGRkUib9L3m885YWQVrLjVzzmLP0SPjHC22joafzPK9tbSs7pLUuoo/0w93C/2IqvKf4Kt6kL6G8bd3HRQtN9Wa9vvhfgkWPJ88tHKp6z/POxz2M3wxWEzyS583tgz+G6BdzzXx1MCoEEEAAAQQQQACBqggQrFZlJugHApZAI4JVrcrJqfAS5yYnSWuseh+s3Q/G3gd3pwrJq/LSqqrcD95elRIVqrx0EGimQOpSAMb5IrQ0gF91GT1vOM/zKuW1yno/0DO/EEpfvzl8/gmCRfP85PfP20/SUgbe435QmD634f17YXA0aA1XdbptJn2J5fctGI8TbHr/TjofB1W5mccf6kMwL5Eg1agWDqpYo2Nu5quBUSGAAAIIIIAAAghUVYBgtaozQ79aKdCUYPXRe4blu3aYqkKJB0RuSglW/Uv/1Yf1L8hUaGmAaNWYf2C4wQPBaitfKgy6BQKJwaoWOoa/iHHumBf3u2CJEXWeuUYe07/scbZyL9VPqLQ3vM3KzXDwmBJsJt2sSb8EX+2rQ7Aau/9lbkVqx/VnjfOqUeWrX3ofXmO10/nYWyahi/GHPLy/G8byBJ59gh3rwLbgZMAQEUAAAQQQQACBCgsQrFZ4cuha+wSaE6xeL4v9yizrMthJ6xLbpIpVLQgZGx+XqYkJmcxwaapXAeZd8htZh699hw8jRqBRAlm+NIkNUY2qdgdFD057D1bTlx5JXh/arxhNuvTdXBogIVhN3X+nYNXct/HvuHNp5mA1VAncp2DVW6rACI4JVhv1smcwCCCAAAIIIIBA7QQIVpOmbM9mGdpxh2wanZaNq2s3r3S4pgKNClatOQhXnLlVSHFVR0a1VhCSxlx6asxtlvClpocD3Uag1QJZXtuxwWqhSwHo1ZPGetF+WOstF9B9sGqGmX4lamyw2mn/QUVp3KX0j170HXs9az/kNZYl8Nez9oNLs71O5+Pux784YSmA+CA6ZqkAf13Y6M3JWv3iYfAIIIAAAggggAACAxNoWbB6ULZ/c5mMHQ18R9cckIevWxoB3/XgkOxcXWSouks2T2yW4ZsflnXR3Q1swtlRtQWaFqxa0aq7vqpyTwlWQyFshztmu1PoBQfcvKraxzS9Q6BXgZ6D1ciXOkEPur95VVywGh1Rr0sBJN1kK34pgORL8dNvLuWEjiOTzo0CIz8xQar5nPT2ew+Ww8GqdqWD0QFuXtXrq4jtEEAAAQQQQAABBPot0J5g9eB2ueG+MZFQkKrCzhG5Y/mkTN+4VrM+KAcPLpWlhQagBKv9Ppib0H7zgtVgvcNOwap/d+yYSi1zPUH9RiwEq0048hkDAlGBPMGqai1cMR+taAzOK+qxcZGJa2VissMaq/pd61UgaW/mLV/SwxqjoS+f4vphuKTu/xL7yfHrv9qPuOvIOm2qsPKaxy6Vm7ZpNqGrB8ZkfHxKJqwwNm7dVa9nwfk4b8WqFaw6EyeX3qRW6HZ+IjfeSn082gdeWwgggAACCCCAAAII9FOgJcGqU6m6/YKY6lQ7cN0u6+xKUidoFe3y/4M/uEGWvbRODnx1ndg5qxvQ7lD/e8G24PeStu2wPKgCXHcmveUFVFXsyH5teiMBbz+nnrarKFDrYLWKoPQJAQQQiBHwQ9fIes4JN05CEQEEEEAAAQQQQAABBBCIEWhHsBoKT9OOg07Bqv64GdZm2TZYCsAOVd/WglnWdOUFagkQrHIYIIAAAv0XMKs6/T0m3DSq/z1iDwgggAACCCCAAAIIIFBHgXYEq3ZoKTI5vlH0C/6jE9YhHE1tp7tgNcu+63hA0ed8AgSr+fzYGgEEEMgqEF4qwNrKuNt81nZ4HgIIIIAAAggggAACCLRXgGA1NPfp4aiYywJ0se1Se6mA6M2r7KUGdtsLC9g/3jIB7T0k2z1ygtV2zz+jRwABBBBAAAEEEEAAAQQQQACB+gi0I1gtaCmAIoPVIFDd5FbSRkPd+hxG9LQoAYLVoiRpBwEEEEAAAQQQQAABBBBAAAEEEOivQDuCVUm5eVXoplODWgrA6c/UldOycbU3wQSr/T3U69E6wWo95oleIoAAAggggAACCCCAAAIIIIAAAi0JVq2JtqtWx0TWHJCHr1vqzrwTZt6xwLuJlBN4ji2clOkb1Wqs5uPh8NOuOj280X1ulm29pQDMoNfd9ihLAbT9JUmw2vYjgPEjgAACCCCAAAIIIIAAAggggEBdBNoTrNoz4gal2uyMhoLWIIB1Vj21LtMfte5nsXNYDnx1ndhxrBvQ+o/rN8QyHzO23fXgkIzsF7H3eelOO+j1VlfdNHpAhnfqoW5dDiH6WaQAwWqRmrSFAAIIIIAAAggggAACCCCAAAII9E+gZcFq/yBpGYEiBAhWi1CkDQQQQAABBBBAAAEEEEAAAQQQQKD/AgSr/TdmDwhkFiBYzUzFExFAAAEEEEAAAQQQQAABBBBAAIFSBQhWS+Vn5wiEBeoerB4/flwOHz4sb731lhw7dozpRQCBmgnMnTtXPvrRj8rixYtl9uzZpfae80mp/OwcAQQQQAABBFouUKX3hS2fCoZfcQGC1YpPEN1rl0Cdg1UVgrz88ssyb948mT9/vpx22mntmjxGi0ADBD788EN577335P3335ePf/zjpYWrnE8acDAxBAQQQAABBBCotUBV3hfWGpHOt0KAYLUV08wg6yJQ52D19ddfFxWGLF261A5Vh4aG7P/4QQCBeghMT0+L+k+9if7FL34hs2bNknPOOaeUznM+KYWdnSKAAAIIIIAAArZAld4XMiUIVF2AYLXqM0T/WiVQ52B17969cu6558pHPvIRQtVWHbUMtkkC3pvoX/7yl/Laa6/JqlWrShke55NS2NkpAggggAACCCDgC1TlfSFTgkDVBQhWqz5D9K9VAnUOVnfv3i2rV6+WGTNmUKnaqqOWwTZNQL2JPnnypDz77LOyZs2aUobH+aQUdnaKAAIIIIAAAgiEBKrwvpApQaDqAgSrVZ8h+tcqgboHq5/61KfsYJUfBBCot4AKVvfs2VNqsMr5pN7HEL1HAAEEEEAAgWYIlP2+sBmKjKLJAgSrTZ5dxlY7AYLV2k0ZHUagkQKnTp2SZ555hmC1kbPLoBBAAAEEEEAAgewCZb8vzN5TnolAOQKlB6vlDJu9IlBdgblz58qcOXMGuk6p+mN56OQ+WblkpGcYdekuFWY987EhApUSKPsNNOeTSh0OdAYBBBBAAAEEWixQ9vvCFtMz9JoIlB6srlixoiZUdBOB/gtQsdp/Y/aAAAKdBcp+A02w2nmOeAYCCCCAAAIIIDAIgbLfFw5ijOwDgTwCBKt59NgWgYIFCFYLBqU5BBDoSaDsN9AEqz1NGxshgAACCCCAAAKFC5T9vrDwAdEgAgULEKwWDEpzCOQRIFjNo8e2CCBQlEDZb6AJVouaSdpBAAEEEEAAAQTyCZT9vjBf79kagf4LEKz235g9IJBZgGA1MxVPRACBPgqU/QaaYLWPk0vTCPRN4JA8ductskU2yL13XSNL+rYfGkYAAQQQGKRA2e8LBzlW9oVALwIEq72osQ0CfRIgWN0r939uQh6P+F4oG+69S64p4lPa3vvlc1uXD/RD3977PycTMi4PfXFVn44cmkWgWIGy30AXFaweeuxOuWXLi1Gcq+Nfj9HnXy3jD31R4l65kedeqIVJ6jwzET2TeR25cMO9cpd/Qoue98KPW1ultHf1+EMSd2rx+hd93A2/Ylni2op5foJfAJ10LlfPCM7nTh8l5vzubG/hx44tsh/d3nswycx87qHH5E6rE8NJ+zIet/v85BX+35CsYzC3s7sZ6aP2t87db8w0OSO05+BsJ8iMe1KcibNT5+9s4uNx/TJfBwnzo/r8LZHbjFA1q1GxZzFaQwABBBAoSqDs94VFjYN2EOiXAMFqv2RpF4EeBAhW1Ye1rbLcDFHtD59TxYSrBKs9HJls0jaBst9AFxqs7l9vfKnhBoXDerjqhYdGgOQGX+FwMr4qz/4C5fG4IDbhvKYFa+EgNab9pPNW4rnR2adcLfL4VBACOsex0/7+9UZoGRcweuGeEaQmj9V7paSMWXsx+eF0JOTLFqza2+8flqsft0JsMxhNMLP7PqWF4PYYn1R5r1xxm/kFXhAQe8dAfLBqJZsdxhAJVu25U93WgvvY4y1lzpLm0v39ltAx7s5+mpmdqUaP42gwmhSsHpJDS5ZEKlXzznPbzr+MFwEEEKiaQNnvC6vmQX8QMAUIVjkmEKiQAMFq8ofxaLVPuCLKrPByPhw6k+uHIqHqIC0ACf0+XB2r2nlq+QaZ2rJFXvQqrcSpcAqKhIyK2lCl0dVy9dWPW1W4WoiTsr8KHY50pWECX//61+UnP/lJaFSf+MQnRP3e/Cn7DXR/g1U12nAwFFtN6GeE4QAs+blOYPnkFXo1qrevmC+MjD6E58BoK/ELoYR9es+/TeRbVmh4RejLqoRg1e6qPtak8Tg9Ta/E7yJY3e8Eo1MxVbzpFavBOC57KuaqgKxmbrB6xYZheVJGtUpi1+Mp62+IFtzGBqsZxmBul+QX//ukOcs6l97RlcHMDHvdTcP9iglWU/6u6QF49/PcsBMxw0EAAQQqIlCn94UVIaMbCCQKEKxycCBQIQGC1ZQP4/aH3/2y3q7ucT7UBR/Qwv8OfYA1q4LMD9tmxZfx70j1TqSqy6guMx/3Pmx6FV8d9lehw5GuNExg7969MjFhpSbaz/j4uKxaFb3QvfnBqhMMbl2uQlBJCESjYdQXV6WHjfGHTFolvlGxqDegn6uyhoT29nofnbGFKxdTwjj73OqGwPYXSGYoq3UwdE42R95NsGpVFF/2lHFVQoaKVf3cHle5m3J1ghP0uZXMXrB673rZ/63XZFS7jH3v/XfKa6PW728JliWID1Y7jyH7EgJxR1FBwWoHs+zL1hjz0+Hvmu/dyzw37DzMcBBAAIGqCNTpfWFVzOgHAkkCBKscGwhUSIBgNe3DePDY6j3hNe7sKfQ/MI7Ka7FVY+5Ehz5sx4ck+ofLLB809Q/MVooRWn/P6ZpXTeWsh2dWtGXZR4UOU7pSYwG9OiGpWlUNrw3BahCuScf1PIMQ9o2Oz40eHvHntdQqWTsf1b5M6mYpAD8odC9rj1xynhasao9JzKXqocF1Ol/HrZdtNaBdMq8HnOFL9DsHq+HzZsy5PG3ZF/0xzevcHSpI9ZYDsPpwpwpaz5Ud2nqvicGqtdBt2hji5lu/ssKmTVy7tttgNW65C7PK2DTr5ksDfX46/x3NM881Pt3SdQQQQKDyAnV5X1h5SDrYegGC1dYfAgBUSYBgtdMHdaeS6twdMZd9+iHEZfJU2k1PQh+24z+8Rz4Ext54KrwUgRcWvBFzo6pOAU6oeqpKByR9aZyAXp2QVK1KsBoTjfrVrSUGq7E3w4re2C/6RY1Z4T+oYDVu+YOwbfjcp/ezg7MZHts5tLoR1nCwZmkPweo1b9wvd77mLgdgbe/873Bf0oJVb4kJ52qK9O0MidBNqJJuOBZZF9dbSzXu5lVmSNvRrNdgtfPf0Z7nuXFnYAaEAAIIVEugLu8Lq6VGbxCIChCsclQgUCEBgtVsSwFYJWMyYYadAwtWg0DVW9dV/6BNsFqhFxRdiRXw1lSNW1vV26ANFav1XgrAPQ9FKhyNL3z0I8CvFK3gUgBWtaf9419SHr783jyQ/ZshxRzhoTW1ty6Xe4071KtN4pcCUJWqyu8pucxacsYqV3WrV9PX4418MZYwho4Vyu5Y4p+XvWLVsZHIzR6zmGW/ekI36TZYzT7PnMIRQAABBPovUIf3hf1XYA8I5BMgWM3nx9YIFCpAsJocrHa63H5gSwHEVEF16htLART6MqGxnAKqOkH9xK2t2p5gNT0sCxEbl9KnBWTxwVTSeS3tcvcMN69y13O2EjT/hkuRqk1vIKG1n7Pe8GhQN69y1zp1++pcTn+hXPjiizI8/pB4mWswJ2YFrvaIve0GJ0zNui6tUclp37DwsnGRrd56q10Gq3ZuGB1D+LhJmfvI0g12FGxXtCZVrJq/j6wNHlmXPMUs4eZVyf3vbikAb8+d5znniY7NEUAAAQQyCdThfWGmgfAkBEoUIFgtEZ9dI2AKEKwmBBCRG5OYH6zD/45+ANQuSe3l5lV6dWzczbDUJbp+NVjcTT2sx7l5FS/4Ggk0u2I1bv1J93cvXh1cSq7my735XPjSbOOGdXog+Hj00nzn8vCEy+Ld9r3qd6epmPYTQkKvCtHpX1oQqo/ZWes5EtJFbsynuqLWed0iLxqVsdHgzjy405Z1CZ4bvwxKUHUbvSTem5OEm37pfyusy/o/F1OxGl4H1RujdpOuyJx0H6x6SwJYZ37r1O+Ew7FLCEQqS5PmsLtg1d+/93cpNqz1D9zQjcPi5jZ8nNkvjPBaw1lvXhVKyTvMc43Ol3QVAQQQaLpA2e8Lm+7L+OovQLBa/zlkBA0SIFhNuozVCDvsOQ8/NxxMuBVD6lOt9RN+zNtOC0DcD9Lus0OXUMZVoIVuOKI+uK7fL7dMTAXbeWGEs3PZMLxFtkTCWbdzEhfENOigZii1FCj7DfTu3bvlU5/6lMyYMSOXX9Llz+b5wttJ9Plx5x7n2ZEbD2k3ZQp3ulPIGD3vRfqXsl6o0w/rPHLbsGz5VkLg6HTYDdBuE/nWLbIlsi5n0rnIC521USXeZMl7TsqSBNo5OXF96dhAW7XdaR1QLUC270DvnWdT+h5Ze9Scr16CVc/78cRg1T2IIn2MDZO7rFi12/ZD8dtkw9S3IjdNDESiXzR0fh3EVNym/B3tfp5zvezZGAEEEECgYIGy3xcWPByaQ6BwAYLVwklpEIHeBQhWe7djSwQQKE6g7DfQRQWrxYnQEgIIIIAAAggg0E6Bst8XtlOdUddJoObB6i7ZPDEidySIj645IA9ftzTDfByU7d/8ssi6h2VdlqfHtuj2ZcE2OfDVdbJUvL5tksnxjbI2Qy86P6WIfnbeC88oT4BgtTx79owAAoFA2W+gCVY5GhFAAAEEEEAAgWoIlP2+sBoK9AKBZAGCVVFh5TIZOzoq224uMlgt+rArqp9F94v2ihQgWC1Sk7YQQKBXgbLfQBOs9jpzbIcAAggggAACCBQrUPb7wmJHQ2sIFC/QkGC1U1WoWdnqhaheWBnA2lWul+6UG+4bkx1+9anIwR/cIMt275BNo9OycbXz/F0PDsnIfud/bxqdFNlhVc+mVKx6bfh7i2l/dM02Wbt7zK3C7dBPVY17cLvTV7fRcJVudHx6/4s/nGgxrwDBal5BtkcAgSIEyn4DTbBaxCzSBgIIIIAAAgggkF+g7PeF+UdACwj0V6AFwWo0XHSjUOsS/Rtlyq5WDZCzBquRkNSHKpwvAAAgAElEQVRrIilY3bNZhnZEFy3wgtD09q6UnWn9NI4RLzzVg19thDkrc/t7QLa9dYLVth8BjB+BagiU/QaaYLUaxwG9QAABBBBAAAEEyn5fyAwgUHWBhgSrccxmtWdSVWvMJfZeFWhixWpQAetXgHrBadY1Vr3nL5+U6RvX+hWx4m3vV6J6/Y72M1pFG17ndcquqM27xEHVD+Fm9Y9gtVnzyWgQqKtA2W+gCVbreuTQbwQQQAABBBBomkDZ7wub5sl4mifQgmA1uIzfnz4tMLUeja6x2ilYXepefh9qJ+PNq4xL98UIVoNL+b1+JQer8RWpapTuNpEq2U5LJjTvAK/biAhW6zZj9BeBZgqU/QaaYLWZxxWjQgABBBBAAIH6CZT9vrB+YvS4bQINCVazBYbhINKsaNUqO2OCVW9bu0K1l2DVqFCVhIrVYoLVcJWqucwA66xW92VOsFrduaFnCLRJoOw30ASrbTraGCsCCCCAAAIIVFmg7PeFVbahbwgogVYFq96Ue0GjE2JKcsWqV/kp5qX/0aUA/PAyYSkAcW905YWa/vNzVKzG3VAr9bA2w11eA5UTqHOwunfvXhkeHpbTTz+9cq50CAEEuhN49913ZWpqSlatWtXdhgU9m/NJQZA0gwACCCCAAAII5BQo+31hzu6zOQJ9F2hIsJrgZIeWIpsnRiTmtlHuTZyMm1ulbmNdZK8qVlfHLC/gdaFDsBrpadfBqtuC2u7aKbnhvjHZYTZqtznsBsZRGypW+/666nkHdQ5WX3/9dVHfZp577rkyNDTUswEbIoBAuQLT09OiXs/qdXzOOeeU0hnOJ6Wws1MEEEAAAQQQQCAkUIX3hUwJAlUXaEGwutaag6DC1JuQULior0XqBp3+pfpqAyssnbxgu4zs3uEHq+rX+tICo2u2ydrdY3JH4s2r9D6oS/W/bZXKLpOxo84yBsM/uEGWWe0nLwVg7TCun+aarbHrxwaHYdB+1Q/NdvavzsHq8ePH5eWXX5YFCxbIwoULZf78+e2cREaNQI0F3nvvPXn77bfl6NGj8vGPf1xmz55dymg4n5TCzk4RQAABBBBAAAFfoCrvC5kSBKouUPNgteq89A+B7gTqHKyqkaow5PDhw/LWW2/JsWPHuhs8z0YAgdIF5s6dKx/96Edl8eLFpYWqHgLnk9IPBzqAAAIIIIAAAi0WqNL7whZPA0OvgQDBag0miS62R6DuwWp7ZoqRIoAAAggggAACCCCAAAIIIIBA2wUIVtt+BDD+SgkQrFZqOugMAggggAACCCCAAAIIIIAAAgggkChAsMrBgUCFBAhWKzQZdAUBBBBAAAEEEEAAAQQQQAABBBBIESBY5fBAoEICBKsVmgy6ggACCCCAAAIIIIAAAggggAACCBCscgwgUA8BgtV6zBO9RAABBBBAAAEEEEAAAQQQQAABBKhY5RhAoEICBKsVmgy6ggACCCCAAAIIIIAAAggggAACCKQIEKxyeCBQIQGC1QpNBl1BAAEEEEAAAQQQQAABBBBAAAEECFY5BhCohwDBaj3miV4igAACCCCAAAIIIIAAAggggAACVKxyDCBQIQGC1QpNBl1BAAEEEEAAAQQQQAABBBBAAAEEUgQIVjk8EKiQAMFqhSaDriCAAAIIIIAAAggggAACCCCAAAIEqxwDCNRDgGC1HvNELxFAAAEEEEAAAQQQQAABBBBAAAEqVjkGEKiQAMFqhSaDriCAAAIIIIAAAggggAACCCCAAAIpAgSrHB4IVEiAYLVCk0FXEEAAAQQQQAABBBBAAAEEEEAAAYJVjgEE6iFAsFqPeaKXCCCAAAIIIIAAAggggAACCCCAQOkVq0wBAgiEBebOnStz5syRoaEh+79B/Jw6dUoOndwnK5eMDGJ37AMBBBBAAAEEEEAAAQQQQAABBBCovUDpweqKFStqj8gAEChKgIrVoiRpBwEEEEAAAQQQQAABBBBAAAEEEOivAMFqf31pHYGuBAhWu+LiyQgggAACCCCAAAIIIIAAAggggEBpAgSrpdGzYwSiAgSrHBUIIIAAAggggAACCCCAAAIIIIBAPQQIVusxT/SyJQIEqy2ZaIaJAAIIIIAAAggggAACCCCAAAK1FyBYrf0UMoAmCRCsNmk2GQsCCCCAAAIIIIAAAggggAACCDRZgGC1ybPL2GonQLBauymjwwgggAACCCCAAAIIIIAAAggg0FIBgtWWTjzDrqYAwWo154VeIYAAAggggAACCCCAAAIIIIAAAqYAwSrHBAIVEiBYrdBk0BUEEEAAAQQQQAABBBBAAAEEEEAgRYBglcMDgQoJEKxWaDLoCgIIIIAAAggggAACCCCAAAIIIECwqgROyOHn7pdNL6+QW6+5VobnJ6sc/MENsmz3jugTlk/K9I1rm3FAHdwuN9y3Xdbd/LCsW7pLNk+MiIxOy8bV+v9uxlDrNAqC1TrNFn1FAAEEEEAAAQQQQAABBBBAAIE2C7SoYvWEvP7U3fIvf/wzOfOsz8jf/N4fyMUJ4aodrB7eaISoTuC4a80Befi6pQ07ZghWqzKhBKtVmQn6gQACCCCAAAIIIIAAAggggAACCKQLtDJYPW6ZnJUSrsYHqyK7HhySzYuDYFX9e2S/BqxVtKrHdi7eJrt2j8kOGZVtN2+Uqft2yvCaXTKmqmEXbJMDX10nS/dslqEdd2iNbJLJ8Y2i6mKdfqyTbW+PydhR5ymjoWD3oGz/5jL/sU2jkyI7NstwpArV2dZu76V1zn4zV6yG9xHtAy+xIgUIVovUpC0EEEAAAQQQQAABBBBAAAEEEECgfwKtDVYVaVK4mlyxulOudENPO1R92w1HVWNuQLrJvpzeCWFH9gchqfUbu+L1Dn05AXubXVboqi7HV42En+MtSeC16ewjeH64D14AqkJc8/L+XoNVt82FwRIITp9E63P/Ds42tkyw2sZZZ8wIIIAAAggggAACCCCAAAIIIFBHgVYHq0nhauIaq3blqReCmtMdXpvUDj1FX5M129ql+nahClN7dx0u2Q8Fr9H99VaxaowzVOlax0O+2n0mWK32/NA7BBBAAAEEEEAAAQQQQAABBBBAwBNofbAqcpr8wciE/Pkli/2jIr5iNVq9qTYwQ9hQxWrWYNUOK9WSAe6PW9WaGqwu1W8+5W2owtSilwJw2g4ve5AWMPPiyiNAsJpHj20RQAABBBBAAAEEEEAAAQQQQACBwQm0Plj95Hkb5K+v+S1ZfFqAnrTGqnMpvthroA7bl8SrKNS73L+HilUtUI0LZKsQrPqBqrcmLBWrfX11Eqz2lZfGEUAAAQQQQAABBBBAAAEEEEAAgcIEWh2sxoWqSjY1WN05bN386UrZad00aupKZz1V56f7YDVuP7mWAki8IZXTw+6XAtArYN1hEqwW9uKLa4hgta+8NI4AAggggAACCCCAAAIIIIAAAggUJtDaYDUpVPUDyMMbZfrGtRq0sxTA9gsOyMPXifa/1V2nvBtHWfWr+s2rOiwFYFak+ssKZFkKwAp0w9ubN68yly5wb4wVW3matHaruU6r20bqWrOFHZutbIhgtZXTzqARQAABBBBAAAEEEEAAAQQQQKCGAq0MVi+Kufxfn7vEm1e5gaf9XGNd1E2jB2R45zIZW+jcsCrbzauCQNZu02r/wOLN1hIDa4PlBl5aZ1XIrhMV35pVsfZv1E2y9ju9H12+SWT/Llnn3WAr1EdryYJRkRG74tZqL7G61QhT7eUP7nB51NqqG2XqvhHZtUYFzE6v+ClOgGC1OEtaQgABBBBAAAEEEEAAAQQQQAABBPop0KJgVeSdlx6Vvz+wVK4bWR1aU7WfwANtm8v0B8rdj50RrPZDlTYRQAABBBBAAAEEEEAAAQQQQACB4gVaFawWz1exFglWKzYh3XeHYLV7M7ZAAAEEEEAAAQQQQAABBBBAAAEEyhAgWC1DvV/7JFjtl+zA2iVYHRg1O0IAAQQQQAABBBBAAAEEEEAAAQRyCRCs5uJjYwSKFSBYLdaT1hBAAAEEEEAAAQQQQAABBBBAAIF+CRCs9kuWdhHoQYBgtQc0NkEAAQQQQAABBBBAAAEEEEAAAQRKECBYLQGdXSKQJECwyrGBAAIIIIAAAggggAACCCCAAAII1EOAYLUe80QvWyJAsNqSiWaYCCCAAAIIIIAAAggggAACCCBQewGC1dpPIQNokgDBapNmk7EggAACCCCAAAIIIIAAAggggECTBQhWmzy7jK12AgSrtZsyOowAAggggAACCCCAAAIIIIAAAi0VKDVYPX78uJw6daql9AwbgajAjBkzZPbs2TJnzhwZGhqy/xvEj3odHjq5T1YuGRnE7tgHAggggAACCCCAAAIIIIAAAgggUHuBUoPVY8eOyYoVK2qPyAAQKEqAitWiJGkHAQQQQAABBBBAAAEEEEAAAQQQ6K8AwWp/fWkdga4ECFa74uLJCCCAAAIIIIAAAggggAACCCCAQGkCBKul0bNjBKICdQ9W33z/TXnohYdk14FdcuTYEabYEFg0d5H8s2X/TP7o4j+Ss+adhQ8CCCCAAAIIIIAAAggggAACCNRYgGC1xpNH15snUOdgVYWq//rJfy3vnHhHZp82W2bOmNm8Cco5opOnTsrxD4/LmbPOlL++4q8JV3N6sjkCCCCAAAIIIIAAAggggAACZQoQrJapz74RMATqHKz+2z3/Vp545QmZN3se89pB4NiJY/I75/yO3Pbp27BCAAEEEEAAAQQQQAABBBBAAIGaChCs1nTi6HYzBeocrP7JP/yJfGj9H5WqnY9NVbl6mvV/f/t7f9v5yTwDAQQQQAABBBBAAAEEEEAAAQQqKUCwWslpoVNtFahzsHr996+XhfMXtnXquh732++9LY989pGut2MDBBBAAAEEEEAAAQQQQAABBBCohgDBajXmgV4gYAsQrLbnQCBYbc9cM1IEEEAAAQQQQAABBBBAAIFmChCsJs3rns0ytOMO2TQ6LRtXN3PyGVX1BAhWqzcn/eoRwWq/ZGkXAQQQQAABBBBAAAEEEEAAgcEItCxYPSjbv7lMxo4GuKNrDsjD1y2NaO96cEh2ri4yVN0lmyc2y/DND8u66O4GM9vspfICBKuVn6LCOkiwWhglDSGAAAIIIIAAAggggAACCCBQikB7gtWD2+WG+8ZEQkGqCjtH5I7lkzJ941ptAg7KwYNLZWmhASjBailHeM12SrBaswnL0V2C1Rx4bIoAAggggAACCCCAAAIIIIBABQRaEqw6larbL4ipTrUD1+2yzq4kdYJW0S7/P/iDG2TZS+vkwFfXiZ2zugHtDvW/F2wLfi9p2w7LgyrAdSfcW15AVcWO7NeOgkjAW4EjhC4MVIBgdaDcpe6MYLVUfnaOAAIIIIAAAggggAACCCCAQG6BdgSrofA0zaxTsKo/boa1WbYNlgKwQ9W3tWCWNV1zH8xNaIBgtQmzmG0MBKvZnHgWAggggAACCCCAAAIIIIAAAlUVaEewaoeWIpPjG0W/4D86KR3C0dR2ugtWs+y7qgcN/eqfAMFq/2yr1jLBatVmhP4ggAACCCCAAAIIIIAAAggg0J0AwWrIKz0cFXNZgC62XWovFRC9eZW91MBue2EB+8dbJqC7aeTZTRFob7D6Gfnzq/5YVs7SZ/J1+eE//pnc35TJNcZBsNrQiWVYCCCAAAIIIIAAAggggAACrRFoR7Ba0FIARQarQaC6ya2kjYa6rTkKGagv0Mpgdfmfy7d/Y6XIke/Jl3/0j77FZ37r2/LHi0Se/+mX5d/oaxE35HghWG3IRDIMBBBAAAEEEEAAAQQQQACB1gq0I1iVlJtXhW46NailAJz+TF05LRtXe8cewWprX4XawNsXrDqVqr/+TjhU9Ui++Nv/XtYc1x775F/Jvz/3HF/s9df+lfzZj51/Os99Xo4uWineM/THRYyq2BPPy/ee+DfiRLlflL/6zAVy9MgCWbnodBH3sV+32rz8DG2CfvVD+Vf/yamhVfu7wNrfAmt/p8u7XQfABKu84hFAAAEEEEAAAQQQQAABBBCot0BLglVrkuyq1TGRNQfk4euWurPmhJl3LPBuIuUEnmMLJ2X6RrUaq/l4OPy0q04Pb3Sfm2VbbykAM+h1tz3KUgD1fjnl733rglW7WnWB7M5yyb8dqkqwPIC97a/Lz92KVhV0Xn5GEHA6Fa9H3edHA1z7+eIFpSpYvVzOMYLTy+do4asb6nphrbO/3pcrIFjN/3qhBQQQQAABBBBAAAEEEEAAAQTKFGhPsGoru0GpJj4aClqDANZZ9dS6TH9UZGTnsBz46jqx41g3oPUf12+IZT5mbLvrwSEZsS5ptvd56U476PVWV900ekCGd+qhbpmHBfsuS6B1waoKK5cc1SpHk+SdYHTBoaBCVT3TDk9n77arSMNBqfWgHryeGbcfFaaukaN2MOsEq6JVwEZ7En5OZH9dHjQEq12C8XQEEEAAAQQQQAABBBBAAAEEKibQsmC1Yvp0BwFDgGDVDUvV5fjej31Z/htylaoojTti3CrTtGB19xJVvaq16bfjVbgmB6tO5Wuwbahi1a947f5QJljt3owtEEAAAQQQQAABBBBAAAEEEKiSAMFqlWaDvrReoHXBaoelAOxQ88yf+8FqWkVpx2DVbsdbU9U81KLBahCoepf7U7Ha+hcoAAgggAACCCCAAAIIIIAAAghoAgSrHA4IVEigdcGqe0OppJtXBcHqblmTcpMrNYUdlwLQ12eNzLkZrMYtPUCwWqGXCl1BAAEEEEAAAQQQQAABBBBAoHQBgtXSp4AOIBAItC9YtcZuV62uFDnyPfnyj/4xwHBvFiX2UgBWpan97wXyvHuzKmvRAHvdVS+UTQ1W9zvPXfmBd7Mqazehm2HFB6tB4OtuP0uEpQB4xSKAAAIIIIAAAggggAACCCCAgBIgWOU4QKBCAq0MVm3/ILgMpsNb/zT4jbne6btaGJserKo2nPA0WKfVu8Q/eCy01IAb+Hqrq77+2vfk6JIgnOXmVRV64dAVBBBAAAEEEEAAAQQQQAABBEoQIFgtAZ1dIpAk0N5gtX3HBDevat+cM2IEEEAAAQQQQAABBBBAAIFmCZQarJ44cUKWLVsms2fPbpYqo0GgB4Hjx4/LgQMHZNasWTJnzhwZGhqy/xvEz6lTp+TQyX2ycslIz7u7/vvXy8L5C3vevm0bEqy2bcYZLwIIIIAAAggggAACCCCAQNMESg1WZ8yYYYeqixYtapor40Gga4G33npLPvjgA1EhJ8Fq13y124BgtXZTRocRQAABBBBAAAEEEEAAAQQQCAmUFqyq6jwVqr7//vty+umn2/9RucrR2UYB9Vp499137f/mzZsn3muDitVmHw0Eq82eX0aHAAIIIIAAAggggAACCCDQfIHSgtUPP/zQDlJVdZ5aEkCFSep3/CDQNoHTTjvNfi2oJQBUFbd6LajfEaw2+0ggWG32/DI6BBBAAAEEEEAAAQQQQACB5gsMPFhVpNPT03agevLkSfv/q3/zg0DbBVSQqoLVmTNn2v9/UOurKnfWWB380UewOnhz9ogAAggggAACCCCAAAIIIIBAkQKlBatewFrkYGgLgSYIeIEqwWoTZjN5DASrzZ5fRocAAggggAACCCCAAAIIINB8gVKCVY+VStXmH2CMsHuBQQaqXu+oWO1+nvJuQbCaV5DtEUAAAQQQQAABBBBAAAEEEChXoNRgtdyhs3cEECgyWP2Tf/gT+dD6v5kzZgLbQeDkqZNymvV/f/t7f4sVAggggAACCCCAAAIIIIAAAgjUVIBgtaYTR7cRKFKgiIrVe565R5589UmZN3tekV1rZFvHThyTf37OP5evfPorjRwfg0IAAQQQQAABBBBAAAEEEECgDQIEq22YZcaIQAeBIoLVN99/U77yxFfk+PRxmTVzFpWrMeaqUvXEyRMye2i2/M1VfyNnzTuLYxMBBBBAAAEEEEAAAQQQQAABBGoqQLBa04mj2wgUKVBEsKr6o8LVbT/dJj86+CM5cuxIkV1sRFuL5i6SNb+2Rj6/8vOEqo2YUQaBAAIIIIAAAggggAACCCDQZgGC1TbPPmNHwBUoKlgFFAEEEEAAAQQQQAABBBBAAAEEEGiLAMFqW2aacSKQIkCwyuGBAAIIIIAAAggggAACCCCAAAIIdCdAsNqdF89GoJECBKuNnFYGhQACCCCAAAIIIIAAAggggAACfRQgWO0jLk0jUBcBgtW6zBT9RAABBBBAAAEEEEAAAQQQQACBqggQrFZlJugHAiUKEKyWiM+uEUAAAQQQQAABBBBAAAEEEECglgIEq7WcNjqNQLECBKvFetIaAggggAACCCCAAAIIIIAAAgg0X4BgtflzzAgR6ChAsNqRiCcggAACCCCAAAIIIIAAAggggAACIQGCVQ4IBBAQglUOAgQQQAABBBBAAAEEEEAAAQQQQKA7AYLV7rx4NgKNFCBYbeS0MigEEEAAAQQQQAABBBBAAAEEEOijAMFqH3FpGoG6CBCs1mWm6CcCCCCAAAIIIIAAAggggAACCFRFgGC1KjNBPxAoUYBgtUR8do0AAggggAACCCCAAAIIIIAAArUUIFit5bTRaQSKFSBYLdaT1hBAAAEEEEAAAQQQQAABBBBAoPkCBKvNn2NGiEBHAYLVjkQ8AQEEEEAAAQQQQAABBBBAAAEEEAgJEKxyQCCAgBCschAggAACCCCAAAIIIIAAAggggAAC3QkQrHbnxbMRaKQAwWojp5VBIYAAAggggAACCCCAAAIIIIBAHwUIVvuIS9MI1EWAYLUuM0U/EUAAAQQQQAABBBBAAAEEEECgKgIEq1WZCfqBQIkCBKsl4rNrBBBAAAEEEEAAAQQQQAABBBCopQDBai2njU4jUKwAwWqxnrSGAAIIIIAAAggggAACCCCAAALNFyBYbf4cM0IEOgoQrHYk4gkIIIAAAggggAACCCCAAAIIIIBASIBglQMCAQSEYJWDAAEEEEAAAQQQQAABBBBAAAEEEOhOgGC1Oy+ejUAjBQhWGzmtDAoBBBBAAAEEEEAAAQQQQAABBPooQLDaR1yaRqAuAgSrdZkp+okAAggggAACCCCAAAIIIIAAAlURIFitykzQDwRKFCBYLRGfXSOAAAIIIIAAAggggAACCCCAQC0FCFZrOW10GoFiBQhWi/WkNQQQQAABBBBAAAEEEEAAAQQQaL4AwWrz55gRItBRgGC1IxFPQAABBBBAAAEEEEAAAQQQQAABBEICBKscEAggIEUEq7t370YSAQQQQAABBBBAAAEEEEAAAQQQqJXAmjVreu4vwWrPdGyIQHMECFabM5eMBAEEEEAAAQQQQAABBBBAAAEEsgsQrGa34pkIIBAjUESwCiwCCCCAAAIIIIAAAggggAACCCDQJgEqVts024wVgQQBglUODQQQQAABBBBAAAEEEEAAAQQQQKA7AYLV7rx4NgKNFCBYbeS0MigEEEAAAQQQQAABBBBAAAEEEOijAMFqH3FpGoG6CBCs1mWm6CcCCCCAAAIIIIAAAggggAACCFRFgGC1KjNBPxAoUYBgtUR8do0AAggggAACCCCAAAIIIIAAArUUIFit5bTRaQSKFSBYLdaT1hBAAAEEEEAAAQQQQAABBBBAoPkCBKvNn2NGiEBHAYLVjkQ8AQEEEEAAAQQQQAABBBBAAAEEEAgJEKxyQCCAgBCschAggAACCCCAAAIIIIAAAggggAAC3QkQrHbnxbMRaKQAwWojp5VBIYAAAggggAACCCCAAAIIIIBAHwUIVvuIS9MI1EWAYLUuM0U/EUAAAQQQQAABBBBAAAEEEECgKgIEq1WZCfqBQIkCBKsl4rNrBBBAAAEEEEAAAQQQQAABBBCopQDBai2njU4jUKwAwWqxnrSGAAIIIIAAAggggAACCCCAAALNFyBYbf4cM0IEOgoQrHYk4gkIIIAAAggggAACCCCAAAIIIIBASIBglQMCAQSEYJWDAAEEEEAAAQQQQAABBBBAAAEEEOhOgGC1Oy+ejUAjBQhWGzmtDAoBBBBAAAEEEEAAAQQQQAABBPooQLDaR1yaRqAuAgSrdZkp+okAAggggAACCCCAAAJNFNjy+F7Z/sN98sbR95o4vL6M6ewF82Xd5RfJhqtXxbaPaV/YK9Vop2NgEJ0lWB2EMvtAoOICBKsVnyC6hwACCCCAAAIIIIAAAo0VUAHgfY89L6dmzpWhmac1dpxFD2z65Icy4+Qx+dLVK+WL14TDVUyL1q5me2nHwKB6TLA6KGn2g0CFBQhWKzw5dA0BBBBAAAEEEEAAAQQaLfC7f/F9efvELELVHmZZBWsLTjsuT/zlH4S2xrQHzJpuknQMDGo4BKuDkmY/CFRYgGC1wpND1xBAAAEEEEAAAQQQQKDRAr/5lb+TWWee1egx9nNwJ955U579m8+HdoFpP8Wr13bcMTCoXhKsDkqa/SBQYQGC1QpPDl1DAAEEEEAAAQQQQACBRgsQAuabXoLVfH5N2JpgtQmzyBgQqLEAwWqNJ4+uI4AAAggggAACCCCAQK0FCFbzTR/Baj6/JmxNsNqEWWQMCNRYgGC1xpNH1xFAAAEEEEAAAQQQQKDWAgSr+aaPYDWfXxO2JlhtwiwyBgRqLECwWuPJo+sIIIAAAggggAACCCBQawGC1XzTR7Caz68JWxOsNmEWGQMCNRYgWK3x5NF1BBBAAAEEEEAAAQQQqLVAr8Hq2H//u3L7ilmhsb/zT8/Lv/jf99fao9vOFxms6qZttOzWvirPJ1itykzQDwRaKkCw2tKJZ9gIIIAAAggggAACCCBQukBvwepyue9/Xilr5hndf/+I3P2X/1m2lT6qwXWAYHVw1lXdE8FqVWeGfiHQEgGC1ZZMNMNEAAEEEEAAAQQQQACBygn0FqxeIv/XXefKcGQ0J2T3//Mf5Oan4odpV2SeedzZU/QAACAASURBVEgu/eZzfXEY/+q1cskrj8q//PuMzV/2X8t/vErkOznC4HKD1d7mIaNOx6d17d2xxeQnxFVI289+47WCjyf1pcEFIk8kH8dmLwlWc0wsmyKAQH4BgtX8hrSAAAIIIIAAAggggAACCPQi0FOw+oe/I09/+ozY3U39l+Rgs9/Bai/jz7tN+cHqAnnuzv9PJvIOpIftBx2sfkleGsBSEwSrPRwKbIIAAmUKEKyWqc++EUAAAQQQQAABBBBAoM0C2YNVrzpSVaW+JHJVwlIAT4h86fcXyZnyK3nECPxCwaoKZ88/LrvPWOQsKaCWEfC3FfHXGDWfp7VrB3vWv4fPPsN+/s4zVzoVqwecStR9v7LaPlvNrurLUbnEq7L1qhz1ilV7PyJTVlvDXSxpkDtYTQmpneMyrQpYzUlysKp8rnzHW/fWWb7hrOfjfPR9hJd5CNZ6dQLHs34llvcsOfLOCVl0prPGrvOcj4SrmH3D8HbR4N2ouk2wV8dOcrCqjc2uVlZtLpE33epp5XC9fxwEIXSoCtavfCVYbfP5kLEjUEsBgtVaThudRgABBBBAAAEEEEAAgQYIdB+sWoNOufw6KcRSVJFg9dNz3KUD3DBP3DVaVeD5+7Nlpwpm3eDRC+T0Nux9SXApuF9BqYJVK9x9062edfrkBb1a6CbaUgD2fiQSBnea4tzBqtqBPV4VRps/6UsrOAFiWsWqFhIu+x35jwtfcSo+3f2Jd7MxNfaVx+31cS8KmTqhp9iOzhxddCC4QZlesRoOcdO300eZvF3YIj1Y9cJUx2KfFcL+4dv/wVkSQhub6OGsMd9BP4SlADod9DyOAALVEiBYrdZ80BsEEEAAAQQQQAABBBBoj0BPwWomngwVq26Yp252FQ3Y3IpDKxD0Qj/nplhBmCihikynDb9i1QtmrS3CSxBEKzftNVa1AK6bm28VEqyqYUUqVzuFqp5FzFq3etWnXZVrRbbzPnCCarWZHlzbpl4Ae0jO+v2g0lM9Etj9Mqh4ddewTV4KQK8gNatJ0w6e5OcmrbEaqoC153COvGP9n7dubvi4CvYd+b1fvfwLuZI1VjO9wnkSAghURIBgtSITQTcQQAABBBBAAAEEEECgdQKlBqvnH/VvPBQO6bSqUhWsas8zg1X9ZlWhYFW7KVW42jElWA3tJ9uhUFiwaoSraWvVBj3rVLHqPDM5RLQC5UiwalTA2kskqHlSwWr4pk5msGqGn84YOl9aH79d2L9zxap6fjSYTQp/g8pqfT/qy4BX5ByC1WwHP89CAIFqCBCsVmMe6AUCCCCAAAIIIIAAAgi0T6AWwapW2droYNU6/FSA6F/G3vFwzBCs+mvUWlWr3p3ue65YTQpW3aUcfuUty2BWrIa3C4aVtl33waoTvr4jb66Y7d/QK61iVQ/lw31K6m/8hMSF6x2nrqAnPH9oUpbMvEhmzJjRU4tDR44cme5pSzZCAIHKCBCsVmYq6AgCCCCAAAIIIIAAAgi0TKD7YDV6iX+YzLsZUYalALJWrH76DElaY7XOFatJl7fHHYLBTaT0RzsFq9rj+o26el5jNSlYDd8sylvWoHPFatp2XQarkRuRudXQxhqrt595yKmSNtfU9Z/HUgAtOwUyXATqL0CwWv85ZAQIIIAAAggggAACCCBQT4HeglV1ufRKWTPPGLO9tuf78ofWDY+GpcBg9XyRqbPPsNq0frT1Q83LvOu2FEAxwWrMGqsW09R/eV7eXLlSznpeXY7vzJO/Xup/nmetuzpb3hTL1J5Dfa7cKlJ3boNAN3pJv9d/9ZzvyAVy+4pZzo6sm5s9IufKle+oG12l3wwqZBDazrrJlvaTaOUfc+G1YfVK1aQbqoXb9Aw6L11gvtKpWK3nuY9eI9AYAYLVxkwlA0EAAQQQQAABBBBAAIGaCWQPVrWB9XwX+x5w/DU+rSrDCv7kWWM1f7DaI4he3dljE2wWCBCscjQggECpAgSrpfKzcwQQQAABBBBAAAEEEGixQE/B6iC9GhysDpIxtC+C1ULpCVYL5aQxBBDoVoBgtVsxno8AAggggAACCCCAAAIIFCNQ+WC1mGH2rZU8Fat96xQND1SAYHWg3OwMAQRMAYJVjgkEEEAAAQQQQAABBBBAoBwBgtV87gSr+fyasDXBahNmkTEgUGMBgtUaTx5dRwABBBBAAAEEEEAAgVoLEKzmmz6C1Xx+TdiaYLUJs8gYEKixAMFqjSePriOAAAIIIIAAAggggECtBQhW800fwWo+vyZsTbDahFlkDAjUWIBgtcaTR9cRQAABBBBAAAEEEECg1gIEq/mmj2A1n18TtiZYbcIsMgYEaixAsFrjyaPrCCCAAAIIIIAAAgggUGsBgtV800ewms+vCVsTrDZhFhkDAjUWIFit8eTRdQQQQAABBBBAAAEEEKi1wO/+xffl7ROzZGjmabUeRxmdnz75oSw47bg88Zd/ENo9pmXMRjn7TDoGBtWb5w9NypKZF8mMGTN62uXQkSNHpnvako0QQKAyAgSrlZkKOoIAAggggAACCCCAAAItE7jv0R/Ltx97XmbMnke42sXcq0Dt1PH35U+vulhuve6/Cm2JaReQNX5q2jEwqGERrA5Kmv0gUGEBgtUKTw5dQwABBBBAAAEEEEAAgcYL/Lt/eE7+/qmX5I2j7zV+rEUN8OwF8+WzIxfI//jfXhLbJKZFSVe3nU7HwCB6TrA6CGX2gUDFBQhWKz5BdA8BBBBAAAEEEEAAAQQQQAABBConQLBauSmhQwgMXoBgdfDm7BEBBBBAAAEEEEAAAQQQQAABBOotQLBa7/mj9wgUIkCwWggjjSCAAAIIIIAAAggggAACCCCAQIsECFZbNNkMFYEkAYJVjg0EEEAAAQQQQAABBBBAAAEEEECgOwGC1e68eDYCjRQgWG3ktDIoBBBAAAEEEEAAAQQQQAABBBDoowDBah9xaRqBuggQrNZlpugnAggggAACCCCAAAIIIIAAAghURYBgtSozQT8QKFGAYLVEfHaNAAIIIIAAAggggAACCCCAAAK1FCBYreW00WkEihUgWC3Wk9YQQAABBBBAAAEEEEAAAQQQQKD5AgSrzZ9jRohARwGC1Y5EPAEBBBBAAAEEEEAAAQQQQAABBBAICRCsckAggIAQrHIQIIAAAggggAACCCCAAAIIIPD/s/c+L5ok6Z2nZdY9YUAqMqfnEAdRc+iDag6SIkGscoa5rGgUqV4aIrQCFYyE6iLQiBFEsOyK2WWJgBaSQJcS0kAJZpUBzbQyhZi5CG1qEURIc5jSoSlm0CEO0mRRWnLJvyDXf7v9NnN/H/fXXo9P9kGqeM0fM/885mZuX3/sMQhAYBoBhNVpvCgNgU0SQFjdpFu5KQhAAAIQgAAEIAABCEAAAhCAAAQWJICwuiBcTEPgUAggrB6Kp2gnBCAAAQhAAAIQgAAEIAABCEAAAqUQQFgtxRO0AwJ7JICwukf4VA0BCEAAAhCAAAQgAAEIQAACEIDAQRJAWD1It9FoCMgSQFiV5Yk1CEAAAhCAAAQgAAEIQAACEIAABLZPAGF1+z7mDiGQJICwmkREAQhAAAIQgAAEIAABCEAAAhCAAAQgYBBAWKVDQAACSkJYffDgASQhAAEIQAACEIAABCAAAQhAAAIQgMBqBN69e7dzXY8ePZptA2F1NjouhMB2CEgJqz/42+8XC+WbP/JtVXL71gAHgzUoj3XAG97rEjiM2nguZPwERxmOElbwhQRF5k5ZiliDAAR8BBivTSpb4VHfB8IqzzwEILB3Agire3fBKg3YyuS5CiyBSuAtAHGCCXhPgLXHovhJBj4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r5PnP/yl+pWnv6X+3Mvhx9V3b35W/fenF+q31c+rP/rbb6sfVf9V/cGP1P9t/vvX3/u++sV/pv3tv3xfffM7/94o9C9+59+p3/3WP9o78b3y3vvdr98AeK/PfE6N+GkONfcaOMpwlLCCLyQoIqzKUsQaBCCAsJruA1uZv3KE1T/5kz9RP/MzPxOF8ujRozS0QIkvv75RH37wkXr48OEsGw/evn37ftaVXAQBCBRDAGG1GFcs2pBSJs//90+v1E/96l8rUwDthVRbWO3/+/9T//HTf6V+/c+U6sXVv/ns2+rnflMZdnrb6t9cqh98+k8X5ZkyXgrvVDu38ju8D8OT+EnGT3CU4ShhBV9IUERYlaWINQhAAGE13Qe2Mn+lhNVaVO3/xcRVhNV0n6EEBCAQIYCwej+6RymT5zxhVSnjup/4QRsB+y9/Tf3FZz+pfmhwYS/A1lGw5+qnf3h/vi2F9/4IrFszvNflPbc2/DSXnHkdHGU4SljBFxIUEVZlKWINAhBAWE33ga3MXzFhVRdVU+Iqwmq6z1ACAhBAWFU/+Nvv3+t+UMrkKSGs/ob6PU/Ua+vePpLVSRuwsvdL4b3ybe+tOnjvDf2kivHTJFzBwnCU4ShhBV9IUERYlaWINQhAAGE13Qe2Mn+FhFWfqBoTVxFW032GEhCAAMIqwuqPfLsIBvOE1T5VQBuJ+uN/5UsnYAqr+861upWXlUMZPOF9GJ7CTzJ+gqMMRwkr+EKCIsKqLEWsQQACCKvpPrCV+SuVCiBNoi2BsJpLinIQgICXAKkA7kfHKGXynCas6r4Zt/f7bZjCKhGr96Nf93dZSv++X9Sn3y1+ms6MxaEMs6Ws0KdlycJTlifWIACBkQDji9kbtsIDYZWnHAIQKIIAwmoRbli8EaVMntOE1f7wKgvPf/m++uZ3/r1S5FhdvN8cSgWl9O9D4bWvduInGfJwlOEoYQVfSFBE+JCliDUIQICPkuk+sJX5C2E17WtKQAACKxBAWF0BcgFVlDJ5igirqj+kSik9MrXPr7rvNAC1u0vhXUDXW6UJ8F4F886V4KedETYG4CjDUcLKXn3Rf2T8N5fqB5/+U4nb2buNvfLc+93TAAhAYEkCjC8m3a3wQFhd8qnBNgQgkE0AYTUb1UEXLGXylBFWW1f0QqrumH2nAOjbUgrvg+60ExoP7wmw9lgUP8nAh6MMRwkr+/JFP5eWMudJsKxt7IunVPuxAwEIlEuA8QVhNdY7ybFa7rNLyyBwEAQQVg/CTTs3kpeJnRFOMgDvSbh2LgzvnRGuYgA/yWCGowxHCSv4QoLiaAOesjyxBgEIML6E+sBWxlsiVnnKIQCBIggsJazqkYm/oX5P/dSv/rX/fus8mf+HUv/26W+pP7dKtFu6lfqPn/4r9et/1v7oRmf0J8bXv44HHOmmfBNH3z6jSi1npy8aUqk25+c3/rQ9ld78p9X9D3+pfqW+HzsHaL9tT7tQ37bubZP3nqs/JmzZsLcyeRbx0GQ0wsu77xf29b5tnL6ynnJOn+nLpPpgV8643mNffw7avvq1+oMfuVC/HbiHsbz5LLb1KPXdP/1J9Z++5T7rrTntmoPp3/r44xmDUveR1Sf6Ouycw3bdVf3BvMO6wwK5izP69a5F8sYh7b6c+3HHvn5OSI3pdrR8bIz/Uf1GNR/aaUb0Oo25qbvmX3/vUqnveJ6Xzn59zY/91bfVz/2mTTbuozyOlk1vX3MPBQzOa90PLjf/vOvzx8Ao0O/dNC5j2pd+/h19o/829d0g0ccmdPSgL0LP9jDW/az670/TY6n9zjP53cR4hkxm7W3qfS3EpbtOVe9rn/2k+qGeT2p8q8tZZVIRtrP69gR/UbQAAtHnX3/H8IwtxrWROdGaO+zxP3YIagGEaMJCBLzjS/Dchn5n3IR309C793A/kTlN79vG+3g3Lld/+4t/8sc7rKf/kUM1NN6G36d+WL2MrAGaCux5oX8WA2z6Oc2cG2Jzv9s5dGH1iy++mNx7Pv744+YaIlYno+MCCEBAJ7CGsPq73+oH836gtF6WohNR/6L/4+pf/Mu/rsRX88W+F2ya3/5surA6LOSsifXvP2sXu75FgPNCNkyG3Uue5358+T+HicsSufTFpe+6HFt2L2exsu5zHxVW9Rd+zwud3S+MFxWP+G/3l//8E99Xv/hPEuJ+1+eGvvQvf7x6firh8+Zc/fQPd6y6fqya3/5amcKqX/gxFv3ai+EgrGr2Qwubg+nf9nNfY6v/9r8q9RuV+NCPId6PJzEB3OkTHmE1sBBomP7dz7b5Fn3tU+N4avh6pccjaxxq7u2/teO9PaY7OSXr+/mB+jHtg1doTFfdB7H+d+dlPsC0KfdFNf9Uz4D9scxYfHiea5/YqqwPGP5FRdwhWRxtE868ZPaFH/+r9oPhwM/pP76+48t37c+BrZq+98fqH9djgLLHp8A11hhkzsc7vBvE+tjEZyHHF3kpcMyKQ/0i1l+iYlHWeGB+rBl5u8Jq1jgdeV6NjxfarefwnOgiipdGIPbOP/zWjbm+8bIfj42PAr2g4587EFZL6wT7aY9/fAm9F3V/7+b22e90+q3G5jTjo4G+nh2F1TGX9pz1tF+Q/MHfft/5ITyXhD70tyZ865f6b/9W/bL63Z/4gTfoyDunRed+/328e/eu+QFhdT/PFrVCAAIVgcMRVn9effd3/pv69TrqbRBnuonl419T3/3it6qo1h2E1UFwaAUjNUVYHQ5T6uq3F43Bl0hzYnQWtk0PtSZPZ0Had+PAJNv9zGJl3cc9W1jVXkRSwqXx8hESTvvbzIxYHWz+zq+pv/nV31KqiUptP4S0L0gfdc/dFGG1+whSCbVmNKEp3Hpf3DKflUH83WP/jgpiufcReJ5NNn0ETy9mx19s+y4QbN8eD7zJGYdaIbP6gPbLX6uf+s6/H4U+51kxoy/c/mRy6ncaBIVVaw5ohZ/Wxt9Uz8Uv/t2/qj62+SKxq2fD+PhQtWuIWK0+cvyzziMB7vsTVsc81fVz+vzvLWHVmnv881N1b1ZftwVs78jreT5840E/Bv3RzYfqD+pdIL4onkpcmfpuEOtjU2eKnD5dgrCaNx6odkdC1Z+bDwmDcGUJq5njW7DPRCDn8JzqI8oXRiBLWK3e6z+u3ut/042o/pvqfeVHq/eV37aE1SlzBxGrhfWJlZqTitA0dk10c3bzt4AomL9Ga28wOqfZHxWGj7WHIqwm3k0nRKzG5363sxCxutIDRDUQgECcwCEJq/3iahB/ukH6R7/379Q//r06XcCehFV7spiw0NQXO+7CVp+I/7oRqUJl6pKxBTqLlXVHginC6iBM1KJB9fL2zUpMsqPaxheyVuDs02u4W2e7+5wqrPbP0BAR3n+0GLcepYTfsQ9Wz+H3qi3/3xnTYbRiS1pYjS12yurfeV/tff7JEsh7/zVCUid29IvILGE00r7oDoFln5PkONRHKehpJ3wR3nUzrUimnYVVD1cj0vrv6khav9A7bvnvRIAtCKtGP/mm+usmJY9vjtX72j9Xfx8sp/Utpw/6Pgzqi8kPu5RAvm3r1d864TXr3SDVxyY+Ask+PSymtWjgpo74GCIbsZo7HnTbPKtn7o++9Zfq54YI5i4lUzc/xMRzo92qfWaaf76UNx7WOTwnuojipRHIFFb7j2tD5HQXaf7dmz6NhjYeJJ5rIlZL6wT7aU8ydYuzK6yd82IfibLe6fQxvxkLPXOa9t73R+pC2zV5IMJq6t00W1hNzf1u30FY3c/zRK0QgIBFoChh1WibLzqrW7R1L/fttoy6XHwxF8ux2gsf9vYFXx4zp6zeXn3RMENYjYll+gthTFDzbc3rm8hiZd1Hf5awWr/QdVF6MWG1/q1/6ZITVnvRvhM/OxHJFfN9OVZHsaXtg+1/f+M/jOk02g8CMsKq755X79/ebbVjH8sRiKNREMYY0ue0MnM8O1ve++p9Yqze/RNtX/JJSfmp59YvpL3ikp2/K5BKJZVqJTbGtwx6sS8cKay31/jo9Y3/uxGUpqQC0LkHn+uuUIqj14ehD4Cx3OHDvBbbEaFvo7QFDzunp7Wrwzvnd3/Uo4WqKPq4cJ7/bpDVxyY8BDm+iEes6pXZY6mbjmjeu4n1cSY4HnxT/ecmYrVOuaSPOybfHGE1Pj5VqUoC/3J4TnAPRUskYGx57hvoS6XV9UFdiGre/805sd5dkHquEVZL7Ajrtyk8vthznClm7vxOV99qak7TP6j/T/+gbZvXn4N+7EykAojNrdpvqQhew4zxbunOW734HPyI5n3uRzvmB5TxI3ZOdDnC6vrPEjVCAAIeAkUJq76DSqyojn475xAhZHz5mx6x6k4a7aSVn8esP1wrfHhVziIkFo0aXLwPuWvbuygrou9+P26zhNW9RqxqeVkH4dYn5Nnb0k0/68KqnkexjX6SEVZ9eY/XX4wXGLFqRAtkCCne8XbZ5zbuJ1vIHBci3hd17SVdHz9DY7r9cm6Olx5/GlHD/nnBXMxrNr6n1M9NFFZTh/ro9zWrv8fEDE2YMA+N7Oe1HGE19pEzntLGN0caY0md99mJdvGneoi/G0zsYxmPQ44v9p8KYHrEan1I1eiXS/U//umF+vWpEat9Goyao/W8DikyLMY5PDPcQpGSCeRGrA65ysddMG1Uuv0ekn6uEVZL7hDrtS02vhh9xPo4miOsNnN4JE1Xck6z3jnGd5TuEEwj6r/AHKtCEatJTp7ugrC63jNETRCAQITAoQmrP2otDtvF6PT8oqkvYPnC6phPb1j82y+NwRMnZ+RY7SIJw6d/54vLPBjLEZgirBp9sc/jZB/KYAvn/RbLoDhmJt23T3H255m0osu8kYAThNVKDBnuzXM4lvcZzHxW9p9jNXRAT9encu9jTo7VUMSp8VLbbzPzHMCXevld7rFQUdEkGs3gPywtN5q/vqW4sOr+PkS8+nhYz4YTadHlXJ0SsbqasBoYM5zn0eonwR0R1nznO+AjnYfOFv7MQ5RMF/RznHVNzrtB/7x5+7i/j6UehxwhcP/CamS88n2QGfrI+I5iHB6aO771ByF2EFPvXXWxHJ4pn/B74QQmCKs/ZOxQyHv2zbv37/TI6YuFU6R5MwhkvYNU45+T3zd3zAueg5Exp/XXDgJq/x7vO8itQGE1tRsqKxVABidrXunnDQ6vmvFAcAkEICBL4OCE1WF7Zs2hXwjtWVhNHjDlX9TYC1Xfi567mM2zZfcSFiuyz03KWraw6nlZ8wkY9rbmUahQzuE+L79x3hyY434ccJ8Tu4wuJpkHT007vGo8YE5/SQoc/KMdmKXfly40xdJc7G0xPiz4rLyPn/6Dev5Zn5PSFDad+/C9aDp9wo02G/zkyz/av5T7FgKpF99Ux97x95xoEVtg1Pvoj/3Vt9V//onxQCg9siF1UE5KWDVzXvbpZWyxLRQl2bfJ/Dhx0MJqaF4zPvroaQDOVfvBY3zmnVPl+xytnsWnL1rITolg+jAUtRZ+N+j7SKyPhSIpQ10/Z27dv7BatT5rPPB8kNOFLUdwjY9v9fMZel7tj2M93xyeOw5DXL5vAlOEVW08GQMKUuNwe4P63GGfT4Cwuu9OsJ/683bNdG3zRojOeKerzVlpAPq79wZWaPUaH3hLj1jVnjljl1F177/y9/88eACYLy93fO43Dy7t1wAIq/t5pqgVAhDQCBQlrFqeCR2WExaZ8qM1Uy9VvjxmvZBrny5dN9s7OVqRQT6b+gLPHyHlv6eULbuTs1hZ97GPCqvefu4/4VwvGjsIaShnHRDi9hNTKHLEV4/w5hczrJvo6nW28GgvlErlCKvmgkivJRbRt7f+7URZmveYfE4DUZqmrwPbeAPXGpx8ZfaQAqD3Y9hPka3KhiDU59brLY68U2N6WljVFuL/58+r3/5f/IfI6eJ4n/M6xHyKsGo+UfHoyVn9PSZm2HNYl2bGZeqLJvG31TuH9n3P15bhb7+s/jf1e+p/9x2UZYxPXT5QTeiNvxt4DrzpoQejkdLzRo4v4sJqbCx1f+vza/v6i+/dxCiXHA/8Ox0GX058p9FF9rYd/vcZvY05PNNeoUTRBGLznuf0dffDqj5fuOPAcO/ac/39Kh3Rt4fD2MaczQanPc6NRftrQ41LjS++4AL99ue9032s/uf/4Qv1f/0/nvFPn9O6Qxj/PCDomimRpuRYNQMwcsbb8PtUIKI0JAbXlcXm/erncR0SOYg6ERRAKoANPaTcCgQOmcBSwmpJTFITaUltXaotMFiKrN8uvOG9LoHDqI3nQsZPcJThKGEFX0hQHG3AU5Yn1iAAAcaXUB/YyniLsMpTDgEIFEEAYbUINyzeiCkRlKmDYobGWtGR9d+dqNu+TChaysrjF9720taqfy02I5othEYEZf2bL1qyOkzpT39S/adv/Zb6c68HtGvsk8ir8rGTu7fysrJ4xxSqAN5CIBc2g59kAMNRhqOEFXwhQRHhQ5Yi1iAAAR8BxmuTylZ4IKzyvEMAAkUQQFgtwg2LN2KXnJ/u9sqquZm5QYcca6GTMkMHpHgOO+pPFVbdwTChVBE6TGPbjrNVJX1KvS7m6kKql4lW8VZeVhbvmEIVwFsI5MJm8JMMYDjKcJSwgi8kKCKsylLEGgQggLCa7gNbmb8QVtO+pgQEILACAYTVFSAXUEW2sFq1NX5AyHgzRn7OkHDaF8+MWB1s/s6vEWyoRgAAIABJREFUqb/51d9SSjvYqG3XR+q7v/Pf1K8PubLyTqlvTjT+szHpfGsrQ1gN5iWcfmBaAd1gs03YysvhZh3U3Rh+kvEwHGU4SljBFxIUEVZlKWINAhBAWE33ga3MXwiraV9TAgIQWIEAwuoKkAuoYoqw2keGNgnUq4MEvvkd/yEuugDbH+IS3B4/VVj9XpfEXP2a+ovPflL9UH9C9ceX6i/+yR9XoujEU+q/V235/0615b9Loq4yhdXYgTjOwU+an7fyslJA181qAryzMO29EH6ScQEcZThKWMEXEhQRVmUpYg0CEEBYTfeBrcxfCKtpX1MCAhBYgQDC6gqQC6hilrBai5C//LX6qYSwWudk7U8qlhNWv6+e/70WVfp3328E3vqU7fbvtrCqQx5zo+qn1H/jP3xb/dxvtlGrhu0fbq/1iag5wqrvnrfyslJA181qAryzMO29EH6ScQEcZThKWMEXEhQRVmUpYg0CEEBYTfeBrcxfCKtpX1MCAhBYgQDC6gqQC6hilrC614jV76tf7NMLDMLtz6s/+ttvq2800aYTI1ZvztVPq79Uv/K0jVr9o2/9pfq5jFQAOcJqLdT+4j8znbyVl5UCum5WE+CdhWnvhfCTjAvgKMNRwgq+kKCIsCpLEWsQgADCaroPbGX+QlhN+5oSEIDACgQQVleAXEAVU4RVQ0ysUgE0YqRqRc0f1e7F2Aqv2ohS1W21/yHnnv+r+oMfuVC/bf/eHV7VR32a2+v7PKadse7wqdwcsPVVesTqT1eRqcO1nsOxvCKq55CutjXkWC2gWw9N2MrLYUlMl2gLfpKhCkcZjhJW8IUERYRVWYpYgwAEEFbTfWAr8xfCatrXlIAABFYggLC6AuQCqsgWVj1CYi926lveexGyTgPwg0//qSY0KmWXe/mN8yai081J6oqTdpmhnqqGPjJ0F2FVqU7gbXwypgyo/8sfnTqKu3pkqo+J7uatvKwU0HWzmgDvLEx7L4SfZFwARxmOElbwhQRFhFVZiliDAAQQVtN9YCvzF8Jq2teUgAAEViCAsLoC5AKqiAqrVvt8OUN1gbMv7ivXC46DyUF4bf/i/G5Fwjria3/olVbOL6xaN9HVa0esNqV68ThLWA21exR6eXnbfwffysvh/kku2wL8JMMXjjIcJazgCwmKow14yvLEGgQgwPgS6gNbGW8RVnnKIQCBIgggrBbhhsUbsZXJc3FQQhXAWwhkphl4Z4LaczH8JOMAOMpwlLCCLyQoInzIUsQaBCDgI8B4bVLZCg+EVZ53CECgCAIIq0W4YfFGbGXyXByUUAXwFgKZaQbemaD2XAw/yTgAjjIcJazgCwmKCKuyFLEGAQggrKb7wFbmL4TVtK8pAQEIrEAAYXUFyAVUsZXJswCUWU2AdxYmsULwFkO5qCH8JIMXjjIcJazgCwmKCKuyFLEGAQggrKb7wFbmL4TVtK8pAQEIrEAAYXUFyAVUsZXJswCUWU2AdxYmsULwFkO5qCH8JIMXjjIcJazgCwmKCKuyFLEGAQggrKb7wFbmL4TVtK8pAQEIrEAAYXUFyAVUsZXJswCUWU2AdxYmsULwFkO5qCH8JIMXjjIcJazgCwmKCKuyFLEGAQggrKb7wFbmL4TVtK8pAQEIrEBASlhdoalUAQEIQAACEIAABCAAAQhAAAIQgAAEGgLv3r1r/u8XX3wxmcjHH3/cXPPo0aPJ1/YXfPn1jfrwg4/Uw4cPZ9l48Pbt2/ezruQiCECgGAJSwur79+UOBw8ePFAlt2+NzgCDNSiPdcAb3usSOIzaeC5k/ARHGY4SVvCFBEXmTlmKWIMABHwEGK9NKlvhUd8HwirPPAQgsHcCCKt7d8EqDdjK5LkKLIFK4C0AcYIJeE+Atcei+EkGPhxlOEpYwRcSFBFWZSliDQIQQFhN94GtzF8Iq2lfUwICEFiBAMLqCpALqGIrk2cBKLOaAO8sTGKF4C2GclFD+EkGLxxlOEpYwRcSFBFWZSliDQIQQFhN94GtzF8Iq2lfUwICEFiBAMLqCpALqGIrk2cBKLOaAO8sTGKF4C2GclFD+EkGLxxlOEpYwRcSFBFWZSliDQIQQFhN94GtzF8Iq2lfUwICEFiBAMLqCpALqGIrk2cBKLOaAO8sTGKF4C2GclFD+EkGLxxlOEpYwRcSFBFWZSliDQIQQFhN94GtzF8Iq2lfUwICEFiBAMLqCpALqGIrk2cBKLOaAO8sTGKF4C2GclFD+EkGLxxlOEpYwRcSFBFWZSliDQIQQFhN94GtzF8Iq2lfUwICEFiBAMLqCpALqGIrk2cBKLOaAO8sTGKF4C2GclFDa/np9uqBenqh3crJC/Xm5al63P3pq+vn6snZK+NeL2/eq/Pjr9T18yfK+qkrd6JevHmpnr2urr0+bexVhR07deGTF2/Uy9O+Nnmka3GUb/n2LOILWZ/CU5Yn1iAAgZEA44vZG7bCA2GVpxwCECiCAMJqEW5YvBFbmTwXByVUAbyFQGaagXcmqD0XW95PnTCqTCG1FVov1c37c3VcMWiE1U4cbeTP2yv14OltI5yOeuitunrwVFUXVYLrCM65Vmf61bV6/uRanRp25KEvz1G+zVu1iC9kPQtPWZ5YgwAEEFZDfWAr4y3CKk85BCBQBAGE1SLcsHgjtjJ5Lg5KqAJ4C4HMNAPvTFB7Lra0n9pI1ONBQNXk0CYS9fq0jSR1xVGfiDpVWG1F3b6OJVEvzXHJtm/NNr6Q9Sg8ZXliDQIQQFhFWI0/BR9//HFT4NGjR7Mfly+/vlEffvCRevjw4SwbD96+fft+1pVcBAEIFEMAYbUYVyzaEBYri+J1jMMb3usSOIzaln4umshUdaPe6yGmHRr9N3/Eah2c2ka0tv+mCavRSFZh9yzNUbi5mzaHL2TdC09ZnliDAARGAowvZm/YCg8iVnnKIQCBIgggrBbhhsUbsZXJc3FQQhXAWwhkphl4Z4Lac7Gl/VSLp1dH/vymjfB5d96Irk6OVSsH62RhdaUUAL37lua4525yUNXjC1l3wVOWJ9YgAAGE1VAf2Mp4i7DKUw4BCBRBAGG1CDcs3oitTJ6LgxKqAN5CIDPNwDsT1J6LLe2neRGrbWTqrXPgVG7E6nopABBW99yBPdUv3afLu+NlWwTPZfliHQL3mQDji+n9rfBAWL3PTzX3DoGCCCCsFuSMBZuylclzQUSipuEtijNpDN5JREUUWNpP4e34pkgqmQpgzRQACKtFdGOjEUv36fLueNkWwXNZvliHwH0mwPiCsOrr/+RYvc+jAvcOAUECCKuCMAs2xcvEus6BN7zXJXAYtS3/XLQC6sWlmWe1iWS9faHevDxVjytUYodXrZwCAGG1vH6+fJ8u756XbBE8l6SLbQjcbwKMLwirCKv3ewzg7iGwKAGE1UXxFmOcl4l1XQFveK9L4DBqW+e5aLfmn73SmFhCqy/KNE9sNUXZqiL1xKioq9OqT9o763CUbvU27eELWb/CU5Yn1iAAgZEA4wvCKsIqIwIEILAYAYTVxdAWZZiXiXXdAW94r0vgMGrjuZDxExxlOEpYwRcSFBE+ZCliDQIQ8BFgvEZYRVhlbIAABBYjgLC6GNqiDPMysa474A3vdQkcRm08FzJ+gqMMRwkr+EKCIsKqLEWsQQACCKvpPrCV+au+j3fv3jU3/MUXX6Rv3CpBjtXJyLgAAhDwEUBYvR/9YiuT56F4C97regre6/KeWxt+mkvOvA6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/d+crxVVw+eKnXzXp0fy3CUsHI/fSFBzm8DnsuxxTIE7jsBxhezB2yFB8LqfX+yuX8IFEIAYbUQRyzcjF0mz9urB+rpxdjAy25h+9X1c/Xk7JXZ8pMX6s3LU6Uivz3ur7i9Uu06+VwZ6+T671dHjZ3HKr2Y7tvXt8uPsrWj3UZTzLwmp0yeo3bhnVcDpXQC8D6M/rCrn5ox5/q0GxuGgcR9ti9v1PtOffNfo1Rs/HqsvqqGsCdqGN4Ge+3fr0/fqJenw0hWNaQvf6JevHmpjJ+6Mawfe05e2NdO910ux/g9Tq9Xv6KxfXc+cN7NWs7V6bkgx4p0mVxfxOr1+UnvJ6E5uLH51bV6/uRMDTOx1vfHftnXfqnNt1Yfb4qM/TfeJt9cqdueT1mC5/zauRICENgyAcYX07tZPJq12rh6st9h7LnCWYv1c1S3PhzfnOw5aP4cgrC65aeWe4PAARFAWD0gZ+3Q1KzJ07HfTXrHo0ihGpHgtXpWiaFHXpGjNeKKGf0Eqk2cIsJq3Z6rSiFVlWgaW+R7FuXdy8L4kiC3cJ/HewcH3/NL4X0YHWBXPznjivMMtxxqIer1szayMSqsOiLteP3T2/YjUb0IqG18fvSyshcQVpuFw506vrxQt0e6cOqOobdXz9XdJ7b4Os1/uRyzxuFpVQ+lEVZbFLm+iGEO9VHvXNr0+dtWwFetqHo8RPG2c9htJ97Xdj9Vn3UfAey+GPpIEJrD9TuQmyttLhI8Z3ZpLoMABDZOgPHFdHCax7jmawJg9Pmnfjmy13HW781Hwepd6ub0Wj013rd870Zt2f69a0pXRFidQouyEIDAYgQQVhdDW5Th9OTpNje22PMu+DQT/muthZyEsNpHt36m1KeVsHFuR78ObQosBI02yC0W5/AuqsMcWGPgfRgO29VP5rgSF4Z6IrOFVaV/UBqseSNWB5Hx2Wst2r4ZJQMRrrv5K5dj1jhct9LaYRCL5L+8eaOOrrRo3up6++PUENuiR6jUY+3rZxXVp80OiP4aIxrTimjRfzt58UIdn51pqQCmRbuYUZ/WB76qXW+OroYdGFOiinN9EfN4UljVI4MbEf9andbC6p276yMmeJu/Iazu9hRyNQQgcGgEJMbrQ7vnWHun8zDXSfW8euX5mGzv6nHnOM96q/tAHV7Hhe8EYXVLvZJ7gcABE0BYPWDnTWj69MmzjfoyJ0yzwuRi0BMNZlwjIKyObayzD/i26PZtDomm+t8RVid0qaKKzunfRd3APWnMrn4yxg9dYNJ35Vss5wirbRTGhSYYxoTVVqC6O68jZN0xpBct46lKpnWAXI45996mbTket4gbESe2+Fbd3/M79Umf7sVIBWBGSw7b0PsdDx6mvojKYUFmzQ9mypdp0S42h8ZWL5zb7bIjchKuyfVFUlg10uroWyK7bffNFn9lRKQ60UO9SO6NxLb7picVgJ1CI9Um7aamiNGyC/1pzw6lIQCB+0tAYrzeEr3JPIz3Lv3dZ6RizK/dn0PCar+7oimW+U7n44+wuqVeyb1A4IAJIKwesPMmNH3y5JkRaeXLwWbkX/Ut7vT8qbsKq9YkHI+wDYmmrihi5GF1cgLlQZ/OO88upfwE4H0YPWNXP0U/zFh5wFJjUWz8Gl/yu9yVsRyrPgHQjnbV2iYhQOVyDI6Jwzj8TL0eRGGPeFxF4NYpDnwRJE5kpJEbu7Ols/H9bnVbfUHmftjTxvCjNvWC0a7gosyz+NMjY5x2TfvAluuL/Ce0EzyVviVSy2lqzUl2Pz45OanyrfZ5iE3xNNr3ujx4VY4BK39ws+Jtcw4bbdLuqOvfEh8P5Hnmk6ckBCCwbQKML6Z/p/IwRVP/XJknrPZCqpYfvJq7Tqpk4c1ujMjHcoTVbT+j3B0EDpoAwupBuy+78VMnz5wtrPuOWHXqj37tJGI1u7McYMHp/fsAb3IDTd7VT3kRq6aQlhO1GX+H1yMGj5zIeGcREfpg1OhTbU5Mv3iV7+Bcjul7P1KftycINvlo+3+DqHn0uf+AweZWzMOrvHVFBUxNsNPPQGxEbJdzm9+7a6vyHXzY5ts+ShweNt5lFxXqCKv+KJyQd3J9ke/dvp90wrHVn1ohte5C/sVnbF5uo37DB4TE0gi0fTecbie1wyX3/hfhmVs55SAAgU0TYHyZL6y6c0s4YtXe7RgPfOnapK3hjj7XDk3OCHAhYnXTjy03B4HDIYCweji+2qWlc14mUhPhdGHV2lYaEEJNu/FIU2OnYgfIH5VDjtVd+k/p187p36Xf0xbbt6uffGODsZWsgSYtrOoHYLURnmP+MN/p6K3nQtF7vmiOqb7O5egfo/VxuE2h0qYx6Fuh/b5wxKrNYrWIVR14icLqIKZ+ou6cFDex3KiJnL6JrZbRvhn7YJCxwyW3j+f27Vx7lIMABCDQE2B8mSesth/0tJRB2ruWmU/VL7am1pPNm1vkQORUD0ZYTRHidwhAYBUCCKurYN57JfNeJvRIrX7VPZ4QeRSZBH0TpBstE97yOEZQxQTR7mRkLdzMP/nX+EOJ0vXosWlbQGNOncd7793kYBsA78Nw3a5+csYVby7UXYVV6xRcQzQyczmHxpv+JNw39aF6nyr1WZWTtB2mZMaYXI454/DQ1r6NRo5RO2+qlWNVT/fSReOOJ9RbeVADAqYjUndpF2y2Zo5Vu11tTvDQicKx35o8pVdH2knEa0es1vV9ro5enqt2ltW5tZG7Z32e2nb12UQ9j5zHZ9+eY2+vnqu7T8bIVoNpbefzI/WyV9QNu7E2Va2smD2/+2RMGTAxLy1z52GM17QSAlsjkDt3bu2+Q/eTwyM2fzrvQIEPcEnRdMd0Mgir96XHcp8QKJwAwmrhDhJqXs7k6a/KjcgychfaIaPdlo32QBR9f2dlXTsYY6zLPUAjdiJ1e92l+v3LC/VL3lO741v+jfyp6sTaTumPPpuTN24+byGH3zMz8D4Mh+/qJ//Luee51baO2Tkoa1J1VPtn6lN3jOqvs/K1jmOXG+1pn37bamPjye3PXptj4eo5VjPG4V60bHuRNS52gls/mo/j4ch9uCerrDHm+3KsGuVP1OWlUhfqvEoF0EqMersub96ooys9utbye2K7oHmPTSdoxdS9C6tdpI7uJ2OudPv32Ifs36xt/rY/qrnzpjoByxBwtWlan+uc5ybaJnsunT8e7TpGzK+ZKyEAga0TYHwxPZzk4cwh3fXafBt7f3Dm3fYFrJl775rUNGN75qy1+qsRVrf+5HJ/EDgQAgirB+KoHZuZnDx3tM/lE19WACZKgP4tinMxY/hJBi0cZThKWMEXEhRHG/CU5Yk1CECA8SXUB7Yy3iKs8pRDAAJFEChNWDW3+8kgyps47MhJ+4CHdHRMsO1W9NNuEUt9O6dFiOQxkOGNFaUm8e6/CHsiruyoIeeLbt+3nGhguz8H+kvyeve67DZ1HcHX35PPije6OdyzQrxTbY1G6tXVJfn0bXIPhEmOZY7f3ejt3vrAMDmWxMeHOA/ftRltsiMaIpGDk54LBpIgATiW0znwhawvYjyDUcddE3zR6e2cGR7H+gjtJrK8S23h3XFT1dGOw3fjIWragW9u3frcOS1XvH+8z7AXnK/sqGhtvhrG78ChZpHfk/O41jWM94BQvt5g+21+lj897wu7tc3c21TvkmojvfNSufj64WijhxLIh+w7JM4TNRjdOaa/ezV5suuT16X9W5952Ea/J7d560NEcDdIWyj1jA/vZKH3jN5+4Pe9jdfGfWc8y7LD6ubfJRBWV+owVAMBCMQJFCOsDvm9bpR66p5SvIsfcybS+sXg02pz6MvTOhOelRvOOZjB+j3Wdjv3WCQ/WvIee1s3p+r66bU6DZwK7LOTwyBZPwWyCeTy7nMX3Zxeq6d6vsL2DdM8kdvoS2MfvFFPq//VJ2mPqzz7EBJ/Lsj2FO3qfdvYftvWW+Wv9fWzaJs8bfYRa7be1tVWi5fh0Jz4/aTAe3nXz5qW39JmYC8GzN9j7bHHByu/Y9ZY1uVxPK4o3Or5Ha071Q+buev80j/39liSGB+ii58pY4txAE5gwavnhNRuKfe5SPn7vv8Ox3J6AL6Q9YWfpy8fey/CjIKRPweznYvdL45Fx8ecMe+VJw3DMP/EhdVwOhE9l+6Y3/hxQOCr5/2rdkKvptY+5UM/L2sc9Py63dh/clLlhDithWMtaf0gmlWi8qtj02bTBs/7g+/dxTtXjcJc34OC7bfu1875WPvu86OX2gF88m1r25gSVrsAjMhH8vHjeKaw6ss92fGsclkZ/vIePreCf3OFVd97aN3m18+0jx+qS9HSdQo7b3RbV90fXwXzTF/dnlRC8qmWN3sco/YyXjvrvvSzLDuqhq3thccCN4ewugBUTEIAAtMJFCOsDk1PvbhMv8c5E4fxouD7guz94u62PXR4yNWR+wKbfWeJk319duYwyG4PBR0CU3nn9RP/i7jvZbpZoOh9zNNf+zJNrsm7Ma/hcDOefubY9RzsY54wbqNpFzxHzak+9mnk3dKlzrvkzZ+748uhcT++A2r8Y4/L11PON0ZEFmGNv2vmVTSJeXCOeY963Xl9pFkJVxEq9oeXnvt4kI2XZsbYYvJw7XoXd11lU58LhhY/ATiW0zPwhawvfDz9Hwbres050R0jfWP6VGHVnnet60PRlwaWucJq6AN66L4Cc2usjf1vdUyDcYhbfQPd+N58ZL1zxdq6fDOVe35r4iPMfL6DgBx8fw69G5j3G5tjGux93mSxtvXOjK1PAkKp1g/M/pkjrLb13VoC6nCPBuPuQ4P97rSCf7OE1cS7xdRnvAlGsN9b+/cwb19uHbGX8Tp67/Jr3ikj8l54TGlgZlmE1UxQFIMABJYlgLDq52u8uDmHW8TECzPaNvSFdqpwZLQyQ/yw72ork+eyT4Oc9am83RdTn/Dnf3H2LjL0iIZuK5hxirQmBB71Ip8W8dqQcPpZok2f3FWC3p06rg4Wuxh20pmpBAZB8bw97donwiYXTR43ZfE2FnM+oTFXuPYsdoJipi/6Xqu7jkJ1FrPdDVo2s8cSX1u0KOGL4bAaz9bA1Nji+b1tl2oOgmsPajrWFtSms7L8JPcYbtYSHMtxLb6Q9YWPZ2xOiH58yvwA3k53YyoAPWYzJdbmzVczhNV+55QdCduqam46Au09tUllYOyACUdSjjtjnqnXlYhXDd5D5OcwX3dzux4FO35kVc1cbkTd2tztecPnl4z2D23rojhDabXE2zZ08YgIpq8TuvevZqo9uaxjiNWzl5XIbHyAzRBWY/Nx4MO3s7YYWC/n3yxh1beO0oaOyc94I5qbHx4Gvx99Hnyv2s943aeu8KVjQFiVmEEQViUoYgMCENiZAMKqB6FP0LC3aU8QUuycQScn1TaVY0+EYK43U+LHXOEpt37KJQlMfXlLLd76CkPRqV6hXn+5N3KQmQLpKHZqCeO8wmoiorNZfOlbF31b5PvIFr9I2ywZF4lYtRYx3mcoV1htVuFd3rLOM9Uz3e6k1CNCw7yGaOLIYiMUoaqfouodS0LCap3eYWifm86guZOcqBJ7LOxFie5U89jJrlOfi+SDdk8LwLEcx+MLWV+EhNXQLh99/mo/8gxfjobTp83N7RMiVpPvefacYeX+HLaEx4VVvcl2Ls7x/TGWlzF/fmvr0gQeTeQ0P7Jqc/RRPd9pUampd+RO+Bx7hiUoOcJqqv2hXSJ17tD6drRUSJPbVl2vb9132t7n1q17UVgEC4q5juBqvgOZvu+Jdby8O2GGt8Fu98/4zhFOBdBGD8v6d1qO1ZT46u6GGnuP84x37yD1qfLjuJD3wXqf43Xesyw7nqas7ZNHqm1TfkdYnUKLshCAwGIEEFZttPFIgOEFfeLWX70Wv3DURRT0Oo1v609vBGF1sedByvDUl5UpEav2AtPXn2x7ep4qO0I1X1gNR6w2bWoiY62ti8MC6hN1Z0Sorius+rfz19sOdSE0P0rY6SfJBXh3hS2kBoXVvCiGcLRyyA9j3j3vQmfyljX/NtmLwOFjU58Lqedxa3bgWI5H8YWsL+QiVkPbqHOF1dDW7sxt6cbYPidi1eSq7ww4fWzZC+wu8eZureXB+uPlRSfe6SKnbkffTWG97zpzRzQi1fMRLxXR6pxrEJsPu3fnbs6Z1raWccPjtsvtGU3tEPdjswPHEqGN9yujT6wdsdpHzHbvBmL+zTu8KkdYDe3kC0alhz4KRD5YlzBeR59l2eE0aa0EHslGZhRAWM2ARBEIQGB5AgirhuTpz2eU2LY0RkPkiCE5ZRJ+R1hd/sHYsYapLyshYdVcGOUKf74+1v/tjTq6eqKiURJBAd+3ENDbFPgoUe8ufHOkrpqTaT3/LBFOOmLVWDQN1YcY2WJrXgStf9Hg1mFHr480PCkTPJGhJr3AWOIbH0Jb+LMi8dtavfcYGhut3G99u6c+Fzs+hpu9HI7luBZfyPrCxzMsyphjoFNuh1QAk+r0pT8RFlbNaEk16bdoAAAgAElEQVTPffsm9dDJ6baAqo3XbeTgjTq9fjpu7/dsYfdX150dkBJOrd+dSOO+SyUjfu25qdruXn3AndS2VlkdDwqdLaw2J5WpUyO9jy7utykTxvRHGcJqKk+7NX+nIlbrPUlL+DclmnYvEJ7c7+PYMel5G+67f/+0Dj0uXFiNPcuyo2na2lbmL4TVtK8pAQEIrEAAYbWD3G3tNfJQWiLMmEA+L5LBdV/35d469XKymxFWJyNb+4KpLyu+l8p2saHlqwy88PujMa0DD5pr7dORtUVJ5uFV8TbZkSmB7ebtW/YKOVZj9VtRKiHhsFuIRHMid1sH3S3wGR9RvAuAUKSV3osjY0kkenYcwwJ1BMeWQHlPv/IL2W3bpz4Xaz+3h1IfHMvxFL6Q9YWfpxmV2NdojzV5KXUyIlYnRe4H8ifuKKzW9/Kp+mw89d2Y//V7iI3lbWqeZ6/7k9e1Ob8Xp+z3imErvLZ9XxdWA+8SxrtBaqu/516cA5qMd3L7fl+rZ76Dsercmp73nHjbhCNWj/XdZxXDRvPrks57UjI5UcW+6OAuh/lpH8URWK/kCKutiFy3R86/QVHU6itGpHT3ENd/e/2szus77xkfRHk7nUMgd/0+xuv8Z1l2LM2xtg8eOe2aWgZhdSoxykMAAosQKEZYtXMWdncby9eXCyRn4ghFkg312+1zcjq50XjNtc22IO23UARBzs0ML0R6YTPSLWQmh0FOEyiTRyCXt7ffaX3E/F33tZXLrW9W3y89z1PoWXJSAST6WbhNdSPMlBZG7jMDnS2sJu4ngd3L23sf9Xqiz8dm16nngYu3x/abwXbKWOYRVh3xur932649lqTGB+t64+CPxLXBNlVtc6ONfAc0tDeR+1zkPWX3txQcy/E9vpD1RZinZ0y2djsEP1B6DnLSD2mq70C/tjn8yRf22NSn3IOjvONgPdX0B0FZ82KDrB4n2xQ5dlXt2NxGOI6/BXKsKi3a0nLFKLS1bR7OlAzkWG2zrHs+SGpiX2VI+T80auKnr02hqNBIhKjdfvvwquF2u34Q3u1it20k0dhI5FgdRciQH5tOEeASej5yIla7a5352f/enyWsLuBfX8Rx04c9QrfzzusRm43nIfmMez4sFBexao9dsXzJsuNpytpW5i+E1ZSn+R0CEFiFQDHC6oJ3u5WJYxdEMNiF3vRr4T2d2S5XwHsXeutdi59kWItxnLH7QeYOyrGStY010lwxX5SDZK8tgede8VP5bAL+iMvZ5rhwEQKMLybWrfBAWF3kccEoBCAwlQDC6lRih1k+d/IMRuIZUQWhVAhWFKI3Ci4QzdaXdQ698UUI6JEgmj/6iDxPVHB/X2bUpnUfociJYNvCfSGX92H2pvJaDe/yfOJr0SJ+GiJxA2NL5Hf/uFC13DN2uRG+46nIw73OGCvmeC7OsY+OydjNsIuwGk2fY91VZtk2/1+Xp3EOmNA1ofojkU251Qd9YfUho/9Uxu0oL2dHgbcv+efDuq3D9XbfjUaERSLfqqA+s01W3YHdN8lnKnCwXc97kTEi15mUg8BOBAI7XXbZqbZTe7jYJsD4MkdYjY39sZ1f/v4Xnfui81d8zfXu3bumwBdffDG543/88cfNNY8ePZp8bX/Bl1/fqA8/+Eg9fPhwlo0Hb9++fT/rSi6CAASKIYCwWowrFm1I+mXCl4+ynky7XFazhVVTfGgXXe5irllQV9vT6r1q50PurBpJ6ECki2r3lrkAb7e0H6vLi1vvae/X6kS9eqXlLLVPng0Iq+G2xSf59++ZIhft1JrxdP9eqyXUEyOwiJ+6PG4nJ9XRaKeuKNdGJFa7Patn3x1brupdntWwc15t8W03wjb/7LHAFuYEx4o5PSbKsdu2e3x5oW5TIuUuwuqchieuWUxYXaCtvUm/L7S5c+hPWo5ru/8YuQjHufim2lwcze9s91XHn+Y2WXursDfFRyM2149FMxlXuQ/rSuyPqYH81ZFrz45vVM79LDJGLOh/TEMAAodDgPHF9FWaR3zsN/PHxs818L5b6XOfqlPnXVevcdUhcE0+4ZzzBtr7IWL1cJ5BWgqBTRNAWN20e4ebS02eye2QQsJquw60c1HVk2d9GvtnSn2qn5o6Tqx2PjRH+NAOQ6oPajCjnvoXA+uk2yxhNda2cN9J8b4fvW69u4T3eqx3qWkRP/VjU31IiHNgRff83pyq66d3prDaRys2w47nN+2kbEdY8gqr88aKOTxjHIecyc9eVwLZkXpTJWvszzwZ8idWGnT97/LFC3V71i9k6nGyPtn6XN096fMx2nkg7dxw9bhdL4JC156rVq7u2XQLJivf72V7wouWA7KPluwEyv4AmC7y6675QNeRs6LBjGgY41Txvq31dbEom67ON0fqqs+PHok4y+vT5v27ArJ/F0g4Z2Tfa6zrrINv7H7r1Ov040Afduw2E/l4krrhY9883rY3fT/kYZ4zHnANBCCQRyBvvM6ztYVSSR5ZY/9IIrWWjM591TvLc+NdLLQ70iWPsLqF3sg9QGADBBBWN+DEjFtITZ7JSCFBYdVZkGnbMZtDIzIOmnAiWZ1Ta/VIWW1yNpLpZ6QCiLYtDD7FO8NlFJlAAN4TYO2x6CJ+GsamZ+p1dUCL/hFmEBk/ubNe2FuRp/0A0x4SY5zO7I1Y1SIpfMLqzLFijjvCHPV0LG60v7nosVMG9P/dp1QYxcd+S7h5CrsuFgauraIU20hgt+zdEA05EnDnoW4LoiZs+iJkBt9ZfqnLfn70sjtxWheBq0OBhrZZp4L3B/AZouxT5Zxa3jU7p0/7uNv37xMdk0Kkpx+2u0JaHzYH6ty+GMX1TtBW9W6PZhHbnhrfB2uPBxkeNc/E0EZfygQrOjZ4rdbBk/dTlc3hOeeZ4RoIQAACjC9mH0jyyBj7dYvxMd5KF9ddqF8Tnb8i3RdhlWcbAhAoggDCahFuWLwROTn5DGHBbpGksGp8AfVF3LhbQZyIVS1CtV4UmpO5LSiYdYxl28VjaFHuRKlN2DabfFlZ3OP3qwJ4H4a/F/GTNjYdNelA+m392kv8Ub3FTItK9YlC+gcdO8+Xfop2jdoRtFLjmKx/ghytdpnjomdRY3Bwfx/Fsi5NgmE/LpaaYqJHhNWEzZ6OX1jVI01djvaizJ+jVau/2W5oRSgbHKzo2sbd4RO/477ow2r1/L+e9DaBOlJCZOj3Ps9plQCj0lD7bZUdOz1aWM936pmXe2HVG4WkMzOY+hfP7WOTPjl9kTFC9vHDGgQgcKAEGF+mCavJsX/cDlMnDre28jsLyepbn/nx2zcvROevQL9DWD3QB5JmQ2BrBBBWt+ZR//0UJazqi3NnIra3fvgXoWbEqlvGJygMAupQZ7tlMSisJtsW7ju8vK37XMF7Xd5za1vET6Hx5K7OFdlthbe2szmLBftZ93xI0iMc/TlY9Q9C+VvY5rAMcXSEK0cItRY1CwqrDaMhFYEtVmpb8bVo1Dxh1d7GXxFsBELrQ5kBVqu/7hdGmodmadelo6lFSFdYdQRmzXZWn9YjRbsIaV/Eqi0KR4VI7yLWmguNeh+3B2ZpHxDG6KBP1J0eoWp9uDR9qQu0tUCduFZjhbA652nnGghAQIpA1ngtVdkB2EnyCEasWh8nPedhmIdUjWmFwnPfnSm8WvNXDCfC6gF0NpoIgftAAGH1Png5vb0ulRfHFhL8CyRrUefNQ2hGrdinQw7esLZhRnOsOtFlvRVzS6sekdtuab1sDui47Q+88WwjfXLWJSPUu0nGCa/Jl5X70e1Wu0t4r4Z6p4oW8ZMnSvPqyMqn7InG8z/a3eFXE1MBpMexnbA5F/s5dtvmPVW1W/nXjViNC6t9I83DLnKEVXvuWSNidWdhtZZuh2hNnwCc3iJpu9U3B/vm8fFvR+pzJ1qom7P/tMq1+60z5ZntWtG6ztdri9FGjuLItdqhcAirsuMA1iAAgWkEFnkHmdaEokoneSTSHrUBq7mHTPk+OI9z3yd3diq4OgjW/ZsPIMJqUd2KxkDg/hJAWL0fvk9Onn1eOX1rYPO31+pZlavt2J5cOzGzz71XU3QmQM+E3AoQqtueGJiMjRO4PRGrnugfI5rMmeg9ORT7+63KntT55uojKD3RXU5ePaNt4b6T5n0/+t1adwnvtUjvVs8ifgqMTfW55nWeyfZQc237d1NeO6G9uyXjhPTUVn/BsWIOUR9H7wnvvaDX5dlsDn0acm76c6zq0SS7pALIE1b1XLePIwcb9tvZ/TsaLrp5y2bgz7Hqzjvth7Y+F6lAxGrd3z4/Ui8HUdGs0/FVxkdIo58E5iG3D+jCdZ1y1coVG3gW+jQ4Y1+wmcUiskkFMOeZ5hoIQGB5Aou8gyzf7MVqSPNIjP2Za6L+BmJzX5PK6ex4fG/rD5n0pA2ygSCsLtZFMAwBCEwhgLA6hdbhlk1PnvW9uRFPg3Aa+mo5HM3cKJTmCdS+SFK9TGAx2bRkiO5pF4N9prrWA1reuEhOn1HorQ61sQ+nabSWehJ/5RdWs9rW5R30dIs83ofbn0prObxL84i/PYv4KSCCGh9bNGG1OdBH9Ycq6e3UPuIoz3ZxvZ7Q/2/ddk6E3hzPuRwjQpdnu38brVuPo+fq7ol5qNPywqo1z+hzgpb/s517XJGzFcn7CMkTdXmpqvmhz6vbzR39hGHsfNBztUbaYKQFaL0zJ2J1zBPXzVr9B7zO4ebvei5UT6qD+hrto6cpBJs9yK7XmJcNdu11+sfR0VIoulmLTDU+wuptsK9N349+9SJjxJyHjGsgAIHNEWB8MV2axcOeN+y5yFygReaVtu7w3Gf/Vr+mWOvKQI9EWN3co8oNQeAwCSCsHqbfprY6a/KcapTyQQLwXrdzwHtd3nNrw09zyc1YDMlUhZUEAfq0bBeBpyxPrEEAAiMBxpdtvksgrPKUQwACRRBAWC3CDYs3gpeJxREbFcAb3usSOIzaeC5k/ARHGY4SVvCFBEWED1mKWIMABHwEGK8RVn394uOPP27+/OjRo9kPzpdf36gPP/hIPXz4cJaNB2/fvn0/60ouggAEiiGAsFqMKxZtCC8Ti+J1jMMb3usSOIzaeC5k/ARHGY4SVvCFBEWEVVmKWIMABBBW031gK/MXEa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8v46St1/fyJuj59o16ePm7a/9X1c/Xk7FV3L5fq5v25Otbv7Ktr9fzJmXp18kK9eXmq2quaKxtbw6XN3/Trfb8rdfKirls57VgK5jIcl2rttu3iC1n/wlOWJ9YgAIGRAOOL2Ru2wgNhlaccAhAoggDCahFuWLwRW5k8FwclVAG8hUBmmoF3Jqg9F1vGT5awenulHjy9VS/evFSNzlqLqJ8fqZfno7TaCK93x+ry4lYd9eU0YVUXaW+vHqint70A64q4I9LYb7Lgl+Eo28b7Yg1fyHoanrI8sQYBCCCshvrAVsZbhFWecghAoAgCCKtFuGHxRmxl8lwclFAF8BYCmWkG3pmg9lxsGT/5hFXlRqkO996Wvzt/r569fqCujsZI1z5iVRdWVSPU9vYQVvfchYqrfpk+XdxtrtYgeK6GmoogcO8IML6YLt8KD4TVe/coc8MQKJMAwmqZfpFu1VYmT2kuS9mD91Jk/XbhvS7vubUt4ydb7LxVV5USeuFs8+9a3aQBuFPndXoAQzStf3eF0yZiVd2o903EK8LqXN9v9bpl+vRWaaXvC55pRpSAAATmEWB8QVj19ZyPP/64+fOjR4/mdazqqi+/vlEffvCRevjw4SwbD96+fft+1pVcBAEIFEMAYbUYVyzaEF4mFsXrGIc3vNclcBi1LfNc+MROPReqmWPVFEpbEbYKb1VtpgB/DtXL6O+9fVIBHEYvlG3lMn1ato2HZA2eh+Qt2gqBwyLA+IKwirB6WM8srYXAQRFAWD0od81uLC8Ts9HNuhDes7DNvgjes9GteuEyfooLmo2QetGLn7aQqqqd/omI1O6gq+NGXCViddUOcwCVLdOnD+DGF2oiPBcCi1kIQEAxviCsIqwyEEAAAosRQFhdDG1RhnmZWNcd8Ib3ugQOo7ZlnotEpGgjjF6r0/qQqrs6X+qFB1Ys6lS3r5r8rEYO1sEaEauH0QtlW7lMn5Zt4yFZg+cheYu2QuCwCDC+IKwirB7WM0trIXBQBBBWD8pdsxvLy8RsdLMuhPcsbLMvgvdsdKteuIyfTEGzjkB9/azf2l9t7r9+rp5cn6o3L5+p15Uoenbc50vtb72NYr19UR9i5RFOiVhdtY8cWmXL9OlDoyDXXnjKscQSBCCwTSFRyq9bGW/r+3j37l2D5YsvvpiMhxyrk5FxAQQg4COAsHo/+sVWJs9D8Ra81/UUvNflPbe2ZfwUOLxqaGQXjapHrj4278ARX1+Zv8dzrCp1oomyZ8a1J+pFHSlr1TeXX3/dMhx3bdX9vB5fyPodnrI8sQYBCIwEGF+2KTQjrPKUQwACRRBAWC3CDYs3gpeJxREbFcAb3usSOIzaeC5k/ARHGY4SVvCFBEWED1mKWIMABHwEGK8RVn39gohVxgsIQECEAMKqCMbijfAysa6L4A3vdQkcRm08FzJ+gqMMRwkr+EKCIsKqLEWsQQACCKvpPrCV+YuI1bSvKQEBCKxAAGF1BcgFVLGVybMAlFlNgHcWJrFC8BZDuagh/CSDF44yHCWs4AsJigirshSxBgEIIKym+8BW5i+E1bSvKQEBCKxAAGF1BcgFVLGVybMAlFlNgHcWJrFC8BZDuagh/CSDF44yHCWs4AsJigirshSxBgEIIKym+8BW5i+E1bSvKQEBCKxAAGF1BcgFVLGVybMAlFlNgHcWJrFC8BZDuagh/CSDF44yHCWs4AsJigirshSxBgEIIKym+8BW5i+E1bSvKQEBCKxAQEpYXaGpVAEBCEAAAhCAAAQgAAEIQAACEIAABBoC7969a/7vF198MZkIh1dNRsYFEICAj4CUsPr+/ftiAW/li9wugGGwC73p18J7OrNdroD3LvTWuxY/ybCGowxHCSv4QoLiaAOesjyxBgEIML6E+sBWxlsiVnnKIQCBIgggrBbhhsUbsZXJc3FQQhXAWwhkphl4Z4LaczH8JOMAOMpwlLCCLyQoInzIUsQaBCDgI8B4bVLZCg9dWN2l5z969Gj25V9+faM+/OAj9fDhw1k2Hrx9+7bcELVZt8RFELh/BBBW74fPtzJ5Hoq34L2up+C9Lu+5teGnueS2uRiSobFfK/RpWf7wlOWJNQhAgA83oT6wlfEWYZWnHAIQKIIAwmoRbli8EVuZPBcHJVQBvIVAZpqBdyaoPRfDTzIOgKMMRwkr+EKCIsKHLEWsQQACPgKM19v8SIuwyvMOAQgUQQBhtQg3LN4IXiYWR2xUAG94r0vgMGrjuZDxExxlOEpYwRcSFBFWZSliDQIQQFhN94GtzF8Iq2lfUwICEFiBAMLqCpALqGIrk2cBKLOaAO8sTGKF4C2GclFD+EkGLxxlOEpYwRcSFBFWZSliDQIQQFhN94GtzF8Iq2lfUwICEFiBAMLqCpALqGIrk2cBKLOaAO8sTGKF4C2GclFDUn66vXqgnl5oTT15od68PFWP+z99da2ePzlTr+y/q6/U9fMn6uyVeZsnL96ol6f91W2Z69Pub7dX6sFTpW7en6tj47JbddX+oM7NH4ZSfTsvI2XmAJfiOKdurjEJ4AvZHgFPWZ5YgwAERgKML9ucvxBWecohAIEiCCCsFuGGxRvBy8TiiI0K4A3vdQkcRm0yz4UlfPZiqRrF1a+un6snd8fq8uJWHb15qQbNtCs7iKY1tl6EvbxR7xuFVEpYrYXXK6UulbpQ551tGT/JcJRpy323gi9kewA8ZXliDQIQQFgN9YGtjLcIqzzlEIBAEQQQVotww+KN2MrkuTgooQrgLQQy0wy8M0HtuZiMn2xhtbopI6q0/f3u/L169vqBujqKRKP2PBpx9VqdNiKskLBat+nqSL35TKlPn9ypcyfidb4zZDjOr58rWagv1Qfo20uRxS4EIMD4YvaBrfBAWOXZhgAEiiCAsFqEGxZvxFYmz8VBCVUAbyGQmWbgnQlqz8Vk/JQQVhuRtBMynW38nmsbJvrflUgqgDoNQCvqWvYEfCDDUaAhmFD4QrYTwFOWJ9YgAAE+hIX6wFbGW4RVnnIIQKAIAgirRbhh8UZsZfJcHJRQBfAWAplpBt6ZoPZcTMZPgVQAx+1W/iavqeq39dt5UEPCah30GhBC5+RYNSJg62wDVWqC61MzD+wOvpDhuEMDuHQggC9kOwM8ZXliDQIQQFhFWM17Ch49epRX0FPqy69v1IcffKQePnw4y8aDt2/fvp91JRdBAALFEEBYLcYVizaExcqieB3j8Ib3ugQOozaZ58JzANWQH9U9UMoUWteJWHWEVEto3dVbMhx3bQXX1wTwhWw/gKcsT6xBAAIIqwireU8BwmoeJ0pBAAIBAgir96NrsFhZ18/whve6BA6jNpnnIhx12uZavfDAuFQ3TY7TwLWiOVY9wm/XopMXer7X+T6T4Ti/fq5kob5UH6BvL0UWuxCAAOOL2Qe2woNUADzbEIBAEQQQVotww+KN2MrkuTgooQrgLQQy0wy8M0HtuZiMn+JRp2ddSoDxVtso1ttG1PTlO21/vxiiXnc8vKoRd2/Vi+YgrLEVTRTr2XEn8O7mCBmOu7WBq1sC+EK2J8BTlifWIACBkQDjC8Jq7HkgYpXRAgIQ2IkAwupO+A7mYl4m1nUVvOG9LoHDqE3muciJOjV5jFvzn6nXz5+os1fm75c371WVnrX75xNWrSjYRoRVrSBrmLpUv395oX5pyPGq/+imKZjrNRmOc2vnOp0AvpDtD/CU5Yk1CEAAYTXUB7Yy3hKxylMOAQgUQQBhtQg3LN6IrUyei4MSqgDeQiAzzcA7E9Sei+EnGQfAUYajhBV8IUER4UOWItYgAAEfAcZrk8pWeCCs8rxDAAJFEEBYLcINizdiK5Pn4qCEKoC3EMhMM/DOBLXnYvhJxgF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z3k+OtunrwVKmb9+r8WIajhJX76QsJcn4b8FyOLZYhcN8JML6YPWArPBBW7/uTzf1DoBACCKuFOGLhZuwyed5ePVBPL8YGXnYL26+un6snZ6/Mlp+8UG9enioV+e1xf8XtlWrXyefKWCfXf786auw8VunFdN++vl1+lK0d7TaaYuY1OWXyHLUL77waKKUTgPdh9AdRPzXjR/9En6gXb16q02ZwCY0Z9d+v1NFQri77VTVUPVFnr/TrW5a+8U0fL8Lj35H63DPWVKONO9bNdFsux9gYPYzDM9vQ2L47V+9XUznTc8HMW9npslxfxCux5p5uHn089E/36pMXb9TLusN/da2ePzlTw0x8eWP4JDR/d508cK1/LjTmzES9c6HK8JxbO9dBAAJbJsD4YgXo3cYAACAASURBVHo3i4fxrqXUMPd0puz3DGct1s8Vw7zWt6F//+r/e/47EsLqlp9a7g0CB0QAYfWAnLVDU7MmT8d+N+kd6wu1esH1Wj2rxNCjemF9fdoJoObFzURr/NZPoNrEKSKstmJJpVlUomlske9ZlHcvC+NLgtzCfR7vHRx8zy+F92F0ADE/dS/qx0P0YvXsPr9Tn0Q/xniE1cbOnTq+vFC3R51QpS8W9DGsGS9uBwHXHePCPmjELWUKXrt4LJdj1jg8syEIqy24XF/EMNf94/WzPhK3nYdue+HUvrDps9fqtP5AoFpR1XgOtGsd/+t9OHGt015jvrbnykSbJ/QxCZ4TqqMoBCBwjwgwvkwVVsc1XxMAY70Htf+tBchYvzfvPrcv1M3ptXrqWxNq68u+bBtUM+0fwuo0XpSGAAQWIoCwuhDYwszOeZlICQex3/2/teLq9WknYEgIq31062dKfVoJJOd29Ovgh4BoGl0sznfiHN7za+NKeB9GHxDzky4uOW/g+RGrgzj47LUWJd+ydMcw025qfByHnkBk/g4uy+WYNQ7396rtPohF8l/evFFHV3WU73gD9sepYWeAHqFSj7Wvn1Xy8tNmB0R/jRFRaUW06L+dvHihjs/OtFQA06JdzMhN6wNf1a43R1fDDgw7IifmqlxfTHF33dYrS+jvrzdEes8cqgvejvitPzd3br8Mi+WeuXvYVRJ6Xqbc8Vh2CZ7zWsJVEIDA1ggwvpgenc7DfA9y5yprruiqS71PdS9dzYfu8Dou3BsRVrf2pHI/EDhQAgirB+q4ic2ePnnWHybDizu/8DA2KiQ6GH8XEFbHNtbZBzTR1uETE1v6vH1ErE7sVsUUn9O/i2n8PWqInJ88EfCjkhnIxWlHrLY27s7rSEH32fdH+42RGXnCqtyYoneTXI4543CbtuV4TFNgRJzYi6QxMri5zkgFYEctWjsenB0CrXj9qfqs3dLebXsPfXgzU764uyli0S42B1ecvBi3N9oROYnnM9cX2Y957KOB/Zunrea9dlv6m/QAyoyETV6rtdiaq70CbGg+z77xtqA4z4n1UxwCENguAcYX07eTeRhzkP4ONdr17dAJCavGzozoB/N4n0RY3e4zy51B4KAIIKwelLtmN3by5Gkvcj01x3IQBkUHPX/qrsKqNQnHhY6QwOGKK0YeVicnUJ4LpvPOs0spPwF4H0bPkPbTGIU4I8eqNf7YiwFnfLPGgtj413tDOgVAbzeXY3ocfqZeD+Jyb10TU6tI3lAEiSOuGbmxO1s6Y9/vVrfVebkf9rQx/KhN4WBEtgQXZZ7FX5cCorneadc0MTzXF/En1MxpGsoX7vOn3Q9PTk6qfKt6ih7NdqIPu9e2rbb7sbdfI6wexiBMKyFwjwnIjNfbATiVhzn2++fKPGG1Ymjn6a7mrpNqJ0yT5mZiLgCE1e30Se4EAgdNAGH1oN2X3fipk6cTPRQSVrNzrLYGJCNWnUXm7O3BRKxmd6RCC07v34XeyMabtZSfWnFJdflP81IBOC//vqi8YXxzc0gmI1aFhCZfl8jlmI5YbQ/aqsJVq6jdsaZB1Dz63H/AYD+WaxGr3rqiAmYzI3SHh2l32URXHnl2IGh+Vb70Cp4cuq0s6D24cDhMzBFW/VE4oUcz1xf5j3bHRLUHQY7ryzzBNzbHms+J26KwD7ucrl1jghGrVnqA/HseS8rznNMKroEABLZIgPHF9OoUHu78EI5YtVPZJN+X2gXikD/86HPt0OSMABeE1S0+rdwTBA6QAMLqATptRpOnTJ69+dREGPvd/5u1rTQghPq2MtoLf++CvGu4Pz8eOVZndJuDuWRO/z6Ym9tQQ5fzk/58+3N86S/tp49DYlslt3UiozOGRYVX20l5Ithc1+ZyTI/DbQqVNh3CMPKPoubCEauxSMhFI1Z18MUJq7UWHMh/GviQOd6O3vd96XECz0ZjwP9bbvSRV2yd0cFz+/YM01wCAQjccwKML/OE1fajnJYyKDhn+MXW1Hqy1VXDByKnui3CaooQv0MAAqsQQFhdBfPeK5n3MqHnZ+tX3eMJkUeRSdA3QbbbdrVDQ/poJSMyxxYkYoLoeEL3IAl4J//6V4+dbhtKFebW5fiTE0Pm8d57NznYBsD7MFwn5ad6fBlzc7pClC8yTxeI/IuEbstzdYJtHSnY5BA1hKz8w6uWSgHQezmXY8447OQmNXJv2pG6Vo5VnU83no4n1HtyrBoRjZ78rVX07EUTsXrcLrK0hZyZY9WNII7lWI391oiYnnaZYnP4+cr1RdhCzeFzdfSySkvQFXLb696vz545x7p5aPutl6OPRivu/NysdKsIojPllHf+ztx5GCMwrYTA/Saw+3i9LX45PJL5y50c7WMuemNtFvsw2OVgD6XBSVFHWE0R4ncIQGAVAgirq2DeeyU5k6e/kW5klxHRpR8NXRvotmy0B6Jox0bXv3ULZrMedyto7ETq9tpL9fuXF+qXqvOl6wW4+S+2DbhatBuF9byM9Q/+KLY5E/183nvvKgfZAHgfhtvk/GSPG/az3EU/6GPQMP5Eova0KPpnr93oCV2o9I5xzfjXbq83x5pmcOxSFezuq1yOdv7Ndvh0x80xV62nnVYetHE8HMfLYZeAnTNNr8uXY9Uof6IuL1XF7XwY1/V2Xd68UUdXenStNV4ntgua9zjOVY/3LqzWU08doar1GG8uVDtayDdn6R8u/XPauKPDnu/sa80PDU7KO6vN/p0i0/t6bt+ebpkrIACB+06A8cXsAUke9pzeX67NUbH3B2febV4x2o/Xd02wzdieOWut/mqE1fv+ZHP/ECiEAMJqIY5YuBnJyXPh+u+beXiv63F4r8t7bm34aS65iYshmWqwkkGAPp0BaUKRg+a5w6nWExCJFg1H15s5i6VSPYg2fnFj0/ItL96cWAUZhwPutX2FVH7Q48sCDLfCA2F1gc6BSQhAYDqBcoRVOwLJjZ6YfnftFXkTR6r+dHSMuVVRa61oZEffzmnRT3kM5hLmOpuADO94n7Sj0XyRZHa7jC/Cfb/0RhLXV4b6WqRdib4ejYzboRuFeIcZtZUl2xNkFBsPEmNJglGqzUN0m+O3xBgViya0o7UTp4cb/Shq13SqzHOxQ0fZyKVwLMeR+ELWFwfNc2dhNS/lgyTxcIqUbQur3mj+ajfUzfsxJUf/DpSbFsT1S+hAPQkPWn0FYTUL6t7GF+O9T1+/yaVRyQJgFdobjzmNjVyDsCoMFHMQgMA8AqUIq2bOPE9usHm311yVM3HE67e3jlrtG/KN3Sj11Dph2chXV2tVgZxlOffX27o5VddPzVN6U5fnMEjZ4Pd8AhK8o32y7kefKvVZd2p0KGfk0GLjMJSx/96op9X/fCkVuq3Ud8fq8uJWHb15qU6bvaCxw0/G/LtNggar79t5mpJtzsftf8YTjOz8k2Z74ozqe3n9rD/wx1zgxMeSOCPn0BqD4fw2uTmGzTbH7ifaJmWPZ3FhQOK5mNAtNlsUjuW4Fl/I+uKgee4srMqyzLF2/yJWuw+QntQhvdg6fjjcNWJ1SWHV8i7Cak53z1oPZhmaUsiXk/r5nfqkeX9HWJ2CMlQWYVWCIjYgAIGdCZQirNo3ssvpgLatOS/qRv3NpHinzvUv2Z5Te30HJIUOD7k66g9MmuHCGS/vcxjMaBmXdASW4B3dihftE2ExNLioGvr8M/X6wdUorE56eddfGH1tkFt0ZPE2GPkWTP4X3JyDiGJl4mOZWad7Enr+Sd32w2fY8vgt1i792mibjj6vckOaBxXE+mmWnxhFkgTgmES0WgF8IYv6sHiauxMuX7xQt2f6R+/Y7oXuI1vzPb5KNNgIfdV8+1zLI+zNb1zbrL+qnqu7J30uZ2sHUzA6rv/g2SU2rOp8cXymzvqPq8Y8EY9YNXZ7GCKluXOiz73rzJH2O0swl3N3v+d1QMGZejVElVo7NPodHE5OSJ1N7MNw24/NebF/T2iDJlpqiTzGPQs7b3J3XX3oa33w4vndkyG/ZC3kfnI3nktg5CuOctH6SuLdzIjQ1f0V2UHTfyTObqvsULCItb2ML9H3c4RVCUcjrEpQxAYEILAzgVKF1RwxI/fm50ykRv3BQzfsqFF3gvRF5e18bwirua7fW7k5fS7e2MTLl1fo7yxGfgv1xVFMu1NXmrDa/L1aIKiLi2qB0/0LpRLwCJlnx3p0rNwLZRZvg4NP1J0rYsYXa9HnPSn2dukKrKji5BhijRFesTPUL6a06dnrSli9NQ5ligm2WX7a21N7OBXDsRxf4QtZXxwST58Id/aqF/LcnVfmrg1f5KT+wS8ULdmLtaPA5wQC2LtZhtO4rTnXTnWTKaz6dmVcn7bBAu6HuLZ/xIVV306O/oOde7/uzhn/u4QzF+n3pwuWJ5f1W4169rJKA2AEUth12z61d2j4ftc+TPfCbXWoonMIbP8eZexSSXMZ0hTEhFVrrq+5fH70sjomsD40T5u/rchKO4J3EGe9bZUdB5aytp/xxdeH+zuUew+ew2w/POa0NH4Nwqo8UyxCAAIzCBQprM4QDmO3Pnni8IkSw4tpV5O3jZGIN/3A35MT9ep4PPl4sttm8JnMYHKjuEAnIMPbjHYJn7o8X9jzCnSRxZW9nT+W2sK1bUWYVKekn5y8Usfn/Zb6+X0ozdti5H2GZgqrMVE78ayajPIjZv3CqslXz4Ma9PMQbRq6Nt0mO1fdST2+qdPm1Ff7JPG0n+b3gft0JRzL8Ta+kPXF4fD0CJ/6eN+kSbF2OhnzQfjjXiuWucJsSzpRrz3o6vOTR3wLBxHEI1Z1r+s2nHeErmAyYlU3mPq459lF5n48dPmOoq+qon6fqF4MbtLdXB21c5ZHWNVzrBpirU/MTHzAddrp3EtEaItxiQirMbHb3j2n+2mntsoOC2LW9jm+jFHe5FgVc2hnCGFVmij2IACBWQTKE1blv95Nm0g99QcjVq2X5sxcOTmiSFhEq9+r6xd2cqzO6vArXTStz+U1qn0pcw91y4+IdOvxi596hIW5OHHL+8XIvFQecs96inf6PgML1urP8/nG789l5I9Q8i2KkhGr/cFjqt5eelqvItWTO+tjTnAh1i3om2utranaIjmUzoSI1bzneZdSqf6+i22unUYAX0zjlSp9ODw947v+bnZXRwOaaVLadFH9/JoSVsc5qQpw7FIF1B+rQmlsxnnb/tjVb1+vt6E/sYIE5gmrdoqDqn3azpVRQBrfV5LCqrN13oz8NQ6Qcsp2vcpug7HTQ+N2ZIrehoBozIse1trvzbzqDbro1waujyeLlblcEvP5ICIPD2Dk3a17V5jc1tTDXcDvJYwv7fOpup0+cu/Bc/CWwGNOu+1rEFYlKGIDAhDYmUBZwqq9rWbn22sM5E8cgfp9EWnel5icCTKnTOK+EVZlOsaCVvL73IRGePweig7praYEOOf30IKlWde9qTKDfWotJNyXc1/6C+9dxiI9J2BJPeN+Rr7n0LfQjQir1rY5s8nxsczPyLfQCYutoUPHhnZofH0L6mjO3uHaT9SdHtnTGA9tUR1/cxdxbasWeS4m9pUtFIdjOV7EF7K+OByeS0es6lz16NWjJtrSEBpjgu4CEav2e0PoPUOfe+/qD8O60OlE92rBAjMiVo1e6H23qBk2ORLUaS169xGqXUDEbfV+036D1NnGhdXHS0esNgJwJhciVrMGojLGF/39U2BNmHXn/kJl8NjhBrpLEVZ3Z4gFCEBAgEAxwmpUpNjtRrMmjkkiSWjrdWqC1CPB3G2y2XeJsJqNal8Fs/pconG3V8/V3SfVIqDb2meKcaFtgprRjGcqJbyaETaVbSP/l/vfKaF3aF3XtuqTfZOXbdd/ft5xRnZbQ5GW4W30Zm5R+96OqwMpzo/dO4sxcgTXgPjsjxz+XB3VOeK6Ko16nL6gj1U1p/C1TVTO2bG66Q/viwjioajqnoLEc7FrX9nC9XAsx4v4QtYXh8TTHMv7KM4+0tL9uGaWz4lYHdmOOxda8e/slRUNeqvtTtCiKI0x2Z4H+g+pes5MQ3C0omCbSMZW2B0/nnVpZDy51vWPd973lz4frRXda0b0hSJ0n6pWDHVyH1RRwU2osDX/6nb01DcVx/4AsRq3cR8JYdWZV+13DndNMCkKtMmBOkY9R7k4KZxGPvZ7RZ9jtT0wS5vbfTlW9Z0uU9IWyA4LYtb2Mb6YOYn79+ber6l1o9itew3tg8cSd4SwugRVbEIAApMJlCKsjluHzFvQ8wROvrnugpyJI1l/98LhPbDH/q2rt2l788W5Psm0+2ecnjrxjrzRhNZpsAGTOQwmtobiEQIivJ1+paUByN0K1y22zKWHZxufs6Doby6wla3Zm1j/0/pf4DloTzvutqMP17URsBKiat0KL+8kI5uDnmYhxqhdWGq3YrA4+rxO2eB2Du944BkXzLHIPdHYqdc4SEJP5txyH3xv8TD426yscSrcJn2B2nSiUYD1PB8izwUjD5G/BfUB+rSsMw6Lpz5P1GP1ubp7YqfS6U+Tr6dLfUxOCavW2Dpc24l9py/U7Vn/bhmeu04u68MmlTo3Pox180Q1d7w5uhrTxDjinE9YrT7dGXP9iWqrGEXXcY4Kt+uyUTNH+8YcUxm8vLhVR2/qD8uhHRL23NO9Uxx9XomR5gTcryPSH5LtvpwQVuvisbVB83MtXtbvSy2LZvfIBLEym0tEWK2badjR+qGdNkJfc00SgT0fkWVHBhlr+xlf7PdJcqzKeHO0grAqTRR7EIDALAKlCKuzGp950X4m0szGrVQMBiuB7qqBN7zXJXAYtfFcyPhJjOOM3Q8yd1COlbx80OH2ivmiHCR7bQk8U/hjqVhS197338PRtfedzH25f8YX09Nb4YGwel+eYO4TAoUTQFgt3EFCzcudPO3I3eHrtbH9N5QKwXrh90YMBiLa7C1pw327UQn1T95I5j5ywBMV3N+XeZ11H6EtzsG2sdgW6p47m8nt3ztXhIGdCCzqpwnjjbNDwRoz3MNfzDHHEeOMuvN2EewCMs7R3pIcqWkXYTUj1chQc2bZcbvz7ulBjLsO1R/JS5jrn6AvYhHinXH/vDT82EbeebZYtylaApGQ0XpjkVOxCP66Tfl1Nnfga3fGXLroGJHr1KLLIazu5p7AbpRddpPt1iCuXpEA44sJO49HZOzPmcvMydja8eVZE2bME3aXQVhd8SGiKghAIEwAYfV+9I705OnLR1lPpq/Vs3oL2Wxh1TwVt11IusJDs6CutkoZW9Ya13jyD3WTrr2VvN22dKxtIet92wmo1bb1V6+0fFLdITxDrrBIPkt/28J9J837fvS7te4S3muR3q2eRf3keX7d8caf59rODesXTsecusbvvvy1z+/UJ3oaht2wOVdHOXZ58I4vL9TtUSLdxi7CqvA9NaN9PQ+k2rxAvbuY9PtCmzvbG6tEUi0n89BnmuSOVj7IcS6+qY77cQ+pi+TkC9bT5pu0t0LruRfrLcqfVscTtulZ7PcB+2Oq9Xsk7/LItt363k7z9bZx/97hRceIXRxdzLUIq8W4goYcHAHGF9NlaR6JsT86l7ndw8w3659nzo5vqmPufHNffM317t27nfvjo0ePZtv48usb9eEHH6mHDx/OsvHg7du372ddyUUQgEAxBBBWi3HFog1JTZ7J7ZBCwmq/eDYXi32usc+U+tQ67dYnrA4LVV20HRcbz17bi/P+xeBGnV4/1Q5dyIlYjbUtPsm/f88UuWin1oyn+vda7aCeOIFF/ZRx0JdzONjQXHMscMdDU8xyhVXt5OYVOkGM45AX79lr7eTrvlFmtNblizpPY9/2+rf61Ow6T2QfDVlHk3yi7oacwnZuuD5HYuja/jA1K5+klZewzbeoRWBWzW13F3QCZX+4TBdV1pww3qdRjEUbD7/Z+Sxj0ZldnW+O1FWfHz0SzZbXp335NJuJLHDQTusvX05IJ++h1t9887guVjvCdUQQdfv43Zin056DM4TVvu7PKvnWyDFpPS95PFd4yKgCAhDYHAHGF9OlSR7OgWXNxGQcqtbNVtG5LNSRQvPZ1HzIRKxu7lHlhiBwmAQQVg/Tb1NbnZo8k5FCgsKqMylr2zGbE8i1E23DC09rQapP/s6kr4kmzcEGfeRQhrAabVvYCyneU/1H+T0KdsAXI7DocxFN5dF+hKne/D0RgK6I5Y9YtU5nHsapXqSLH9wlBrEyFOaoR7MFTqR22t2LpfZ9jOKjcfjLcCCeLhYGrq0iT9rIRLfs3bl9arcvYrXbgmgdtmJHVoZ2HfSnX7cCrS4CV4fPDW3rBEzjviqR1xBlQyeQx3wxejz84XKqsNr59/hSXVyMB/T0uzd8Hw6MBWonaFenLKmXlfBeH6x57Jye7j4PzZw9nBbf3Zce7dyc6q4fGGTtStHmZ+fwHoRVyaEBWxCAQITAou8gB0g+ySM19o+no84QVsPzH8LqAXYmmgwBCCiFsHo/ekFOTr5hcepDIimsGl9ALXHT2ZoamnjN7XDmJGxfY9Yxlm1Pdw+nAki1DWG1lKcn+XJYSkPveTsW9VNIWNXGm1pYDW011yMnnByrvqhI4wOQfuryHnOsWgzMcdGzhdgYb93fnWgSw35cLDXFxLiw2T8W7ge+UKTn+CDp9xj+QKjZUdeVoGhFXxoc3Dpji7y8HKsh0X2esKqLwnaaATt/8MlJlQLnWNt6r0cLe/O3VmytedgrDEfSSJipNcx+FYu4rb266Bhxz8dfbh8C950A44vZA1I88sf++FymfWY0cqzaKd30dwE3DU58zUUqgPv+dHP/ECiAAMJqAU5YoQlFCav64txZnNn5fEKTtf53t4xPUBgE1KHONvVAUFhNtg1hdYWum1VF6uUwywiFFiewqJ8Wi1htx5fbOsqvyT9Z6052ZL22bKh/O1NVUOBL1RUX5xri6AiAjhBq5fNcUFg1oxwjW/E10TpPWLW38Vd4G4HQ+lBmUNfqb6IrzdzfZkStK6zGxMCsPq1HihqdYp6wan4Ezbdh91s7t3CLzGMvGLVkCdQD85Hhs9d17vNR2EVYFR8OMAgBCGQSyBqvM21toViSR/bYH9ghc/aqw+T/uOifg/xpcGK8SQWwhd7IPUBgAwQQVjfgxIxbSE2e03KshiY9a2LNznnYT7zajVjbMKt9vM3hG+O6TVscW6cgj4X6idwWa/utn5fVORrVAS+nnWBitdd3MnhjO+P02BTvDJdRZAIBeE+Atceii/opd7yxIk1bHObYNS0VgA00N3JjviP8HLtt8x6z7Vb+dSNW48Jq30jz8IocYdUWj9eIWN1ZWK17mDcNRb4o2hNz7cRsxD9AuiKq+xGhfTw8YrRvwT24tY4KrnP3th8vh7W10Tf9C+1Fx4j5jxxXQgACGyDA+GI6Mckje+yf+d4T2PlAKoANPGzcAgTuIwGE1fvh9eTk2QkLF8bWwHqifK2eVbkJj+3JtRMz+9x7NcWUGDGUGaK5Aos445Rtz2RtRP+odluJli9PF0raKLO2jC/Kp84KN2xF8UR36VFqjV3nBHB//0nzvh/9bq27hPdapHerZ1E/eRYA7ccRPXq0Ex+tLdDNS/yQY9MXkRoWXuu80GPOz4AItRs252ofx9DBXPq9NYc+DffZR36aOVb13Ke7pALIE1bNvKp+0bDPjdoMwNZYbvrTZuDPserOO6b/BSJW63ni8yP1cvgaGJjr5h5edXbc5AyuvzWG/N6zOlMv1JtqEnzc1WXMac0z0+Ucb1IkhHKu2u230+s8V3efjBHa9vOkd2AiVoUHA8xBAALZBBZ9B8luRTkF0zziY/94J3nC6u2VOVdE31tUn6M9zYuI1TQjSkAAAisQQFhdAXIBVaQnz7qRbsTTIJyGvlrqB1bYkZy+SFK9TOQk4XGBXZ83Y54WXUmh4zbbSJ63Ueh9pl47wmq/IH3lF1az2qaH0JpOzuNdQMfYSBPgfRiOXNRPqfFmQBTaSj4+z74Ifv1v5iF7tr195Fh1o/LH2+2jB2vhS29r3c5zdffEPNRpeWHVmmf0OUHL/9nOPa7I2X/cavc5nKjLS1XtOxi3mhs5Ro2dD7pAG2mDcdBWS3FOxKqT61RLJWHew/js6pHFTpSn9jHAtK1Ffur5Uxs8vaja1WH/Xv3ZOJhMP3+qu2R4B7Cv1T9O2M9eZFcHwuphjNW0EgJbJLDoO8gBAsviERv7PXNKjUEPujGwOOX1nQued7PWWHcIZhgwwuoBdj6aDIEtEkBY3aJX3XvKmjzvB4pV7hLeq2AeKoH3urzn1oaf5pIzr4OjDEcJK/hCguJoA56yPLEGAQgwvoT6wFbGW4RVnnIIQKAIAgirRbhh8UZsZfJcHJRQBfAWAplpBt6ZoPZcDD/JOACOMhwlrOALCYoIH7IUsQYBCPgIMF6bVLbCA2GV5x0CECiCAMJqEW5YvBFbmTwXByVUAbyFQGaagXcmqD0Xw08yDoC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OrTeVAAAIABJREFU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SMpPX10/V0/OXhltvbx5r86P2z/5flcnL9Sbl6fqcX/V7ZV68PRCqcsb9b6+sP9vH4GmjFJXD56q6orxn26zuV6pm6rg8VfX6vmTM2W2sLrMbsNM2lIcZ1bPZRoBfCHbHeApyxNrEIDASIDxxewNW+GBsMpTDgEIFEEAYbUINyzeiK1MnouDEqoA3kIgM83AOxPUnotJ+akRTq9PR6G0ETVv1Ys3L9VppZw6v3vu+/bqgbpSl6pWSs9rMVQr47/+thFWK+W0E3C/UtfPn6izY12Y7YRVp7627PXpG/WybuCO/6Q47tgMLq8I4AvZbgBPWZ5YgwAEEFZDfWAr4y3CKk85BCBQBAGE1SLcsHgjtjJ5Lg5KqAJ4C4HMNAPvTFB7LiblJ1f4NEXPtLBal79SR28+U+rTJ+rufIx2rRHlCatWOT1i1eKcbs80x0hxnFYrpX0E8IVsv4CnLE+sQQACCKsIq3lPwaNHj/IKekp9+fWN+vCDj9TDhw9n2Xjw9u3b97Ou5CIIQKAYAgirxbhi0YawWFkUr2Mc3vBel8Bh1Cb1XPgjVsdo0aSQWYugV0dNxGsVSmpGv2YLq1YUakhYbdICXKvTLppWwlNSHCXact9t4AvZHgBPWZ5YgwAEEFYRVvOeAoTVPE6UggAEAgQQVu9H12Cxsq6f4Q3vdQkcRm1Sz4U3h2qfK7UXRoM5WC1B1CN8xiJW9Ryrel7XNkernQpANgVA72UpjofRa8puJb6Q9Q88ZXliDQIQQFhFWM17ChBW8zhRCgIQQFi9132Axcq67oc3vNclcBi1ST0XrvBp5juNRqw6QqorfuakAmjF3eP2sKoav0dYTUbOznSbFMeZ1XOZRgBfyHYHeMryxBoEIICwirCa9xQgrOZxohQEIICweq/7AIuVdd0Pb3ivS+AwapN6LnyCpf433/b+npA32rX+8eTFcBhWjrBaZVg1D6SyhdUFUgD09yDF8TB6TdmtxBey/oGnLE+sQQACCKsIq3lPAcJqHidKQQACCKv3ug+wWFnX/fCG97oEDqM2qedifsRqe8jV7Ys36uXp4xFaI4KeqeOb9hCrPGE1dnjVMikAEFbL6+dSfbq8O9tPi+C5H+7UCoH7QIDxxfTyVnjU9/Hu3buduzDC6s4IMQCB+02AHKv3w/9bmTwPxVvwXtdT8F6X99zapPw0J8dqE5F6fqeeOHlQ27u5vXqgnqob9b5SVnOF1eqqRqit8gGoc6XlWO2E2lcOqMsxdcBciNV1Uhx3aAKXdgTwhWxXgKcsT6xBAAIjAcYXhNXY84CwymgBAQjsRABhdSd8B3MxLxPrugre8F6XwGHUxnMh4yc4ynCUsIIvJCgifMhSxBoEIOAjwHiNsIqwytgAAQgsRgBhdTG0RRnmZWJdd8Ab3usSOIzaeC5k/ARHGY4SVvCFBEWEVVmKWIMABBBW031gK/MXqQDSvqYEBCCwAgGE1RUgF1DFVibPAlBmNQHeWZjECsFbDOWihvCTDF44ynCUsIIvJCgirMpSxBoEIICwmu4DW5m/EFbTvqYEBCCwAgGE1RUgF1DFVibPAlBmNQHeWZjECsFbDOWihvCTDF44ynCUsIIvJCgirMpSxBoEIICwmu4DW5m/EFbTvqYEBCCwAgGE1RUgF1DFVibPAlBmNQHeWZjECsFbDOWihvCTDF44ynCUsIIvJCgirMpSxBoEIICwmu4DW5m/EFbTvqYEBCCwAgEpYXWFplIFBCAAAQhAAAIQgAAEIAABCEAAAhBoCLx7925nEo8ePZpt48uvb9SHH3ykHj58OMvGg7dv376fdSUXQQACxRCQElbfvy93ONjKF7ldOg0MdqE3/Vp4T2e2yxXw3oXeetfiJxnWcJThKGEFX0hQHG3AU5Yn1iAAAcaXUB/YynhLxCpPOQQgUAQBhNUi3LB4I7YyeS4OSqgCeAuBzDQD70xQey6Gn2QcAEcZjhJW8IUERYQPWYpYgwAEfAQYr00qW+GBsMrzDgEIFEEAYbUINyzeiK1MnouDEqoA3kIgM83AOxPUnovhJxkHwFGGo4QVfCFBEWFVliLWIAABhNV0H9jK/IWwmvY1JSAAgRUIIKyuALmAKrYyeRaAMqsJ8M7CJFYI3mIoFzWEn2TwwlGGo4QVfCFBEWFVliLWIAABhNV0H9jK/IWwmvY1JSAAgRUIIKyuALmAKrYyeRaAMqsJ8M7CJFYI3mIoFzWEn2TwwlGGo4QVfCFBEWFVliLWIAABhNV0H9jK/IWwmvY1JSAAgRUIIKyuALmAKrYyeRaAMqsJ8M7CJFYI3mIoFzWEn2TwwlGGo4QVfCFBEWFVliLWIAABhNV0H9jK/IWwmvY1JSAAgRUIIKyuALmAKrYyeRaAMqsJ8M7CJFYI3mIoFzUk5afbqwfq6YXW1JMX6s3LU/W4/9NX1+r5kzP1yv67+kpdP3+izl6Zt3ny4o16edpf3Za5Pu3+dnulHjxV6ub9uTo2LrtVV+0P6tz8YSjVt/MyUmYOcCmOc+rmGpMAvpDtEfCU5Yk1CEBgJMD4ss35C2GVpxwCECiCAMJqEW5YvBG8TCyO2KgA3vBel8Bh1CbzXFjCZy+WqlFc/er6uXpyd6wuL27V0ZuXatBMu7KDaFpj60XYyxv1vlFIpYTVWni9UupSqQt13tmW8ZMMR5m23Hcr+EK2B8BTlifWIAABhNVQH9jKeIuwylMOAQgUQQBhtQg3LN6IrUyei4MSqgDeQiAzzcA7E9Sei8n4yRZWq5syokrb3+/O36tnrx+oq6NINGrPoxFXr9VpI8IKCat1m66O1JvPlPr0yZ06dyJe5ztDhuP8+rmShfpSfYC+vRRZ7EIAAowvZh/YCg+EVZ5tCECgCAIIq0W4YfFGbGXyXByUUAXwFgKZaQbemaD2XEzGTwlhtRFJOyHT2cbvubZhov9diaQCqNMAtKKuZU/ABzIcBRqCCYUvZDsBPGV5Yg0CEOBDWKgPbGW8RVjlKYcABIoggLBahBsWb8RWJs/FQQlVAG8hkJlm4J0Jas/FZPwUSAVw3G7lb/Kaqn5bv50HNSSs1kGvASF0To5VIwK2zjZQpSa4PjXzwO7gCxmOOzSASwcC+EK2M8BTlifWIAABhFWE1byn4NGjR3kFPaW+/PpGffjBR+rhw4ezbDx4+/bt+1lXchEEIFAMAYTVYlyxaENYrCyK1zEOb3ivS+AwapN5LjwHUA35Ud0DpUyhdZ2IVUdItYTWXb0lw3HXVnB9TQBfyPYDeMryxBoEIICwirCa9xQgrOZxohQEIBAggLB6P7oGi5V1/QxveK9L4DBqk3kuwlGnba7VCw+MS3XT5DgNXCuaY9Uj/HYtOnmh53ud7zMZjvPr50oW6kv1Afr2UmSxCwEIML6YfWArPEgFwLMNAQgUQQBhtQg3LN6IrUyei4MSqgDeQiAzzcA7E9Sei8n4KR51etalBBhvtY1ivW1ETV++0/b3iyHqdcfDqxpx91a9aA7CGlvRRLGeHXcC726OkOG4Wxu4uiWAL2R7AjxleWINAhAYCTC+IKzGngciVhktIACBnQggrO6E72Au5mViXVfBG97rEjiM2mSei5yoU5PHuDX/mXr9/Ik6e2X+fnnzXlXpWbt/PmHVioJtRFjVCrKGqUv1+5cX6peGHK/6j26agrlek+E4t3au0wngC9n+AE9ZnliDAAQQVkN9YCvjLRGrPOUQgEARBBBWi3DD4o3YyuS5OCihCuAtBDLTDLwzQe25GH6ScQAcZThKWMEXEhQRPmQpYg0CEPARYLw2qWyFB8IqzzsEIFAEAYTVItyweCO2MnkuDkqoAngLgcw0A+9MUHsuhp9kHAB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NXSFj9hV/4hSCEP/zDP3R+e/ToURpaoMSXX9+oDz/4SD18+HCWjQdv3759P+tKLoIABIohgLBajCsWbchWJs9FIQkah7cgzAxT8M6AVEAR/CTjBDjKcJSwgi8kKCKsylLEGgQggLCa7gNbmb9iEas+cdUnqta0EFbTfYYSEIBAhADC6v3oHluZPA/FW/Be11PwXpf33Nrw01xy5nVwlOEoYQVfSFBEWJWliDUIQABhNd0HtjJ/pVIB6OJqSFRFWE33F0pAAAIJAgir96OLbGXyPBRvwXtdT8F7Xd5za8NPc8khrMqQk7dCn5ZlCk9ZnliDAAT4cBPqA1sZb1PCan3/tbgaE1URVhkpIACBnQkgrO6M8CAMbGXyPAjYVSPhva6n4L0u77m14ae55BBWlbpVVw+eKnXzXp0fy3CUsEKflqCI8CFLEWsQgICPAOP1Nt8lcoTVnCeCVAA5lCgDAQgECSCs3o/OscvLxO3VA/X0YuR02S1sv7p+rp6cvTIBnrxQb16eKhX57XF/xe2VatfJ58pYJ9d/vzpq7DzOWEz37evb5fdouyjXbqMpZl6TUyavv+zCO68GSukE4H0Y/UHUT8340T/RJ+rFm5fqtBlcQgJc/fcrdTSUq8t+VQ1VT9TZK/36lqVvfNPHi/D4d6Q+94w11WjjjnUz3ZbLMTZGD+PwzDY0tu/O1fvVVM4tC6vW3NPNo4+H/uk66eTFG/Wy7vBfXavnT87UMBNf3hg+Cc3fXScPXOufC405M1HvzG7FR8m54LgOAhBIEsidO5OGNlIgi4fxrqXUMPd0DOz3DGct1s8Vw7zWw+vfv/r/nv+OhLC6kQ7JbUDg0AkgrB66B/PanzV5Oqa6Se9YX6jVC67X6lklhh7VC+vr004ANS9uJlrjt34C1SZOEWG1FUsqzaISTWOLfM+ivHtZGF8S5Bbu83jn+ZJSLgF4H0avEPNT96J+PEQvVs/u8zv1SfRjjEdYbezcqePLC3V71AlV+mJBH8Oa8eJ2EHDdMS7sg0bcUqbgtYvHcjlmjcMzG4Kw2oLL9UUMc90/Xj/rI3Hbeei2F07tC5s+e61O6w8EqhVVjedAu9bxv96HE9c67TXma3uuTLR5Qh+T4DmhOopCAAL3iADji+nsNI9xzdcEwFjvQe1/awEy1u/Nu8/t/9/e3azIcZ1hHH81ki00iULoxlkYEmbThoC0DMir1h0Ia2XvNeA7sHMFke7AIC28k1fyLahXEmRpgUFDQCQQQ5JuQhxJyJYyqTofVeezuqrUM1NV+iuYgFRVfep3TlXPPP3W2/fl0affyMep3wmd3y/ttrqoptsfgtVuXmyNAAInJECwekKwAzvs9jfPeMDbgoOmf0//mw5Xv/nUBBi7CFZtdetXIp8XAcmXYfVrdVqZ0LTxl8X+k9jHu/+rsSfe41gDO5snN1yKfgJvX7FahYPXHzpV8toyvof5x912f6xvPZnK/LeYsraOre7D9lydpw+aKvn/9OgHObhdVvnWJxB+OFU9GeBWqJT32ofXi3j5Y/UEhN3Hq6gMKlrcf7tx/75c++wzpxVAt2oXv3Iz+ICvGNcPB7erJzDCipymqWo7F12muxzr7SDot/t7IX3iPdQNvKPw271unsXrMh+WJ967q6dKctdLlzOutz0Jz34jYS8EEJiaAPcXf0a7e/g/B8XvVcF7hXm5bT9PmR+61Afd+d/j8quRYHVqVyrng8BIBQhWRzpxHYfd/c2z/GAy/8tdOnioB5ULHby/30GwWo+x7D7ghLaRT1PYYvv2UbHacVkNZvM+63swg3+HBrK7eUpUwNdJZqYXZ1ixqo/x7MuyUjC+9tPVfnVlRrtgdXf3FHeZtHVscx/WbVuu1W0KvIqT8JekujJY7ee1AgirFoMnHqInBHR4/bl8pR9pN4+95z5481u+xE9TNFW7hA5xOPnH+vHGsCJny/XZdi5aX+ZNHxqE/5YYq3+u5pF+1R5A/ErYrfs6Iw7eq5MBbO79vPWJ6w137tnx9dkcAQSmK8D9xZ/bzh7ee5D7M1R93NQTOrlg1Xsyo/ED8+Y1SbA63WuWM0NgVAIEq6Oart6D7fzmGf6Sm3jlph6E2dDB7Z/6tsFq8CbcHHTkAo44XPH6sEY9gdpNQXfvdsdlq7QA3uNYGbuep7oKsUeP1eD+E/4yEN3fgntB0/3PzsauWwDY47Z13H4fvi4Pq3DZHt0JU4tK3lwFSRSueb2xzbFc49S/B8vW9Yo/2HPu4Qe6hYNX2ZL9pSzxy59pAaH2j8bVLQxvOxfNV6jf0zTXLzw1n+E6vHHjRtFv1W3R4xx7yxqO99WjDtdxcl0TrI7jJswoEXiHBXZzv54OYFcP/96ffq9sF6wWhmGf7uK960bxJIxqc9OxFwDB6nTWJGeCwKgFCFZHPX2tB9/1zTOqHsoFq617rOoD7LJiNfols/fjwVSstl5IA92w+/oe6IlMfFgnNU86XBLT/7RdK4Doh/9UVV51f4t7SG6tWN1R0JRaEm0dt1es6i/aKspVi6rd+pWqUPPg6/QXDNp7uVOxmnytxgBTvSOYLw9zzlJVVx4knkBw5lVS7RUSPXR1LJj84sLqy8SiYDVdhZO7NNvORftL25iI/iLI+vfLdoFv03usf53EI8rPoenpagaTrVgN2gO0P+d6y9179hkF+yCAwBQFuL/4s9rFI35/yFeshq1stv68pH9BrPqHH3ztfGlyiwIXgtUpXq2cEwIjFNhFsDrC02bICCCAAAIIIIAAAggggAACCCCAQG+B7//xSH5z/iPZ29vrdYxzm83muNee7IQAAoMRIFgdzFQwEAQQQAABBBBAAAEEEEAAAQQQGIkAwepIJophInCSAgSrJ6nLsRFAAAEEEEAAAQQQQAABBBBAYIoCBKtTnFXOCYGOAgSrHcHYHAEEEEAAAQQQQAABBBBAAAEE3nkBgtV3fgkAgIAIwSqrAAEEEEAAAQQQQAABBBBAAAEEEOgmQLDazYutEZikAMHqJKeVk0IAAQQQQAABBBBAAAEEEEAAgRMUIFg9QVwOjcBYBAhWxzJTjBMBBBBAAAEEEEAAAQQQQAABBIYiQLA6lJlgHAicoQDB6hni89IIIIAAAggggAACCCCAAAIIIDBKAYLVUU4bg0ZgtwIEq7v15GgIIIAAAggggAACCCCAAAIIIDB9AYLV6c8xZ4jAVgGC1a1EbIAAAggggAACCCCAAAIIIIAAAgh4AgSrLAgEEBCCVRYBAggggAACCCCAAAIIIIAAAggg0E2AYLWbF1sjMEkBgtVJTisnhQACCCCAAAIIIIAAAggggAACJyhAsHqCuBwagbEIlMHq5s0z+d3s93Lxwv5Yhs04EUAAAQQQQAABBBBAAAEEEEAAgTMRePX6hfx1873Mzh/I3t5erzGc22w2x732ZCcEEBiMQBms/vfNv2R/f18++OVvBzMuBoIAAggggAACCCCAAAIIIIAAAggMUeCfz/8mz58/l8vnPyBYHeIEMSYETkvg+PhYnr/8UX6++G+5fGkmv7o4p3L1tPB5HQQQQAABBBBAAAEEEEAAAQQQGI1AWan6n1dr+fHlRt579Wv5xaXLcu7cuV7jp2K1Fxs7ITAsgTJYff36tbx89UL+9/5L+fncC3kjPw1rkIwGAQQQQAABBBBAAAEEEEAAAQQQOGOB8/K+vHe8L3s/XZJLF/flwoULBKtnPCe8PAJnKlAGq+WfMlwt/ytbA9i/O9OB8eIIIIAAAggggAACCCCAAAIIIIDAgATK6tSyp2oZqJb/lX+oWB3QBDEUBM5CwA1SCVXPYgZ4TQQQQAABBBBAAAEEEEAAAQQQGIOAG6T2DVVVIMuXV41huhkjAggggAACCCCAAAIIIIAAAggggAACCAxJgGB1SLPBWBBAAAEEEEAAAQQQQAABBBBAAAEEEEBgFAIEq6OYJgaJAAIIIIAAAggggAACCCCAAAIIIIAAAkMSIFgd0mwwFgQQQAABBBBAAAEEEEAAAQQQQAABBBAYhQDB6iimiUEigAACCCCAAAIIIIAAAggggAACCCCAwJAECFaHNBuMBQEEEEAAAQQQQAABBBBAAAEEEEAAAQRGIUCwOoppYpAIIIAAAggggAACCCCAAAIIIIAAAggMTODpA7nzrcgnX9yUjwY2tNMYDsHqaSjzGggggAACCCCAAAIIIIAAAggMUuCpPChSkaNwbItP5Iub22OS9eO7cu+7q3Lr8JrMe56fOsZqvsNgZi2P796T767eksNrfUeVP5ndj7cn3KnstjvLpw/uyLfVQpvJ8tah+NOjX2s1r9ee2me9bF5fKthbJ463CyB9fayX4Vrq6qKPUyxyiS8r9xq0LrnX3cU5BcdQfuEdYLHleqzHt/z7PXlyJXVeJzDW9WO5e28lG3VoZw055zAL5iq8R+nr1xwhmtfuYyZY7W7GHggggAACCCCAAAIIIIAAAghMTKBrUKRPn2B1YssgOp1+68I/TOoYqaCxZ7B6JlPQ1SUfrLrX0LoMkqXdhxo7O+0omG5zbqcY/DonqoJ241O7zWRlQ+t5Gbx+J1dNaF+FqDMTzptgdq4C7qawu70uwWp7K7ZEAAEEEEAAAQQQQAABBBBAYKICiTDFq2Srq8Pqiq+ZLBYiR2tTsepVk4ksbHWed5y4Es6rAM0dQ/zK2urY1WyYUK4sRJstZFHU4K5NxWqqQk2HMsWmm41sVHWuOJW7zhjdsZsqXn28Yt9Zsa96PVtR6YyhHFdV9ev/fVhRJ+bc1rOZOl5Zybk4SlXVpQ2SFXgmLFNjlD8U//uz/MVW8FaPbi9lU1aI6uK99HkEll7Vaea8o/MrXu/uZimHi6Oq2lBvs5YHdzeyrKqdm4PVopy1mLO5mtsj170KBstJdCqVnUfU54kqxeY1YNevGyCKrqiN1pjz956jM1/FhbI4KqpCExWrdj35Fbz1696UB/56WyxluV6ZcdTVvMm5MQaLwr58+eKs4krUKFgNQtPkfcDZZrYyFcN5/+LicqqVzRi8NbqlKjlx162qmdXL2jDVCUsLtzurD2U5L6xs1bMXrLYJkLff7glWtxuxBQIIIIAAAggggAACCCCAAAITFwhDBr+aq6oOUyHGSnTFlwnCpAxFirjLffw+DO+cx7tDyDpY1UFf9Qh/FIzl2wWkwtkioTRhXhy6LDc6HLVh1tZKOKe6zdtX6go5FYZWbRGCgKfxUXUTwNkgVoU/uTEHBpltyzCufLzbBtB1dV8wT3YynHBNh7rmdUwQpSxVgGZ7aTrrpQrWwkf79cHL117NDqV0K/+/fhS+PMZKZoe2N2eLYNXOmXI361Cdq24FUM+Bc54q0N2+BtItHsKAM+Hi9jNwHGcrp42BCSfjDwS0kRuKVqGzaUFgg1W1VtdO2wNn7em/z82NXQeZKtNUK4AqNM/cBw51lahqkeDMf9Lf9XGDzWCNdrnB2g8TlFVmfu06C9tJuB8MlR88FOWtb9UyhGC1y8yxLQIIIIAAAggggAACCCCAAAKTFAiCVS+wU8mPDm5ufSir8FFbFSY6j+OWrVnd/VXoY3s4xr0160Drijxx+1AmQsPqKI19FMPQz+8fWYYxKqyqQtCg0lTNb1FVF5yrnfZUiFsGzVeeuI9xu55BRWPUvzZ4JDkRdLlhm2egQq34/PwQVEV3usfncinrVeJRaXVyem78gLg+D9/MhIHqsex5Xcmp6IJH2VtXrLrH1P1904F30c83Cuhsj9XEeXrrT89ivAZqI3+NFVW1bsAZrBn7IYBbNWwdVbBaPdbf7rFzHbCWFZ36WiiDSx2smkDX/aIo5/rw58xxu/LECVybglW/R23lvtx4j9ZX9wFnfG6wem2eXmd6v3qdqoBZBavpL72qg+ZchXsRiG75ICIXrNa3bypWJ/lWxkkhgAACCCCAAAIIIIAAAgggcPoC6YpV+6U9bStWqy8eSn5TeDrICCtWm4+R7uvarmLViVSCL91yA7x6KzcMCwLGoKKzDFZ1JautKM0EaUmXYNsw1E4sBn8+6qC02jTxOlVYZasR3W1aV6zaAC4TSrWe97SPX13oV7B6/XyzwapT/en11YyNmvoDh/07o4AzV8nbo2I1Co/VGuoWrHqVrPPwgwUbXnYMVtXj805lalF5mnLxg9Ut/lGlcTpYzd7/TEDrt5tw1lLQY7UK56svQHMMvErX/ndcKlb727EnAggggAACCCCAAAIIIIAAAhMR2NZjta4ca9djta5M9b8NvkuP1fS3fpfgfXus2n6oul+n6Q2rZjDTw9WttDNBndo3EaxWrRHme1W0AAABMklEQVRMz9Iq/An6xuZ6rLr9N70KSC8IDar+isLO/LZBaOX1lwzOuejvWvab9Vo8JPrVenPpVQzab2rX1aCH7uPf5grx10Fcuaw3C6uHg3Vn56whWNXV0rZdhTmq02M1uwZSVZWmBYT+gCHXY1VXtaqZ8Rzb9VhNr71MC4JMxWrJnZwbL+ju0ArAVC+rafRc7HykeqyaVhCRvzunxTqzj997rSXa3EYTleWJayNcf/lWAPm12mY0dhuC1S5abIsAAggggAACCCCAAAIIIIAAAggggAACCBQCBKssAwQQQAABBBBAAAEEEEAAAQQQQAABBBBAoKMAwWpHMDZHAAEEEEAAAQQQQAABBBBAAAEEEEAAAQQIVlkDCCCAAAIIIIAAAggggAACCCCAAAIIIIBAR4H/A2MpaSak94Yp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6" name="AutoShape 4" descr="data:image/png;base64,iVBORw0KGgoAAAANSUhEUgAABVYAAAMDCAYAAABJqk5sAAAgAElEQVR4Xuy9C7xVVbn3/4AiXkABL4CGbg+KqXkrtMgQskI0Cc0L4hE5GPLyqtiN4yU14kVDC62kPB5SOah5NyUskZJQj2FKiZoSJH83UoI3VLyiAv/5G2s9c4851pi3tdbee621f9OPH2CtMcd4xnfMtdl89zOe0WlzcAkvEiABEiABEiABEiABEiABEiABEiABEiABEiABEiCBzAQ6UaxmZsWGJEACJEACJEACJEACJEACJEACJEACJEACJEACJGAIUKzyQSABEiABEiABEiABEiABEiABEiABEiABEiABEiCBnAQoVnMCY3MSIAESIAESIAESIAESIAESIAESIAESIAESIAESoFjlM0ACJEACJEACJEACJEACJEACJEACJEACJEACJEACOQlQrOYExuYkQAIkQAIkQAIkQAIkQAIkQAIkQAKNR+DXv/61fP3rX2+8iXFGJEACrUaAYrXV0LJjEiABEiABEiABEiABEiABEiABEiCBeiFAsVovK8U4SaB2CFCs1s5aMBISIAESIAES6LAEFi9eLP369ZNPfOITHZYBJ04CJEACJEACJNC+BChW25c/RyeBeiRAsVqPq8aYSYAESKAVCPzyl7+UM888sxV6ZpckkEzgzjvvlGuvvVbuuece2X777YmLBEiABEiABEiABNqFAMVqu2DnoCRQ1wQoVut6+Rg8CZAACVSPAMVq9Viyp3wEHnjgARk0aBClaj5sbE0CJEACJEACJFBlAhSrVQbK7kigAxCgWO0Ai8wpkgAJkEAWAnnFKrZuX3zxxbJ06VLT/ciRI+WnP/1pKMdOOOEEufvuu81769evl6uuukpuuukmefPNN2XPPfeU888/X0466SRBtuJtt93mDfGUU06R/fffXy655BLv++j/ueeeM+8fffTRMn78+Ei773znO7Jq1aowDn0TsaDfo446ytuv9mm/efjhh5v+NaMyLu4DDjhAfvCDH5T0i9dOPvlk2W+//cycwQ9x2JfdBr9/5plnSvpRpngD999yyy3ywgsvGKannnqqYM56+fpAfGij88A67bHHHiWxXHfddXL//ffLtGnTTMxZ2Cm3RYsWSY8ePWTMmDERFvb80B/az5gxQ+bOnRs+Q5MnTw7H0/5mz54dka7ghwvPDy8SIAESIAESIAESqBYBitVqkWQ/JNBxCFCsdpy15kxJgARIIJFAHrEKUXrkkUfKzJkzTaahilOIQBV/O+64o7z++utmTAjAf/7zn0ayQehBKk6aNMncj7qaq1evNu1cYabvQeBeeumlJfFjbPR12mmnSc+ePWXJkiVhG4w3ZMgQI3I1DryJWI8//njT7sEHH/QyUWlsjwk+kLS6XV3n5Mq9HXbYISIidQAITEhDxIx7L7vsMrniiisiMthug99DFkMA2xfuxwWWjzzyiMyZM8fUJcV8x44dK4MHDw5lpq8PzOOtt96KrBMk6EMPPRSpbzpw4EB544035OabbzYxp7GDBD399NPNvCCsNZ6vfvWroey156frc+GFF4YMIHOnT58exoJ1OPbYY420v+GGG0IMKqRticyPNwmQAAmQAAmQAAlUSoBitVKCvJ8EOh4BitWOt+acMQmQAAl4CeQRqxBeyDS0syfRKYSXyi5brNpCTQdHH7hU2un9+NUWZnFj2f0gFkjPG2+8MZSakHSQfRCPtljF65Cf6BcZqHY2ptunO78zzjjDyE7I1LxyzxWrEIsPP/yw3HvvvaHQdMWqilh3wXDvcccdJwsXLoxkckIaH3LIIaGY9HFHX/ba4PcQsuCgGb8qSZHJaseQxM5mo/Eizu9///uhFLXjwRrbY+o9Kqzxq6495Ph5550XZhjnZc+PPAmQAAmQAAmQAAlkIUCxmk7pmSsHyoJhS+S7B7S0fW3eJJkqU2TmiJ3SOyijBfofvmKCLLEHLaMfeeZKGThrgMyfOUK8kaa9n3NMH6ucXZTR/DWZN2m4rJgQXaOsHT1z5SRpHjtTWmkps4ZRV+0oVutquRgsCZAACbQegTxiVQUeMgmRneirj+lmrGLL+sSJE+Xzn/+8V2ZiZj5hllWsYos7MjdVDkL0jRo1ymyPt8UqMjEhJNEvanu62/ERR9yYaH/77bcbUZhX7rliFeMge/dPf/qTVzzGSVHcp9LYF7stLH194F4cFKXZvVgnrI3OS/uHFEUGsi1Wk9j1799fnnzyycQ6qXY8aO9myWJszWRduXJluA4oR4BsWBXJedm33qeGPZMACZAACZAACTQSAYrV9NVsD7GaHlWVWjSEWK2EBaTsVJEpFKt5KFKs5qHFtu1CYMbvr5Fn167IPPb3hp0je/feK7b9P15+Xn644OeZ+9u/zwCZ/JWzMrdnQxKoVwJ5xCrmqPUxIceQUQjJatfHtMUq2kOG/fa3vzU1WX31QLUNfnUzVrEd3L2GDh1qMmZVgkK+obwAtver+IWcs+NAW5QbUDGnotA9iT5OrNqv63Z+N66LLrooEr++7xOrmCdenzBhghHUbsYqapXa13333ReWEnA5aTtbOqI/tw9ws+umKh9bjH7pS18yZRpQu1bFaho7d719nwN7fknt9T2XN9YVJRAoVuv1qwzjJgESIAESIIHaJkCxmr4+aWIV74+7tdDPoCnzTRZrNOM0Ku/s9sENhWxSCM4FIqNvvVVuHT1b5g+Y1ZKx+to8mTR8qhT2vo2W2Uu+K0ie9WeHFsZa0SQSdCVTftIkU+8oZqxiDBPoIJkyvygSjVhFr8G4GEDjwVBhezOz4j3PyJWFQIP+C7EELxTnP1pGB6+Lk90bdBQ0GReMYPcT/D4yr6DL2YWMU5MNHE7gFhm2YGbQZzCPqRr7BFkxvNBfgbdEMlYN+6kFWkGnhaxfm29hoQz34MZi2+L8xM86/SnpWC0oVjvWetflbMfd9C2B3MwiV3ts013GHHaifHr3g2Ln+tcXn5KbHr9L3nz/7VQeOu7sMT9NbcsGJFDvBPKKVXu+kKx33HGHOZxKsxbjxBnkGDI/kTVp199Ef5VkrEKyQpRiaz2EnB4OZccBkYnt99jijguS9/LLLy85BCkpY3XWrFlG6OaVe3Fi1d7WP27cuFBkJmWsJo2tdWxV2qoY1e39drkEMFA+aI/MY/yPMgPIaHW37iexq5ZYxfMB8Y4sY3cdIHxR91bLSLDGar1/1WH8JEACJEACJFBbBChW09cjUawOCs5RMAmP2GpfkI7DAtnYN7KV3xKra6Jb88O+BdJTQmnaImbhLWfJgKIINa8vGBa/tV8K2+IXDCsI3pZSAME5DZqZiRiCPkLhOK65KE3tLfWYS8u4BTGJexCPCbRQGiGS8VoQqOF7RbSRsglhP32j2/chWYscjewM51iIaWpTQZAWpGlTgZMRsytkwpKx0qylAMBR5xaMj/ZzmmbKdw1f3zxt6R2dczrr9GenUVtQrDbqyjbQvCBWcf1qVcuhNHHT+/c9BsqkIeNSxerMh2Zn7g9jUaw20APFqcQSyCNWIfY0e9DuMC4jEdINJ9fbmaE+eVmpWIVURDkAbK9HGQBkgarw0yxWHMakF6QmBK97iFWcWLW32VdLrCIW9PW3v/3NHCqlIjRJrKoktQ/r0jlBLqs8dfuA0P7Rj34UHsCFe5SPljlAqQY9aEzvxwFaqN2axE5LL4C5fUGG6gFbdjy+mqy4DxnF999/vymP4K6DHnqGDGY8SxSr/IJGAiRAAiRAAiRQTQIUq+k0kzNW17RkY2p2ZNBlUsaqN1MT4s+qhRreP7bZEreItUXeWiVfrUk49UZD8dkkc4rSN3KfUwogOtei1CwmfxayP6Oi12XjzaK1Ml81K1UD9mXvGrEa1pf1zCcUp8qiRayObbayVXUQxD1sQYRvS5yWWEW2aijJs7BOf3YatQXFaqOubAPNC2J195595em1/5Dfrv27d2af77Gb7LlDX/NeFrH6nd/8UP705r+k/9bby8oP1pf0if7wvvabVayizMDbG96N9KfZs/Z73btuF1uuwG7Xd/ve0rdHn7C/dz54R1a8sjL884Bd+ku3rbuVxL/mzbWyZv3LkdfLaZt1PN+8dfCkufriXLH2eTPnXXfonVjSwZ4c+nloxaOyPuCDa58+e8mQAYfHfgrceaFhHB9f27eDcZYHcQ5sOtiMkZQhHRcEmP1x+aMy4YixmT+tyLZ2ryXNS2VX8Ar+j5tD1gHyiFWtgzlv3rywXipk34gRI7wZqyrA7JqgeA1yDDJUr0rFKmJAOYDm5mZBGQBcKg5RW1SFoc1Et73bh1j5xKqeWK8ZudUUq4gHcSBuyEtkjSaJVbTH+8i8dZniEC89dMvXB4Tmpz71Ke8hYygH0NTUZMoAgIfe/+yzz6ayU2mrEhUxIrZHH33UGw8Yn3baaeJ7hpSBbx3wvCAz+uyzz6ZYzfrhZjsSIAESIAESIIFMBChW0zH5Dqoqfa1luzvkoRF8ETlYrOOJbFErMzWSsVpTYtXJPo1krLZksmYSq4o4FKwoIVCQoWFmrZuxWoFY9R4qFiuQKVbTPwGlLShWy6HGe9qUgEq7aUEtkb+/+ZJXhEKQ/njYNzPJJRVlc5+eLy++scabufrVPp+UHl27yX989qRcgu++px+QGQ/fEErbbx82KhRneO/6x+80c0Csxx4YzepSqGj3nwt+ZuYJsXvf+OtDeQqB+KM//EJ+8fc/yg8/e6r8+6Ffj4hX7UPLHaAdrrS2YKvS+sKDR8jEL4w1/WK8a/93jkxfOk/O/uQX5bwvn+0dT+eGPrAWn+s9wIz7wltrjPCOE9OI084eRsbxmxveCWP5+RFnpopHjP3130wTrNnRAwbL4lVPmjW9cdi35ZTDTvA+qzZHNEiam80AbfXZwO8fe3mFWSfM+dqvXZQoc91Avn3XJWYdHzv9F5nF7KyH58hPHr89fDb0hwngjB8E6FqXWxM4j1jFWMgsvOCCC4yI69GjR8m2entrOLJFsc0dW+8PPvhggfyDFJw9e3YkizVOrPpqrCIG1BzFNWPGjFDeIWPziCOOCIWjxmFnctrr4TsICkLPHdOtIRtXYxV924dl6VhxpQD0fUjhwYMHmzllEavKVFn6mPrEqmbu6sFRvlIJmgmr90NWuyUEELfLTpmgjivi2WGHHUJJi/ZuPPoM4ZnA5ZZm8IlVxH/kkUeaQ8mYser9EscXSYAESIAESIAEyiRAsZoBXMkBT5Z07BvNcvSKUrNlPSgREGznH7Q4qB8qUwrb9Iu1R83W+biMVSdDNH17elzGqlUKwM7MjBOOnnmNk9KM1dylAMKM22GywMqgtedVScZqYct/S0kFrMesAUFZhKY56RmrO7EUQIZPg2lCsZqVFNu1OwFIpXMe/mVsHB9e/L+5YnSlnn1zlpICcYNpnOjDFYp4D+IvLQMWWbpa+gDS7ycnTguHg+jb4+cnStp8Mb/P3Xi2uS+trfaJtq6QVNH7xDl3eLNjNTDfvBEDBPbUY8+PXRtfnCodfQztjiDJe80YbgT0onNuD9/C/Vlq7SqfLHJzq0u/YPq322L8S+67wghSyNWF42/wimd38jZvd33THmJ9NlzpfNvjd8vpC35ibv/11y6JFfdJ/ecVq9qX1rvEdnH3ECh3PGSMrl692gg3O0M0bd58P56AMu3Xr58pg9DeF8QnMlzzrLE+QxDKvEiABEiABEiABEigvQi0t1jdtGmTfPDBB/LRRx8Jfo//N27caH7F1blzZ9liiy3Mr/i/S5cusvXWW5vft+UVORApGFgPqUIM3sOSirVOzRlKwUFJU5qCA5/G4sAo+yCn0TJlSrMsgGh1xF+klEDuw6uGy4oJnhqoVj/hlvyEUgD2Nv3RU6ZIczCFKTNRUsCqvRpMr6WdfXiVXbIgWlLAPqRKD5kaFPTfNHVFTH1aZz4JpQD08Cvv4VVWRrCdaVuIn4dX5fk8UazmocW27Uqgo4lVzYYEdFeiQfKlydI8YhVjqMx0JaUeHpaWBZkklJMeHF+c2leadNR7kUV6z/jrwmHwultGwReDT5bGxRrXVuWub53i+rIzT9Fm1Tl3ZRKyaBsnVu33XB5ZP7jlitWs/bMdCZAACZAACZAACZAACdQygfYQqx9//LGRqRs2bJAPP/ywLDwqWCFZt9xyy7L64E0kQALlEaBYLY8b72oHAh1NrA7a4xBZ9srzJhsSl52F2BpiFTVKv3JHIbNUszI1szKL+POJ1XLihKg89rpvmK3taZmkKBOx/y//w8SM7FYwQ93TrLVGqyFWMbbKzrQMW/3YDP35KJk67FyZ+JvLzLZ+lGpIE9d6b5JYtT8jaeLd9xGmWG2HL2wckgRIgARIgARIgARIoGYItKVYRVbq22+/bYRq3NWpUyfvW5s3b469Z6uttjK7yCBbeZEACbQ+AYrV1mfMEapEoCOK1VODGqFjbv6WqTmKrea/GXO1OdCpHGGZZRkg/CA0UWcV2/fBHHLXLkUQ10/c+qQJPjtjFYLx+qcKNTOzbqs//rrx3kPNsmyHbw+xCoENobps8u9kxu+vke/9+RaztmmlFihWszzBbEMCJEACJEACJEACJEAC5RNoC7GKDNV33nlH3n///UigtkTV30OgakkAbYxSAD7h6srWbbbZRrp168YM1vIfB95JApkIUKxmwsRGbUUA9TwfXPG/0vzmGnPIky3XyhWryID8cXDgE06MtwVhrddYRfYlToxHVubXbjo3PCQJTKpdY1XX167TuW7yfJM5iszKIQMOT30E3IxV3SKfR6w+e+b/hBmoSYdPucFAVi5f+3x4cBXeh6yEvEy6qi1Ws2SeouQCLtSAfSmol4uDt3BlEcFolyVj1S3nkLp4xQYdLWMVh0W99dZb5qAoXiRAAiRAAiRQHwSK9QhH49CUA/KHHJ5CjVuLNfRwZkwDXoU6j0ENxOCAHHMuTlUv50CcoO/S8UrbVDOE1p1fjkiLz1RYozLHrbXYtLXF6nvvvWe+/7Qvn1CFTH3ppZfM/7gHMnZz8F/nToW6qrvssov827/9myA71RaqvkxWZK9ut912tYibMZFAQxCgWG2IZWyMSWDb+a+e+LX8Kzjh3HcYUDli1ZaSoIRapdgq/undD5J6EauI287qRP1MZLDmEZZpbfUJsuuFYls7Tpu3D4VKetLiDq8C66TLrbGq/WQ5DArxLgqk6rEHHhUOYZcHSJt3NcSqzSytdIGWVgBbvcAYWcJZZWiWGquacZz3K0NHEqs48Omggw6SK664QsaPH58XFduTAAmQAAmQQDsRqESs2ofEIPzRweHb35Uy9Gw7zT3fsK0qHouH3jTh9PIiwJLxPG3yzSC5davOL0+gFKuZaEGUvvnmm5Ft/ypU9Ve0WbdunaxZs0bwvSpKBSRdEKwHHHCA4ABTFarur3p/165dpUePHm1+yFUmOGxEAnVOgGK1zhew3sOHaJoXZKne8vTvQrk0pOnTcujuB8vQIEuy29bdwinmFavo+6y7LpY3Pnjb9K2X1sFsbbHq294NKaaZqElr52uHbF7NbsS9adIw7+FVGs+U4JT76UvnmT+6h2YlxRx3eBXm8r1h55gSBr7LjdOusZpWs1TXcPaYn4Zdq7xME5W2gE0Toug8TsIqr7SDttAHGN2/4pHIQVv2umaJI06saj95ygq469GRxOpVV11lvmHFr7xIgARIgARIoH4IVEGslpvtWj+QWj/SLNI0S5vWj7T1R6BYTWWMA6kgVTdu3GjaukIVf4YQXbx4sbz66qup/bkNevbsKb379JYBew8I3/IJVpQQQFvWXs2NmDeQQCIBilU+IO1CAPLr2v+dYwQehNSXBnxBPhNkNvbt0Sc2nnLEavdAzOpBSBhHM2GHN33GbMWe+dBs+dWqJSVjQuhNGjLOZLbmvVTs4T7IvVMPPMZ0AaHmljfw9a1C+MA+e8t/fvnsiFy2pWeSWIWcvOXxu+Wch39phvj9yVdk2s6PtrZwzHJolc5B64Uio/aSYZPk7SAGbM//yeO3x27Jd+NUsWgfpJUkd1XKos2IYtbqj4KyD1jnpDljXIjI0xf8xISPsgPIerVFvr029pqi7YA+e5lt/Hc/db95fvBsTQtq0sbdr1zPvPMiwQ8OUL9WL7tvPHczT7o0sR+tKYus1JEHDjecFwblM/BZwvP2y5Mui5XYac9yJWIV3wjusMMOst9++yUOg+338+fPN23w0/WjjjrKFNePu5L6hRhdvXp1ya3777+/t0/0lXTpfdpv0ny0L71n/fr18uyzz4pvbLz3wAMPhLEOHz48kZPLCKUKPvGJT6QtX+z7Ght4+/rRkghuB74SCeWwQb/gZY+fVIbBZZnEFlzBHRfYI2Z9nuKeD3ueGlMcg7RnWsdw1z3tWUMMiNWdm8vJXZM4FtV+Zsp+2HgjCZBAGxAoFastmYsTZMXwcXKrRjFoisyfOULMLvhICYBCA3vr9jNXDpRx4Y3R99C2MEaTzJ4/QGYF++vxN+qgKfNlworhMq4Z4wySxZOGy1TzV61VYiAyrj9DNm3slvGtv8czyGE3ozMTpyK7Qlv/eCXvFTmLVXpg0GLnfk8buzyBP/s0mmEM3jOtm+IyVlN5hiJ0vgyYpWtmnghPBnOhnIGNoqRdjFh1ObnxG9Tuc2k/s23wafINUe1SAKiligOq9PJJVQjXxx57TF577bWKZt23b18ZOHBgKG59chWv4fsblgaoCDVvJoEIAYpVPhBtTkC350NunheIwySZageXV6ziXpWEEFZH7TPYiDRk9OEkdki81hCrGBfC76bH75L5zX8xY+GCfDtr8NhU6QVB+ezaFeaeEw46OrLNHa/h/fuWP5S4RR/SENLPvpKyRt2HAAK3e9fumU+qB+cfLvh57LNkZ5TajZLiRAwvvrHGNI+LXQX9HX9/KOQMsfutI8YlimRfvEl87DWx49+/zwA5cp/DMwl4ZJrqZa+r/TreR5+Tv3KWl6WPFxru3rOvyfK2SyKU88EuV6xCbp166qlmyBdeeMErNSGExo0bJ4sWLZKDDz7YbEVaunSpuefyyy+Xk046qSTktH6RbXrZZZd5pzp06FCZPXt2JJYdd9wxEct9991nZJfdr28+dlx6D4TYscceK/pnHejOO++UCy64wPwR80a2Aubti8/HaNWqVYbppEmT5Ac/+EE5y2rumzlzphn/wQcfLOnjhBNOMOviu9xxy2GDfsH+oosuku985ztmGB3zlltuMXLdvlyWPrYQiaeffrphA5a49HmaN2+eEddJz4eOpzElMcCzevPNN3tr8X7pS18y47qc0p41jP/6668b4Ww/N+gPl2+d8LqupT6XrfXMlPWg8SYSIIE2IhAnVmN+eKgCMlasuuUBWqZhizCVeIMGLQ6+dqFNQZ42zQmEbPPoQMndKrdGQggk3eygNrxta81tluyVPGN75pciV/1iNYVTEGKJOFUkxfHaRKwWs13daH1r0lJDNhtPn2QPVz3j+kTkaolY9cnY4gj2mnmeSdOqneVqNcUqMlXx971ekKq2WNXf4+/1p556quKvIVtuuaV88YtfNNIUAlX/R8duHVZ8r4LyALxIgAQqJ0CxWjlD9pCTgJ48j8N6cOGwqicDkYjt+nZ2om4J1xqfkGhr1r8cO5ovuxRyDtLt2q9dZE5i//Gwb8r1j98pPbp2kx+OuED+EghQZB7iWvbK87J9kOG62/Z9ZNcgczYtgzbntNmcBGqeQLliFbIMwvChhx7ySlLIn+OPP97Mf86cOWHWJF6HKMJrjzzySEkWZ1q/Ks7sb1gxBsQnhBl+Gn/PPfeEctWVe3ELov1CqPmkL+KaO3eumXOSWIVUnThxYkkdV8i00047TYYMGSI33HBDGAakWnNzc4nEu+666+T8888vW64ic+GII44wnPFNu5u1CqmI6+677w5jwdrccccdMn36dBk5cmRYMqEcNug0TqyC8ZNPPhkR4FnEKmKGdF64cGF4r0pGiM6VK1eWLK9vntoo7j1kpI4dO9asi9un1unF+w8//LAsWVK6+wH9x0l333v6zPjWCe11LbWERWs9MzX/xYoBkkCHJpAkVu2MQ5VsntcsuRVKwoik1HtbMk/Ddo70CrMjrddt8diSFVsaj39slXIad/HPYgtZJDoiwza5Rmy8WE3ilHG8MmusxmWZxsXaIlKL/Eo4txzOlXUtW8SqfXiZci/NNnYzTQvsS9uFa63C1PustNznW8NaqBtbLbGKLFRs61eh6QpVu67qb3/727BMQKVf3g477DDZbbfdImLVl7nauXNn8/0ZZCwvEiCByghQrFbGj3eXQWDfGceE2YW4HRmGow48WtYHW5oXr3pSNLsRJ9TjwrbruU/PD4UnsvKQcYjrmkfmyE9OnGYyRPtu3zuS/WpvE0cNV2zBxtbpz914tslWtUWsbrFPq+lZxnRr/hZkAoP7Yy+vkN+MuTo1o7bmJ9QKAWrGKhg9cc4diVv1W2H4NuuyHLEKmbXnnnvKtddeawQShJCbbadi0CeLcP8hhxwiY8aMiWRkZuk3TqwCGDIaBw8eHMmSzCtWIcwgT235ib779+9vZCNEZZJY1Xa+Oq4au2YeqlDzCWaMqe3jhFvcQ6LZtbjvuOOOM9mRbuZrknDUtXOzefOwQWw+sQox+sYbb5QI5ixiNW4tce+MGTNk2rRpJaK+HLGK2JWhm40Mjnjt3nvvNQeh+bJvcX8esRr3efDF0VrPTJt9weFAJEACZRKIF6vuqeyl4sq915WYVkhFOaZSTaWdfwxb0AV9aLalk1EalWZ+gWkiiEhLO/sx32FbcbIymVPG8VpVrCawsZbIy3Oxh5GzlipWs5YW0CGjmbrxYjVeeheev+ZiSYOWkgXO81PmJ6Nat1VDrOIQKvzg/+OPPzZh+aSqZq+iHZITqnXh+0/sUkIMdtZqXM3VnXbaiQdaVQs+++mwBChWO+zSt9/EITyXNC8tyQrVbc7YkuCML74AACAASURBVH3evMvNyfdaF9WOFvITdS2xpf+TPXY17XR7v9YdRbbroT8/2bzf1KOvvPn+20bYIlt2zx36mq3l3YKsVZQhUKkKwXv0gMEmrqxbqrVWJ6TwqYedUHfCTQ88qrQ2Z/s9Ta0/spagwPNxzYmXZi5d0fqRVX+EcsQqxBuyGpHNpzLTlYPIqkNmop0RmRZ9ln6TxCr6P+OMM0xWo4revGIVogwlDuxyADpHfS9OrMbJuLh5J0k/3KOi2d5On8ZQGeBXyGGbqX1v2tj4Bl3FtzLPwwZj+cQqXj/66KNNNq4tJbOIVWRu4oLUzFp/tlyxGicwweXCCy+U8ePHm2dNObvrkkes4l5kRPsyYN3X09at3Gcmy3PFNiRAAu1JIKnG6kxJrtsZI1abZssSPdo+nFpUgiXX83RkXlE6BrUCEmqCxm9b1xBC8efdMp4u4+JrrKZwyjJeW4hV77q0PHtesZphLVWsuoLZ97pbr9V+8t0M1cKfE8oA6M0q3GPKHZTE1cYft2qIVfwd/O6775rIfdv/8RoyRnHhe9W4XS/lTH333XcXZK2qVIVgxaWiFb+3ywKgbEDSeQflxMB7SKCjEaBY7WgrXqPzRQYqZOobH7xtSgLg+uFnT5Xrn7pPPtd7QChS9fc4uAeH9aAN6o323Lq7HL7Hp8PalHpy+rNn/o/8cfmjRnrqYUWumMWBUlOO+IZ8Zo+D5C+rCrVtTgna40L5gXlBvVJcE44Ya36FGNbyAf+54GeCWrGopYo+9L4axRwJS2vdnvzJISWHZNVD/G0Rox6ilXSAVlvE0VZjlCNWIU2RradZmRBeblZkVqFpzzNLv2li1X0fcaAe5+GHH16CFIcYaZ1X+z7Is2uuuSasA4osxRdffFHOPPPMSG1MV56lxeYGkIVRmkhz+7SzfjE33bruZlam9Wu/Xw4bxBUnViHb0T+27yNbA5I0i1iF4B4xYoTJKEZWBrKTUR/XrddqM0kTq+jr0ksvjWDEwVj4wUFTU1MkE9vOBEbMKl99NXnzilVb3ut8dC2vuOIKI3J9TH1fJ9LWtq2+tnAcEiCBahLogGLV4PMLuyQJV7ZYzTJeBxCrkQxVT6mHisVq8WPhk7feg66q+TFK6KtSsYosVZQAwBWXqapSFb8+//zzpixStS58zwKxqiLVl7nq1lvdZZddWBKgWgvAfjokAYrVDrnstTNpZHz+ODjFHZIUWaeohfqVO843maqou4rsUlw9tuluTnqHSMXBToP2OMScNt87EKrY4o86qrpFW0+nR1s9BAgy9N/vuND0hcOkVMxiTGx/x/W1m841EveFt9bIfeOvl1uCUgQYQ8UpxsKl4lcpIpPxwD57152chFh96a2XEw95qp0npX0iAaO3N7yb6XCq9omwuqPmFasqgOwt0hBvv/jFLyL1KLNIQ3smWftNk5c+sYqyBXvssUcJuAMOOCDcIm/fp4ct2eIYGZaQafahQ7UoVjVD1a5hCtGG2rN2eYM0+RYnVrOyAewksQrhi3qzEKQQrVnEKvrUOrD3339/ePhWXF1ctE8Tq74DvNAfyj5AqNvZHMhQfeutt8IsbN3Crxms9gOWV6ziXreWqq/2apbPVdraVvcrCHsjARJoGwKtIFYzbB+vfsZqUZSmZGXGMtWs0oQDrCoTq87I7nhlitW4bNFo3dK2KQWQlrFqYmqO1rYFFRWhfrFafN9zX6bPh2axtuMBVpWKVZQ5+uCDD8x0NVvV/tWWqvj9in+skCf/Wj2x+slPftIkPUCeJslVxKeCFYdY9erVK9MShY2wVnOaZGZJtnu+bvK3xtfAWTIgODzPztDP1E/wOZ7UPDaSSZ/pPjYigRQCFKt8RNqNAGqoTn34ekHGJMQqsgIHNh1saqBqVimkJbby41AptLlx2LfNPbiwzR9Zqv8KRCgkLA650gxDbG2HHO0W3KeiFfegX1w4RV0zXicOPl3G3PwtMw76mXzEGeaAK5QYwHi3P32/KREAyQrxetQ+g+X0BT+JHLTlQsT28ftXPGL60EtLDWjma9wJ73pivO8k+pknXZpYbuDbd11iyh7o5TthHpIZNWsfav5rRBIjPvD890O/XrLd3T25/j8+e5JXyLrtdC4uHwjLHy74eeKzh9h9seAmLcHwwPJHTDazXhDlEOFjDjuxRIb6eOI+lIXYu/deJbG4c9EGKCmRtnZo65ujbyysGX5osOqcu2LLDMSNZweNZ3riF8ZWVKogr1iFWEOdUT2VHfHoqfeouaoZoPZW8ixfcLL2myZWIcNuuummUPJmEVGIz+4XmYlnnXVWpNQBshKRyZgkVrU2qS+D0ccgCyNk8UIKuzVf45hCzuGbewhLvbDdTE+e1S30afLNHrccNhg7Sazifc0ARUbm/vvvn8g2br7o40c/+pHJfvXVqk0Tq+hXy1XooVUQq7ODY61tqaqZv66kx7g9e/Ys2c5Xjlh1nx/f2rfGM5Pl88k2JEAC7U2gmmIV5UwnyfCpwdnzmQ6vajkoSSl462lmKgXQMra/1ufiICRsLS89tMmMHTOGvTrlidWM43nGL5HPvhg9QrglM7T0sDCbjXtoVOzhXClrmbUUQMkhVQZ78XkJfh8nVsPDsVzpHan1KjJv0nCZWiL1S5/vtv7EVSJWP/zwQ1NbFZddAsCWqVoGwLzWSeSF/+8Fefzxx6s2TXz/t9dee0VKAahktcsCYEA7cxW1Vrt06ZIxDsj/OdI087tyQMY7aqXZM1dOkuaxZUjZWpkA46hJAhSrNbksjR0UpNgl911hts//6uTppt4qpCUyTte8tVb2/+V/mIzVswYXtt7b0gv3rnhlpTmo6p0N75j3sF0fF+qlQlJpvzicSuun4n1IVUhRFbPIXIWAxaVZqBBzyEz95UmXGfHn1nLV8gQ/HvbN2Dqsx1833ghViMpvHHaSqdm6MChHgLIGuJZN/p35FXFjLsjQ1Qsid8iAw81cIOZQxuCch38ZeT+u3IDWS9XGENVf3OfwCD9bMiNr98gBX5DugXzW+MAEDNz5Qcbe9PhdRgDi0kxfV0ii3cyHZhtuvz/5ChmwS3+v6NN1/M5vfhiyRzy7bd/HHKSlshTrA2FuX1rCQNdv4mEnmwPOUJ7h7qfuD+9Ff1OPbWHr8kTfV33teyZGCHj3cueMZ1KFLdYOEh+C3bd2eE3nOG3BzFDSo3avPRb62ePnJ5ou7AxrNxZ3PPD/9mGjTDMczKbPr49XycQSXsgrVrU4vru1HlvNDzzwwFAAurVO3RB0e70Kw6z9polVV0aVI1Z1CzbmBEGGMgCIMy2r0red2563irvzzjvPbF9PY+TbCp60tjo+Dplya5BedtllYm8pTxKO7rg286xsEGeaWEUbMEA5gMsvv1wmTpwYezAYsjdvu+02b83epLqiecQq4tEsVM2kVd4qPVHv1l1T/KDBlbrliFW7jANKHPgOx6r2M5PnawXbkgAJtCeB6orVIL/QHCh0q29KlhirfsYqBkwY27P1vDTE5Dqr5YnVqDyMjmmNZ9cHLcYamKZAUlvy2dNmJ++cB8no0SK3BoswJczCi2GTuCbZ1jKrWA0FaczjHitWY8o2FLqx6vF6a9kWWxmp3j6fs0rEKqQq5CouN1sVItWWqvr+mjVrwp031ZgxdgHttttukcOrIFTd7FWMpXVY8futttrKfL+W6bIzP7GOC4KVDR7gW/F8jm2WScEHIfhxTcJ662cJz6y5OXj+g2djtsi4BQNkSvPUQLrj9tkyf8Cswg9/wmfHzli1n/noDyamrmgyHyoThy352y3TNhNZNqpTAhSrdbpw9Rq21lJF/Ded9lNZFMipr/9mWmL2Z7lzhUS0a7Q+dvovjETDmJ8JpOua9S8bGQfxCbk7IpBeeM0n2hD3zU/cLTikat9d9grrrbqxqdyE+HJPj9esQ2Q82hcO1FIxpodv6fuQe8jg1StJnGldWW27bvL8iMTTQ5jwPgSuK2htYYk2qE9ri1PNBtb+IY6xhq6UxDiQo+48fetox4z1gQzHZTOxX4dgPPK6M0w5h7jxNQMU/biy0uYJ0Z4Wo83MV2dVJXocU7y+74xjTBbtT06cVoLA7t/3zLg3bHXpF8xLdux6UBuY4ErKfE37LOURq76tydq/+57+2T1VHe1VXmG7NaRdnn6TxKpmQNqZs+WIVcQIgYXMRRwoBOGHGpdpYhX3IWMAGaa+Q7s09qeeeipSV9SO114vZPHOnTvX1ODKcsBA3AFI6DPPIUiQ3jNnzhSN02WehQ3GzCJW9VlAe2Q+px0M5mOVJKDzilXEYWfSam1Td5u+vU6+98oRq7pO4I76sWDhHmyh/VbrmUn7+sD3SYAEaoVAtcUq5lVav9TdJt46YtU/djR7tsA9eiI9XnEOzPIsT7liNet47qn2gxY7YjXoyG1jti5HDm0qyCDfvSXi2ckA9a9J+lpmFqs+7rY403iKgtR9Zkpqp/q295fI1fRDyVr7k1iuWP3oo4/ktddeM+HFlQDA61tssUX4PmQrvneZN29e1aaFH9gj+9QVqWllARBA1qxVrO2CYUX5bdZQZPaSQvaq/R6e0akyJdh6vya6fd/I2GHBoXlifrAT3FwQ6aav5uIPGKIH6KHfWQNwIJ72NUVkKn6SodmnQftJzTJ25gikQwcytqkYk1s6oCBzhxXjrRp4dtShCVCsdujlb/vJq0iDLFux9nmT8Wdv20+KCBIKma0qkOy2kGw/GnFBmMGqmaCQVW57tO3RtZup24pt8/ZWcu0T4mrSkOCLvHVBuB573TfCg7KODLJBVQRqM5V6PmkHcTn36QVh3Ve9x5aLcWIVjFS+/vprl5Rky6owtOdr92VnRmL+94y/zovaFn3uHHxjIIvTFYbVEKs2E1vw2tLUFq72ZCAae80YHr5ki8a8YhXlKjQr1SdW7SxhH1d9Py5WWyAjYN/a2nPziVW8b/NyhXqeT3kesQpJBfn14IMPlgzhyxrUA4qQjYhv+CAHIYYuvvhiaW5uDg8uytOvSj5IJ/uCDEMJAJW1+h7kHjI4tUSBGzgOsEJ2pysPIXuR4Wlvoc8iVrUN4pg8ebLst99+5ptnZDwia3TSpElhXVfEoiUQkAkJiQdGyGz9/ve/b6SqK9AQJ7IZ8b99qaAcM2ZMpH9to7JQxaUytw9uQh9ohwxMe9xy2GDcLGIV7TQ2/D5OrOI9ZCPjubGfJ2Tpgile9wnocsQqxtJMWmTTrl692pQpcA8AU7ZafsIev1yxqixQcuDUU081z4d75X1m8nw9YFsSIAESIAES6IgEyhWrb7/9trzzzjsGmS9bFRJVs1btzFUIT3xfUa3ri1/8YiRjddPmTbJ5U6Heqn2Qlf17Hbtbt27SvXvhXJH4C/LeEpqQobMGyPxAaBZ+bqDlIlxJ7kh/I+YhVq16qZG+ouOUStoJsmK4m21v/aBixYSgf9haJ96SP1eLPPvpyAQoVjvy6rfD3FUM2aLQzYyMC8tXt1Tbor9DgpqcqJHqHi6VNE07DrsdJJldH1Xfg7jUC8LWFWZxGZhJMWQRqxBuyOzF5ctateuBqii2xWqaINT4XClpSzqVktjib5cvcIVjpWIVAhrlIHC5mZkqTLEOWlLBx9YWsHZ8ecWq3d4nVjE2MlJV3rvPMuLQ+r9unJoBjOxhlbdpW/njxKrGkHZ/2kc+q1jVGpP2dnK3b8iop59+Osyyg6iDlEP2o32hPuu0adOMdMzbr0o+d2xs3R4d7KnTDEN9P217E4QmRJUrD1UUo18VyVnEKsZFO8g+SFm9kP169tlne0WZHjgFaa0XxBpErHvifVwGrmb9+uqMhl/L+vcPxTOEo+/gJgjhUaNGRcYthw3GzCpW0RbPDkRykljFmkBiQvzGPU/uc1GuWLVLAiADGbGtXLnS+3HSEgy2jC5XrGIAZMC6NXHdgfM8M2lfA/g+CZAACZAACXR0AuWKVWSrImsV0hSXT6Ka1zp3ks6dWsoCoHzA735XKBVXjWvnnXeWYcOGmTjsLFVfOQAtBaC1VrfcckvB/clXsljVe0PBajKVm2SOm5kaZqxWIlb9madmbIrVajxO7CMjAYrVjKDYrDoEVAyhN18tz6RRkP034+EbvOJUBSmE6LeOGCfLg2xYrU0KKblP7/5y3rzLQ1mq7ePEKl7fc4e+gsOXUCoAF8oF2AdSQfq5h0nZGZ+4R/sZtMchsk9QBxT1U90ri1iFJLWzG+3MRs1GhfD8nz/fGWbg2mLVFo1o54tD44rbhq+SEf2687TjKVesoiZq967dw1q0qCF66mEnhKUG8khROz671mqePsAji1h169ZqXVddl7gsVKxJ85trTPZwHHP3WfGJVa0jHFf3Ns8nN6tYzdOnry1EEy7NEK20v3q4H9IY2Y643AxTX/wQdDh1PokROOJ/XyZjPTCpRoyQnjhIrKM9T+U+M9Vgzj5IgARIgARIoJEJlCNWN27cKK+88orBYmerunVVfXVWscvlmWeeqSpS/DAeglQPrdosQcbqxtI6qypeMbjK1V122cWUK0i6SkoBWBmrkfdQ9gLJreGu/UJWqykTIZVmrKLT4UFJApQHCHo1JTZWyIQgDbZvolhlKYCqPmzsrPC5Dz5Am8mCBNqKgJ7MXs4J5pBc9mFHdsyaSfq53gMEJ9ZDrKLOJ7b749JDl/B7tJ1yxDfMIVa+sgJo49vinoWRW+/SvcdXFzSrWLWzTu1MToi1h5r/ag55iusrTyZtXFtbrGJe9sFgttQrV6xqiQbNuNUDmiYcUTjELI8UjStpkKcPd8y4jFW7zIJdJ1VLV7i1dtGvK13teJOePVusQtZraQyf5M/yvLpt2kqslhMb7yklAKGK/93DqciKBEiABEiABEiABEigPALliNV3333XlHtSqYqR7a3/Sb9HPfWlS5eWF2zMXajPjh1PmqXqKwdgZ7OiG9VCO+ywg2y77bbJ8YQ1UoOt9k4pgGht4JZyAHbN3dGBaW0OzqyaYjJZy81YRW3V+MOrYjNW7dirSp2ddWQCFKsdefXrcO7Y8ozLJ0RtufrYyytK2qhQtbdd+8oGQPD9/c2XBJIW8krFXlZckKvIrv3zi0u9pQncA5WyilVX2qIMQd/te5tT5TUrMotYTavjmVWsIp4xN38rzAJWqXhLUJe0ksOrIB1H3/zNMDNZM2zzSFFbVNq88/SB9c6SsYp2NjM9GAxZqEOaPi2awWo/P650teUs2sUdQGWL1e8NO0e+dtO5sWUIsj6vdjuK1XKotd89+AY+y0FW7RchRyYBEiABEiABEiCB+iJQjljFLqP33nsvubZqsQSAm7W6bNky+fOf/1xVSEOGDDEHqIYZq0EuXShZrVqrdp1VFauQqpCryRfKAcyRppmFA6vq6XrmyqAe/1g98KqeImestUyAYrWWV4exlRDQmpU+IQqx13vr7vLyB2+HsgmS9BuHnSQvBbLulqd/l6n+qlsmIG3rfNoyQUBe+8iN8r0/F4qSu4dCZRWruNfNxETmr2ar4v24vuzs0rjMS52HXTPULifgZqyiPYTgkdedEeF9+B6flmeDWrezx/w0DU0kXrterW8rvy0502qs2ver6EQwrSVWtV4qxsDzM3XYuaYObVz9YPfQKhdU3Bq5pQDisphTwcc0oFgtlxzvIwESIAESIAESIAESaAQC5YjVdevWyYYNG0rKAKhExdZ6+8Aq/T1+XbVqlfzxj3+sKrpjjjkmUgrAra8aV28VQXTt2lV69eqVHk89Zn7WY8zpK8EWNUCAYrUGFoEhZCMAiferJ34t9y1/KFGQasbp8KbPyJjDTgw7X7j8UXl01V/ljUC8xh1wpVmvELQ4DAslBCDKjt1niBy6x0GJtUkxEDJVcR174FElk1KZVolY9ZUasDNQ48Rq2un1GmzcwVF43ydW8bp9j/bjzjFuheOyY+NqpCYdFGWPcfx148NMWjv7M02s4hnD1bdYV9cWpmlC2paleGZ6Bs8Q6qe6l/aJddP6vWizIihfodnUceLYV2PVnqstkbN9qqKtKFbLocZ7SIAESIAESIAESIAEGoVAOWLVPrhKywHo9n9fGQA7axUHlt5zzz1Vw4e+cYhrly5dwixVzVxFSQC31iokKy49yAr37bQTKqHyIgESyEqAYjUrKbZrNwIQdz9c8PPwUCYEAvEUVx9VA9WDo/TPL7y1JjVj1T3MSrNgbRGLGpjHHTjcK1khBHH5ygeoFHPlV5aMVVsO2tLRrumJceP68pUR+PTuB5WsqZ3ZameQomGcWMV7trjFnysVq3Yc7sFYeihZXC1SW/S6bdLEKsbdbfs+4frZrNPEatKBXjZozbpGTVz3ijugTNv5xKqbybtw/A2hGM77oaVYzUuM7UmABEiABEiABEiABBqJQDliFQdXQVC6B1fZcjUuYxWvY0wI1mpc++yzjxx++OEmnrRSADh0S4Wq/orsWhxgxYsESCA7AYrV7KzYsh0I2BmDkHUnHHS02daPQ3twpcnVPCFDquLac4e+5lccfHXel882kgqZjCteWSlPrHoqzJhF+8lHnBHJToU0m9/8F/nVydPFFpf2ye3uYUYqyzDmusnzpdvW3cKwdf625LTrcbqyz85edLeh2ywhZN0Y7W3lbh1YBKTi0I1Rg407MCppDXwZq3YcyD62sz7duq7u/MHmrLsuNtmqvoPC4sQq7luz/mVzONpVX/teuHZxtVp9c0JsvWYMN2+5wlvb69r5+KINDnfTkhG+udv9L5v8uzAMW0S79+X5DFCs5qHFtiRAAiRAAiRAAiRAAo1GoByxumbNmsT6qnZJAP29ndn6zjvvyNNPPy0rVqwQyM5yLvR34IEHygEHHCBbbbWVEau4fLVVVajaJQFUrKKfPn36lBMC7yGBDkuAYrXDLn19TFzF24UHj4gcAgSRhNqicVv6y5mdfbJ92v3Iipz79AK5/qn75JM9dpUfjbhA9u69l9iCSzNmNVMWf/7lSZeZdriQ5Xn943eGW9bxmi1rIdnQP+SxliOY/JWzzL0Y546/PyQqaRHPefMuL+kLJQz0HtwHsQh5qNwg4Xp07SYaox7wdcphJ0QQYB30QDCfUNbGOn+08WVk2p3aotfHG/Jx4uDTI6IZ7SAwLwnmjzINuBAzDhrD9atVS8yveF7+M5DitqTG67Z4jltjldj2nLVtWiauzt99XnW9/3PBz8x6IuZvHHRsZG2w3m6ZC6wPnq3lL6+UGQ/fEHnetX4wyk64GclZ+Pvmn0esXnddoczB+PHjvSiT3v/nP/8pd9xxR9wSyMknn2xOul+8eLH5Hyff49L7Bg0aJPjfve68807z0kknnRR5C4c8IR4c9OSLt9x+ERvGRG0sXEcffbSJ3T5QSvvWOaXNHf3ofHX+PlBxDNAWMd1///2CgxRw+MDnP//5krhi4Wd8A0yxhhgHFw5IQEwu+6uuusq87q5X2prYYTz33HMyf/582X///eWoo0rLrGC+q1ev9kber1+/kpgyTpHNSIAESIAESIAEOiCBcsTq2rWFcmKxZQCsg6vsMgB2hivuR0mA119/vSzqe++9t+DQKjcDVTNXIVNRCmDzJv9BVhSrZWHnTSRQ+OwHH6DNZEECtUpAxSpE0akHHiMDmw6WtwOxhsxRZPbhdfuwqnLmoX38ZszVofTM2g+E1i2P3y3Ynq5b1iE5/xLEtz54T699+uxVUjpAsyTdsfpu39tkyaKftze8G77dvet2YXy49y+BJNVarogDGbXuZd9jvwepuTyo6Wlfvhj1fQhZ+9IYfZy0b185BLt93PzRxlemwB0L92Msm/P2QbbvkAGHx26Fd+fhi3/ALv2NkI1rmxSbzkn7SJqvuzbueuu96AvPPDJq454VvO7en4Wh218esfrAAw/IqaeeKldccUWJrITEPP/88+WWW27xijAIw2OPPVYOPvhg6dGjR8m8pk2bJvvtt59Ayl122WXhN5h6H+558sknIwITnZxwQuEHAnfffXekT4i3Cy64wGyxeuqpp4y0ta9y+oX8nDNnjowcOVI+9alPCUThTTfdZLqdN2+eiR+X9n3fffcZuZg2dzt+nf/QoUMj8WIeS5cuNWPfcMMN4XuI4fjjjzfvjR071swzLi7fs5/1NchhfOPes2dPs44QyXgNPDAu4tZrxx13lIsuuiiUxfp62prYsYD13LlzzXhLlhR+eGJfWHfMGc+TeyFr4wc/+EHWqbEdCZAACZAACZBABydQjli1SwHY4jSsr+qIVTdrFYIVF76/jvthcdqy4PtM/BA6TqxCsG7cFGTDBvZHM1aNbLUyW3EvSwGkkeb7JFBKgGKVT0VNE4AsOvPOixIzU3ULf97sVXvr/w+DrEA9sKgcIBBqP/rDL+RLA77gPbiqnD55Dwm0NYE8YhWxnXHGGfLQQw+Z/1VWqnSDeLOlnz0XVzbGzTNOrKK9KxXxWpxYxevIqHz44YeNDNaMUB1X48naL0QdJKotUHEvJOaRRx5pskQffPBB032cWFXRmrTG7vzttj55rYLRFxeEa3Nzs1dI533OVHS6chuydOLEiRGhHidW09ZEYwLTQw45RM4++2wj2X3c4tY977zYngRIgARIgARIgATKEavIMv3oo49MxmqSWIW09ElVFav4XhXlAMq5jjjiCBkwoLCLz66tGh5cFQhUu+6qXSLAbo8yAvj+jRcJkEB2AhSr2VmxZTsSQPbgkualJoJ/rV9rshT33aWwpR6ZlgtX/K8pDYCT2PVCnU37wtbpv7/5kvQutkHbbxx2UlVFKOL0ZSu2IzoOTQKZCeQVqyq9kCmoWaIq93wZpRpIpWIVUhUZjG5GrE+wQfQedNBBRshhXNzjZj1qPFn6xZz33HNPbxYm5odMg1mzZsns2bNNJmdriVWMZUvLNKbKwZc9mvkBKTYEZ2TNqjy273e3/vvEapY10T41sxXP07hx44wgl1YVDwAAIABJREFUtzNi0Y5iNe8Ksj0JkAAJkAAJkEAcgXLE6htvvCEbNmwoEasQqbZstcUqBCsuLQeA3//lL38xPwQv5zrmmGNk1113NbeqKMXv7Tqqbm1Vt8Yq/rz11lubXUK8SIAEshOgWM3Oii1rnAC2wy8Ktob/PahH+ezaFebwKZWvy155Xt58/23ZvWdf81rSdvEanybDI4FWI5BXrCIQO0sRf0ZG6LXXXptY1zJNAuoE4zJWIUlnzJhhtn/bAtcn2JBdivaQqSr0XCFrx5PWr873kUceCbf7Jy1Ia4lV7VdZaxbtypWlJUE0PmQYox6sT4jmeah0XSBptXZs3P0+sZplTbS/L33pS0aMY0xl/8ILL0TKQFCs5lk9tiUBEiABEiABEkgiUI5YxQ/e33vvvUSJCoGaJlZfeukl+d3vWg6ozbpSTU1NZteUylq7HICdpZpFrG677bZm9xUvEiCB7AQoVrOzYksSIAESaGgC5YhVANEsVfzezl6Ng6VSUOuA2u1sUZckVnEoEcoNuNmy6MuusTpw4EBTB1TrbNqiTse15Wdav0nb833zzVtj9ZRTTgmltC0w7b4hiJGxi2+iccgBMmOzyMW8sSc97OA5c+ZM0wQZvNh+hoOl3MOlfGI1y5qgX1eEa7awK+4xdwhjSH374sFVDf3lipMjARIgARIggVYhUI5Yff/9982hoW4pAJOxGlNf1ZexivtxHsDjjz+eeW7duneTUSePMlJVj8/JIlbRRmus2u0hVbfZZpvM47MhCZAAD6/iM0ACVSXw2muvyauvvio777yzbBf8hfRu8Jcsfm1+8UXZLvjp37bbbRe+v9NOO8mLgQzYOfhV2yEYu632oUHiHoyB17cJ+tL78b72gV/RbtmyZWZMXMuCU7X3DQ7T0fGbdt89bP9q0N+7wU9YcWnc6Nu+0Je+h/jwe1wY5/133zUx47X3gt/rfPB79KttETPG2j3YymtfqFU5ZsyY8CWdH17Q9joXxK9j2PPXOWBeysJmBSa+C2sFRjp/5YK29rohZrDWX9Fex0JsyIbEHHQcjF2PV7liVeuqYs52vdU4BkkHOOnBVbg3SayiQL9mMOoBWq5c1AO27AOrfFmPrvxM6jevnIwTqz6pjDljXvjfnr8eXqWHVkFkopYpJDSkKq62FqsYE+s+f/58+dOf/mTWHfFBdKvsRRtXrGZdE9xrZ7bqs4T6rlhPO+s27vAqHlxVj1+FGDMJkAAJkAAJtC+BcsQqskJxgFXStv8sGasffPCB2Y31XPBvt6xnjG8X/PsIh1btvffeoRAtV6xiHr179w4zXytbiddk3qThsmDYfJk5oj7/bVTZ/Hl3RyLAjNWOtNqca6sTwF/ErwV/qb4SCLsjgmy6u3GYy1lnyYvBoTFPBPJtl0A+Dg5ev/aaa8zp2XqK9i/+67/k7P/7f2VRULAcWWg4ZAbX0UcfbQSpXl//+tcFY+y7777m/29OmiQnnHSSHPqZz8iVwVZZ9D8c9wR/GUPyvRvIzVVBXxdfcom577lnn5VjgvchFPE++sDv77//fjn99NPlxhtvlKHIPAva6PVA8B6uVwIpComKbLPfBa/tF/wFjnhmBdu+9TW0w7zRH4Ql4gELtIVsBI+fFbPctP9LgxPgEZ9eEJhLgvpCiB3joaaijo9fMZ8TTjwxMn9kq+0fzAWCE8IV900IxBPmDEH6bMAQXHE98cQTcuihh5rfY/6Ic34Q70677GK4azv9PdYTa4Yt4lO+/325KzhxHmOpRMX7uBfx4psg9A0u9XiVK1Yx1yxiT5lUoxSAykf7AK1vfvObZgjNWMV7yOz0XSpj8Z4vnrh+VbrastbtH5mVKjyrXQpAx3ezNiEcceCBWz/Wji2pjX2Al96DgxjyXHqg1qTg65JmCLtiNeuaYNz+/fsbWeu77FIMeZ69PPNhWxIgARIgARIggY5HoByxCkr4vunjjz+OHF6Vt8Yq/p2C7zHLuSBX9fvjcmusIt7MCSKvzZNJw6fK4mKwg6Y4AhXvz2mSmd89wD8dvD9VZMrMQbI4ELArJiyRuKbl8AjveeZKmdQ81pG7z8iVk5pl7MwR4irfZ64cKLMG6FwKcniqTlJGy+wl3xXM6LV5k2S4vjF6tiwpBh953WovQRwDx91aCGvQFJlvxg7iGDhOiq8qSZkyf6a0uGi0mSUDzGtZ2ldEizeXSYBitUxwvI0EfARUrL4TZDRCWL73zjsy8LDDjOh7IZB/kG4qDNHm2UB0fjZ4Db9fFdQN3DkQdBCcEIuQoBCIkJQq+2yxivEhaLft1k2mT58ufw2kIgQiMidVvmJcyFvITGSGQvx9/+KL5Ymgf2SGIusSIvLuu+4y4079f/9PugWiEe0hPPEapCP6xD0QmPg93lOxqmIU/S8Jtq1gDi8EgnLPQGRCrOKCeMR8Xg0kJITypwM5q5crVvG6Hk6j80acmAf6xgUu9vxVZqIvjI0L4gyiCeMiw1RlKvgvWrRIvvrVr5p2kKuQ1wMDOQ2xjHnhwn0TA9kNKQ5Z9efgGx18w4IMXAhv9A2pCqmMC7J5j2DO6Pv666+vyw9IPYpV+wAthQ6xqtvGIfnc7emQ5PbhSz6xGtevbk+PqyOLz9jgwYPDOrPVFquYo27Dt+ViFuGLZxVb9t3Dn9An5ouvR/al35zbr+l83Dq12saVnLZYzbMmmtkKzp/4xCcicZ122mnm65DKW4rVuvxyw6BJgARIgARIoCYJlCtW3wn+3Yd/Z2BLvmau4vf6v5uxqodW6a8oJ3DHHXfIRx99VBaXLbfc0pSTQgarilXNXNVDqux6q77XugX/rsT/qZeRhBJKxkAzlmanBv/WfC1IrInNVQ3FaqncTB0/YwOVnBHpq0I4lJtWZ0X5GbaPxFiYoxHAfVUKF2KHjF0wrPj68BUywZavC4YFErVJ5oRytNC+Rd62jI94p8qUiARG23G3DnJka+EeX/uMaNisygQoVqsMlN11bAKQbX8PxApk5S7BXySQGP/13/8tJwY1AJsDKYn3kEkJCYm/9CBKIQOR5QkJunsg5iBSsd0dr0HoQeRp1iZkKC6Vs18PBONfAuH3mUDO4h6MgTHRF8bABZmCTFgVgOgTYvCRYOsuLgiKu4LMToyxX1AuQPvTn1YigxTCEdIQbTCHTwbtNBZIT/SpWZuYlx2jxo4Mz6ODGoz3B6em2xmdPrEKjhC8EM5NwZiQu/g9MkWROYsLc0TsaAvhq++D107B/2Ch7ezSBujvoeAexIU5YJ6YE+7HOmEsXGCLeZsSCMW1wjdayh480a9yRFYrsl/Rt13aoJ4+EfUoVsFXJRx+j23zEKuaPekedGS3VzEZl0Hr6xf3a03PhQsXRg5Rwnua6aqHarWGWIWgxAEFqIFlb4nHM4nX7K34+vwhWxU/nEjKtM36rCKT1FdLV+Oy5a0tVvOsSdJBW+5BXRSrWVeO7UiABEiABEiABNIIlCtWka2KrFWfWLXrrGoWqy1WIUD/8Ic/yItBebVKrr59+8rw4cNNDLZEVdG6cdNGkc1iaqtqjVVbvuL7ti5duqSGEIpEOxk1+HfVM8GdB6AkWiSbtSXL03590OjRQQ28ASUZqwWRiBBGy5QpzbKiaWYhkzWmT28suL2YqTolUJUtsrKYqTpFZKrJlrWlLrJBF8iAYMwFKjedbNdQZA5aXMy2VbE6SZrH2lmmRYQx8tjPDxnALVLW9ADRuyBg1LwAwVpZrMrDaZ+6cmzQWgQoVluLLPslARLIRMCtsZrpJjZqFQL1KlYBQ7eYq1iFZDzwwAPlhhtu8LKCHBw5cqTJ3kwqTeD2i860pmzPnj1NrVNkMkMqzpo1y2Qs29mseWuson89wCupnqv2e9FFFwmkKS5ky44YMUIQ1/nnn28yPePiquQB0uxYsMZhWxgHTDBvlNCw6+zaYjXrmmA+Bx10kMk6Hz9+fEmoblYwxWolq8l7SYAESIAESIAEbALlilX0sW7durAcQCRb1TnAClIVF3ZQIdFjzZo1gmSArHVV41YM/SJ5ZNdddzV17vE9IS5brG7etNlIVzdjFRmvuCf9srem+1pH3zdZoyZrM7rl3/u6BCJx1oDINvkgLTYQq3F9pme7erM6PcJTZefY5pas0ZJ7jegcVtj2b4ne0SZGDwu3DEFCtmypbC2I3mFLxkpzoWZCRKzGCuX0BWSLViBAsdoKUNklCZAACdQjgUrEqm7L1l+T5g8xdklQV9c+qMrXHgLvtttuC2umJt0HgThu3DjBgUWQcai3OmHChJIyADoOpOXf/vY3I16z9mvPDePhz8iYxjfCuCBqzzzzzLC+FV5z+9Y/J/FRLu783Xswh0cffVRmz54dZs66cfXo0UOGBNnUblyVPp8Qu3hetIYtxsH8IUXtrfuQnpCvKCuQdU1GjRplJPXPfvazkjIAGjeE96c+9SkzXp5nr9J5834SIAESIAESIIHGJlCJWP3www+NLI0rBQDZigsl4/7617+GOwBbi2ivXr3kM0G5M+zQQ0yaxaoZqypXIV4hYbfaaqsMoWBLfKnoC28skZZFQTh/gMyys0Q9NVaHLShuqS9KysgW+0iGqUrHQr3TpCuTWLWEqd0+VqwOW2AJYKsUQCSDN6HGLMYLBTKiL51Pizj18c4+/wwLyiZVIECxWgWI7IIESIAEGoFAJWK1EebPOZAACZAACZAACZAACXRsApWIVZCDWEWdVDtjFb/fsGGDrFixwuzywQ/CK81OzbNKOFR1t912kwEDBkjXrl0jZQIgVyFU8UPyrFfiVnZXoKo0rGGx2lJ+oIWAqbPaNCdy8JWK1mh5AXhRK5MVXaTWj3XEqHt/2qFWJe2zrhzbtRYBitXWIst+SYAESKDOCFCs1tmCMVwSIAESIAESIAESIIGqEqhUrEKqvvHGG4JaqrhwqBXOg3j++edNbdP2vCB499prL9k9OCOje/fuYYkAZLZmqa0axp54eNUa6xT7wgFL9VAKQOcWyVJ1BGkolIOSBZOax4aHTNn3GEnbPKVYzkB7dUQq+p3TJDOL9QOSt/WXZqyyDEB7for8Y1Os1t6aMCISIAESaBcCFKvtgp2DkgAJkAAJkAAJkAAJ1AiBSsWqytSVK1eaklDvBwf4trdQddFC+m6zzTayzz77mCzWbt265adv5Ko5ZcpcJsNzRHBwFa4qHV41enTQ/7Bi/dK8h1cV48pUCsCafbQ9pOZwmbo4nGQoTI0w1jdGzy7UXXWYFMEU7rHfG2SL15TSCuK+n9Y+/1LyjsoJUKxWzpA9kAAJkEBDEKBYbYhl5CRIgARIgARIgARIgATKJFANsYrt9b///e/lxRdfLDOKtrmtX79+MmzYMFO2oPYuCsTaWxNGFEeAYpXPBgmQAAmQgCFAscoHgQRIgARIgARIgARIoCMTqIZYBT/UVEVfKAVQi9d2220nOGQUNVdr5krKgq2ZIBkICZQSoFjlU0ECJEACJEACJEACJEACJEACJEACJNDhCVRLrALkq6++KvPmzavJUgAjRoyQnXfeucOvNwGQQDUIUKxWgyL7IAESIAESIAESIAESIAESIAESIAESqGsC1RSrALF8+XJ5+OGHa4rJEUccYeqr8iIBEqgOAYrV6nBkLyRAAiRAAiRAAiRAAiRAAiRAAiRAAnVMoNpiFSjWrl0rCxYsMOUB2vPCtn/UVO3Tp097hsGxSaDhCFCsNtySckIkQAIkQAIkQAIkQAIkQAIkQAIkQAJ5CbSGWEUM69evl/nz58tbb72VN6SqtN9xxx3ly1/+smy//fZV6Y+dkAAJtBCgWOXTQAIkQAIkQAIkQAIkQAIkQAIkQAIk0OEJtJZYBdgPP/xQFi1aJKtWrWpTznvssYd88YtflC5durTpuByMBDoKAYrVjrLSnCcJkAAJkAAJkAAJkAAJkAAJkAAJkEAsgdYUqzpoc3OzLF261Bxu1ZrXTjvtJIcccog0NTW15jDsmwQ6PAGK1Q7/CBAACZAACZAACZAACZAACZAACZAACZBAW4hVpfzSSy8Zwfqvf/2rquB33XVXI1TxKy8SIIHWJ0Cx2vqMOQIJkAAJkAAJkAAJkAAJkAAJkAAJkECNE2hLsaoo3n77bUEWK0oE4KCrzZs356LUqVMn6d27t8lMxf/du3fPdT8bkwAJVEaAYrUyfrybBEiABEiABEiABEiABEiABEiABEigAQi0h1i1sX3wwQdGsK5bt07ee++9yP9ot+2220b+79Wrl6CG6tZbb93m9B+7vJMMurBl2JG3rpF7T+nT5nG0+oBrb5Pj+jbLBZsvkM/Zg5nXR8vnFm+WCyJvtHpEHKDGCFCs1tiCMBwSIAESIAESIAESIAESIAESIAESIIG2J9DeYrXtZ1zOiGvltuP6yujPLZbNoVF8TC7vNEgea1S56sEEsbxoKKVqOU9Qo91DsdpoK8r5kAAJkAAJkAAJkAAJkAAJkAAJkAAJ5CZAsZqObO1tx0nf206RNfeeIpH81Mcul8CtymI3szO9S7YggbomQLFa18vH4EmABEiABEiABEiABEiABEiABEiABKpBgGI1nSIyNS9vyrDt34hWrRUwUm5dc6+YSgHYQj+xOdhWf6FcOFdk+uI10nT5RGkOttNfWHjBZMIagTs6+LNexddL73ezRosZtXqr3mf6SXivuLW/5bZiv24pgLh2xb6bT7lVHhs9Wgr9TKdoTn+k6r4FxWrdLyEnQAIkQAIkQAIkQAIkQAIkQAIkQAIkUCkBitU0ggUx2XxByhZ4Ix9vk1NUptrZrEUxGZjWYk3WouyUW1uyYN3sV/PnxwpyVgq1TVvuj8ZshGzzBcUyBdF4TV1Y0RIGhfduOwVxSHRetkyNiNVCyYPAlhbqqkbqrLrz8JVMSOPL9+uRAMVqPa4aYyYBEiABEiABEiABEiABEiABEiABEqgqAYrVNJzZxGpUbhb6DGuSNjnStZjpWRCccYdfQWheLk2hWLWkrRNyIdMV3rWYIRu+b/Whw5jsWZFr7x0qi1A31pa7ep8tViF4L2+KlEFomWuTJWoLA/g4pBHm+/VHgGK1/taMEZMACZAACZAACZAACZAACZAACZAACVSZAMVqOtAspQBMZqhWAbC6HIks1aGLgozTZrkgrMUaJ2sL2aEt3RTLCZiMVfv+0pijZQTs+3SLvn2Pbtd3ygSMLGbQWmK1KZINW+jDFat2Ni/Favrz1AgtKFYbYRU5BxIgARIgARIgARIgARIgARIgARIggYoIUKxmwOfJ2iwaxnD7f9P/2FvunT7dmqVam9QqL1CadepmrCaLVXtEI3kfCyTptSIT7fIEiVMtSN3HXBGcIWOVYjXDM9RgTShWG2xBOR0SIAESIAESIAESIAESIAESIAESIIH8BChWszDz1Q4tZpfaB0xFJKZVm9SUAkjOWI3WQi2UERh0YbaMVfdeO2vU+95tpwRb+5vkf+zaqbbsjcSbXmOVYjXLM9RYbShWG2s9ORsSIAESIAESIAESIAESIAESIAESIIEyCFCsZofmbvc32/ztGqnmwKmWjfzTIwc+pZUCiJYBmL54jTRdXjxoqqSUgBuzs6VfdKs/2sVs9zdvFQ7FmqvdRSSxFa/TLpxXXOZteJBWdrZsWV8EKFbra70YLQmQAAmQAAmQAAmQAAmQAAmQAAmQQCsQoFhtBajskgQanADFaoMvMKdHAiRAAiRAAiRAAiRAAiRAAiRAAiSQToBiNZ0RW5AACUQJUKzyiSABEiABEiABEiABEiABEiABEiABEujwBChWO/wjQAAkkJsAxWpuZLyBBEiABEiABEiABEiABEiABEiABEig0QhQrDbainI+JND6BChWW58xRyABEiABEiABEiABEiABEiABEiABEqhxAhSrNb5ADI8EapBAp/fuG725BuNiSCRAAiRAAiRAAiRAAvVEoFMQbPhdJf6QcKW8Hb0zvXGn9CZBl5katQwd2xyT7Jw3xEL7CKMqLW4YZ/L8wCj7N/3O/OJCzYo0a7usDw0mkrVPbzv/zdmeIzfIrIGkrLfpJkNfGZqYfnIwyjXvsp9h3BgTfKY5ZcOT+1OVa/Jpa5h1IsV+EllafWXtNseznpVTtMsqfV3P+qynBqkPedBhVkapX2Navkrm+5qZ8etC7jhz3+CZoefvrFS2ngZV+6xUY04Zv16WM8+y7sHfmdn/hvUPUUtcGi2WHH8hlrX+wZegt6ZX/ASUOTRvIwESIAESIAESIAESaBgCeb4Pz9M2A6Bc/97LOnbWdnn+fZenzwzzNk0y9tkp67/7srbD2JnaBgFm9LTJU7YmmtUTxLbzBBS0NYzSrpI+My5AWr/mIc7QV4YmYT+Z2gatE9s5b2bss3S6uDHmgcnaZ9gu5cHL2h+IZ/5gpC0gOtsiQyOrSWyczkOWdT4l7dBPTEwZ+4w2S7kpY5+Fxzxj49Rmxc9NarssS+PMNtPXt7jHOiagrH2G4VZlYsUgszBIaNO5hmLJ85df4rSrNSd8zhpJrFZjPpm/SUh5MLP8xZz2bGf9piGtn/j3O62fUfETUP7ovJMESIAESIAESIAESKD+CeSRTZm/v9WGyf/w2Rw065z6fXexr6xjJ7ZzZEVFfWa9OeYRCW9P7icbo+K/CzsnyBg7jEyhB402B4uTuj5pHwFnsExj63zcvv3zy8dI+8waSMr8wsFT/pGfabh8z3ryvMvkXjLdmM9ypvkUO8v4rJt/2WZ83jYHk++c/sUj7eEsvG9A5hCrqV9jipPIOh9vu5jPcsY+o81SbsrYZ2F9MjTO0KQgsgJOm4PPTcY1j19MZ7ZYzix9xnL3//AmX5yZIGR4PjN+TU/qKfMXyLRwqhBLmI5fqRStIb55vnAlIq7GnKqxRuaLYvYvxrFzqkYf1Yol+dnutPknFKtpH3++TwIkQAIkQAIkQAIkkEIgz79x8rTNAj5Pf1kzhhL/UW29mef7fm+ceYL3wAhvr2Y2WcZslUyhB6w6AVKlV5nlF0rWO+EfjWU9G5kgFCYPObEphoVJG81gclKHsx7I1LbFNUls57yZtc+S5S5mFrqv5+kv67OedR0RS7Wy8Az2jJ+b1H/nOxPIysjbLiFjdfPGIJJNOT6YVfoak0uspn3taL2M1axJtf52FWZnh6uS4WtC6gpWSZTl2hqSFFQ15pTnQ54WS9ozlgo4aJDjhyqx3WX9oKfFU41+Klmj4GvKpvey/OWSNpEq9mG+2OMv4Yxj5m/W6eBJ/Vuv9/zx8A4SIAESIAESIAESIAESqPI31GUArca/TTIN2zYDZR4la0P8CyJr20wc0hpVazB/4LmmU04owQCdttpCttplW9kcJ1fbFmgL8HLmk7Zcrfp+9QKumivK9QC1Khyn8zhWG+XDrv1k05Y9g/Z55Gr22HXk9Zs6myf74yCz9L2N+H12/bApkCEbpEsbfTKyx5WdQrktq/eMFyKopbmVy4T31TqBzZs3yZadt5UtdjrHkqu1HnVl8W23ZWfpip8fy/gD+CmrjCXvJgESIAESIAESIAESIAESqBsC7fDPHwzZdUvp0q+7bN7YDuPXzdrUcaA1uaz+oDoF2aofbbu3SJddAuDIXK3Vqyah1iosxkUC7Uxgk2zRaVvZts8FwQ8Q32nnWNpmeGxEMT9X23LCp/jVqm2YcxQSIAESIAESIAESIAESIIEOSMDU8wzEatfduseXA+iAXDjldiKw+WPZsM1esrHLzkGmVetkrLbTzDgsCZBAOxHYHPzApkvn7WTb3ud1GLGqqClW2+mh47AkQAIkQAIkQAIkQAIkQAIdgwDFasdY57qZJcVq3SwVAyWBeiFAsVovK8U4SYAESIAESIAESIAESIAESKDOCFCs1tmCNXq4FKuNvsKcHwm0OQGK1TZHzgFJgARIgARIgARIgARIgARIoGMQoFjtGOtcN7OkWK2bpWKgJFAvBChW62WlGCcJkAAJkAAJkAAJkAAJkAAJ1BkBitU6W7BGD5ditdFXmPMjgTYnQLHa5sg5IAmQAAmQAAmQAAmQAAmQAAl0DAIUqx1jnetmlhSrdbNUDJQE6oUAxWq9rBTjJAESIAESIAESIAESIAESIIE6I0CxWmcL1ujhUqw2+gpzfiTQ5gQoVtscOQckARIgARIgARIgARIgARIggY5BgGK1Y6xz3cySYrVuloqBkkC9EKBYrZeVYpwkQAIkQAIkQAIkQAIkQAIkUGcEKFbrbMEaPVyK1UZfYc6PBNqcAMVqmyPngCRAAiRAAiRAAiRAAiRAAiTQMQhQrHaMda6bWVKs1s1SMVASqBcCFKv1slKMkwRIgARIgARIgARIgARIgATqjADFap0tWKOHS7Ha6CvM+ZFAmxOgWG1z5ByQBEiABEiABEiABEiABEiABDoGAYrVjrHOdTNLitW6WSoGSgL1QoBitV5WinGSAAmQAAmQAAmQAAmQAAmQQJ0RoFitswVr9HApVht9hTk/EmhzAhSrbY6cA5IACZAACZAACZAACZAACZBAxyBAsdox1rluZkmxWjdLxUBJoF4IdGixum7dus31slCMkwRIgARIgARIgARIgARIgARIgARIgARIgARIgARqgUAnitVaWAbGQAIkQAIkQAIkQAIkQAIkQAIkQAIkQAIkQAIkUE8EKFbrabUYKwmQAAmQAAmQAAmQAAmQAAmQAAmQAAmQAAmQQE0QoFitiWVgECRAAiRAAiRAAiRAAiRAAiRAAiRAAiRAAiRAAvVEgGK1nlaLsZIACZAACZAACZAACZAACZAACZAACZAACZAACdQEAYrVmlgGBkECJEACJEACJEACJEACJEACJEACJEACJEACJFBPBChW62m1GCsJkAAJkAAJkAAJkAAJkAAJkAAJkAAJkAAJkEBNEKBYrYllYBAkQAIkQAIkQAIkQAIkQAIkQAIkQAIkQAIkQAL1RIBitZ5Wi7GSAAmVZZmlAAAgAElEQVSQAAmQAAmQAAmQAAmQAAmQAAmQAAmQAAnUBAGK1ZpYBgZBAiRAAiRAAiRAAiRAAiRAAiRAAiRAAiRAAiRQTwQoVutptRgrCZAACZAACZAACZAACZAACZAACZAACZAACZBATRCgWK2JZWAQJEACJEACJEACJEACJEACJEACJEACJEACJEAC9USAYrWeVouxkgAJkAAJkAAJkAAJkAAJkAAJkAAJkAAJkAAJ1AQBitWaWAYGQQIkQAIkQAIkQAIkQAIkQAIkQAIkQAIkQAIkUE8E6lSsviTXzFgt9+zVT35/3K71xJuxkgAJkAAJkAAJkAAJkAAJkAAJkAAJkAAJkAAJNACBCsVqQXCuHryvTP/s9h4cae+XSfAfz8pXnu2ZIlXXywM3LJMZ60rHGBgbL9oWYpaRn5Wz9i4zPtz2+j/kwtlvy9Bxn5ajdqygn+DWdX/+q4x6trvcfsbe0itHV8/dfbUs2/dcOWG/9JvyjZGVUdZ26fFFWjx3t1y9bF85N8vEll0jXzlX5OrfnyX7ZhpmmVwT3HAP2g6cLLdPPyoX80xDtEqjQtzBROWsbBONiQL93Cj9b58uR8U8bOseuFBGLRpaYAO+N/avCqdl13xFzpWr5feVTSCd7roH5MJRi2RowhzTO2ELEiABEiABEiABEiABEiABEiABEiCBjk6gOmK1VxfpN/jTjohsEZvJIjP/Eqx7fb302tEncu2+CuOvHOwK0laSvfmnkfmOfNJTu31O7r56mex77gmSwauWLW8zT6KKDfMIY8krVqsoCqs45TbsKl2sRoKpR14Uq234PHEoEiABEiABEiABEiABEiABEiABEmhcAlURqzK4l6xes51Mt7flI2Nz7ofST96R1fvbGa3FbfzK1NrObwTimu4yed26MNPUlrLL7v1zkNFmbf9PzAqNE6vFDNA1fUzGK/r8Y98g/kfWyRLpIpPH9ZGVszVjFbGulf6Du8qMR94pRtxNrp68f0v2I7Jn5xbfs0sTRGIr9jOyuyyai3GCq1evaAaq3Y8ZqWWcssRqnqzOYDR3DHC5MeDSL+BisjeD6/gwi9fJRDVz9c2rNGPVjPPIR36WmT5n+YSxK1ZNtuXKoTJ59QyZYRYCiam3y/QgPdO8py9ivsXsz+jrx1vZr5CQf5T+k1fLDNwXZLj+99BF8n9Wnh7kXZ4r5xbBoZ9TXrT6Pj6alRntf6BMtjIpk96L4rIzVotydHK/IK5w9SJZuyY7VN8SnZOVravz7x1kd/5YZGi/gBfaB7Hf3v/GQsbq6StlVNhJoY/edjarCdDNpF0nD1w4qsg+Olc3YzWZe5BVmzC/wrqHE0TgLfMvEavReWOOLVmzSe9lemDZiARIgARIgARIgARIgARIgARIgARIoEEJVEesjtxX+j+yWnY/o0U4QqDd1muv4PVlsigUq65oK8hPfV+lWyjwjGzcEMjOwnb61hKr5z5vy1I7xqIEDiVoMQu3V1HulshTq4SA5717LFlq5rKuKFedeWo5Aq0hW45YzZXVGTzcPrF67vMQzQX2hbXpWpTKpYwKpROi6+mWVYj24faZ8ROWUxh7xWogQVWaFt5f3SIznQzMgtzrF0q56J+L0s0ScSoDS6SstnGkXmRbvfGQVukCN9s2MfvWFatBOYOwlEFRZvYrCEN3zOifnYxVE+8MCQAZ+YwrqRRAyXwcsWrLU7dtyXtp3GPmV7KmxRju8a6BX/wuGor5ipHAhd9j7gWOLX/O+MyyGQmQAAmQAAmQAAmQAAmQAAmQAAmQQEMSqJJY/aycsg4iVcsBQLBBtPaTF11xWswUDWkaAfmhnB5kgfYuqSUaFbFVEavF7Mp+xezLkj4jNVZjMi6L9U4lqfZpknTF5FNqsNpx5Rerr8rC2feJHDtOjtw523PrFaux2cEWF4H8Dkp72lm84ZBxAlYbuCI2PdZXF86W++RYGZd1Yo6MTBN/RsqFNUN9dUttufZySV3Tkv5LsiML9688HbVQ/dvuIRhv7B/IvN1vy1EftlSs2vVW7biCAFpqpJYg94nVaD3S8sVqch3YFrEqnnqxObk784pkw1prcugTyGA+PVrX1by/Uk7//SnyIkVq+oeSLUiABEiABEiABEiABEiABEiABEiggxKomlg9q1cgSB8plgOANDS/7xbJSDWy8Hkf6ULGaGuI1bTDqyoRqy+7pQnsqflKAUQOsvIc7GRvqUdfxdICucXqqwul4FWPlIxe1Z+xmkGsQqjHH6xlzRHPh+cwr0LJgbjDz9xnJb8w9mas6sFLpntH9tliNaYWZyg+j8oqViHp9PAsS6xim32QDVqsSBCZbKE8QSFjUqsThFm23i9W2cVqL83gNP1Et+MXeFiHV3kYlC1WzXzjD40K5ecpL3rb5eKOqRWzbUO+nozV3W+zSyLYYIulA+ySAnV1mFkH/RuN0yYBEiABEiABEiABEiABEiABEiCBNiRQPbFqtoEH1nTkp+XQ5zV7NZqRWCoxozMtFYitkLHqwK0JsWqkY6FGqZZBqCRjNXdWJxyUk32bnB3csi5tKlbLEMa1L1aznU7fUhPVFaH6QOcRq3qPXe/UrrNa52LVEqoqo+MyVo1YDSrittRUjfnqa0tap0ZuG3695lAkQAIkQAIkQAIkQAIkQAIkQAIkQAI1RKCKYrUg534sfWTos28U6616aqgWt9EXqjXWt1itVikAiOhRTomE8sVqGVmdFYjVs9qwFEA5wrgisVpy8BKe15xb0sNt5Z6MVVMK4NygjgLKAmT5qpBU47McsRonZVtJrKbMt1qlAEypA2d7f2IpgEgGc8o6JNa5zbKGbEMCJEACJEACJEACJEACJEACJEACJNAoBKoqVgt1Q4PMy+IWdhH/YUarB7ds/bYzJUtFZTRj1T38qFBaoOWApeiiFMZeORiHKsUvVyUZq72cOqmRbe2+w6vCQ7CiB3G52aJ6iFd5pQCek7uvXib7nnuC7JfjKS03Y/WsvT1rFEri5PVz1zMt3LwHcpn+KqqxWjyoKeUQpbhapuaHB4litbT/SGkCsQ6yCvuKy3DNLlZLaqxGGFVWCsA9OMo9zKtUcLaUSch7eFXWGrIaQ3BiWSEzNVLeoMBttfdwrkPlCafGaiT+tAeW75MACZAACZAACZAACZAACZAACZAACTQ0geqK1aJIbZGZnsOJ3DqilmxMKwWgolbrph4/sp/I3LXSP1K7VNerDcQqhvoHDm96pzCoNZfo4VRFwbhXN7nneU/bIrewHmwgpm/vu1ZGPdI1pvZswjP53N1y9bJ95dwT8mjV8ksBGGkdWdNCvdxCAmbM4V+PfFScgN027XNWnjCuVKwWfGaQAamFTkW3zOOd0oxT/+FVMTVWi1mqLdv8CwzsWqpJ70WJZRervYpZt+GUnDqrOqap83roEyX1TqNzLIx7j9WHHfPAyVfL0EXnFg/rMjRj68a60rJ87tExIFRv739jsIb9AhcbZA67dWPdWqx2LdWk99IeWb5PAiRAAiRAAiRAAiRAAiRAAiRAAiTQ0AQqFKsNzaaKk/McVFXF3tkVCZAACZAACZAACZAACZAACZAACZAACZAACZBA2xKgWG0T3hSrbYKZg5AACZAACZAACZAACZAACZAACZAACZAACZBAGxGgWG0T0BSrbYKZg5AACZAACZAACZAACZAACZAACZAACZAACZBAGxGgWG0j0ByGBEiABEiABEiABEiABEiABEiABEiABEiABEigcQhQrDbOWnImJEACJEACJEACJEACJEACJEACJEACJEACJEACbUSAYrWNQHMYEiABEiABEiABEiABEiABEiABEiABEiABEiCBxiFAsdo4a8mZkAAJkAAJkAAJkAAJkAAJkAAJkAAJkAAJkAAJtBEBitU2As1hSIAESIAESIAESIAESIAESIAESIAESIAESIAEGocAxWrjrCVnQgIkQAIkQAIkQAIkQAIkQAIkQAIkQAIkQAIk0EYEKFbbCDSHIQESIAESIAESIAESIAESIAESIAESIAESIAESaBwCFKuNs5acCQmQAAmQAAmQAAmQAAmQAAmQAAmQAAmQAAmQQBsRoFhtI9AchgRIgARIgARIgARIgARIgARIgARIgARIgARIoHEIVCRWN2/e3DgkOBMSqBKBTp06VakndkMCJEACJEACJEACJEACJEACJEACJEACJFCrBMoSqypUKVZrdVkZV3sSULFKwdqeq8CxSYAESIAESIAESIAESIAESIAESIAESKB1CZQtVjdt2iQbN24U/ErB2rqLxN7rgwBEaufOnWWLLbYwv1Ks1se6MUoSIAESIAESIAESIAESIAESIAESIAESKIdAbrEKiYr/P/74Y3n33XfLGZP3kEBDE9huu+1kyy23NGK1LeUqPpcbN38sGzqtl/c3rpePN29oaM6cHAmQAAmQAAmQAAmQAAmQAAmQAAmQAAnkJbBlp66yzRbbS9fN28sWnQr+ptyrbLH64Ycfyvvvvy/7XDGy3LF5Hwk0HIHl58+VbbbZRrbaaqs2FasqVd/c9C+Zt/RxmfPo7+S5Nf9fw/HlhEiABEiABEiABEiABEiABEiABEiABEigEgL79f03GXv4MTLi4MOkR+fdKpKrZYvVDRs2yAcffECxWslK8t6GIwCxuvXWW0vXrl3bXKy+u+l1+dWSBXLJPdc2HFdOiARIgARIgARIgARIgARIgARIgARIgASqSWDa8RPl3wcOk+0671h21irFajVXhH11eALtKVZf3/iCDLvyfPnnGy93+HUgABIgARIgARIgARIgARIgARIgARIgARJIIvCJnr1lwXevkB232JNilY8KCdQCgfYSqzhE7pWNK+TASybUAgbGQAIkQAIkQAIkQAIkQAIkQAIkQAIkQAI1T+DpabNkly0GmEPIy7mYsVoONd5DAjEEKFb5aJAACZAACZAACZAACZAACZAACZAACZBAfRCgWK2PdWKUHYQAxWoHWWhOkwRIgARIgARIgARIgARIgARIgARIoO4JUKzW/RJyAo1EgGK1kVaTcyEBEiABEiABEiABEiABEiABEiABEmhkAhSrjby6nFvdEaBYrbslY8AkQAIkQAIkQAIkQAIkQAIkQAIkQAIdlADFagddeE67NglQrNbmujAqEiABEiABEiABEiABEiABEiABEiABEnAJUKzymSCBGiJAsVpDi8FQSIAESIAESIAESIAESIAESIAESIAESCCBAMUqHw8SqCECFKs1tBgMhQRIgARIgARIgARIgARIgARIgARIgAQoVvkMkEB9EKBYrY91YpQkQAIkQAIkQAIkQAIkQAIkQAIkQAIkwIxVPgMkUEME6lusTpNn/vs4+WQcz/eekO98+wyZmYH3pLHTROZckqmtt7sjb5BXR+0jT91+uHx5YSEu+dMBcsCcDINnanKaXDdWZPycmzO1ztvouqnPyFi5V7pMuSTvrVVoX8qr4vWoNKqxv5GPPr9naS85nqlKQ2iP++3nYNJ3HpWr+i0vfoZa45lujxlyTBIgARIgARIgARIgARIgARKobwIUq/W9foy+wQg0glitVGBGBVKZCxwRq2X2EXvbafKHn5wvB62+Qna+qnXEarUjrqS/qqxHJQHgXiNWA9f+f74m48O+CuswRLIL+0rDaM/7KVbbkz7HJgESIAESIAESIAESIAESIAE/AYrVsp6MYmbe2vbKKCsraN5UBwQoVkWqIvIoVqv2tFdlPSqNxitW44RrpYPV5v0Uq7W5LoyKBEiABEiABEiABEiABEigYxOoc7FaEJx9lsdljqW9X+bi4x/5//ZUyjbdvFltxeyrbRHTC05mVplx8ra6I9BRxKqRRPtsH67Pm8XPcPT19fJQsJW/eUjptviSrfJGpB4qPYo9/n35E9Jnn7hSAPZnTUOwPnMqZf+0XA76vNWnKSXg3GtvRXe2q+ucCiO4Yxbm9uWF/kfUtwV8zup9ZGzIzPka4W6Vd37oE+Ea2T6Pr5FHysvLX5ch+2CrPfp9Sj5bLJ0wa0d7nayYHd6SNF7Qa5RFGR/LHGLVsOtjj2GzjpuvyyDIjHXniC6teeoazZHjWsZzSxNE1iVg+6cg+fbg1xK280e3+GcvBZDyTJeBnLeQAAmQAAmQAAmQAAmQAAmQAAmkE2gMsfreelm79HCnfmLLPzQr/ke9w3HSkafJzIVpW4BzilXzj/idZG5kq2v6ArJFYxHoEGLVlWROdqmbIemrNxp9zf0BitZ6VaEWL6sKT4+Tga5CzZJkBTH5evEHHqWf7ej7LX3qD33cOaRlgZYItUCotnwdK35tW1/MmC/JznXqb0Z4u7EX514iW1tq0pbEWpSFfw9r1jr8Uta3rE9sQimA3ktbaueWcnXLBcTP95MJDEzMzrxV4Locwh/0mfY7tgh0lazhOL46qeWJ1dLPCHdVlPWc8SYSIAESIAESIAESIAESIAESyEmgIcSqIDtth3/JzvZBL5ANI3aStbKn9InUQnQO2LEykMw/yndYLg9tf6gMMZmj0Uwrf5acZsW55B2BURSnTy3fMcgMK2bq6T+w4zLdIq9HM9wQy2ffQlYeMurw3kLpPSrIurKz7Ez//5IJ4YFCTpacM26LIAjm4mRrVVtO53xOO0zzRhCrcYdX6fNVKiGjy5tXrHolZURqpR/0E/lsF5/9tfZhVxF56crJwp9twdci4lAX9A5pQi1QFaEZnuZSsapSt3BzZM6uwHP6R18j38qT1R/llWU97BqoT0UkdIbJZmkSd3iV8zXa15VvC310l0PWnQ0e6bl9tL5ry7ot99bhNe+H91RPrPrm3b4HoGVZVLYhARIgARIgARIgARIgARIggfon0Bhi9U9XyMsHnyzN32452AT/mJ7w+n8Fr9uHzLj/kI0KEt0uGwpGR1hULlYDCRqKXOcf827GqjfbqSX7qZAtZW8HdjOx3Kw9kUj8iVllLqd0MVX/H4XamEEjiNX0w6uiP9xwpX0WkWc/y16BFBGh/ufXLUcQbvP21WdNFKvOD2sij1LxM5rwQ5I0KeYTx9HXnG3gkW35aZnz6XLPN1bpwV3FLfamvEHy+pb1SYspBVDyNVs7d0VsjizRaHylW+z174fkTGoxZWpKPguIq1VKAVjC3Sqx4ZZoKIs9byIBEiABEiABEiABEiABEiABEogl0CBi9QBBLcAJr2s5APxjGKK1kCmmEqCQkbowWhvVEpom06rf8mL9OzBL2UKceECOL2M1mt1amiWnpQD8MiRZJpUKkpJ/+If/qF8oIz0Zdi18YqQAP0itTqBjiNUWjLbcjNRZtT6HaaUA8orVlhqcLT+YKP0sOpnoSWLVl+Ea+6TYoi6+zmp8bU1LoEW+VhUHtIWiEaz+zMmW8KokVmO+FvrWN4rGldIx9aXjaqwWa9dGvsYbsdjCNv3Qp3gGJvva+WGYytLk57LA3ZvF3Api9f9n726A7SjvO8//r4ReAUsWQpF4ia5lXiLLbGSL7OiSDDBkwWQDe3Ey5ejKmRiysvHWgvGaqYoIm72+tWGkVAWvHagZY7QLzjiSltqU0eKtENhhhGuHqxqjQRSWMQLiK/MiWQiBjAEhId3tp1+ffvrl9Dnd5/Tb96aoWPecfvp5Pk+fvuf8zr+f7nhM9/3MxQ4QQAABBBBAAAEEEEAAgXYKNCZYveQV69L/K9zlANSHfPt/h0OF4MOnOdnOh/nqBKspFXZuMJy0pp5eIRW5BNgPVvXlAQwLN0QIVfMZN6Zp50tlMKNuW7DqqerhlxhfcESP9fAao90tBRD32uq0ZqnVywwVq8k30Ys7dtIrSXsOVr1daUGkZFgKIFxZmW8pgA0xw+20pmzHV1emYFUKufze7kvc/owAvZfAv2PIm7KP5G0zHNMdgXkCAggggAACCCCAAAIIIIBALwLNCVbtu3X/DyKP/LbsWO1Vr4bDi05rzkU//JdVsTqYYLXzJdtewKDuFl7Anb17OUJbtk0bgtXoGqtGyGiEWs7zJXoToKRlNbybUflVi/rrKbqepv+Fi9dex6UAjGU1rGM00kfrd8F6mk6FeGiN1dRq93D7HZcCiFljNW3Zj/B5sHPFaiRk7HDzqo7z28trOilYjbkxl+7sf0HU7VIAEdOgsjbbUgB/4a9T7a/VG7kpmnljLXfel4rE7aNTsKoH+5FjuhdztkEAAQQQQAABBBBAAAEEEOgo0KBg1Qk3/hd5Qp49/zfd9VZj1lCNu3zWZapOsFrcUgChm9YYSwFE10lMPl5yV5x1PBR5ghJoQrCadPMqEePSeytA8n9CVdEJIZb3fOu535Ub5AuiLnW3Aiz7J3xJ+U/VDe0u9i7nN8JD48Zs6lLvrx29ygpv3RtEZQhWvTvE62OKrNkac5d53SZ0szjj8O+2YjV9317wa9w0T3NLq1jVbf0+xxgGcxEEhPHz28NrPfHmVebSAcbSAmoO9iyWb1zmrU+dIUjW/x5o65X+1F7LOwjIO1Ws2s2EnH4pPz0o8hsfiS434x0XP33qYZHLgrVZk4+DLo/pHsjZBAEEEEAAAQQQQAABBBBAoLNAo4JV/0OsH9KYAWW0Wi3tEmRzjVWzEsupCkpaJzHPGqvWxGW5eVVMsJRtKYA/lXsiFVl6fy82brzS6QY4nQ80npFNoN7BarYx8iwE2irAF1RtnXnGjQACCCCAAAIIIIAAAk0VaFaw6t7IJLhhSEwgaFZaaVVlnSpWxW3/ivnO4eBUF10lv7DvhG0eIjmDVdVcyp3E862xagWrVvNmlVvo7uxmhRjrrA7kHECwOhBmdoJAKQIEq6Wws1MEEEAAAQQQQAABBBBAoG8CNQ9W++ZCwwiUIkCwWgo7O0VgIAIEqwNhZicIIIAAAggggAACCCCAwMAECFYHRs2OEOgsQLDa2YhnIIAAAggggAACCCCAAAIIIIAAAlUQIFitwizQBwRcAYJVDgUEEEAAAQQQQAABBBBAAAEEEECgHgIEq/WYJ3rZEgGC1ZZMNMNEAAEEEEAAAQQQQAABBBBAAIHaCxCs1n4KGUCTBAhWmzSbjAUBBBBAAAEEEEAAAQQQQAABBJosQLDa5NllbLUTIFit3ZTRYQQQQAABBBBAAAEEEEAAAQQQaKkAwWpLJ55hV1OAYLWa80KvEEAAAQQQQAABBBBAAAEEEEAAAVOAYJVjAoEKCRCsVmgy6AoCCCCAAAIIIIAAAggggAACCCCQIkCwyuGBQIUECFYrNBl0BQEEEEAAAQQQQAABBBBAAAEEECBY5RhAoB4CBKv1mCd6iQACCCCAAAIIIIAAAggggAACCNS8YvV/lefuu0HkqUvkku/mmcw/lv/3f/sz+bU9bjtX/R/yxh9dLM/+n78t/80TxmM5dnPr1/6TfOP8F+Rr/9Ofyj052um8aVEunffEM4oVIFgt1pPWEEAAAQQQQAABBBBAAAEEEEAAgX4J1DxYLYolLTwtLlgtqred2yFY7WxUzWeUHaxWU4VeIYAAAggggAACCCCAAAIIIIAAAtUUWDLzIpkxY0ZPnRs6cuTIdDdbTk9Pi/rvgw8+kGPHjsnFfzXazebGc/UAUf3vq+QXL7wpV1z8Mfd5P5Pv3vzfyQb3X3bF6MUfcf/1S3lSq0i9Yr7z67df+Cs5e89VbsXqvxO5/s8k/jFVzepss2XiOfmCPCyzxv8i+PdS57GfatW00YpVp/+/4fbI3vc3vmf/y37ughfkyY/8Vnj/7uMiTuDr9c3vu/14NFiNH7uz47THckwOm/YgUHawunLJSA+9ZhMEEEAAAQQQQAABBBBAAAEEEECgfQLPH5qUBgWrVkj53o/cS+3d4PGXbuD5hf9bTlwmQdAa+ncXSwGElglwDhg9WA2Fp8Y+w8GqE34u9cPU8L+9sNMPZu22zgqHwd7Y/HBU3MfDwWok0NX7lerSvhdE2SMmWC17Btg/AggggAACCCCAAAIIIIAAAgggkE2gccGqvt5qWsgZ5ikqWH3BriL9zVeCylN9P3p/JG69VS3kfDbyeIfL+0OBb0wlr12dG/RGhcGjR61+vvm5cOCc7bjhWX0SIFjtEyzNIoAAAggggAACCCCAAAIIIIAAAgULtCdYNS6d1y/R9y6rz3TzqtSKVUm9mZYerP6msXyAPa9224tlh7V8QdZg1a6WdZcdEPGWN9CC1VdUm78lC2MOHGfpAQktKRB2Kfhoo7mOAgSrHYl4AgIIIIAAAggggAACCCCAAAIIIFAJgRYFq4F3EEaG11mtU7Dqj8Fb+iCpYtUOVi+WZ42K1bijL+pSiWO0VZ0gWG3VdDNYBBBAAAEEEEAAAQQQQAABBBCosUArg1VnvpzL/53L9p2qzfzB6qCWAnBv1KWHpalLAdwg+hIJ6cer7uLcSIufwQkQrA7Omj0hgAACCCCAAAIIIIAAAggggAACeQTaE6yaN2kKBZFdrLEqxk2n7HasS+0POjfJit6g6ir5hRuAdn3zqvNfcG/EpabYXDdVD0udx34jbimA74rTp4vfDG7cpbclxk29YpY6yHOAsW13AgSr3XnxbAQQQAABBBBAAAEEEEAAAQQQQKAsgfYEq5ZweD1SEX09USd8/IiICkifPDd0+XzoMSs8FTuk/ZgzZ9al+N995WL5woIn7GBV/ej7cdYxdSo/w8Gq+o0XiDpNZXmuX3mq98EOVJ+QX/ujG2Spvb+LI2u9po097bGyDsy27pdgta0zz7gRQAABBBBAAAEEEEAAAQQQQKBuAjUPVuvGTX8RSBcgWOUIQQABBBBAAAEEEEAAAQQQQAABBOohQLBaj3mily0RIFhtyUQzTAQQQAABBBBAAAEEEEAAAQQQqL0AwWrtp5ABNEmAYLVJs8lYEEAAAQQQQAABBBBAAAEEEECgyQIEq02eXcZWOwGC1dpNGR1GAAEEEEAAAQQQQAABBBBAAIGWChCstnTiGXY1BQhWqzkv9F/9GEcAACAASURBVAoBBBBAAAEEEEAAAQQQQAABBBAwBQhWOSYQqJAAwWqFJoOuIIAAAggggAACCCCAAAIIIIAAAikCBKscHghUSIBgtUKTQVcQQAABBBBAAAEEEEAAAQQQQAABglWOAQTqIUCwWo95opcIIIAAAggggAACCCCAAAIIIIAAFascAwhUSIBgtUKTQVcQQAABBBBAAAEEEEAAAQQQQACBFAGCVQ4PBCokQLBaocmgKwgggAACCCCAAAIIIIAAAggggADBKscAAvUQIFitxzzRSwQQQAABBBBAAAEEEEAAAQQQQICKVY4BBCokQLBaocmgKwgggAACCCCAAAIIIIAAAggggECKAMEqhwcCFRIgWK3QZNAVBBBAAAEEEEAAAQQQQAABBBBAgGCVYwCBeggQrNZjnuglAggggAACCCCAAAIIIIAAAgggQMUqxwACFRIgWK3QZNAVBBBAAAEEEEAAAQQQQAABBBBAIEWg9GBV9W3mzJkyPT0tp06dYrIQaJ3AjBkzZGhoSE6ePGmPfe7cuTJnzhz7d+q/Qfyo196hk/tk5ZKRQeyOfSCAAAIIIIAAAggggAACCCCAAAK1Fyg1WFXh0XvvvSenn366nHHGGTJ79uzagzIABLoVOH78uPzqV7+Sd999V+bPny8ffPABwWq3iDwfAQQQQAABBBBAAAEEEEAAAQQQGLBAqcGqqtRTYeqiRYsGPGx2h0D1BN566y07VFXVo1SsVm9+6BECCCCAAAIIIIAAAggggAACCCCgC5QarJ44cUKWLVtGpSrHJAKWgKpcPXDggMyaNYtglSMCAQQQQAABBBBAAAEEEEAAAQQQqLhAqcHqsWPHZMWKFRUnonsIDE7gn/7pn1hjdXDc7AkBBBBogMBzcvelN8m2kXF59J7rZXEDRsQQEChb4Lm7L5Wbto3I+KP3yMjkrXLtvi/J07dfUna32D8CCCCAAAIIVFCAYLWCk0KX2itQ62D18CNy67UTMhk3fWMP2B9InA8qImMPPC23X+KGATImDzx9uzgfVw7LI7dOiIzfI9eTDrT3hcDIWy9w+BEryJiwzibuuUMH8c4jI+OPypf2XaudU/rPFj6HiXFO6+P+vfNrTHjqWA1r59E+9oOmEWiAgPc6FnGC0+j7DfX+5DG5xnpvssw9FznvWxoweIaAAAKFCPjvUyKt6Z9retlV3OejbttRn6eulYnJvH3pdr88H4H2ChCstnfuGXkFBZoerIbJzTcO3puApA86FZwwuoQAAv0R8L+oMT8UFPGBo/cum8Fq7y2xJQIIlCPgnUOcvasvaO7hm9xypoK9IlBjgeRgVQ2q7ECTYLXGhxZdr6kAwWpNJ45uN1OgEcFqyuWoyRWrX5Ap+5vVYF7tDzsjk04V7MiY9RZlm2yzHvc+BAUVJ/ZHI6PqhJC2ma8QRtUeAe817FW4uyN/7m651Cl7j6mCV88Jhybhc0NMKOu2F4QrwX49az14Sa1YFbdvxiT523t99x83P3gZ+9bPpXEVq+ZVAkZ1r9/X8XGZmvCuJjCvEFDnXb7Mas/ripF6YcjI2JjItm3W+wtzCY3gPDE+PiUT3hsTs3o+6+uPSlcOOgQaKeCfS0JfzsR8/jDOFfp7isj5yP488yXZd621vE/kij79c1I0uNWD3pHxB+Sax26KVKymfnZKuTKmkRPIoBAoWIBgtWBQmkMgjwDBakKw6v/aCQCGv+ssKWD+BJfqEazmOQ7ZFoFKCHhBpB98RMPWcNAZDUWdcXgfQDoHq+EPHX606n9x03Ow6n1JFD1pues2JvTdG7v5gSdp6RUtJIofi+JwQmln6RWC1Uoc63RiQAL6MT8uMhF3/JtfzgRd899jdPH6YwmBAU0tu0FgwAKZglWJXybNOy9Eql7tv+HD8l21brr/3iXpvY32pWjki1sPIwhgk94TRM5rrNc+4COJ3TVFgGC1KTPJOBoh0IhgNTITwR/+9DVW077l1d48xF0iHAlgGnE4MAgEWi7gBRzu69//gBL9oOB8MOh06VvnYNUE77SmatLSAMGHpYTLAc2gNDFENsbufuA54K5XHVdp631I8j9EeUEq58mWv54YvhivO+ubBXst5/ByAEGwar6WzCtm0l5/aCOAQLMFUpcCcP9We+eY4AuW8M0mvcetk5B280njvUrM3+7wOvTL3C9JtaVNzM9KfHZq9sHI6CohQLBaiWmgEwg4AgSrRvVIzGUp6d8Ql72mEUcyAggUKaDfqGpcJiIhiBlsxld/XC/OvfCyB6tmO2bAkvRvtZdg27hL7I1qOOPDV+J6j6FzoVnN4oobyxpEQ9/wBzruD1jkkUpbdRCIvH+IvfS103nigHVjK/MyXXV6cZYCYc3WOhwJ9BGB/AKJwWqWK0fcalTv5njxX+44n2msE07MTTr1v+dx7wnCXzTH76fTl9H5jWgBgTYJEKy2abYZa+UFGhGs9rTG6u1ySdxlqXEfemI/vPDmoPIHNx1EoBcBv1LDW2c5HFYmVYzGryMWDUzMoKXbCtXI/rXL8UKXACddyt9TsDoik3F3+yVY7eUIY5vWCCRdTusARCrK9PUNQ68tib/bNsFqa44kBoqA/iVq2pcpiUvyuPeGGJlMq5p3glUvFA0vK9JdsHoJn504aBHouwDBat+J2QEC2QUIVjtXrPqX8sV86AlfSpPdnWcigEBVBeIrPL1qy6Rg1RtNODj1Ks28cDYIWpwPRmYlWqc1XVWRmlZJsixYS838oBWplDMv7fMD2YRlDry2e1gKIOkSRCpWq3rM06++CCSuQejuzV97uFPF6mL/dc9SAH2ZKRpFoBYC8VfQhbvuPSdpreX4NgpYCsB8T8FSALU4puhkvQUIVus9f/S+YQIEq9odL9WHnC9Mya3XWnezNqpgOy7Azk1ZGvbKYDhtFtAvtzM/nMSv22xqRYPUyDNCwWpUO8tSAF+YcipPIj/WuezRi74T/1jMjblC2xdw86rkYJWbV7X5ddW2sevLitxzvfa1QiRw6BysBl/wGooxlwBz86q2HWmMty0CWYLVxHOF+0VOpmDV/0yT9N7G+j03r2rLYcc4KyxAsFrhyaFr7RNod7BqvDFICVbVkRF/qa93zBAYtO/Vw4gbKxBXaeEONnEdUQ0j9pJ8+3GrOvQBkZv0dRH1DycqJLFvHG59ueN+CEpbKiAtWH369uDmEvaerZttXfOYqnbVlzYwL1XW1oyOWxbFvDO5X3HnDL7zGqucJxv7mmFghoBxI7xQubZZmZ4hWFWtd/36Y1IQQKBJApmC1bhzhfYFTLZg1W7Ev0GVYxi9p0RozdexcRmfmpCJyfDzUj87xa453aQZYywI9FeAYLW/vrSOQFcCtQ5WuxopT0YAAQQQQAABBBBAAAEEEEAAAQTqLVDzYHWXbJ4YkTti52CTTI5vlLX2Y97z9N+VPXEHZfs3vyyy7mFZt7SgvhzcLjfcNyY7FmyTA19dJ8U0G+7nwR/cIMt275DRNQfk4evcPezZLEN7rpTpGx3tvD+x+8jbaIftdz04JCP7RTaNTsvG1X3eWUrzBKvl2bNnBBBAAAEEEEAAAQQQQAABBBBAoBuBBgerFkOhAWM3rJ2eq8LKZTJ2dFS23VxgsNppt10/nqGfKlTdYUXbyycLC1a77mYBGxCsnpJDJ/fJyiUjBWjSBAIIIIAAAggggAACCCCAAAIIINB8gYYEq2Ylqleh6gWXcRWrRrWrHgxqlZ/bFo7JmFXJqH5CVZrWv70wznnU6IMXOHrHkB/yemFlcHA57Yobtpq/d6pC/eBv+Sa5Y7+q0Y2pvjUqVsWvLt0ma3ePuZW9ZphrVv16j8f389vy5aBi9bwHnVDV/3H6JJHqT3cfoaA72T+xKlbbV3gugvndtmaXjFkVtfZPKOxNcjd8qVht/lmPESKAAAIIIIAAAggggAACCCCAAAIFCDQ8WPXCRzNYjV9CwA/rvIAyAhyEkuFQ1X2iFxwmbW8HfcOxAerGw8vsS9HDPyn7i6sQTQhWI8NICXmd5yq3G2XKrqoNtlY+xQSrCUs4uGOKBKtmSO11yTdIXhLCu7Q/dr4k6stSAFSsFnBepQkEEEAAAQQQQAABBBBAAAEEEGiBQEOC1fiZCkIyI1h1g7qg6tGrZnSDWD8YjVZvOm1GKzC9MNB+fKm71mni5fGdL7E3L033g8G0S+6TgtVI4OsFzsa4I4zRfiaGnlq/opfVh728StqgojQ8P8OhdVyDSt7ofJoVycEaqV4fzCpjb4hJvgSrBKstOO8zRAQQQAABBBBAAAEEEEAAAQQQKECg0cGqdfG+u4ZpfHAX9XOfL9GbQMUGpzETkOWyfpHkYNXbj9e0WXGZGvwlLgXg3WgqGqSa+wuvS9ufYHWqw42iQuHtpTtjb8gVmg8v6NaXR4iE545oLt8CXnCdmuDmVZ2EeBwBBBBAAAEEEEAAAQQQQAABBBCohkBDgtXoeqPhisUp2TwxYq0x6jzPq4iMm4JQxam2JmjWYDW8rqdxiXrkEvzkS9F7qqjsIVj1DMKXypuVukE/e6pYNfrVVbB6nTt3xo3Iug1WO3ly8ypuXlWNUzK9QAABBBBAAAEEEEAAAQQQQACBugi0Mlhdm1DN6E+aEQSq2xvFBnlG2Jc86Wblp/lvcw3Y4EZL/a5YNfscDk69y/B7C1a9y/D9KlHXy18KICFovvLpG4IbZGk39eq8FIAWsIfmOBysr/UrhqNLB7AUAEsB1OXkTT8RQAABBBBAAAEEEEAAAQQQQKBcgYYEq0mI8UsBrJWEmx2Za5EmVayuFkm9GdLBzTKk3cHe713STaOW3y+b9n/RqqiN/vQ3WE266VN0bVm7Z9Y6qgcWb9ZCTytyDt1YytnOC0Yjo/HH36+bV3UKVnP6DuC1ylIAA0BmFwgggAACCCCAAAIIIIAAAggggEABAg0OVoMqSysGDS0FsNaGM8M9LZTrWLHqyJvhaqjaMXIne2O5Av1xdeOn1TuDMFYFkOtEvnzfmOxwbwqV6VL1npYCiIacieOIC1a16s9gTdug4lY5bRqdFNlhLcUQqvBNWiYhqA4O3XjK8AzflCpmfs2qZH37Xn0LeMF1aqLuweqJEyfk8OHDcuTIETl27Fin4fI4AghUTGDu3LmyaNEiWbx4scyaNavU3qnzyRtvvGGfTz744INS+8LOEehVYM6cOfZr6uyzzy79NdXrGJqyHe9RmjKT7R5Hlf5Ot3kmOJ+0efabM3bOJ8XNZc2D1eIgaAmBKgjUOVhVbzBeeuklmTdvnpx++ukyc+bMKpDSBwQQ6ELg5MmT8u6778r7778vF1xwQWlBkDqf7Nu3T2bMmCGzZ8+WoaGhLkbBUxGojsD09LQcP35cTp06JRdddFFpr6nqiJTTE96jlOPOXosXqMrf6eJHVp8WOZ/UZ67oaboA55PijhCC1eIsaQmB3AJ1DlYPHDhgV5UtXbpUTjvtNDsIIQzJfUjQAAIDE1ABkPrvww8/lEOHDtmv43POOWdg+9d39Prrr8svf/lLWbBgAeeTUmaAnRYhoL+m1PGsvnQ877zzimiaNroU4D1Kl2A8vZICVfo7XUmgAXWK88mAoNlNXwU4nxTLS7BarCetIZBLoM7B6t69e+0PjGeeeSahaq6jgI0RKE/Ae5P1zjvvyKuvviqrVq0qpTM//vGP7VB1/vz5nE9KmQF2WpSA95p677335OjRo/LJT36yqKZppwsB3qN0gcVTKy1Qlb/TlUbqc+c4n/QZmOYHJsD5pDhqgtXiLGkJgdwCdQ5Wd+/eLatXr7Yv3aVSNfehQAMIlCag3mSpS4OeffZZWbNmTSn9UOeT5cuXcz4pRZ+dFi3gvaZ+/vOfl/aaKnpMdWuP9yh1mzH6myZQhb/TbZ4hzidtnv3mjZ3zSTFzSrBajCOtIFCIQN2D1U996lN2EMIPAgjUW0AFq3v27CktBFIfWoaHhzmf1PswoveagHpN7d+/v7TXVNsnQ51TeI/S9qOgWeMv++90szS7Gw3nk+68eHb1BTif5J8jgtX8hrSAQGECBKuFUdIQAgjkEFA32nnmmWdKC4EIVnNMHptWUkC9pqampkp7TVUSZYCdIggZIDa7GohA2X+nBzLIiu6E80lFJ4Zu9SzA+aRnOn9DgtX8hrSAQGECBKuFUdIQAgjkECj7DRbBao7JY9NKChCsljstBCHl+rP34gXK/jtd/Ijq0yLnk/rMFT3NJsD5JJtT2rMIVvMb0gIChQkQrBZGSUMIIJBDoOw3WASrOSaPTSspQLBa7rQQhJTrz96LFyj773TxI6pPi5xP6jNX9DSbAOeTbE4Eq/mdaAGBgQgQrA6EmZ0ggEAHgbLfYBGscog2TYBgtdwZJQgp15+9Fy9Q9t/p4kdUnxY5n9RnruhpNgHOJ9mcCFbzO9ECAgMRIFgdCDM7QQABglWOAQQGKkCwOlDuyM4IQsr1Z+/FCxCEFG+atUXOJ1mleF5dBDif5J8plgLIb0gLCBQmQLBaGCUNIYBADoGy32BRsZpj8ti0kgIEq+VOC0FIuf7svXiBsv9OFz+i+rTI+aQ+c0VPswlwPsnmlPYsgtX8hrSAQGECBKt75f7PTcjjMaJXjz8kX1xVFPUheezOW+TJK+6Vu65ZUlSjmdo59NidcsuTV8i9d10jS/beL5/butz535m27vZJynOrLL/3Lokb5t77PycTMi4PZYC1+71/fabnijjzKO6cZd+P2u4pueyhL0phU90tGc+3Bcp+g1VUsHr4yc1y59afRWf1Y+vlro1XyOKqzvfhJ2XznZMyctdGuaLXTr7wd3Lz05fKfZ+/ODxK9ftv/DBm5JfL1+77vBjP7l5Itf/98wbq+8Lf3SzfkK9Fx9p97/u2BcFq32gzNVxYEHLoMbnzli3yorvXCzeE30fYf++0NzHm435nE/7+h7a/cEMf3x9kYuNJFRYo++90hWn63rXCzid6T/v+maDvLOygxgKcT/JPHsFqfkNaQKAwAYLVhCDQ/SAzXFi4Wl6wGjpY+vwmSn1Ae+qy5EA6e+ApMphg1dJRJk9dljHALeylR0OGQNlvsAoNVl/9bCRws4O4VyocrhYQrKoxPn3pfWLmqpIQfDoh9Pn5w1WC1djzCcFquafZQoKQyHuR8JeI9t8v+ztF98tB+/lPyhXml5v286z01QhOI3+T1fbfErmtb1++ljsn7D2fQNl/p/P1vt5bF3I+MUPVmHNCvZXofZ0EOJ/kny2C1fyGtIBAYQIEq8kVluoDx9blqjLkDbuqcfmGKdmyxaoZ8T+YGNWuV6dVYprBqrvfDcNWm16pydXBhyM779OrUMKPOR+m3O30/bofiq4Y3iJ2s9Zj9y7f6lSsrt8vt/hlLVp7eltyoWzQP5B1qJQJHYhxH8hC218tV1/9uFUdrDmF9q2664SydqiqrNWP7+0Yer92HvIqd9IrVkPtmWMUp93964usUC7sJVrrhr7+9a/LT37yk9AYPvGJT4j6vflT9husfgerYgeXr8pnrQrNs6xAcYuMyPlbt4qq47z8a04YGa52/Zis16tH7e23ilMLe7msX/+KbJ0ccao01WNbREbO3ypbnQbtYNcOc/VCUff3nr3++Mcuv1zkh69oFauH5cnNd4pffGtsGz0wX5C/u/lpuTSuAjUx+FTbfF/O88ep/v0N20T9fGz9XbLRL58NP+aN0Q5t/UEGFbChsa1fb1tbCa7tbAfA562XV6zf/UxcZ9F97b2n+l9++Q+tfmoVq6F+GNsW+Cq+++67Zd++faEWL7roIrn99ttjX1NTU1OyZs2aAntAU1kFighCQlecuDvWv3QM3qd416CYf8+89ykXWn9/RR6fcq9esdsyQlr7d/w9zDq/TXlenf5ON8W8l3EUcT5x9pt2TuilZ2yDQCDA+WSwRwPB6mC92RsCqQIEq1mDVWu5gFBwan4g6VSRGhesWm2aoeGwEzqaH6ZC/w5VpBj9cINMKx31lxxIXQrADjangjA19G9zjHEfwoLDK/IBz6y08UJUz7FDpU24YtUNVV0f++OfHb6K2/fkYDXywdTcr9dW5mUHOKlkFdi7d69MTFjlVNrP+Pi4rFoVXXihbcGqlZGGgjs7VPWCUuVlB3UqC1SXyjuh4ite0OiFrN7yAu6/rQb9IDJSIesGf16IG37cC1G9QND99/lecGj+O+YISFoGwBtL7KX6erBqjDE0ZrFD3skRb3xOf/x/G8GtWQnrhayhsf9QW4bA9TvfDV6tiNsJlcWtMDYf90JUL2y2//1KMJ/mv7O+YDI8T4WqKlzVf1SoqsJV84eK1QygfXxKcUFIuJNBlenZsUsMhatQ98pjj50t11hr80RD2rj3P53ey/QRjKZLEajT3+lSgCqy0+LOJ2nnhIoMlm7UVoDzyWCnrvRgdbDDZW8IVF9g7ty5MmfOHBkaGrL/G8SP+sB36OQ+WblkpOfdFfMmIyFYTQ0YEy5Tt4PE/bI+dr3O+GDVWxNUIegfeqxPS8G6qIZQXAWL/5SYywCTg9X4D1DBhzIJrVuaPlHRKpe4fpofCM0qUT1M7bgUQErAHB5DdM3XSAgcE7b2fGCyYUhA//Y6qVpVbdDsYDUcTEZCVDtE1Cs3HUIVCH7/PCtMXPqPkTVEQ8Fopsv4neDSqdrU/7c7XXobb+qhbszjMWuwqjFtkQ1ahal2GCRUrOpjsJLMcLDsALjh8mfkYChYNV5kofYd61c/qy1JYASjWdZH1ecorm9BG2cZoW8wd/1ag1WvWk2qVvVeU1SslndCLuY9itl//T1LfHVp0t/OpL/JzpU5bsWr+wVo4jqt5XGy5z4K1OXvdB8JKt90P84nqZ8nKi9CB6sqwPlkcDNTerC6YsWKwY2WPSFQcQEqVrPcvCpaqWneLCKYZuOSff+B7oLVJf6lOqqB8OX5qeuUdhWsxlegRsJN79r71KUOogF1XD+Dtp3QNu6mYWr5Ar9qN6aKNGzv2SRUrI6+Frrph/5yDH1wTFqXruKv3zp0T//2Oqla1QuBnnnmmdIuWy50KYAON6+KBKuhy/zDs6ouh99gRZZ3Guu2htpICVbNm2nZVZtnxd2oKgh3V+2NCTkTwl+ntyrMVOXjCTe+ynDzqtiwU1s+4WK9DfNGYKFgNS6kDgfJycGqsdyAu583Y25UZbvacyJaYB3MXfB47ltzRV7metVqUrUqwWr5Z8figxDzfUT+YNW79N9fYsf6+ztu3WIyFLaWT0kP+ixQl7/TfWaodPPFn0/CBR39uaFtpUnpXJ8EOJ/0CTamWYLVwVmzJwQ6ChCspt/F3gFMCFYT725vhLX25f6rZY+1jueTV8SvCar2Ev/Nsb6uqBPaWomk9bEnYT3XgoNV/wDS1kKNrWSJ2W+WYFWv2DUPVrPqxg9UveUTslSs2sFqzI08Iq+MLMdBx5cTT0gQ8NZUjVtb1duk2RWrYZj4YHVSW9805vldBqtBoOpd8q6Fi0UHq+4arxvUeq9xx0CGm0t1DFa9dvUQWr8U319qoJdgNQhUvXVd9TmqWrCqKLzlAOLWVtVfU1SslndaLjoIif5N7XTVSXjJlWzVaayxWt4RU+6e6/B3ulyhcvde9Pkk+XNHueNk780Q4HwymHkkWB2MM3tBIJMAwWqWQC0arGb7gKJPQbcVq+b0BX0YfS15mQArnY0Eib0vBRBdBzN53FHHLEsBBEFz9HANB6sx85QlWLVzaPuWyfZNsRJ/qFjNdL7o9Unq22v1E7e2qh4CNaZi1QhBTbf4pQC8y/RjlGOCyfSlAGIuh3fXLO3HUgCpywCo4WQIVqMm7nb+OrOGi74Gbd6lAGL6V+WlAJSEdwOruLVV9dcUwWqvZ6382xUXhLhf1sZcNRK9eZVz48u4itNs71uyvCfKb0ML1ROow9/p6qkNrkfFnU+CPmc7JwxujOypOQKcTwYzlwSrg3FmLwhkEiBYzfIhIu6Seed3U0k3iYrodxesRtZY1dcANULA0IeoroJVq5Nd3bwq7aYWcVUuhlvszau0G2e5dyP2wtZosKoHpMFdTTfce5dcs6TDzau2DNvVvk62GjOfrLGa6XzRzye1umLVgjVvuGSlkZE1UdNvXqVXvBo3d/JuxvQzEe8GTuEgM9/Nq1TI+/Sl2pqm5oGSIVj1xuuPMfXmVc76s/4apr3cvEq8G3PFBLjesgP+kgPGmrQl3ryqm9cgN6/qRqv45xYShMTckDLU0w43gdSfm/5lp/PXsePa5sUz0WKNBMr+O10jqsK7Wsj5xOgVwWrh00SDXQhwPukCK+GpBKv5DWkBgcIECFZ7DVbtTyDh9Tu9S9RjZ6e7YNW6f699t19/3TNjnVUnEHVXKNX32ylY9ddu1dZt1dtK248aV8o6q7FVMrqR1c8Nw1us1SKDZQzsN3XBICW67ukWeVHcdWsj/Vwv+2/xwu03QpWp5iWT5pq4VxsVrHyYLOyU0nNDZb/BKnSN1a4rVh027+71HqIXgtr/Dq3DermsX/+KbPX2E7fGqrFu6+Vfu0vO+751p/vzg0BR39/l69fLK1uj4ay/XKx32X1khlXo+LRcai02mriaaKZg1Raww+QfuvvwLsuPjt/6TWidVW+7j8n6u5x1XvWxfcwa2/nW2M7TH9ODVdNetf3ZV+XOb7zitxfytx5ff/5W2RoJZ/2eB9v1/IrIvyHBan7DPC0UEYQkrufu/9033ytYq7JrX/jq/e+83JD17NT3MXk02LYJAmX/nW6CYa9jKOJ8Yu6bYLXX2WC7IgQ4n+RXJFjNb0gLCBQmQLBaGCUN2SHqflnvV4bWhUR9MP2WyG2q8rUufW5eP8t+g1VUsDqomennzZEGNYbB7Sdu3dXB7b2sPRGsliXv7LcfQUi5I2LvbRco++90m/05n7R59ps5ds4n+eeVYDW/IS0gUJgAwWphlDRkCajqmqcu67CeadWkVCXsU5fJQ6mL9PdrzAAAIABJREFUsFat083rT9lvsCodrOrridpTb1ya3rzDIceIzGUQ3GUWJkfkrqSba+XYW5U3JVgtd3YIQsr1Z+/FC5T9d7r4EdWnRc4n9ZkreppNgPNJNqe0ZxGs5jekBQQKEyBYLYyShmyBLEsrVIlK9fcpuax2VbZVMiymL2W/wap0sKqiVLWmqHelufXv0DIBxUxBc1oxlkEILxvQnGF2GgnBaieh/j5OENJfX1ofvEDZf6cHP+Lq7JHzSXXmgp4UI8D5JL8jwWp+Q1pAoDABgtXCKGkIAQRyCJT9BqvqwWoOWjZtqQDBarkTTxBSrj97L16g7L/TxY+oPi1yPqnPXNHTbAKcT7I5pT2rJcHqQdn+zWUydjRKsWl0Wjauzg9ZhRYO/uAGWfbSOjnw1XWy9OB2ueG+7bLu5odlnWj/e2kVekofkgQIVjk2EECgCgJlv8EiWK3CUUAfihQgWC1Ss/u2CEK6N2OLaguU/Xe62jr97R3nk/760vrgBTif5DdvVbA6daURou7ZLEM7dsk2FT42LXAkWM3/6iihBYLVEtDZJQIIRATKfoNFsMpB2TQBgtVyZ5QgpFx/9l68QNl/p4sfUX1a5HxSn7mip9kEOJ9kc0p7VruDVdklmyc2y7AfrEYrW0fXHJCHr1Opq3ruThles0vGdu8QWbBNDqwT+fJ2kXULx2Rsv/WU5ZMyfeNa2fXgkIyof3s/7u/VP9Vjmxdvk7W7x+QO9/FQ1awdiI6JtQfrZ5NMjoqM7ByOVqG6QbC9L3H2m7liNbQPtZ/RZobL+V8fA2+BYHXg5OwQAQRiBMp+g0WwymHZNAGC1XJnlCCkXH/2XrxA2X+nix9RfVrkfFKfuaKn2QQ4n2RzSntWu4NVVbG650o7lBRxQ9WFTkipfuygcre4oaMKVkfkDi0kFTegFD98dYLTkbet0FVdjq8asati7xAvPHVC1yDIdPaxVibHN4oVydr72OW15wWgKsQ1L+/vNVi1lwUYk7X+EgjuuEXrc/7jihZ6FCBY7RGOzRBAoFCBst9gEawWOp00VgEBgtVyJ4EgpFx/9l68QNl/p4sfUX1a5HxSn7mip9kEOJ9kcyJY9ULTmDVW7cpTLwQ1pfTL6Zc6oafoa7KGHk9iDm+nV5g66a22/ulBFcKKG7I67YWC2pj99VSxanQ1VOma/5iihRwCdQ5W9+7dK8PDw3L66afnEGBTBBCogsC7774rU1NTsmrVqlK68+Mf/1jOOussmTt3bin7Z6cIFC1w7NgxefPNN+WTn/xk0U3TXgYB3qNkQOIptRIo++90rbAK7iznk4JBaa50Ac4n+aeg3RWrbkVoUL2phZn+pfxedWl3wapTiepc0K9+QhWr7qX79gNaWHrl09rNp7wNVcVr0UsB2G27FbjeftIC5vzHGS1kFKhzsPr666+L+rbr3HPPlaGhoYwj5mkIIFA1genpaVGvZ/U6Puecc0rp3quvvioqiFq0aBHnk1JmgJ0WKaBeU0eOHLG/KDjvvPOKbJq2MgrwHiUjFE+rhUAV/k7XAqpPneR80idYmi1FgPNJMeztDlZVvKitUeqvjRp76X22YDUIVK31UbXL+71K17SK1cEEq0Gg6q0fS8VqMS+mIlqpc7B6/Phxefnll2XBggWycOFCmT9/fhEktIEAAgMUeO+99+Ttt9+Wo0ePysc//nGZPXv2APce7EqdT1588UU7iFJV8HPmzCmlH+wUgbwCH3zwgahKEPVFwYUXXljaayrvOOq+Pe9R6j6D9N8TqMrf6TbPCOeTNs9+s8bO+aS4+SRYtW8mpW5QNWXcyMpC7nopAGe90qkrp2Xjam+S8i0FkHhDql7XWFXLDXgVsG4XCVaLe0HlbanOwaoau3qjcfjwYXnrrbfsD5H8IIBAvQRUkPnRj35UFi9eXHoApM4nhw4dsoNeFU7xg0AdBdSXAurLxiVLlpT+mqqjX5F95j1KkZq0VZZAlf5Ol2VQhf1yPqnCLNCHvAKcT/IKBtu3O1hNDU69ys5ulgJwgtXtF6igViWf7o2hrLVdsywFsG6psb1586qkm1u5N9RKDGHtG1Ztl3U3PyzrzHVc3Ztrpa41W9zxRksdBOoerDLBCCCAAAIIIIAAAggggAACCCCAQFsEWhWsjsXcvMoLPO0J90JG+x8qUN0oU/eNyK41XkVrhptXeWGoewRtGj0gwzuXydjCSZm+cW1o6QH7KZEbUulrn47KpuUid7y9LrjBlt5Ha8mCyQu2y8jhjXbbmYJVK+/1lzxQ+1fLHlw5Jct27LLGawWvbiVsW14AVRsnwWrVZoT+IIAAAggggAACCCCAAAIIIIAAAvECLQlW6zv9XKZf37nrpecEq72osQ0CCCCAAAIIIIAAAggggAACCCAweAGC1cGbd7VHgtWuuGr/ZILV2k8hA0AAAQQQQAABBBBAAAEEEEAAgZYIEKxWfKIJVis+QQV3j2C1YFCaQwABBBBAAAEEEEAAAQQQQAABBPokQLDaJ1iaRaAXAYLVXtTYBgEEEEAAAQQQQAABBBBAAAEEEBi8AMHq4M3ZIwKJAgSrHBwIIIAAAggggAACCCCAAAIIIIBAPQQIVusxT/SyJQIEqy2ZaIaJAAIIIIAAAggggAACCCCAAAK1FyBYrf0UMoAmCRCsNmk2GQsCCCCAAAIIIIAAAggggAACCDRZgGC1ybPL2GonQLBauymjwwgggAACCCCAAAIIIIAAAggg0FIBgtWWTjzDrqYAwWo154VeIYAAAggggAACCCCAAAIIIIAAAqZA6cEqU4IAAmGBuXPnypw5c2RoaMj+bxA/p06dkkMn98nKJSOD2B37QAABBBBAAAEEEEAAAQQQQAABBGovUHqwumLFitojMgAEihKgYrUoSdpBAAEEEOifwHNy96U3ybaRcXn0nutlcf92RMsIIIAAAggggAACCFRagGC10tND59omUOtg9fAjcuu1EzIpIzL+6D1yvf9J2/0ALmPywNO3yyXe8wr6QP7c3ZfKTdtExh54Wm6/pG1HDONFoLkC3ms7MsKCzh3NlStuZIcfuVWunZiMnF+d3w875/Q8uyv470GerrAtAggggAACCCCAAAK9CBCs9qLGNgj0SaAZwaqFEwo+jGC1YDuC1YJBaQ6BiggkBquqf4SrA5mlpGB1IDtnJwgggAACCCCAAAII1ECAYLUGk0QX2yPQmGDVzj0elXvsstW0itURmbz1WpmYdKtZ7ak+LI/YvwsqX70P986REK6INYNVgtb2vF4YabMF4l/L4fPJMreicmRsTGTbtlDFfDiYNSvprTONu61SHHvgUbnoO/q5KNjP2Ng21bR6kjx9+zL3/BTYB+c67dw1PiwTE2oj71wo2nb6+S7cD3eDlMvrvX3E7d/5Xdr5Up67Wy5VJf7+T7gv1sbulQd2x+WBax6Tm4yK1eT2exh/XMWq0cfI1QjG44F//N+PZr9KGB0CCCCAAAIIIIBA2QIEq2XPAPtHQBNoUrBqpRDuZaLpSwFYaUP4UlPjg7b3ePhACcIAglVeQgg0U6CbYNUXcCtZD7hLhJgyfkgXCRhHZGRkUib9L3m885YWQVrLjVzzmLP0SPjHC22joafzPK9tbSs7pLUuoo/0w93C/2IqvKf4Kt6kL6G8bd3HRQtN9Wa9vvhfgkWPJ88tHKp6z/POxz2M3wxWEzyS583tgz+G6BdzzXx1MCoEEEAAAQQQQACBqggQrFZlJugHApZAI4JVrcrJqfAS5yYnSWuseh+s3Q/G3gd3pwrJq/LSqqrcD95elRIVqrx0EGimQOpSAMb5IrQ0gF91GT1vOM/zKuW1yno/0DO/EEpfvzl8/gmCRfP85PfP20/SUgbe435QmD634f17YXA0aA1XdbptJn2J5fctGI8TbHr/TjofB1W5mccf6kMwL5Eg1agWDqpYo2Nu5quBUSGAAAIIIIAAAghUVYBgtaozQ79aKdCUYPXRe4blu3aYqkKJB0RuSglW/Uv/1Yf1L8hUaGmAaNWYf2C4wQPBaitfKgy6BQKJwaoWOoa/iHHumBf3u2CJEXWeuUYe07/scbZyL9VPqLQ3vM3KzXDwmBJsJt2sSb8EX+2rQ7Aau/9lbkVqx/VnjfOqUeWrX3ofXmO10/nYWyahi/GHPLy/G8byBJ59gh3rwLbgZMAQEUAAAQQQQACBCgsQrFZ4cuha+wSaE6xeL4v9yizrMthJ6xLbpIpVLQgZGx+XqYkJmcxwaapXAeZd8htZh699hw8jRqBRAlm+NIkNUY2qdgdFD057D1bTlx5JXh/arxhNuvTdXBogIVhN3X+nYNXct/HvuHNp5mA1VAncp2DVW6rACI4JVhv1smcwCCCAAAIIIIBA7QQIVpOmbM9mGdpxh2wanZaNq2s3r3S4pgKNClatOQhXnLlVSHFVR0a1VhCSxlx6asxtlvClpocD3Uag1QJZXtuxwWqhSwHo1ZPGetF+WOstF9B9sGqGmX4lamyw2mn/QUVp3KX0j170HXs9az/kNZYl8Nez9oNLs71O5+Pux784YSmA+CA6ZqkAf13Y6M3JWv3iYfAIIIAAAggggAACAxNoWbB6ULZ/c5mMHQ18R9cckIevWxoB3/XgkOxcXWSouks2T2yW4ZsflnXR3Q1swtlRtQWaFqxa0aq7vqpyTwlWQyFshztmu1PoBQfcvKraxzS9Q6BXgZ6D1ciXOkEPur95VVywGh1Rr0sBJN1kK34pgORL8dNvLuWEjiOTzo0CIz8xQar5nPT2ew+Ww8GqdqWD0QFuXtXrq4jtEEAAAQQQQAABBPot0J5g9eB2ueG+MZFQkKrCzhG5Y/mkTN+4VrM+KAcPLpWlhQagBKv9Ppib0H7zgtVgvcNOwap/d+yYSi1zPUH9RiwEq0048hkDAlGBPMGqai1cMR+taAzOK+qxcZGJa2VissMaq/pd61UgaW/mLV/SwxqjoS+f4vphuKTu/xL7yfHrv9qPuOvIOm2qsPKaxy6Vm7ZpNqGrB8ZkfHxKJqwwNm7dVa9nwfk4b8WqFaw6EyeX3qRW6HZ+IjfeSn082gdeWwgggAACCCCAAAII9FOgJcGqU6m6/YKY6lQ7cN0u6+xKUidoFe3y/4M/uEGWvbRODnx1ndg5qxvQ7lD/e8G24PeStu2wPKgCXHcmveUFVFXsyH5teiMBbz+nnrarKFDrYLWKoPQJAQQQiBHwQ9fIes4JN05CEQEEEEAAAQQQQAABBBCIEWhHsBoKT9OOg07Bqv64GdZm2TZYCsAOVd/WglnWdOUFagkQrHIYIIAAAv0XMKs6/T0m3DSq/z1iDwgggAACCCCAAAIIIFBHgXYEq3ZoKTI5vlH0C/6jE9YhHE1tp7tgNcu+63hA0ed8AgSr+fzYGgEEEMgqEF4qwNrKuNt81nZ4HgIIIIAAAggggAACCLRXgGA1NPfp4aiYywJ0se1Se6mA6M2r7KUGdtsLC9g/3jIB7T0k2z1ygtV2zz+jRwABBBBAAAEEEEAAAQQQQACB+gi0I1gtaCmAIoPVIFDd5FbSRkPd+hxG9LQoAYLVoiRpBwEEEEAAAQQQQAABBBBAAAEEEOivQDuCVUm5eVXoplODWgrA6c/UldOycbU3wQSr/T3U69E6wWo95oleIoAAAggggAACCCCAAAIIIIAAAi0JVq2JtqtWx0TWHJCHr1vqzrwTZt6xwLuJlBN4ji2clOkb1Wqs5uPh8NOuOj280X1ulm29pQDMoNfd9ihLAbT9JUmw2vYjgPEjgAACCCCAAAIIIIAAAggggEBdBNoTrNoz4gal2uyMhoLWIIB1Vj21LtMfte5nsXNYDnx1ndhxrBvQ+o/rN8QyHzO23fXgkIzsF7H3eelOO+j1VlfdNHpAhnfqoW5dDiH6WaQAwWqRmrSFAAIIIIAAAggggAACCCCAAAII9E+gZcFq/yBpGYEiBAhWi1CkDQQQQAABBBBAAAEEEEAAAQQQQKD/AgSr/TdmDwhkFiBYzUzFExFAAAEEEEAAAQQQQAABBBBAAIFSBQhWS+Vn5wiEBeoerB4/flwOHz4sb731lhw7dozpRQCBmgnMnTtXPvrRj8rixYtl9uzZpfae80mp/OwcAQQQQAABBFouUKX3hS2fCoZfcQGC1YpPEN1rl0Cdg1UVgrz88ssyb948mT9/vpx22mntmjxGi0ADBD788EN577335P3335ePf/zjpYWrnE8acDAxBAQQQAABBBCotUBV3hfWGpHOt0KAYLUV08wg6yJQ52D19ddfFxWGLF261A5Vh4aG7P/4QQCBeghMT0+L+k+9if7FL34hs2bNknPOOaeUznM+KYWdnSKAAAIIIIAAArZAld4XMiUIVF2AYLXqM0T/WiVQ52B17969cu6558pHPvIRQtVWHbUMtkkC3pvoX/7yl/Laa6/JqlWrShke55NS2NkpAggggAACCCDgC1TlfSFTgkDVBQhWqz5D9K9VAnUOVnfv3i2rV6+WGTNmUKnaqqOWwTZNQL2JPnnypDz77LOyZs2aUobH+aQUdnaKAAIIIIAAAgiEBKrwvpApQaDqAgSrVZ8h+tcqgboHq5/61KfsYJUfBBCot4AKVvfs2VNqsMr5pN7HEL1HAAEEEEAAgWYIlP2+sBmKjKLJAgSrTZ5dxlY7AYLV2k0ZHUagkQKnTp2SZ555hmC1kbPLoBBAAAEEEEAAgewCZb8vzN5TnolAOQKlB6vlDJu9IlBdgblz58qcOXMGuk6p+mN56OQ+WblkpGcYdekuFWY987EhApUSKPsNNOeTSh0OdAYBBBBAAAEEWixQ9vvCFtMz9JoIlB6srlixoiZUdBOB/gtQsdp/Y/aAAAKdBcp+A02w2nmOeAYCCCCAAAIIIDAIgbLfFw5ijOwDgTwCBKt59NgWgYIFCFYLBqU5BBDoSaDsN9AEqz1NGxshgAACCCCAAAKFC5T9vrDwAdEgAgULEKwWDEpzCOQRIFjNo8e2CCBQlEDZb6AJVouaSdpBAAEEEEAAAQTyCZT9vjBf79kagf4LEKz235g9IJBZgGA1MxVPRACBPgqU/QaaYLWPk0vTCPRN4JA8ductskU2yL13XSNL+rYfGkYAAQQQGKRA2e8LBzlW9oVALwIEq72osQ0CfRIgWN0r939uQh6P+F4oG+69S64p4lPa3vvlc1uXD/RD3977PycTMi4PfXFVn44cmkWgWIGy30AXFaweeuxOuWXLi1Gcq+Nfj9HnXy3jD31R4l65kedeqIVJ6jwzET2TeR25cMO9cpd/Qoue98KPW1ultHf1+EMSd2rx+hd93A2/Ylni2op5foJfAJ10LlfPCM7nTh8l5vzubG/hx44tsh/d3nswycx87qHH5E6rE8NJ+zIet/v85BX+35CsYzC3s7sZ6aP2t87db8w0OSO05+BsJ8iMe1KcibNT5+9s4uNx/TJfBwnzo/r8LZHbjFA1q1GxZzFaQwABBBAoSqDs94VFjYN2EOiXAMFqv2RpF4EeBAhW1Ye1rbLcDFHtD59TxYSrBKs9HJls0jaBst9AFxqs7l9vfKnhBoXDerjqhYdGgOQGX+FwMr4qz/4C5fG4IDbhvKYFa+EgNab9pPNW4rnR2adcLfL4VBACOsex0/7+9UZoGRcweuGeEaQmj9V7paSMWXsx+eF0JOTLFqza2+8flqsft0JsMxhNMLP7PqWF4PYYn1R5r1xxm/kFXhAQe8dAfLBqJZsdxhAJVu25U93WgvvY4y1lzpLm0v39ltAx7s5+mpmdqUaP42gwmhSsHpJDS5ZEKlXzznPbzr+MFwEEEKiaQNnvC6vmQX8QMAUIVjkmEKiQAMFq8ofxaLVPuCLKrPByPhw6k+uHIqHqIC0ACf0+XB2r2nlq+QaZ2rJFXvQqrcSpcAqKhIyK2lCl0dVy9dWPW1W4WoiTsr8KHY50pWECX//61+UnP/lJaFSf+MQnRP3e/Cn7DXR/g1U12nAwFFtN6GeE4QAs+blOYPnkFXo1qrevmC+MjD6E58BoK/ELoYR9es+/TeRbVmh4RejLqoRg1e6qPtak8Tg9Ta/E7yJY3e8Eo1MxVbzpFavBOC57KuaqgKxmbrB6xYZheVJGtUpi1+Mp62+IFtzGBqsZxmBul+QX//ukOcs6l97RlcHMDHvdTcP9iglWU/6u6QF49/PcsBMxw0EAAQQqIlCn94UVIaMbCCQKEKxycCBQIQGC1ZQP4/aH3/2y3q7ucT7UBR/Qwv8OfYA1q4LMD9tmxZfx70j1TqSqy6guMx/3Pmx6FV8d9lehw5GuNExg7969MjFhpSbaz/j4uKxaFb3QvfnBqhMMbl2uQlBJCESjYdQXV6WHjfGHTFolvlGxqDegn6uyhoT29nofnbGFKxdTwjj73OqGwPYXSGYoq3UwdE42R95NsGpVFF/2lHFVQoaKVf3cHle5m3J1ghP0uZXMXrB673rZ/63XZFS7jH3v/XfKa6PW728JliWID1Y7jyH7EgJxR1FBwWoHs+zL1hjz0+Hvmu/dyzw37DzMcBBAAIGqCNTpfWFVzOgHAkkCBKscGwhUSIBgNe3DePDY6j3hNe7sKfQ/MI7Ka7FVY+5Ehz5sx4ck+ofLLB809Q/MVooRWn/P6ZpXTeWsh2dWtGXZR4UOU7pSYwG9OiGpWlUNrw3BahCuScf1PIMQ9o2Oz40eHvHntdQqWTsf1b5M6mYpAD8odC9rj1xynhasao9JzKXqocF1Ol/HrZdtNaBdMq8HnOFL9DsHq+HzZsy5PG3ZF/0xzevcHSpI9ZYDsPpwpwpaz5Ud2nqvicGqtdBt2hji5lu/ssKmTVy7tttgNW65C7PK2DTr5ksDfX46/x3NM881Pt3SdQQQQKDyAnV5X1h5SDrYegGC1dYfAgBUSYBgtdMHdaeS6twdMZd9+iHEZfJU2k1PQh+24z+8Rz4Ext54KrwUgRcWvBFzo6pOAU6oeqpKByR9aZyAXp2QVK1KsBoTjfrVrSUGq7E3w4re2C/6RY1Z4T+oYDVu+YOwbfjcp/ezg7MZHts5tLoR1nCwZmkPweo1b9wvd77mLgdgbe/873Bf0oJVb4kJ52qK9O0MidBNqJJuOBZZF9dbSzXu5lVmSNvRrNdgtfPf0Z7nuXFnYAaEAAIIVEugLu8Lq6VGbxCIChCsclQgUCEBgtVsSwFYJWMyYYadAwtWg0DVW9dV/6BNsFqhFxRdiRXw1lSNW1vV26ANFav1XgrAPQ9FKhyNL3z0I8CvFK3gUgBWtaf9419SHr783jyQ/ZshxRzhoTW1ty6Xe4071KtN4pcCUJWqyu8pucxacsYqV3WrV9PX4418MZYwho4Vyu5Y4p+XvWLVsZHIzR6zmGW/ekI36TZYzT7PnMIRQAABBPovUIf3hf1XYA8I5BMgWM3nx9YIFCpAsJocrHa63H5gSwHEVEF16htLART6MqGxnAKqOkH9xK2t2p5gNT0sCxEbl9KnBWTxwVTSeS3tcvcMN69y13O2EjT/hkuRqk1vIKG1n7Pe8GhQN69y1zp1++pcTn+hXPjiizI8/pB4mWswJ2YFrvaIve0GJ0zNui6tUclp37DwsnGRrd56q10Gq3ZuGB1D+LhJmfvI0g12FGxXtCZVrJq/j6wNHlmXPMUs4eZVyf3vbikAb8+d5znniY7NEUAAAQQyCdThfWGmgfAkBEoUIFgtEZ9dI2AKEKwmBBCRG5OYH6zD/45+ANQuSe3l5lV6dWzczbDUJbp+NVjcTT2sx7l5FS/4Ggk0u2I1bv1J93cvXh1cSq7my735XPjSbOOGdXog+Hj00nzn8vCEy+Ld9r3qd6epmPYTQkKvCtHpX1oQqo/ZWes5EtJFbsynuqLWed0iLxqVsdHgzjy405Z1CZ4bvwxKUHUbvSTem5OEm37pfyusy/o/F1OxGl4H1RujdpOuyJx0H6x6SwJYZ37r1O+Ew7FLCEQqS5PmsLtg1d+/93cpNqz1D9zQjcPi5jZ8nNkvjPBaw1lvXhVKyTvMc43Ol3QVAQQQaLpA2e8Lm+7L+OovQLBa/zlkBA0SIFhNuozVCDvsOQ8/NxxMuBVD6lOt9RN+zNtOC0DcD9Lus0OXUMZVoIVuOKI+uK7fL7dMTAXbeWGEs3PZMLxFtkTCWbdzEhfENOigZii1FCj7DfTu3bvlU5/6lMyYMSOXX9Llz+b5wttJ9Plx5x7n2ZEbD2k3ZQp3ulPIGD3vRfqXsl6o0w/rPHLbsGz5VkLg6HTYDdBuE/nWLbIlsi5n0rnIC521USXeZMl7TsqSBNo5OXF96dhAW7XdaR1QLUC270DvnWdT+h5Ze9Scr16CVc/78cRg1T2IIn2MDZO7rFi12/ZD8dtkw9S3IjdNDESiXzR0fh3EVNym/B3tfp5zvezZGAEEEECgYIGy3xcWPByaQ6BwAYLVwklpEIHeBQhWe7djSwQQKE6g7DfQRQWrxYnQEgIIIIAAAggg0E6Bst8XtlOdUddJoObB6i7ZPDEidySIj645IA9ftzTDfByU7d/8ssi6h2VdlqfHtuj2ZcE2OfDVdbJUvL5tksnxjbI2Qy86P6WIfnbeC88oT4BgtTx79owAAoFA2W+gCVY5GhFAAAEEEEAAgWoIlP2+sBoK9AKBZAGCVVFh5TIZOzoq224uMlgt+rArqp9F94v2ihQgWC1Sk7YQQKBXgbLfQBOs9jpzbIcAAggggAACCBQrUPb7wmJHQ2sIFC/QkGC1U1WoWdnqhaheWBnA2lWul+6UG+4bkx1+9anIwR/cIMt275BNo9OycbXz/F0PDsnIfud/bxqdFNlhVc+mVKx6bfh7i2l/dM02Wbt7zK3C7dBPVY17cLvTV7fRcJVudHx6/4s/nGgxrwDBal5BtkcAgSIEyn4DTbBaxCzSBgIIIIAAAgggkF+g7PeF+UdACwj0V6AFwWo0XHSjUOsS/Rtlyq5WDZCzBquRkNSHKpwvAAAgAElEQVRrIilY3bNZhnZEFy3wgtD09q6UnWn9NI4RLzzVg19thDkrc/t7QLa9dYLVth8BjB+BagiU/QaaYLUaxwG9QAABBBBAAAEEyn5fyAwgUHWBhgSrccxmtWdSVWvMJfZeFWhixWpQAetXgHrBadY1Vr3nL5+U6RvX+hWx4m3vV6J6/Y72M1pFG17ndcquqM27xEHVD+Fm9Y9gtVnzyWgQqKtA2W+gCVbreuTQbwQQQAABBBBomkDZ7wub5sl4mifQgmA1uIzfnz4tMLUeja6x2ilYXepefh9qJ+PNq4xL98UIVoNL+b1+JQer8RWpapTuNpEq2U5LJjTvAK/biAhW6zZj9BeBZgqU/QaaYLWZxxWjQgABBBBAAIH6CZT9vrB+YvS4bQINCVazBYbhINKsaNUqO2OCVW9bu0K1l2DVqFCVhIrVYoLVcJWqucwA66xW92VOsFrduaFnCLRJoOw30ASrbTraGCsCCCCAAAIIVFmg7PeFVbahbwgogVYFq96Ue0GjE2JKcsWqV/kp5qX/0aUA/PAyYSkAcW905YWa/vNzVKzG3VAr9bA2w11eA5UTqHOwunfvXhkeHpbTTz+9cq50CAEEuhN49913ZWpqSlatWtXdhgU9m/NJQZA0gwACCCCAAAII5BQo+31hzu6zOQJ9F2hIsJrgZIeWIpsnRiTmtlHuTZyMm1ulbmNdZK8qVlfHLC/gdaFDsBrpadfBqtuC2u7aKbnhvjHZYTZqtznsBsZRGypW+/666nkHdQ5WX3/9dVHfZp577rkyNDTUswEbIoBAuQLT09OiXs/qdXzOOeeU0hnOJ6Wws1MEEEAAAQQQQCAkUIX3hUwJAlUXaEGwutaag6DC1JuQULior0XqBp3+pfpqAyssnbxgu4zs3uEHq+rX+tICo2u2ydrdY3JH4s2r9D6oS/W/bZXKLpOxo84yBsM/uEGWWe0nLwVg7TCun+aarbHrxwaHYdB+1Q/NdvavzsHq8ePH5eWXX5YFCxbIwoULZf78+e2cREaNQI0F3nvvPXn77bfl6NGj8vGPf1xmz55dymg4n5TCzk4RQAABBBBAAAFfoCrvC5kSBKouUPNgteq89A+B7gTqHKyqkaow5PDhw/LWW2/JsWPHuhs8z0YAgdIF5s6dKx/96Edl8eLFpYWqHgLnk9IPBzqAAAIIIIAAAi0WqNL7whZPA0OvgQDBag0miS62R6DuwWp7ZoqRIoAAAggggAACCCCAAAIIIIBA2wUIVtt+BDD+SgkQrFZqOugMAggggAACCCCAAAIIIIAAAgggkChAsMrBgUCFBAhWKzQZdAUBBBBAAAEEEEAAAQQQQAABBBBIESBY5fBAoEICBKsVmgy6ggACCCCAAAIIIIAAAggggAACCBCscgwgUA8BgtV6zBO9RAABBBBAAAEEEEAAAQQQQAABBKhY5RhAoEICBKsVmgy6ggACCCCAAAIIIIAAAggggAACCKQIEKxyeCBQIQGC1QpNBl1BAAEEEEAAAQQQQAABBBBAAAEECFY5BhCohwDBaj3miV4igAACCCCAAAIIIIAAAggggAACVKxyDCBQIQGC1QpNBl1BAAEEEEAAAQQQQAABBBBAAAEEUgQIVjk8EKiQAMFqhSaDriCAAAIIIIAAAggggAACCCCAAAIEqxwDCNRDgGC1HvNELxFAAAEEEEAAAQQQQAABBBBAAAEqVjkGEKiQAMFqhSaDriCAAAIIIIAAAggggAACCCCAAAIpAgSrHB4IVEiAYLVCk0FXEEAAAQQQQAABBBBAAAEEEEAAAYJVjgEE6iFAsFqPeaKXCCCAAAIIIIAAAggggAACCCCAQOkVq0wBAgiEBebOnStz5syRoaEh+79B/Jw6dUoOndwnK5eMDGJ37AMBBBBAAAEEEEAAAQQQQAABBBCovUDpweqKFStqj8gAEChKgIrVoiRpBwEEEEAAAQQQQAABBBBAAAEEEOivAMFqf31pHYGuBAhWu+LiyQgggAACCCCAAAIIIIAAAggggEBpAgSrpdGzYwSiAgSrHBUIIIAAAggggAACCCCAAAIIIIBAPQQIVusxT/SyJQIEqy2ZaIaJAAIIIIAAAggggAACCCCAAAK1FyBYrf0UMoAmCRCsNmk2GQsCCCCAAAIIIIAAAggggAACCDRZgGC1ybPL2GonQLBauymjwwgggAACCCCAAAIIIIAAAggg0FIBgtWWTjzDrqYAwWo154VeIYAAAggggAACCCCAAAIIIIAAAqYAwSrHBAIVEiBYrdBk0BUEEEAAAQQQQAABBBBAAAEEEEAgRYBglcMDgQoJEKxWaDLoCgIIIIAAAggggAACCCCAAAIIIECwqgROyOHn7pdNL6+QW6+5VobnJ6sc/MENsmz3jugTlk/K9I1rm3FAHdwuN9y3Xdbd/LCsW7pLNk+MiIxOy8bV+v9uxlDrNAqC1TrNFn1FAAEEEEAAAQQQQAABBBBAAIE2C7SoYvWEvP7U3fIvf/wzOfOsz8jf/N4fyMUJ4aodrB7eaISoTuC4a80Befi6pQ07ZghWqzKhBKtVmQn6gQACCCCAAAIIIIAAAggggAACCKQLtDJYPW6ZnJUSrsYHqyK7HhySzYuDYFX9e2S/BqxVtKrHdi7eJrt2j8kOGZVtN2+Uqft2yvCaXTKmqmEXbJMDX10nS/dslqEdd2iNbJLJ8Y2i6mKdfqyTbW+PydhR5ymjoWD3oGz/5jL/sU2jkyI7NstwpArV2dZu76V1zn4zV6yG9xHtAy+xIgUIVovUpC0EEEAAAQQQQAABBBBAAAEEEECgfwKtDVYVaVK4mlyxulOudENPO1R92w1HVWNuQLrJvpzeCWFH9gchqfUbu+L1Dn05AXubXVboqi7HV42En+MtSeC16ewjeH64D14AqkJc8/L+XoNVt82FwRIITp9E63P/Ds42tkyw2sZZZ8wIIIAAAggggAACCCCAAAIIIFBHgVYHq0nhauIaq3blqReCmtMdXpvUDj1FX5M129ql+nahClN7dx0u2Q8Fr9H99VaxaowzVOlax0O+2n0mWK32/NA7BBBAAAEEEEAAAQQQQAABBBBAwBNofbAqcpr8wciE/Pkli/2jIr5iNVq9qTYwQ9hQxWrWYNUOK9WSAe6PW9WaGqwu1W8+5W2owtSilwJw2g4ve5AWMPPiyiNAsJpHj20RQAABBBBAAAEEEEAAAQQQQACBwQm0Plj95Hkb5K+v+S1ZfFqAnrTGqnMpvthroA7bl8SrKNS73L+HilUtUI0LZKsQrPqBqrcmLBWrfX11Eqz2lZfGEUAAAQQQQAABBBBAAAEEEEAAgcIEWh2sxoWqSjY1WN05bN386UrZad00aupKZz1V56f7YDVuP7mWAki8IZXTw+6XAtArYN1hEqwW9uKLa4hgta+8NI4AAggggAACCCCAAAIIIIAAAggUJtDaYDUpVPUDyMMbZfrGtRq0sxTA9gsOyMPXifa/1V2nvBtHWfWr+s2rOiwFYFak+ssKZFkKwAp0w9ubN68yly5wb4wVW3matHaruU6r20bqWrOFHZutbIhgtZXTzqARQAABBBBAAAEEEEAAAQQQQKCGAq0MVi+Kufxfn7vEm1e5gaf9XGNd1E2jB2R45zIZW+jcsCrbzauCQNZu02r/wOLN1hIDa4PlBl5aZ1XIrhMV35pVsfZv1E2y9ju9H12+SWT/Llnn3WAr1EdryYJRkRG74tZqL7G61QhT7eUP7nB51NqqG2XqvhHZtUYFzE6v+ClOgGC1OEtaQgABBBBAAAEEEEAAAQQQQAABBPop0KJgVeSdlx6Vvz+wVK4bWR1aU7WfwANtm8v0B8rdj50RrPZDlTYRQAABBBBAAAEEEEAAAQQQQACB4gVaFawWz1exFglWKzYh3XeHYLV7M7ZAAAEEEEAAAQQQQAABBBBAAAEEyhAgWC1DvV/7JFjtl+zA2iVYHRg1O0IAAQQQQAABBBBAAAEEEEAAAQRyCRCs5uJjYwSKFSBYLdaT1hBAAAEEEEAAAQQQQAABBBBAAIF+CRCs9kuWdhHoQYBgtQc0NkEAAQQQQAABBBBAAAEEEEAAAQRKECBYLQGdXSKQJECwyrGBAAIIIIAAAggggAACCCCAAAII1EOAYLUe80QvWyJAsNqSiWaYCCCAAAIIIIAAAggggAACCCBQewGC1dpPIQNokgDBapNmk7EggAACCCCAAAIIIIAAAggggECTBQhWmzy7jK12AgSrtZsyOowAAggggAACCCCAAAIIIIAAAi0VKDVYPX78uJw6daql9AwbgajAjBkzZPbs2TJnzhwZGhqy/xvEj3odHjq5T1YuGRnE7tgHAggggAACCCCAAAIIIIAAAgggUHuBUoPVY8eOyYoVK2qPyAAQKEqAitWiJGkHAQQQQAABBBBAAAEEEEAAAQQQ6K8AwWp/fWkdga4ECFa74uLJCCCAAAIIIIAAAggggAACCCCAQGkCBKul0bNjBKICdQ9W33z/TXnohYdk14FdcuTYEabYEFg0d5H8s2X/TP7o4j+Ss+adhQ8CCCCAAAIIIIAAAggggAACCNRYgGC1xpNH15snUOdgVYWq//rJfy3vnHhHZp82W2bOmNm8Cco5opOnTsrxD4/LmbPOlL++4q8JV3N6sjkCCCCAAAIIIIAAAggggAACZQoQrJapz74RMATqHKz+2z3/Vp545QmZN3se89pB4NiJY/I75/yO3Pbp27BCAAEEEEAAAQQQQAABBBBAAIGaChCs1nTi6HYzBeocrP7JP/yJfGj9H5WqnY9NVbl6mvV/f/t7f9v5yTwDAQQQQAABBBBAAAEEEEAAAQQqKUCwWslpoVNtFahzsHr996+XhfMXtnXquh732++9LY989pGut2MDBBBAAAEEEEAAAQQQQAABBBCohgDBajXmgV4gYAsQrLbnQCBYbc9cM1IEEEAAAQQQQAABBBBAAIFmChCsJs3rns0ytOMO2TQ6LRtXN3PyGVX1BAhWqzcn/eoRwWq/ZGkXAQQQQAABBBBAAAEEEEAAgcEItCxYPSjbv7lMxo4GuKNrDsjD1y2NaO96cEh2ri4yVN0lmyc2y/DND8u66O4GM9vspfICBKuVn6LCOkiwWhglDSGAAAIIIIAAAggggAACCCBQikB7gtWD2+WG+8ZEQkGqCjtH5I7lkzJ941ptAg7KwYNLZWmhASjBailHeM12SrBaswnL0V2C1Rx4bIoAAggggAACCCCAAAIIIIBABQRaEqw6larbL4ipTrUD1+2yzq4kdYJW0S7/P/iDG2TZS+vkwFfXiZ2zugHtDvW/F2wLfi9p2w7LgyrAdSfcW15AVcWO7NeOgkjAW4EjhC4MVIBgdaDcpe6MYLVUfnaOAAIIIIAAAggggAACCCCAQG6BdgSrofA0zaxTsKo/boa1WbYNlgKwQ9W3tWCWNV1zH8xNaIBgtQmzmG0MBKvZnHgWAggggAACCCCAAAIIIIAAAlUVaEewaoeWIpPjG0W/4D86KR3C0dR2ugtWs+y7qgcN/eqfAMFq/2yr1jLBatVmhP4ggAACCCCAAAIIIIAAAggg0J0AwWrIKz0cFXNZgC62XWovFRC9eZW91MBue2EB+8dbJqC7aeTZTRFob7D6Gfnzq/5YVs7SZ/J1+eE//pnc35TJNcZBsNrQiWVYCCCAAAIIIIAAAggggAACrRFoR7Ba0FIARQarQaC6ya2kjYa6rTkKGagv0Mpgdfmfy7d/Y6XIke/Jl3/0j77FZ37r2/LHi0Se/+mX5d/oaxE35HghWG3IRDIMBBBAAAEEEEAAAQQQQACB1gq0I1iVlJtXhW46NailAJz+TF05LRtXe8cewWprX4XawNsXrDqVqr/+TjhU9Ui++Nv/XtYc1x775F/Jvz/3HF/s9df+lfzZj51/Os99Xo4uWineM/THRYyq2BPPy/ee+DfiRLlflL/6zAVy9MgCWbnodBH3sV+32rz8DG2CfvVD+Vf/yamhVfu7wNrfAmt/p8u7XQfABKu84hFAAAEEEEAAAQQQQAABBBCot0BLglVrkuyq1TGRNQfk4euWurPmhJl3LPBuIuUEnmMLJ2X6RrUaq/l4OPy0q04Pb3Sfm2VbbykAM+h1tz3KUgD1fjnl733rglW7WnWB7M5yyb8dqkqwPIC97a/Lz92KVhV0Xn5GEHA6Fa9H3edHA1z7+eIFpSpYvVzOMYLTy+do4asb6nphrbO/3pcrIFjN/3qhBQQQQAABBBBAAAEEEEAAAQTKFGhPsGoru0GpJj4aClqDANZZ9dS6TH9UZGTnsBz46jqx41g3oPUf12+IZT5mbLvrwSEZsS5ptvd56U476PVWV900ekCGd+qhbpmHBfsuS6B1waoKK5cc1SpHk+SdYHTBoaBCVT3TDk9n77arSMNBqfWgHryeGbcfFaaukaN2MOsEq6JVwEZ7En5OZH9dHjQEq12C8XQEEEAAAQQQQAABBBBAAAEEKibQsmC1Yvp0BwFDgGDVDUvV5fjej31Z/htylaoojTti3CrTtGB19xJVvaq16bfjVbgmB6tO5Wuwbahi1a947f5QJljt3owtEEAAAQQQQAABBBBAAAEEEKiSAMFqlWaDvrReoHXBaoelAOxQ88yf+8FqWkVpx2DVbsdbU9U81KLBahCoepf7U7Ha+hcoAAgggAACCCCAAAIIIIAAAghoAgSrHA4IVEigdcGqe0OppJtXBcHqblmTcpMrNYUdlwLQ12eNzLkZrMYtPUCwWqGXCl1BAAEEEEAAAQQQQAABBBBAoHQBgtXSp4AOIBAItC9YtcZuV62uFDnyPfnyj/4xwHBvFiX2UgBWpan97wXyvHuzKmvRAHvdVS+UTQ1W9zvPXfmBd7Mqazehm2HFB6tB4OtuP0uEpQB4xSKAAAIIIIAAAggggAACCCCAgBIgWOU4QKBCAq0MVm3/ILgMpsNb/zT4jbne6btaGJserKo2nPA0WKfVu8Q/eCy01IAb+Hqrq77+2vfk6JIgnOXmVRV64dAVBBBAAAEEEEAAAQQQQAABBEoQIFgtAZ1dIpAk0N5gtX3HBDevat+cM2IEEEAAAQQQQAABBBBAAIFmCZQarJ44cUKWLVsms2fPbpYqo0GgB4Hjx4/LgQMHZNasWTJnzhwZGhqy/xvEz6lTp+TQyX2ycslIz7u7/vvXy8L5C3vevm0bEqy2bcYZLwIIIIAAAggggAACCCCAQNMESg1WZ8yYYYeqixYtapor40Gga4G33npLPvjgA1EhJ8Fq13y124BgtXZTRocRQAABBBBAAAEEEEAAAQQQCAmUFqyq6jwVqr7//vty+umn2/9RucrR2UYB9Vp499137f/mzZsn3muDitVmHw0Eq82eX0aHAAIIIIAAAggggAACCCDQfIHSgtUPP/zQDlJVdZ5aEkCFSep3/CDQNoHTTjvNfi2oJQBUFbd6LajfEaw2+0ggWG32/DI6BBBAAAEEEEAAAQQQQACB5gsMPFhVpNPT03agevLkSfv/q3/zg0DbBVSQqoLVmTNn2v9/UOurKnfWWB380UewOnhz9ogAAggggAACCCCAAAIIIIBAkQKlBatewFrkYGgLgSYIeIEqwWoTZjN5DASrzZ5fRocAAggggAACCCCAAAIIINB8gVKCVY+VStXmH2CMsHuBQQaqXu+oWO1+nvJuQbCaV5DtEUAAAQQQQAABBBBAAAEEEChXoNRgtdyhs3cEECgyWP2Tf/gT+dD6v5kzZgLbQeDkqZNymvV/f/t7f4sVAggggAACCCCAAAIIIIAAAgjUVIBgtaYTR7cRKFKgiIrVe565R5589UmZN3tekV1rZFvHThyTf37OP5evfPorjRwfg0IAAQQQQAABBBBAAAEEEECgDQIEq22YZcaIQAeBIoLVN99/U77yxFfk+PRxmTVzFpWrMeaqUvXEyRMye2i2/M1VfyNnzTuLYxMBBBBAAAEEEEAAAQQQQAABBGoqQLBa04mj2wgUKVBEsKr6o8LVbT/dJj86+CM5cuxIkV1sRFuL5i6SNb+2Rj6/8vOEqo2YUQaBAAIIIIAAAggggAACCCDQZgGC1TbPPmNHwBUoKlgFFAEEEEAAAQQQQAABBBBAAAEEEGiLAMFqW2aacSKQIkCwyuGBAAIIIIAAAggggAACCCCAAAIIdCdAsNqdF89GoJECBKuNnFYGhQACCCCAAAIIIIAAAggggAACfRQgWO0jLk0jUBcBgtW6zBT9RAABBBBAAAEEEEAAAQQQQACBqggQrFZlJugHAiUKEKyWiM+uEUAAAQQQQAABBBBAAAEEEECglgIEq7WcNjqNQLECBKvFetIaAggggAACCCCAAAIIIIAAAgg0X4BgtflzzAgR6ChAsNqRiCcggAACCCCAAAIIIIAAAggggAACIQGCVQ4IBBAQglUOAgQQQAABBBBAAAEEEEAAAQQQQKA7AYLV7rx4NgKNFCBYbeS0MigEEEAAAQQQQAABBBBAAAEEEOijAMFqH3FpGoG6CBCs1mWm6CcCCCCAAAIIIIAAAggggAACCFRFgGC1KjNBPxAoUYBgtUR8do0AAggggAACCCCAAAIIIIAAArUUIFit5bTRaQSKFSBYLdaT1hBAAAEEEEAAAQQQQAABBBBAoPkCBKvNn2NGiEBHAYLVjkQ8AQEEEEAAAQQQQAABBBBAAAEEEAgJEKxyQCCAgBCschAggAACCCCAAAIIIIAAAggggAAC3QkQrHbnxbMRaKQAwWojp5VBIYAAAggggAACCCCAAAIIIIBAHwUIVvuIS9MI1EWAYLUuM0U/EUAAAQQQQAABBBBAAAEEEECgKgIEq1WZCfqBQIkCBKsl4rNrBBBAAAEEEEAAAQQQQAABBBCopQDBai2njU4jUKwAwWqxnrSGAAIIIIAAAggggAACCCCAAALNFyBYbf4cM0IEOgoQrHYk4gkIIIAAAggggAACCCCAAAIIIIBASIBglQMCAQSEYJWDAAEEEEAAAQQQQAABBBBAAAEEEOhOgGC1Oy+ejUAjBQhWGzmtDAoBBBBAAAEEEEAAAQQQQAABBPooQLDaR1yaRqAuAgSrdZkp+okAAggggAACCCCAAAIIIIAAAlURIFitykzQDwRKFCBYLRGfXSOAAAIIIIAAAggggAACCCCAQC0FCFZrOW10GoFiBQhWi/WkNQQQQAABBBBAAAEEEEAAAQQQaL4AwWrz55gRItBRgGC1IxFPQAABBBBAAAEEEEAAAQQQQAABBEICBKscEAggIEUEq7t370YSAQQQQAABBBBAAAEEEEAAAQQQqJXAmjVreu4vwWrPdGyIQHMECFabM5eMBAEEEEAAAQQQQAABBBBAAAEEsgsQrGa34pkIIBAjUESwCiwCCCCAAAIIIIAAAggggAACCCDQJgEqVts024wVgQQBglUODQQQQAABBBBAAAEEEEAAAQQQQKA7AYLV7rx4NgKNFCBYbeS0MigEEEAAAQQQQAABBBBAAAEEEOijAMFqH3FpGoG6CBCs1mWm6CcCCCCAAAIIIIAAAggggAACCFRFgGC1KjNBPxAoUYBgtUR8do0AAggggAACCCCAAAIIIIAAArUUIFit5bTRaQSKFSBYLdaT1hBAAAEEEEAAAQQQQAABBBBAoPkCBKvNn2NGiEBHAYLVjkQ8AQEEEEAAAQQQQAABBBBAAAEEEAgJEKxyQCCAgBCschAggAACCCCAAAIIIIAAAggggAAC3QkQrHbnxbMRaKQAwWojp5VBIYAAAggggAACCCCAAAIIIIBAHwUIVvuIS9MI1EWAYLUuM0U/EUAAAQQQQAABBBBAAAEEEECgKgIEq1WZCfqBQIkCBKsl4rNrBBBAAAEEEEAAAQQQQAABBBCopQDBai2njU4jUKwAwWqxnrSGAAIIIIAAAggggAACCCCAAALNFyBYbf4cM0IEOgoQrHYk4gkIIIAAAggggAACCCCAAAIIIIBASIBglQMCAQSEYJWDAAEEEEAAAQQQQAABBBBAAAEEEOhOgGC1Oy+ejUAjBQhWGzmtDAoBBBBAAAEEEEAAAQQQQAABBPooQLDaR1yaRqAuAgSrdZkp+okAAggggAACCCCAAAJNFNjy+F7Z/sN98sbR95o4vL6M6ewF82Xd5RfJhqtXxbaPaV/YK9Vop2NgEJ0lWB2EMvtAoOICBKsVnyC6hwACCCCAAAIIIIAAAo0VUAHgfY89L6dmzpWhmac1dpxFD2z65Icy4+Qx+dLVK+WL14TDVUyL1q5me2nHwKB6TLA6KGn2g0CFBQhWKzw5dA0BBBBAAAEEEEAAAQQaLfC7f/F9efvELELVHmZZBWsLTjsuT/zlH4S2xrQHzJpuknQMDGo4BKuDkmY/CFRYgGC1wpND1xBAAAEEEEAAAQQQQKDRAr/5lb+TWWee1egx9nNwJ955U579m8+HdoFpP8Wr13bcMTCoXhKsDkqa/SBQYQGC1QpPDl1DAAEEEEAAAQQQQACBRgsQAuabXoLVfH5N2JpgtQmzyBgQqLEAwWqNJ4+uI4AAAggggAACCCCAQK0FCFbzTR/Baj6/JmxNsNqEWWQMCNRYgGC1xpNH1xFAAAEEEEAAAQQQQKDWAgSr+aaPYDWfXxO2JlhtwiwyBgRqLECwWuPJo+sIIIAAAggggAACCCBQawGC1XzTR7Caz68JWxOsNmEWGQMCNRYgWK3x5NF1BBBAAAEEEEAAAQQQqLVAr8Hq2H//u3L7ilmhsb/zT8/Lv/jf99fao9vOFxms6qZttOzWvirPJ1itykzQDwRaKkCw2tKJZ9gIIIAAAggggAACCCBQukBvwepyue9/Xilr5hndf/+I3P2X/1m2lT6qwXWAYHVw1lXdE8FqVWeGfiHQEgGC1ZZMNMNEAAEEEEAAAQQQQACBygn0FqxeIv/XXefKcGQ0J2T3//Mf5Oan4odpV2SeedzZU/QAACAASURBVEgu/eZzfXEY/+q1cskrj8q//PuMzV/2X8t/vErkOznC4HKD1d7mIaNOx6d17d2xxeQnxFVI289+47WCjyf1pcEFIk8kH8dmLwlWc0wsmyKAQH4BgtX8hrSAAAIIIIAAAggggAACCPQi0FOw+oe/I09/+ozY3U39l+Rgs9/Bai/jz7tN+cHqAnnuzv9PJvIOpIftBx2sfkleGsBSEwSrPRwKbIIAAmUKEKyWqc++EUAAAQQQQAABBBBAoM0C2YNVrzpSVaW+JHJVwlIAT4h86fcXyZnyK3nECPxCwaoKZ88/LrvPWOQsKaCWEfC3FfHXGDWfp7VrB3vWv4fPPsN+/s4zVzoVqwecStR9v7LaPlvNrurLUbnEq7L1qhz1ilV7PyJTVlvDXSxpkDtYTQmpneMyrQpYzUlysKp8rnzHW/fWWb7hrOfjfPR9hJd5CNZ6dQLHs34llvcsOfLOCVl0prPGrvOcj4SrmH3D8HbR4N2ouk2wV8dOcrCqjc2uVlZtLpE33epp5XC9fxwEIXSoCtavfCVYbfP5kLEjUEsBgtVaThudRgABBBBAAAEEEEAAgQYIdB+sWoNOufw6KcRSVJFg9dNz3KUD3DBP3DVaVeD5+7Nlpwpm3eDRC+T0Nux9SXApuF9BqYJVK9x9062edfrkBb1a6CbaUgD2fiQSBnea4tzBqtqBPV4VRps/6UsrOAFiWsWqFhIu+x35jwtfcSo+3f2Jd7MxNfaVx+31cS8KmTqhp9iOzhxddCC4QZlesRoOcdO300eZvF3YIj1Y9cJUx2KfFcL+4dv/wVkSQhub6OGsMd9BP4SlADod9DyOAALVEiBYrdZ80BsEEEAAAQQQQAABBBBoj0BPwWomngwVq26Yp252FQ3Y3IpDKxD0Qj/nplhBmCihikynDb9i1QtmrS3CSxBEKzftNVa1AK6bm28VEqyqYUUqVzuFqp5FzFq3etWnXZVrRbbzPnCCarWZHlzbpl4Ae0jO+v2g0lM9Etj9Mqh4ddewTV4KQK8gNatJ0w6e5OcmrbEaqoC153COvGP9n7dubvi4CvYd+b1fvfwLuZI1VjO9wnkSAghURIBgtSITQTcQQAABBBBAAAEEEECgdQKlBqvnH/VvPBQO6bSqUhWsas8zg1X9ZlWhYFW7KVW42jElWA3tJ9uhUFiwaoSraWvVBj3rVLHqPDM5RLQC5UiwalTA2kskqHlSwWr4pk5msGqGn84YOl9aH79d2L9zxap6fjSYTQp/g8pqfT/qy4BX5ByC1WwHP89CAIFqCBCsVmMe6AUCCCCAAAIIIIAAAgi0T6AWwapW2droYNU6/FSA6F/G3vFwzBCs+mvUWlWr3p3ue65YTQpW3aUcfuUty2BWrIa3C4aVtl33waoTvr4jb66Y7d/QK61iVQ/lw31K6m/8hMSF6x2nrqAnPH9oUpbMvEhmzJjRU4tDR44cme5pSzZCAIHKCBCsVmYq6AgCCCCAAAIIIIAAAgi0TKD7YDV6iX+YzLsZUYalALJWrH76DElaY7XOFatJl7fHHYLBTaT0RzsFq9rj+o26el5jNSlYDd8sylvWoHPFatp2XQarkRuRudXQxhqrt595yKmSNtfU9Z/HUgAtOwUyXATqL0CwWv85ZAQIIIAAAggggAACCCBQT4HeglV1ufRKWTPPGLO9tuf78ofWDY+GpcBg9XyRqbPPsNq0frT1Q83LvOu2FEAxwWrMGqsW09R/eV7eXLlSznpeXY7vzJO/Xup/nmetuzpb3hTL1J5Dfa7cKlJ3boNAN3pJv9d/9ZzvyAVy+4pZzo6sm5s9IufKle+oG12l3wwqZBDazrrJlvaTaOUfc+G1YfVK1aQbqoXb9Aw6L11gvtKpWK3nuY9eI9AYAYLVxkwlA0EAAQQQQAABBBBAAIGaCWQPVrWB9XwX+x5w/DU+rSrDCv7kWWM1f7DaI4he3dljE2wWCBCscjQggECpAgSrpfKzcwQQQAABBBBAAAEEEGixQE/B6iC9GhysDpIxtC+C1ULpCVYL5aQxBBDoVoBgtVsxno8AAggggAACCCCAAAIIFCNQ+WC1mGH2rZU8Fat96xQND1SAYHWg3OwMAQRMAYJVjgkEEEAAAQQQQAABBBBAoBwBgtV87gSr+fyasDXBahNmkTEgUGMBgtUaTx5dRwABBBBAAAEEEEAAgVoLEKzmmz6C1Xx+TdiaYLUJs8gYEKixAMFqjSePriOAAAIIIIAAAggggECtBQhW800fwWo+vyZsTbDahFlkDAjUWIBgtcaTR9cRQAABBBBAAAEEEECg1gIEq/mmj2A1n18TtiZYbcIsMgYEaixAsFrjyaPrCCCAAAIIIIAAAgggUGsBgtV800ewms+vCVsTrDZhFhkDAjUWIFit8eTRdQQQQAABBBBAAAEEEKi1wO/+xffl7ROzZGjmabUeRxmdnz75oSw47bg88Zd/ENo9pmXMRjn7TDoGBtWb5w9NypKZF8mMGTN62uXQkSNHpnvako0QQKAyAgSrlZkKOoIAAggggAACCCCAAAItE7jv0R/Ltx97XmbMnke42sXcq0Dt1PH35U+vulhuve6/Cm2JaReQNX5q2jEwqGERrA5Kmv0gUGEBgtUKTw5dQwABBBBAAAEEEEAAgcYL/Lt/eE7+/qmX5I2j7zV+rEUN8OwF8+WzIxfI//jfXhLbJKZFSVe3nU7HwCB6TrA6CGX2gUDFBQhWKz5BdA8BBBBAAAEEEEAAAQQQQAABBConQLBauSmhQwgMXoBgdfDm7BEBBBBAAAEEEEAAAQQQQAABBOotQLBa7/mj9wgUIkCwWggjjSCAAAIIIIAAAggggAACCCCAQIsECFZbNNkMFYEkAYJVjg0EEEAAAQQQQAABBBBAAAEEEECgOwGC1e68eDYCjRQgWG3ktDIoBBBAAAEEEEAAAQQQQAABBBDoowDBah9xaRqBuggQrNZlpugnAggggAACCCCAAAIIIIAAAghURYBgtSozQT8QKFGAYLVEfHaNAAIIIIAAAggggAACCCCAAAK1FCBYreW00WkEihUgWC3Wk9YQQAABBBBAAAEEEEAAAQQQQKD5AgSrzZ9jRohARwGC1Y5EPAEBBBBAAAEEEEAAAQQQQAABBBAICRCsckAggIAQrHIQIIAAAggggAACCCCAAAIIIPD/s/c+L5ok6Z2nZdY9YUAqMqfnEAdRc+iDag6SIkGscoa5rGgUqV4aIrQCFYyE6iLQiBFEsOyK2WWJgBaSQJcS0kAJZpUBzbQyhZi5CG1qEURIc5jSoSlm0CEO0mRRWnLJvyDXf7v9NnN/H/fXXo9P9kGqeM0fM/885mZuX3/sMQhAYBoBhNVpvCgNgU0SQFjdpFu5KQhAAAIQgAAEIAABCEAAAhCAAAQWJICwuiBcTEPgUAggrB6Kp2gnBCAAAQhAAAIQgAAEIAABCEAAAqUQQFgtxRO0AwJ7JICwukf4VA0BCEAAAhCAAAQgAAEIQAACEIDAQRJAWD1It9FoCMgSQFiV5Yk1CEAAAhCAAAQgAAEIQAACEIAABLZPAGF1+z7mDiGQJICwmkREAQhAAAIQgAAEIAABCEAAAhCAAAQgYBBAWKVDQAACSkJYffDgASQhAAEIQAACEIAABCAAAQhAAAIQgMBqBN69e7dzXY8ePZptA2F1NjouhMB2CEgJqz/42+8XC+WbP/JtVXL71gAHgzUoj3XAG97rEjiM2nguZPwERxmOElbwhQRF5k5ZiliDAAR8BBivTSpb4VHfB8IqzzwEILB3Agire3fBKg3YyuS5CiyBSuAtAHGCCXhPgLXHovhJBj4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r5PnP/yl+pWnv6X+3Mvhx9V3b35W/fenF+q31c+rP/rbb6sfVf9V/cGP1P9t/vvX3/u++sV/pv3tv3xfffM7/94o9C9+59+p3/3WP9o78b3y3vvdr98AeK/PfE6N+GkONfcaOMpwlLCCLyQoIqzKUsQaBCCAsJruA1uZv3KE1T/5kz9RP/MzPxOF8ujRozS0QIkvv75RH37wkXr48OEsGw/evn37ftaVXAQBCBRDAGG1GFcs2pBSJs//90+v1E/96l8rUwDthVRbWO3/+/9T//HTf6V+/c+U6sXVv/ns2+rnflMZdnrb6t9cqh98+k8X5ZkyXgrvVDu38ju8D8OT+EnGT3CU4ShhBV9IUERYlaWINQhAAGE13Qe2Mn+lhNVaVO3/xcRVhNV0n6EEBCAQIYCwej+6RymT5zxhVSnjup/4QRsB+y9/Tf3FZz+pfmhwYS/A1lGw5+qnf3h/vi2F9/4IrFszvNflPbc2/DSXnHkdHGU4SljBFxIUEVZlKWINAhBAWE33ga3MXzFhVRdVU+Iqwmq6z1ACAhBAWFU/+Nvv3+t+UMrkKSGs/ob6PU/Ua+vePpLVSRuwsvdL4b3ybe+tOnjvDf2kivHTJFzBwnCU4ShhBV9IUERYlaWINQhAAGE13Qe2Mn+FhFWfqBoTVxFW032GEhCAAMIqwuqPfLsIBvOE1T5VQBuJ+uN/5UsnYAqr+861upWXlUMZPOF9GJ7CTzJ+gqMMRwkr+EKCIsKqLEWsQQACCKvpPrCV+SuVCiBNoi2BsJpLinIQgICXAKkA7kfHKGXynCas6r4Zt/f7bZjCKhGr96Nf93dZSv++X9Sn3y1+ms6MxaEMs6Ws0KdlycJTlifWIACBkQDji9kbtsIDYZWnHAIQKIIAwmoRbli8EaVMntOE1f7wKgvPf/m++uZ3/r1S5FhdvN8cSgWl9O9D4bWvduInGfJwlOEoYQVfSFBE+JCliDUIQICPkuk+sJX5C2E17WtKQAACKxBAWF0BcgFVlDJ5igirqj+kSik9MrXPr7rvNAC1u0vhXUDXW6UJ8F4F886V4KedETYG4CjDUcLKXn3Rf2T8N5fqB5/+U4nb2buNvfLc+93TAAhAYEkCjC8m3a3wQFhd8qnBNgQgkE0AYTUb1UEXLGXylBFWW1f0QqrumH2nAOjbUgrvg+60ExoP7wmw9lgUP8nAh6MMRwkr+/JFP5eWMudJsKxt7IunVPuxAwEIlEuA8QVhNdY7ybFa7rNLyyBwEAQQVg/CTTs3kpeJnRFOMgDvSbh2LgzvnRGuYgA/yWCGowxHCSv4QoLiaAOesjyxBgEIML6E+sBWxlsiVnnKIQCBIggsJazqkYm/oX5P/dSv/rX/fus8mf+HUv/26W+pP7dKtFu6lfqPn/4r9et/1v7oRmf0J8bXv44HHOmmfBNH3z6jSi1npy8aUqk25+c3/rQ9ld78p9X9D3+pfqW+HzsHaL9tT7tQ37bubZP3nqs/JmzZsLcyeRbx0GQ0wsu77xf29b5tnL6ynnJOn+nLpPpgV8643mNffw7avvq1+oMfuVC/HbiHsbz5LLb1KPXdP/1J9Z++5T7rrTntmoPp3/r44xmDUveR1Sf6Ouycw3bdVf3BvMO6wwK5izP69a5F8sYh7b6c+3HHvn5OSI3pdrR8bIz/Uf1GNR/aaUb0Oo25qbvmX3/vUqnveJ6Xzn59zY/91bfVz/2mTTbuozyOlk1vX3MPBQzOa90PLjf/vOvzx8Ao0O/dNC5j2pd+/h19o/829d0g0ccmdPSgL0LP9jDW/az670/TY6n9zjP53cR4hkxm7W3qfS3EpbtOVe9rn/2k+qGeT2p8q8tZZVIRtrP69gR/UbQAAtHnX3/H8IwtxrWROdGaO+zxP3YIagGEaMJCBLzjS/Dchn5n3IR309C793A/kTlN79vG+3g3Lld/+4t/8sc7rKf/kUM1NN6G36d+WL2MrAGaCux5oX8WA2z6Oc2cG2Jzv9s5dGH1iy++mNx7Pv744+YaIlYno+MCCEBAJ7CGsPq73+oH836gtF6WohNR/6L/4+pf/Mu/rsRX88W+F2ya3/5surA6LOSsifXvP2sXu75FgPNCNkyG3Uue5358+T+HicsSufTFpe+6HFt2L2exsu5zHxVW9Rd+zwud3S+MFxWP+G/3l//8E99Xv/hPEuJ+1+eGvvQvf7x6firh8+Zc/fQPd6y6fqya3/5amcKqX/gxFv3ai+EgrGr2Qwubg+nf9nNfY6v/9r8q9RuV+NCPId6PJzEB3OkTHmE1sBBomP7dz7b5Fn3tU+N4avh6pccjaxxq7u2/teO9PaY7OSXr+/mB+jHtg1doTFfdB7H+d+dlPsC0KfdFNf9Uz4D9scxYfHiea5/YqqwPGP5FRdwhWRxtE868ZPaFH/+r9oPhwM/pP76+48t37c+BrZq+98fqH9djgLLHp8A11hhkzsc7vBvE+tjEZyHHF3kpcMyKQ/0i1l+iYlHWeGB+rBl5u8Jq1jgdeV6NjxfarefwnOgiipdGIPbOP/zWjbm+8bIfj42PAr2g4587EFZL6wT7aY9/fAm9F3V/7+b22e90+q3G5jTjo4G+nh2F1TGX9pz1tF+Q/MHfft/5ITyXhD70tyZ865f6b/9W/bL63Z/4gTfoyDunRed+/328e/eu+QFhdT/PFrVCAAIVgcMRVn9effd3/pv69TrqbRBnuonl419T3/3it6qo1h2E1UFwaAUjNUVYHQ5T6uq3F43Bl0hzYnQWtk0PtSZPZ0Had+PAJNv9zGJl3cc9W1jVXkRSwqXx8hESTvvbzIxYHWz+zq+pv/nV31KqiUptP4S0L0gfdc/dFGG1+whSCbVmNKEp3Hpf3DKflUH83WP/jgpiufcReJ5NNn0ETy9mx19s+y4QbN8eD7zJGYdaIbP6gPbLX6uf+s6/H4U+51kxoy/c/mRy6ncaBIVVaw5ohZ/Wxt9Uz8Uv/t2/qj62+SKxq2fD+PhQtWuIWK0+cvyzziMB7vsTVsc81fVz+vzvLWHVmnv881N1b1ZftwVs78jreT5840E/Bv3RzYfqD+pdIL4onkpcmfpuEOtjU2eKnD5dgrCaNx6odkdC1Z+bDwmDcGUJq5njW7DPRCDn8JzqI8oXRiBLWK3e6z+u3ut/042o/pvqfeVHq/eV37aE1SlzBxGrhfWJlZqTitA0dk10c3bzt4AomL9Ga28wOqfZHxWGj7WHIqwm3k0nRKzG5363sxCxutIDRDUQgECcwCEJq/3iahB/ukH6R7/379Q//r06XcCehFV7spiw0NQXO+7CVp+I/7oRqUJl6pKxBTqLlXVHginC6iBM1KJB9fL2zUpMsqPaxheyVuDs02u4W2e7+5wqrPbP0BAR3n+0GLcepYTfsQ9Wz+H3qi3/3xnTYbRiS1pYjS12yurfeV/tff7JEsh7/zVCUid29IvILGE00r7oDoFln5PkONRHKehpJ3wR3nUzrUimnYVVD1cj0vrv6khav9A7bvnvRIAtCKtGP/mm+usmJY9vjtX72j9Xfx8sp/Utpw/6Pgzqi8kPu5RAvm3r1d864TXr3SDVxyY+Ask+PSymtWjgpo74GCIbsZo7HnTbPKtn7o++9Zfq54YI5i4lUzc/xMRzo92qfWaaf76UNx7WOTwnuojipRHIFFb7j2tD5HQXaf7dmz6NhjYeJJ5rIlZL6wT7aU8ydYuzK6yd82IfibLe6fQxvxkLPXOa9t73R+pC2zV5IMJq6t00W1hNzf1u30FY3c/zRK0QgIBFoChh1WibLzqrW7R1L/fttoy6XHwxF8ux2gsf9vYFXx4zp6zeXn3RMENYjYll+gthTFDzbc3rm8hiZd1Hf5awWr/QdVF6MWG1/q1/6ZITVnvRvhM/OxHJFfN9OVZHsaXtg+1/f+M/jOk02g8CMsKq755X79/ebbVjH8sRiKNREMYY0ue0MnM8O1ve++p9Yqze/RNtX/JJSfmp59YvpL3ikp2/K5BKJZVqJTbGtwx6sS8cKay31/jo9Y3/uxGUpqQC0LkHn+uuUIqj14ehD4Cx3OHDvBbbEaFvo7QFDzunp7Wrwzvnd3/Uo4WqKPq4cJ7/bpDVxyY8BDm+iEes6pXZY6mbjmjeu4n1cSY4HnxT/ecmYrVOuaSPOybfHGE1Pj5VqUoC/3J4TnAPRUskYGx57hvoS6XV9UFdiGre/805sd5dkHquEVZL7Ajrtyk8vthznClm7vxOV99qak7TP6j/T/+gbZvXn4N+7EykAojNrdpvqQhew4zxbunOW734HPyI5n3uRzvmB5TxI3ZOdDnC6vrPEjVCAAIeAkUJq76DSqyojn475xAhZHz5mx6x6k4a7aSVn8esP1wrfHhVziIkFo0aXLwPuWvbuygrou9+P26zhNW9RqxqeVkH4dYn5Nnb0k0/68KqnkexjX6SEVZ9eY/XX4wXGLFqRAtkCCne8XbZ5zbuJ1vIHBci3hd17SVdHz9DY7r9cm6Olx5/GlHD/nnBXMxrNr6n1M9NFFZTh/ro9zWrv8fEDE2YMA+N7Oe1HGE19pEzntLGN0caY0md99mJdvGneoi/G0zsYxmPQ44v9p8KYHrEan1I1eiXS/U//umF+vWpEat9Goyao/W8DikyLMY5PDPcQpGSCeRGrA65ysddMG1Uuv0ekn6uEVZL7hDrtS02vhh9xPo4miOsNnN4JE1Xck6z3jnGd5TuEEwj6r/AHKtCEatJTp7ugrC63jNETRCAQITAoQmrP2otDtvF6PT8oqkvYPnC6phPb1j82y+NwRMnZ+RY7SIJw6d/54vLPBjLEZgirBp9sc/jZB/KYAvn/RbLoDhmJt23T3H255m0osu8kYAThNVKDBnuzXM4lvcZzHxW9p9jNXRAT9encu9jTo7VUMSp8VLbbzPzHMCXevld7rFQUdEkGs3gPywtN5q/vqW4sOr+PkS8+nhYz4YTadHlXJ0SsbqasBoYM5zn0eonwR0R1nznO+AjnYfOFv7MQ5RMF/RznHVNzrtB/7x5+7i/j6UehxwhcP/CamS88n2QGfrI+I5iHB6aO771ByF2EFPvXXWxHJ4pn/B74QQmCKs/ZOxQyHv2zbv37/TI6YuFU6R5MwhkvYNU45+T3zd3zAueg5Exp/XXDgJq/x7vO8itQGE1tRsqKxVABidrXunnDQ6vmvFAcAkEICBL4OCE1WF7Zs2hXwjtWVhNHjDlX9TYC1Xfi567mM2zZfcSFiuyz03KWraw6nlZ8wkY9rbmUahQzuE+L79x3hyY434ccJ8Tu4wuJpkHT007vGo8YE5/SQoc/KMdmKXfly40xdJc7G0xPiz4rLyPn/6Dev5Zn5PSFDad+/C9aDp9wo02G/zkyz/av5T7FgKpF99Ux97x95xoEVtg1Pvoj/3Vt9V//onxQCg9siF1UE5KWDVzXvbpZWyxLRQl2bfJ/Dhx0MJqaF4zPvroaQDOVfvBY3zmnVPl+xytnsWnL1rITolg+jAUtRZ+N+j7SKyPhSIpQ10/Z27dv7BatT5rPPB8kNOFLUdwjY9v9fMZel7tj2M93xyeOw5DXL5vAlOEVW08GQMKUuNwe4P63GGfT4Cwuu9OsJ/683bNdG3zRojOeKerzVlpAPq79wZWaPUaH3hLj1jVnjljl1F177/y9/88eACYLy93fO43Dy7t1wAIq/t5pqgVAhDQCBQlrFqeCR2WExaZ8qM1Uy9VvjxmvZBrny5dN9s7OVqRQT6b+gLPHyHlv6eULbuTs1hZ97GPCqvefu4/4VwvGjsIaShnHRDi9hNTKHLEV4/w5hczrJvo6nW28GgvlErlCKvmgkivJRbRt7f+7URZmveYfE4DUZqmrwPbeAPXGpx8ZfaQAqD3Y9hPka3KhiDU59brLY68U2N6WljVFuL/58+r3/5f/IfI6eJ4n/M6xHyKsGo+UfHoyVn9PSZm2HNYl2bGZeqLJvG31TuH9n3P15bhb7+s/jf1e+p/9x2UZYxPXT5QTeiNvxt4DrzpoQejkdLzRo4v4sJqbCx1f+vza/v6i+/dxCiXHA/8Ox0GX058p9FF9rYd/vcZvY05PNNeoUTRBGLznuf0dffDqj5fuOPAcO/ac/39Kh3Rt4fD2MaczQanPc6NRftrQ41LjS++4AL99ue9032s/uf/4Qv1f/0/nvFPn9O6Qxj/PCDomimRpuRYNQMwcsbb8PtUIKI0JAbXlcXm/erncR0SOYg6ERRAKoANPaTcCgQOmcBSwmpJTFITaUltXaotMFiKrN8uvOG9LoHDqI3nQsZPcJThKGEFX0hQHG3AU5Yn1iAAAcaXUB/YyniLsMpTDgEIFEEAYbUINyzeiCkRlKmDYobGWtGR9d+dqNu+TChaysrjF9720taqfy02I5othEYEZf2bL1qyOkzpT39S/adv/Zb6c68HtGvsk8ir8rGTu7fysrJ4xxSqAN5CIBc2g59kAMNRhqOEFXwhQRHhQ5Yi1iAAAR8BxmuTylZ4IKzyvEMAAkUQQFgtwg2LN2KXnJ/u9sqquZm5QYcca6GTMkMHpHgOO+pPFVbdwTChVBE6TGPbjrNVJX1KvS7m6kKql4lW8VZeVhbvmEIVwFsI5MJm8JMMYDjKcJSwgi8kKCKsylLEGgQggLCa7gNbmb8QVtO+pgQEILACAYTVFSAXUEW2sFq1NX5AyHgzRn7OkHDaF8+MWB1s/s6vEWyoRgAAIABJREFUqb/51d9SSjvYqG3XR+q7v/Pf1K8PubLyTqlvTjT+szHpfGsrQ1gN5iWcfmBaAd1gs03YysvhZh3U3Rh+kvEwHGU4SljBFxIUEVZlKWINAhBAWE33ga3MXwiraV9TAgIQWIEAwuoKkAuoYoqw2keGNgnUq4MEvvkd/yEuugDbH+IS3B4/VVj9XpfEXP2a+ovPflL9UH9C9ceX6i/+yR9XoujEU+q/V235/0615b9Loq4yhdXYgTjOwU+an7fyslJA181qAryzMO29EH6ScQEcZThKWMEXEhQRVmUpYg0CEEBYTfeBrcxfCKtpX1MCAhBYgQDC6gqQC6hilrBai5C//LX6qYSwWudk7U8qlhNWv6+e/70WVfp3328E3vqU7fbvtrCqQx5zo+qn1H/jP3xb/dxvtlGrhu0fbq/1iag5wqrvnrfyslJA181qAryzMO29EH6ScQEcZThKWMEXEhQRVmUpYg0CEEBYTfeBrcxfCKtpX1MCAhBYgQDC6gqQC6hilrC614jV76tf7NMLDMLtz6s/+ttvq2800aYTI1ZvztVPq79Uv/K0jVr9o2/9pfq5jFQAOcJqLdT+4j8znbyVl5UCum5WE+CdhWnvhfCTjAvgKMNRwgq+kKCIsCpLEWsQgADCaroPbGX+QlhN+5oSEIDACgQQVleAXEAVU4RVQ0ysUgE0YqRqRc0f1e7F2Aqv2ohS1W21/yHnnv+r+oMfuVC/bf/eHV7VR32a2+v7PKadse7wqdwcsPVVesTqT1eRqcO1nsOxvCKq55CutjXkWC2gWw9N2MrLYUlMl2gLfpKhCkcZjhJW8IUERYRVWYpYgwAEEFbTfWAr8xfCatrXlIAABFYggLC6AuQCqsgWVj1CYi926lveexGyTgPwg0//qSY0KmWXe/mN8yai081J6oqTdpmhnqqGPjJ0F2FVqU7gbXwypgyo/8sfnTqKu3pkqo+J7uatvKwU0HWzmgDvLEx7L4SfZFwARxmOElbwhQRFhFVZiliDAAQQVtN9YCvzF8Jq2teUgAAEViCAsLoC5AKqiAqrVvt8OUN1gbMv7ivXC46DyUF4bf/i/G5Fwjria3/olVbOL6xaN9HVa0esNqV68ThLWA21exR6eXnbfwffysvh/kku2wL8JMMXjjIcJazgCwmKow14yvLEGgQgwPgS6gNbGW8RVnnKIQCBIgggrBbhhsUbsZXJc3FQQhXAWwhkphl4Z4LaczH8JOMAOMpwlLCCLyQoInzIUsQaBCDgI8B4bVLZCg+EVZ53CECgCAIIq0W4YfFGbGXyXByUUAXwFgKZaQbemaD2XAw/yTgAjjIcJazgCwmKCKuyFLEGAQggrKb7wFbmL4TVtK8pAQEIrEAAYXUFyAVUsZXJswCUWU2AdxYmsULwFkO5qCH8JIMXjjIcJazgCwmKCKuyFLEGAQggrKb7wFbmL4TVtK8pAQEIrEAAYXUFyAVUsZXJswCUWU2AdxYmsULwFkO5qCH8JIMXjjIcJazgCwmKCKuyFLEGAQggrKb7wFbmL4TVtK8pAQEIrEAAYXUFyAVUsZXJswCUWU2AdxYmsULwFkO5qCH8JIMXjjIcJazgCwmKCKuyFLEGAQggrKb7wFbmL4TVtK8pAQEIrEBASlhdoalUAQEIQAACEIAABCAAAQhAAAIQgAAEGgLv3r1r/u8XX3wxmcjHH3/cXPPo0aPJ1/YXfPn1jfrwg4/Uw4cPZ9l48Pbt2/ezruQiCECgGAJSwur79+UOBw8ePFAlt2+NzgCDNSiPdcAb3usSOIzaeC5k/ARHGY4SVvCFBEXmTlmKWIMABHwEGK9NKlvhUd8HwirPPAQgsHcCCKt7d8EqDdjK5LkKLIFK4C0AcYIJeE+Atcei+EkGPhxlOEpYwRcSFBFWZSliDQIQQFhN94GtzF8Iq2lfUwICEFiBAMLqCpALqGIrk2cBKLOaAO8sTGKF4C2GclFD+EkGLxxlOEpYwRcSFBFWZSliDQIQQFhN94GtzF8Iq2lfUwICEFiBAMLqCpALqGIrk2cBKLOaAO8sTGKF4C2GclFD+EkGLxxlOEpYwRcSFBFWZSliDQIQQFhN94GtzF8Iq2lfUwICEFiBAMLqCpALqGIrk2cBKLOaAO8sTGKF4C2GclFD+EkGLxxlOEpYwRcSFBFWZSliDQIQQFhN94GtzF8Iq2lfUwICEFiBAMLqCpALqGIrk2cBKLOaAO8sTGKF4C2GclFD+EkGLxxlOEpYwRcSFBFWZSliDQIQQFhN94GtzF8Iq2lfUwICEFiBAMLqCpALqGIrk2cBKLOaAO8sTGKF4C2GclFDa/np9uqBenqh3crJC/Xm5al63P3pq+vn6snZK+NeL2/eq/Pjr9T18yfK+qkrd6JevHmpnr2urr0+bexVhR07deGTF2/Uy9O+Nnmka3GUb/n2LOILWZ/CU5Yn1iAAgZEA44vZG7bCA2GVpxwCECiCAMJqEW5YvBFbmTwXByVUAbyFQGaagXcmqD0XW95PnTCqTCG1FVov1c37c3VcMWiE1U4cbeTP2yv14OltI5yOeuitunrwVFUXVYLrCM65Vmf61bV6/uRanRp25KEvz1G+zVu1iC9kPQtPWZ5YgwAEEFZDfWAr4y3CKk85BCBQBAGE1SLcsHgjtjJ5Lg5KqAJ4C4HMNAPvTFB7Lra0n9pI1ONBQNXk0CYS9fq0jSR1xVGfiDpVWG1F3b6OJVEvzXHJtm/NNr6Q9Sg8ZXliDQIQQFhFWI0/BR9//HFT4NGjR7Mfly+/vlEffvCRevjw4SwbD96+fft+1pVcBAEIFEMAYbUYVyzaEBYri+J1jMMb3usSOIzaln4umshUdaPe6yGmHRr9N3/Eah2c2ka0tv+mCavRSFZh9yzNUbi5mzaHL2TdC09ZnliDAARGAowvZm/YCg8iVnnKIQCBIgggrBbhhsUbsZXJc3FQQhXAWwhkphl4Z4Lac7Gl/VSLp1dH/vymjfB5d96Irk6OVSsH62RhdaUUAL37lua4525yUNXjC1l3wVOWJ9YgAAGE1VAf2Mp4i7DKUw4BCBRBAGG1CDcs3oitTJ6LgxKqAN5CIDPNwDsT1J6LLe2neRGrbWTqrXPgVG7E6nopABBW99yBPdUv3afLu+NlWwTPZfliHQL3mQDji+n9rfBAWL3PTzX3DoGCCCCsFuSMBZuylclzQUSipuEtijNpDN5JREUUWNpP4e34pkgqmQpgzRQACKtFdGOjEUv36fLueNkWwXNZvliHwH0mwPiCsOrr/+RYvc+jAvcOAUECCKuCMAs2xcvEus6BN7zXJXAYtS3/XLQC6sWlmWe1iWS9faHevDxVjytUYodXrZwCAGG1vH6+fJ8u756XbBE8l6SLbQjcbwKMLwirCKv3ewzg7iGwKAGE1UXxFmOcl4l1XQFveK9L4DBqW+e5aLfmn73SmFhCqy/KNE9sNUXZqiL1xKioq9OqT9o763CUbvU27eELWb/CU5Yn1iAAgZEA4wvCKsIqIwIEILAYAYTVxdAWZZiXiXXdAW94r0vgMGrjuZDxExxlOEpYwRcSFBE+ZCliDQIQ8BFgvEZYRVhlbIAABBYjgLC6GNqiDPMysa474A3vdQkcRm08FzJ+gqMMRwkr+EKCIsKqLEWsQQACCKvpPrCV+au+j3fv3jU3/MUXX6Rv3CpBjtXJyLgAAhDwEUBYvR/9YiuT56F4C97regre6/KeWxt+mkvOvA6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/d+crxVVw+eKnXzXp0fy3CUsHI/fSFBzm8DnsuxxTIE7jsBxhezB2yFB8LqfX+yuX8IFEIAYbUQRyzcjF0mz9urB+rpxdjAy25h+9X1c/Xk7JXZ8pMX6s3LU6Uivz3ur7i9Uu06+VwZ6+T671dHjZ3HKr2Y7tvXt8uPsrWj3UZTzLwmp0yeo3bhnVcDpXQC8D6M/rCrn5ox5/q0GxuGgcR9ti9v1PtOffNfo1Rs/HqsvqqGsCdqGN4Ge+3fr0/fqJenw0hWNaQvf6JevHmpjJ+6Mawfe05e2NdO910ux/g9Tq9Xv6KxfXc+cN7NWs7V6bkgx4p0mVxfxOr1+UnvJ6E5uLH51bV6/uRMDTOx1vfHftnXfqnNt1Yfb4qM/TfeJt9cqdueT1mC5/zauRICENgyAcYX07tZPJq12rh6st9h7LnCWYv1c1S3PhzfnOw5aP4cgrC65aeWe4PAARFAWD0gZ+3Q1KzJ07HfTXrHo0ihGpHgtXpWiaFHXpGjNeKKGf0Eqk2cIsJq3Z6rSiFVlWgaW+R7FuXdy8L4kiC3cJ/HewcH3/NL4X0YHWBXPznjivMMtxxqIer1szayMSqsOiLteP3T2/YjUb0IqG18fvSyshcQVpuFw506vrxQt0e6cOqOobdXz9XdJ7b4Os1/uRyzxuFpVQ+lEVZbFLm+iGEO9VHvXNr0+dtWwFetqHo8RPG2c9htJ97Xdj9Vn3UfAey+GPpIEJrD9TuQmyttLhI8Z3ZpLoMABDZOgPHFdHCax7jmawJg9Pmnfjmy13HW781Hwepd6ub0Wj013rd870Zt2f69a0pXRFidQouyEIDAYgQQVhdDW5Th9OTpNje22PMu+DQT/muthZyEsNpHt36m1KeVsHFuR78ObQosBI02yC0W5/AuqsMcWGPgfRgO29VP5rgSF4Z6IrOFVaV/UBqseSNWB5Hx2Wst2r4ZJQMRrrv5K5dj1jhct9LaYRCL5L+8eaOOrrRo3up6++PUENuiR6jUY+3rZxXVp80OiP4aIxrTimjRfzt58UIdn51pqQCmRbuYUZ/WB76qXW+OroYdGFOiinN9EfN4UljVI4MbEf9andbC6p276yMmeJu/Iazu9hRyNQQgcGgEJMbrQ7vnWHun8zDXSfW8euX5mGzv6nHnOM96q/tAHV7Hhe8EYXVLvZJ7gcABE0BYPWDnTWj69MmzjfoyJ0yzwuRi0BMNZlwjIKyObayzD/i26PZtDomm+t8RVid0qaKKzunfRd3APWnMrn4yxg9dYNJ35Vss5wirbRTGhSYYxoTVVqC6O68jZN0xpBct46lKpnWAXI45996mbTket4gbESe2+Fbd3/M79Umf7sVIBWBGSw7b0PsdDx6mvojKYUFmzQ9mypdp0S42h8ZWL5zb7bIjchKuyfVFUlg10uroWyK7bffNFn9lRKQ60UO9SO6NxLb7picVgJ1CI9Um7aamiNGyC/1pzw6lIQCB+0tAYrzeEr3JPIz3Lv3dZ6RizK/dn0PCar+7oimW+U7n44+wuqVeyb1A4IAJIKwesPMmNH3y5JkRaeXLwWbkX/Ut7vT8qbsKq9YkHI+wDYmmrihi5GF1cgLlQZ/OO88upfwE4H0YPWNXP0U/zFh5wFJjUWz8Gl/yu9yVsRyrPgHQjnbV2iYhQOVyDI6Jwzj8TL0eRGGPeFxF4NYpDnwRJE5kpJEbu7Ols/H9bnVbfUHmftjTxvCjNvWC0a7gosyz+NMjY5x2TfvAluuL/Ce0EzyVviVSy2lqzUl2Pz45OanyrfZ5iE3xNNr3ujx4VY4BK39ws+Jtcw4bbdLuqOvfEh8P5Hnmk6ckBCCwbQKML6Z/p/IwRVP/XJknrPZCqpYfvJq7Tqpk4c1ujMjHcoTVbT+j3B0EDpoAwupBuy+78VMnz5wtrPuOWHXqj37tJGI1u7McYMHp/fsAb3IDTd7VT3kRq6aQlhO1GX+H1yMGj5zIeGcREfpg1OhTbU5Mv3iV7+Bcjul7P1KftycINvlo+3+DqHn0uf+AweZWzMOrvHVFBUxNsNPPQGxEbJdzm9+7a6vyHXzY5ts+ShweNt5lFxXqCKv+KJyQd3J9ke/dvp90wrHVn1ohte5C/sVnbF5uo37DB4TE0gi0fTecbie1wyX3/hfhmVs55SAAgU0TYHyZL6y6c0s4YtXe7RgPfOnapK3hjj7XDk3OCHAhYnXTjy03B4HDIYCweji+2qWlc14mUhPhdGHV2lYaEEJNu/FIU2OnYgfIH5VDjtVd+k/p187p36Xf0xbbt6uffGODsZWsgSYtrOoHYLURnmP+MN/p6K3nQtF7vmiOqb7O5egfo/VxuE2h0qYx6Fuh/b5wxKrNYrWIVR14icLqIKZ+ou6cFDex3KiJnL6JrZbRvhn7YJCxwyW3j+f27Vx7lIMABCDQE2B8mSesth/0tJRB2ruWmU/VL7am1pPNm1vkQORUD0ZYTRHidwhAYBUCCKurYN57JfNeJvRIrX7VPZ4QeRSZBH0TpBstE97yOEZQxQTR7mRkLdzMP/nX+EOJ0vXosWlbQGNOncd7793kYBsA78Nw3a5+csYVby7UXYVV6xRcQzQyczmHxpv+JNw39aF6nyr1WZWTtB2mZMaYXI454/DQ1r6NRo5RO2+qlWNVT/fSReOOJ9RbeVADAqYjUndpF2y2Zo5Vu11tTvDQicKx35o8pVdH2knEa0es1vV9ro5enqt2ltW5tZG7Z32e2nb12UQ9j5zHZ9+eY2+vnqu7T8bIVoNpbefzI/WyV9QNu7E2Va2smD2/+2RMGTAxLy1z52GM17QSAlsjkDt3bu2+Q/eTwyM2fzrvQIEPcEnRdMd0Mgir96XHcp8QKJwAwmrhDhJqXs7k6a/KjcgychfaIaPdlo32QBR9f2dlXTsYY6zLPUAjdiJ1e92l+v3LC/VL3lO741v+jfyp6sTaTumPPpuTN24+byGH3zMz8D4Mh+/qJ//Luee51baO2Tkoa1J1VPtn6lN3jOqvs/K1jmOXG+1pn37bamPjye3PXptj4eo5VjPG4V60bHuRNS52gls/mo/j4ch9uCerrDHm+3KsGuVP1OWlUhfqvEoF0EqMersub96ooys9utbye2K7oHmPTSdoxdS9C6tdpI7uJ2OudPv32Ifs36xt/rY/qrnzpjoByxBwtWlan+uc5ybaJnsunT8e7TpGzK+ZKyEAga0TYHwxPZzk4cwh3fXafBt7f3Dm3fYFrJl775rUNGN75qy1+qsRVrf+5HJ/EDgQAgirB+KoHZuZnDx3tM/lE19WACZKgP4tinMxY/hJBi0cZThKWMEXEhRHG/CU5Yk1CECA8SXUB7Yy3iKs8pRDAAJFEChNWDW3+8kgyps47MhJ+4CHdHRMsO1W9NNuEUt9O6dFiOQxkOGNFaUm8e6/CHsiruyoIeeLbt+3nGhguz8H+kvyeve67DZ1HcHX35PPije6OdyzQrxTbY1G6tXVJfn0bXIPhEmOZY7f3ejt3vrAMDmWxMeHOA/ftRltsiMaIpGDk54LBpIgATiW0znwhawvYjyDUcddE3zR6e2cGR7H+gjtJrK8S23h3XFT1dGOw3fjIWragW9u3frcOS1XvH+8z7AXnK/sqGhtvhrG78ChZpHfk/O41jWM94BQvt5g+21+lj897wu7tc3c21TvkmojvfNSufj64WijhxLIh+w7JM4TNRjdOaa/ezV5suuT16X9W5952Ea/J7d560NEcDdIWyj1jA/vZKH3jN5+4Pe9jdfGfWc8y7LD6ubfJRBWV+owVAMBCMQJFCOsDvm9bpR66p5SvIsfcybS+sXg02pz6MvTOhOelRvOOZjB+j3Wdjv3WCQ/WvIee1s3p+r66bU6DZwK7LOTwyBZPwWyCeTy7nMX3Zxeq6d6vsL2DdM8kdvoS2MfvFFPq//VJ2mPqzz7EBJ/Lsj2FO3qfdvYftvWW+Wv9fWzaJs8bfYRa7be1tVWi5fh0Jz4/aTAe3nXz5qW39JmYC8GzN9j7bHHByu/Y9ZY1uVxPK4o3Or5Ha071Q+buev80j/39liSGB+ii58pY4txAE5gwavnhNRuKfe5SPn7vv8Ox3J6AL6Q9YWfpy8fey/CjIKRPweznYvdL45Fx8ecMe+VJw3DMP/EhdVwOhE9l+6Y3/hxQOCr5/2rdkKvptY+5UM/L2sc9Py63dh/clLlhDithWMtaf0gmlWi8qtj02bTBs/7g+/dxTtXjcJc34OC7bfu1875WPvu86OX2gF88m1r25gSVrsAjMhH8vHjeKaw6ss92fGsclkZ/vIePreCf3OFVd97aN3m18+0jx+qS9HSdQo7b3RbV90fXwXzTF/dnlRC8qmWN3sco/YyXjvrvvSzLDuqhq3thccCN4ewugBUTEIAAtMJFCOsDk1PvbhMv8c5E4fxouD7guz94u62PXR4yNWR+wKbfWeJk319duYwyG4PBR0CU3nn9RP/i7jvZbpZoOh9zNNf+zJNrsm7Ma/hcDOefubY9RzsY54wbqNpFzxHzak+9mnk3dKlzrvkzZ+748uhcT++A2r8Y4/L11PON0ZEFmGNv2vmVTSJeXCOeY963Xl9pFkJVxEq9oeXnvt4kI2XZsbYYvJw7XoXd11lU58LhhY/ATiW0zPwhawvfDz9Hwbres050R0jfWP6VGHVnnet60PRlwaWucJq6AN66L4Cc2usjf1vdUyDcYhbfQPd+N58ZL1zxdq6fDOVe35r4iPMfL6DgBx8fw69G5j3G5tjGux93mSxtvXOjK1PAkKp1g/M/pkjrLb13VoC6nCPBuPuQ4P97rSCf7OE1cS7xdRnvAlGsN9b+/cwb19uHbGX8Tp67/Jr3ikj8l54TGlgZlmE1UxQFIMABJYlgLDq52u8uDmHW8TECzPaNvSFdqpwZLQyQ/yw72ork+eyT4Oc9am83RdTn/Dnf3H2LjL0iIZuK5hxirQmBB71Ip8W8dqQcPpZok2f3FWC3p06rg4Wuxh20pmpBAZB8bw97donwiYXTR43ZfE2FnM+oTFXuPYsdoJipi/6Xqu7jkJ1FrPdDVo2s8cSX1u0KOGL4bAaz9bA1Nji+b1tl2oOgmsPajrWFtSms7L8JPcYbtYSHMtxLb6Q9YWPZ2xOiH58yvwA3k53YyoAPWYzJdbmzVczhNV+55QdCduqam46Au09tUllYOyACUdSjjtjnqnXlYhXDd5D5OcwX3dzux4FO35kVc1cbkTd2tztecPnl4z2D23rojhDabXE2zZ08YgIpq8TuvevZqo9uaxjiNWzl5XIbHyAzRBWY/Nx4MO3s7YYWC/n3yxh1beO0oaOyc94I5qbHx4Gvx99Hnyv2s943aeu8KVjQFiVmEEQViUoYgMCENiZAMKqB6FP0LC3aU8QUuycQScn1TaVY0+EYK43U+LHXOEpt37KJQlMfXlLLd76CkPRqV6hXn+5N3KQmQLpKHZqCeO8wmoiorNZfOlbF31b5PvIFr9I2ywZF4lYtRYx3mcoV1htVuFd3rLOM9Uz3e6k1CNCw7yGaOLIYiMUoaqfouodS0LCap3eYWifm86guZOcqBJ7LOxFie5U89jJrlOfi+SDdk8LwLEcx+MLWV+EhNXQLh99/mo/8gxfjobTp83N7RMiVpPvefacYeX+HLaEx4VVvcl2Ls7x/TGWlzF/fmvr0gQeTeQ0P7Jqc/RRPd9pUampd+RO+Bx7hiUoOcJqqv2hXSJ17tD6drRUSJPbVl2vb9132t7n1q17UVgEC4q5juBqvgOZvu+Jdby8O2GGt8Fu98/4zhFOBdBGD8v6d1qO1ZT46u6GGnuP84x37yD1qfLjuJD3wXqf43Xesyw7nqas7ZNHqm1TfkdYnUKLshCAwGIEEFZttPFIgOEFfeLWX70Wv3DURRT0Oo1v609vBGF1sedByvDUl5UpEav2AtPXn2x7ep4qO0I1X1gNR6w2bWoiY62ti8MC6hN1Z0Sorius+rfz19sOdSE0P0rY6SfJBXh3hS2kBoXVvCiGcLRyyA9j3j3vQmfyljX/NtmLwOFjU58Lqedxa3bgWI5H8YWsL+QiVkPbqHOF1dDW7sxt6cbYPidi1eSq7ww4fWzZC+wu8eZureXB+uPlRSfe6SKnbkffTWG97zpzRzQi1fMRLxXR6pxrEJsPu3fnbs6Z1raWccPjtsvtGU3tEPdjswPHEqGN9yujT6wdsdpHzHbvBmL+zTu8KkdYDe3kC0alhz4KRD5YlzBeR59l2eE0aa0EHslGZhRAWM2ARBEIQGB5AgirhuTpz2eU2LY0RkPkiCE5ZRJ+R1hd/sHYsYapLyshYdVcGOUKf74+1v/tjTq6eqKiURJBAd+3ENDbFPgoUe8ufHOkrpqTaT3/LBFOOmLVWDQN1YcY2WJrXgStf9Hg1mFHr480PCkTPJGhJr3AWOIbH0Jb+LMi8dtavfcYGhut3G99u6c+Fzs+hpu9HI7luBZfyPrCxzMsyphjoFNuh1QAk+r0pT8RFlbNaEk16bdoAAAgAElEQVTPffsm9dDJ6baAqo3XbeTgjTq9fjpu7/dsYfdX150dkBJOrd+dSOO+SyUjfu25qdruXn3AndS2VlkdDwqdLaw2J5WpUyO9jy7utykTxvRHGcJqKk+7NX+nIlbrPUlL+DclmnYvEJ7c7+PYMel5G+67f/+0Dj0uXFiNPcuyo2na2lbmL4TVtK8pAQEIrEAAYbWD3G3tNfJQWiLMmEA+L5LBdV/35d469XKymxFWJyNb+4KpLyu+l8p2saHlqwy88PujMa0DD5pr7dORtUVJ5uFV8TbZkSmB7ebtW/YKOVZj9VtRKiHhsFuIRHMid1sH3S3wGR9RvAuAUKSV3osjY0kkenYcwwJ1BMeWQHlPv/IL2W3bpz4Xaz+3h1IfHMvxFL6Q9YWfpxmV2NdojzV5KXUyIlYnRe4H8ifuKKzW9/Kp+mw89d2Y//V7iI3lbWqeZ6/7k9e1Ob8Xp+z3imErvLZ9XxdWA+8SxrtBaqu/516cA5qMd3L7fl+rZ76Dsercmp73nHjbhCNWj/XdZxXDRvPrks57UjI5UcW+6OAuh/lpH8URWK/kCKutiFy3R86/QVHU6itGpHT3ENd/e/2szus77xkfRHk7nUMgd/0+xuv8Z1l2LM2xtg8eOe2aWgZhdSoxykMAAosQKEZYtXMWdncby9eXCyRn4ghFkg312+1zcjq50XjNtc22IO23UARBzs0ML0R6YTPSLWQmh0FOEyiTRyCXt7ffaX3E/F33tZXLrW9W3y89z1PoWXJSAST6WbhNdSPMlBZG7jMDnS2sJu4ngd3L23sf9Xqiz8dm16nngYu3x/abwXbKWOYRVh3xur932649lqTGB+t64+CPxLXBNlVtc6ONfAc0tDeR+1zkPWX3txQcy/E9vpD1RZinZ0y2djsEP1B6DnLSD2mq70C/tjn8yRf22NSn3IOjvONgPdX0B0FZ82KDrB4n2xQ5dlXt2NxGOI6/BXKsKi3a0nLFKLS1bR7OlAzkWG2zrHs+SGpiX2VI+T80auKnr02hqNBIhKjdfvvwquF2u34Q3u1it20k0dhI5FgdRciQH5tOEeASej5yIla7a5352f/enyWsLuBfX8Rx04c9QrfzzusRm43nIfmMez4sFBexao9dsXzJsuNpytpW5i+E1ZSn+R0CEFiFQDHC6oJ3u5WJYxdEMNiF3vRr4T2d2S5XwHsXeutdi59kWItxnLH7QeYOyrGStY010lwxX5SDZK8tgede8VP5bAL+iMvZ5rhwEQKMLybWrfBAWF3kccEoBCAwlQDC6lRih1k+d/IMRuIZUQWhVAhWFKI3Ci4QzdaXdQ698UUI6JEgmj/6iDxPVHB/X2bUpnUfociJYNvCfSGX92H2pvJaDe/yfOJr0SJ+GiJxA2NL5Hf/uFC13DN2uRG+46nIw73OGCvmeC7OsY+OydjNsIuwGk2fY91VZtk2/1+Xp3EOmNA1ofojkU251Qd9YfUho/9Uxu0oL2dHgbcv+efDuq3D9XbfjUaERSLfqqA+s01W3YHdN8lnKnCwXc97kTEi15mUg8BOBAI7XXbZqbZTe7jYJsD4MkdYjY39sZ1f/v4Xnfui81d8zfXu3bumwBdffDG543/88cfNNY8ePZp8bX/Bl1/fqA8/+Eg9fPhwlo0Hb9++fT/rSi6CAASKIYCwWowrFm1I+mXCl4+ynky7XFazhVVTfGgXXe5irllQV9vT6r1q50PurBpJ6ECki2r3lrkAb7e0H6vLi1vvae/X6kS9eqXlLLVPng0Iq+G2xSf59++ZIhft1JrxdP9eqyXUEyOwiJ+6PG4nJ9XRaKeuKNdGJFa7Patn3x1brupdntWwc15t8W03wjb/7LHAFuYEx4o5PSbKsdu2e3x5oW5TIuUuwuqchieuWUxYXaCtvUm/L7S5c+hPWo5ru/8YuQjHufim2lwcze9s91XHn+Y2WXursDfFRyM2149FMxlXuQ/rSuyPqYH81ZFrz45vVM79LDJGLOh/TEMAAodDgPHF9FWaR3zsN/PHxs818L5b6XOfqlPnXVevcdUhcE0+4ZzzBtr7IWL1cJ5BWgqBTRNAWN20e4ebS02eye2QQsJquw60c1HVk2d9GvtnSn2qn5o6Tqx2PjRH+NAOQ6oPajCjnvoXA+uk2yxhNda2cN9J8b4fvW69u4T3eqx3qWkRP/VjU31IiHNgRff83pyq66d3prDaRys2w47nN+2kbEdY8gqr88aKOTxjHIecyc9eVwLZkXpTJWvszzwZ8idWGnT97/LFC3V71i9k6nGyPtn6XN096fMx2nkg7dxw9bhdL4JC156rVq7u2XQLJivf72V7wouWA7KPluwEyv4AmC7y6675QNeRs6LBjGgY41Txvq31dbEom67ON0fqqs+PHok4y+vT5v27ArJ/F0g4Z2Tfa6zrrINv7H7r1Ov040Afduw2E/l4krrhY9883rY3fT/kYZ4zHnANBCCQRyBvvM6ztYVSSR5ZY/9IIrWWjM591TvLc+NdLLQ70iWPsLqF3sg9QGADBBBWN+DEjFtITZ7JSCFBYdVZkGnbMZtDIzIOmnAiWZ1Ta/VIWW1yNpLpZ6QCiLYtDD7FO8NlFJlAAN4TYO2x6CJ+GsamZ+p1dUCL/hFmEBk/ubNe2FuRp/0A0x4SY5zO7I1Y1SIpfMLqzLFijjvCHPV0LG60v7nosVMG9P/dp1QYxcd+S7h5CrsuFgauraIU20hgt+zdEA05EnDnoW4LoiZs+iJkBt9ZfqnLfn70sjtxWheBq0OBhrZZp4L3B/AZouxT5Zxa3jU7p0/7uNv37xMdk0Kkpx+2u0JaHzYH6ty+GMX1TtBW9W6PZhHbnhrfB2uPBxkeNc/E0EZfygQrOjZ4rdbBk/dTlc3hOeeZ4RoIQAACjC9mH0jyyBj7dYvxMd5KF9ddqF8Tnb8i3RdhlWcbAhAoggDCahFuWLwROTn5DGHBbpGksGp8AfVF3LhbQZyIVS1CtV4UmpO5LSiYdYxl28VjaFHuRKlN2DabfFlZ3OP3qwJ4H4a/F/GTNjYdNelA+m392kv8Ub3FTItK9YlC+gcdO8+Xfop2jdoRtFLjmKx/ghytdpnjomdRY3Bwfx/Fsi5NgmE/LpaaYqJHhNWEzZ6OX1jVI01djvaizJ+jVau/2W5oRSgbHKzo2sbd4RO/477ow2r1/L+e9DaBOlJCZOj3Ps9plQCj0lD7bZUdOz1aWM936pmXe2HVG4WkMzOY+hfP7WOTPjl9kTFC9vHDGgQgcKAEGF+mCavJsX/cDlMnDre28jsLyepbn/nx2zcvROevQL9DWD3QB5JmQ2BrBBBWt+ZR//0UJazqi3NnIra3fvgXoWbEqlvGJygMAupQZ7tlMSisJtsW7ju8vK37XMF7Xd5za1vET6Hx5K7OFdlthbe2szmLBftZ93xI0iMc/TlY9Q9C+VvY5rAMcXSEK0cItRY1CwqrDaMhFYEtVmpb8bVo1Dxh1d7GXxFsBELrQ5kBVqu/7hdGmodmadelo6lFSFdYdQRmzXZWn9YjRbsIaV/Eqi0KR4VI7yLWmguNeh+3B2ZpHxDG6KBP1J0eoWp9uDR9qQu0tUCduFZjhbA652nnGghAQIpA1ngtVdkB2EnyCEasWh8nPedhmIdUjWmFwnPfnSm8WvNXDCfC6gF0NpoIgftAAGH1Png5vb0ulRfHFhL8CyRrUefNQ2hGrdinQw7esLZhRnOsOtFlvRVzS6sekdtuab1sDui47Q+88WwjfXLWJSPUu0nGCa/Jl5X70e1Wu0t4r4Z6p4oW8ZMnSvPqyMqn7InG8z/a3eFXE1MBpMexnbA5F/s5dtvmPVW1W/nXjViNC6t9I83DLnKEVXvuWSNidWdhtZZuh2hNnwCc3iJpu9U3B/vm8fFvR+pzJ1qom7P/tMq1+60z5ZntWtG6ztdri9FGjuLItdqhcAirsuMA1iAAgWkEFnkHmdaEokoneSTSHrUBq7mHTPk+OI9z3yd3diq4OgjW/ZsPIMJqUd2KxkDg/hJAWL0fvk9Onn1eOX1rYPO31+pZlavt2J5cOzGzz71XU3QmQM+E3AoQqtueGJiMjRO4PRGrnugfI5rMmeg9ORT7+63KntT55uojKD3RXU5ePaNt4b6T5n0/+t1adwnvtUjvVs8ifgqMTfW55nWeyfZQc237d1NeO6G9uyXjhPTUVn/BsWIOUR9H7wnvvaDX5dlsDn0acm76c6zq0SS7pALIE1b1XLePIwcb9tvZ/TsaLrp5y2bgz7Hqzjvth7Y+F6lAxGrd3z4/Ui8HUdGs0/FVxkdIo58E5iG3D+jCdZ1y1coVG3gW+jQ4Y1+wmcUiskkFMOeZ5hoIQGB5Aou8gyzf7MVqSPNIjP2Za6L+BmJzX5PK6ex4fG/rD5n0pA2ygSCsLtZFMAwBCEwhgLA6hdbhlk1PnvW9uRFPg3Aa+mo5HM3cKJTmCdS+SFK9TGAx2bRkiO5pF4N9prrWA1reuEhOn1HorQ61sQ+nabSWehJ/5RdWs9rW5R30dIs83ofbn0prObxL84i/PYv4KSCCGh9bNGG1OdBH9Ycq6e3UPuIoz3ZxvZ7Q/2/ddk6E3hzPuRwjQpdnu38brVuPo+fq7ol5qNPywqo1z+hzgpb/s517XJGzFcn7CMkTdXmpqvmhz6vbzR39hGHsfNBztUbaYKQFaL0zJ2J1zBPXzVr9B7zO4ebvei5UT6qD+hrto6cpBJs9yK7XmJcNdu11+sfR0VIoulmLTDU+wuptsK9N349+9SJjxJyHjGsgAIHNEWB8MV2axcOeN+y5yFygReaVtu7w3Gf/Vr+mWOvKQI9EWN3co8oNQeAwCSCsHqbfprY6a/KcapTyQQLwXrdzwHtd3nNrw09zyc1YDMlUhZUEAfq0bBeBpyxPrEEAAiMBxpdtvksgrPKUQwACRRBAWC3CDYs3gpeJxREbFcAb3usSOIzaeC5k/ARHGY4SVvCFBEWED1mKWIMABHwEGK8RVn394uOPP27+/OjRo9kPzpdf36gPP/hIPXz4cJaNB2/fvn0/60ouggAEiiGAsFqMKxZtCC8Ti+J1jMMb3usSOIzaeC5k/ARHGY4SVvCFBEWEVVmKWIMABBBW031gK/MXEa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8v46St1/fyJuj59o16ePm7a/9X1c/Xk7FV3L5fq5v25Otbv7Ktr9fzJmXp18kK9eXmq2quaKxtbw6XN3/Trfb8rdfKirls57VgK5jIcl2rttu3iC1n/wlOWJ9YgAIGRAOOL2Ru2wgNhlaccAhAoggDCahFuWLwRW5k8FwclVAG8hUBmmoF3Jqg9F1vGT5awenulHjy9VS/evFSNzlqLqJ8fqZfno7TaCK93x+ry4lYd9eU0YVUXaW+vHqint70A64q4I9LYb7Lgl+Eo28b7Yg1fyHoanrI8sQYBCCCshvrAVsZbhFWecghAoAgCCKtFuGHxRmxl8lwclFAF8BYCmWkG3pmg9lxsGT/5hFXlRqkO996Wvzt/r569fqCujsZI1z5iVRdWVSPU9vYQVvfchYqrfpk+XdxtrtYgeK6GmoogcO8IML6YLt8KD4TVe/coc8MQKJMAwmqZfpFu1VYmT2kuS9mD91Jk/XbhvS7vubUt4ydb7LxVV5USeuFs8+9a3aQBuFPndXoAQzStf3eF0yZiVd2o903EK8LqXN9v9bpl+vRWaaXvC55pRpSAAATmEWB8QVj19ZyPP/64+fOjR4/mdazqqi+/vlEffvCRevjw4SwbD96+fft+1pVcBAEIFEMAYbUYVyzaEF4mFsXrGIc3vNclcBi1LfNc+MROPReqmWPVFEpbEbYKb1VtpgB/DtXL6O+9fVIBHEYvlG3lMn1ato2HZA2eh+Qt2gqBwyLA+IKwirB6WM8srYXAQRFAWD0od81uLC8Ts9HNuhDes7DNvgjes9GteuEyfooLmo2QetGLn7aQqqqd/omI1O6gq+NGXCViddUOcwCVLdOnD+DGF2oiPBcCi1kIQEAxviCsIqwyEEAAAosRQFhdDG1RhnmZWNcd8Ib3ugQOo7ZlnotEpGgjjF6r0/qQqrs6X+qFB1Ys6lS3r5r8rEYO1sEaEauH0QtlW7lMn5Zt4yFZg+cheYu2QuCwCDC+IKwirB7WM0trIXBQBBBWD8pdsxvLy8RsdLMuhPcsbLMvgvdsdKteuIyfTEGzjkB9/azf2l9t7r9+rp5cn6o3L5+p15Uoenbc50vtb72NYr19UR9i5RFOiVhdtY8cWmXL9OlDoyDXXnjKscQSBCCwTSFRyq9bGW/r+3j37l2D5YsvvpiMhxyrk5FxAQQg4COAsHo/+sVWJs9D8Ra81/UUvNflPbe2ZfwUOLxqaGQXjapHrj4278ARX1+Zv8dzrCp1oomyZ8a1J+pFHSlr1TeXX3/dMhx3bdX9vB5fyPodnrI8sQYBCIwEGF+2KTQjrPKUQwACRRBAWC3CDYs3gpeJxREbFcAb3usSOIzaeC5k/ARHGY4SVvCFBEWED1mKWIMABHwEGK8RVn39gohVxgsIQECEAMKqCMbijfAysa6L4A3vdQkcRm08FzJ+gqMMRwkr+EKCIsKqLEWsQQACCKvpPrCV+YuI1bSvKQEBCKxAAGF1BcgFVLGVybMAlFlNgHcWJrFC8BZDuagh/CSDF44yHCWs4AsJigirshSxBgEIIKym+8BW5i+E1bSvKQEBCKxAAGF1BcgFVLGVybMAlFlNgHcWJrFC8BZDuagh/CSDF44yHCWs4AsJigirshSxBgEIIKym+8BW5i+E1bSvKQEBCKxAAGF1BcgFVLGVybMAlFlNgHcWJrFC8BZDuagh/CSDF44yHCWs4AsJigirshSxBgEIIKym+8BW5i+E1bSvKQEBCKxAQEpYXaGpVAEBCEAAAhCAAAQgAAEIQAACEIAABBoC7969a/7vF198MZkIh1dNRsYFEICAj4CUsPr+/ftiAW/li9wugGGwC73p18J7OrNdroD3LvTWuxY/ybCGowxHCSv4QoLiaAOesjyxBgEIML6E+sBWxlsiVnnKIQCBIgggrBbhhsUbsZXJc3FQQhXAWwhkphl4Z4LaczH8JOMAOMpwlLCCLyQoInzIUsQaBCDgI8B4bVLZCg9dWN2l5z969Gj25V9+faM+/OAj9fDhw1k2Hrx9+7bcELVZt8RFELh/BBBW74fPtzJ5Hoq34L2up+C9Lu+5teGnueS2uRiSobFfK/RpWf7wlOWJNQhAgA83oT6wlfEWYZWnHAIQKIIAwmoRbli8EVuZPBcHJVQBvIVAZpqBdyaoPRfDTzIOgKMMRwkr+EKCIsKHLEWsQQACPgKM19v8SIuwyvMOAQgUQQBhtQg3LN4IXiYWR2xUAG94r0vgMGrjuZDxExxlOEpYwRcSFBFWZSliDQIQQFhN94GtzF8Iq2lfUwICEFiBAMLqCpALqGIrk2cBKLOaAO8sTGKF4C2GclFD+EkGLxxlOEpYwRcSFBFWZSliDQIQQFhN94GtzF8Iq2lfUwICEFiBAMLqCpALqGIrk2cBKLOaAO8sTGKF4C2GclFDUn66vXqgnl5oTT15od68PFWP+z99da2ePzlTr+y/q6/U9fMn6uyVeZsnL96ol6f91W2Z69Pub7dX6sFTpW7en6tj47JbddX+oM7NH4ZSfTsvI2XmAJfiOKdurjEJ4AvZHgFPWZ5YgwAERgKML9ucvxBWecohAIEiCCCsFuGGxRvBy8TiiI0K4A3vdQkcRm0yz4UlfPZiqRrF1a+un6snd8fq8uJWHb15qQbNtCs7iKY1tl6EvbxR7xuFVEpYrYXXK6UulbpQ551tGT/JcJRpy323gi9kewA8ZXliDQIQQFgN9YGtjLcIqzzlEIBAEQQQVotww+KN2MrkuTgooQrgLQQy0wy8M0HtuZiMn2xhtbopI6q0/f3u/L169vqBujqKRKP2PBpx9VqdNiKskLBat+nqSL35TKlPn9ypcyfidb4zZDjOr58rWagv1Qfo20uRxS4EIMD4YvaBrfBAWOXZhgAEiiCAsFqEGxZvxFYmz8VBCVUAbyGQmWbgnQlqz8Vk/JQQVhuRtBMynW38nmsbJvrflUgqgDoNQCvqWvYEfCDDUaAhmFD4QrYTwFOWJ9YgAAE+hIX6wFbGW4RVnnIIQKAIAgirRbhh8UZsZfJcHJRQBfAWAplpBt6ZoPZcTMZPgVQAx+1W/iavqeq39dt5UEPCah30GhBC5+RYNSJg62wDVWqC61MzD+wOvpDhuEMDuHQggC9kOwM8ZXliDQIQQFhFWM17Ch49epRX0FPqy69v1IcffKQePnw4y8aDt2/fvp91JRdBAALFEEBYLcYVizaExcqieB3j8Ib3ugQOozaZ58JzANWQH9U9UMoUWteJWHWEVEto3dVbMhx3bQXX1wTwhWw/gKcsT6xBAAIIqwireU8BwmoeJ0pBAAIBAgir96NrsFhZ18/whve6BA6jNpnnIhx12uZavfDAuFQ3TY7TwLWiOVY9wm/XopMXer7X+T6T4Ti/fq5kob5UH6BvL0UWuxCAAOOL2Qe2woNUADzbEIBAEQQQVotww+KN2MrkuTgooQrgLQQy0wy8M0HtuZiMn+JRp2ddSoDxVtso1ttG1PTlO21/vxiiXnc8vKoRd2/Vi+YgrLEVTRTr2XEn8O7mCBmOu7WBq1sC+EK2J8BTlifWIACBkQDjC8Jq7HkgYpXRAgIQ2IkAwupO+A7mYl4m1nUVvOG9LoHDqE3muciJOjV5jFvzn6nXz5+os1fm75c371WVnrX75xNWrSjYRoRVrSBrmLpUv395oX5pyPGq/+imKZjrNRmOc2vnOp0AvpDtD/CU5Yk1CEAAYTXUB7Yy3hKxylMOAQgUQQBhtQg3LN6IrUyei4MSqgDeQiAzzcA7E9Sei+EnGQfAUYajhBV8IUER4UOWItYgAAEfAcZrk8pWeCCs8rxDAAJFEEBYLcINizdiK5Pn4qCEKoC3EMhMM/DOBLXnYvhJxgF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z3k+OtunrwVKmb9+r8WIajhJX76QsJcn4b8FyOLZYhcN8JML6YPWArPBBW7/uTzf1DoBACCKuFOGLhZuwyed5ePVBPL8YGXnYL26+un6snZ6/Mlp+8UG9enioV+e1xf8XtlWrXyefKWCfXf786auw8VunFdN++vl1+lK0d7TaaYuY1OWXyHLUL77waKKUTgPdh9AdRPzXjR/9En6gXb16q02ZwCY0Z9d+v1NFQri77VTVUPVFnr/TrW5a+8U0fL8Lj35H63DPWVKONO9bNdFsux9gYPYzDM9vQ2L47V+9XUznTc8HMW9npslxfxCux5p5uHn089E/36pMXb9TLusN/da2ePzlTw0x8eWP4JDR/d508cK1/LjTmzES9c6HK8JxbO9dBAAJbJsD4YgXo3cYAACAASURBVHo3i4fxrqXUMPd0puz3DGct1s8Vw7zWt6F//+r/e/47EsLqlp9a7g0CB0QAYfWAnLVDU7MmT8d+N+kd6wu1esH1Wj2rxNCjemF9fdoJoObFzURr/NZPoNrEKSKstmJJpVlUomlske9ZlHcvC+NLgtzCfR7vHRx8zy+F92F0ADE/dS/qx0P0YvXsPr9Tn0Q/xniE1cbOnTq+vFC3R51QpS8W9DGsGS9uBwHXHePCPmjELWUKXrt4LJdj1jg8syEIqy24XF/EMNf94/WzPhK3nYdue+HUvrDps9fqtP5AoFpR1XgOtGsd/+t9OHGt015jvrbnykSbJ/QxCZ4TqqMoBCBwjwgwvkwVVsc1XxMAY70Htf+tBchYvzfvPrcv1M3ptXrqWxNq68u+bBtUM+0fwuo0XpSGAAQWIoCwuhDYwszOeZlICQex3/2/teLq9WknYEgIq31062dKfVoJJOd29Ovgh4BoGl0sznfiHN7za+NKeB9GHxDzky4uOW/g+RGrgzj47LUWJd+ydMcw025qfByHnkBk/g4uy+WYNQ7396rtPohF8l/evFFHV3WU73gD9sepYWeAHqFSj7Wvn1Xy8tNmB0R/jRFRaUW06L+dvHihjs/OtFQA06JdzMhN6wNf1a43R1fDDgw7IifmqlxfTHF33dYrS+jvrzdEes8cqgvejvitPzd3br8Mi+WeuXvYVRJ6Xqbc8Vh2CZ7zWsJVEIDA1ggwvpgenc7DfA9y5yprruiqS71PdS9dzYfu8Dou3BsRVrf2pHI/EDhQAgirB+q4ic2ePnnWHybDizu/8DA2KiQ6GH8XEFbHNtbZBzTR1uETE1v6vH1ErE7sVsUUn9O/i2n8PWqInJ88EfCjkhnIxWlHrLY27s7rSEH32fdH+42RGXnCqtyYoneTXI4543CbtuV4TFNgRJzYi6QxMri5zkgFYEctWjsenB0CrXj9qfqs3dLebXsPfXgzU764uyli0S42B1ecvBi3N9oROYnnM9cX2Y957KOB/Zunrea9dlv6m/QAyoyETV6rtdiaq70CbGg+z77xtqA4z4n1UxwCENguAcYX07eTeRhzkP4ONdr17dAJCavGzozoB/N4n0RY3e4zy51B4KAIIKwelLtmN3by5Gkvcj01x3IQBkUHPX/qrsKqNQnHhY6QwOGKK0YeVicnUJ4LpvPOs0spPwF4H0bPkPbTGIU4I8eqNf7YiwFnfLPGgtj413tDOgVAbzeXY3ocfqZeD+Jyb10TU6tI3lAEiSOuGbmxO1s6Y9/vVrfVebkf9rQx/KhN4WBEtgQXZZ7FX5cCorneadc0MTzXF/En1MxpGsoX7vOn3Q9PTk6qfKt6ih7NdqIPu9e2rbb7sbdfI6wexiBMKyFwjwnIjNfbATiVhzn2++fKPGG1Ymjn6a7mrpNqJ0yT5mZiLgCE1e30Se4EAgdNAGH1oN2X3fipk6cTPRQSVrNzrLYGJCNWnUXm7O3BRKxmd6RCC07v34XeyMabtZSfWnFJdflP81IBOC//vqi8YXxzc0gmI1aFhCZfl8jlmI5YbQ/aqsJVq6jdsaZB1Dz63H/AYD+WaxGr3rqiAmYzI3SHh2l32URXHnl2IGh+Vb70Cp4cuq0s6D24cDhMzBFW/VE4oUcz1xf5j3bHRLUHQY7ryzzBNzbHms+J26KwD7ucrl1jghGrVnqA/HseS8rznNMKroEABLZIgPHF9OoUHu78EI5YtVPZJN+X2gXikD/86HPt0OSMABeE1S0+rdwTBA6QAMLqATptRpOnTJ69+dREGPvd/5u1rTQghPq2MtoLf++CvGu4Pz8eOVZndJuDuWRO/z6Ym9tQQ5fzk/58+3N86S/tp49DYlslt3UiozOGRYVX20l5Ithc1+ZyTI/DbQqVNh3CMPKPoubCEauxSMhFI1Z18MUJq7UWHMh/GviQOd6O3vd96XECz0ZjwP9bbvSRV2yd0cFz+/YM01wCAQjccwKML/OE1fajnJYyKDhn+MXW1Hqy1VXDByKnui3CaooQv0MAAqsQQFhdBfPeK5n3MqHnZ+tX3eMJkUeRSdA3QbbbdrVDQ/poJSMyxxYkYoLoeEL3IAl4J//6V4+dbhtKFebW5fiTE0Pm8d57NznYBsD7MFwn5ad6fBlzc7pClC8yTxeI/IuEbstzdYJtHSnY5BA1hKz8w6uWSgHQezmXY8447OQmNXJv2pG6Vo5VnU83no4n1HtyrBoRjZ78rVX07EUTsXrcLrK0hZyZY9WNII7lWI391oiYnnaZYnP4+cr1RdhCzeFzdfSySkvQFXLb696vz545x7p5aPutl6OPRivu/NysdKsIojPllHf+ztx5GCMwrYTA/Saw+3i9LX45PJL5y50c7WMuemNtFvsw2OVgD6XBSVFHWE0R4ncIQGAVAgirq2DeeyU5k6e/kW5klxHRpR8NXRvotmy0B6Jox0bXv3ULZrMedyto7ETq9tpL9fuXF+qXqvOl6wW4+S+2DbhatBuF9byM9Q/+KLY5E/183nvvKgfZAHgfhtvk/GSPG/az3EU/6GPQMP5Eova0KPpnr93oCV2o9I5xzfjXbq83x5pmcOxSFezuq1yOdv7Ndvh0x80xV62nnVYetHE8HMfLYZeAnTNNr8uXY9Uof6IuL1XF7XwY1/V2Xd68UUdXenStNV4ntgua9zjOVY/3LqzWU08doar1GG8uVDtayDdn6R8u/XPauKPDnu/sa80PDU7KO6vN/p0i0/t6bt+ebpkrIACB+06A8cXsAUke9pzeX67NUbH3B2febV4x2o/Xd02wzdieOWut/mqE1fv+ZHP/ECiEAMJqIY5YuBnJyXPh+u+beXiv63F4r8t7bm34aS65iYshmWqwkkGAPp0BaUKRg+a5w6nWExCJFg1H15s5i6VSPYg2fnFj0/ItL96cWAUZhwPutX2FVH7Q48sCDLfCA2F1gc6BSQhAYDqBcoRVOwLJjZ6YfnftFXkTR6r+dHSMuVVRa61oZEffzmnRT3kM5hLmOpuADO94n7Sj0XyRZHa7jC/Cfb/0RhLXV4b6WqRdib4ejYzboRuFeIcZtZUl2xNkFBsPEmNJglGqzUN0m+O3xBgViya0o7UTp4cb/Shq13SqzHOxQ0fZyKVwLMeR+ELWFwfNc2dhNS/lgyTxcIqUbQur3mj+ajfUzfsxJUf/DpSbFsT1S+hAPQkPWn0FYTUL6t7GF+O9T1+/yaVRyQJgFdobjzmNjVyDsCoMFHMQgMA8AqUIq2bOPE9usHm311yVM3HE67e3jlrtG/KN3Sj11Dph2chXV2tVgZxlOffX27o5VddPzVN6U5fnMEjZ4Pd8AhK8o32y7kefKvVZd2p0KGfk0GLjMJSx/96op9X/fCkVuq3Ud8fq8uJWHb15qU6bvaCxw0/G/LtNggar79t5mpJtzsftf8YTjOz8k2Z74ozqe3n9rD/wx1zgxMeSOCPn0BqD4fw2uTmGzTbH7ifaJmWPZ3FhQOK5mNAtNlsUjuW4Fl/I+uKgee4srMqyzLF2/yJWuw+QntQhvdg6fjjcNWJ1SWHV8i7Cak53z1oPZhmaUsiXk/r5nfqkeX9HWJ2CMlQWYVWCIjYgAIGdCZQirNo3ssvpgLatOS/qRv3NpHinzvUv2Z5Te30HJIUOD7k66g9MmuHCGS/vcxjMaBmXdASW4B3dihftE2ExNLioGvr8M/X6wdUorE56eddfGH1tkFt0ZPE2GPkWTP4X3JyDiGJl4mOZWad7Enr+Sd32w2fY8vgt1i792mibjj6vckOaBxXE+mmWnxhFkgTgmES0WgF8IYv6sHiauxMuX7xQt2f6R+/Y7oXuI1vzPb5KNNgIfdV8+1zLI+zNb1zbrL+qnqu7J30uZ2sHUzA6rv/g2SU2rOp8cXymzvqPq8Y8EY9YNXZ7GCKluXOiz73rzJH2O0swl3N3v+d1QMGZejVElVo7NPodHE5OSJ1N7MNw24/NebF/T2iDJlpqiTzGPQs7b3J3XX3oa33w4vndkyG/ZC3kfnI3nktg5CuOctH6SuLdzIjQ1f0V2UHTfyTObqvsULCItb2ML9H3c4RVCUcjrEpQxAYEILAzgVKF1RwxI/fm50ykRv3BQzfsqFF3gvRF5e18bwirua7fW7k5fS7e2MTLl1fo7yxGfgv1xVFMu1NXmrDa/L1aIKiLi2qB0/0LpRLwCJlnx3p0rNwLZRZvg4NP1J0rYsYXa9HnPSn2dukKrKji5BhijRFesTPUL6a06dnrSli9NQ5ligm2WX7a21N7OBXDsRxf4QtZXxwST58Id/aqF/LcnVfmrg1f5KT+wS8ULdmLtaPA5wQC2LtZhtO4rTnXTnWTKaz6dmVcn7bBAu6HuLZ/xIVV306O/oOde7/uzhn/u4QzF+n3pwuWJ5f1W4169rJKA2AEUth12z61d2j4ftc+TPfCbXWoonMIbP8eZexSSXMZ0hTEhFVrrq+5fH70sjomsD40T5u/rchKO4J3EGe9bZUdB5aytp/xxdeH+zuUew+ew2w/POa0NH4Nwqo8UyxCAAIzCBQprM4QDmO3Pnni8IkSw4tpV5O3jZGIN/3A35MT9ep4PPl4sttm8JnMYHKjuEAnIMPbjHYJn7o8X9jzCnSRxZW9nT+W2sK1bUWYVKekn5y8Usfn/Zb6+X0ozdti5H2GZgqrMVE78ayajPIjZv3CqslXz4Ma9PMQbRq6Nt0mO1fdST2+qdPm1Ff7JPG0n+b3gft0JRzL8Ta+kPXF4fD0CJ/6eN+kSbF2OhnzQfjjXiuWucJsSzpRrz3o6vOTR3wLBxHEI1Z1r+s2nHeErmAyYlU3mPq459lF5n48dPmOoq+qon6fqF4MbtLdXB21c5ZHWNVzrBpirU/MTHzAddrp3EtEaItxiQirMbHb3j2n+2mntsoOC2LW9jm+jFHe5FgVc2hnCGFVmij2IACBWQTKE1blv95Nm0g99QcjVq2X5sxcOTmiSFhEq9+r6xd2cqzO6vArXTStz+U1qn0pcw91y4+IdOvxi596hIW5OHHL+8XIvFQecs96inf6PgML1urP8/nG789l5I9Q8i2KkhGr/cFjqt5eelqvItWTO+tjTnAh1i3om2utranaIjmUzoSI1bzneZdSqf6+i22unUYAX0zjlSp9ODw947v+bnZXRwOaaVLadFH9/JoSVsc5qQpw7FIF1B+rQmlsxnnb/tjVb1+vt6E/sYIE5gmrdoqDqn3azpVRQBrfV5LCqrN13oz8NQ6Qcsp2vcpug7HTQ+N2ZIrehoBozIse1trvzbzqDbro1waujyeLlblcEvP5ICIPD2Dk3a17V5jc1tTDXcDvJYwv7fOpup0+cu/Bc/CWwGNOu+1rEFYlKGIDAhDYmUBZwqq9rWbn22sM5E8cgfp9EWnel5icCTKnTOK+EVZlOsaCVvL73IRGePweig7praYEOOf30IKlWde9qTKDfWotJNyXc1/6C+9dxiI9J2BJPeN+Rr7n0LfQjQir1rY5s8nxsczPyLfQCYutoUPHhnZofH0L6mjO3uHaT9SdHtnTGA9tUR1/cxdxbasWeS4m9pUtFIdjOV7EF7K+OByeS0es6lz16NWjJtrSEBpjgu4CEav2e0PoPUOfe+/qD8O60OlE92rBAjMiVo1e6H23qBk2ORLUaS169xGqXUDEbfV+036D1NnGhdXHS0esNgJwJhciVrMGojLGF/39U2BNmHXn/kJl8NjhBrpLEVZ3Z4gFCEBAgEAxwmpUpNjtRrMmjkkiSWjrdWqC1CPB3G2y2XeJsJqNal8Fs/pconG3V8/V3SfVIqDb2meKcaFtgprRjGcqJbyaETaVbSP/l/vfKaF3aF3XtuqTfZOXbdd/ft5xRnZbQ5GW4W30Zm5R+96OqwMpzo/dO4sxcgTXgPjsjxz+XB3VOeK6Ko16nL6gj1U1p/C1TVTO2bG66Q/viwjioajqnoLEc7FrX9nC9XAsx4v4QtYXh8TTHMv7KM4+0tL9uGaWz4lYHdmOOxda8e/slRUNeqvtTtCiKI0x2Z4H+g+pes5MQ3C0omCbSMZW2B0/nnVpZDy51vWPd973lz4frRXda0b0hSJ0n6pWDHVyH1RRwU2osDX/6nb01DcVx/4AsRq3cR8JYdWZV+13DndNMCkKtMmBOkY9R7k4KZxGPvZ7RZ9jtT0wS5vbfTlW9Z0uU9IWyA4LYtb2Mb6YOYn79+ber6l1o9itew3tg8cSd4SwugRVbEIAApMJlCKsjluHzFvQ8wROvrnugpyJI1l/98LhPbDH/q2rt2l788W5Psm0+2ecnjrxjrzRhNZpsAGTOQwmtobiEQIivJ1+paUByN0K1y22zKWHZxufs6Doby6wla3Zm1j/0/pf4DloTzvutqMP17URsBKiat0KL+8kI5uDnmYhxqhdWGq3YrA4+rxO2eB2Du944BkXzLHIPdHYqdc4SEJP5txyH3xv8TD426yscSrcJn2B2nSiUYD1PB8izwUjD5G/BfUB+rSsMw6Lpz5P1GP1ubp7YqfS6U+Tr6dLfUxOCavW2Dpc24l9py/U7Vn/bhmeu04u68MmlTo3Pox180Q1d7w5uhrTxDjinE9YrT7dGXP9iWqrGEXXcY4Kt+uyUTNH+8YcUxm8vLhVR2/qD8uhHRL23NO9Uxx9XomR5gTcryPSH5LtvpwQVuvisbVB83MtXtbvSy2LZvfIBLEym0tEWK2badjR+qGdNkJfc00SgT0fkWVHBhlr+xlf7PdJcqzKeHO0grAqTRR7EIDALAKlCKuzGp950X4m0szGrVQMBiuB7qqBN7zXJXAYtfFcyPhJjOOM3Q8yd1COlbx80OH2ivmiHCR7bQk8U/hjqVhS197338PRtfedzH25f8YX09Nb4YGwel+eYO4TAoUTQFgt3EFCzcudPO3I3eHrtbH9N5QKwXrh90YMBiLa7C1pw327UQn1T95I5j5ywBMV3N+XeZ11H6EtzsG2sdgW6p47m8nt3ztXhIGdCCzqpwnjjbNDwRoz3MNfzDHHEeOMuvN2EewCMs7R3pIcqWkXYTUj1chQc2bZcbvz7ulBjLsO1R/JS5jrn6AvYhHinXH/vDT82EbeebZYtylaApGQ0XpjkVOxCP66Tfl1Nnfga3fGXLroGJHr1KLLIazu5p7AbpRddpPt1iCuXpEA44sJO49HZOzPmcvMydja8eVZE2bME3aXQVhd8SGiKghAIEwAYfV+9I705OnLR1lPpq/Vs3oL2Wxh1TwVt11IusJDs6CutkoZW9Ya13jyD3WTrr2VvN22dKxtIet92wmo1bb1V6+0fFLdITxDrrBIPkt/28J9J837fvS7te4S3muR3q2eRf3keX7d8caf59rODesXTsecusbvvvy1z+/UJ3oaht2wOVdHOXZ58I4vL9TtUSLdxi7CqvA9NaN9PQ+k2rxAvbuY9PtCmzvbG6tEUi0n89BnmuSOVj7IcS6+qY77cQ+pi+TkC9bT5pu0t0LruRfrLcqfVscTtulZ7PcB+2Oq9Xsk7/LItt363k7z9bZx/97hRceIXRxdzLUIq8W4goYcHAHGF9NlaR6JsT86l7ndw8w3659nzo5vqmPufHNffM317t27nfvjo0ePZtv48usb9eEHH6mHDx/OsvHg7du372ddyUUQgEAxBBBWi3HFog1JTZ7J7ZBCwmq/eDYXi32usc+U+tQ67dYnrA4LVV20HRcbz17bi/P+xeBGnV4/1Q5dyIlYjbUtPsm/f88UuWin1oyn+vda7aCeOIFF/ZRx0JdzONjQXHMscMdDU8xyhVXt5OYVOkGM45AX79lr7eTrvlFmtNblizpPY9/2+rf61Ow6T2QfDVlHk3yi7oacwnZuuD5HYuja/jA1K5+klZewzbeoRWBWzW13F3QCZX+4TBdV1pww3qdRjEUbD7/Z+Sxj0ZldnW+O1FWfHz0SzZbXp335NJuJLHDQTusvX05IJ++h1t9887guVjvCdUQQdfv43Zin056DM4TVvu7PKvnWyDFpPS95PFd4yKgCAhDYHAHGF9OlSR7OgWXNxGQcqtbNVtG5LNSRQvPZ1HzIRKxu7lHlhiBwmAQQVg/Tb1NbnZo8k5FCgsKqMylr2zGbE8i1E23DC09rQapP/s6kr4kmzcEGfeRQhrAabVvYCyneU/1H+T0KdsAXI7DocxFN5dF+hKne/D0RgK6I5Y9YtU5nHsapXqSLH9wlBrEyFOaoR7MFTqR22t2LpfZ9jOKjcfjLcCCeLhYGrq0iT9rIRLfs3bl9arcvYrXbgmgdtmJHVoZ2HfSnX7cCrS4CV4fPDW3rBEzjviqR1xBlQyeQx3wxejz84XKqsNr59/hSXVyMB/T0uzd8Hw6MBWonaFenLKmXlfBeH6x57Jye7j4PzZw9nBbf3Zce7dyc6q4fGGTtStHmZ+fwHoRVyaEBWxCAQITAou8gB0g+ySM19o+no84QVsPzH8LqAXYmmgwBCCiFsHo/ekFOTr5hcepDIimsGl9ALXHT2ZoamnjN7XDmJGxfY9Yxlm1Pdw+nAki1DWG1lKcn+XJYSkPveTsW9VNIWNXGm1pYDW011yMnnByrvqhI4wOQfuryHnOsWgzMcdGzhdgYb93fnWgSw35cLDXFxLiw2T8W7ge+UKTn+CDp9xj+QKjZUdeVoGhFXxoc3Dpji7y8HKsh0X2esKqLwnaaATt/8MlJlQLnWNt6r0cLe/O3VmytedgrDEfSSJipNcx+FYu4rb266Bhxz8dfbh8C950A44vZA1I88sf++FymfWY0cqzaKd30dwE3DU58zUUqgPv+dHP/ECiAAMJqAU5YoQlFCav64txZnNn5fEKTtf53t4xPUBgE1KHONvVAUFhNtg1hdYWum1VF6uUwywiFFiewqJ8Wi1htx5fbOsqvyT9Z6052ZL22bKh/O1NVUOBL1RUX5xri6AiAjhBq5fNcUFg1oxwjW/E10TpPWLW38Vd4G4HQ+lBmUNfqb6IrzdzfZkStK6zGxMCsPq1HihqdYp6wan4Ezbdh91s7t3CLzGMvGLVkCdQD85Hhs9d17vNR2EVYFR8OMAgBCGQSyBqvM21toViSR/bYH9ghc/aqw+T/uOifg/xpcGK8SQWwhd7IPUBgAwQQVjfgxIxbSE2e03KshiY9a2LNznnYT7zajVjbMKt9vM3hG+O6TVscW6cgj4X6idwWa/utn5fVORrVAS+nnWBitdd3MnhjO+P02BTvDJdRZAIBeE+Atceii/opd7yxIk1bHObYNS0VgA00N3JjviP8HLtt8x6z7Vb+dSNW48Jq30jz8IocYdUWj9eIWN1ZWK17mDcNRb4o2hNz7cRsxD9AuiKq+xGhfTw8YrRvwT24tY4KrnP3th8vh7W10Tf9C+1Fx4j5jxxXQgACGyDA+GI6Mckje+yf+d4T2PlAKoANPGzcAgTuIwGE1fvh9eTk2QkLF8bWwHqifK2eVbkJj+3JtRMz+9x7NcWUGDGUGaK5Aos445Rtz2RtRP+odluJli9PF0raKLO2jC/Kp84KN2xF8UR36VFqjV3nBHB//0nzvh/9bq27hPdapHerZ1E/eRYA7ccRPXq0Ex+tLdDNS/yQY9MXkRoWXuu80GPOz4AItRs252ofx9DBXPq9NYc+DffZR36aOVb13Ke7pALIE1bNvKp+0bDPjdoMwNZYbvrTZuDPserOO6b/BSJW63ni8yP1cvgaGJjr5h5edXbc5AyuvzWG/N6zOlMv1JtqEnzc1WXMac0z0+Ucb1IkhHKu2u230+s8V3efjBHa9vOkd2AiVoUHA8xBAALZBBZ9B8luRTkF0zziY/94J3nC6u2VOVdE31tUn6M9zYuI1TQjSkAAAisQQFhdAXIBVaQnz7qRbsTTIJyGvlrqB1bYkZy+SFK9TOQk4XGBXZ83Y54WXUmh4zbbSJ63Ueh9pl47wmq/IH3lF1az2qaH0JpOzuNdQMfYSBPgfRiOXNRPqfFmQBTaSj4+z74Ifv1v5iF7tr195Fh1o/LH2+2jB2vhS29r3c5zdffEPNRpeWHVmmf0OUHL/9nOPa7I2X/cavc5nKjLS1XtOxi3mhs5Ro2dD7pAG2mDcdBWS3FOxKqT61RLJWHew/js6pHFTpSn9jHAtK1Ffur5Uxs8vaja1WH/Xv3ZOJhMP3+qu2R4B7Cv1T9O2M9eZFcHwuphjNW0EgJbJLDoO8gBAsviERv7PXNKjUEPujGwOOX1nQued7PWWHcIZhgwwuoBdj6aDIEtEkBY3aJX3XvKmjzvB4pV7hLeq2AeKoH3urzn1oaf5pIzr4OjDEcJK/hCguJoA56yPLEGAQgwvoT6wFbGW4RVnnIIQKAIAgirRbhh8UZsZfJcHJRQBfAWAplpBt6ZoPZcDD/JOACOMhwlrOALCYoIH7IUsQYBCPgIMF6bVLbCA2GV5x0CECiCAMJqEW5YvBFbmTwXByVUAbyFQGaagXcmqD0Xw08yDoC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OrTeVAAAIABJREFU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SMpPX10/V0/OXhltvbx5r86P2z/5flcnL9Sbl6fqcX/V7ZV68PRCqcsb9b6+sP9vH4GmjFJXD56q6orxn26zuV6pm6rg8VfX6vmTM2W2sLrMbsNM2lIcZ1bPZRoBfCHbHeApyxNrEIDASIDxxewNW+GBsMpTDgEIFEEAYbUINyzeiK1MnouDEqoA3kIgM83AOxPUnotJ+akRTq9PR6G0ETVv1Ys3L9VppZw6v3vu+/bqgbpSl6pWSs9rMVQr47/+thFWK+W0E3C/UtfPn6izY12Y7YRVp7627PXpG/WybuCO/6Q47tgMLq8I4AvZbgBPWZ5YgwAEEFZDfWAr4y3CKk85BCBQBAGE1SLcsHgjtjJ5Lg5KqAJ4C4HMNAPvTFB7LiblJ1f4NEXPtLBal79SR28+U+rTJ+rufIx2rRHlCatWOT1i1eKcbs80x0hxnFYrpX0E8IVsv4CnLE+sQQACCKsIq3lPwaNHj/IKekp9+fWN+vCDj9TDhw9n2Xjw9u3b97Ou5CIIQKAYAgirxbhi0YawWFkUr2Mc3vBel8Bh1Cb1XPgjVsdo0aSQWYugV0dNxGsVSmpGv2YLq1YUakhYbdICXKvTLppWwlNSHCXact9t4AvZHgBPWZ5YgwAEEFYRVvOeAoTVPE6UggAEAgQQVu9H12Cxsq6f4Q3vdQkcRm1Sz4U3h2qfK7UXRoM5WC1B1CN8xiJW9Ryrel7XNkernQpANgVA72UpjofRa8puJb6Q9Q88ZXliDQIQQFhFWM17ChBW8zhRCgIQQFi9132Axcq67oc3vNclcBi1ST0XrvBp5juNRqw6QqorfuakAmjF3eP2sKoav0dYTUbOznSbFMeZ1XOZRgBfyHYHeMryxBoEIICwirCa9xQgrOZxohQEIICweq/7AIuVdd0Pb3ivS+AwapN6LnyCpf433/b+npA32rX+8eTFcBhWjrBaZVg1D6SyhdUFUgD09yDF8TB6TdmtxBey/oGnLE+sQQACCKsIq3lPAcJqHidKQQACCKv3ug+wWFnX/fCG97oEDqM2qedifsRqe8jV7Ys36uXp4xFaI4KeqeOb9hCrPGE1dnjVMikAEFbL6+dSfbq8O9tPi+C5H+7UCoH7QIDxxfTyVnjU9/Hu3buduzDC6s4IMQCB+02AHKv3w/9bmTwPxVvwXtdT8F6X99zapPw0J8dqE5F6fqeeOHlQ27u5vXqgnqob9b5SVnOF1eqqRqit8gGoc6XlWO2E2lcOqMsxdcBciNV1Uhx3aAKXdgTwhWxXgKcsT6xBAAIjAcYXhNXY84CwymgBAQjsRABhdSd8B3MxLxPrugre8F6XwGHUxnMh4yc4ynCUsIIvJCgifMhSxBoEIOAjwHiNsIqwytgAAQgsRgBhdTG0RRnmZWJdd8Ab3usSOIzaeC5k/ARHGY4SVvCFBEWEVVmKWIMABBBW031gK/MXqQDSvqYEBCCwAgGE1RUgF1DFVibPAlBmNQHeWZjECsFbDOWihvCTDF44ynCUsIIvJCgirMpSxBoEIICwmu4DW5m/EFbTvqYEBCCwAgGE1RUgF1DFVibPAlBmNQHeWZjECsFbDOWihvCTDF44ynCUsIIvJCgirMpSxBoEIICwmu4DW5m/EFbTvqYEBCCwAgGE1RUgF1DFVibPAlBmNQHeWZjECsFbDOWihvCTDF44ynCUsIIvJCgirMpSxBoEIICwmu4DW5m/EFbTvqYEBCCwAgEpYXWFplIFBCAAAQhAAAIQgAAEIAABCEAAAhBoCLx7925nEo8ePZpt48uvb9SHH3ykHj58OMvGg7dv376fdSUXQQACxRCQElbfvy93ONjKF7ldOg0MdqE3/Vp4T2e2yxXw3oXeetfiJxnWcJThKGEFX0hQHG3AU5Yn1iAAAcaXUB/YynhLxCpPOQQgUAQBhNUi3LB4I7YyeS4OSqgCeAuBzDQD70xQey6Gn2QcAEcZjhJW8IUERYQPWYpYgwAEfAQYr00qW+GBsMrzDgEIFEEAYbUINyzeiK1MnouDEqoA3kIgM83AOxPUnovhJxkHwFGGo4QVfCFBEWFVliLWIAABhNV0H9jK/IWwmvY1JSAAgRUIIKyuALmAKrYyeRaAMqsJ8M7CJFYI3mIoFzWEn2TwwlGGo4QVfCFBEWFVliLWIAABhNV0H9jK/IWwmvY1JSAAgRUIIKyuALmAKrYyeRaAMqsJ8M7CJFYI3mIoFzWEn2TwwlGGo4QVfCFBEWFVliLWIAABhNV0H9jK/IWwmvY1JSAAgRUIIKyuALmAKrYyeRaAMqsJ8M7CJFYI3mIoFzWEn2TwwlGGo4QVfCFBEWFVliLWIAABhNV0H9jK/IWwmvY1JSAAgRUIIKyuALmAKrYyeRaAMqsJ8M7CJFYI3mIoFzUk5afbqwfq6YXW1JMX6s3LU/W4/9NX1+r5kzP1yv67+kpdP3+izl6Zt3ny4o16edpf3Za5Pu3+dnulHjxV6ub9uTo2LrtVV+0P6tz8YSjVt/MyUmYOcCmOc+rmGpMAvpDtEfCU5Yk1CEBgJMD4ss35C2GVpxwCECiCAMJqEW5YvBG8TCyO2KgA3vBel8Bh1CbzXFjCZy+WqlFc/er6uXpyd6wuL27V0ZuXatBMu7KDaFpj60XYyxv1vlFIpYTVWni9UupSqQt13tmW8ZMMR5m23Hcr+EK2B8BTlifWIAABhNVQH9jKeIuwylMOAQgUQQBhtQg3LN6IrUyei4MSqgDeQiAzzcA7E9Sei8n4yRZWq5syokrb3+/O36tnrx+oq6NINGrPoxFXr9VpI8IKCat1m66O1JvPlPr0yZ06dyJe5ztDhuP8+rmShfpSfYC+vRRZ7EIAAowvZh/YCg+EVZ5tCECgCAIIq0W4YfFGbGXyXByUUAXwFgKZaQbemaD2XEzGTwlhtRFJOyHT2cbvubZhov9diaQCqNMAtKKuZU/ABzIcBRqCCYUvZDsBPGV5Yg0CEOBDWKgPbGW8RVjlKYcABIoggLBahBsWb8RWJs/FQQlVAG8hkJlm4J0Jas/FZPwUSAVw3G7lb/Kaqn5bv50HNSSs1kGvASF0To5VIwK2zjZQpSa4PjXzwO7gCxmOOzSASwcC+EK2M8BTlifWIAABhFWE1byn4NGjR3kFPaW+/PpGffjBR+rhw4ezbDx4+/bt+1lXchEEIFAMAYTVYlyxaENYrCyK1zEOb3ivS+AwapN5LjwHUA35Ud0DpUyhdZ2IVUdItYTWXb0lw3HXVnB9TQBfyPYDeMryxBoEIICwirCa9xQgrOZxohQEIBAggLB6P7oGi5V1/QxveK9L4DBqk3kuwlGnba7VCw+MS3XT5DgNXCuaY9Uj/HYtOnmh53ud7zMZjvPr50oW6kv1Afr2UmSxCwEIML6YfWArPEgFwLMNAQgUQQBhtQg3LN6IrUyei4MSqgDeQiAzzcA7E9Sei8n4KR51etalBBhvtY1ivW1ETV++0/b3iyHqdcfDqxpx91a9aA7CGlvRRLGeHXcC726OkOG4Wxu4uiWAL2R7AjxleWINAhAYCTC+IKzGngciVhktIACBnQggrO6E72Au5mViXVfBG97rEjiM2mSei5yoU5PHuDX/mXr9/Ik6e2X+fnnzXlXpWbt/PmHVioJtRFjVCrKGqUv1+5cX6peGHK/6j26agrlek+E4t3au0wngC9n+AE9ZnliDAAQQVkN9YCvjLRGrPOUQgEARBBBWi3DD4o3YyuS5OCihCuAtBDLTDLwzQe25GH6ScQAcZThKWMEXEhQRPmQpYg0CEPARYLw2qWyFB8IqzzsEIFAEAYTVItyweCO2MnkuDkqoAngLgcw0A+9MUHsuhp9kHAB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NXSFj9hV/4hSCEP/zDP3R+e/ToURpaoMSXX9+oDz/4SD18+HCWjQdv3759P+tKLoIABIohgLBajCsWbchWJs9FIQkah7cgzAxT8M6AVEAR/CTjBDjKcJSwgi8kKCKsylLEGgQggLCa7gNbmb9iEas+cdUnqta0EFbTfYYSEIBAhADC6v3oHluZPA/FW/Be11PwXpf33Nrw01xy5nVwlOEoYQVfSFBEWJWliDUIQABhNd0HtjJ/pVIB6OJqSFRFWE33F0pAAAIJAgir96OLbGXyPBRvwXtdT8F7Xd5za8NPc8khrMqQk7dCn5ZlCk9ZnliDAAT4cBPqA1sZb1PCan3/tbgaE1URVhkpIACBnQkgrO6M8CAMbGXyPAjYVSPhva6n4L0u77m14ae55BBWlbpVVw+eKnXzXp0fy3CUsEKflqCI8CFLEWsQgICPAOP1Nt8lcoTVnCeCVAA5lCgDAQgECSCs3o/OscvLxO3VA/X0YuR02S1sv7p+rp6cvTIBnrxQb16eKhX57XF/xe2VatfJ58pYJ9d/vzpq7DzOWEz37evb5fdouyjXbqMpZl6TUyavv+zCO68GSukE4H0Y/UHUT8340T/RJ+rFm5fqtBlcQgJc/fcrdTSUq8t+VQ1VT9TZK/36lqVvfNPHi/D4d6Q+94w11WjjjnUz3ZbLMTZGD+PwzDY0tu/O1fvVVM4tC6vW3NPNo4+H/uk66eTFG/Wy7vBfXavnT87UMBNf3hg+Cc3fXScPXOufC405M1HvzG7FR8m54LgOAhBIEsidO5OGNlIgi4fxrqXUMPd0DOz3DGct1s8Vw7zWw+vfv/r/nv+OhLC6kQ7JbUDg0AkgrB66B/PanzV5Oqa6Se9YX6jVC67X6lklhh7VC+vr004ANS9uJlrjt34C1SZOEWG1FUsqzaISTWOLfM+ivHtZGF8S5Bbu83jn+ZJSLgF4H0avEPNT96J+PEQvVs/u8zv1SfRjjEdYbezcqePLC3V71AlV+mJBH8Oa8eJ2EHDdMS7sg0bcUqbgtYvHcjlmjcMzG4Kw2oLL9UUMc90/Xj/rI3Hbeei2F07tC5s+e61O6w8EqhVVjedAu9bxv96HE9c67TXma3uuTLR5Qh+T4DmhOopCAAL3iADji+nsNI9xzdcEwFjvQe1/awEy1u/Nu8/t/9/e3azIcZ1hHH81ki00iULoxlkYEmbThoC0DMir1h0Ia2XvNeA7sHMFke7AIC28k1fyLahXEmRpgUFDQCQQQ5JuQhxJyJYyqTofVeezuqrUM1NV+iuYgFRVfep3TlXPPP3W2/fl0affyMep3wmd3y/ttrqoptsfgtVuXmyNAAInJECwekKwAzvs9jfPeMDbgoOmf0//mw5Xv/nUBBi7CFZtdetXIp8XAcmXYfVrdVqZ0LTxl8X+k9jHu/+rsSfe41gDO5snN1yKfgJvX7FahYPXHzpV8toyvof5x912f6xvPZnK/LeYsraOre7D9lydpw+aKvn/9OgHObhdVvnWJxB+OFU9GeBWqJT32ofXi3j5Y/UEhN3Hq6gMKlrcf7tx/75c++wzpxVAt2oXv3Iz+ICvGNcPB7erJzDCipymqWo7F12muxzr7SDot/t7IX3iPdQNvKPw271unsXrMh+WJ967q6dKctdLlzOutz0Jz34jYS8EEJiaAPcXf0a7e/g/B8XvVcF7hXm5bT9PmR+61Afd+d/j8quRYHVqVyrng8BIBQhWRzpxHYfd/c2z/GAy/8tdOnioB5ULHby/30GwWo+x7D7ghLaRT1PYYvv2UbHacVkNZvM+63swg3+HBrK7eUpUwNdJZqYXZ1ixqo/x7MuyUjC+9tPVfnVlRrtgdXf3FHeZtHVscx/WbVuu1W0KvIqT8JekujJY7ee1AgirFoMnHqInBHR4/bl8pR9pN4+95z5481u+xE9TNFW7hA5xOPnH+vHGsCJny/XZdi5aX+ZNHxqE/5YYq3+u5pF+1R5A/ErYrfs6Iw7eq5MBbO79vPWJ6w137tnx9dkcAQSmK8D9xZ/bzh7ee5D7M1R93NQTOrlg1Xsyo/ED8+Y1SbA63WuWM0NgVAIEq6Oart6D7fzmGf6Sm3jlph6E2dDB7Z/6tsFq8CbcHHTkAo44XPH6sEY9gdpNQXfvdsdlq7QA3uNYGbuep7oKsUeP1eD+E/4yEN3fgntB0/3PzsauWwDY47Z13H4fvi4Pq3DZHt0JU4tK3lwFSRSueb2xzbFc49S/B8vW9Yo/2HPu4Qe6hYNX2ZL9pSzxy59pAaH2j8bVLQxvOxfNV6jf0zTXLzw1n+E6vHHjRtFv1W3R4xx7yxqO99WjDtdxcl0TrI7jJswoEXiHBXZzv54OYFcP/96ffq9sF6wWhmGf7uK960bxJIxqc9OxFwDB6nTWJGeCwKgFCFZHPX2tB9/1zTOqHsoFq617rOoD7LJiNfols/fjwVSstl5IA92w+/oe6IlMfFgnNU86XBLT/7RdK4Doh/9UVV51f4t7SG6tWN1R0JRaEm0dt1es6i/aKspVi6rd+pWqUPPg6/QXDNp7uVOxmnytxgBTvSOYLw9zzlJVVx4knkBw5lVS7RUSPXR1LJj84sLqy8SiYDVdhZO7NNvORftL25iI/iLI+vfLdoFv03usf53EI8rPoenpagaTrVgN2gO0P+d6y9179hkF+yCAwBQFuL/4s9rFI35/yFeshq1stv68pH9BrPqHH3ztfGlyiwIXgtUpXq2cEwIjFNhFsDrC02bICCCAAAIIIIAAAggggAACCCCAQG+B7//xSH5z/iPZ29vrdYxzm83muNee7IQAAoMRIFgdzFQwEAQQQAABBBBAAAEEEEAAAQQQGIkAwepIJophInCSAgSrJ6nLsRFAAAEEEEAAAQQQQAABBBBAYIoCBKtTnFXOCYGOAgSrHcHYHAEEEEAAAQQQQAABBBBAAAEE3nkBgtV3fgkAgIAIwSqrAAEEEEAAAQQQQAABBBBAAAEEEOgmQLDazYutEZikAMHqJKeVk0IAAQQQQAABBBBAAAEEEEAAgRMUIFg9QVwOjcBYBAhWxzJTjBMBBBBAAAEEEEAAAQQQQAABBIYiQLA6lJlgHAicoQDB6hni89IIIIAAAggggAACCCCAAAIIIDBKAYLVUU4bg0ZgtwIEq7v15GgIIIAAAggggAACCCCAAAIIIDB9AYLV6c8xZ4jAVgGC1a1EbIAAAggggAACCCCAAAIIIIAAAgh4AgSrLAgEEBCCVRYBAggggAACCCCAAAIIIIAAAggg0E2AYLWbF1sjMEkBgtVJTisnhQACCCCAAAIIIIAAAggggAACJyhAsHqCuBwagbEIlMHq5s0z+d3s93Lxwv5Yhs04EUAAAQQQQAABBBBAAAEEEEAAgTMRePX6hfx1873Mzh/I3t5erzGc22w2x732ZCcEEBiMQBms/vfNv2R/f18++OVvBzMuBoIAAggggAACCCCAAAIIIIAAAggMUeCfz/8mz58/l8vnPyBYHeIEMSYETkvg+PhYnr/8UX6++G+5fGkmv7o4p3L1tPB5HQQQQAABBBBAAAEEEEAAAQQQGI1AWan6n1dr+fHlRt579Wv5xaXLcu7cuV7jp2K1Fxs7ITAsgTJYff36tbx89UL+9/5L+fncC3kjPw1rkIwGAQQQQAABBBBAAAEEEEAAAQQQOGOB8/K+vHe8L3s/XZJLF/flwoULBKtnPCe8PAJnKlAGq+WfMlwt/ytbA9i/O9OB8eIIIIAAAggggAACCCCAAAIIIIDAgATK6tSyp2oZqJb/lX+oWB3QBDEUBM5CwA1SCVXPYgZ4TQQQQAABBBBAAAEEEEAAAQQQGIOAG6T2DVVVIMuXV41huhkjAggggAACCCCAAAIIIIAAAggggAACCAxJgGB1SLPBWBBAAAEEEEAAAQQQQAABBBBAAAEEEEBgFAIEq6OYJgaJAAIIIIAAAggggAACCCCAAAIIIIAAAkMSIFgd0mwwFgQQQAABBBBAAAEEEEAAAQQQQAABBBAYhQDB6iimiUEigAACCCCAAAIIIIAAAggggAACCCCAwJAECFaHNBuMBQEEEEAAAQQQQAABBBBAAAEEEEAAAQRGIUCwOoppYpAIIIAAAggggAACCCCAAAIIIIAAAggMTODpA7nzrcgnX9yUjwY2tNMYDsHqaSjzGggggAACCCCAAAIIIIAAAggMUuCpPChSkaNwbItP5Iub22OS9eO7cu+7q3Lr8JrMe56fOsZqvsNgZi2P796T767eksNrfUeVP5ndj7cn3KnstjvLpw/uyLfVQpvJ8tah+NOjX2s1r9ee2me9bF5fKthbJ463CyB9fayX4Vrq6qKPUyxyiS8r9xq0LrnX3cU5BcdQfuEdYLHleqzHt/z7PXlyJXVeJzDW9WO5e28lG3VoZw055zAL5iq8R+nr1xwhmtfuYyZY7W7GHggggAACCCCAAAIIIIAAAghMTKBrUKRPn2B1YssgOp1+68I/TOoYqaCxZ7B6JlPQ1SUfrLrX0LoMkqXdhxo7O+0omG5zbqcY/DonqoJ241O7zWRlQ+t5Gbx+J1dNaF+FqDMTzptgdq4C7qawu70uwWp7K7ZEAAEEEEAAAQQQQAABBBBAYKICiTDFq2Srq8Pqiq+ZLBYiR2tTsepVk4ksbHWed5y4Es6rAM0dQ/zK2urY1WyYUK4sRJstZFHU4K5NxWqqQk2HMsWmm41sVHWuOJW7zhjdsZsqXn28Yt9Zsa96PVtR6YyhHFdV9ev/fVhRJ+bc1rOZOl5Zybk4SlXVpQ2SFXgmLFNjlD8U//uz/MVW8FaPbi9lU1aI6uK99HkEll7Vaea8o/MrXu/uZimHi6Oq2lBvs5YHdzeyrKqdm4PVopy1mLO5mtsj170KBstJdCqVnUfU54kqxeY1YNevGyCKrqiN1pjz956jM1/FhbI4KqpCExWrdj35Fbz1696UB/56WyxluV6ZcdTVvMm5MQaLwr58+eKs4krUKFgNQtPkfcDZZrYyFcN5/+LicqqVzRi8NbqlKjlx162qmdXL2jDVCUsLtzurD2U5L6xs1bMXrLYJkLff7glWtxuxBQIIIIAAAggggAACCCCAAAITFwhDBr+aq6oOUyHGSnTFlwnCpAxFirjLffw+DO+cx7tDyDpY1UFf9Qh/FIzl2wWkwtkioTRhXhy6LDc6HLVh1tZKOKe6zdtX6go5FYZWbRGCgKfxUXUTwNkgVoU/uTEHBpltyzCufLzbBtB1dV8wT3YynHBNh7rmdUwQpSxVgGZ7aTrrpQrWwkf79cHL117NDqV0K/+/fhS+PMZKZoe2N2eLYNXOmXI361Cdq24FUM+Bc54q0N2+BtItHsKAM+Hi9jNwHGcrp42BCSfjDwS0kRuKVqGzaUFgg1W1VtdO2wNn7em/z82NXQeZKtNUK4AqNM/cBw51lahqkeDMf9Lf9XGDzWCNdrnB2g8TlFVmfu06C9tJuB8MlR88FOWtb9UyhGC1y8yxLQIIIIAAAggggAACCCCAAAKTFAiCVS+wU8mPDm5ufSir8FFbFSY6j+OWrVnd/VXoY3s4xr0160Drijxx+1AmQsPqKI19FMPQz+8fWYYxKqyqQtCg0lTNb1FVF5yrnfZUiFsGzVeeuI9xu55BRWPUvzZ4JDkRdLlhm2egQq34/PwQVEV3usfncinrVeJRaXVyem78gLg+D9/MhIHqsex5Xcmp6IJH2VtXrLrH1P1904F30c83Cuhsj9XEeXrrT89ivAZqI3+NFVW1bsAZrBn7IYBbNWwdVbBaPdbf7rFzHbCWFZ36WiiDSx2smkDX/aIo5/rw58xxu/LECVybglW/R23lvtx4j9ZX9wFnfG6wem2eXmd6v3qdqoBZBavpL72qg+ZchXsRiG75ICIXrNa3bypWJ/lWxkkhgAACCCCAAAIIIIAAAgggcPoC6YpV+6U9bStWqy8eSn5TeDrICCtWm4+R7uvarmLViVSCL91yA7x6KzcMCwLGoKKzDFZ1JautKM0EaUmXYNsw1E4sBn8+6qC02jTxOlVYZasR3W1aV6zaAC4TSrWe97SPX13oV7B6/XyzwapT/en11YyNmvoDh/07o4AzV8nbo2I1Co/VGuoWrHqVrPPwgwUbXnYMVtXj805lalF5mnLxg9Ut/lGlcTpYzd7/TEDrt5tw1lLQY7UK56svQHMMvErX/ndcKlb727EnAggggAACCCCAAAIIIIAAAhMR2NZjta4ca9djta5M9b8NvkuP1fS3fpfgfXus2n6oul+n6Q2rZjDTw9WttDNBndo3EaxWrRHme1W0AAABMklEQVRMz9Iq/An6xuZ6rLr9N70KSC8IDar+isLO/LZBaOX1lwzOuejvWvab9Vo8JPrVenPpVQzab2rX1aCH7uPf5grx10Fcuaw3C6uHg3Vn56whWNXV0rZdhTmq02M1uwZSVZWmBYT+gCHXY1VXtaqZ8Rzb9VhNr71MC4JMxWrJnZwbL+ju0ArAVC+rafRc7HykeqyaVhCRvzunxTqzj997rSXa3EYTleWJayNcf/lWAPm12mY0dhuC1S5abIsAAggggAACCCCAAAIIIIAAAggggAACCBQCBKssAwQQQAABBBBAAAEEEEAAAQQQQAABBBBAoKMAwWpHMDZHAAEEEEAAAQQQQAABBBBAAAEEEEAAAQQIVlkDCCCAAAIIIIAAAggggAACCCCAAAIIIIBAR4H/A2MpaSak94Yp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7" name="AutoShape 6" descr="data:image/png;base64,iVBORw0KGgoAAAANSUhEUgAABVYAAAMDCAYAAABJqk5sAAAgAElEQVR4Xuy9C7xVVbn3/4AiXkABL4CGbg+KqXkrtMgQskI0Cc0L4hE5GPLyqtiN4yU14kVDC62kPB5SOah5NyUskZJQj2FKiZoSJH83UoI3VLyiAv/5G2s9c4851pi3tdbee621f9OPH2CtMcd4xnfMtdl89zOe0WlzcAkvEiABEiABEiABEiABEiABEiABEiABEiABEiABEiCBzAQ6UaxmZsWGJEACJEACJEACJEACJEACJEACJEACJEACJEACJGAIUKzyQSABEiABEiABEiABEiABEiABEiABEiABEiABEiCBnAQoVnMCY3MSIAESIAESIAESIAESIAESIAESIAESIAESIAESoFjlM0ACJEACJEACJEACJEACJEACJEACJEACJEACJEACOQlQrOYExuYkQAIkQAIkQAIkQAIkQAIkQAIkQAKNR+DXv/61fP3rX2+8iXFGJEACrUaAYrXV0LJjEiABEiABEiABEiABEiABEiABEiCBeiFAsVovK8U4SaB2CFCs1s5aMBISIAESIAES6LAEFi9eLP369ZNPfOITHZYBJ04CJEACJEACJNC+BChW25c/RyeBeiRAsVqPq8aYSYAESKAVCPzyl7+UM888sxV6ZpckkEzgzjvvlGuvvVbuuece2X777YmLBEiABEiABEiABNqFAMVqu2DnoCRQ1wQoVut6+Rg8CZAACVSPAMVq9Viyp3wEHnjgARk0aBClaj5sbE0CJEACJEACJFBlAhSrVQbK7kigAxCgWO0Ai8wpkgAJkEAWAnnFKrZuX3zxxbJ06VLT/ciRI+WnP/1pKMdOOOEEufvuu81769evl6uuukpuuukmefPNN2XPPfeU888/X0466SRBtuJtt93mDfGUU06R/fffXy655BLv++j/ueeeM+8fffTRMn78+Ei773znO7Jq1aowDn0TsaDfo446ytuv9mm/efjhh5v+NaMyLu4DDjhAfvCDH5T0i9dOPvlk2W+//cycwQ9x2JfdBr9/5plnSvpRpngD999yyy3ywgsvGKannnqqYM56+fpAfGij88A67bHHHiWxXHfddXL//ffLtGnTTMxZ2Cm3RYsWSY8ePWTMmDERFvb80B/az5gxQ+bOnRs+Q5MnTw7H0/5mz54dka7ghwvPDy8SIAESIAESIAESqBYBitVqkWQ/JNBxCFCsdpy15kxJgARIIJFAHrEKUXrkkUfKzJkzTaahilOIQBV/O+64o7z++utmTAjAf/7zn0ayQehBKk6aNMncj7qaq1evNu1cYabvQeBeeumlJfFjbPR12mmnSc+ePWXJkiVhG4w3ZMgQI3I1DryJWI8//njT7sEHH/QyUWlsjwk+kLS6XV3n5Mq9HXbYISIidQAITEhDxIx7L7vsMrniiisiMthug99DFkMA2xfuxwWWjzzyiMyZM8fUJcV8x44dK4MHDw5lpq8PzOOtt96KrBMk6EMPPRSpbzpw4EB544035OabbzYxp7GDBD399NPNvCCsNZ6vfvWroey156frc+GFF4YMIHOnT58exoJ1OPbYY420v+GGG0IMKqRticyPNwmQAAmQAAmQAAlUSoBitVKCvJ8EOh4BitWOt+acMQmQAAl4CeQRqxBeyDS0syfRKYSXyi5brNpCTQdHH7hU2un9+NUWZnFj2f0gFkjPG2+8MZSakHSQfRCPtljF65Cf6BcZqHY2ptunO78zzjjDyE7I1LxyzxWrEIsPP/yw3HvvvaHQdMWqilh3wXDvcccdJwsXLoxkckIaH3LIIaGY9HFHX/ba4PcQsuCgGb8qSZHJaseQxM5mo/Eizu9///uhFLXjwRrbY+o9Kqzxq6495Ph5550XZhjnZc+PPAmQAAmQAAmQAAlkIUCxmk7pmSsHyoJhS+S7B7S0fW3eJJkqU2TmiJ3SOyijBfofvmKCLLEHLaMfeeZKGThrgMyfOUK8kaa9n3NMH6ucXZTR/DWZN2m4rJgQXaOsHT1z5SRpHjtTWmkps4ZRV+0oVutquRgsCZAACbQegTxiVQUeMgmRneirj+lmrGLL+sSJE+Xzn/+8V2ZiZj5hllWsYos7MjdVDkL0jRo1ymyPt8UqMjEhJNEvanu62/ERR9yYaH/77bcbUZhX7rliFeMge/dPf/qTVzzGSVHcp9LYF7stLH194F4cFKXZvVgnrI3OS/uHFEUGsi1Wk9j1799fnnzyycQ6qXY8aO9myWJszWRduXJluA4oR4BsWBXJedm33qeGPZMACZAACZAACTQSAYrV9NVsD7GaHlWVWjSEWK2EBaTsVJEpFKt5KFKs5qHFtu1CYMbvr5Fn167IPPb3hp0je/feK7b9P15+Xn644OeZ+9u/zwCZ/JWzMrdnQxKoVwJ5xCrmqPUxIceQUQjJatfHtMUq2kOG/fa3vzU1WX31QLUNfnUzVrEd3L2GDh1qMmZVgkK+obwAtver+IWcs+NAW5QbUDGnotA9iT5OrNqv63Z+N66LLrooEr++7xOrmCdenzBhghHUbsYqapXa13333ReWEnA5aTtbOqI/tw9ws+umKh9bjH7pS18yZRpQu1bFaho7d719nwN7fknt9T2XN9YVJRAoVuv1qwzjJgESIAESIIHaJkCxmr4+aWIV74+7tdDPoCnzTRZrNOM0Ku/s9sENhWxSCM4FIqNvvVVuHT1b5g+Y1ZKx+to8mTR8qhT2vo2W2Uu+K0ie9WeHFsZa0SQSdCVTftIkU+8oZqxiDBPoIJkyvygSjVhFr8G4GEDjwVBhezOz4j3PyJWFQIP+C7EELxTnP1pGB6+Lk90bdBQ0GReMYPcT/D4yr6DL2YWMU5MNHE7gFhm2YGbQZzCPqRr7BFkxvNBfgbdEMlYN+6kFWkGnhaxfm29hoQz34MZi2+L8xM86/SnpWC0oVjvWetflbMfd9C2B3MwiV3ts013GHHaifHr3g2Ln+tcXn5KbHr9L3nz/7VQeOu7sMT9NbcsGJFDvBPKKVXu+kKx33HGHOZxKsxbjxBnkGDI/kTVp199Ef5VkrEKyQpRiaz2EnB4OZccBkYnt99jijguS9/LLLy85BCkpY3XWrFlG6OaVe3Fi1d7WP27cuFBkJmWsJo2tdWxV2qoY1e39drkEMFA+aI/MY/yPMgPIaHW37iexq5ZYxfMB8Y4sY3cdIHxR91bLSLDGar1/1WH8JEACJEACJFBbBChW09cjUawOCs5RMAmP2GpfkI7DAtnYN7KV3xKra6Jb88O+BdJTQmnaImbhLWfJgKIINa8vGBa/tV8K2+IXDCsI3pZSAME5DZqZiRiCPkLhOK65KE3tLfWYS8u4BTGJexCPCbRQGiGS8VoQqOF7RbSRsglhP32j2/chWYscjewM51iIaWpTQZAWpGlTgZMRsytkwpKx0qylAMBR5xaMj/ZzmmbKdw1f3zxt6R2dczrr9GenUVtQrDbqyjbQvCBWcf1qVcuhNHHT+/c9BsqkIeNSxerMh2Zn7g9jUaw20APFqcQSyCNWIfY0e9DuMC4jEdINJ9fbmaE+eVmpWIVURDkAbK9HGQBkgarw0yxWHMakF6QmBK97iFWcWLW32VdLrCIW9PW3v/3NHCqlIjRJrKoktQ/r0jlBLqs8dfuA0P7Rj34UHsCFe5SPljlAqQY9aEzvxwFaqN2axE5LL4C5fUGG6gFbdjy+mqy4DxnF999/vymP4K6DHnqGDGY8SxSr/IJGAiRAAiRAAiRQTQIUq+k0kzNW17RkY2p2ZNBlUsaqN1MT4s+qhRreP7bZEreItUXeWiVfrUk49UZD8dkkc4rSN3KfUwogOtei1CwmfxayP6Oi12XjzaK1Ml81K1UD9mXvGrEa1pf1zCcUp8qiRayObbayVXUQxD1sQYRvS5yWWEW2aijJs7BOf3YatQXFaqOubAPNC2J195595em1/5Dfrv27d2af77Gb7LlDX/NeFrH6nd/8UP705r+k/9bby8oP1pf0if7wvvabVayizMDbG96N9KfZs/Z73btuF1uuwG7Xd/ve0rdHn7C/dz54R1a8sjL884Bd+ku3rbuVxL/mzbWyZv3LkdfLaZt1PN+8dfCkufriXLH2eTPnXXfonVjSwZ4c+nloxaOyPuCDa58+e8mQAYfHfgrceaFhHB9f27eDcZYHcQ5sOtiMkZQhHRcEmP1x+aMy4YixmT+tyLZ2ryXNS2VX8Ar+j5tD1gHyiFWtgzlv3rywXipk34gRI7wZqyrA7JqgeA1yDDJUr0rFKmJAOYDm5mZBGQBcKg5RW1SFoc1Et73bh1j5xKqeWK8ZudUUq4gHcSBuyEtkjSaJVbTH+8i8dZniEC89dMvXB4Tmpz71Ke8hYygH0NTUZMoAgIfe/+yzz6ayU2mrEhUxIrZHH33UGw8Yn3baaeJ7hpSBbx3wvCAz+uyzz6ZYzfrhZjsSIAESIAESIIFMBChW0zH5Dqoqfa1luzvkoRF8ETlYrOOJbFErMzWSsVpTYtXJPo1krLZksmYSq4o4FKwoIVCQoWFmrZuxWoFY9R4qFiuQKVbTPwGlLShWy6HGe9qUgEq7aUEtkb+/+ZJXhEKQ/njYNzPJJRVlc5+eLy++scabufrVPp+UHl27yX989qRcgu++px+QGQ/fEErbbx82KhRneO/6x+80c0Csxx4YzepSqGj3nwt+ZuYJsXvf+OtDeQqB+KM//EJ+8fc/yg8/e6r8+6Ffj4hX7UPLHaAdrrS2YKvS+sKDR8jEL4w1/WK8a/93jkxfOk/O/uQX5bwvn+0dT+eGPrAWn+s9wIz7wltrjPCOE9OI084eRsbxmxveCWP5+RFnpopHjP3130wTrNnRAwbL4lVPmjW9cdi35ZTDTvA+qzZHNEiam80AbfXZwO8fe3mFWSfM+dqvXZQoc91Avn3XJWYdHzv9F5nF7KyH58hPHr89fDb0hwngjB8E6FqXWxM4j1jFWMgsvOCCC4yI69GjR8m2entrOLJFsc0dW+8PPvhggfyDFJw9e3YkizVOrPpqrCIG1BzFNWPGjFDeIWPziCOOCIWjxmFnctrr4TsICkLPHdOtIRtXYxV924dl6VhxpQD0fUjhwYMHmzllEavKVFn6mPrEqmbu6sFRvlIJmgmr90NWuyUEELfLTpmgjivi2WGHHUJJi/ZuPPoM4ZnA5ZZm8IlVxH/kkUeaQ8mYser9EscXSYAESIAESIAEyiRAsZoBXMkBT5Z07BvNcvSKUrNlPSgREGznH7Q4qB8qUwrb9Iu1R83W+biMVSdDNH17elzGqlUKwM7MjBOOnnmNk9KM1dylAMKM22GywMqgtedVScZqYct/S0kFrMesAUFZhKY56RmrO7EUQIZPg2lCsZqVFNu1OwFIpXMe/mVsHB9e/L+5YnSlnn1zlpICcYNpnOjDFYp4D+IvLQMWWbpa+gDS7ycnTguHg+jb4+cnStp8Mb/P3Xi2uS+trfaJtq6QVNH7xDl3eLNjNTDfvBEDBPbUY8+PXRtfnCodfQztjiDJe80YbgT0onNuD9/C/Vlq7SqfLHJzq0u/YPq322L8S+67wghSyNWF42/wimd38jZvd33THmJ9NlzpfNvjd8vpC35ibv/11y6JFfdJ/ecVq9qX1rvEdnH3ECh3PGSMrl692gg3O0M0bd58P56AMu3Xr58pg9DeF8QnMlzzrLE+QxDKvEiABEiABEiABEigvQi0t1jdtGmTfPDBB/LRRx8Jfo//N27caH7F1blzZ9liiy3Mr/i/S5cusvXWW5vft+UVORApGFgPqUIM3sOSirVOzRlKwUFJU5qCA5/G4sAo+yCn0TJlSrMsgGh1xF+klEDuw6uGy4oJnhqoVj/hlvyEUgD2Nv3RU6ZIczCFKTNRUsCqvRpMr6WdfXiVXbIgWlLAPqRKD5kaFPTfNHVFTH1aZz4JpQD08Cvv4VVWRrCdaVuIn4dX5fk8UazmocW27Uqgo4lVzYYEdFeiQfKlydI8YhVjqMx0JaUeHpaWBZkklJMeHF+c2leadNR7kUV6z/jrwmHwultGwReDT5bGxRrXVuWub53i+rIzT9Fm1Tl3ZRKyaBsnVu33XB5ZP7jlitWs/bMdCZAACZAACZAACZAACdQygfYQqx9//LGRqRs2bJAPP/ywLDwqWCFZt9xyy7L64E0kQALlEaBYLY8b72oHAh1NrA7a4xBZ9srzJhsSl52F2BpiFTVKv3JHIbNUszI1szKL+POJ1XLihKg89rpvmK3taZmkKBOx/y//w8SM7FYwQ93TrLVGqyFWMbbKzrQMW/3YDP35KJk67FyZ+JvLzLZ+lGpIE9d6b5JYtT8jaeLd9xGmWG2HL2wckgRIgARIgARIgARIoGYItKVYRVbq22+/bYRq3NWpUyfvW5s3b469Z6uttjK7yCBbeZEACbQ+AYrV1mfMEapEoCOK1VODGqFjbv6WqTmKrea/GXO1OdCpHGGZZRkg/CA0UWcV2/fBHHLXLkUQ10/c+qQJPjtjFYLx+qcKNTOzbqs//rrx3kPNsmyHbw+xCoENobps8u9kxu+vke/9+RaztmmlFihWszzBbEMCJEACJEACJEACJEAC5RNoC7GKDNV33nlH3n///UigtkTV30OgakkAbYxSAD7h6srWbbbZRrp168YM1vIfB95JApkIUKxmwsRGbUUA9TwfXPG/0vzmGnPIky3XyhWryID8cXDgE06MtwVhrddYRfYlToxHVubXbjo3PCQJTKpdY1XX167TuW7yfJM5iszKIQMOT30E3IxV3SKfR6w+e+b/hBmoSYdPucFAVi5f+3x4cBXeh6yEvEy6qi1Ws2SeouQCLtSAfSmol4uDt3BlEcFolyVj1S3nkLp4xQYdLWMVh0W99dZb5qAoXiRAAiRAAiRQHwSK9QhH49CUA/KHHJ5CjVuLNfRwZkwDXoU6j0ENxOCAHHMuTlUv50CcoO/S8UrbVDOE1p1fjkiLz1RYozLHrbXYtLXF6nvvvWe+/7Qvn1CFTH3ppZfM/7gHMnZz8F/nToW6qrvssov827/9myA71RaqvkxWZK9ut912tYibMZFAQxCgWG2IZWyMSWDb+a+e+LX8Kzjh3HcYUDli1ZaSoIRapdgq/undD5J6EauI287qRP1MZLDmEZZpbfUJsuuFYls7Tpu3D4VKetLiDq8C66TLrbGq/WQ5DArxLgqk6rEHHhUOYZcHSJt3NcSqzSytdIGWVgBbvcAYWcJZZWiWGquacZz3K0NHEqs48Omggw6SK664QsaPH58XFduTAAmQAAmQQDsRqESs2ofEIPzRweHb35Uy9Gw7zT3fsK0qHouH3jTh9PIiwJLxPG3yzSC5davOL0+gFKuZaEGUvvnmm5Ft/ypU9Ve0WbdunaxZs0bwvSpKBSRdEKwHHHCA4ABTFarur3p/165dpUePHm1+yFUmOGxEAnVOgGK1zhew3sOHaJoXZKne8vTvQrk0pOnTcujuB8vQIEuy29bdwinmFavo+6y7LpY3Pnjb9K2X1sFsbbHq294NKaaZqElr52uHbF7NbsS9adIw7+FVGs+U4JT76UvnmT+6h2YlxRx3eBXm8r1h55gSBr7LjdOusZpWs1TXcPaYn4Zdq7xME5W2gE0Toug8TsIqr7SDttAHGN2/4pHIQVv2umaJI06saj95ygq469GRxOpVV11lvmHFr7xIgARIgARIoH4IVEGslpvtWj+QWj/SLNI0S5vWj7T1R6BYTWWMA6kgVTdu3GjaukIVf4YQXbx4sbz66qup/bkNevbsKb379JYBew8I3/IJVpQQQFvWXs2NmDeQQCIBilU+IO1CAPLr2v+dYwQehNSXBnxBPhNkNvbt0Sc2nnLEavdAzOpBSBhHM2GHN33GbMWe+dBs+dWqJSVjQuhNGjLOZLbmvVTs4T7IvVMPPMZ0AaHmljfw9a1C+MA+e8t/fvnsiFy2pWeSWIWcvOXxu+Wch39phvj9yVdk2s6PtrZwzHJolc5B64Uio/aSYZPk7SAGbM//yeO3x27Jd+NUsWgfpJUkd1XKos2IYtbqj4KyD1jnpDljXIjI0xf8xISPsgPIerVFvr029pqi7YA+e5lt/Hc/db95fvBsTQtq0sbdr1zPvPMiwQ8OUL9WL7tvPHczT7o0sR+tKYus1JEHDjecFwblM/BZwvP2y5Mui5XYac9yJWIV3wjusMMOst9++yUOg+338+fPN23w0/WjjjrKFNePu5L6hRhdvXp1ya3777+/t0/0lXTpfdpv0ny0L71n/fr18uyzz4pvbLz3wAMPhLEOHz48kZPLCKUKPvGJT6QtX+z7Ght4+/rRkghuB74SCeWwQb/gZY+fVIbBZZnEFlzBHRfYI2Z9nuKeD3ueGlMcg7RnWsdw1z3tWUMMiNWdm8vJXZM4FtV+Zsp+2HgjCZBAGxAoFastmYsTZMXwcXKrRjFoisyfOULMLvhICYBCA3vr9jNXDpRx4Y3R99C2MEaTzJ4/QGYF++vxN+qgKfNlworhMq4Z4wySxZOGy1TzV61VYiAyrj9DNm3slvGtv8czyGE3ozMTpyK7Qlv/eCXvFTmLVXpg0GLnfk8buzyBP/s0mmEM3jOtm+IyVlN5hiJ0vgyYpWtmnghPBnOhnIGNoqRdjFh1ObnxG9Tuc2k/s23wafINUe1SAKiligOq9PJJVQjXxx57TF577bWKZt23b18ZOHBgKG59chWv4fsblgaoCDVvJoEIAYpVPhBtTkC350NunheIwySZageXV6ziXpWEEFZH7TPYiDRk9OEkdki81hCrGBfC76bH75L5zX8xY+GCfDtr8NhU6QVB+ezaFeaeEw46OrLNHa/h/fuWP5S4RR/SENLPvpKyRt2HAAK3e9fumU+qB+cfLvh57LNkZ5TajZLiRAwvvrHGNI+LXQX9HX9/KOQMsfutI8YlimRfvEl87DWx49+/zwA5cp/DMwl4ZJrqZa+r/TreR5+Tv3KWl6WPFxru3rOvyfK2SyKU88EuV6xCbp166qlmyBdeeMErNSGExo0bJ4sWLZKDDz7YbEVaunSpuefyyy+Xk046qSTktH6RbXrZZZd5pzp06FCZPXt2JJYdd9wxEct9991nZJfdr28+dlx6D4TYscceK/pnHejOO++UCy64wPwR80a2Aubti8/HaNWqVYbppEmT5Ac/+EE5y2rumzlzphn/wQcfLOnjhBNOMOviu9xxy2GDfsH+oosuku985ztmGB3zlltuMXLdvlyWPrYQiaeffrphA5a49HmaN2+eEddJz4eOpzElMcCzevPNN3tr8X7pS18y47qc0p41jP/6668b4Ww/N+gPl2+d8LqupT6XrfXMlPWg8SYSIIE2IhAnVmN+eKgCMlasuuUBWqZhizCVeIMGLQ6+dqFNQZ42zQmEbPPoQMndKrdGQggk3eygNrxta81tluyVPGN75pciV/1iNYVTEGKJOFUkxfHaRKwWs13daH1r0lJDNhtPn2QPVz3j+kTkaolY9cnY4gj2mnmeSdOqneVqNcUqMlXx971ekKq2WNXf4+/1p556quKvIVtuuaV88YtfNNIUAlX/R8duHVZ8r4LyALxIgAQqJ0CxWjlD9pCTgJ48j8N6cOGwqicDkYjt+nZ2om4J1xqfkGhr1r8cO5ovuxRyDtLt2q9dZE5i//Gwb8r1j98pPbp2kx+OuED+EghQZB7iWvbK87J9kOG62/Z9ZNcgczYtgzbntNmcBGqeQLliFbIMwvChhx7ySlLIn+OPP97Mf86cOWHWJF6HKMJrjzzySEkWZ1q/Ks7sb1gxBsQnhBl+Gn/PPfeEctWVe3ELov1CqPmkL+KaO3eumXOSWIVUnThxYkkdV8i00047TYYMGSI33HBDGAakWnNzc4nEu+666+T8888vW64ic+GII44wnPFNu5u1CqmI6+677w5jwdrccccdMn36dBk5cmRYMqEcNug0TqyC8ZNPPhkR4FnEKmKGdF64cGF4r0pGiM6VK1eWLK9vntoo7j1kpI4dO9asi9un1unF+w8//LAsWVK6+wH9x0l333v6zPjWCe11LbWERWs9MzX/xYoBkkCHJpAkVu2MQ5VsntcsuRVKwoik1HtbMk/Ddo70CrMjrddt8diSFVsaj39slXIad/HPYgtZJDoiwza5Rmy8WE3ilHG8MmusxmWZxsXaIlKL/Eo4txzOlXUtW8SqfXiZci/NNnYzTQvsS9uFa63C1PustNznW8NaqBtbLbGKLFRs61eh6QpVu67qb3/727BMQKVf3g477DDZbbfdImLVl7nauXNn8/0ZZCwvEiCByghQrFbGj3eXQWDfGceE2YW4HRmGow48WtYHW5oXr3pSNLsRJ9TjwrbruU/PD4UnsvKQcYjrmkfmyE9OnGYyRPtu3zuS/WpvE0cNV2zBxtbpz914tslWtUWsbrFPq+lZxnRr/hZkAoP7Yy+vkN+MuTo1o7bmJ9QKAWrGKhg9cc4diVv1W2H4NuuyHLEKmbXnnnvKtddeawQShJCbbadi0CeLcP8hhxwiY8aMiWRkZuk3TqwCGDIaBw8eHMmSzCtWIcwgT235ib779+9vZCNEZZJY1Xa+Oq4au2YeqlDzCWaMqe3jhFvcQ6LZtbjvuOOOM9mRbuZrknDUtXOzefOwQWw+sQox+sYbb5QI5ixiNW4tce+MGTNk2rRpJaK+HLGK2JWhm40Mjnjt3nvvNQeh+bJvcX8esRr3efDF0VrPTJt9weFAJEACZRKIF6vuqeyl4sq915WYVkhFOaZSTaWdfwxb0AV9aLalk1EalWZ+gWkiiEhLO/sx32FbcbIymVPG8VpVrCawsZbIy3Oxh5GzlipWs5YW0CGjmbrxYjVeeheev+ZiSYOWkgXO81PmJ6Nat1VDrOIQKvzg/+OPPzZh+aSqZq+iHZITqnXh+0/sUkIMdtZqXM3VnXbaiQdaVQs+++mwBChWO+zSt9/EITyXNC8tyQrVbc7YkuCML74AACAASURBVH3evMvNyfdaF9WOFvITdS2xpf+TPXY17XR7v9YdRbbroT8/2bzf1KOvvPn+20bYIlt2zx36mq3l3YKsVZQhUKkKwXv0gMEmrqxbqrVWJ6TwqYedUHfCTQ88qrQ2Z/s9Ta0/spagwPNxzYmXZi5d0fqRVX+EcsQqxBuyGpHNpzLTlYPIqkNmop0RmRZ9ln6TxCr6P+OMM0xWo4revGIVogwlDuxyADpHfS9OrMbJuLh5J0k/3KOi2d5On8ZQGeBXyGGbqX1v2tj4Bl3FtzLPwwZj+cQqXj/66KNNNq4tJbOIVWRu4oLUzFp/tlyxGicwweXCCy+U8ePHm2dNObvrkkes4l5kRPsyYN3X09at3Gcmy3PFNiRAAu1JIKnG6kxJrtsZI1abZssSPdo+nFpUgiXX83RkXlE6BrUCEmqCxm9b1xBC8efdMp4u4+JrrKZwyjJeW4hV77q0PHtesZphLVWsuoLZ97pbr9V+8t0M1cKfE8oA6M0q3GPKHZTE1cYft2qIVfwd/O6775rIfdv/8RoyRnHhe9W4XS/lTH333XcXZK2qVIVgxaWiFb+3ywKgbEDSeQflxMB7SKCjEaBY7WgrXqPzRQYqZOobH7xtSgLg+uFnT5Xrn7pPPtd7QChS9fc4uAeH9aAN6o323Lq7HL7Hp8PalHpy+rNn/o/8cfmjRnrqYUWumMWBUlOO+IZ8Zo+D5C+rCrVtTgna40L5gXlBvVJcE44Ya36FGNbyAf+54GeCWrGopYo+9L4axRwJS2vdnvzJISWHZNVD/G0Rox6ilXSAVlvE0VZjlCNWIU2RradZmRBeblZkVqFpzzNLv2li1X0fcaAe5+GHH16CFIcYaZ1X+z7Is2uuuSasA4osxRdffFHOPPPMSG1MV56lxeYGkIVRmkhz+7SzfjE33bruZlam9Wu/Xw4bxBUnViHb0T+27yNbA5I0i1iF4B4xYoTJKEZWBrKTUR/XrddqM0kTq+jr0ksvjWDEwVj4wUFTU1MkE9vOBEbMKl99NXnzilVb3ut8dC2vuOIKI3J9TH1fJ9LWtq2+tnAcEiCBahLogGLV4PMLuyQJV7ZYzTJeBxCrkQxVT6mHisVq8WPhk7feg66q+TFK6KtSsYosVZQAwBWXqapSFb8+//zzpixStS58zwKxqiLVl7nq1lvdZZddWBKgWgvAfjokAYrVDrnstTNpZHz+ODjFHZIUWaeohfqVO843maqou4rsUlw9tuluTnqHSMXBToP2OMScNt87EKrY4o86qrpFW0+nR1s9BAgy9N/vuND0hcOkVMxiTGx/x/W1m841EveFt9bIfeOvl1uCUgQYQ8UpxsKl4lcpIpPxwD57152chFh96a2XEw95qp0npX0iAaO3N7yb6XCq9omwuqPmFasqgOwt0hBvv/jFLyL1KLNIQ3smWftNk5c+sYqyBXvssUcJuAMOOCDcIm/fp4ct2eIYGZaQafahQ7UoVjVD1a5hCtGG2rN2eYM0+RYnVrOyAewksQrhi3qzEKQQrVnEKvrUOrD3339/ePhWXF1ctE8Tq74DvNAfyj5AqNvZHMhQfeutt8IsbN3Crxms9gOWV6ziXreWqq/2apbPVdraVvcrCHsjARJoGwKtIFYzbB+vfsZqUZSmZGXGMtWs0oQDrCoTq87I7nhlitW4bNFo3dK2KQWQlrFqYmqO1rYFFRWhfrFafN9zX6bPh2axtuMBVpWKVZQ5+uCDD8x0NVvV/tWWqvj9in+skCf/Wj2x+slPftIkPUCeJslVxKeCFYdY9erVK9MShY2wVnOaZGZJtnu+bvK3xtfAWTIgODzPztDP1E/wOZ7UPDaSSZ/pPjYigRQCFKt8RNqNAGqoTn34ekHGJMQqsgIHNh1saqBqVimkJbby41AptLlx2LfNPbiwzR9Zqv8KRCgkLA650gxDbG2HHO0W3KeiFfegX1w4RV0zXicOPl3G3PwtMw76mXzEGeaAK5QYwHi3P32/KREAyQrxetQ+g+X0BT+JHLTlQsT28ftXPGL60EtLDWjma9wJ73pivO8k+pknXZpYbuDbd11iyh7o5TthHpIZNWsfav5rRBIjPvD890O/XrLd3T25/j8+e5JXyLrtdC4uHwjLHy74eeKzh9h9seAmLcHwwPJHTDazXhDlEOFjDjuxRIb6eOI+lIXYu/deJbG4c9EGKCmRtnZo65ujbyysGX5osOqcu2LLDMSNZweNZ3riF8ZWVKogr1iFWEOdUT2VHfHoqfeouaoZoPZW8ixfcLL2myZWIcNuuummUPJmEVGIz+4XmYlnnXVWpNQBshKRyZgkVrU2qS+D0ccgCyNk8UIKuzVf45hCzuGbewhLvbDdTE+e1S30afLNHrccNhg7Sazifc0ARUbm/vvvn8g2br7o40c/+pHJfvXVqk0Tq+hXy1XooVUQq7ODY61tqaqZv66kx7g9e/Ys2c5Xjlh1nx/f2rfGM5Pl88k2JEAC7U2gmmIV5UwnyfCpwdnzmQ6vajkoSSl462lmKgXQMra/1ufiICRsLS89tMmMHTOGvTrlidWM43nGL5HPvhg9QrglM7T0sDCbjXtoVOzhXClrmbUUQMkhVQZ78XkJfh8nVsPDsVzpHan1KjJv0nCZWiL1S5/vtv7EVSJWP/zwQ1NbFZddAsCWqVoGwLzWSeSF/+8Fefzxx6s2TXz/t9dee0VKAahktcsCYEA7cxW1Vrt06ZIxDsj/OdI087tyQMY7aqXZM1dOkuaxZUjZWpkA46hJAhSrNbksjR0UpNgl911hts//6uTppt4qpCUyTte8tVb2/+V/mIzVswYXtt7b0gv3rnhlpTmo6p0N75j3sF0fF+qlQlJpvzicSuun4n1IVUhRFbPIXIWAxaVZqBBzyEz95UmXGfHn1nLV8gQ/HvbN2Dqsx1833ghViMpvHHaSqdm6MChHgLIGuJZN/p35FXFjLsjQ1Qsid8iAw81cIOZQxuCch38ZeT+u3IDWS9XGENVf3OfwCD9bMiNr98gBX5DugXzW+MAEDNz5Qcbe9PhdRgDi0kxfV0ii3cyHZhtuvz/5ChmwS3+v6NN1/M5vfhiyRzy7bd/HHKSlshTrA2FuX1rCQNdv4mEnmwPOUJ7h7qfuD+9Ff1OPbWHr8kTfV33teyZGCHj3cueMZ1KFLdYOEh+C3bd2eE3nOG3BzFDSo3avPRb62ePnJ5ou7AxrNxZ3PPD/9mGjTDMczKbPr49XycQSXsgrVrU4vru1HlvNDzzwwFAAurVO3RB0e70Kw6z9polVV0aVI1Z1CzbmBEGGMgCIMy2r0red2563irvzzjvPbF9PY+TbCp60tjo+Dplya5BedtllYm8pTxKO7rg286xsEGeaWEUbMEA5gMsvv1wmTpwYezAYsjdvu+02b83epLqiecQq4tEsVM2kVd4qPVHv1l1T/KDBlbrliFW7jANKHPgOx6r2M5PnawXbkgAJtCeB6orVIL/QHCh0q29KlhirfsYqBkwY27P1vDTE5Dqr5YnVqDyMjmmNZ9cHLcYamKZAUlvy2dNmJ++cB8no0SK3BoswJczCi2GTuCbZ1jKrWA0FaczjHitWY8o2FLqx6vF6a9kWWxmp3j6fs0rEKqQq5CouN1sVItWWqvr+mjVrwp031ZgxdgHttttukcOrIFTd7FWMpXVY8futttrKfL+W6bIzP7GOC4KVDR7gW/F8jm2WScEHIfhxTcJ662cJz6y5OXj+g2djtsi4BQNkSvPUQLrj9tkyf8Cswg9/wmfHzli1n/noDyamrmgyHyoThy352y3TNhNZNqpTAhSrdbpw9Rq21lJF/Ded9lNZFMipr/9mWmL2Z7lzhUS0a7Q+dvovjETDmJ8JpOua9S8bGQfxCbk7IpBeeM0n2hD3zU/cLTikat9d9grrrbqxqdyE+HJPj9esQ2Q82hcO1FIxpodv6fuQe8jg1StJnGldWW27bvL8iMTTQ5jwPgSuK2htYYk2qE9ri1PNBtb+IY6xhq6UxDiQo+48fetox4z1gQzHZTOxX4dgPPK6M0w5h7jxNQMU/biy0uYJ0Z4Wo83MV2dVJXocU7y+74xjTBbtT06cVoLA7t/3zLg3bHXpF8xLdux6UBuY4ErKfE37LOURq76tydq/+57+2T1VHe1VXmG7NaRdnn6TxKpmQNqZs+WIVcQIgYXMRRwoBOGHGpdpYhX3IWMAGaa+Q7s09qeeeipSV9SO114vZPHOnTvX1ODKcsBA3AFI6DPPIUiQ3jNnzhSN02WehQ3GzCJW9VlAe2Q+px0M5mOVJKDzilXEYWfSam1Td5u+vU6+98oRq7pO4I76sWDhHmyh/VbrmUn7+sD3SYAEaoVAtcUq5lVav9TdJt46YtU/djR7tsA9eiI9XnEOzPIsT7liNet47qn2gxY7YjXoyG1jti5HDm0qyCDfvSXi2ckA9a9J+lpmFqs+7rY403iKgtR9Zkpqp/q295fI1fRDyVr7k1iuWP3oo4/ktddeM+HFlQDA61tssUX4PmQrvneZN29e1aaFH9gj+9QVqWllARBA1qxVrO2CYUX5bdZQZPaSQvaq/R6e0akyJdh6vya6fd/I2GHBoXlifrAT3FwQ6aav5uIPGKIH6KHfWQNwIJ72NUVkKn6SodmnQftJzTJ25gikQwcytqkYk1s6oCBzhxXjrRp4dtShCVCsdujlb/vJq0iDLFux9nmT8Wdv20+KCBIKma0qkOy2kGw/GnFBmMGqmaCQVW57tO3RtZup24pt8/ZWcu0T4mrSkOCLvHVBuB573TfCg7KODLJBVQRqM5V6PmkHcTn36QVh3Ve9x5aLcWIVjFS+/vprl5Rky6owtOdr92VnRmL+94y/zovaFn3uHHxjIIvTFYbVEKs2E1vw2tLUFq72ZCAae80YHr5ki8a8YhXlKjQr1SdW7SxhH1d9Py5WWyAjYN/a2nPziVW8b/NyhXqeT3kesQpJBfn14IMPlgzhyxrUA4qQjYhv+CAHIYYuvvhiaW5uDg8uytOvSj5IJ/uCDEMJAJW1+h7kHjI4tUSBGzgOsEJ2pysPIXuR4Wlvoc8iVrUN4pg8ebLst99+5ptnZDwia3TSpElhXVfEoiUQkAkJiQdGyGz9/ve/b6SqK9AQJ7IZ8b99qaAcM2ZMpH9to7JQxaUytw9uQh9ohwxMe9xy2GDcLGIV7TQ2/D5OrOI9ZCPjubGfJ2Tpgile9wnocsQqxtJMWmTTrl692pQpcA8AU7ZafsIev1yxqixQcuDUU081z4d75X1m8nw9YFsSIAESIAES6IgEyhWrb7/9trzzzjsGmS9bFRJVs1btzFUIT3xfUa3ri1/8YiRjddPmTbJ5U6Heqn2Qlf17Hbtbt27SvXvhXJH4C/LeEpqQobMGyPxAaBZ+bqDlIlxJ7kh/I+YhVq16qZG+ouOUStoJsmK4m21v/aBixYSgf9haJ96SP1eLPPvpyAQoVjvy6rfD3FUM2aLQzYyMC8tXt1Tbor9DgpqcqJHqHi6VNE07DrsdJJldH1Xfg7jUC8LWFWZxGZhJMWQRqxBuyOzF5ctateuBqii2xWqaINT4XClpSzqVktjib5cvcIVjpWIVAhrlIHC5mZkqTLEOWlLBx9YWsHZ8ecWq3d4nVjE2MlJV3rvPMuLQ+r9unJoBjOxhlbdpW/njxKrGkHZ/2kc+q1jVGpP2dnK3b8iop59+Osyyg6iDlEP2o32hPuu0adOMdMzbr0o+d2xs3R4d7KnTDEN9P217E4QmRJUrD1UUo18VyVnEKsZFO8g+SFm9kP169tlne0WZHjgFaa0XxBpErHvifVwGrmb9+uqMhl/L+vcPxTOEo+/gJgjhUaNGRcYthw3GzCpW0RbPDkRykljFmkBiQvzGPU/uc1GuWLVLAiADGbGtXLnS+3HSEgy2jC5XrGIAZMC6NXHdgfM8M2lfA/g+CZAACZAACXR0AuWKVWSrImsV0hSXT6Ka1zp3ks6dWsoCoHzA735XKBVXjWvnnXeWYcOGmTjsLFVfOQAtBaC1VrfcckvB/clXsljVe0PBajKVm2SOm5kaZqxWIlb9madmbIrVajxO7CMjAYrVjKDYrDoEVAyhN18tz6RRkP034+EbvOJUBSmE6LeOGCfLg2xYrU0KKblP7/5y3rzLQ1mq7ePEKl7fc4e+gsOXUCoAF8oF2AdSQfq5h0nZGZ+4R/sZtMchsk9QBxT1U90ri1iFJLWzG+3MRs1GhfD8nz/fGWbg2mLVFo1o54tD44rbhq+SEf2687TjKVesoiZq967dw1q0qCF66mEnhKUG8khROz671mqePsAji1h169ZqXVddl7gsVKxJ85trTPZwHHP3WfGJVa0jHFf3Ns8nN6tYzdOnry1EEy7NEK20v3q4H9IY2Y643AxTX/wQdDh1PokROOJ/XyZjPTCpRoyQnjhIrKM9T+U+M9Vgzj5IgARIgARIoJEJlCNWN27cKK+88orBYmerunVVfXVWscvlmWeeqSpS/DAeglQPrdosQcbqxtI6qypeMbjK1V122cWUK0i6SkoBWBmrkfdQ9gLJreGu/UJWqykTIZVmrKLT4UFJApQHCHo1JTZWyIQgDbZvolhlKYCqPmzsrPC5Dz5Am8mCBNqKgJ7MXs4J5pBc9mFHdsyaSfq53gMEJ9ZDrKLOJ7b749JDl/B7tJ1yxDfMIVa+sgJo49vinoWRW+/SvcdXFzSrWLWzTu1MToi1h5r/ag55iusrTyZtXFtbrGJe9sFgttQrV6xqiQbNuNUDmiYcUTjELI8UjStpkKcPd8y4jFW7zIJdJ1VLV7i1dtGvK13teJOePVusQtZraQyf5M/yvLpt2kqslhMb7yklAKGK/93DqciKBEiABEiABEiABEigPALliNV3333XlHtSqYqR7a3/Sb9HPfWlS5eWF2zMXajPjh1PmqXqKwdgZ7OiG9VCO+ywg2y77bbJ8YQ1UoOt9k4pgGht4JZyAHbN3dGBaW0OzqyaYjJZy81YRW3V+MOrYjNW7dirSp2ddWQCFKsdefXrcO7Y8ozLJ0RtufrYyytK2qhQtbdd+8oGQPD9/c2XBJIW8krFXlZckKvIrv3zi0u9pQncA5WyilVX2qIMQd/te5tT5TUrMotYTavjmVWsIp4xN38rzAJWqXhLUJe0ksOrIB1H3/zNMDNZM2zzSFFbVNq88/SB9c6SsYp2NjM9GAxZqEOaPi2awWo/P650teUs2sUdQGWL1e8NO0e+dtO5sWUIsj6vdjuK1XKotd89+AY+y0FW7RchRyYBEiABEiABEiCB+iJQjljFLqP33nsvubZqsQSAm7W6bNky+fOf/1xVSEOGDDEHqIYZq0EuXShZrVqrdp1VFauQqpCryRfKAcyRppmFA6vq6XrmyqAe/1g98KqeImestUyAYrWWV4exlRDQmpU+IQqx13vr7vLyB2+HsgmS9BuHnSQvBbLulqd/l6n+qlsmIG3rfNoyQUBe+8iN8r0/F4qSu4dCZRWruNfNxETmr2ar4v24vuzs0rjMS52HXTPULifgZqyiPYTgkdedEeF9+B6flmeDWrezx/w0DU0kXrterW8rvy0502qs2ver6EQwrSVWtV4qxsDzM3XYuaYObVz9YPfQKhdU3Bq5pQDisphTwcc0oFgtlxzvIwESIAESIAESIAESaAQC5YjVdevWyYYNG0rKAKhExdZ6+8Aq/T1+XbVqlfzxj3+sKrpjjjkmUgrAra8aV28VQXTt2lV69eqVHk89Zn7WY8zpK8EWNUCAYrUGFoEhZCMAiferJ34t9y1/KFGQasbp8KbPyJjDTgw7X7j8UXl01V/ljUC8xh1wpVmvELQ4DAslBCDKjt1niBy6x0GJtUkxEDJVcR174FElk1KZVolY9ZUasDNQ48Rq2un1GmzcwVF43ydW8bp9j/bjzjFuheOyY+NqpCYdFGWPcfx148NMWjv7M02s4hnD1bdYV9cWpmlC2paleGZ6Bs8Q6qe6l/aJddP6vWizIihfodnUceLYV2PVnqstkbN9qqKtKFbLocZ7SIAESIAESIAESIAEGoVAOWLVPrhKywHo9n9fGQA7axUHlt5zzz1Vw4e+cYhrly5dwixVzVxFSQC31iokKy49yAr37bQTKqHyIgESyEqAYjUrKbZrNwIQdz9c8PPwUCYEAvEUVx9VA9WDo/TPL7y1JjVj1T3MSrNgbRGLGpjHHTjcK1khBHH5ygeoFHPlV5aMVVsO2tLRrumJceP68pUR+PTuB5WsqZ3ZameQomGcWMV7trjFnysVq3Yc7sFYeihZXC1SW/S6bdLEKsbdbfs+4frZrNPEatKBXjZozbpGTVz3ijugTNv5xKqbybtw/A2hGM77oaVYzUuM7UmABEiABEiABEiABBqJQDliFQdXQVC6B1fZcjUuYxWvY0wI1mpc++yzjxx++OEmnrRSADh0S4Wq/orsWhxgxYsESCA7AYrV7KzYsh0I2BmDkHUnHHS02daPQ3twpcnVPCFDquLac4e+5lccfHXel882kgqZjCteWSlPrHoqzJhF+8lHnBHJToU0m9/8F/nVydPFFpf2ye3uYUYqyzDmusnzpdvW3cKwdf625LTrcbqyz85edLeh2ywhZN0Y7W3lbh1YBKTi0I1Rg407MCppDXwZq3YcyD62sz7duq7u/MHmrLsuNtmqvoPC4sQq7luz/mVzONpVX/teuHZxtVp9c0JsvWYMN2+5wlvb69r5+KINDnfTkhG+udv9L5v8uzAMW0S79+X5DFCs5qHFtiRAAiRAAiRAAiRAAo1GoByxumbNmsT6qnZJAP29ndn6zjvvyNNPPy0rVqwQyM5yLvR34IEHygEHHCBbbbWVEau4fLVVVajaJQFUrKKfPn36lBMC7yGBDkuAYrXDLn19TFzF24UHj4gcAgSRhNqicVv6y5mdfbJ92v3Iipz79AK5/qn75JM9dpUfjbhA9u69l9iCSzNmNVMWf/7lSZeZdriQ5Xn943eGW9bxmi1rIdnQP+SxliOY/JWzzL0Y546/PyQqaRHPefMuL+kLJQz0HtwHsQh5qNwg4Xp07SYaox7wdcphJ0QQYB30QDCfUNbGOn+08WVk2p3aotfHG/Jx4uDTI6IZ7SAwLwnmjzINuBAzDhrD9atVS8yveF7+M5DitqTG67Z4jltjldj2nLVtWiauzt99XnW9/3PBz8x6IuZvHHRsZG2w3m6ZC6wPnq3lL6+UGQ/fEHnetX4wyk64GclZ+Pvmn0esXnddoczB+PHjvSiT3v/nP/8pd9xxR9wSyMknn2xOul+8eLH5Hyff49L7Bg0aJPjfve68807z0kknnRR5C4c8IR4c9OSLt9x+ERvGRG0sXEcffbSJ3T5QSvvWOaXNHf3ofHX+PlBxDNAWMd1///2CgxRw+MDnP//5krhi4Wd8A0yxhhgHFw5IQEwu+6uuusq87q5X2prYYTz33HMyf/582X///eWoo0rLrGC+q1ev9kber1+/kpgyTpHNSIAESIAESIAEOiCBcsTq2rWFcmKxZQCsg6vsMgB2hivuR0mA119/vSzqe++9t+DQKjcDVTNXIVNRCmDzJv9BVhSrZWHnTSRQ+OwHH6DNZEECtUpAxSpE0akHHiMDmw6WtwOxhsxRZPbhdfuwqnLmoX38ZszVofTM2g+E1i2P3y3Ynq5b1iE5/xLEtz54T699+uxVUjpAsyTdsfpu39tkyaKftze8G77dvet2YXy49y+BJNVarogDGbXuZd9jvwepuTyo6Wlfvhj1fQhZ+9IYfZy0b185BLt93PzRxlemwB0L92Msm/P2QbbvkAGHx26Fd+fhi3/ALv2NkI1rmxSbzkn7SJqvuzbueuu96AvPPDJq454VvO7en4Wh218esfrAAw/IqaeeKldccUWJrITEPP/88+WWW27xijAIw2OPPVYOPvhg6dGjR8m8pk2bJvvtt59Ayl122WXhN5h6H+558sknIwITnZxwQuEHAnfffXekT4i3Cy64wGyxeuqpp4y0ta9y+oX8nDNnjowcOVI+9alPCUThTTfdZLqdN2+eiR+X9n3fffcZuZg2dzt+nf/QoUMj8WIeS5cuNWPfcMMN4XuI4fjjjzfvjR071swzLi7fs5/1NchhfOPes2dPs44QyXgNPDAu4tZrxx13lIsuuiiUxfp62prYsYD13LlzzXhLlhR+eGJfWHfMGc+TeyFr4wc/+EHWqbEdCZAACZAACZBABydQjli1SwHY4jSsr+qIVTdrFYIVF76/jvthcdqy4PtM/BA6TqxCsG7cFGTDBvZHM1aNbLUyW3EvSwGkkeb7JFBKgGKVT0VNE4AsOvPOixIzU3ULf97sVXvr/w+DrEA9sKgcIBBqP/rDL+RLA77gPbiqnD55Dwm0NYE8YhWxnXHGGfLQQw+Z/1VWqnSDeLOlnz0XVzbGzTNOrKK9KxXxWpxYxevIqHz44YeNDNaMUB1X48naL0QdJKotUHEvJOaRRx5pskQffPBB032cWFXRmrTG7vzttj55rYLRFxeEa3Nzs1dI533OVHS6chuydOLEiRGhHidW09ZEYwLTQw45RM4++2wj2X3c4tY977zYngRIgARIgARIgATKEavIMv3oo49MxmqSWIW09ElVFav4XhXlAMq5jjjiCBkwoLCLz66tGh5cFQhUu+6qXSLAbo8yAvj+jRcJkEB2AhSr2VmxZTsSQPbgkualJoJ/rV9rshT33aWwpR6ZlgtX/K8pDYCT2PVCnU37wtbpv7/5kvQutkHbbxx2UlVFKOL0ZSu2IzoOTQKZCeQVqyq9kCmoWaIq93wZpRpIpWIVUhUZjG5GrE+wQfQedNBBRshhXNzjZj1qPFn6xZz33HNPbxYm5odMg1mzZsns2bNNJmdriVWMZUvLNKbKwZc9mvkBKTYEZ2TNqjy273e3/vvEapY10T41sxXP07hx44wgl1YVDwAAIABJREFUtzNi0Y5iNe8Ksj0JkAAJkAAJkEAcgXLE6htvvCEbNmwoEasQqbZstcUqBCsuLQeA3//lL38xPwQv5zrmmGNk1113NbeqKMXv7Tqqbm1Vt8Yq/rz11lubXUK8SIAEshOgWM3Oii1rnAC2wy8Ktob/PahH+ezaFebwKZWvy155Xt58/23ZvWdf81rSdvEanybDI4FWI5BXrCIQO0sRf0ZG6LXXXptY1zJNAuoE4zJWIUlnzJhhtn/bAtcn2JBdivaQqSr0XCFrx5PWr873kUceCbf7Jy1Ia4lV7VdZaxbtypWlJUE0PmQYox6sT4jmeah0XSBptXZs3P0+sZplTbS/L33pS0aMY0xl/8ILL0TKQFCs5lk9tiUBEiABEiABEkgiUI5YxQ/e33vvvUSJCoGaJlZfeukl+d3vWg6ozbpSTU1NZteUylq7HICdpZpFrG677bZm9xUvEiCB7AQoVrOzYksSIAESaGgC5YhVANEsVfzezl6Ng6VSUOuA2u1sUZckVnEoEcoNuNmy6MuusTpw4EBTB1TrbNqiTse15Wdav0nb833zzVtj9ZRTTgmltC0w7b4hiJGxi2+iccgBMmOzyMW8sSc97OA5c+ZM0wQZvNh+hoOl3MOlfGI1y5qgX1eEa7awK+4xdwhjSH374sFVDf3lipMjARIgARIggVYhUI5Yff/9982hoW4pAJOxGlNf1ZexivtxHsDjjz+eeW7duneTUSePMlJVj8/JIlbRRmus2u0hVbfZZpvM47MhCZAAD6/iM0ACVSXw2muvyauvvio777yzbBf8hfRu8Jcsfm1+8UXZLvjp37bbbRe+v9NOO8mLgQzYOfhV2yEYu632oUHiHoyB17cJ+tL78b72gV/RbtmyZWZMXMuCU7X3DQ7T0fGbdt89bP9q0N+7wU9YcWnc6Nu+0Je+h/jwe1wY5/133zUx47X3gt/rfPB79KttETPG2j3YymtfqFU5ZsyY8CWdH17Q9joXxK9j2PPXOWBeysJmBSa+C2sFRjp/5YK29rohZrDWX9Fex0JsyIbEHHQcjF2PV7liVeuqYs52vdU4BkkHOOnBVbg3SayiQL9mMOoBWq5c1AO27AOrfFmPrvxM6jevnIwTqz6pjDljXvjfnr8eXqWHVkFkopYpJDSkKq62FqsYE+s+f/58+dOf/mTWHfFBdKvsRRtXrGZdE9xrZ7bqs4T6rlhPO+s27vAqHlxVj1+FGDMJkAAJkAAJtC+BcsQqskJxgFXStv8sGasffPCB2Y31XPBvt6xnjG8X/PsIh1btvffeoRAtV6xiHr179w4zXytbiddk3qThsmDYfJk5oj7/bVTZ/Hl3RyLAjNWOtNqca6sTwF/ErwV/qb4SCLsjgmy6u3GYy1lnyYvBoTFPBPJtl0A+Dg5ev/aaa8zp2XqK9i/+67/k7P/7f2VRULAcWWg4ZAbX0UcfbQSpXl//+tcFY+y7777m/29OmiQnnHSSHPqZz8iVwVZZ9D8c9wR/GUPyvRvIzVVBXxdfcom577lnn5VjgvchFPE++sDv77//fjn99NPlxhtvlKHIPAva6PVA8B6uVwIpComKbLPfBa/tF/wFjnhmBdu+9TW0w7zRH4Ql4gELtIVsBI+fFbPctP9LgxPgEZ9eEJhLgvpCiB3joaaijo9fMZ8TTjwxMn9kq+0fzAWCE8IV900IxBPmDEH6bMAQXHE98cQTcuihh5rfY/6Ic34Q70677GK4azv9PdYTa4Yt4lO+/325KzhxHmOpRMX7uBfx4psg9A0u9XiVK1Yx1yxiT5lUoxSAykf7AK1vfvObZgjNWMV7yOz0XSpj8Z4vnrh+VbrastbtH5mVKjyrXQpAx3ezNiEcceCBWz/Wji2pjX2Al96DgxjyXHqg1qTg65JmCLtiNeuaYNz+/fsbWeu77FIMeZ69PPNhWxIgARIgARIggY5HoByxCkr4vunjjz+OHF6Vt8Yq/p2C7zHLuSBX9fvjcmusIt7MCSKvzZNJw6fK4mKwg6Y4AhXvz2mSmd89wD8dvD9VZMrMQbI4ELArJiyRuKbl8AjveeZKmdQ81pG7z8iVk5pl7MwR4irfZ64cKLMG6FwKcniqTlJGy+wl3xXM6LV5k2S4vjF6tiwpBh953WovQRwDx91aCGvQFJlvxg7iGDhOiq8qSZkyf6a0uGi0mSUDzGtZ2ldEizeXSYBitUxwvI0EfARUrL4TZDRCWL73zjsy8LDDjOh7IZB/kG4qDNHm2UB0fjZ4Db9fFdQN3DkQdBCcEIuQoBCIkJQq+2yxivEhaLft1k2mT58ufw2kIgQiMidVvmJcyFvITGSGQvx9/+KL5Ymgf2SGIusSIvLuu+4y4079f/9PugWiEe0hPPEapCP6xD0QmPg93lOxqmIU/S8Jtq1gDi8EgnLPQGRCrOKCeMR8Xg0kJITypwM5q5crVvG6Hk6j80acmAf6xgUu9vxVZqIvjI0L4gyiCeMiw1RlKvgvWrRIvvrVr5p2kKuQ1wMDOQ2xjHnhwn0TA9kNKQ5Z9efgGx18w4IMXAhv9A2pCqmMC7J5j2DO6Pv666+vyw9IPYpV+wAthQ6xqtvGIfnc7emQ5PbhSz6xGtevbk+PqyOLz9jgwYPDOrPVFquYo27Dt+ViFuGLZxVb9t3Dn9An5ouvR/al35zbr+l83Dq12saVnLZYzbMmmtkKzp/4xCcicZ122mnm65DKW4rVuvxyw6BJgARIgARIoCYJlCtW3wn+3Yd/Z2BLvmau4vf6v5uxqodW6a8oJ3DHHXfIRx99VBaXLbfc0pSTQgarilXNXNVDqux6q77XugX/rsT/qZeRhBJKxkAzlmanBv/WfC1IrInNVQ3FaqncTB0/YwOVnBHpq0I4lJtWZ0X5GbaPxFiYoxHAfVUKF2KHjF0wrPj68BUywZavC4YFErVJ5oRytNC+Rd62jI94p8qUiARG23G3DnJka+EeX/uMaNisygQoVqsMlN11bAKQbX8PxApk5S7BXySQGP/13/8tJwY1AJsDKYn3kEkJCYm/9CBKIQOR5QkJunsg5iBSsd0dr0HoQeRp1iZkKC6Vs18PBONfAuH3mUDO4h6MgTHRF8bABZmCTFgVgOgTYvCRYOsuLgiKu4LMToyxX1AuQPvTn1YigxTCEdIQbTCHTwbtNBZIT/SpWZuYlx2jxo4Mz6ODGoz3B6em2xmdPrEKjhC8EM5NwZiQu/g9MkWROYsLc0TsaAvhq++D107B/2Ch7ezSBujvoeAexIU5YJ6YE+7HOmEsXGCLeZsSCMW1wjdayh480a9yRFYrsl/Rt13aoJ4+EfUoVsFXJRx+j23zEKuaPekedGS3VzEZl0Hr6xf3a03PhQsXRg5Rwnua6aqHarWGWIWgxAEFqIFlb4nHM4nX7K34+vwhWxU/nEjKtM36rCKT1FdLV+Oy5a0tVvOsSdJBW+5BXRSrWVeO7UiABEiABEiABNIIlCtWka2KrFWfWLXrrGoWqy1WIUD/8Ic/yItBebVKrr59+8rw4cNNDLZEVdG6cdNGkc1iaqtqjVVbvuL7ti5duqSGEIpEOxk1+HfVM8GdB6AkWiSbtSXL03590OjRQQ28ASUZqwWRiBBGy5QpzbKiaWYhkzWmT28suL2YqTolUJUtsrKYqTpFZKrJlrWlLrJBF8iAYMwFKjedbNdQZA5aXMy2VbE6SZrH2lmmRYQx8tjPDxnALVLW9ADRuyBg1LwAwVpZrMrDaZ+6cmzQWgQoVluLLPslARLIRMCtsZrpJjZqFQL1KlYBQ7eYq1iFZDzwwAPlhhtu8LKCHBw5cqTJ3kwqTeD2i860pmzPnj1NrVNkMkMqzpo1y2Qs29mseWuson89wCupnqv2e9FFFwmkKS5ky44YMUIQ1/nnn28yPePiquQB0uxYsMZhWxgHTDBvlNCw6+zaYjXrmmA+Bx10kMk6Hz9+fEmoblYwxWolq8l7SYAESIAESIAEbALlilX0sW7durAcQCRb1TnAClIVF3ZQIdFjzZo1gmSArHVV41YM/SJ5ZNdddzV17vE9IS5brG7etNlIVzdjFRmvuCf9srem+1pH3zdZoyZrM7rl3/u6BCJx1oDINvkgLTYQq3F9pme7erM6PcJTZefY5pas0ZJ7jegcVtj2b4ne0SZGDwu3DEFCtmypbC2I3mFLxkpzoWZCRKzGCuX0BWSLViBAsdoKUNklCZAACdQjgUrEqm7L1l+T5g8xdklQV9c+qMrXHgLvtttuC2umJt0HgThu3DjBgUWQcai3OmHChJIyADoOpOXf/vY3I16z9mvPDePhz8iYxjfCuCBqzzzzzLC+FV5z+9Y/J/FRLu783Xswh0cffVRmz54dZs66cfXo0UOGBNnUblyVPp8Qu3hetIYtxsH8IUXtrfuQnpCvKCuQdU1GjRplJPXPfvazkjIAGjeE96c+9SkzXp5nr9J5834SIAESIAESIIHGJlCJWP3www+NLI0rBQDZigsl4/7617+GOwBbi2ivXr3kM0G5M+zQQ0yaxaoZqypXIV4hYbfaaqsMoWBLfKnoC28skZZFQTh/gMyys0Q9NVaHLShuqS9KysgW+0iGqUrHQr3TpCuTWLWEqd0+VqwOW2AJYKsUQCSDN6HGLMYLBTKiL51Pizj18c4+/wwLyiZVIECxWgWI7IIESIAEGoFAJWK1EebPOZAACZAACZAACZAACXRsApWIVZCDWEWdVDtjFb/fsGGDrFixwuzywQ/CK81OzbNKOFR1t912kwEDBkjXrl0jZQIgVyFU8UPyrFfiVnZXoKo0rGGx2lJ+oIWAqbPaNCdy8JWK1mh5AXhRK5MVXaTWj3XEqHt/2qFWJe2zrhzbtRYBitXWIst+SYAESKDOCFCs1tmCMVwSIAESIAESIAESIIGqEqhUrEKqvvHGG4JaqrhwqBXOg3j++edNbdP2vCB499prL9k9OCOje/fuYYkAZLZmqa0axp54eNUa6xT7wgFL9VAKQOcWyVJ1BGkolIOSBZOax4aHTNn3GEnbPKVYzkB7dUQq+p3TJDOL9QOSt/WXZqyyDEB7for8Y1Os1t6aMCISIAESaBcCFKvtgp2DkgAJkAAJkAAJkAAJ1AiBSsWqytSVK1eaklDvBwf4trdQddFC+m6zzTayzz77mCzWbt265adv5Ko5ZcpcJsNzRHBwFa4qHV41enTQ/7Bi/dK8h1cV48pUCsCafbQ9pOZwmbo4nGQoTI0w1jdGzy7UXXWYFMEU7rHfG2SL15TSCuK+n9Y+/1LyjsoJUKxWzpA9kAAJkEBDEKBYbYhl5CRIgARIgARIgARIgATKJFANsYrt9b///e/lxRdfLDOKtrmtX79+MmzYMFO2oPYuCsTaWxNGFEeAYpXPBgmQAAmQgCFAscoHgQRIgARIgARIgARIoCMTqIZYBT/UVEVfKAVQi9d2220nOGQUNVdr5krKgq2ZIBkICZQSoFjlU0ECJEACJEACJEACJEACJEACJEACJNDhCVRLrALkq6++KvPmzavJUgAjRoyQnXfeucOvNwGQQDUIUKxWgyL7IAESIAESIAESIAESIAESIAESIAESqGsC1RSrALF8+XJ5+OGHa4rJEUccYeqr8iIBEqgOAYrV6nBkLyRAAiRAAiRAAiRAAiRAAiRAAiRAAnVMoNpiFSjWrl0rCxYsMOUB2vPCtn/UVO3Tp097hsGxSaDhCFCsNtySckIkQAIkQAIkQAIkQAIkQAIkQAIkQAJ5CbSGWEUM69evl/nz58tbb72VN6SqtN9xxx3ly1/+smy//fZV6Y+dkAAJtBCgWOXTQAIkQAIkQAIkQAIkQAIkQAIkQAIk0OEJtJZYBdgPP/xQFi1aJKtWrWpTznvssYd88YtflC5durTpuByMBDoKAYrVjrLSnCcJkAAJkAAJkAAJkAAJkAAJkAAJkEAsgdYUqzpoc3OzLF261Bxu1ZrXTjvtJIcccog0NTW15jDsmwQ6PAGK1Q7/CBAACZAACZAACZAACZAACZAACZAACZBAW4hVpfzSSy8Zwfqvf/2rquB33XVXI1TxKy8SIIHWJ0Cx2vqMOQIJkAAJkAAJkAAJkAAJkAAJkAAJkECNE2hLsaoo3n77bUEWK0oE4KCrzZs356LUqVMn6d27t8lMxf/du3fPdT8bkwAJVEaAYrUyfrybBEiABEiABEiABEiABEiABEiABEigAQi0h1i1sX3wwQdGsK5bt07ee++9yP9ot+2220b+79Wrl6CG6tZbb93m9B+7vJMMurBl2JG3rpF7T+nT5nG0+oBrb5Pj+jbLBZsvkM/Zg5nXR8vnFm+WCyJvtHpEHKDGCFCs1tiCMBwSIAESIAESIAESIAESIAESIAESIIG2J9DeYrXtZ1zOiGvltuP6yujPLZbNoVF8TC7vNEgea1S56sEEsbxoKKVqOU9Qo91DsdpoK8r5kAAJkAAJkAAJkAAJkAAJkAAJkAAJ5CZAsZqObO1tx0nf206RNfeeIpH81Mcul8CtymI3szO9S7YggbomQLFa18vH4EmABEiABEiABEiABEiABEiABEiABKpBgGI1nSIyNS9vyrDt34hWrRUwUm5dc6+YSgHYQj+xOdhWf6FcOFdk+uI10nT5RGkOttNfWHjBZMIagTs6+LNexddL73ezRosZtXqr3mf6SXivuLW/5bZiv24pgLh2xb6bT7lVHhs9Wgr9TKdoTn+k6r4FxWrdLyEnQAIkQAIkQAIkQAIkQAIkQAIkQAIkUCkBitU0ggUx2XxByhZ4Ix9vk1NUptrZrEUxGZjWYk3WouyUW1uyYN3sV/PnxwpyVgq1TVvuj8ZshGzzBcUyBdF4TV1Y0RIGhfduOwVxSHRetkyNiNVCyYPAlhbqqkbqrLrz8JVMSOPL9+uRAMVqPa4aYyYBEiABEiABEiABEiABEiABEiABEqgqAYrVNJzZxGpUbhb6DGuSNjnStZjpWRCccYdfQWheLk2hWLWkrRNyIdMV3rWYIRu+b/Whw5jsWZFr7x0qi1A31pa7ep8tViF4L2+KlEFomWuTJWoLA/g4pBHm+/VHgGK1/taMEZMACZAACZAACZAACZAACZAACZAACVSZAMVqOtAspQBMZqhWAbC6HIks1aGLgozTZrkgrMUaJ2sL2aEt3RTLCZiMVfv+0pijZQTs+3SLvn2Pbtd3ygSMLGbQWmK1KZINW+jDFat2Ni/Favrz1AgtKFYbYRU5BxIgARIgARIgARIgARIgARIgARIggYoIUKxmwOfJ2iwaxnD7f9P/2FvunT7dmqVam9QqL1CadepmrCaLVXtEI3kfCyTptSIT7fIEiVMtSN3HXBGcIWOVYjXDM9RgTShWG2xBOR0SIAESIAESIAESIAESIAESIAESIIH8BChWszDz1Q4tZpfaB0xFJKZVm9SUAkjOWI3WQi2UERh0YbaMVfdeO2vU+95tpwRb+5vkf+zaqbbsjcSbXmOVYjXLM9RYbShWG2s9ORsSIAESIAESIAESIAESIAESIAESIIEyCFCsZofmbvc32/ztGqnmwKmWjfzTIwc+pZUCiJYBmL54jTRdXjxoqqSUgBuzs6VfdKs/2sVs9zdvFQ7FmqvdRSSxFa/TLpxXXOZteJBWdrZsWV8EKFbra70YLQmQAAmQAAmQAAmQAAmQAAmQAAmQQCsQoFhtBajskgQanADFaoMvMKdHAiRAAiRAAiRAAiRAAiRAAiRAAiSQToBiNZ0RW5AACUQJUKzyiSABEiABEiABEiABEiABEiABEiABEujwBChWO/wjQAAkkJsAxWpuZLyBBEiABEiABEiABEiABEiABEiABEig0QhQrDbainI+JND6BChWW58xRyABEiABEiABEiABEiABEiABEiABEqhxAhSrNb5ADI8EapBAp/fuG725BuNiSCRAAiRAAiRAAiRAAvVEoFMQbPhdJf6QcKW8Hb0zvXGn9CZBl5katQwd2xyT7Jw3xEL7CKMqLW4YZ/L8wCj7N/3O/OJCzYo0a7usDw0mkrVPbzv/zdmeIzfIrIGkrLfpJkNfGZqYfnIwyjXvsp9h3BgTfKY5ZcOT+1OVa/Jpa5h1IsV+EllafWXtNseznpVTtMsqfV3P+qynBqkPedBhVkapX2Navkrm+5qZ8etC7jhz3+CZoefvrFS2ngZV+6xUY04Zv16WM8+y7sHfmdn/hvUPUUtcGi2WHH8hlrX+wZegt6ZX/ASUOTRvIwESIAESIAESIAESaBgCeb4Pz9M2A6Bc/97LOnbWdnn+fZenzwzzNk0y9tkp67/7srbD2JnaBgFm9LTJU7YmmtUTxLbzBBS0NYzSrpI+My5AWr/mIc7QV4YmYT+Z2gatE9s5b2bss3S6uDHmgcnaZ9gu5cHL2h+IZ/5gpC0gOtsiQyOrSWyczkOWdT4l7dBPTEwZ+4w2S7kpY5+Fxzxj49Rmxc9NarssS+PMNtPXt7jHOiagrH2G4VZlYsUgszBIaNO5hmLJ85df4rSrNSd8zhpJrFZjPpm/SUh5MLP8xZz2bGf9piGtn/j3O62fUfETUP7ovJMESIAESIAESIAESKD+CeSRTZm/v9WGyf/w2Rw065z6fXexr6xjJ7ZzZEVFfWa9OeYRCW9P7icbo+K/CzsnyBg7jEyhB402B4uTuj5pHwFnsExj63zcvv3zy8dI+8waSMr8wsFT/pGfabh8z3ryvMvkXjLdmM9ypvkUO8v4rJt/2WZ83jYHk++c/sUj7eEsvG9A5hCrqV9jipPIOh9vu5jPcsY+o81SbsrYZ2F9MjTO0KQgsgJOm4PPTcY1j19MZ7ZYzix9xnL3//AmX5yZIGR4PjN+TU/qKfMXyLRwqhBLmI5fqRStIb55vnAlIq7GnKqxRuaLYvYvxrFzqkYf1Yol+dnutPknFKtpH3++TwIkQAIkQAIkQAIkkEIgz79x8rTNAj5Pf1kzhhL/UW29mef7fm+ceYL3wAhvr2Y2WcZslUyhB6w6AVKlV5nlF0rWO+EfjWU9G5kgFCYPObEphoVJG81gclKHsx7I1LbFNUls57yZtc+S5S5mFrqv5+kv67OedR0RS7Wy8Az2jJ+b1H/nOxPIysjbLiFjdfPGIJJNOT6YVfoak0uspn3taL2M1axJtf52FWZnh6uS4WtC6gpWSZTl2hqSFFQ15pTnQ54WS9ozlgo4aJDjhyqx3WX9oKfFU41+Klmj4GvKpvey/OWSNpEq9mG+2OMv4Yxj5m/W6eBJ/Vuv9/zx8A4SIAESIAESIAESIAESqPI31GUArca/TTIN2zYDZR4la0P8CyJr20wc0hpVazB/4LmmU04owQCdttpCttplW9kcJ1fbFmgL8HLmk7Zcrfp+9QKumivK9QC1Khyn8zhWG+XDrv1k05Y9g/Z55Gr22HXk9Zs6myf74yCz9L2N+H12/bApkCEbpEsbfTKyx5WdQrktq/eMFyKopbmVy4T31TqBzZs3yZadt5UtdjrHkqu1HnVl8W23ZWfpip8fy/gD+CmrjCXvJgESIAESIAESIAESIAESqBsC7fDPHwzZdUvp0q+7bN7YDuPXzdrUcaA1uaz+oDoF2aofbbu3SJddAuDIXK3Vqyah1iosxkUC7Uxgk2zRaVvZts8FwQ8Q32nnWNpmeGxEMT9X23LCp/jVqm2YcxQSIAESIAESIAESIAESIIEOSMDU8wzEatfduseXA+iAXDjldiKw+WPZsM1esrHLzkGmVetkrLbTzDgsCZBAOxHYHPzApkvn7WTb3ud1GLGqqClW2+mh47AkQAIkQAIkQAIkQAIkQAIdgwDFasdY57qZJcVq3SwVAyWBeiFAsVovK8U4SYAESIAESIAESIAESIAESKDOCFCs1tmCNXq4FKuNvsKcHwm0OQGK1TZHzgFJgARIgARIgARIgARIgARIoGMQoFjtGOtcN7OkWK2bpWKgJFAvBChW62WlGCcJkAAJkAAJkAAJkAAJkAAJ1BkBitU6W7BGD5ditdFXmPMjgTYnQLHa5sg5IAmQAAmQAAmQAAmQAAmQAAl0DAIUqx1jnetmlhSrdbNUDJQE6oUAxWq9rBTjJAESIAESIAESIAESIAESIIE6I0CxWmcL1ujhUqw2+gpzfiTQ5gQoVtscOQckARIgARIgARIgARIgARIggY5BgGK1Y6xz3cySYrVuloqBkkC9EKBYrZeVYpwkQAIkQAIkQAIkQAIkQAIkUGcEKFbrbMEaPVyK1UZfYc6PBNqcAMVqmyPngCRAAiRAAiRAAiRAAiRAAiTQMQhQrHaMda6bWVKs1s1SMVASqBcCFKv1slKMkwRIgARIgARIgARIgARIgATqjADFap0tWKOHS7Ha6CvM+ZFAmxOgWG1z5ByQBEiABEiABEiABEiABEiABDoGAYrVjrHOdTNLitW6WSoGSgL1QoBitV5WinGSAAmQAAmQAAmQAAmQAAmQQJ0RoFitswVr9HApVht9hTk/EmhzAhSrbY6cA5IACZAACZAACZAACZAACZBAxyBAsdox1rluZkmxWjdLxUBJoF4IdGixum7dus31slCMkwRIgARIgARIgARIgARIgARIgARIgARIgARIgARqgUAnitVaWAbGQAIkQAIkQAIkQAIkQAIkQAIkQAIkQAIkQAIkUE8EKFbrabUYKwmQAAmQAAmQAAmQAAmQAAmQAAmQAAmQAAmQQE0QoFitiWVgECRAAiRAAiRAAiRAAiRAAiRAAiRAAiRAAiRAAvVEgGK1nlaLsZIACZAACZAACZAACZAACZAACZAACZAACZAACdQEAYrVmlgGBkECJEACJEACJEACJEACJEACJEACJEACJEACJFBPBChW62m1GCsJkAAJkAAJkAAJkAAJkAAJkAAJkAAJkAAJkEBNEKBYrYllYBAkQAIkQAIkQAIkQAIkQAIkQAIkQAIkQAIkQAL1RIBitZ5Wi7GSAAmVZZmlAAAgAElEQVSQAAmQAAmQAAmQAAmQAAmQAAmQAAmQAAnUBAGK1ZpYBgZBAiRAAiRAAiRAAiRAAiRAAiRAAiRAAiRAAiRQTwQoVutptRgrCZAACZAACZAACZAACZAACZAACZAACZAACZBATRCgWK2JZWAQJEACJEACJEACJEACJEACJEACJEACJEACJEAC9USAYrWeVouxkgAJkAAJkAAJkAAJkAAJkAAJkAAJkAAJkAAJ1AQBitWaWAYGQQIkQAIkQAIkQAIkQAIkQAIkQAIkQAIkQAIkUE8E6lSsviTXzFgt9+zVT35/3K71xJuxkgAJkAAJkAAJkAAJkAAJkAAJkAAJkAAJkAAJNACBCsVqQXCuHryvTP/s9h4cae+XSfAfz8pXnu2ZIlXXywM3LJMZ60rHGBgbL9oWYpaRn5Wz9i4zPtz2+j/kwtlvy9Bxn5ajdqygn+DWdX/+q4x6trvcfsbe0itHV8/dfbUs2/dcOWG/9JvyjZGVUdZ26fFFWjx3t1y9bF85N8vEll0jXzlX5OrfnyX7ZhpmmVwT3HAP2g6cLLdPPyoX80xDtEqjQtzBROWsbBONiQL93Cj9b58uR8U8bOseuFBGLRpaYAO+N/avCqdl13xFzpWr5feVTSCd7roH5MJRi2RowhzTO2ELEiABEiABEiABEiABEiABEiABEiCBjk6gOmK1VxfpN/jTjohsEZvJIjP/Eqx7fb302tEncu2+CuOvHOwK0laSvfmnkfmOfNJTu31O7r56mex77gmSwauWLW8zT6KKDfMIY8krVqsoCqs45TbsKl2sRoKpR14Uq234PHEoEiABEiABEiABEiABEiABEiABEmhcAlURqzK4l6xes51Mt7flI2Nz7ofST96R1fvbGa3FbfzK1NrObwTimu4yed26MNPUlrLL7v1zkNFmbf9PzAqNE6vFDNA1fUzGK/r8Y98g/kfWyRLpIpPH9ZGVszVjFbGulf6Du8qMR94pRtxNrp68f0v2I7Jn5xbfs0sTRGIr9jOyuyyai3GCq1evaAaq3Y8ZqWWcssRqnqzOYDR3DHC5MeDSL+BisjeD6/gwi9fJRDVz9c2rNGPVjPPIR36WmT5n+YSxK1ZNtuXKoTJ59QyZYRYCiam3y/QgPdO8py9ivsXsz+jrx1vZr5CQf5T+k1fLDNwXZLj+99BF8n9Wnh7kXZ4r5xbBoZ9TXrT6Pj6alRntf6BMtjIpk96L4rIzVotydHK/IK5w9SJZuyY7VN8SnZOVravz7x1kd/5YZGi/gBfaB7Hf3v/GQsbq6StlVNhJoY/edjarCdDNpF0nD1w4qsg+Olc3YzWZe5BVmzC/wrqHE0TgLfMvEavReWOOLVmzSe9lemDZiARIgARIgARIgARIgARIgARIgARIoEEJVEesjtxX+j+yWnY/o0U4QqDd1muv4PVlsigUq65oK8hPfV+lWyjwjGzcEMjOwnb61hKr5z5vy1I7xqIEDiVoMQu3V1HulshTq4SA5717LFlq5rKuKFedeWo5Aq0hW45YzZXVGTzcPrF67vMQzQX2hbXpWpTKpYwKpROi6+mWVYj24faZ8ROWUxh7xWogQVWaFt5f3SIznQzMgtzrF0q56J+L0s0ScSoDS6SstnGkXmRbvfGQVukCN9s2MfvWFatBOYOwlEFRZvYrCEN3zOifnYxVE+8MCQAZ+YwrqRRAyXwcsWrLU7dtyXtp3GPmV7KmxRju8a6BX/wuGor5ipHAhd9j7gWOLX/O+MyyGQmQAAmQAAmQAAmQAAmQAAmQAAmQQEMSqJJY/aycsg4iVcsBQLBBtPaTF11xWswUDWkaAfmhnB5kgfYuqSUaFbFVEavF7Mp+xezLkj4jNVZjMi6L9U4lqfZpknTF5FNqsNpx5Rerr8rC2feJHDtOjtw523PrFaux2cEWF4H8Dkp72lm84ZBxAlYbuCI2PdZXF86W++RYGZd1Yo6MTBN/RsqFNUN9dUttufZySV3Tkv5LsiML9688HbVQ/dvuIRhv7B/IvN1vy1EftlSs2vVW7biCAFpqpJYg94nVaD3S8sVqch3YFrEqnnqxObk784pkw1prcugTyGA+PVrX1by/Uk7//SnyIkVq+oeSLUiABEiABEiABEiABEiABEiABEiggxKomlg9q1cgSB8plgOANDS/7xbJSDWy8Hkf6ULGaGuI1bTDqyoRqy+7pQnsqflKAUQOsvIc7GRvqUdfxdICucXqqwul4FWPlIxe1Z+xmkGsQqjHH6xlzRHPh+cwr0LJgbjDz9xnJb8w9mas6sFLpntH9tliNaYWZyg+j8oqViHp9PAsS6xim32QDVqsSBCZbKE8QSFjUqsThFm23i9W2cVqL83gNP1Et+MXeFiHV3kYlC1WzXzjD40K5ecpL3rb5eKOqRWzbUO+nozV3W+zSyLYYIulA+ySAnV1mFkH/RuN0yYBEiABEiABEiABEiABEiABEiCBNiRQPbFqtoEH1nTkp+XQ5zV7NZqRWCoxozMtFYitkLHqwK0JsWqkY6FGqZZBqCRjNXdWJxyUk32bnB3csi5tKlbLEMa1L1aznU7fUhPVFaH6QOcRq3qPXe/UrrNa52LVEqoqo+MyVo1YDSrittRUjfnqa0tap0ZuG3695lAkQAIkQAIkQAIkQAIkQAIkQAIkQAI1RKCKYrUg534sfWTos28U6616aqgWt9EXqjXWt1itVikAiOhRTomE8sVqGVmdFYjVs9qwFEA5wrgisVpy8BKe15xb0sNt5Z6MVVMK4NygjgLKAmT5qpBU47McsRonZVtJrKbMt1qlAEypA2d7f2IpgEgGc8o6JNa5zbKGbEMCJEACJEACJEACJEACJEACJEACJNAoBKoqVgt1Q4PMy+IWdhH/YUarB7ds/bYzJUtFZTRj1T38qFBaoOWApeiiFMZeORiHKsUvVyUZq72cOqmRbe2+w6vCQ7CiB3G52aJ6iFd5pQCek7uvXib7nnuC7JfjKS03Y/WsvT1rFEri5PVz1zMt3LwHcpn+KqqxWjyoKeUQpbhapuaHB4litbT/SGkCsQ6yCvuKy3DNLlZLaqxGGFVWCsA9OMo9zKtUcLaUSch7eFXWGrIaQ3BiWSEzNVLeoMBttfdwrkPlCafGaiT+tAeW75MACZAACZAACZAACZAACZAACZAACTQ0geqK1aJIbZGZnsOJ3DqilmxMKwWgolbrph4/sp/I3LXSP1K7VNerDcQqhvoHDm96pzCoNZfo4VRFwbhXN7nneU/bIrewHmwgpm/vu1ZGPdI1pvZswjP53N1y9bJ95dwT8mjV8ksBGGkdWdNCvdxCAmbM4V+PfFScgN027XNWnjCuVKwWfGaQAamFTkW3zOOd0oxT/+FVMTVWi1mqLdv8CwzsWqpJ70WJZRervYpZt+GUnDqrOqap83roEyX1TqNzLIx7j9WHHfPAyVfL0EXnFg/rMjRj68a60rJ87tExIFRv739jsIb9AhcbZA67dWPdWqx2LdWk99IeWb5PAiRAAiRAAiRAAiRAAiRAAiRAAiTQ0AQqFKsNzaaKk/McVFXF3tkVCZAACZAACZAACZAACZAACZAACZAACZAACZBA2xKgWG0T3hSrbYKZg5AACZAACZAACZAACZAACZAACZAACZAACZBAGxGgWG0T0BSrbYKZg5AACZAACZAACZAACZAACZAACZAACZAACZBAGxGgWG0j0ByGBEiABEiABEiABEiABEiABEiABEiABEiABEigcQhQrDbOWnImJEACJEACJEACJEACJEACJEACJEACJEACJEACbUSAYrWNQHMYEiABEiABEiABEiABEiABEiABEiABEiABEiCBxiFAsdo4a8mZkAAJkAAJkAAJkAAJkAAJkAAJkAAJkAAJkAAJtBEBitU2As1hSIAESIAESIAESIAESIAESIAESIAESIAESIAEGocAxWrjrCVnQgIkQAIkQAIkQAIkQAIkQAIkQAIkQAIkQAIk0EYEKFbbCDSHIQESIAESIAESIAESIAESIAESIAESIAESIAESaBwCFKuNs5acCQmQAAmQAAmQAAmQAAmQAAmQAAmQAAmQAAmQQBsRoFhtI9AchgRIgARIgARIgARIgARIgARIgARIgARIgARIoHEIVCRWN2/e3DgkOBMSqBKBTp06VakndkMCJEACJEACJEACJEACJEACJEACJEACJFCrBMoSqypUKVZrdVkZV3sSULFKwdqeq8CxSYAESIAESIAESIAESIAESIAESIAESKB1CZQtVjdt2iQbN24U/ErB2rqLxN7rgwBEaufOnWWLLbYwv1Ks1se6MUoSIAESIAESIAESIAESIAESIAESIAESKIdAbrEKiYr/P/74Y3n33XfLGZP3kEBDE9huu+1kyy23NGK1LeUqPpcbN38sGzqtl/c3rpePN29oaM6cHAmQAAmQAAmQAAmQAAmQAAmQAAmQAAnkJbBlp66yzRbbS9fN28sWnQr+ptyrbLH64Ycfyvvvvy/7XDGy3LF5Hwk0HIHl58+VbbbZRrbaaqs2FasqVd/c9C+Zt/RxmfPo7+S5Nf9fw/HlhEiABEiABEiABEiABEiABEiABEiABEigEgL79f03GXv4MTLi4MOkR+fdKpKrZYvVDRs2yAcffECxWslK8t6GIwCxuvXWW0vXrl3bXKy+u+l1+dWSBXLJPdc2HFdOiARIgARIgARIgARIgARIgARIgARIgASqSWDa8RPl3wcOk+0671h21irFajVXhH11eALtKVZf3/iCDLvyfPnnGy93+HUgABIgARIgARIgARIgARIgARIgARIgARJIIvCJnr1lwXevkB232JNilY8KCdQCgfYSqzhE7pWNK+TASybUAgbGQAIkQAIkQAIkQAIkQAIkQAIkQAIkQAI1T+DpabNkly0GmEPIy7mYsVoONd5DAjEEKFb5aJAACZAACZAACZAACZAACZAACZAACZBAfRCgWK2PdWKUHYQAxWoHWWhOkwRIgARIgARIgARIgARIgARIgARIoO4JUKzW/RJyAo1EgGK1kVaTcyEBEiABEiABEiABEiABEiABEiABEmhkAhSrjby6nFvdEaBYrbslY8AkQAIkQAIkQAIkQAIkQAIkQAIkQAIdlADFagddeE67NglQrNbmujAqEiABEiABEiABEiABEiABEiABEiABEnAJUKzymSCBGiJAsVpDi8FQSIAESIAESIAESIAESIAESIAESIAESCCBAMUqHw8SqCECFKs1tBgMhQRIgARIgARIgARIgARIgARIgARIgAQoVvkMkEB9EKBYrY91YpQkQAIkQAIkQAIkQAIkQAIkQAIkQAIkwIxVPgMkUEME6lusTpNn/vs4+WQcz/eekO98+wyZmYH3pLHTROZckqmtt7sjb5BXR+0jT91+uHx5YSEu+dMBcsCcDINnanKaXDdWZPycmzO1ztvouqnPyFi5V7pMuSTvrVVoX8qr4vWoNKqxv5GPPr9naS85nqlKQ2iP++3nYNJ3HpWr+i0vfoZa45lujxlyTBIgARIgARIgARIgARIgARKobwIUq/W9foy+wQg0glitVGBGBVKZCxwRq2X2EXvbafKHn5wvB62+Qna+qnXEarUjrqS/qqxHJQHgXiNWA9f+f74m48O+CuswRLIL+0rDaM/7KVbbkz7HJgESIAESIAESIAESIAESIAE/AYrVsp6MYmbe2vbKKCsraN5UBwQoVkWqIvIoVqv2tFdlPSqNxitW44RrpYPV5v0Uq7W5LoyKBEiABEiABEiABEiABEigYxOoc7FaEJx9lsdljqW9X+bi4x/5//ZUyjbdvFltxeyrbRHTC05mVplx8ra6I9BRxKqRRPtsH67Pm8XPcPT19fJQsJW/eUjptviSrfJGpB4qPYo9/n35E9Jnn7hSAPZnTUOwPnMqZf+0XA76vNWnKSXg3GtvRXe2q+ucCiO4Yxbm9uWF/kfUtwV8zup9ZGzIzPka4W6Vd37oE+Ea2T6Pr5FHysvLX5ch+2CrPfp9Sj5bLJ0wa0d7nayYHd6SNF7Qa5RFGR/LHGLVsOtjj2GzjpuvyyDIjHXniC6teeoazZHjWsZzSxNE1iVg+6cg+fbg1xK280e3+GcvBZDyTJeBnLeQAAmQAAmQAAmQAAmQAAmQAAmkE2gMsfreelm79HCnfmLLPzQr/ke9w3HSkafJzIVpW4BzilXzj/idZG5kq2v6ArJFYxHoEGLVlWROdqmbIemrNxp9zf0BitZ6VaEWL6sKT4+Tga5CzZJkBTH5evEHHqWf7ej7LX3qD33cOaRlgZYItUCotnwdK35tW1/MmC/JznXqb0Z4u7EX514iW1tq0pbEWpSFfw9r1jr8Uta3rE9sQimA3ktbaueWcnXLBcTP95MJDEzMzrxV4Locwh/0mfY7tgh0lazhOL46qeWJ1dLPCHdVlPWc8SYSIAESIAESIAESIAESIAESyEmgIcSqIDtth3/JzvZBL5ANI3aStbKn9InUQnQO2LEykMw/yndYLg9tf6gMMZmj0Uwrf5acZsW55B2BURSnTy3fMcgMK2bq6T+w4zLdIq9HM9wQy2ffQlYeMurw3kLpPSrIurKz7Ez//5IJ4YFCTpacM26LIAjm4mRrVVtO53xOO0zzRhCrcYdX6fNVKiGjy5tXrHolZURqpR/0E/lsF5/9tfZhVxF56crJwp9twdci4lAX9A5pQi1QFaEZnuZSsapSt3BzZM6uwHP6R18j38qT1R/llWU97BqoT0UkdIbJZmkSd3iV8zXa15VvC310l0PWnQ0e6bl9tL5ry7ot99bhNe+H91RPrPrm3b4HoGVZVLYhARIgARIgARIgARIgARIggfon0Bhi9U9XyMsHnyzN32452AT/mJ7w+n8Fr9uHzLj/kI0KEt0uGwpGR1hULlYDCRqKXOcf827GqjfbqSX7qZAtZW8HdjOx3Kw9kUj8iVllLqd0MVX/H4XamEEjiNX0w6uiP9xwpX0WkWc/y16BFBGh/ufXLUcQbvP21WdNFKvOD2sij1LxM5rwQ5I0KeYTx9HXnG3gkW35aZnz6XLPN1bpwV3FLfamvEHy+pb1SYspBVDyNVs7d0VsjizRaHylW+z174fkTGoxZWpKPguIq1VKAVjC3Sqx4ZZoKIs9byIBEiABEiABEiABEiABEiABEogl0CBi9QBBLcAJr2s5APxjGKK1kCmmEqCQkbowWhvVEpom06rf8mL9OzBL2UKceECOL2M1mt1amiWnpQD8MiRZJpUKkpJ/+If/qF8oIz0Zdi18YqQAP0itTqBjiNUWjLbcjNRZtT6HaaUA8orVlhqcLT+YKP0sOpnoSWLVl+Ea+6TYoi6+zmp8bU1LoEW+VhUHtIWiEaz+zMmW8KokVmO+FvrWN4rGldIx9aXjaqwWa9dGvsYbsdjCNv3Qp3gGJvva+WGYytLk57LA3ZvF3Api9f9n726A7SjvO8//r4ReAUsWQpF4ia5lXiLLbGSL7OiSDDBkwWQDe3Ey5ejKmRiysvHWgvGaqYoIm72+tWGkVAWvHagZY7QLzjiSltqU0eKtENhhhGuHqxqjQRSWMQLiK/MiWQiBjAEhId3tp1+ffvrl9Dnd5/Tb96aoWPecfvp5Pk+fvuf8zr+f7nhM9/3MxQ4QQAABBBBAAAEEEEAAgXYKNCZYveQV69L/K9zlANSHfPt/h0OF4MOnOdnOh/nqBKspFXZuMJy0pp5eIRW5BNgPVvXlAQwLN0QIVfMZN6Zp50tlMKNuW7DqqerhlxhfcESP9fAao90tBRD32uq0ZqnVywwVq8k30Ys7dtIrSXsOVr1daUGkZFgKIFxZmW8pgA0xw+20pmzHV1emYFUKufze7kvc/owAvZfAv2PIm7KP5G0zHNMdgXkCAggggAACCCCAAAIIIIBALwLNCVbtu3X/DyKP/LbsWO1Vr4bDi05rzkU//JdVsTqYYLXzJdtewKDuFl7Anb17OUJbtk0bgtXoGqtGyGiEWs7zJXoToKRlNbybUflVi/rrKbqepv+Fi9dex6UAjGU1rGM00kfrd8F6mk6FeGiN1dRq93D7HZcCiFljNW3Zj/B5sHPFaiRk7HDzqo7z28trOilYjbkxl+7sf0HU7VIAEdOgsjbbUgB/4a9T7a/VG7kpmnljLXfel4rE7aNTsKoH+5FjuhdztkEAAQQQQAABBBBAAAEEEOgo0KBg1Qk3/hd5Qp49/zfd9VZj1lCNu3zWZapOsFrcUgChm9YYSwFE10lMPl5yV5x1PBR5ghJoQrCadPMqEePSeytA8n9CVdEJIZb3fOu535Ub5AuiLnW3Aiz7J3xJ+U/VDe0u9i7nN8JD48Zs6lLvrx29ygpv3RtEZQhWvTvE62OKrNkac5d53SZ0szjj8O+2YjV9317wa9w0T3NLq1jVbf0+xxgGcxEEhPHz28NrPfHmVebSAcbSAmoO9iyWb1zmrU+dIUjW/x5o65X+1F7LOwjIO1Ws2s2EnH4pPz0o8hsfiS434x0XP33qYZHLgrVZk4+DLo/pHsjZBAEEEEAAAQQQQAABBBBAoLNAo4JV/0OsH9KYAWW0Wi3tEmRzjVWzEsupCkpaJzHPGqvWxGW5eVVMsJRtKYA/lXsiFVl6fy82brzS6QY4nQ80npFNoN7BarYx8iwE2irAF1RtnXnGjQACCCCAAAIIIIAAAk0VaFaw6t7IJLhhSEwgaFZaaVVlnSpWxW3/ivnO4eBUF10lv7DvhG0eIjmDVdVcyp3E862xagWrVvNmlVvo7uxmhRjrrA7kHECwOhBmdoJAKQIEq6Wws1MEEEAAAQQQQAABBBBAoG8CNQ9W++ZCwwiUIkCwWgo7O0VgIAIEqwNhZicIIIAAAggggAACCCCAwMAECFYHRs2OEOgsQLDa2YhnIIAAAggggAACCCCAAAIIIIAAAlUQIFitwizQBwRcAYJVDgUEEEAAAQQQQAABBBBAAAEEEECgHgIEq/WYJ3rZEgGC1ZZMNMNEAAEEEEAAAQQQQAABBBBAAIHaCxCs1n4KGUCTBAhWmzSbjAUBBBBAAAEEEEAAAQQQQAABBJosQLDa5NllbLUTIFit3ZTRYQQQQAABBBBAAAEEEEAAAQQQaKkAwWpLJ55hV1OAYLWa80KvEEAAAQQQQAABBBBAAAEEEEAAAVOAYJVjAoEKCRCsVmgy6AoCCCCAAAIIIIAAAggggAACCCCQIkCwyuGBQIUECFYrNBl0BQEEEEAAAQQQQAABBBBAAAEEECBY5RhAoB4CBKv1mCd6iQACCCCAAAIIIIAAAggggAACCNS8YvV/lefuu0HkqUvkku/mmcw/lv/3f/sz+bU9bjtX/R/yxh9dLM/+n78t/80TxmM5dnPr1/6TfOP8F+Rr/9Ofyj052um8aVEunffEM4oVIFgt1pPWEEAAAQQQQAABBBBAAAEEEEAAgX4J1DxYLYolLTwtLlgtqred2yFY7WxUzWeUHaxWU4VeIYAAAggggAACCCCAAAIIIIAAAtUUWDLzIpkxY0ZPnRs6cuTIdDdbTk9Pi/rvgw8+kGPHjsnFfzXazebGc/UAUf3vq+QXL7wpV1z8Mfd5P5Pv3vzfyQb3X3bF6MUfcf/1S3lSq0i9Yr7z67df+Cs5e89VbsXqvxO5/s8k/jFVzepss2XiOfmCPCyzxv8i+PdS57GfatW00YpVp/+/4fbI3vc3vmf/y37ughfkyY/8Vnj/7uMiTuDr9c3vu/14NFiNH7uz47THckwOm/YgUHawunLJSA+9ZhMEEEAAAQQQQAABBBBAAAEEEECgfQLPH5qUBgWrVkj53o/cS+3d4PGXbuD5hf9bTlwmQdAa+ncXSwGElglwDhg9WA2Fp8Y+w8GqE34u9cPU8L+9sNMPZu22zgqHwd7Y/HBU3MfDwWok0NX7lerSvhdE2SMmWC17Btg/AggggAACCCCAAAIIIIAAAgggkE2gccGqvt5qWsgZ5ikqWH3BriL9zVeCylN9P3p/JG69VS3kfDbyeIfL+0OBb0wlr12dG/RGhcGjR61+vvm5cOCc7bjhWX0SIFjtEyzNIoAAAggggAACCCCAAAIIIIAAAgULtCdYNS6d1y/R9y6rz3TzqtSKVUm9mZYerP6msXyAPa9224tlh7V8QdZg1a6WdZcdEPGWN9CC1VdUm78lC2MOHGfpAQktKRB2Kfhoo7mOAgSrHYl4AgIIIIAAAggggAACCCCAAAIIIFAJgRYFq4F3EEaG11mtU7Dqj8Fb+iCpYtUOVi+WZ42K1bijL+pSiWO0VZ0gWG3VdDNYBBBAAAEEEEAAAQQQQAABBBCosUArg1VnvpzL/53L9p2qzfzB6qCWAnBv1KWHpalLAdwg+hIJ6cer7uLcSIufwQkQrA7Omj0hgAACCCCAAAIIIIAAAggggAACeQTaE6yaN2kKBZFdrLEqxk2n7HasS+0POjfJit6g6ir5hRuAdn3zqvNfcG/EpabYXDdVD0udx34jbimA74rTp4vfDG7cpbclxk29YpY6yHOAsW13AgSr3XnxbAQQQAABBBBAAAEEEEAAAQQQQKAsgfYEq5ZweD1SEX09USd8/IiICkifPDd0+XzoMSs8FTuk/ZgzZ9al+N995WL5woIn7GBV/ej7cdYxdSo/w8Gq+o0XiDpNZXmuX3mq98EOVJ+QX/ujG2Spvb+LI2u9po097bGyDsy27pdgta0zz7gRQAABBBBAAAEEEEAAAQQQQKBuAjUPVuvGTX8RSBcgWOUIQQABBBBAAAEEEEAAAQQQQAABBOohQLBaj3mily0RIFhtyUQzTAQQQAABBBBAAAEEEEAAAQQQqL0AwWrtp5ABNEmAYLVJs8lYEEAAAQQQQAABBBBAAAEEEECgyQIEq02eXcZWOwGC1dpNGR1GAAEEEEAAAQQQQAABBBBAAIGWChCstnTiGXY1BQhWqzkv9F/9GEcAACAASURBVAoBBBBAAAEEEEAAAQQQQAABBBAwBQhWOSYQqJAAwWqFJoOuIIAAAggggAACCCCAAAIIIIAAAikCBKscHghUSIBgtUKTQVcQQAABBBBAAAEEEEAAAQQQQAABglWOAQTqIUCwWo95opcIIIAAAggggAACCCCAAAIIIIAAFascAwhUSIBgtUKTQVcQQAABBBBAAAEEEEAAAQQQQACBFAGCVQ4PBCokQLBaocmgKwgggAACCCCAAAIIIIAAAggggADBKscAAvUQIFitxzzRSwQQQAABBBBAAAEEEEAAAQQQQICKVY4BBCokQLBaocmgKwgggAACCCCAAAIIIIAAAggggECKAMEqhwcCFRIgWK3QZNAVBBBAAAEEEEAAAQQQQAABBBBAgGCVYwCBeggQrNZjnuglAggggAACCCCAAAIIIIAAAgggQMUqxwACFRIgWK3QZNAVBBBAAAEEEEAAAQQQQAABBBBAIEWg9GBV9W3mzJkyPT0tp06dYrIQaJ3AjBkzZGhoSE6ePGmPfe7cuTJnzhz7d+q/Qfyo196hk/tk5ZKRQeyOfSCAAAIIIIAAAggggAACCCCAAAK1Fyg1WFXh0XvvvSenn366nHHGGTJ79uzagzIABLoVOH78uPzqV7+Sd999V+bPny8ffPABwWq3iDwfAQQQQAABBBBAAAEEEEAAAQQQGLBAqcGqqtRTYeqiRYsGPGx2h0D1BN566y07VFXVo1SsVm9+6BECCCCAAAIIIIAAAggggAACCCCgC5QarJ44cUKWLVtGpSrHJAKWgKpcPXDggMyaNYtglSMCAQQQQAABBBBAAAEEEEAAAQQQqLhAqcHqsWPHZMWKFRUnonsIDE7gn/7pn1hjdXDc7AkBBBBogMBzcvelN8m2kXF59J7rZXEDRsQQEChb4Lm7L5Wbto3I+KP3yMjkrXLtvi/J07dfUna32D8CCCCAAAIIVFCAYLWCk0KX2itQ62D18CNy67UTMhk3fWMP2B9InA8qImMPPC23X+KGATImDzx9uzgfVw7LI7dOiIzfI9eTDrT3hcDIWy9w+BEryJiwzibuuUMH8c4jI+OPypf2XaudU/rPFj6HiXFO6+P+vfNrTHjqWA1r59E+9oOmEWiAgPc6FnGC0+j7DfX+5DG5xnpvssw9FznvWxoweIaAAAKFCPjvUyKt6Z9retlV3OejbttRn6eulYnJvH3pdr88H4H2ChCstnfuGXkFBZoerIbJzTcO3puApA86FZwwuoQAAv0R8L+oMT8UFPGBo/cum8Fq7y2xJQIIlCPgnUOcvasvaO7hm9xypoK9IlBjgeRgVQ2q7ECTYLXGhxZdr6kAwWpNJ45uN1OgEcFqyuWoyRWrX5Ap+5vVYF7tDzsjk04V7MiY9RZlm2yzHvc+BAUVJ/ZHI6PqhJC2ma8QRtUeAe817FW4uyN/7m651Cl7j6mCV88Jhybhc0NMKOu2F4QrwX49az14Sa1YFbdvxiT523t99x83P3gZ+9bPpXEVq+ZVAkZ1r9/X8XGZmvCuJjCvEFDnXb7Mas/ripF6YcjI2JjItm3W+wtzCY3gPDE+PiUT3hsTs3o+6+uPSlcOOgQaKeCfS0JfzsR8/jDOFfp7isj5yP488yXZd621vE/kij79c1I0uNWD3pHxB+Sax26KVKymfnZKuTKmkRPIoBAoWIBgtWBQmkMgjwDBakKw6v/aCQCGv+ssKWD+BJfqEazmOQ7ZFoFKCHhBpB98RMPWcNAZDUWdcXgfQDoHq+EPHX606n9x03Ow6n1JFD1pues2JvTdG7v5gSdp6RUtJIofi+JwQmln6RWC1Uoc63RiQAL6MT8uMhF3/JtfzgRd899jdPH6YwmBAU0tu0FgwAKZglWJXybNOy9Eql7tv+HD8l21brr/3iXpvY32pWjki1sPIwhgk94TRM5rrNc+4COJ3TVFgGC1KTPJOBoh0IhgNTITwR/+9DVW077l1d48xF0iHAlgGnE4MAgEWi7gBRzu69//gBL9oOB8MOh06VvnYNUE77SmatLSAMGHpYTLAc2gNDFENsbufuA54K5XHVdp631I8j9EeUEq58mWv54YvhivO+ubBXst5/ByAEGwar6WzCtm0l5/aCOAQLMFUpcCcP9We+eY4AuW8M0mvcetk5B280njvUrM3+7wOvTL3C9JtaVNzM9KfHZq9sHI6CohQLBaiWmgEwg4AgSrRvVIzGUp6d8Ql72mEUcyAggUKaDfqGpcJiIhiBlsxld/XC/OvfCyB6tmO2bAkvRvtZdg27hL7I1qOOPDV+J6j6FzoVnN4oobyxpEQ9/wBzruD1jkkUpbdRCIvH+IvfS103nigHVjK/MyXXV6cZYCYc3WOhwJ9BGB/AKJwWqWK0fcalTv5njxX+44n2msE07MTTr1v+dx7wnCXzTH76fTl9H5jWgBgTYJEKy2abYZa+UFGhGs9rTG6u1ySdxlqXEfemI/vPDmoPIHNx1EoBcBv1LDW2c5HFYmVYzGryMWDUzMoKXbCtXI/rXL8UKXACddyt9TsDoik3F3+yVY7eUIY5vWCCRdTusARCrK9PUNQ68tib/bNsFqa44kBoqA/iVq2pcpiUvyuPeGGJlMq5p3glUvFA0vK9JdsHoJn504aBHouwDBat+J2QEC2QUIVjtXrPqX8sV86AlfSpPdnWcigEBVBeIrPL1qy6Rg1RtNODj1Ks28cDYIWpwPRmYlWqc1XVWRmlZJsixYS838oBWplDMv7fMD2YRlDry2e1gKIOkSRCpWq3rM06++CCSuQejuzV97uFPF6mL/dc9SAH2ZKRpFoBYC8VfQhbvuPSdpreX4NgpYCsB8T8FSALU4puhkvQUIVus9f/S+YQIEq9odL9WHnC9Mya3XWnezNqpgOy7Azk1ZGvbKYDhtFtAvtzM/nMSv22xqRYPUyDNCwWpUO8tSAF+YcipPIj/WuezRi74T/1jMjblC2xdw86rkYJWbV7X5ddW2sevLitxzvfa1QiRw6BysBl/wGooxlwBz86q2HWmMty0CWYLVxHOF+0VOpmDV/0yT9N7G+j03r2rLYcc4KyxAsFrhyaFr7RNod7BqvDFICVbVkRF/qa93zBAYtO/Vw4gbKxBXaeEONnEdUQ0j9pJ8+3GrOvQBkZv0dRH1DycqJLFvHG59ueN+CEpbKiAtWH369uDmEvaerZttXfOYqnbVlzYwL1XW1oyOWxbFvDO5X3HnDL7zGqucJxv7mmFghoBxI7xQubZZmZ4hWFWtd/36Y1IQQKBJApmC1bhzhfYFTLZg1W7Ev0GVYxi9p0RozdexcRmfmpCJyfDzUj87xa453aQZYywI9FeAYLW/vrSOQFcCtQ5WuxopT0YAAQQQQAABBBBAAAEEEEAAAQTqLVDzYHWXbJ4YkTti52CTTI5vlLX2Y97z9N+VPXEHZfs3vyyy7mFZt7SgvhzcLjfcNyY7FmyTA19dJ8U0G+7nwR/cIMt275DRNQfk4evcPezZLEN7rpTpGx3tvD+x+8jbaIftdz04JCP7RTaNTsvG1X3eWUrzBKvl2bNnBBBAAAEEEEAAAQQQQAABBBBAoBuBBgerFkOhAWM3rJ2eq8LKZTJ2dFS23VxgsNppt10/nqGfKlTdYUXbyycLC1a77mYBGxCsnpJDJ/fJyiUjBWjSBAIIIIAAAggggAACCCCAAAIIINB8gYYEq2Ylqleh6gWXcRWrRrWrHgxqlZ/bFo7JmFXJqH5CVZrWv70wznnU6IMXOHrHkB/yemFlcHA57Yobtpq/d6pC/eBv+Sa5Y7+q0Y2pvjUqVsWvLt0ma3ePuZW9ZphrVv16j8f389vy5aBi9bwHnVDV/3H6JJHqT3cfoaA72T+xKlbbV3gugvndtmaXjFkVtfZPKOxNcjd8qVht/lmPESKAAAIIIIAAAggggAACCCCAAAIFCDQ8WPXCRzNYjV9CwA/rvIAyAhyEkuFQ1X2iFxwmbW8HfcOxAerGw8vsS9HDPyn7i6sQTQhWI8NICXmd5yq3G2XKrqoNtlY+xQSrCUs4uGOKBKtmSO11yTdIXhLCu7Q/dr4k6stSAFSsFnBepQkEEEAAAQQQQAABBBBAAAEEEGiBQEOC1fiZCkIyI1h1g7qg6tGrZnSDWD8YjVZvOm1GKzC9MNB+fKm71mni5fGdL7E3L033g8G0S+6TgtVI4OsFzsa4I4zRfiaGnlq/opfVh728StqgojQ8P8OhdVyDSt7ofJoVycEaqV4fzCpjb4hJvgSrBKstOO8zRAQQQAABBBBAAAEEEEAAAQQQKECg0cGqdfG+u4ZpfHAX9XOfL9GbQMUGpzETkOWyfpHkYNXbj9e0WXGZGvwlLgXg3WgqGqSa+wuvS9ufYHWqw42iQuHtpTtjb8gVmg8v6NaXR4iE545oLt8CXnCdmuDmVZ2EeBwBBBBAAAEEEEAAAQQQQAABBBCohkBDgtXoeqPhisUp2TwxYq0x6jzPq4iMm4JQxam2JmjWYDW8rqdxiXrkEvzkS9F7qqjsIVj1DMKXypuVukE/e6pYNfrVVbB6nTt3xo3Iug1WO3ly8ypuXlWNUzK9QAABBBBAAAEEEEAAAQQQQACBugi0Mlhdm1DN6E+aEQSq2xvFBnlG2Jc86Wblp/lvcw3Y4EZL/a5YNfscDk69y/B7C1a9y/D9KlHXy18KICFovvLpG4IbZGk39eq8FIAWsIfmOBysr/UrhqNLB7AUAEsB1OXkTT8RQAABBBBAAAEEEEAAAQQQQKBcgYYEq0mI8UsBrJWEmx2Za5EmVayuFkm9GdLBzTKk3cHe713STaOW3y+b9n/RqqiN/vQ3WE266VN0bVm7Z9Y6qgcWb9ZCTytyDt1YytnOC0Yjo/HH36+bV3UKVnP6DuC1ylIAA0BmFwgggAACCCCAAAIIIIAAAggggEABAg0OVoMqSysGDS0FsNaGM8M9LZTrWLHqyJvhaqjaMXIne2O5Av1xdeOn1TuDMFYFkOtEvnzfmOxwbwqV6VL1npYCiIacieOIC1a16s9gTdug4lY5bRqdFNlhLcUQqvBNWiYhqA4O3XjK8AzflCpmfs2qZH37Xn0LeMF1aqLuweqJEyfk8OHDcuTIETl27Fin4fI4AghUTGDu3LmyaNEiWbx4scyaNavU3qnzyRtvvGGfTz744INS+8LOEehVYM6cOfZr6uyzzy79NdXrGJqyHe9RmjKT7R5Hlf5Ot3kmOJ+0efabM3bOJ8XNZc2D1eIgaAmBKgjUOVhVbzBeeuklmTdvnpx++ukyc+bMKpDSBwQQ6ELg5MmT8u6778r7778vF1xwQWlBkDqf7Nu3T2bMmCGzZ8+WoaGhLkbBUxGojsD09LQcP35cTp06JRdddFFpr6nqiJTTE96jlOPOXosXqMrf6eJHVp8WOZ/UZ67oaboA55PijhCC1eIsaQmB3AJ1DlYPHDhgV5UtXbpUTjvtNDsIIQzJfUjQAAIDE1ABkPrvww8/lEOHDtmv43POOWdg+9d39Prrr8svf/lLWbBgAeeTUmaAnRYhoL+m1PGsvnQ877zzimiaNroU4D1Kl2A8vZICVfo7XUmgAXWK88mAoNlNXwU4nxTLS7BarCetIZBLoM7B6t69e+0PjGeeeSahaq6jgI0RKE/Ae5P1zjvvyKuvviqrVq0qpTM//vGP7VB1/vz5nE9KmQF2WpSA95p677335OjRo/LJT36yqKZppwsB3qN0gcVTKy1Qlb/TlUbqc+c4n/QZmOYHJsD5pDhqgtXiLGkJgdwCdQ5Wd+/eLatXr7Yv3aVSNfehQAMIlCag3mSpS4OeffZZWbNmTSn9UOeT5cuXcz4pRZ+dFi3gvaZ+/vOfl/aaKnpMdWuP9yh1mzH6myZQhb/TbZ4hzidtnv3mjZ3zSTFzSrBajCOtIFCIQN2D1U996lN2EMIPAgjUW0AFq3v27CktBFIfWoaHhzmf1PswoveagHpN7d+/v7TXVNsnQ51TeI/S9qOgWeMv++90szS7Gw3nk+68eHb1BTif5J8jgtX8hrSAQGECBKuFUdIQAgjkEFA32nnmmWdKC4EIVnNMHptWUkC9pqampkp7TVUSZYCdIggZIDa7GohA2X+nBzLIiu6E80lFJ4Zu9SzA+aRnOn9DgtX8hrSAQGECBKuFUdIQAgjkECj7DRbBao7JY9NKChCsljstBCHl+rP34gXK/jtd/Ijq0yLnk/rMFT3NJsD5JJtT2rMIVvMb0gIChQkQrBZGSUMIIJBDoOw3WASrOSaPTSspQLBa7rQQhJTrz96LFyj773TxI6pPi5xP6jNX9DSbAOeTbE4Eq/mdaAGBgQgQrA6EmZ0ggEAHgbLfYBGscog2TYBgtdwZJQgp15+9Fy9Q9t/p4kdUnxY5n9RnruhpNgHOJ9mcCFbzO9ECAgMRIFgdCDM7QQABglWOAQQGKkCwOlDuyM4IQsr1Z+/FCxCEFG+atUXOJ1mleF5dBDif5J8plgLIb0gLCBQmQLBaGCUNIYBADoGy32BRsZpj8ti0kgIEq+VOC0FIuf7svXiBsv9OFz+i+rTI+aQ+c0VPswlwPsnmlPYsgtX8hrSAQGECBKt75f7PTcjjMaJXjz8kX1xVFPUheezOW+TJK+6Vu65ZUlSjmdo59NidcsuTV8i9d10jS/beL5/butz535m27vZJynOrLL/3Lokb5t77PycTMi4PZYC1+71/fabnijjzKO6cZd+P2u4pueyhL0phU90tGc+3Bcp+g1VUsHr4yc1y59afRWf1Y+vlro1XyOKqzvfhJ2XznZMyctdGuaLXTr7wd3Lz05fKfZ+/ODxK9ftv/DBm5JfL1+77vBjP7l5Itf/98wbq+8Lf3SzfkK9Fx9p97/u2BcFq32gzNVxYEHLoMbnzli3yorvXCzeE30fYf++0NzHm435nE/7+h7a/cEMf3x9kYuNJFRYo++90hWn63rXCzid6T/v+maDvLOygxgKcT/JPHsFqfkNaQKAwAYLVhCDQ/SAzXFi4Wl6wGjpY+vwmSn1Ae+qy5EA6e+ApMphg1dJRJk9dljHALeylR0OGQNlvsAoNVl/9bCRws4O4VyocrhYQrKoxPn3pfWLmqpIQfDoh9Pn5w1WC1djzCcFquafZQoKQyHuR8JeI9t8v+ztF98tB+/lPyhXml5v286z01QhOI3+T1fbfErmtb1++ljsn7D2fQNl/p/P1vt5bF3I+MUPVmHNCvZXofZ0EOJ/kny2C1fyGtIBAYQIEq8kVluoDx9blqjLkDbuqcfmGKdmyxaoZ8T+YGNWuV6dVYprBqrvfDcNWm16pydXBhyM779OrUMKPOR+m3O30/bofiq4Y3iJ2s9Zj9y7f6lSsrt8vt/hlLVp7eltyoWzQP5B1qJQJHYhxH8hC218tV1/9uFUdrDmF9q2664SydqiqrNWP7+0Yer92HvIqd9IrVkPtmWMUp93964usUC7sJVrrhr7+9a/LT37yk9AYPvGJT4j6vflT9husfgerYgeXr8pnrQrNs6xAcYuMyPlbt4qq47z8a04YGa52/Zis16tH7e23ilMLe7msX/+KbJ0ccao01WNbREbO3ypbnQbtYNcOc/VCUff3nr3++Mcuv1zkh69oFauH5cnNd4pffGtsGz0wX5C/u/lpuTSuAjUx+FTbfF/O88ep/v0N20T9fGz9XbLRL58NP+aN0Q5t/UEGFbChsa1fb1tbCa7tbAfA562XV6zf/UxcZ9F97b2n+l9++Q+tfmoVq6F+GNsW+Cq+++67Zd++faEWL7roIrn99ttjX1NTU1OyZs2aAntAU1kFighCQlecuDvWv3QM3qd416CYf8+89ykXWn9/RR6fcq9esdsyQlr7d/w9zDq/TXlenf5ON8W8l3EUcT5x9pt2TuilZ2yDQCDA+WSwRwPB6mC92RsCqQIEq1mDVWu5gFBwan4g6VSRGhesWm2aoeGwEzqaH6ZC/w5VpBj9cINMKx31lxxIXQrADjangjA19G9zjHEfwoLDK/IBz6y08UJUz7FDpU24YtUNVV0f++OfHb6K2/fkYDXywdTcr9dW5mUHOKlkFdi7d69MTFjlVNrP+Pi4rFoVXXihbcGqlZGGgjs7VPWCUuVlB3UqC1SXyjuh4ite0OiFrN7yAu6/rQb9IDJSIesGf16IG37cC1G9QND99/lecGj+O+YISFoGwBtL7KX6erBqjDE0ZrFD3skRb3xOf/x/G8GtWQnrhayhsf9QW4bA9TvfDV6tiNsJlcWtMDYf90JUL2y2//1KMJ/mv7O+YDI8T4WqKlzVf1SoqsJV84eK1QygfXxKcUFIuJNBlenZsUsMhatQ98pjj50t11hr80RD2rj3P53ey/QRjKZLEajT3+lSgCqy0+LOJ2nnhIoMlm7UVoDzyWCnrvRgdbDDZW8IVF9g7ty5MmfOHBkaGrL/G8SP+sB36OQ+WblkpOfdFfMmIyFYTQ0YEy5Tt4PE/bI+dr3O+GDVWxNUIegfeqxPS8G6qIZQXAWL/5SYywCTg9X4D1DBhzIJrVuaPlHRKpe4fpofCM0qUT1M7bgUQErAHB5DdM3XSAgcE7b2fGCyYUhA//Y6qVpVbdDsYDUcTEZCVDtE1Cs3HUIVCH7/PCtMXPqPkTVEQ8Fopsv4neDSqdrU/7c7XXobb+qhbszjMWuwqjFtkQ1ahal2GCRUrOpjsJLMcLDsALjh8mfkYChYNV5kofYd61c/qy1JYASjWdZH1ecorm9BG2cZoW8wd/1ag1WvWk2qVvVeU1SslndCLuY9itl//T1LfHVp0t/OpL/JzpU5bsWr+wVo4jqt5XGy5z4K1OXvdB8JKt90P84nqZ8nKi9CB6sqwPlkcDNTerC6YsWKwY2WPSFQcQEqVrPcvCpaqWneLCKYZuOSff+B7oLVJf6lOqqB8OX5qeuUdhWsxlegRsJN79r71KUOogF1XD+Dtp3QNu6mYWr5Ar9qN6aKNGzv2SRUrI6+Frrph/5yDH1wTFqXruKv3zp0T//2Oqla1QuBnnnmmdIuWy50KYAON6+KBKuhy/zDs6ouh99gRZZ3Guu2htpICVbNm2nZVZtnxd2oKgh3V+2NCTkTwl+ntyrMVOXjCTe+ynDzqtiwU1s+4WK9DfNGYKFgNS6kDgfJycGqsdyAu583Y25UZbvacyJaYB3MXfB47ltzRV7metVqUrUqwWr5Z8figxDzfUT+YNW79N9fYsf6+ztu3WIyFLaWT0kP+ixQl7/TfWaodPPFn0/CBR39uaFtpUnpXJ8EOJ/0CTamWYLVwVmzJwQ6ChCspt/F3gFMCFYT725vhLX25f6rZY+1jueTV8SvCar2Ev/Nsb6uqBPaWomk9bEnYT3XgoNV/wDS1kKNrWSJ2W+WYFWv2DUPVrPqxg9UveUTslSs2sFqzI08Iq+MLMdBx5cTT0gQ8NZUjVtb1duk2RWrYZj4YHVSW9805vldBqtBoOpd8q6Fi0UHq+4arxvUeq9xx0CGm0t1DFa9dvUQWr8U319qoJdgNQhUvXVd9TmqWrCqKLzlAOLWVtVfU1SslndaLjoIif5N7XTVSXjJlWzVaayxWt4RU+6e6/B3ulyhcvde9Pkk+XNHueNk780Q4HwymHkkWB2MM3tBIJMAwWqWQC0arGb7gKJPQbcVq+b0BX0YfS15mQArnY0Eib0vBRBdBzN53FHHLEsBBEFz9HANB6sx85QlWLVzaPuWyfZNsRJ/qFjNdL7o9Unq22v1E7e2qh4CNaZi1QhBTbf4pQC8y/RjlGOCyfSlAGIuh3fXLO3HUgCpywCo4WQIVqMm7nb+OrOGi74Gbd6lAGL6V+WlAJSEdwOruLVV9dcUwWqvZ6382xUXhLhf1sZcNRK9eZVz48u4itNs71uyvCfKb0ML1ROow9/p6qkNrkfFnU+CPmc7JwxujOypOQKcTwYzlwSrg3FmLwhkEiBYzfIhIu6Seed3U0k3iYrodxesRtZY1dcANULA0IeoroJVq5Nd3bwq7aYWcVUuhlvszau0G2e5dyP2wtZosKoHpMFdTTfce5dcs6TDzau2DNvVvk62GjOfrLGa6XzRzye1umLVgjVvuGSlkZE1UdNvXqVXvBo3d/JuxvQzEe8GTuEgM9/Nq1TI+/Sl2pqm5oGSIVj1xuuPMfXmVc76s/4apr3cvEq8G3PFBLjesgP+kgPGmrQl3ryqm9cgN6/qRqv45xYShMTckDLU0w43gdSfm/5lp/PXsePa5sUz0WKNBMr+O10jqsK7Wsj5xOgVwWrh00SDXQhwPukCK+GpBKv5DWkBgcIECFZ7DVbtTyDh9Tu9S9RjZ6e7YNW6f699t19/3TNjnVUnEHVXKNX32ylY9ddu1dZt1dtK248aV8o6q7FVMrqR1c8Nw1us1SKDZQzsN3XBICW67ukWeVHcdWsj/Vwv+2/xwu03QpWp5iWT5pq4VxsVrHyYLOyU0nNDZb/BKnSN1a4rVh027+71HqIXgtr/Dq3DermsX/+KbPX2E7fGqrFu6+Vfu0vO+751p/vzg0BR39/l69fLK1uj4ay/XKx32X1khlXo+LRcai02mriaaKZg1Raww+QfuvvwLsuPjt/6TWidVW+7j8n6u5x1XvWxfcwa2/nW2M7TH9ODVdNetf3ZV+XOb7zitxfytx5ff/5W2RoJZ/2eB9v1/IrIvyHBan7DPC0UEYQkrufu/9033ytYq7JrX/jq/e+83JD17NT3MXk02LYJAmX/nW6CYa9jKOJ8Yu6bYLXX2WC7IgQ4n+RXJFjNb0gLCBQmQLBaGCUN2SHqflnvV4bWhUR9MP2WyG2q8rUufW5eP8t+g1VUsDqomennzZEGNYbB7Sdu3dXB7b2sPRGsliXv7LcfQUi5I2LvbRco++90m/05n7R59ps5ds4n+eeVYDW/IS0gUJgAwWphlDRkCajqmqcu67CeadWkVCXsU5fJQ6mL9PdrzAAAIABJREFUsFat083rT9lvsCodrOrridpTb1ya3rzDIceIzGUQ3GUWJkfkrqSba+XYW5U3JVgtd3YIQsr1Z+/FC5T9d7r4EdWnRc4n9ZkreppNgPNJNqe0ZxGs5jekBQQKEyBYLYyShmyBLEsrVIlK9fcpuax2VbZVMiymL2W/wap0sKqiVLWmqHelufXv0DIBxUxBc1oxlkEILxvQnGF2GgnBaieh/j5OENJfX1ofvEDZf6cHP+Lq7JHzSXXmgp4UI8D5JL8jwWp+Q1pAoDABgtXCKGkIAQRyCJT9BqvqwWoOWjZtqQDBarkTTxBSrj97L16g7L/TxY+oPi1yPqnPXNHTbAKcT7I5pT2rJcHqQdn+zWUydjRKsWl0Wjauzg9ZhRYO/uAGWfbSOjnw1XWy9OB2ueG+7bLu5odlnWj/e2kVekofkgQIVjk2EECgCgJlv8EiWK3CUUAfihQgWC1Ss/u2CEK6N2OLaguU/Xe62jr97R3nk/760vrgBTif5DdvVbA6daURou7ZLEM7dsk2FT42LXAkWM3/6iihBYLVEtDZJQIIRATKfoNFsMpB2TQBgtVyZ5QgpFx/9l68QNl/p4sfUX1a5HxSn7mip9kEOJ9kc0p7VruDVdklmyc2y7AfrEYrW0fXHJCHr1Opq3ruThles0vGdu8QWbBNDqwT+fJ2kXULx2Rsv/WU5ZMyfeNa2fXgkIyof3s/7u/VP9Vjmxdvk7W7x+QO9/FQ1awdiI6JtQfrZ5NMjoqM7ByOVqG6QbC9L3H2m7liNbQPtZ/RZobL+V8fA2+BYHXg5OwQAQRiBMp+g0WwymHZNAGC1XJnlCCkXH/2XrxA2X+nix9RfVrkfFKfuaKn2QQ4n2RzSntWu4NVVbG650o7lBRxQ9WFTkipfuygcre4oaMKVkfkDi0kFTegFD98dYLTkbet0FVdjq8asati7xAvPHVC1yDIdPaxVibHN4oVydr72OW15wWgKsQ1L+/vNVi1lwUYk7X+EgjuuEXrc/7jihZ6FCBY7RGOzRBAoFCBst9gEawWOp00VgEBgtVyJ4EgpFx/9l68QNl/p4sfUX1a5HxSn7mip9kEOJ9kcyJY9ULTmDVW7cpTLwQ1pfTL6Zc6oafoa7KGHk9iDm+nV5g66a22/ulBFcKKG7I67YWC2pj99VSxanQ1VOma/5iihRwCdQ5W9+7dK8PDw3L66afnEGBTBBCogsC7774rU1NTsmrVqlK68+Mf/1jOOussmTt3bin7Z6cIFC1w7NgxefPNN+WTn/xk0U3TXgYB3qNkQOIptRIo++90rbAK7iznk4JBaa50Ac4n+aeg3RWrbkVoUL2phZn+pfxedWl3wapTiepc0K9+QhWr7qX79gNaWHrl09rNp7wNVcVr0UsB2G27FbjeftIC5vzHGS1kFKhzsPr666+L+rbr3HPPlaGhoYwj5mkIIFA1genpaVGvZ/U6Puecc0rp3quvvioqiFq0aBHnk1JmgJ0WKaBeU0eOHLG/KDjvvPOKbJq2MgrwHiUjFE+rhUAV/k7XAqpPneR80idYmi1FgPNJMeztDlZVvKitUeqvjRp76X22YDUIVK31UbXL+71K17SK1cEEq0Gg6q0fS8VqMS+mIlqpc7B6/Phxefnll2XBggWycOFCmT9/fhEktIEAAgMUeO+99+Ttt9+Wo0ePysc//nGZPXv2APce7EqdT1588UU7iFJV8HPmzCmlH+wUgbwCH3zwgahKEPVFwYUXXljaayrvOOq+Pe9R6j6D9N8TqMrf6TbPCOeTNs9+s8bO+aS4+SRYtW8mpW5QNWXcyMpC7nopAGe90qkrp2Xjam+S8i0FkHhDql7XWFXLDXgVsG4XCVaLe0HlbanOwaoau3qjcfjwYXnrrbfsD5H8IIBAvQRUkPnRj35UFi9eXHoApM4nhw4dsoNeFU7xg0AdBdSXAurLxiVLlpT+mqqjX5F95j1KkZq0VZZAlf5Ol2VQhf1yPqnCLNCHvAKcT/IKBtu3O1hNDU69ys5ulgJwgtXtF6igViWf7o2hrLVdsywFsG6psb1586qkm1u5N9RKDGHtG1Ztl3U3PyzrzHVc3Ztrpa41W9zxRksdBOoerDLBCCCAAAIIIIAAAggggAACCCCAQFsEWhWsjsXcvMoLPO0J90JG+x8qUN0oU/eNyK41XkVrhptXeWGoewRtGj0gwzuXydjCSZm+cW1o6QH7KZEbUulrn47KpuUid7y9LrjBlt5Ha8mCyQu2y8jhjXbbmYJVK+/1lzxQ+1fLHlw5Jct27LLGawWvbiVsW14AVRsnwWrVZoT+IIAAAggggAACCCCAAAIIIIAAAvECLQlW6zv9XKZf37nrpecEq72osQ0CCCCAAAIIIIAAAggggAACCCAweAGC1cGbd7VHgtWuuGr/ZILV2k8hA0AAAQQQQAABBBBAAAEEEEAAgZYIEKxWfKIJVis+QQV3j2C1YFCaQwABBBBAAAEEEEAAAQQQQAABBPokQLDaJ1iaRaAXAYLVXtTYBgEEEEAAAQQQQAABBBBAAAEEEBi8AMHq4M3ZIwKJAgSrHBwIIIAAAggggAACCCCAAAIIIIBAPQQIVusxT/SyJQIEqy2ZaIaJAAIIIIAAAggggAACCCCAAAK1FyBYrf0UMoAmCRCsNmk2GQsCCCCAAAIIIIAAAggggAACCDRZgGC1ybPL2GonQLBauymjwwgggAACCCCAAAIIIIAAAggg0FIBgtWWTjzDrqYAwWo154VeIYAAAggggAACCCCAAAIIIIAAAqZA6cEqU4IAAmGBuXPnypw5c2RoaMj+bxA/p06dkkMn98nKJSOD2B37QAABBBBAAAEEEEAAAQQQQAABBGovUHqwumLFitojMgAEihKgYrUoSdpBAAEEEOifwHNy96U3ybaRcXn0nutlcf92RMsIIIAAAggggAACCFRagGC10tND59omUOtg9fAjcuu1EzIpIzL+6D1yvf9J2/0ALmPywNO3yyXe8wr6QP7c3ZfKTdtExh54Wm6/pG1HDONFoLkC3ms7MsKCzh3NlStuZIcfuVWunZiMnF+d3w875/Q8uyv470GerrAtAggggAACCCCAAAK9CBCs9qLGNgj0SaAZwaqFEwo+jGC1YDuC1YJBaQ6BiggkBquqf4SrA5mlpGB1IDtnJwgggAACCCCAAAII1ECAYLUGk0QX2yPQmGDVzj0elXvsstW0itURmbz1WpmYdKtZ7ak+LI/YvwsqX70P986REK6INYNVgtb2vF4YabMF4l/L4fPJMreicmRsTGTbtlDFfDiYNSvprTONu61SHHvgUbnoO/q5KNjP2Ng21bR6kjx9+zL3/BTYB+c67dw1PiwTE2oj71wo2nb6+S7cD3eDlMvrvX3E7d/5Xdr5Up67Wy5VJf7+T7gv1sbulQd2x+WBax6Tm4yK1eT2exh/XMWq0cfI1QjG44F//N+PZr9KGB0CCCCAAAIIIIBA2QIEq2XPAPtHQBNoUrBqpRDuZaLpSwFYaUP4UlPjg7b3ePhACcIAglVeQgg0U6CbYNUXcCtZD7hLhJgyfkgXCRhHZGRkUib9L3m885YWQVrLjVzzmLP0SPjHC22joafzPK9tbSs7pLUuoo/0w93C/2IqvKf4Kt6kL6G8bd3HRQtN9Wa9vvhfgkWPJ88tHKp6z/POxz2M3wxWEzyS583tgz+G6BdzzXx1MCoEEEAAAQQQQACBqggQrFZlJugHApZAI4JVrcrJqfAS5yYnSWuseh+s3Q/G3gd3pwrJq/LSqqrcD95elRIVqrx0EGimQOpSAMb5IrQ0gF91GT1vOM/zKuW1yno/0DO/EEpfvzl8/gmCRfP85PfP20/SUgbe435QmD634f17YXA0aA1XdbptJn2J5fctGI8TbHr/TjofB1W5mccf6kMwL5Eg1agWDqpYo2Nu5quBUSGAAAIIIIAAAghUVYBgtaozQ79aKdCUYPXRe4blu3aYqkKJB0RuSglW/Uv/1Yf1L8hUaGmAaNWYf2C4wQPBaitfKgy6BQKJwaoWOoa/iHHumBf3u2CJEXWeuUYe07/scbZyL9VPqLQ3vM3KzXDwmBJsJt2sSb8EX+2rQ7Aau/9lbkVqx/VnjfOqUeWrX3ofXmO10/nYWyahi/GHPLy/G8byBJ59gh3rwLbgZMAQEUAAAQQQQACBCgsQrFZ4cuha+wSaE6xeL4v9yizrMthJ6xLbpIpVLQgZGx+XqYkJmcxwaapXAeZd8htZh699hw8jRqBRAlm+NIkNUY2qdgdFD057D1bTlx5JXh/arxhNuvTdXBogIVhN3X+nYNXct/HvuHNp5mA1VAncp2DVW6rACI4JVhv1smcwCCCAAAIIIIBA7QQIVpOmbM9mGdpxh2wanZaNq2s3r3S4pgKNClatOQhXnLlVSHFVR0a1VhCSxlx6asxtlvClpocD3Uag1QJZXtuxwWqhSwHo1ZPGetF+WOstF9B9sGqGmX4lamyw2mn/QUVp3KX0j170HXs9az/kNZYl8Nez9oNLs71O5+Pux784YSmA+CA6ZqkAf13Y6M3JWv3iYfAIIIAAAggggAACAxNoWbB6ULZ/c5mMHQ18R9cckIevWxoB3/XgkOxcXWSouks2T2yW4ZsflnXR3Q1swtlRtQWaFqxa0aq7vqpyTwlWQyFshztmu1PoBQfcvKraxzS9Q6BXgZ6D1ciXOkEPur95VVywGh1Rr0sBJN1kK34pgORL8dNvLuWEjiOTzo0CIz8xQar5nPT2ew+Ww8GqdqWD0QFuXtXrq4jtEEAAAQQQQAABBPot0J5g9eB2ueG+MZFQkKrCzhG5Y/mkTN+4VrM+KAcPLpWlhQagBKv9Ppib0H7zgtVgvcNOwap/d+yYSi1zPUH9RiwEq0048hkDAlGBPMGqai1cMR+taAzOK+qxcZGJa2VissMaq/pd61UgaW/mLV/SwxqjoS+f4vphuKTu/xL7yfHrv9qPuOvIOm2qsPKaxy6Vm7ZpNqGrB8ZkfHxKJqwwNm7dVa9nwfk4b8WqFaw6EyeX3qRW6HZ+IjfeSn082gdeWwgggAACCCCAAAII9FOgJcGqU6m6/YKY6lQ7cN0u6+xKUidoFe3y/4M/uEGWvbRODnx1ndg5qxvQ7lD/e8G24PeStu2wPKgCXHcmveUFVFXsyH5teiMBbz+nnrarKFDrYLWKoPQJAQQQiBHwQ9fIes4JN05CEQEEEEAAAQQQQAABBBCIEWhHsBoKT9OOg07Bqv64GdZm2TZYCsAOVd/WglnWdOUFagkQrHIYIIAAAv0XMKs6/T0m3DSq/z1iDwgggAACCCCAAAIIIFBHgXYEq3ZoKTI5vlH0C/6jE9YhHE1tp7tgNcu+63hA0ed8AgSr+fzYGgEEEMgqEF4qwNrKuNt81nZ4HgIIIIAAAggggAACCLRXgGA1NPfp4aiYywJ0se1Se6mA6M2r7KUGdtsLC9g/3jIB7T0k2z1ygtV2zz+jRwABBBBAAAEEEEAAAQQQQACB+gi0I1gtaCmAIoPVIFDd5FbSRkPd+hxG9LQoAYLVoiRpBwEEEEAAAQQQQAABBBBAAAEEEOivQDuCVUm5eVXoplODWgrA6c/UldOycbU3wQSr/T3U69E6wWo95oleIoAAAggggAACCCCAAAIIIIAAAi0JVq2JtqtWx0TWHJCHr1vqzrwTZt6xwLuJlBN4ji2clOkb1Wqs5uPh8NOuOj280X1ulm29pQDMoNfd9ihLAbT9JUmw2vYjgPEjgAACCCCAAAIIIIAAAggggEBdBNoTrNoz4gal2uyMhoLWIIB1Vj21LtMfte5nsXNYDnx1ndhxrBvQ+o/rN8QyHzO23fXgkIzsF7H3eelOO+j1VlfdNHpAhnfqoW5dDiH6WaQAwWqRmrSFAAIIIIAAAggggAACCCCAAAII9E+gZcFq/yBpGYEiBAhWi1CkDQQQQAABBBBAAAEEEEAAAQQQQKD/AgSr/TdmDwhkFiBYzUzFExFAAAEEEEAAAQQQQAABBBBAAIFSBQhWS+Vn5wiEBeoerB4/flwOHz4sb731lhw7dozpRQCBmgnMnTtXPvrRj8rixYtl9uzZpfae80mp/OwcAQQQQAABBFouUKX3hS2fCoZfcQGC1YpPEN1rl0Cdg1UVgrz88ssyb948mT9/vpx22mntmjxGi0ADBD788EN577335P3335ePf/zjpYWrnE8acDAxBAQQQAABBBCotUBV3hfWGpHOt0KAYLUV08wg6yJQ52D19ddfFxWGLF261A5Vh4aG7P/4QQCBeghMT0+L+k+9if7FL34hs2bNknPOOaeUznM+KYWdnSKAAAIIIIAAArZAld4XMiUIVF2AYLXqM0T/WiVQ52B17969cu6558pHPvIRQtVWHbUMtkkC3pvoX/7yl/Laa6/JqlWrShke55NS2NkpAggggAACCCDgC1TlfSFTgkDVBQhWqz5D9K9VAnUOVnfv3i2rV6+WGTNmUKnaqqOWwTZNQL2JPnnypDz77LOyZs2aUobH+aQUdnaKAAIIIIAAAgiEBKrwvpApQaDqAgSrVZ8h+tcqgboHq5/61KfsYJUfBBCot4AKVvfs2VNqsMr5pN7HEL1HAAEEEEAAgWYIlP2+sBmKjKLJAgSrTZ5dxlY7AYLV2k0ZHUagkQKnTp2SZ555hmC1kbPLoBBAAAEEEEAAgewCZb8vzN5TnolAOQKlB6vlDJu9IlBdgblz58qcOXMGuk6p+mN56OQ+WblkpGcYdekuFWY987EhApUSKPsNNOeTSh0OdAYBBBBAAAEEWixQ9vvCFtMz9JoIlB6srlixoiZUdBOB/gtQsdp/Y/aAAAKdBcp+A02w2nmOeAYCCCCAAAIIIDAIgbLfFw5ijOwDgTwCBKt59NgWgYIFCFYLBqU5BBDoSaDsN9AEqz1NGxshgAACCCCAAAKFC5T9vrDwAdEgAgULEKwWDEpzCOQRIFjNo8e2CCBQlEDZb6AJVouaSdpBAAEEEEAAAQTyCZT9vjBf79kagf4LEKz235g9IJBZgGA1MxVPRACBPgqU/QaaYLWPk0vTCPRN4JA8ductskU2yL13XSNL+rYfGkYAAQQQGKRA2e8LBzlW9oVALwIEq72osQ0CfRIgWN0r939uQh6P+F4oG+69S64p4lPa3vvlc1uXD/RD3977PycTMi4PfXFVn44cmkWgWIGy30AXFaweeuxOuWXLi1Gcq+Nfj9HnXy3jD31R4l65kedeqIVJ6jwzET2TeR25cMO9cpd/Qoue98KPW1ultHf1+EMSd2rx+hd93A2/Ylni2op5foJfAJ10LlfPCM7nTh8l5vzubG/hx44tsh/d3nswycx87qHH5E6rE8NJ+zIet/v85BX+35CsYzC3s7sZ6aP2t87db8w0OSO05+BsJ8iMe1KcibNT5+9s4uNx/TJfBwnzo/r8LZHbjFA1q1GxZzFaQwABBBAoSqDs94VFjYN2EOiXAMFqv2RpF4EeBAhW1Ye1rbLcDFHtD59TxYSrBKs9HJls0jaBst9AFxqs7l9vfKnhBoXDerjqhYdGgOQGX+FwMr4qz/4C5fG4IDbhvKYFa+EgNab9pPNW4rnR2adcLfL4VBACOsex0/7+9UZoGRcweuGeEaQmj9V7paSMWXsx+eF0JOTLFqza2+8flqsft0JsMxhNMLP7PqWF4PYYn1R5r1xxm/kFXhAQe8dAfLBqJZsdxhAJVu25U93WgvvY4y1lzpLm0v39ltAx7s5+mpmdqUaP42gwmhSsHpJDS5ZEKlXzznPbzr+MFwEEEKiaQNnvC6vmQX8QMAUIVjkmEKiQAMFq8ofxaLVPuCLKrPByPhw6k+uHIqHqIC0ACf0+XB2r2nlq+QaZ2rJFXvQqrcSpcAqKhIyK2lCl0dVy9dWPW1W4WoiTsr8KHY50pWECX//61+UnP/lJaFSf+MQnRP3e/Cn7DXR/g1U12nAwFFtN6GeE4QAs+blOYPnkFXo1qrevmC+MjD6E58BoK/ELoYR9es+/TeRbVmh4RejLqoRg1e6qPtak8Tg9Ta/E7yJY3e8Eo1MxVbzpFavBOC57KuaqgKxmbrB6xYZheVJGtUpi1+Mp62+IFtzGBqsZxmBul+QX//ukOcs6l97RlcHMDHvdTcP9iglWU/6u6QF49/PcsBMxw0EAAQQqIlCn94UVIaMbCCQKEKxycCBQIQGC1ZQP4/aH3/2y3q7ucT7UBR/Qwv8OfYA1q4LMD9tmxZfx70j1TqSqy6guMx/3Pmx6FV8d9lehw5GuNExg7969MjFhpSbaz/j4uKxaFb3QvfnBqhMMbl2uQlBJCESjYdQXV6WHjfGHTFolvlGxqDegn6uyhoT29nofnbGFKxdTwjj73OqGwPYXSGYoq3UwdE42R95NsGpVFF/2lHFVQoaKVf3cHle5m3J1ghP0uZXMXrB673rZ/63XZFS7jH3v/XfKa6PW728JliWID1Y7jyH7EgJxR1FBwWoHs+zL1hjz0+Hvmu/dyzw37DzMcBBAAIGqCNTpfWFVzOgHAkkCBKscGwhUSIBgNe3DePDY6j3hNe7sKfQ/MI7Ka7FVY+5Ehz5sx4ck+ofLLB809Q/MVooRWn/P6ZpXTeWsh2dWtGXZR4UOU7pSYwG9OiGpWlUNrw3BahCuScf1PIMQ9o2Oz40eHvHntdQqWTsf1b5M6mYpAD8odC9rj1xynhasao9JzKXqocF1Ol/HrZdtNaBdMq8HnOFL9DsHq+HzZsy5PG3ZF/0xzevcHSpI9ZYDsPpwpwpaz5Ud2nqvicGqtdBt2hji5lu/ssKmTVy7tttgNW65C7PK2DTr5ksDfX46/x3NM881Pt3SdQQQQKDyAnV5X1h5SDrYegGC1dYfAgBUSYBgtdMHdaeS6twdMZd9+iHEZfJU2k1PQh+24z+8Rz4Ext54KrwUgRcWvBFzo6pOAU6oeqpKByR9aZyAXp2QVK1KsBoTjfrVrSUGq7E3w4re2C/6RY1Z4T+oYDVu+YOwbfjcp/ezg7MZHts5tLoR1nCwZmkPweo1b9wvd77mLgdgbe/873Bf0oJVb4kJ52qK9O0MidBNqJJuOBZZF9dbSzXu5lVmSNvRrNdgtfPf0Z7nuXFnYAaEAAIIVEugLu8Lq6VGbxCIChCsclQgUCEBgtVsSwFYJWMyYYadAwtWg0DVW9dV/6BNsFqhFxRdiRXw1lSNW1vV26ANFav1XgrAPQ9FKhyNL3z0I8CvFK3gUgBWtaf9419SHr783jyQ/ZshxRzhoTW1ty6Xe4071KtN4pcCUJWqyu8pucxacsYqV3WrV9PX4418MZYwho4Vyu5Y4p+XvWLVsZHIzR6zmGW/ekI36TZYzT7PnMIRQAABBPovUIf3hf1XYA8I5BMgWM3nx9YIFCpAsJocrHa63H5gSwHEVEF16htLART6MqGxnAKqOkH9xK2t2p5gNT0sCxEbl9KnBWTxwVTSeS3tcvcMN69y13O2EjT/hkuRqk1vIKG1n7Pe8GhQN69y1zp1++pcTn+hXPjiizI8/pB4mWswJ2YFrvaIve0GJ0zNui6tUclp37DwsnGRrd56q10Gq3ZuGB1D+LhJmfvI0g12FGxXtCZVrJq/j6wNHlmXPMUs4eZVyf3vbikAb8+d5znniY7NEUAAAQQyCdThfWGmgfAkBEoUIFgtEZ9dI2AKEKwmBBCRG5OYH6zD/45+ANQuSe3l5lV6dWzczbDUJbp+NVjcTT2sx7l5FS/4Ggk0u2I1bv1J93cvXh1cSq7my735XPjSbOOGdXog+Hj00nzn8vCEy+Ld9r3qd6epmPYTQkKvCtHpX1oQqo/ZWes5EtJFbsynuqLWed0iLxqVsdHgzjy405Z1CZ4bvwxKUHUbvSTem5OEm37pfyusy/o/F1OxGl4H1RujdpOuyJx0H6x6SwJYZ37r1O+Ew7FLCEQqS5PmsLtg1d+/93cpNqz1D9zQjcPi5jZ8nNkvjPBaw1lvXhVKyTvMc43Ol3QVAQQQaLpA2e8Lm+7L+OovQLBa/zlkBA0SIFhNuozVCDvsOQ8/NxxMuBVD6lOt9RN+zNtOC0DcD9Lus0OXUMZVoIVuOKI+uK7fL7dMTAXbeWGEs3PZMLxFtkTCWbdzEhfENOigZii1FCj7DfTu3bvlU5/6lMyYMSOXX9Llz+b5wttJ9Plx5x7n2ZEbD2k3ZQp3ulPIGD3vRfqXsl6o0w/rPHLbsGz5VkLg6HTYDdBuE/nWLbIlsi5n0rnIC521USXeZMl7TsqSBNo5OXF96dhAW7XdaR1QLUC270DvnWdT+h5Ze9Scr16CVc/78cRg1T2IIn2MDZO7rFi12/ZD8dtkw9S3IjdNDESiXzR0fh3EVNym/B3tfp5zvezZGAEEEECgYIGy3xcWPByaQ6BwAYLVwklpEIHeBQhWe7djSwQQKE6g7DfQRQWrxYnQEgIIIIAAAggg0E6Bst8XtlOdUddJoObB6i7ZPDEidySIj645IA9ftzTDfByU7d/8ssi6h2VdlqfHtuj2ZcE2OfDVdbJUvL5tksnxjbI2Qy86P6WIfnbeC88oT4BgtTx79owAAoFA2W+gCVY5GhFAAAEEEEAAgWoIlP2+sBoK9AKBZAGCVVFh5TIZOzoq224uMlgt+rArqp9F94v2ihQgWC1Sk7YQQKBXgbLfQBOs9jpzbIcAAggggAACCBQrUPb7wmJHQ2sIFC/QkGC1U1WoWdnqhaheWBnA2lWul+6UG+4bkx1+9anIwR/cIMt275BNo9OycbXz/F0PDsnIfud/bxqdFNlhVc+mVKx6bfh7i2l/dM02Wbt7zK3C7dBPVY17cLvTV7fRcJVudHx6/4s/nGgxrwDBal5BtkcAgSIEyn4DTbBaxCzSBgIIIIAAAgggkF+g7PeF+UdACwj0V6AFwWo0XHSjUOsS/Rtlyq5WDZCzBquRkNSHKpwvAAAgAElEQVRrIilY3bNZhnZEFy3wgtD09q6UnWn9NI4RLzzVg19thDkrc/t7QLa9dYLVth8BjB+BagiU/QaaYLUaxwG9QAABBBBAAAEEyn5fyAwgUHWBhgSrccxmtWdSVWvMJfZeFWhixWpQAetXgHrBadY1Vr3nL5+U6RvX+hWx4m3vV6J6/Y72M1pFG17ndcquqM27xEHVD+Fm9Y9gtVnzyWgQqKtA2W+gCVbreuTQbwQQQAABBBBomkDZ7wub5sl4mifQgmA1uIzfnz4tMLUeja6x2ilYXepefh9qJ+PNq4xL98UIVoNL+b1+JQer8RWpapTuNpEq2U5LJjTvAK/biAhW6zZj9BeBZgqU/QaaYLWZxxWjQgABBBBAAIH6CZT9vrB+YvS4bQINCVazBYbhINKsaNUqO2OCVW9bu0K1l2DVqFCVhIrVYoLVcJWqucwA66xW92VOsFrduaFnCLRJoOw30ASrbTraGCsCCCCAAAIIVFmg7PeFVbahbwgogVYFq96Ue0GjE2JKcsWqV/kp5qX/0aUA/PAyYSkAcW905YWa/vNzVKzG3VAr9bA2w11eA5UTqHOwunfvXhkeHpbTTz+9cq50CAEEuhN49913ZWpqSlatWtXdhgU9m/NJQZA0gwACCCCAAAII5BQo+31hzu6zOQJ9F2hIsJrgZIeWIpsnRiTmtlHuTZyMm1ulbmNdZK8qVlfHLC/gdaFDsBrpadfBqtuC2u7aKbnhvjHZYTZqtznsBsZRGypW+/666nkHdQ5WX3/9dVHfZp577rkyNDTUswEbIoBAuQLT09OiXs/qdXzOOeeU0hnOJ6Wws1MEEEAAAQQQQCAkUIX3hUwJAlUXaEGwutaag6DC1JuQULior0XqBp3+pfpqAyssnbxgu4zs3uEHq+rX+tICo2u2ydrdY3JH4s2r9D6oS/W/bZXKLpOxo84yBsM/uEGWWe0nLwVg7TCun+aarbHrxwaHYdB+1Q/NdvavzsHq8ePH5eWXX5YFCxbIwoULZf78+e2cREaNQI0F3nvvPXn77bfl6NGj8vGPf1xmz55dymg4n5TCzk4RQAABBBBAAAFfoCrvC5kSBKouUPNgteq89A+B7gTqHKyqkaow5PDhw/LWW2/JsWPHuhs8z0YAgdIF5s6dKx/96Edl8eLFpYWqHgLnk9IPBzqAAAIIIIAAAi0WqNL7whZPA0OvgQDBag0miS62R6DuwWp7ZoqRIoAAAggggAACCCCAAAIIIIBA2wUIVtt+BDD+SgkQrFZqOugMAggggAACCCCAAAIIIIAAAgggkChAsMrBgUCFBAhWKzQZdAUBBBBAAAEEEEAAAQQQQAABBBBIESBY5fBAoEICBKsVmgy6ggACCCCAAAIIIIAAAggggAACCBCscgwgUA8BgtV6zBO9RAABBBBAAAEEEEAAAQQQQAABBKhY5RhAoEICBKsVmgy6ggACCCCAAAIIIIAAAggggAACCKQIEKxyeCBQIQGC1QpNBl1BAAEEEEAAAQQQQAABBBBAAAEECFY5BhCohwDBaj3miV4igAACCCCAAAIIIIAAAggggAACVKxyDCBQIQGC1QpNBl1BAAEEEEAAAQQQQAABBBBAAAEEUgQIVjk8EKiQAMFqhSaDriCAAAIIIIAAAggggAACCCCAAAIEqxwDCNRDgGC1HvNELxFAAAEEEEAAAQQQQAABBBBAAAEqVjkGEKiQAMFqhSaDriCAAAIIIIAAAggggAACCCCAAAIpAgSrHB4IVEiAYLVCk0FXEEAAAQQQQAABBBBAAAEEEEAAAYJVjgEE6iFAsFqPeaKXCCCAAAIIIIAAAggggAACCCCAQOkVq0wBAgiEBebOnStz5syRoaEh+79B/Jw6dUoOndwnK5eMDGJ37AMBBBBAAAEEEEAAAQQQQAABBBCovUDpweqKFStqj8gAEChKgIrVoiRpBwEEEEAAAQQQQAABBBBAAAEEEOivAMFqf31pHYGuBAhWu+LiyQgggAACCCCAAAIIIIAAAggggEBpAgSrpdGzYwSiAgSrHBUIIIAAAggggAACCCCAAAIIIIBAPQQIVusxT/SyJQIEqy2ZaIaJAAIIIIAAAggggAACCCCAAAK1FyBYrf0UMoAmCRCsNmk2GQsCCCCAAAIIIIAAAggggAACCDRZgGC1ybPL2GonQLBauymjwwgggAACCCCAAAIIIIAAAggg0FIBgtWWTjzDrqYAwWo154VeIYAAAggggAACCCCAAAIIIIAAAqYAwSrHBAIVEiBYrdBk0BUEEEAAAQQQQAABBBBAAAEEEEAgRYBglcMDgQoJEKxWaDLoCgIIIIAAAggggAACCCCAAAIIIECwqgROyOHn7pdNL6+QW6+5VobnJ6sc/MENsmz3jugTlk/K9I1rm3FAHdwuN9y3Xdbd/LCsW7pLNk+MiIxOy8bV+v9uxlDrNAqC1TrNFn1FAAEEEEAAAQQQQAABBBBAAIE2C7SoYvWEvP7U3fIvf/wzOfOsz8jf/N4fyMUJ4aodrB7eaISoTuC4a80Befi6pQ07ZghWqzKhBKtVmQn6gQACCCCAAAIIIIAAAggggAACCKQLtDJYPW6ZnJUSrsYHqyK7HhySzYuDYFX9e2S/BqxVtKrHdi7eJrt2j8kOGZVtN2+Uqft2yvCaXTKmqmEXbJMDX10nS/dslqEdd2iNbJLJ8Y2i6mKdfqyTbW+PydhR5ymjoWD3oGz/5jL/sU2jkyI7NstwpArV2dZu76V1zn4zV6yG9xHtAy+xIgUIVovUpC0EEEAAAQQQQAABBBBAAAEEEECgfwKtDVYVaVK4mlyxulOudENPO1R92w1HVWNuQLrJvpzeCWFH9gchqfUbu+L1Dn05AXubXVboqi7HV42En+MtSeC16ewjeH64D14AqkJc8/L+XoNVt82FwRIITp9E63P/Ds42tkyw2sZZZ8wIIIAAAggggAACCCCAAAIIIFBHgVYHq0nhauIaq3blqReCmtMdXpvUDj1FX5M129ql+nahClN7dx0u2Q8Fr9H99VaxaowzVOlax0O+2n0mWK32/NA7BBBAAAEEEEAAAQQQQAABBBBAwBNofbAqcpr8wciE/Pkli/2jIr5iNVq9qTYwQ9hQxWrWYNUOK9WSAe6PW9WaGqwu1W8+5W2owtSilwJw2g4ve5AWMPPiyiNAsJpHj20RQAABBBBAAAEEEEAAAQQQQACBwQm0Plj95Hkb5K+v+S1ZfFqAnrTGqnMpvthroA7bl8SrKNS73L+HilUtUI0LZKsQrPqBqrcmLBWrfX11Eqz2lZfGEUAAAQQQQAABBBBAAAEEEEAAgcIEWh2sxoWqSjY1WN05bN386UrZad00aupKZz1V56f7YDVuP7mWAki8IZXTw+6XAtArYN1hEqwW9uKLa4hgta+8NI4AAggggAACCCCAAAIIIIAAAggUJtDaYDUpVPUDyMMbZfrGtRq0sxTA9gsOyMPXifa/1V2nvBtHWfWr+s2rOiwFYFak+ssKZFkKwAp0w9ubN68yly5wb4wVW3matHaruU6r20bqWrOFHZutbIhgtZXTzqARQAABBBBAAAEEEEAAAQQQQKCGAq0MVi+Kufxfn7vEm1e5gaf9XGNd1E2jB2R45zIZW+jcsCrbzauCQNZu02r/wOLN1hIDa4PlBl5aZ1XIrhMV35pVsfZv1E2y9ju9H12+SWT/Llnn3WAr1EdryYJRkRG74tZqL7G61QhT7eUP7nB51NqqG2XqvhHZtUYFzE6v+ClOgGC1OEtaQgABBBBAAAEEEEAAAQQQQAABBPop0KJgVeSdlx6Vvz+wVK4bWR1aU7WfwANtm8v0B8rdj50RrPZDlTYRQAABBBBAAAEEEEAAAQQQQACB4gVaFawWz1exFglWKzYh3XeHYLV7M7ZAAAEEEEAAAQQQQAABBBBAAAEEyhAgWC1DvV/7JFjtl+zA2iVYHRg1O0IAAQQQQAABBBBAAAEEEEAAAQRyCRCs5uJjYwSKFSBYLdaT1hBAAAEEEEAAAQQQQAABBBBAAIF+CRCs9kuWdhHoQYBgtQc0NkEAAQQQQAABBBBAAAEEEEAAAQRKECBYLQGdXSKQJECwyrGBAAIIIIAAAggggAACCCCAAAII1EOAYLUe80QvWyJAsNqSiWaYCCCAAAIIIIAAAggggAACCCBQewGC1dpPIQNokgDBapNmk7EggAACCCCAAAIIIIAAAggggECTBQhWmzy7jK12AgSrtZsyOowAAggggAACCCCAAAIIIIAAAi0VKDVYPX78uJw6daql9AwbgajAjBkzZPbs2TJnzhwZGhqy/xvEj3odHjq5T1YuGRnE7tgHAggggAACCCCAAAIIIIAAAgggUHuBUoPVY8eOyYoVK2qPyAAQKEqAitWiJGkHAQQQQAABBBBAAAEEEEAAAQQQ6K8AwWp/fWkdga4ECFa74uLJCCCAAAIIIIAAAggggAACCCCAQGkCBKul0bNjBKICdQ9W33z/TXnohYdk14FdcuTYEabYEFg0d5H8s2X/TP7o4j+Ss+adhQ8CCCCAAAIIIIAAAggggAACCNRYgGC1xpNH15snUOdgVYWq//rJfy3vnHhHZp82W2bOmNm8Cco5opOnTsrxD4/LmbPOlL++4q8JV3N6sjkCCCCAAAIIIIAAAggggAACZQoQrJapz74RMATqHKz+2z3/Vp545QmZN3se89pB4NiJY/I75/yO3Pbp27BCAAEEEEAAAQQQQAABBBBAAIGaChCs1nTi6HYzBeocrP7JP/yJfGj9H5WqnY9NVbl6mvV/f/t7f9v5yTwDAQQQQAABBBBAAAEEEEAAAQQqKUCwWslpoVNtFahzsHr996+XhfMXtnXquh732++9LY989pGut2MDBBBAAAEEEEAAAQQQQAABBBCohgDBajXmgV4gYAsQrLbnQCBYbc9cM1IEEEAAAQQQQAABBBBAAIFmChCsJs3rns0ytOMO2TQ6LRtXN3PyGVX1BAhWqzcn/eoRwWq/ZGkXAQQQQAABBBBAAAEEEEAAgcEItCxYPSjbv7lMxo4GuKNrDsjD1y2NaO96cEh2ri4yVN0lmyc2y/DND8u66O4GM9vspfICBKuVn6LCOkiwWhglDSGAAAIIIIAAAggggAACCCBQikB7gtWD2+WG+8ZEQkGqCjtH5I7lkzJ941ptAg7KwYNLZWmhASjBailHeM12SrBaswnL0V2C1Rx4bIoAAggggAACCCCAAAIIIIBABQRaEqw6larbL4ipTrUD1+2yzq4kdYJW0S7/P/iDG2TZS+vkwFfXiZ2zugHtDvW/F2wLfi9p2w7LgyrAdSfcW15AVcWO7NeOgkjAW4EjhC4MVIBgdaDcpe6MYLVUfnaOAAIIIIAAAggggAACCCCAQG6BdgSrofA0zaxTsKo/boa1WbYNlgKwQ9W3tWCWNV1zH8xNaIBgtQmzmG0MBKvZnHgWAggggAACCCCAAAIIIIAAAlUVaEewaoeWIpPjG0W/4D86KR3C0dR2ugtWs+y7qgcN/eqfAMFq/2yr1jLBatVmhP4ggAACCCCAAAIIIIAAAggg0J0AwWrIKz0cFXNZgC62XWovFRC9eZW91MBue2EB+8dbJqC7aeTZTRFob7D6Gfnzq/5YVs7SZ/J1+eE//pnc35TJNcZBsNrQiWVYCCCAAAIIIIAAAggggAACrRFoR7Ba0FIARQarQaC6ya2kjYa6rTkKGagv0Mpgdfmfy7d/Y6XIke/Jl3/0j77FZ37r2/LHi0Se/+mX5d/oaxE35HghWG3IRDIMBBBAAAEEEEAAAQQQQACB1gq0I1iVlJtXhW46NailAJz+TF05LRtXe8cewWprX4XawNsXrDqVqr/+TjhU9Ui++Nv/XtYc1x775F/Jvz/3HF/s9df+lfzZj51/Os99Xo4uWineM/THRYyq2BPPy/ee+DfiRLlflL/6zAVy9MgCWbnodBH3sV+32rz8DG2CfvVD+Vf/yamhVfu7wNrfAmt/p8u7XQfABKu84hFAAAEEEEAAAQQQQAABBBCot0BLglVrkuyq1TGRNQfk4euWurPmhJl3LPBuIuUEnmMLJ2X6RrUaq/l4OPy0q04Pb3Sfm2VbbykAM+h1tz3KUgD1fjnl733rglW7WnWB7M5yyb8dqkqwPIC97a/Lz92KVhV0Xn5GEHA6Fa9H3edHA1z7+eIFpSpYvVzOMYLTy+do4asb6nphrbO/3pcrIFjN/3qhBQQQQAABBBBAAAEEEEAAAQTKFGhPsGoru0GpJj4aClqDANZZ9dS6TH9UZGTnsBz46jqx41g3oPUf12+IZT5mbLvrwSEZsS5ptvd56U476PVWV900ekCGd+qhbpmHBfsuS6B1waoKK5cc1SpHk+SdYHTBoaBCVT3TDk9n77arSMNBqfWgHryeGbcfFaaukaN2MOsEq6JVwEZ7En5OZH9dHjQEq12C8XQEEEAAAQQQQAABBBBAAAEEKibQsmC1Yvp0BwFDgGDVDUvV5fjej31Z/htylaoojTti3CrTtGB19xJVvaq16bfjVbgmB6tO5Wuwbahi1a947f5QJljt3owtEEAAAQQQQAABBBBAAAEEEKiSAMFqlWaDvrReoHXBaoelAOxQ88yf+8FqWkVpx2DVbsdbU9U81KLBahCoepf7U7Ha+hcoAAgggAACCCCAAAIIIIAAAghoAgSrHA4IVEigdcGqe0OppJtXBcHqblmTcpMrNYUdlwLQ12eNzLkZrMYtPUCwWqGXCl1BAAEEEEAAAQQQQAABBBBAoHQBgtXSp4AOIBAItC9YtcZuV62uFDnyPfnyj/4xwHBvFiX2UgBWpan97wXyvHuzKmvRAHvdVS+UTQ1W9zvPXfmBd7Mqazehm2HFB6tB4OtuP0uEpQB4xSKAAAIIIIAAAggggAACCCCAgBIgWOU4QKBCAq0MVm3/ILgMpsNb/zT4jbne6btaGJserKo2nPA0WKfVu8Q/eCy01IAb+Hqrq77+2vfk6JIgnOXmVRV64dAVBBBAAAEEEEAAAQQQQAABBEoQIFgtAZ1dIpAk0N5gtX3HBDevat+cM2IEEEAAAQQQQAABBBBAAIFmCZQarJ44cUKWLVsms2fPbpYqo0GgB4Hjx4/LgQMHZNasWTJnzhwZGhqy/xvEz6lTp+TQyX2ycslIz7u7/vvXy8L5C3vevm0bEqy2bcYZLwIIIIAAAggggAACCCCAQNMESg1WZ8yYYYeqixYtapor40Gga4G33npLPvjgA1EhJ8Fq13y124BgtXZTRocRQAABBBBAAAEEEEAAAQQQCAmUFqyq6jwVqr7//vty+umn2/9RucrR2UYB9Vp499137f/mzZsn3muDitVmHw0Eq82eX0aHAAIIIIAAAggggAACCCDQfIHSgtUPP/zQDlJVdZ5aEkCFSep3/CDQNoHTTjvNfi2oJQBUFbd6LajfEaw2+0ggWG32/DI6BBBAAAEEEEAAAQQQQACB5gsMPFhVpNPT03agevLkSfv/q3/zg0DbBVSQqoLVmTNn2v9/UOurKnfWWB380UewOnhz9ogAAggggAACCCCAAAIIIIBAkQKlBatewFrkYGgLgSYIeIEqwWoTZjN5DASrzZ5fRocAAggggAACCCCAAAIIINB8gVKCVY+VStXmH2CMsHuBQQaqXu+oWO1+nvJuQbCaV5DtEUAAAQQQQAABBBBAAAEEEChXoNRgtdyhs3cEECgyWP2Tf/gT+dD6v5kzZgLbQeDkqZNymvV/f/t7f4sVAggggAACCCCAAAIIIIAAAgjUVIBgtaYTR7cRKFKgiIrVe565R5589UmZN3tekV1rZFvHThyTf37OP5evfPorjRwfg0IAAQQQQAABBBBAAAEEEECgDQIEq22YZcaIQAeBIoLVN99/U77yxFfk+PRxmTVzFpWrMeaqUvXEyRMye2i2/M1VfyNnzTuLYxMBBBBAAAEEEEAAAQQQQAABBGoqQLBa04mj2wgUKVBEsKr6o8LVbT/dJj86+CM5cuxIkV1sRFuL5i6SNb+2Rj6/8vOEqo2YUQaBAAIIIIAAAggggAACCCDQZgGC1TbPPmNHwBUoKlgFFAEEEEAAAQQQQAABBBBAAAEEEGiLAMFqW2aacSKQIkCwyuGBAAIIIIAAAggggAACCCCAAAIIdCdAsNqdF89GoJECBKuNnFYGhQACCCCAAAIIIIAAAggggAACfRQgWO0jLk0jUBcBgtW6zBT9RAABBBBAAAEEEEAAAQQQQACBqggQrFZlJugHAiUKEKyWiM+uEUAAAQQQQAABBBBAAAEEEECglgIEq7WcNjqNQLECBKvFetIaAggggAACCCCAAAIIIIAAAgg0X4BgtflzzAgR6ChAsNqRiCcggAACCCCAAAIIIIAAAggggAACIQGCVQ4IBBAQglUOAgQQQAABBBBAAAEEEEAAAQQQQKA7AYLV7rx4NgKNFCBYbeS0MigEEEAAAQQQQAABBBBAAAEEEOijAMFqH3FpGoG6CBCs1mWm6CcCCCCAAAIIIIAAAggggAACCFRFgGC1KjNBPxAoUYBgtUR8do0AAggggAACCCCAAAIIIIAAArUUIFit5bTRaQSKFSBYLdaT1hBAAAEEEEAAAQQQQAABBBBAoPkCBKvNn2NGiEBHAYLVjkQ8AQEEEEAAAQQQQAABBBBAAAEEEAgJEKxyQCCAgBCschAggAACCCCAAAIIIIAAAggggAAC3QkQrHbnxbMRaKQAwWojp5VBIYAAAggggAACCCCAAAIIIIBAHwUIVvuIS9MI1EWAYLUuM0U/EUAAAQQQQAABBBBAAAEEEECgKgIEq1WZCfqBQIkCBKsl4rNrBBBAAAEEEEAAAQQQQAABBBCopQDBai2njU4jUKwAwWqxnrSGAAIIIIAAAggggAACCCCAAALNFyBYbf4cM0IEOgoQrHYk4gkIIIAAAggggAACCCCAAAIIIIBASIBglQMCAQSEYJWDAAEEEEAAAQQQQAABBBBAAAEEEOhOgGC1Oy+ejUAjBQhWGzmtDAoBBBBAAAEEEEAAAQQQQAABBPooQLDaR1yaRqAuAgSrdZkp+okAAggggAACCCCAAAIIIIAAAlURIFitykzQDwRKFCBYLRGfXSOAAAIIIIAAAggggAACCCCAQC0FCFZrOW10GoFiBQhWi/WkNQQQQAABBBBAAAEEEEAAAQQQaL4AwWrz55gRItBRgGC1IxFPQAABBBBAAAEEEEAAAQQQQAABBEICBKscEAggIEUEq7t370YSAQQQQAABBBBAAAEEEEAAAQQQqJXAmjVreu4vwWrPdGyIQHMECFabM5eMBAEEEEAAAQQQQAABBBBAAAEEsgsQrGa34pkIIBAjUESwCiwCCCCAAAIIIIAAAggggAACCCDQJgEqVts024wVgQQBglUODQQQQAABBBBAAAEEEEAAAQQQQKA7AYLV7rx4NgKNFCBYbeS0MigEEEAAAQQQQAABBBBAAAEEEOijAMFqH3FpGoG6CBCs1mWm6CcCCCCAAAIIIIAAAggggAACCFRFgGC1KjNBPxAoUYBgtUR8do0AAggggAACCCCAAAIIIIAAArUUIFit5bTRaQSKFSBYLdaT1hBAAAEEEEAAAQQQQAABBBBAoPkCBKvNn2NGiEBHAYLVjkQ8AQEEEEAAAQQQQAABBBBAAAEEEAgJEKxyQCCAgBCschAggAACCCCAAAIIIIAAAggggAAC3QkQrHbnxbMRaKQAwWojp5VBIYAAAggggAACCCCAAAIIIIBAHwUIVvuIS9MI1EWAYLUuM0U/EUAAAQQQQAABBBBAAAEEEECgKgIEq1WZCfqBQIkCBKsl4rNrBBBAAAEEEEAAAQQQQAABBBCopQDBai2njU4jUKwAwWqxnrSGAAIIIIAAAggggAACCCCAAALNFyBYbf4cM0IEOgoQrHYk4gkIIIAAAggggAACCCCAAAIIIIBASIBglQMCAQSEYJWDAAEEEEAAAQQQQAABBBBAAAEEEOhOgGC1Oy+ejUAjBQhWGzmtDAoBBBBAAAEEEEAAAQQQQAABBPooQLDaR1yaRqAuAgSrdZkp+okAAggggAACCCCAAAJNFNjy+F7Z/sN98sbR95o4vL6M6ewF82Xd5RfJhqtXxbaPaV/YK9Vop2NgEJ0lWB2EMvtAoOICBKsVnyC6hwACCCCAAAIIIIAAAo0VUAHgfY89L6dmzpWhmac1dpxFD2z65Icy4+Qx+dLVK+WL14TDVUyL1q5me2nHwKB6TLA6KGn2g0CFBQhWKzw5dA0BBBBAAAEEEEAAAQQaLfC7f/F9efvELELVHmZZBWsLTjsuT/zlH4S2xrQHzJpuknQMDGo4BKuDkmY/CFRYgGC1wpND1xBAAAEEEEAAAQQQQKDRAr/5lb+TWWee1egx9nNwJ955U579m8+HdoFpP8Wr13bcMTCoXhKsDkqa/SBQYQGC1QpPDl1DAAEEEEAAAQQQQACBRgsQAuabXoLVfH5N2JpgtQmzyBgQqLEAwWqNJ4+uI4AAAggggAACCCCAQK0FCFbzTR/Baj6/JmxNsNqEWWQMCNRYgGC1xpNH1xFAAAEEEEAAAQQQQKDWAgSr+aaPYDWfXxO2JlhtwiwyBgRqLECwWuPJo+sIIIAAAggggAACCCBQawGC1XzTR7Caz68JWxOsNmEWGQMCNRYgWK3x5NF1BBBAAAEEEEAAAQQQqLVAr8Hq2H//u3L7ilmhsb/zT8/Lv/jf99fao9vOFxms6qZttOzWvirPJ1itykzQDwRaKkCw2tKJZ9gIIIAAAggggAACCCBQukBvwepyue9/Xilr5hndf/+I3P2X/1m2lT6qwXWAYHVw1lXdE8FqVWeGfiHQEgGC1ZZMNMNEAAEEEEAAAQQQQACBygn0FqxeIv/XXefKcGQ0J2T3//Mf5Oan4odpV2SeedzZU/QAACAASURBVEgu/eZzfXEY/+q1cskrj8q//PuMzV/2X8t/vErkOznC4HKD1d7mIaNOx6d17d2xxeQnxFVI289+47WCjyf1pcEFIk8kH8dmLwlWc0wsmyKAQH4BgtX8hrSAAAIIIIAAAggggAACCPQi0FOw+oe/I09/+ozY3U39l+Rgs9/Bai/jz7tN+cHqAnnuzv9PJvIOpIftBx2sfkleGsBSEwSrPRwKbIIAAmUKEKyWqc++EUAAAQQQQAABBBBAoM0C2YNVrzpSVaW+JHJVwlIAT4h86fcXyZnyK3nECPxCwaoKZ88/LrvPWOQsKaCWEfC3FfHXGDWfp7VrB3vWv4fPPsN+/s4zVzoVqwecStR9v7LaPlvNrurLUbnEq7L1qhz1ilV7PyJTVlvDXSxpkDtYTQmpneMyrQpYzUlysKp8rnzHW/fWWb7hrOfjfPR9hJd5CNZ6dQLHs34llvcsOfLOCVl0prPGrvOcj4SrmH3D8HbR4N2ouk2wV8dOcrCqjc2uVlZtLpE33epp5XC9fxwEIXSoCtavfCVYbfP5kLEjUEsBgtVaThudRgABBBBAAAEEEEAAgQYIdB+sWoNOufw6KcRSVJFg9dNz3KUD3DBP3DVaVeD5+7Nlpwpm3eDRC+T0Nux9SXApuF9BqYJVK9x9062edfrkBb1a6CbaUgD2fiQSBnea4tzBqtqBPV4VRps/6UsrOAFiWsWqFhIu+x35jwtfcSo+3f2Jd7MxNfaVx+31cS8KmTqhp9iOzhxddCC4QZlesRoOcdO300eZvF3YIj1Y9cJUx2KfFcL+4dv/wVkSQhub6OGsMd9BP4SlADod9DyOAALVEiBYrdZ80BsEEEAAAQQQQAABBBBoj0BPwWomngwVq26Yp252FQ3Y3IpDKxD0Qj/nplhBmCihikynDb9i1QtmrS3CSxBEKzftNVa1AK6bm28VEqyqYUUqVzuFqp5FzFq3etWnXZVrRbbzPnCCarWZHlzbpl4Ae0jO+v2g0lM9Etj9Mqh4ddewTV4KQK8gNatJ0w6e5OcmrbEaqoC153COvGP9n7dubvi4CvYd+b1fvfwLuZI1VjO9wnkSAghURIBgtSITQTcQQAABBBBAAAEEEECgdQKlBqvnH/VvPBQO6bSqUhWsas8zg1X9ZlWhYFW7KVW42jElWA3tJ9uhUFiwaoSraWvVBj3rVLHqPDM5RLQC5UiwalTA2kskqHlSwWr4pk5msGqGn84YOl9aH79d2L9zxap6fjSYTQp/g8pqfT/qy4BX5ByC1WwHP89CAIFqCBCsVmMe6AUCCCCAAAIIIIAAAgi0T6AWwapW2droYNU6/FSA6F/G3vFwzBCs+mvUWlWr3p3ue65YTQpW3aUcfuUty2BWrIa3C4aVtl33waoTvr4jb66Y7d/QK61iVQ/lw31K6m/8hMSF6x2nrqAnPH9oUpbMvEhmzJjRU4tDR44cme5pSzZCAIHKCBCsVmYq6AgCCCCAAAIIIIAAAgi0TKD7YDV6iX+YzLsZUYalALJWrH76DElaY7XOFatJl7fHHYLBTaT0RzsFq9rj+o26el5jNSlYDd8sylvWoHPFatp2XQarkRuRudXQxhqrt595yKmSNtfU9Z/HUgAtOwUyXATqL0CwWv85ZAQIIIAAAggggAACCCBQT4HeglV1ufRKWTPPGLO9tuf78ofWDY+GpcBg9XyRqbPPsNq0frT1Q83LvOu2FEAxwWrMGqsW09R/eV7eXLlSznpeXY7vzJO/Xup/nmetuzpb3hTL1J5Dfa7cKlJ3boNAN3pJv9d/9ZzvyAVy+4pZzo6sm5s9IufKle+oG12l3wwqZBDazrrJlvaTaOUfc+G1YfVK1aQbqoXb9Aw6L11gvtKpWK3nuY9eI9AYAYLVxkwlA0EAAQQQQAABBBBAAIGaCWQPVrWB9XwX+x5w/DU+rSrDCv7kWWM1f7DaI4he3dljE2wWCBCscjQggECpAgSrpfKzcwQQQAABBBBAAAEEEGixQE/B6iC9GhysDpIxtC+C1ULpCVYL5aQxBBDoVoBgtVsxno8AAggggAACCCCAAAIIFCNQ+WC1mGH2rZU8Fat96xQND1SAYHWg3OwMAQRMAYJVjgkEEEAAAQQQQAABBBBAoBwBgtV87gSr+fyasDXBahNmkTEgUGMBgtUaTx5dRwABBBBAAAEEEEAAgVoLEKzmmz6C1Xx+TdiaYLUJs8gYEKixAMFqjSePriOAAAIIIIAAAggggECtBQhW800fwWo+vyZsTbDahFlkDAjUWIBgtcaTR9cRQAABBBBAAAEEEECg1gIEq/mmj2A1n18TtiZYbcIsMgYEaixAsFrjyaPrCCCAAAIIIIAAAgggUGsBgtV800ewms+vCVsTrDZhFhkDAjUWIFit8eTRdQQQQAABBBBAAAEEEKi1wO/+xffl7ROzZGjmabUeRxmdnz75oSw47bg88Zd/ENo9pmXMRjn7TDoGBtWb5w9NypKZF8mMGTN62uXQkSNHpnvako0QQKAyAgSrlZkKOoIAAggggAACCCCAAAItE7jv0R/Ltx97XmbMnke42sXcq0Dt1PH35U+vulhuve6/Cm2JaReQNX5q2jEwqGERrA5Kmv0gUGEBgtUKTw5dQwABBBBAAAEEEEAAgcYL/Lt/eE7+/qmX5I2j7zV+rEUN8OwF8+WzIxfI//jfXhLbJKZFSVe3nU7HwCB6TrA6CGX2gUDFBQhWKz5BdA8BBBBAAAEEEEAAAQQQQAABBConQLBauSmhQwgMXoBgdfDm7BEBBBBAAAEEEEAAAQQQQAABBOotQLBa7/mj9wgUIkCwWggjjSCAAAIIIIAAAggggAACCCCAQIsECFZbNNkMFYEkAYJVjg0EEEAAAQQQQAABBBBAAAEEEECgOwGC1e68eDYCjRQgWG3ktDIoBBBAAAEEEEAAAQQQQAABBBDoowDBah9xaRqBuggQrNZlpugnAggggAACCCCAAAIIIIAAAghURYBgtSozQT8QKFGAYLVEfHaNAAIIIIAAAggggAACCCCAAAK1FCBYreW00WkEihUgWC3Wk9YQQAABBBBAAAEEEEAAAQQQQKD5AgSrzZ9jRohARwGC1Y5EPAEBBBBAAAEEEEAAAQQQQAABBBAICRCsckAggIAQrHIQIIAAAggggAACCCCAAAIIIPD/s/c+L5ok6Z2nZdY9YUAqMqfnEAdRc+iDag6SIkGscoa5rGgUqV4aIrQCFYyE6iLQiBFEsOyK2WWJgBaSQJcS0kAJZpUBzbQyhZi5CG1qEURIc5jSoSlm0CEO0mRRWnLJvyDXf7v9NnN/H/fXXo9P9kGqeM0fM/885mZuX3/sMQhAYBoBhNVpvCgNgU0SQFjdpFu5KQhAAAIQgAAEIAABCEAAAhCAAAQWJICwuiBcTEPgUAggrB6Kp2gnBCAAAQhAAAIQgAAEIAABCEAAAqUQQFgtxRO0AwJ7JICwukf4VA0BCEAAAhCAAAQgAAEIQAACEIDAQRJAWD1It9FoCMgSQFiV5Yk1CEAAAhCAAAQgAAEIQAACEIAABLZPAGF1+z7mDiGQJICwmkREAQhAAAIQgAAEIAABCEAAAhCAAAQgYBBAWKVDQAACSkJYffDgASQhAAEIQAACEIAABCAAAQhAAAIQgMBqBN69e7dzXY8ePZptA2F1NjouhMB2CEgJqz/42+8XC+WbP/JtVXL71gAHgzUoj3XAG97rEjiM2nguZPwERxmOElbwhQRF5k5ZiliDAAR8BBivTSpb4VHfB8IqzzwEILB3Agire3fBKg3YyuS5CiyBSuAtAHGCCXhPgLXHovhJBj4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r5PnP/yl+pWnv6X+3Mvhx9V3b35W/fenF+q31c+rP/rbb6sfVf9V/cGP1P9t/vvX3/u++sV/pv3tv3xfffM7/94o9C9+59+p3/3WP9o78b3y3vvdr98AeK/PfE6N+GkONfcaOMpwlLCCLyQoIqzKUsQaBCCAsJruA1uZv3KE1T/5kz9RP/MzPxOF8ujRozS0QIkvv75RH37wkXr48OEsGw/evn37ftaVXAQBCBRDAGG1GFcs2pBSJs//90+v1E/96l8rUwDthVRbWO3/+/9T//HTf6V+/c+U6sXVv/ns2+rnflMZdnrb6t9cqh98+k8X5ZkyXgrvVDu38ju8D8OT+EnGT3CU4ShhBV9IUERYlaWINQhAAGE13Qe2Mn+lhNVaVO3/xcRVhNV0n6EEBCAQIYCwej+6RymT5zxhVSnjup/4QRsB+y9/Tf3FZz+pfmhwYS/A1lGw5+qnf3h/vi2F9/4IrFszvNflPbc2/DSXnHkdHGU4SljBFxIUEVZlKWINAhBAWE33ga3MXzFhVRdVU+Iqwmq6z1ACAhBAWFU/+Nvv3+t+UMrkKSGs/ob6PU/Ua+vePpLVSRuwsvdL4b3ybe+tOnjvDf2kivHTJFzBwnCU4ShhBV9IUERYlaWINQhAAGE13Qe2Mn+FhFWfqBoTVxFW032GEhCAAMIqwuqPfLsIBvOE1T5VQBuJ+uN/5UsnYAqr+861upWXlUMZPOF9GJ7CTzJ+gqMMRwkr+EKCIsKqLEWsQQACCKvpPrCV+SuVCiBNoi2BsJpLinIQgICXAKkA7kfHKGXynCas6r4Zt/f7bZjCKhGr96Nf93dZSv++X9Sn3y1+ms6MxaEMs6Ws0KdlycJTlifWIACBkQDji9kbtsIDYZWnHAIQKIIAwmoRbli8EaVMntOE1f7wKgvPf/m++uZ3/r1S5FhdvN8cSgWl9O9D4bWvduInGfJwlOEoYQVfSFBE+JCliDUIQICPkuk+sJX5C2E17WtKQAACKxBAWF0BcgFVlDJ5igirqj+kSik9MrXPr7rvNAC1u0vhXUDXW6UJ8F4F886V4KedETYG4CjDUcLKXn3Rf2T8N5fqB5/+U4nb2buNvfLc+93TAAhAYEkCjC8m3a3wQFhd8qnBNgQgkE0AYTUb1UEXLGXylBFWW1f0QqrumH2nAOjbUgrvg+60ExoP7wmw9lgUP8nAh6MMRwkr+/JFP5eWMudJsKxt7IunVPuxAwEIlEuA8QVhNdY7ybFa7rNLyyBwEAQQVg/CTTs3kpeJnRFOMgDvSbh2LgzvnRGuYgA/yWCGowxHCSv4QoLiaAOesjyxBgEIML6E+sBWxlsiVnnKIQCBIggsJazqkYm/oX5P/dSv/rX/fus8mf+HUv/26W+pP7dKtFu6lfqPn/4r9et/1v7oRmf0J8bXv44HHOmmfBNH3z6jSi1npy8aUqk25+c3/rQ9ld78p9X9D3+pfqW+HzsHaL9tT7tQ37bubZP3nqs/JmzZsLcyeRbx0GQ0wsu77xf29b5tnL6ynnJOn+nLpPpgV8643mNffw7avvq1+oMfuVC/HbiHsbz5LLb1KPXdP/1J9Z++5T7rrTntmoPp3/r44xmDUveR1Sf6Ouycw3bdVf3BvMO6wwK5izP69a5F8sYh7b6c+3HHvn5OSI3pdrR8bIz/Uf1GNR/aaUb0Oo25qbvmX3/vUqnveJ6Xzn59zY/91bfVz/2mTTbuozyOlk1vX3MPBQzOa90PLjf/vOvzx8Ao0O/dNC5j2pd+/h19o/829d0g0ccmdPSgL0LP9jDW/az670/TY6n9zjP53cR4hkxm7W3qfS3EpbtOVe9rn/2k+qGeT2p8q8tZZVIRtrP69gR/UbQAAtHnX3/H8IwtxrWROdGaO+zxP3YIagGEaMJCBLzjS/Dchn5n3IR309C793A/kTlN79vG+3g3Lld/+4t/8sc7rKf/kUM1NN6G36d+WL2MrAGaCux5oX8WA2z6Oc2cG2Jzv9s5dGH1iy++mNx7Pv744+YaIlYno+MCCEBAJ7CGsPq73+oH836gtF6WohNR/6L/4+pf/Mu/rsRX88W+F2ya3/5surA6LOSsifXvP2sXu75FgPNCNkyG3Uue5358+T+HicsSufTFpe+6HFt2L2exsu5zHxVW9Rd+zwud3S+MFxWP+G/3l//8E99Xv/hPEuJ+1+eGvvQvf7x6firh8+Zc/fQPd6y6fqya3/5amcKqX/gxFv3ai+EgrGr2Qwubg+nf9nNfY6v/9r8q9RuV+NCPId6PJzEB3OkTHmE1sBBomP7dz7b5Fn3tU+N4avh6pccjaxxq7u2/teO9PaY7OSXr+/mB+jHtg1doTFfdB7H+d+dlPsC0KfdFNf9Uz4D9scxYfHiea5/YqqwPGP5FRdwhWRxtE868ZPaFH/+r9oPhwM/pP76+48t37c+BrZq+98fqH9djgLLHp8A11hhkzsc7vBvE+tjEZyHHF3kpcMyKQ/0i1l+iYlHWeGB+rBl5u8Jq1jgdeV6NjxfarefwnOgiipdGIPbOP/zWjbm+8bIfj42PAr2g4587EFZL6wT7aY9/fAm9F3V/7+b22e90+q3G5jTjo4G+nh2F1TGX9pz1tF+Q/MHfft/5ITyXhD70tyZ865f6b/9W/bL63Z/4gTfoyDunRed+/328e/eu+QFhdT/PFrVCAAIVgcMRVn9effd3/pv69TrqbRBnuonl419T3/3it6qo1h2E1UFwaAUjNUVYHQ5T6uq3F43Bl0hzYnQWtk0PtSZPZ0Had+PAJNv9zGJl3cc9W1jVXkRSwqXx8hESTvvbzIxYHWz+zq+pv/nV31KqiUptP4S0L0gfdc/dFGG1+whSCbVmNKEp3Hpf3DKflUH83WP/jgpiufcReJ5NNn0ETy9mx19s+y4QbN8eD7zJGYdaIbP6gPbLX6uf+s6/H4U+51kxoy/c/mRy6ncaBIVVaw5ohZ/Wxt9Uz8Uv/t2/qj62+SKxq2fD+PhQtWuIWK0+cvyzziMB7vsTVsc81fVz+vzvLWHVmnv881N1b1ZftwVs78jreT5840E/Bv3RzYfqD+pdIL4onkpcmfpuEOtjU2eKnD5dgrCaNx6odkdC1Z+bDwmDcGUJq5njW7DPRCDn8JzqI8oXRiBLWK3e6z+u3ut/042o/pvqfeVHq/eV37aE1SlzBxGrhfWJlZqTitA0dk10c3bzt4AomL9Ga28wOqfZHxWGj7WHIqwm3k0nRKzG5363sxCxutIDRDUQgECcwCEJq/3iahB/ukH6R7/379Q//r06XcCehFV7spiw0NQXO+7CVp+I/7oRqUJl6pKxBTqLlXVHginC6iBM1KJB9fL2zUpMsqPaxheyVuDs02u4W2e7+5wqrPbP0BAR3n+0GLcepYTfsQ9Wz+H3qi3/3xnTYbRiS1pYjS12yurfeV/tff7JEsh7/zVCUid29IvILGE00r7oDoFln5PkONRHKehpJ3wR3nUzrUimnYVVD1cj0vrv6khav9A7bvnvRIAtCKtGP/mm+usmJY9vjtX72j9Xfx8sp/Utpw/6Pgzqi8kPu5RAvm3r1d864TXr3SDVxyY+Ask+PSymtWjgpo74GCIbsZo7HnTbPKtn7o++9Zfq54YI5i4lUzc/xMRzo92qfWaaf76UNx7WOTwnuojipRHIFFb7j2tD5HQXaf7dmz6NhjYeJJ5rIlZL6wT7aU8ydYuzK6yd82IfibLe6fQxvxkLPXOa9t73R+pC2zV5IMJq6t00W1hNzf1u30FY3c/zRK0QgIBFoChh1WibLzqrW7R1L/fttoy6XHwxF8ux2gsf9vYFXx4zp6zeXn3RMENYjYll+gthTFDzbc3rm8hiZd1Hf5awWr/QdVF6MWG1/q1/6ZITVnvRvhM/OxHJFfN9OVZHsaXtg+1/f+M/jOk02g8CMsKq755X79/ebbVjH8sRiKNREMYY0ue0MnM8O1ve++p9Yqze/RNtX/JJSfmp59YvpL3ikp2/K5BKJZVqJTbGtwx6sS8cKay31/jo9Y3/uxGUpqQC0LkHn+uuUIqj14ehD4Cx3OHDvBbbEaFvo7QFDzunp7Wrwzvnd3/Uo4WqKPq4cJ7/bpDVxyY8BDm+iEes6pXZY6mbjmjeu4n1cSY4HnxT/ecmYrVOuaSPOybfHGE1Pj5VqUoC/3J4TnAPRUskYGx57hvoS6XV9UFdiGre/805sd5dkHquEVZL7Ajrtyk8vthznClm7vxOV99qak7TP6j/T/+gbZvXn4N+7EykAojNrdpvqQhew4zxbunOW734HPyI5n3uRzvmB5TxI3ZOdDnC6vrPEjVCAAIeAkUJq76DSqyojn475xAhZHz5mx6x6k4a7aSVn8esP1wrfHhVziIkFo0aXLwPuWvbuygrou9+P26zhNW9RqxqeVkH4dYn5Nnb0k0/68KqnkexjX6SEVZ9eY/XX4wXGLFqRAtkCCne8XbZ5zbuJ1vIHBci3hd17SVdHz9DY7r9cm6Olx5/GlHD/nnBXMxrNr6n1M9NFFZTh/ro9zWrv8fEDE2YMA+N7Oe1HGE19pEzntLGN0caY0md99mJdvGneoi/G0zsYxmPQ44v9p8KYHrEan1I1eiXS/U//umF+vWpEat9Goyao/W8DikyLMY5PDPcQpGSCeRGrA65ysddMG1Uuv0ekn6uEVZL7hDrtS02vhh9xPo4miOsNnN4JE1Xck6z3jnGd5TuEEwj6r/AHKtCEatJTp7ugrC63jNETRCAQITAoQmrP2otDtvF6PT8oqkvYPnC6phPb1j82y+NwRMnZ+RY7SIJw6d/54vLPBjLEZgirBp9sc/jZB/KYAvn/RbLoDhmJt23T3H255m0osu8kYAThNVKDBnuzXM4lvcZzHxW9p9jNXRAT9encu9jTo7VUMSp8VLbbzPzHMCXevld7rFQUdEkGs3gPywtN5q/vqW4sOr+PkS8+nhYz4YTadHlXJ0SsbqasBoYM5zn0eonwR0R1nznO+AjnYfOFv7MQ5RMF/RznHVNzrtB/7x5+7i/j6UehxwhcP/CamS88n2QGfrI+I5iHB6aO771ByF2EFPvXXWxHJ4pn/B74QQmCKs/ZOxQyHv2zbv37/TI6YuFU6R5MwhkvYNU45+T3zd3zAueg5Exp/XXDgJq/x7vO8itQGE1tRsqKxVABidrXunnDQ6vmvFAcAkEICBL4OCE1WF7Zs2hXwjtWVhNHjDlX9TYC1Xfi567mM2zZfcSFiuyz03KWraw6nlZ8wkY9rbmUahQzuE+L79x3hyY434ccJ8Tu4wuJpkHT007vGo8YE5/SQoc/KMdmKXfly40xdJc7G0xPiz4rLyPn/6Dev5Zn5PSFDad+/C9aDp9wo02G/zkyz/av5T7FgKpF99Ux97x95xoEVtg1Pvoj/3Vt9V//onxQCg9siF1UE5KWDVzXvbpZWyxLRQl2bfJ/Dhx0MJqaF4zPvroaQDOVfvBY3zmnVPl+xytnsWnL1rITolg+jAUtRZ+N+j7SKyPhSIpQ10/Z27dv7BatT5rPPB8kNOFLUdwjY9v9fMZel7tj2M93xyeOw5DXL5vAlOEVW08GQMKUuNwe4P63GGfT4Cwuu9OsJ/683bNdG3zRojOeKerzVlpAPq79wZWaPUaH3hLj1jVnjljl1F177/y9/88eACYLy93fO43Dy7t1wAIq/t5pqgVAhDQCBQlrFqeCR2WExaZ8qM1Uy9VvjxmvZBrny5dN9s7OVqRQT6b+gLPHyHlv6eULbuTs1hZ97GPCqvefu4/4VwvGjsIaShnHRDi9hNTKHLEV4/w5hczrJvo6nW28GgvlErlCKvmgkivJRbRt7f+7URZmveYfE4DUZqmrwPbeAPXGpx8ZfaQAqD3Y9hPka3KhiDU59brLY68U2N6WljVFuL/58+r3/5f/IfI6eJ4n/M6xHyKsGo+UfHoyVn9PSZm2HNYl2bGZeqLJvG31TuH9n3P15bhb7+s/jf1e+p/9x2UZYxPXT5QTeiNvxt4DrzpoQejkdLzRo4v4sJqbCx1f+vza/v6i+/dxCiXHA/8Ox0GX058p9FF9rYd/vcZvY05PNNeoUTRBGLznuf0dffDqj5fuOPAcO/ac/39Kh3Rt4fD2MaczQanPc6NRftrQ41LjS++4AL99ue9032s/uf/4Qv1f/0/nvFPn9O6Qxj/PCDomimRpuRYNQMwcsbb8PtUIKI0JAbXlcXm/erncR0SOYg6ERRAKoANPaTcCgQOmcBSwmpJTFITaUltXaotMFiKrN8uvOG9LoHDqI3nQsZPcJThKGEFX0hQHG3AU5Yn1iAAAcaXUB/YyniLsMpTDgEIFEEAYbUINyzeiCkRlKmDYobGWtGR9d+dqNu+TChaysrjF9720taqfy02I5othEYEZf2bL1qyOkzpT39S/adv/Zb6c68HtGvsk8ir8rGTu7fysrJ4xxSqAN5CIBc2g59kAMNRhqOEFXwhQRHhQ5Yi1iAAAR8BxmuTylZ4IKzyvEMAAkUQQFgtwg2LN2KXnJ/u9sqquZm5QYcca6GTMkMHpHgOO+pPFVbdwTChVBE6TGPbjrNVJX1KvS7m6kKql4lW8VZeVhbvmEIVwFsI5MJm8JMMYDjKcJSwgi8kKCKsylLEGgQggLCa7gNbmb8QVtO+pgQEILACAYTVFSAXUEW2sFq1NX5AyHgzRn7OkHDaF8+MWB1s/s6vEWyoRgAAIABJREFUqb/51d9SSjvYqG3XR+q7v/Pf1K8PubLyTqlvTjT+szHpfGsrQ1gN5iWcfmBaAd1gs03YysvhZh3U3Rh+kvEwHGU4SljBFxIUEVZlKWINAhBAWE33ga3MXwiraV9TAgIQWIEAwuoKkAuoYoqw2keGNgnUq4MEvvkd/yEuugDbH+IS3B4/VVj9XpfEXP2a+ovPflL9UH9C9ceX6i/+yR9XoujEU+q/V235/0615b9Loq4yhdXYgTjOwU+an7fyslJA181qAryzMO29EH6ScQEcZThKWMEXEhQRVmUpYg0CEEBYTfeBrcxfCKtpX1MCAhBYgQDC6gqQC6hilrBai5C//LX6qYSwWudk7U8qlhNWv6+e/70WVfp3328E3vqU7fbvtrCqQx5zo+qn1H/jP3xb/dxvtlGrhu0fbq/1iag5wqrvnrfyslJA181qAryzMO29EH6ScQEcZThKWMEXEhQRVmUpYg0CEEBYTfeBrcxfCKtpX1MCAhBYgQDC6gqQC6hilrC614jV76tf7NMLDMLtz6s/+ttvq2800aYTI1ZvztVPq79Uv/K0jVr9o2/9pfq5jFQAOcJqLdT+4j8znbyVl5UCum5WE+CdhWnvhfCTjAvgKMNRwgq+kKCIsCpLEWsQgADCaroPbGX+QlhN+5oSEIDACgQQVleAXEAVU4RVQ0ysUgE0YqRqRc0f1e7F2Aqv2ohS1W21/yHnnv+r+oMfuVC/bf/eHV7VR32a2+v7PKadse7wqdwcsPVVesTqT1eRqcO1nsOxvCKq55CutjXkWC2gWw9N2MrLYUlMl2gLfpKhCkcZjhJW8IUERYRVWYpYgwAEEFbTfWAr8xfCatrXlIAABFYggLC6AuQCqsgWVj1CYi926lveexGyTgPwg0//qSY0KmWXe/mN8yai081J6oqTdpmhnqqGPjJ0F2FVqU7gbXwypgyo/8sfnTqKu3pkqo+J7uatvKwU0HWzmgDvLEx7L4SfZFwARxmOElbwhQRFhFVZiliDAAQQVtN9YCvzF8Jq2teUgAAEViCAsLoC5AKqiAqrVvt8OUN1gbMv7ivXC46DyUF4bf/i/G5Fwjria3/olVbOL6xaN9HVa0esNqV68ThLWA21exR6eXnbfwffysvh/kku2wL8JMMXjjIcJazgCwmKow14yvLEGgQgwPgS6gNbGW8RVnnKIQCBIgggrBbhhsUbsZXJc3FQQhXAWwhkphl4Z4LaczH8JOMAOMpwlLCCLyQoInzIUsQaBCDgI8B4bVLZCg+EVZ53CECgCAIIq0W4YfFGbGXyXByUUAXwFgKZaQbemaD2XAw/yTgAjjIcJazgCwmKCKuyFLEGAQggrKb7wFbmL4TVtK8pAQEIrEAAYXUFyAVUsZXJswCUWU2AdxYmsULwFkO5qCH8JIMXjjIcJazgCwmKCKuyFLEGAQggrKb7wFbmL4TVtK8pAQEIrEAAYXUFyAVUsZXJswCUWU2AdxYmsULwFkO5qCH8JIMXjjIcJazgCwmKCKuyFLEGAQggrKb7wFbmL4TVtK8pAQEIrEAAYXUFyAVUsZXJswCUWU2AdxYmsULwFkO5qCH8JIMXjjIcJazgCwmKCKuyFLEGAQggrKb7wFbmL4TVtK8pAQEIrEBASlhdoalUAQEIQAACEIAABCAAAQhAAAIQgAAEGgLv3r1r/u8XX3wxmcjHH3/cXPPo0aPJ1/YXfPn1jfrwg4/Uw4cPZ9l48Pbt2/ezruQiCECgGAJSwur79+UOBw8ePFAlt2+NzgCDNSiPdcAb3usSOIzaeC5k/ARHGY4SVvCFBEXmTlmKWIMABHwEGK9NKlvhUd8HwirPPAQgsHcCCKt7d8EqDdjK5LkKLIFK4C0AcYIJeE+Atcei+EkGPhxlOEpYwRcSFBFWZSliDQIQQFhN94GtzF8Iq2lfUwICEFiBAMLqCpALqGIrk2cBKLOaAO8sTGKF4C2GclFD+EkGLxxlOEpYwRcSFBFWZSliDQIQQFhN94GtzF8Iq2lfUwICEFiBAMLqCpALqGIrk2cBKLOaAO8sTGKF4C2GclFD+EkGLxxlOEpYwRcSFBFWZSliDQIQQFhN94GtzF8Iq2lfUwICEFiBAMLqCpALqGIrk2cBKLOaAO8sTGKF4C2GclFD+EkGLxxlOEpYwRcSFBFWZSliDQIQQFhN94GtzF8Iq2lfUwICEFiBAMLqCpALqGIrk2cBKLOaAO8sTGKF4C2GclFD+EkGLxxlOEpYwRcSFBFWZSliDQIQQFhN94GtzF8Iq2lfUwICEFiBAMLqCpALqGIrk2cBKLOaAO8sTGKF4C2GclFDa/np9uqBenqh3crJC/Xm5al63P3pq+vn6snZK+NeL2/eq/Pjr9T18yfK+qkrd6JevHmpnr2urr0+bexVhR07deGTF2/Uy9O+Nnmka3GUb/n2LOILWZ/CU5Yn1iAAgZEA44vZG7bCA2GVpxwCECiCAMJqEW5YvBFbmTwXByVUAbyFQGaagXcmqD0XW95PnTCqTCG1FVov1c37c3VcMWiE1U4cbeTP2yv14OltI5yOeuitunrwVFUXVYLrCM65Vmf61bV6/uRanRp25KEvz1G+zVu1iC9kPQtPWZ5YgwAEEFZDfWAr4y3CKk85BCBQBAGE1SLcsHgjtjJ5Lg5KqAJ4C4HMNAPvTFB7Lra0n9pI1ONBQNXk0CYS9fq0jSR1xVGfiDpVWG1F3b6OJVEvzXHJtm/NNr6Q9Sg8ZXliDQIQQFhFWI0/BR9//HFT4NGjR7Mfly+/vlEffvCRevjw4SwbD96+fft+1pVcBAEIFEMAYbUYVyzaEBYri+J1jMMb3usSOIzaln4umshUdaPe6yGmHRr9N3/Eah2c2ka0tv+mCavRSFZh9yzNUbi5mzaHL2TdC09ZnliDAARGAowvZm/YCg8iVnnKIQCBIgggrBbhhsUbsZXJc3FQQhXAWwhkphl4Z4Lac7Gl/VSLp1dH/vymjfB5d96Irk6OVSsH62RhdaUUAL37lua4525yUNXjC1l3wVOWJ9YgAAGE1VAf2Mp4i7DKUw4BCBRBAGG1CDcs3oitTJ6LgxKqAN5CIDPNwDsT1J6LLe2neRGrbWTqrXPgVG7E6nopABBW99yBPdUv3afLu+NlWwTPZfliHQL3mQDji+n9rfBAWL3PTzX3DoGCCCCsFuSMBZuylclzQUSipuEtijNpDN5JREUUWNpP4e34pkgqmQpgzRQACKtFdGOjEUv36fLueNkWwXNZvliHwH0mwPiCsOrr/+RYvc+jAvcOAUECCKuCMAs2xcvEus6BN7zXJXAYtS3/XLQC6sWlmWe1iWS9faHevDxVjytUYodXrZwCAGG1vH6+fJ8u756XbBE8l6SLbQjcbwKMLwirCKv3ewzg7iGwKAGE1UXxFmOcl4l1XQFveK9L4DBqW+e5aLfmn73SmFhCqy/KNE9sNUXZqiL1xKioq9OqT9o763CUbvU27eELWb/CU5Yn1iAAgZEA4wvCKsIqIwIEILAYAYTVxdAWZZiXiXXdAW94r0vgMGrjuZDxExxlOEpYwRcSFBE+ZCliDQIQ8BFgvEZYRVhlbIAABBYjgLC6GNqiDPMysa474A3vdQkcRm08FzJ+gqMMRwkr+EKCIsKqLEWsQQACCKvpPrCV+au+j3fv3jU3/MUXX6Rv3CpBjtXJyLgAAhDwEUBYvR/9YiuT56F4C97regre6/KeWxt+mkvOvA6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/d+crxVVw+eKnXzXp0fy3CUsHI/fSFBzm8DnsuxxTIE7jsBxhezB2yFB8LqfX+yuX8IFEIAYbUQRyzcjF0mz9urB+rpxdjAy25h+9X1c/Xk7JXZ8pMX6s3LU6Uivz3ur7i9Uu06+VwZ6+T671dHjZ3HKr2Y7tvXt8uPsrWj3UZTzLwmp0yeo3bhnVcDpXQC8D6M/rCrn5ox5/q0GxuGgcR9ti9v1PtOffNfo1Rs/HqsvqqGsCdqGN4Ge+3fr0/fqJenw0hWNaQvf6JevHmpjJ+6Mawfe05e2NdO910ux/g9Tq9Xv6KxfXc+cN7NWs7V6bkgx4p0mVxfxOr1+UnvJ6E5uLH51bV6/uRMDTOx1vfHftnXfqnNt1Yfb4qM/TfeJt9cqdueT1mC5/zauRICENgyAcYX07tZPJq12rh6st9h7LnCWYv1c1S3PhzfnOw5aP4cgrC65aeWe4PAARFAWD0gZ+3Q1KzJ07HfTXrHo0ihGpHgtXpWiaFHXpGjNeKKGf0Eqk2cIsJq3Z6rSiFVlWgaW+R7FuXdy8L4kiC3cJ/HewcH3/NL4X0YHWBXPznjivMMtxxqIer1szayMSqsOiLteP3T2/YjUb0IqG18fvSyshcQVpuFw506vrxQt0e6cOqOobdXz9XdJ7b4Os1/uRyzxuFpVQ+lEVZbFLm+iGEO9VHvXNr0+dtWwFetqHo8RPG2c9htJ97Xdj9Vn3UfAey+GPpIEJrD9TuQmyttLhI8Z3ZpLoMABDZOgPHFdHCax7jmawJg9Pmnfjmy13HW781Hwepd6ub0Wj013rd870Zt2f69a0pXRFidQouyEIDAYgQQVhdDW5Th9OTpNje22PMu+DQT/muthZyEsNpHt36m1KeVsHFuR78ObQosBI02yC0W5/AuqsMcWGPgfRgO29VP5rgSF4Z6IrOFVaV/UBqseSNWB5Hx2Wst2r4ZJQMRrrv5K5dj1jhct9LaYRCL5L+8eaOOrrRo3up6++PUENuiR6jUY+3rZxXVp80OiP4aIxrTimjRfzt58UIdn51pqQCmRbuYUZ/WB76qXW+OroYdGFOiinN9EfN4UljVI4MbEf9andbC6p276yMmeJu/Iazu9hRyNQQgcGgEJMbrQ7vnWHun8zDXSfW8euX5mGzv6nHnOM96q/tAHV7Hhe8EYXVLvZJ7gcABE0BYPWDnTWj69MmzjfoyJ0yzwuRi0BMNZlwjIKyObayzD/i26PZtDomm+t8RVid0qaKKzunfRd3APWnMrn4yxg9dYNJ35Vss5wirbRTGhSYYxoTVVqC6O68jZN0xpBct46lKpnWAXI45996mbTket4gbESe2+Fbd3/M79Umf7sVIBWBGSw7b0PsdDx6mvojKYUFmzQ9mypdp0S42h8ZWL5zb7bIjchKuyfVFUlg10uroWyK7bffNFn9lRKQ60UO9SO6NxLb7picVgJ1CI9Um7aamiNGyC/1pzw6lIQCB+0tAYrzeEr3JPIz3Lv3dZ6RizK/dn0PCar+7oimW+U7n44+wuqVeyb1A4IAJIKwesPMmNH3y5JkRaeXLwWbkX/Ut7vT8qbsKq9YkHI+wDYmmrihi5GF1cgLlQZ/OO88upfwE4H0YPWNXP0U/zFh5wFJjUWz8Gl/yu9yVsRyrPgHQjnbV2iYhQOVyDI6Jwzj8TL0eRGGPeFxF4NYpDnwRJE5kpJEbu7Ols/H9bnVbfUHmftjTxvCjNvWC0a7gosyz+NMjY5x2TfvAluuL/Ce0EzyVviVSy2lqzUl2Pz45OanyrfZ5iE3xNNr3ujx4VY4BK39ws+Jtcw4bbdLuqOvfEh8P5Hnmk6ckBCCwbQKML6Z/p/IwRVP/XJknrPZCqpYfvJq7Tqpk4c1ujMjHcoTVbT+j3B0EDpoAwupBuy+78VMnz5wtrPuOWHXqj37tJGI1u7McYMHp/fsAb3IDTd7VT3kRq6aQlhO1GX+H1yMGj5zIeGcREfpg1OhTbU5Mv3iV7+Bcjul7P1KftycINvlo+3+DqHn0uf+AweZWzMOrvHVFBUxNsNPPQGxEbJdzm9+7a6vyHXzY5ts+ShweNt5lFxXqCKv+KJyQd3J9ke/dvp90wrHVn1ohte5C/sVnbF5uo37DB4TE0gi0fTecbie1wyX3/hfhmVs55SAAgU0TYHyZL6y6c0s4YtXe7RgPfOnapK3hjj7XDk3OCHAhYnXTjy03B4HDIYCweji+2qWlc14mUhPhdGHV2lYaEEJNu/FIU2OnYgfIH5VDjtVd+k/p187p36Xf0xbbt6uffGODsZWsgSYtrOoHYLURnmP+MN/p6K3nQtF7vmiOqb7O5egfo/VxuE2h0qYx6Fuh/b5wxKrNYrWIVR14icLqIKZ+ou6cFDex3KiJnL6JrZbRvhn7YJCxwyW3j+f27Vx7lIMABCDQE2B8mSesth/0tJRB2ruWmU/VL7am1pPNm1vkQORUD0ZYTRHidwhAYBUCCKurYN57JfNeJvRIrX7VPZ4QeRSZBH0TpBstE97yOEZQxQTR7mRkLdzMP/nX+EOJ0vXosWlbQGNOncd7793kYBsA78Nw3a5+csYVby7UXYVV6xRcQzQyczmHxpv+JNw39aF6nyr1WZWTtB2mZMaYXI454/DQ1r6NRo5RO2+qlWNVT/fSReOOJ9RbeVADAqYjUndpF2y2Zo5Vu11tTvDQicKx35o8pVdH2knEa0es1vV9ro5enqt2ltW5tZG7Z32e2nb12UQ9j5zHZ9+eY2+vnqu7T8bIVoNpbefzI/WyV9QNu7E2Va2smD2/+2RMGTAxLy1z52GM17QSAlsjkDt3bu2+Q/eTwyM2fzrvQIEPcEnRdMd0Mgir96XHcp8QKJwAwmrhDhJqXs7k6a/KjcgychfaIaPdlo32QBR9f2dlXTsYY6zLPUAjdiJ1e92l+v3LC/VL3lO741v+jfyp6sTaTumPPpuTN24+byGH3zMz8D4Mh+/qJ//Luee51baO2Tkoa1J1VPtn6lN3jOqvs/K1jmOXG+1pn37bamPjye3PXptj4eo5VjPG4V60bHuRNS52gls/mo/j4ch9uCerrDHm+3KsGuVP1OWlUhfqvEoF0EqMersub96ooys9utbye2K7oHmPTSdoxdS9C6tdpI7uJ2OudPv32Ifs36xt/rY/qrnzpjoByxBwtWlan+uc5ybaJnsunT8e7TpGzK+ZKyEAga0TYHwxPZzk4cwh3fXafBt7f3Dm3fYFrJl775rUNGN75qy1+qsRVrf+5HJ/EDgQAgirB+KoHZuZnDx3tM/lE19WACZKgP4tinMxY/hJBi0cZThKWMEXEhRHG/CU5Yk1CECA8SXUB7Yy3iKs8pRDAAJFEChNWDW3+8kgyps47MhJ+4CHdHRMsO1W9NNuEUt9O6dFiOQxkOGNFaUm8e6/CHsiruyoIeeLbt+3nGhguz8H+kvyeve67DZ1HcHX35PPije6OdyzQrxTbY1G6tXVJfn0bXIPhEmOZY7f3ejt3vrAMDmWxMeHOA/ftRltsiMaIpGDk54LBpIgATiW0znwhawvYjyDUcddE3zR6e2cGR7H+gjtJrK8S23h3XFT1dGOw3fjIWragW9u3frcOS1XvH+8z7AXnK/sqGhtvhrG78ChZpHfk/O41jWM94BQvt5g+21+lj897wu7tc3c21TvkmojvfNSufj64WijhxLIh+w7JM4TNRjdOaa/ezV5suuT16X9W5952Ea/J7d560NEcDdIWyj1jA/vZKH3jN5+4Pe9jdfGfWc8y7LD6ubfJRBWV+owVAMBCMQJFCOsDvm9bpR66p5SvIsfcybS+sXg02pz6MvTOhOelRvOOZjB+j3Wdjv3WCQ/WvIee1s3p+r66bU6DZwK7LOTwyBZPwWyCeTy7nMX3Zxeq6d6vsL2DdM8kdvoS2MfvFFPq//VJ2mPqzz7EBJ/Lsj2FO3qfdvYftvWW+Wv9fWzaJs8bfYRa7be1tVWi5fh0Jz4/aTAe3nXz5qW39JmYC8GzN9j7bHHByu/Y9ZY1uVxPK4o3Or5Ha071Q+buev80j/39liSGB+ii58pY4txAE5gwavnhNRuKfe5SPn7vv8Ox3J6AL6Q9YWfpy8fey/CjIKRPweznYvdL45Fx8ecMe+VJw3DMP/EhdVwOhE9l+6Y3/hxQOCr5/2rdkKvptY+5UM/L2sc9Py63dh/clLlhDithWMtaf0gmlWi8qtj02bTBs/7g+/dxTtXjcJc34OC7bfu1875WPvu86OX2gF88m1r25gSVrsAjMhH8vHjeKaw6ss92fGsclkZ/vIePreCf3OFVd97aN3m18+0jx+qS9HSdQo7b3RbV90fXwXzTF/dnlRC8qmWN3sco/YyXjvrvvSzLDuqhq3thccCN4ewugBUTEIAAtMJFCOsDk1PvbhMv8c5E4fxouD7guz94u62PXR4yNWR+wKbfWeJk319duYwyG4PBR0CU3nn9RP/i7jvZbpZoOh9zNNf+zJNrsm7Ma/hcDOefubY9RzsY54wbqNpFzxHzak+9mnk3dKlzrvkzZ+748uhcT++A2r8Y4/L11PON0ZEFmGNv2vmVTSJeXCOeY963Xl9pFkJVxEq9oeXnvt4kI2XZsbYYvJw7XoXd11lU58LhhY/ATiW0zPwhawvfDz9Hwbres050R0jfWP6VGHVnnet60PRlwaWucJq6AN66L4Cc2usjf1vdUyDcYhbfQPd+N58ZL1zxdq6fDOVe35r4iPMfL6DgBx8fw69G5j3G5tjGux93mSxtvXOjK1PAkKp1g/M/pkjrLb13VoC6nCPBuPuQ4P97rSCf7OE1cS7xdRnvAlGsN9b+/cwb19uHbGX8Tp67/Jr3ikj8l54TGlgZlmE1UxQFIMABJYlgLDq52u8uDmHW8TECzPaNvSFdqpwZLQyQ/yw72ork+eyT4Oc9am83RdTn/Dnf3H2LjL0iIZuK5hxirQmBB71Ip8W8dqQcPpZok2f3FWC3p06rg4Wuxh20pmpBAZB8bw97donwiYXTR43ZfE2FnM+oTFXuPYsdoJipi/6Xqu7jkJ1FrPdDVo2s8cSX1u0KOGL4bAaz9bA1Nji+b1tl2oOgmsPajrWFtSms7L8JPcYbtYSHMtxLb6Q9YWPZ2xOiH58yvwA3k53YyoAPWYzJdbmzVczhNV+55QdCduqam46Au09tUllYOyACUdSjjtjnqnXlYhXDd5D5OcwX3dzux4FO35kVc1cbkTd2tztecPnl4z2D23rojhDabXE2zZ08YgIpq8TuvevZqo9uaxjiNWzl5XIbHyAzRBWY/Nx4MO3s7YYWC/n3yxh1beO0oaOyc94I5qbHx4Gvx99Hnyv2s943aeu8KVjQFiVmEEQViUoYgMCENiZAMKqB6FP0LC3aU8QUuycQScn1TaVY0+EYK43U+LHXOEpt37KJQlMfXlLLd76CkPRqV6hXn+5N3KQmQLpKHZqCeO8wmoiorNZfOlbF31b5PvIFr9I2ywZF4lYtRYx3mcoV1htVuFd3rLOM9Uz3e6k1CNCw7yGaOLIYiMUoaqfouodS0LCap3eYWifm86guZOcqBJ7LOxFie5U89jJrlOfi+SDdk8LwLEcx+MLWV+EhNXQLh99/mo/8gxfjobTp83N7RMiVpPvefacYeX+HLaEx4VVvcl2Ls7x/TGWlzF/fmvr0gQeTeQ0P7Jqc/RRPd9pUampd+RO+Bx7hiUoOcJqqv2hXSJ17tD6drRUSJPbVl2vb9132t7n1q17UVgEC4q5juBqvgOZvu+Jdby8O2GGt8Fu98/4zhFOBdBGD8v6d1qO1ZT46u6GGnuP84x37yD1qfLjuJD3wXqf43Xesyw7nqas7ZNHqm1TfkdYnUKLshCAwGIEEFZttPFIgOEFfeLWX70Wv3DURRT0Oo1v609vBGF1sedByvDUl5UpEav2AtPXn2x7ep4qO0I1X1gNR6w2bWoiY62ti8MC6hN1Z0Sorius+rfz19sOdSE0P0rY6SfJBXh3hS2kBoXVvCiGcLRyyA9j3j3vQmfyljX/NtmLwOFjU58Lqedxa3bgWI5H8YWsL+QiVkPbqHOF1dDW7sxt6cbYPidi1eSq7ww4fWzZC+wu8eZureXB+uPlRSfe6SKnbkffTWG97zpzRzQi1fMRLxXR6pxrEJsPu3fnbs6Z1raWccPjtsvtGU3tEPdjswPHEqGN9yujT6wdsdpHzHbvBmL+zTu8KkdYDe3kC0alhz4KRD5YlzBeR59l2eE0aa0EHslGZhRAWM2ARBEIQGB5AgirhuTpz2eU2LY0RkPkiCE5ZRJ+R1hd/sHYsYapLyshYdVcGOUKf74+1v/tjTq6eqKiURJBAd+3ENDbFPgoUe8ufHOkrpqTaT3/LBFOOmLVWDQN1YcY2WJrXgStf9Hg1mFHr480PCkTPJGhJr3AWOIbH0Jb+LMi8dtavfcYGhut3G99u6c+Fzs+hpu9HI7luBZfyPrCxzMsyphjoFNuh1QAk+r0pT8RFlbNaEk16bdoAAAgAElEQVTPffsm9dDJ6baAqo3XbeTgjTq9fjpu7/dsYfdX150dkBJOrd+dSOO+SyUjfu25qdruXn3AndS2VlkdDwqdLaw2J5WpUyO9jy7utykTxvRHGcJqKk+7NX+nIlbrPUlL+DclmnYvEJ7c7+PYMel5G+67f/+0Dj0uXFiNPcuyo2na2lbmL4TVtK8pAQEIrEAAYbWD3G3tNfJQWiLMmEA+L5LBdV/35d469XKymxFWJyNb+4KpLyu+l8p2saHlqwy88PujMa0DD5pr7dORtUVJ5uFV8TbZkSmB7ebtW/YKOVZj9VtRKiHhsFuIRHMid1sH3S3wGR9RvAuAUKSV3osjY0kkenYcwwJ1BMeWQHlPv/IL2W3bpz4Xaz+3h1IfHMvxFL6Q9YWfpxmV2NdojzV5KXUyIlYnRe4H8ifuKKzW9/Kp+mw89d2Y//V7iI3lbWqeZ6/7k9e1Ob8Xp+z3imErvLZ9XxdWA+8SxrtBaqu/516cA5qMd3L7fl+rZ76Dsercmp73nHjbhCNWj/XdZxXDRvPrks57UjI5UcW+6OAuh/lpH8URWK/kCKutiFy3R86/QVHU6itGpHT3ENd/e/2szus77xkfRHk7nUMgd/0+xuv8Z1l2LM2xtg8eOe2aWgZhdSoxykMAAosQKEZYtXMWdncby9eXCyRn4ghFkg312+1zcjq50XjNtc22IO23UARBzs0ML0R6YTPSLWQmh0FOEyiTRyCXt7ffaX3E/F33tZXLrW9W3y89z1PoWXJSAST6WbhNdSPMlBZG7jMDnS2sJu4ngd3L23sf9Xqiz8dm16nngYu3x/abwXbKWOYRVh3xur932649lqTGB+t64+CPxLXBNlVtc6ONfAc0tDeR+1zkPWX3txQcy/E9vpD1RZinZ0y2djsEP1B6DnLSD2mq70C/tjn8yRf22NSn3IOjvONgPdX0B0FZ82KDrB4n2xQ5dlXt2NxGOI6/BXKsKi3a0nLFKLS1bR7OlAzkWG2zrHs+SGpiX2VI+T80auKnr02hqNBIhKjdfvvwquF2u34Q3u1it20k0dhI5FgdRciQH5tOEeASej5yIla7a5352f/enyWsLuBfX8Rx04c9QrfzzusRm43nIfmMez4sFBexao9dsXzJsuNpytpW5i+E1ZSn+R0CEFiFQDHC6oJ3u5WJYxdEMNiF3vRr4T2d2S5XwHsXeutdi59kWItxnLH7QeYOyrGStY010lwxX5SDZK8tgede8VP5bAL+iMvZ5rhwEQKMLybWrfBAWF3kccEoBCAwlQDC6lRih1k+d/IMRuIZUQWhVAhWFKI3Ci4QzdaXdQ698UUI6JEgmj/6iDxPVHB/X2bUpnUfociJYNvCfSGX92H2pvJaDe/yfOJr0SJ+GiJxA2NL5Hf/uFC13DN2uRG+46nIw73OGCvmeC7OsY+OydjNsIuwGk2fY91VZtk2/1+Xp3EOmNA1ofojkU251Qd9YfUho/9Uxu0oL2dHgbcv+efDuq3D9XbfjUaERSLfqqA+s01W3YHdN8lnKnCwXc97kTEi15mUg8BOBAI7XXbZqbZTe7jYJsD4MkdYjY39sZ1f/v4Xnfui81d8zfXu3bumwBdffDG543/88cfNNY8ePZp8bX/Bl1/fqA8/+Eg9fPhwlo0Hb9++fT/rSi6CAASKIYCwWowrFm1I+mXCl4+ynky7XFazhVVTfGgXXe5irllQV9vT6r1q50PurBpJ6ECki2r3lrkAb7e0H6vLi1vvae/X6kS9eqXlLLVPng0Iq+G2xSf59++ZIhft1JrxdP9eqyXUEyOwiJ+6PG4nJ9XRaKeuKNdGJFa7Patn3x1brupdntWwc15t8W03wjb/7LHAFuYEx4o5PSbKsdu2e3x5oW5TIuUuwuqchieuWUxYXaCtvUm/L7S5c+hPWo5ru/8YuQjHufim2lwcze9s91XHn+Y2WXursDfFRyM2149FMxlXuQ/rSuyPqYH81ZFrz45vVM79LDJGLOh/TEMAAodDgPHF9FWaR3zsN/PHxs818L5b6XOfqlPnXVevcdUhcE0+4ZzzBtr7IWL1cJ5BWgqBTRNAWN20e4ebS02eye2QQsJquw60c1HVk2d9GvtnSn2qn5o6Tqx2PjRH+NAOQ6oPajCjnvoXA+uk2yxhNda2cN9J8b4fvW69u4T3eqx3qWkRP/VjU31IiHNgRff83pyq66d3prDaRys2w47nN+2kbEdY8gqr88aKOTxjHIecyc9eVwLZkXpTJWvszzwZ8idWGnT97/LFC3V71i9k6nGyPtn6XN096fMx2nkg7dxw9bhdL4JC156rVq7u2XQLJivf72V7wouWA7KPluwEyv4AmC7y6675QNeRs6LBjGgY41Txvq31dbEom67ON0fqqs+PHok4y+vT5v27ArJ/F0g4Z2Tfa6zrrINv7H7r1Ov040Afduw2E/l4krrhY9883rY3fT/kYZ4zHnANBCCQRyBvvM6ztYVSSR5ZY/9IIrWWjM591TvLc+NdLLQ70iWPsLqF3sg9QGADBBBWN+DEjFtITZ7JSCFBYdVZkGnbMZtDIzIOmnAiWZ1Ta/VIWW1yNpLpZ6QCiLYtDD7FO8NlFJlAAN4TYO2x6CJ+GsamZ+p1dUCL/hFmEBk/ubNe2FuRp/0A0x4SY5zO7I1Y1SIpfMLqzLFijjvCHPV0LG60v7nosVMG9P/dp1QYxcd+S7h5CrsuFgauraIU20hgt+zdEA05EnDnoW4LoiZs+iJkBt9ZfqnLfn70sjtxWheBq0OBhrZZp4L3B/AZouxT5Zxa3jU7p0/7uNv37xMdk0Kkpx+2u0JaHzYH6ty+GMX1TtBW9W6PZhHbnhrfB2uPBxkeNc/E0EZfygQrOjZ4rdbBk/dTlc3hOeeZ4RoIQAACjC9mH0jyyBj7dYvxMd5KF9ddqF8Tnb8i3RdhlWcbAhAoggDCahFuWLwROTn5DGHBbpGksGp8AfVF3LhbQZyIVS1CtV4UmpO5LSiYdYxl28VjaFHuRKlN2DabfFlZ3OP3qwJ4H4a/F/GTNjYdNelA+m392kv8Ub3FTItK9YlC+gcdO8+Xfop2jdoRtFLjmKx/ghytdpnjomdRY3Bwfx/Fsi5NgmE/LpaaYqJHhNWEzZ6OX1jVI01djvaizJ+jVau/2W5oRSgbHKzo2sbd4RO/477ow2r1/L+e9DaBOlJCZOj3Ps9plQCj0lD7bZUdOz1aWM936pmXe2HVG4WkMzOY+hfP7WOTPjl9kTFC9vHDGgQgcKAEGF+mCavJsX/cDlMnDre28jsLyepbn/nx2zcvROevQL9DWD3QB5JmQ2BrBBBWt+ZR//0UJazqi3NnIra3fvgXoWbEqlvGJygMAupQZ7tlMSisJtsW7ju8vK37XMF7Xd5za1vET6Hx5K7OFdlthbe2szmLBftZ93xI0iMc/TlY9Q9C+VvY5rAMcXSEK0cItRY1CwqrDaMhFYEtVmpb8bVo1Dxh1d7GXxFsBELrQ5kBVqu/7hdGmodmadelo6lFSFdYdQRmzXZWn9YjRbsIaV/Eqi0KR4VI7yLWmguNeh+3B2ZpHxDG6KBP1J0eoWp9uDR9qQu0tUCduFZjhbA652nnGghAQIpA1ngtVdkB2EnyCEasWh8nPedhmIdUjWmFwnPfnSm8WvNXDCfC6gF0NpoIgftAAGH1Png5vb0ulRfHFhL8CyRrUefNQ2hGrdinQw7esLZhRnOsOtFlvRVzS6sekdtuab1sDui47Q+88WwjfXLWJSPUu0nGCa/Jl5X70e1Wu0t4r4Z6p4oW8ZMnSvPqyMqn7InG8z/a3eFXE1MBpMexnbA5F/s5dtvmPVW1W/nXjViNC6t9I83DLnKEVXvuWSNidWdhtZZuh2hNnwCc3iJpu9U3B/vm8fFvR+pzJ1qom7P/tMq1+60z5ZntWtG6ztdri9FGjuLItdqhcAirsuMA1iAAgWkEFnkHmdaEokoneSTSHrUBq7mHTPk+OI9z3yd3diq4OgjW/ZsPIMJqUd2KxkDg/hJAWL0fvk9Onn1eOX1rYPO31+pZlavt2J5cOzGzz71XU3QmQM+E3AoQqtueGJiMjRO4PRGrnugfI5rMmeg9ORT7+63KntT55uojKD3RXU5ePaNt4b6T5n0/+t1adwnvtUjvVs8ifgqMTfW55nWeyfZQc237d1NeO6G9uyXjhPTUVn/BsWIOUR9H7wnvvaDX5dlsDn0acm76c6zq0SS7pALIE1b1XLePIwcb9tvZ/TsaLrp5y2bgz7Hqzjvth7Y+F6lAxGrd3z4/Ui8HUdGs0/FVxkdIo58E5iG3D+jCdZ1y1coVG3gW+jQ4Y1+wmcUiskkFMOeZ5hoIQGB5Aou8gyzf7MVqSPNIjP2Za6L+BmJzX5PK6ex4fG/rD5n0pA2ygSCsLtZFMAwBCEwhgLA6hdbhlk1PnvW9uRFPg3Aa+mo5HM3cKJTmCdS+SFK9TGAx2bRkiO5pF4N9prrWA1reuEhOn1HorQ61sQ+nabSWehJ/5RdWs9rW5R30dIs83ofbn0prObxL84i/PYv4KSCCGh9bNGG1OdBH9Ycq6e3UPuIoz3ZxvZ7Q/2/ddk6E3hzPuRwjQpdnu38brVuPo+fq7ol5qNPywqo1z+hzgpb/s517XJGzFcn7CMkTdXmpqvmhz6vbzR39hGHsfNBztUbaYKQFaL0zJ2J1zBPXzVr9B7zO4ebvei5UT6qD+hrto6cpBJs9yK7XmJcNdu11+sfR0VIoulmLTDU+wuptsK9N349+9SJjxJyHjGsgAIHNEWB8MV2axcOeN+y5yFygReaVtu7w3Gf/Vr+mWOvKQI9EWN3co8oNQeAwCSCsHqbfprY6a/KcapTyQQLwXrdzwHtd3nNrw09zyc1YDMlUhZUEAfq0bBeBpyxPrEEAAiMBxpdtvksgrPKUQwACRRBAWC3CDYs3gpeJxREbFcAb3usSOIzaeC5k/ARHGY4SVvCFBEWED1mKWIMABHwEGK8RVn394uOPP27+/OjRo9kPzpdf36gPP/hIPXz4cJaNB2/fvn0/60ouggAEiiGAsFqMKxZtCC8Ti+J1jMMb3usSOIzaeC5k/ARHGY4SVvCFBEWEVVmKWIMABBBW031gK/MXEa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8v46St1/fyJuj59o16ePm7a/9X1c/Xk7FV3L5fq5v25Otbv7Ktr9fzJmXp18kK9eXmq2quaKxtbw6XN3/Trfb8rdfKirls57VgK5jIcl2rttu3iC1n/wlOWJ9YgAIGRAOOL2Ru2wgNhlaccAhAoggDCahFuWLwRW5k8FwclVAG8hUBmmoF3Jqg9F1vGT5awenulHjy9VS/evFSNzlqLqJ8fqZfno7TaCK93x+ry4lYd9eU0YVUXaW+vHqint70A64q4I9LYb7Lgl+Eo28b7Yg1fyHoanrI8sQYBCCCshvrAVsZbhFWecghAoAgCCKtFuGHxRmxl8lwclFAF8BYCmWkG3pmg9lxsGT/5hFXlRqkO996Wvzt/r569fqCujsZI1z5iVRdWVSPU9vYQVvfchYqrfpk+XdxtrtYgeK6GmoogcO8IML6YLt8KD4TVe/coc8MQKJMAwmqZfpFu1VYmT2kuS9mD91Jk/XbhvS7vubUt4ydb7LxVV5USeuFs8+9a3aQBuFPndXoAQzStf3eF0yZiVd2o903EK8LqXN9v9bpl+vRWaaXvC55pRpSAAATmEWB8QVj19ZyPP/64+fOjR4/mdazqqi+/vlEffvCRevjw4SwbD96+fft+1pVcBAEIFEMAYbUYVyzaEF4mFsXrGIc3vNclcBi1LfNc+MROPReqmWPVFEpbEbYKb1VtpgB/DtXL6O+9fVIBHEYvlG3lMn1ato2HZA2eh+Qt2gqBwyLA+IKwirB6WM8srYXAQRFAWD0od81uLC8Ts9HNuhDes7DNvgjes9GteuEyfooLmo2QetGLn7aQqqqd/omI1O6gq+NGXCViddUOcwCVLdOnD+DGF2oiPBcCi1kIQEAxviCsIqwyEEAAAosRQFhdDG1RhnmZWNcd8Ib3ugQOo7ZlnotEpGgjjF6r0/qQqrs6X+qFB1Ys6lS3r5r8rEYO1sEaEauH0QtlW7lMn5Zt4yFZg+cheYu2QuCwCDC+IKwirB7WM0trIXBQBBBWD8pdsxvLy8RsdLMuhPcsbLMvgvdsdKteuIyfTEGzjkB9/azf2l9t7r9+rp5cn6o3L5+p15Uoenbc50vtb72NYr19UR9i5RFOiVhdtY8cWmXL9OlDoyDXXnjKscQSBCCwTSFRyq9bGW/r+3j37l2D5YsvvpiMhxyrk5FxAQQg4COAsHo/+sVWJs9D8Ra81/UUvNflPbe2ZfwUOLxqaGQXjapHrj4278ARX1+Zv8dzrCp1oomyZ8a1J+pFHSlr1TeXX3/dMhx3bdX9vB5fyPodnrI8sQYBCIwEGF+2KTQjrPKUQwACRRBAWC3CDYs3gpeJxREbFcAb3usSOIzaeC5k/ARHGY4SVvCFBEWED1mKWIMABHwEGK8RVn39gohVxgsIQECEAMKqCMbijfAysa6L4A3vdQkcRm08FzJ+gqMMRwkr+EKCIsKqLEWsQQACCKvpPrCV+YuI1bSvKQEBCKxAAGF1BcgFVLGVybMAlFlNgHcWJrFC8BZDuagh/CSDF44yHCWs4AsJigirshSxBgEIIKym+8BW5i+E1bSvKQEBCKxAAGF1BcgFVLGVybMAlFlNgHcWJrFC8BZDuagh/CSDF44yHCWs4AsJigirshSxBgEIIKym+8BW5i+E1bSvKQEBCKxAAGF1BcgFVLGVybMAlFlNgHcWJrFC8BZDuagh/CSDF44yHCWs4AsJigirshSxBgEIIKym+8BW5i+E1bSvKQEBCKxAQEpYXaGpVAEBCEAAAhCAAAQgAAEIQAACEIAABBoC7969a/7vF198MZkIh1dNRsYFEICAj4CUsPr+/ftiAW/li9wugGGwC73p18J7OrNdroD3LvTWuxY/ybCGowxHCSv4QoLiaAOesjyxBgEIML6E+sBWxlsiVnnKIQCBIgggrBbhhsUbsZXJc3FQQhXAWwhkphl4Z4LaczH8JOMAOMpwlLCCLyQoInzIUsQaBCDgI8B4bVLZCg9dWN2l5z969Gj25V9+faM+/OAj9fDhw1k2Hrx9+7bcELVZt8RFELh/BBBW74fPtzJ5Hoq34L2up+C9Lu+5teGnueS2uRiSobFfK/RpWf7wlOWJNQhAgA83oT6wlfEWYZWnHAIQKIIAwmoRbli8EVuZPBcHJVQBvIVAZpqBdyaoPRfDTzIOgKMMRwkr+EKCIsKHLEWsQQACPgKM19v8SIuwyvMOAQgUQQBhtQg3LN4IXiYWR2xUAG94r0vgMGrjuZDxExxlOEpYwRcSFBFWZSliDQIQQFhN94GtzF8Iq2lfUwICEFiBAMLqCpALqGIrk2cBKLOaAO8sTGKF4C2GclFD+EkGLxxlOEpYwRcSFBFWZSliDQIQQFhN94GtzF8Iq2lfUwICEFiBAMLqCpALqGIrk2cBKLOaAO8sTGKF4C2GclFDUn66vXqgnl5oTT15od68PFWP+z99da2ePzlTr+y/q6/U9fMn6uyVeZsnL96ol6f91W2Z69Pub7dX6sFTpW7en6tj47JbddX+oM7NH4ZSfTsvI2XmAJfiOKdurjEJ4AvZHgFPWZ5YgwAERgKML9ucvxBWecohAIEiCCCsFuGGxRvBy8TiiI0K4A3vdQkcRm0yz4UlfPZiqRrF1a+un6snd8fq8uJWHb15qQbNtCs7iKY1tl6EvbxR7xuFVEpYrYXXK6UulbpQ551tGT/JcJRpy323gi9kewA8ZXliDQIQQFgN9YGtjLcIqzzlEIBAEQQQVotww+KN2MrkuTgooQrgLQQy0wy8M0HtuZiMn2xhtbopI6q0/f3u/L169vqBujqKRKP2PBpx9VqdNiKskLBat+nqSL35TKlPn9ypcyfidb4zZDjOr58rWagv1Qfo20uRxS4EIMD4YvaBrfBAWOXZhgAEiiCAsFqEGxZvxFYmz8VBCVUAbyGQmWbgnQlqz8Vk/JQQVhuRtBMynW38nmsbJvrflUgqgDoNQCvqWvYEfCDDUaAhmFD4QrYTwFOWJ9YgAAE+hIX6wFbGW4RVnnIIQKAIAgirRbhh8UZsZfJcHJRQBfAWAplpBt6ZoPZcTMZPgVQAx+1W/iavqeq39dt5UEPCah30GhBC5+RYNSJg62wDVWqC61MzD+wOvpDhuEMDuHQggC9kOwM8ZXliDQIQQFhFWM17Ch49epRX0FPqy69v1IcffKQePnw4y8aDt2/fvp91JRdBAALFEEBYLcYVizaExcqieB3j8Ib3ugQOozaZ58JzANWQH9U9UMoUWteJWHWEVEto3dVbMhx3bQXX1wTwhWw/gKcsT6xBAAIIqwireU8BwmoeJ0pBAAIBAgir96NrsFhZ18/whve6BA6jNpnnIhx12uZavfDAuFQ3TY7TwLWiOVY9wm/XopMXer7X+T6T4Ti/fq5kob5UH6BvL0UWuxCAAOOL2Qe2woNUADzbEIBAEQQQVotww+KN2MrkuTgooQrgLQQy0wy8M0HtuZiMn+JRp2ddSoDxVtso1ttG1PTlO21/vxiiXnc8vKoRd2/Vi+YgrLEVTRTr2XEn8O7mCBmOu7WBq1sC+EK2J8BTlifWIACBkQDjC8Jq7HkgYpXRAgIQ2IkAwupO+A7mYl4m1nUVvOG9LoHDqE3muciJOjV5jFvzn6nXz5+os1fm75c371WVnrX75xNWrSjYRoRVrSBrmLpUv395oX5pyPGq/+imKZjrNRmOc2vnOp0AvpDtD/CU5Yk1CEAAYTXUB7Yy3hKxylMOAQgUQQBhtQg3LN6IrUyei4MSqgDeQiAzzcA7E9Sei+EnGQfAUYajhBV8IUER4UOWItYgAAEfAcZrk8pWeCCs8rxDAAJFEEBYLcINizdiK5Pn4qCEKoC3EMhMM/DOBLXnYvhJxgF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z3k+OtunrwVKmb9+r8WIajhJX76QsJcn4b8FyOLZYhcN8JML6YPWArPBBW7/uTzf1DoBACCKuFOGLhZuwyed5ePVBPL8YGXnYL26+un6snZ6/Mlp+8UG9enioV+e1xf8XtlWrXyefKWCfXf786auw8VunFdN++vl1+lK0d7TaaYuY1OWXyHLUL77waKKUTgPdh9AdRPzXjR/9En6gXb16q02ZwCY0Z9d+v1NFQri77VTVUPVFnr/TrW5a+8U0fL8Lj35H63DPWVKONO9bNdFsux9gYPYzDM9vQ2L47V+9XUznTc8HMW9npslxfxCux5p5uHn089E/36pMXb9TLusN/da2ePzlTw0x8eWP4JDR/d508cK1/LjTmzES9c6HK8JxbO9dBAAJbJsD4YgXo3cYAACAASURBVHo3i4fxrqXUMPd0puz3DGct1s8Vw7zWt6F//+r/e/47EsLqlp9a7g0CB0QAYfWAnLVDU7MmT8d+N+kd6wu1esH1Wj2rxNCjemF9fdoJoObFzURr/NZPoNrEKSKstmJJpVlUomlske9ZlHcvC+NLgtzCfR7vHRx8zy+F92F0ADE/dS/qx0P0YvXsPr9Tn0Q/xniE1cbOnTq+vFC3R51QpS8W9DGsGS9uBwHXHePCPmjELWUKXrt4LJdj1jg8syEIqy24XF/EMNf94/WzPhK3nYdue+HUvrDps9fqtP5AoFpR1XgOtGsd/+t9OHGt015jvrbnykSbJ/QxCZ4TqqMoBCBwjwgwvkwVVsc1XxMAY70Htf+tBchYvzfvPrcv1M3ptXrqWxNq68u+bBtUM+0fwuo0XpSGAAQWIoCwuhDYwszOeZlICQex3/2/teLq9WknYEgIq31062dKfVoJJOd29Ovgh4BoGl0sznfiHN7za+NKeB9GHxDzky4uOW/g+RGrgzj47LUWJd+ydMcw025qfByHnkBk/g4uy+WYNQ7396rtPohF8l/evFFHV3WU73gD9sepYWeAHqFSj7Wvn1Xy8tNmB0R/jRFRaUW06L+dvHihjs/OtFQA06JdzMhN6wNf1a43R1fDDgw7IifmqlxfTHF33dYrS+jvrzdEes8cqgvejvitPzd3br8Mi+WeuXvYVRJ6Xqbc8Vh2CZ7zWsJVEIDA1ggwvpgenc7DfA9y5yprruiqS71PdS9dzYfu8Dou3BsRVrf2pHI/EDhQAgirB+q4ic2ePnnWHybDizu/8DA2KiQ6GH8XEFbHNtbZBzTR1uETE1v6vH1ErE7sVsUUn9O/i2n8PWqInJ88EfCjkhnIxWlHrLY27s7rSEH32fdH+42RGXnCqtyYoneTXI4543CbtuV4TFNgRJzYi6QxMri5zkgFYEctWjsenB0CrXj9qfqs3dLebXsPfXgzU764uyli0S42B1ecvBi3N9oROYnnM9cX2Y957KOB/Zunrea9dlv6m/QAyoyETV6rtdiaq70CbGg+z77xtqA4z4n1UxwCENguAcYX07eTeRhzkP4ONdr17dAJCavGzozoB/N4n0RY3e4zy51B4KAIIKwelLtmN3by5Gkvcj01x3IQBkUHPX/qrsKqNQnHhY6QwOGKK0YeVicnUJ4LpvPOs0spPwF4H0bPkPbTGIU4I8eqNf7YiwFnfLPGgtj413tDOgVAbzeXY3ocfqZeD+Jyb10TU6tI3lAEiSOuGbmxO1s6Y9/vVrfVebkf9rQx/KhN4WBEtgQXZZ7FX5cCorneadc0MTzXF/En1MxpGsoX7vOn3Q9PTk6qfKt6ih7NdqIPu9e2rbb7sbdfI6wexiBMKyFwjwnIjNfbATiVhzn2++fKPGG1Ymjn6a7mrpNqJ0yT5mZiLgCE1e30Se4EAgdNAGH1oN2X3fipk6cTPRQSVrNzrLYGJCNWnUXm7O3BRKxmd6RCC07v34XeyMabtZSfWnFJdflP81IBOC//vqi8YXxzc0gmI1aFhCZfl8jlmI5YbQ/aqsJVq6jdsaZB1Dz63H/AYD+WaxGr3rqiAmYzI3SHh2l32URXHnl2IGh+Vb70Cp4cuq0s6D24cDhMzBFW/VE4oUcz1xf5j3bHRLUHQY7ryzzBNzbHms+J26KwD7ucrl1jghGrVnqA/HseS8rznNMKroEABLZIgPHF9OoUHu78EI5YtVPZJN+X2gXikD/86HPt0OSMABeE1S0+rdwTBA6QAMLqATptRpOnTJ69+dREGPvd/5u1rTQghPq2MtoLf++CvGu4Pz8eOVZndJuDuWRO/z6Ym9tQQ5fzk/58+3N86S/tp49DYlslt3UiozOGRYVX20l5Ithc1+ZyTI/DbQqVNh3CMPKPoubCEauxSMhFI1Z18MUJq7UWHMh/GviQOd6O3vd96XECz0ZjwP9bbvSRV2yd0cFz+/YM01wCAQjccwKML/OE1fajnJYyKDhn+MXW1Hqy1VXDByKnui3CaooQv0MAAqsQQFhdBfPeK5n3MqHnZ+tX3eMJkUeRSdA3QbbbdrVDQ/poJSMyxxYkYoLoeEL3IAl4J//6V4+dbhtKFebW5fiTE0Pm8d57NznYBsD7MFwn5ad6fBlzc7pClC8yTxeI/IuEbstzdYJtHSnY5BA1hKz8w6uWSgHQezmXY8447OQmNXJv2pG6Vo5VnU83no4n1HtyrBoRjZ78rVX07EUTsXrcLrK0hZyZY9WNII7lWI391oiYnnaZYnP4+cr1RdhCzeFzdfSySkvQFXLb696vz545x7p5aPutl6OPRivu/NysdKsIojPllHf+ztx5GCMwrYTA/Saw+3i9LX45PJL5y50c7WMuemNtFvsw2OVgD6XBSVFHWE0R4ncIQGAVAgirq2DeeyU5k6e/kW5klxHRpR8NXRvotmy0B6Jox0bXv3ULZrMedyto7ETq9tpL9fuXF+qXqvOl6wW4+S+2DbhatBuF9byM9Q/+KLY5E/183nvvKgfZAHgfhtvk/GSPG/az3EU/6GPQMP5Eova0KPpnr93oCV2o9I5xzfjXbq83x5pmcOxSFezuq1yOdv7Ndvh0x80xV62nnVYetHE8HMfLYZeAnTNNr8uXY9Uof6IuL1XF7XwY1/V2Xd68UUdXenStNV4ntgua9zjOVY/3LqzWU08doar1GG8uVDtayDdn6R8u/XPauKPDnu/sa80PDU7KO6vN/p0i0/t6bt+ebpkrIACB+06A8cXsAUke9pzeX67NUbH3B2febV4x2o/Xd02wzdieOWut/mqE1fv+ZHP/ECiEAMJqIY5YuBnJyXPh+u+beXiv63F4r8t7bm34aS65iYshmWqwkkGAPp0BaUKRg+a5w6nWExCJFg1H15s5i6VSPYg2fnFj0/ItL96cWAUZhwPutX2FVH7Q48sCDLfCA2F1gc6BSQhAYDqBcoRVOwLJjZ6YfnftFXkTR6r+dHSMuVVRa61oZEffzmnRT3kM5hLmOpuADO94n7Sj0XyRZHa7jC/Cfb/0RhLXV4b6WqRdib4ejYzboRuFeIcZtZUl2xNkFBsPEmNJglGqzUN0m+O3xBgViya0o7UTp4cb/Shq13SqzHOxQ0fZyKVwLMeR+ELWFwfNc2dhNS/lgyTxcIqUbQur3mj+ajfUzfsxJUf/DpSbFsT1S+hAPQkPWn0FYTUL6t7GF+O9T1+/yaVRyQJgFdobjzmNjVyDsCoMFHMQgMA8AqUIq2bOPE9usHm311yVM3HE67e3jlrtG/KN3Sj11Dph2chXV2tVgZxlOffX27o5VddPzVN6U5fnMEjZ4Pd8AhK8o32y7kefKvVZd2p0KGfk0GLjMJSx/96op9X/fCkVuq3Ud8fq8uJWHb15qU6bvaCxw0/G/LtNggar79t5mpJtzsftf8YTjOz8k2Z74ozqe3n9rD/wx1zgxMeSOCPn0BqD4fw2uTmGzTbH7ifaJmWPZ3FhQOK5mNAtNlsUjuW4Fl/I+uKgee4srMqyzLF2/yJWuw+QntQhvdg6fjjcNWJ1SWHV8i7Cak53z1oPZhmaUsiXk/r5nfqkeX9HWJ2CMlQWYVWCIjYgAIGdCZQirNo3ssvpgLatOS/qRv3NpHinzvUv2Z5Te30HJIUOD7k66g9MmuHCGS/vcxjMaBmXdASW4B3dihftE2ExNLioGvr8M/X6wdUorE56eddfGH1tkFt0ZPE2GPkWTP4X3JyDiGJl4mOZWad7Enr+Sd32w2fY8vgt1i792mibjj6vckOaBxXE+mmWnxhFkgTgmES0WgF8IYv6sHiauxMuX7xQt2f6R+/Y7oXuI1vzPb5KNNgIfdV8+1zLI+zNb1zbrL+qnqu7J30uZ2sHUzA6rv/g2SU2rOp8cXymzvqPq8Y8EY9YNXZ7GCKluXOiz73rzJH2O0swl3N3v+d1QMGZejVElVo7NPodHE5OSJ1N7MNw24/NebF/T2iDJlpqiTzGPQs7b3J3XX3oa33w4vndkyG/ZC3kfnI3nktg5CuOctH6SuLdzIjQ1f0V2UHTfyTObqvsULCItb2ML9H3c4RVCUcjrEpQxAYEILAzgVKF1RwxI/fm50ykRv3BQzfsqFF3gvRF5e18bwirua7fW7k5fS7e2MTLl1fo7yxGfgv1xVFMu1NXmrDa/L1aIKiLi2qB0/0LpRLwCJlnx3p0rNwLZRZvg4NP1J0rYsYXa9HnPSn2dukKrKji5BhijRFesTPUL6a06dnrSli9NQ5ligm2WX7a21N7OBXDsRxf4QtZXxwST58Id/aqF/LcnVfmrg1f5KT+wS8ULdmLtaPA5wQC2LtZhtO4rTnXTnWTKaz6dmVcn7bBAu6HuLZ/xIVV306O/oOde7/uzhn/u4QzF+n3pwuWJ5f1W4169rJKA2AEUth12z61d2j4ftc+TPfCbXWoonMIbP8eZexSSXMZ0hTEhFVrrq+5fH70sjomsD40T5u/rchKO4J3EGe9bZUdB5aytp/xxdeH+zuUew+ew2w/POa0NH4Nwqo8UyxCAAIzCBQprM4QDmO3Pnni8IkSw4tpV5O3jZGIN/3A35MT9ep4PPl4sttm8JnMYHKjuEAnIMPbjHYJn7o8X9jzCnSRxZW9nT+W2sK1bUWYVKekn5y8Usfn/Zb6+X0ozdti5H2GZgqrMVE78ayajPIjZv3CqslXz4Ma9PMQbRq6Nt0mO1fdST2+qdPm1Ff7JPG0n+b3gft0JRzL8Ta+kPXF4fD0CJ/6eN+kSbF2OhnzQfjjXiuWucJsSzpRrz3o6vOTR3wLBxHEI1Z1r+s2nHeErmAyYlU3mPq459lF5n48dPmOoq+qon6fqF4MbtLdXB21c5ZHWNVzrBpirU/MTHzAddrp3EtEaItxiQirMbHb3j2n+2mntsoOC2LW9jm+jFHe5FgVc2hnCGFVmij2IACBWQTKE1blv95Nm0g99QcjVq2X5sxcOTmiSFhEq9+r6xd2cqzO6vArXTStz+U1qn0pcw91y4+IdOvxi596hIW5OHHL+8XIvFQecs96inf6PgML1urP8/nG789l5I9Q8i2KkhGr/cFjqt5eelqvItWTO+tjTnAh1i3om2utranaIjmUzoSI1bzneZdSqf6+i22unUYAX0zjlSp9ODw947v+bnZXRwOaaVLadFH9/JoSVsc5qQpw7FIF1B+rQmlsxnnb/tjVb1+vt6E/sYIE5gmrdoqDqn3azpVRQBrfV5LCqrN13oz8NQ6Qcsp2vcpug7HTQ+N2ZIrehoBozIse1trvzbzqDbro1waujyeLlblcEvP5ICIPD2Dk3a17V5jc1tTDXcDvJYwv7fOpup0+cu/Bc/CWwGNOu+1rEFYlKGIDAhDYmUBZwqq9rWbn22sM5E8cgfp9EWnel5icCTKnTOK+EVZlOsaCVvL73IRGePweig7praYEOOf30IKlWde9qTKDfWotJNyXc1/6C+9dxiI9J2BJPeN+Rr7n0LfQjQir1rY5s8nxsczPyLfQCYutoUPHhnZofH0L6mjO3uHaT9SdHtnTGA9tUR1/cxdxbasWeS4m9pUtFIdjOV7EF7K+OByeS0es6lz16NWjJtrSEBpjgu4CEav2e0PoPUOfe+/qD8O60OlE92rBAjMiVo1e6H23qBk2ORLUaS169xGqXUDEbfV+036D1NnGhdXHS0esNgJwJhciVrMGojLGF/39U2BNmHXn/kJl8NjhBrpLEVZ3Z4gFCEBAgEAxwmpUpNjtRrMmjkkiSWjrdWqC1CPB3G2y2XeJsJqNal8Fs/pconG3V8/V3SfVIqDb2meKcaFtgprRjGcqJbyaETaVbSP/l/vfKaF3aF3XtuqTfZOXbdd/ft5xRnZbQ5GW4W30Zm5R+96OqwMpzo/dO4sxcgTXgPjsjxz+XB3VOeK6Ko16nL6gj1U1p/C1TVTO2bG66Q/viwjioajqnoLEc7FrX9nC9XAsx4v4QtYXh8TTHMv7KM4+0tL9uGaWz4lYHdmOOxda8e/slRUNeqvtTtCiKI0x2Z4H+g+pes5MQ3C0omCbSMZW2B0/nnVpZDy51vWPd973lz4frRXda0b0hSJ0n6pWDHVyH1RRwU2osDX/6nb01DcVx/4AsRq3cR8JYdWZV+13DndNMCkKtMmBOkY9R7k4KZxGPvZ7RZ9jtT0wS5vbfTlW9Z0uU9IWyA4LYtb2Mb6YOYn79+ber6l1o9itew3tg8cSd4SwugRVbEIAApMJlCKsjluHzFvQ8wROvrnugpyJI1l/98LhPbDH/q2rt2l788W5Psm0+2ecnjrxjrzRhNZpsAGTOQwmtobiEQIivJ1+paUByN0K1y22zKWHZxufs6Doby6wla3Zm1j/0/pf4DloTzvutqMP17URsBKiat0KL+8kI5uDnmYhxqhdWGq3YrA4+rxO2eB2Du944BkXzLHIPdHYqdc4SEJP5txyH3xv8TD426yscSrcJn2B2nSiUYD1PB8izwUjD5G/BfUB+rSsMw6Lpz5P1GP1ubp7YqfS6U+Tr6dLfUxOCavW2Dpc24l9py/U7Vn/bhmeu04u68MmlTo3Pox180Q1d7w5uhrTxDjinE9YrT7dGXP9iWqrGEXXcY4Kt+uyUTNH+8YcUxm8vLhVR2/qD8uhHRL23NO9Uxx9XomR5gTcryPSH5LtvpwQVuvisbVB83MtXtbvSy2LZvfIBLEym0tEWK2badjR+qGdNkJfc00SgT0fkWVHBhlr+xlf7PdJcqzKeHO0grAqTRR7EIDALAKlCKuzGp950X4m0szGrVQMBiuB7qqBN7zXJXAYtfFcyPhJjOOM3Q8yd1COlbx80OH2ivmiHCR7bQk8U/hjqVhS197338PRtfedzH25f8YX09Nb4YGwel+eYO4TAoUTQFgt3EFCzcudPO3I3eHrtbH9N5QKwXrh90YMBiLa7C1pw327UQn1T95I5j5ywBMV3N+XeZ11H6EtzsG2sdgW6p47m8nt3ztXhIGdCCzqpwnjjbNDwRoz3MNfzDHHEeOMuvN2EewCMs7R3pIcqWkXYTUj1chQc2bZcbvz7ulBjLsO1R/JS5jrn6AvYhHinXH/vDT82EbeebZYtylaApGQ0XpjkVOxCP66Tfl1Nnfga3fGXLroGJHr1KLLIazu5p7AbpRddpPt1iCuXpEA44sJO49HZOzPmcvMydja8eVZE2bME3aXQVhd8SGiKghAIEwAYfV+9I705OnLR1lPpq/Vs3oL2Wxh1TwVt11IusJDs6CutkoZW9Ya13jyD3WTrr2VvN22dKxtIet92wmo1bb1V6+0fFLdITxDrrBIPkt/28J9J837fvS7te4S3muR3q2eRf3keX7d8caf59rODesXTsecusbvvvy1z+/UJ3oaht2wOVdHOXZ58I4vL9TtUSLdxi7CqvA9NaN9PQ+k2rxAvbuY9PtCmzvbG6tEUi0n89BnmuSOVj7IcS6+qY77cQ+pi+TkC9bT5pu0t0LruRfrLcqfVscTtulZ7PcB+2Oq9Xsk7/LItt363k7z9bZx/97hRceIXRxdzLUIq8W4goYcHAHGF9NlaR6JsT86l7ndw8w3659nzo5vqmPufHNffM317t27nfvjo0ePZtv48usb9eEHH6mHDx/OsvHg7du372ddyUUQgEAxBBBWi3HFog1JTZ7J7ZBCwmq/eDYXi32usc+U+tQ67dYnrA4LVV20HRcbz17bi/P+xeBGnV4/1Q5dyIlYjbUtPsm/f88UuWin1oyn+vda7aCeOIFF/ZRx0JdzONjQXHMscMdDU8xyhVXt5OYVOkGM45AX79lr7eTrvlFmtNblizpPY9/2+rf61Ow6T2QfDVlHk3yi7oacwnZuuD5HYuja/jA1K5+klZewzbeoRWBWzW13F3QCZX+4TBdV1pww3qdRjEUbD7/Z+Sxj0ZldnW+O1FWfHz0SzZbXp335NJuJLHDQTusvX05IJ++h1t9887guVjvCdUQQdfv43Zin056DM4TVvu7PKvnWyDFpPS95PFd4yKgCAhDYHAHGF9OlSR7OgWXNxGQcqtbNVtG5LNSRQvPZ1HzIRKxu7lHlhiBwmAQQVg/Tb1NbnZo8k5FCgsKqMylr2zGbE8i1E23DC09rQapP/s6kr4kmzcEGfeRQhrAabVvYCyneU/1H+T0KdsAXI7DocxFN5dF+hKne/D0RgK6I5Y9YtU5nHsapXqSLH9wlBrEyFOaoR7MFTqR22t2LpfZ9jOKjcfjLcCCeLhYGrq0iT9rIRLfs3bl9arcvYrXbgmgdtmJHVoZ2HfSnX7cCrS4CV4fPDW3rBEzjviqR1xBlQyeQx3wxejz84XKqsNr59/hSXVyMB/T0uzd8Hw6MBWonaFenLKmXlfBeH6x57Jye7j4PzZw9nBbf3Zce7dyc6q4fGGTtStHmZ+fwHoRVyaEBWxCAQITAou8gB0g+ySM19o+no84QVsPzH8LqAXYmmgwBCCiFsHo/ekFOTr5hcepDIimsGl9ALXHT2ZoamnjN7XDmJGxfY9Yxlm1Pdw+nAki1DWG1lKcn+XJYSkPveTsW9VNIWNXGm1pYDW011yMnnByrvqhI4wOQfuryHnOsWgzMcdGzhdgYb93fnWgSw35cLDXFxLiw2T8W7ge+UKTn+CDp9xj+QKjZUdeVoGhFXxoc3Dpji7y8HKsh0X2esKqLwnaaATt/8MlJlQLnWNt6r0cLe/O3VmytedgrDEfSSJipNcx+FYu4rb266Bhxz8dfbh8C950A44vZA1I88sf++FymfWY0cqzaKd30dwE3DU58zUUqgPv+dHP/ECiAAMJqAU5YoQlFCav64txZnNn5fEKTtf53t4xPUBgE1KHONvVAUFhNtg1hdYWum1VF6uUwywiFFiewqJ8Wi1htx5fbOsqvyT9Z6052ZL22bKh/O1NVUOBL1RUX5xri6AiAjhBq5fNcUFg1oxwjW/E10TpPWLW38Vd4G4HQ+lBmUNfqb6IrzdzfZkStK6zGxMCsPq1HihqdYp6wan4Ezbdh91s7t3CLzGMvGLVkCdQD85Hhs9d17vNR2EVYFR8OMAgBCGQSyBqvM21toViSR/bYH9ghc/aqw+T/uOifg/xpcGK8SQWwhd7IPUBgAwQQVjfgxIxbSE2e03KshiY9a2LNznnYT7zajVjbMKt9vM3hG+O6TVscW6cgj4X6idwWa/utn5fVORrVAS+nnWBitdd3MnhjO+P02BTvDJdRZAIBeE+Atceii/opd7yxIk1bHObYNS0VgA00N3JjviP8HLtt8x6z7Vb+dSNW48Jq30jz8IocYdUWj9eIWN1ZWK17mDcNRb4o2hNz7cRsxD9AuiKq+xGhfTw8YrRvwT24tY4KrnP3th8vh7W10Tf9C+1Fx4j5jxxXQgACGyDA+GI6Mckje+yf+d4T2PlAKoANPGzcAgTuIwGE1fvh9eTk2QkLF8bWwHqifK2eVbkJj+3JtRMz+9x7NcWUGDGUGaK5Aos445Rtz2RtRP+odluJli9PF0raKLO2jC/Kp84KN2xF8UR36VFqjV3nBHB//0nzvh/9bq27hPdapHerZ1E/eRYA7ccRPXq0Ex+tLdDNS/yQY9MXkRoWXuu80GPOz4AItRs252ofx9DBXPq9NYc+DffZR36aOVb13Ke7pALIE1bNvKp+0bDPjdoMwNZYbvrTZuDPserOO6b/BSJW63ni8yP1cvgaGJjr5h5edXbc5AyuvzWG/N6zOlMv1JtqEnzc1WXMac0z0+Ucb1IkhHKu2u230+s8V3efjBHa9vOkd2AiVoUHA8xBAALZBBZ9B8luRTkF0zziY/94J3nC6u2VOVdE31tUn6M9zYuI1TQjSkAAAisQQFhdAXIBVaQnz7qRbsTTIJyGvlrqB1bYkZy+SFK9TOQk4XGBXZ83Y54WXUmh4zbbSJ63Ueh9pl47wmq/IH3lF1az2qaH0JpOzuNdQMfYSBPgfRiOXNRPqfFmQBTaSj4+z74Ifv1v5iF7tr195Fh1o/LH2+2jB2vhS29r3c5zdffEPNRpeWHVmmf0OUHL/9nOPa7I2X/cavc5nKjLS1XtOxi3mhs5Ro2dD7pAG2mDcdBWS3FOxKqT61RLJWHew/js6pHFTpSn9jHAtK1Ffur5Uxs8vaja1WH/Xv3ZOJhMP3+qu2R4B7Cv1T9O2M9eZFcHwuphjNW0EgJbJLDoO8gBAsviERv7PXNKjUEPujGwOOX1nQued7PWWHcIZhgwwuoBdj6aDIEtEkBY3aJX3XvKmjzvB4pV7hLeq2AeKoH3urzn1oaf5pIzr4OjDEcJK/hCguJoA56yPLEGAQgwvoT6wFbGW4RVnnIIQKAIAgirRbhh8UZsZfJcHJRQBfAWAplpBt6ZoPZcDD/JOACOMhwlrOALCYoIH7IUsQYBCPgIMF6bVLbCA2GV5x0CECiCAMJqEW5YvBFbmTwXByVUAbyFQGaagXcmqD0Xw08yDoC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OrTeVAAAIABJREFU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SMpPX10/V0/OXhltvbx5r86P2z/5flcnL9Sbl6fqcX/V7ZV68PRCqcsb9b6+sP9vH4GmjFJXD56q6orxn26zuV6pm6rg8VfX6vmTM2W2sLrMbsNM2lIcZ1bPZRoBfCHbHeApyxNrEIDASIDxxewNW+GBsMpTDgEIFEEAYbUINyzeiK1MnouDEqoA3kIgM83AOxPUnotJ+akRTq9PR6G0ETVv1Ys3L9VppZw6v3vu+/bqgbpSl6pWSs9rMVQr47/+thFWK+W0E3C/UtfPn6izY12Y7YRVp7627PXpG/WybuCO/6Q47tgMLq8I4AvZbgBPWZ5YgwAEEFZDfWAr4y3CKk85BCBQBAGE1SLcsHgjtjJ5Lg5KqAJ4C4HMNAPvTFB7LiblJ1f4NEXPtLBal79SR28+U+rTJ+rufIx2rRHlCatWOT1i1eKcbs80x0hxnFYrpX0E8IVsv4CnLE+sQQACCKsIq3lPwaNHj/IKekp9+fWN+vCDj9TDhw9n2Xjw9u3b97Ou5CIIQKAYAgirxbhi0YawWFkUr2Mc3vBel8Bh1Cb1XPgjVsdo0aSQWYugV0dNxGsVSmpGv2YLq1YUakhYbdICXKvTLppWwlNSHCXact9t4AvZHgBPWZ5YgwAEEFYRVvOeAoTVPE6UggAEAgQQVu9H12Cxsq6f4Q3vdQkcRm1Sz4U3h2qfK7UXRoM5WC1B1CN8xiJW9Ryrel7XNkernQpANgVA72UpjofRa8puJb6Q9Q88ZXliDQIQQFhFWM17ChBW8zhRCgIQQFi9132Axcq67oc3vNclcBi1ST0XrvBp5juNRqw6QqorfuakAmjF3eP2sKoav0dYTUbOznSbFMeZ1XOZRgBfyHYHeMryxBoEIICwirCa9xQgrOZxohQEIICweq/7AIuVdd0Pb3ivS+AwapN6LnyCpf433/b+npA32rX+8eTFcBhWjrBaZVg1D6SyhdUFUgD09yDF8TB6TdmtxBey/oGnLE+sQQACCKsIq3lPAcJqHidKQQACCKv3ug+wWFnX/fCG97oEDqM2qedifsRqe8jV7Ys36uXp4xFaI4KeqeOb9hCrPGE1dnjVMikAEFbL6+dSfbq8O9tPi+C5H+7UCoH7QIDxxfTyVnjU9/Hu3buduzDC6s4IMQCB+02AHKv3w/9bmTwPxVvwXtdT8F6X99zapPw0J8dqE5F6fqeeOHlQ27u5vXqgnqob9b5SVnOF1eqqRqit8gGoc6XlWO2E2lcOqMsxdcBciNV1Uhx3aAKXdgTwhWxXgKcsT6xBAAIjAcYXhNXY84CwymgBAQjsRABhdSd8B3MxLxPrugre8F6XwGHUxnMh4yc4ynCUsIIvJCgifMhSxBoEIOAjwHiNsIqwytgAAQgsRgBhdTG0RRnmZWJdd8Ab3usSOIzaeC5k/ARHGY4SVvCFBEWEVVmKWIMABBBW031gK/MXqQDSvqYEBCCwAgGE1RUgF1DFVibPAlBmNQHeWZjECsFbDOWihvCTDF44ynCUsIIvJCgirMpSxBoEIICwmu4DW5m/EFbTvqYEBCCwAgGE1RUgF1DFVibPAlBmNQHeWZjECsFbDOWihvCTDF44ynCUsIIvJCgirMpSxBoEIICwmu4DW5m/EFbTvqYEBCCwAgGE1RUgF1DFVibPAlBmNQHeWZjECsFbDOWihvCTDF44ynCUsIIvJCgirMpSxBoEIICwmu4DW5m/EFbTvqYEBCCwAgEpYXWFplIFBCAAAQhAAAIQgAAEIAABCEAAAhBoCLx7925nEo8ePZpt48uvb9SHH3ykHj58OMvGg7dv376fdSUXQQACxRCQElbfvy93ONjKF7ldOg0MdqE3/Vp4T2e2yxXw3oXeetfiJxnWcJThKGEFX0hQHG3AU5Yn1iAAAcaXUB/YynhLxCpPOQQgUAQBhNUi3LB4I7YyeS4OSqgCeAuBzDQD70xQey6Gn2QcAEcZjhJW8IUERYQPWYpYgwAEfAQYr00qW+GBsMrzDgEIFEEAYbUINyzeiK1MnouDEqoA3kIgM83AOxPUnovhJxkHwFGGo4QVfCFBEWFVliLWIAABhNV0H9jK/IWwmvY1JSAAgRUIIKyuALmAKrYyeRaAMqsJ8M7CJFYI3mIoFzWEn2TwwlGGo4QVfCFBEWFVliLWIAABhNV0H9jK/IWwmvY1JSAAgRUIIKyuALmAKrYyeRaAMqsJ8M7CJFYI3mIoFzWEn2TwwlGGo4QVfCFBEWFVliLWIAABhNV0H9jK/IWwmvY1JSAAgRUIIKyuALmAKrYyeRaAMqsJ8M7CJFYI3mIoFzWEn2TwwlGGo4QVfCFBEWFVliLWIAABhNV0H9jK/IWwmvY1JSAAgRUIIKyuALmAKrYyeRaAMqsJ8M7CJFYI3mIoFzUk5afbqwfq6YXW1JMX6s3LU/W4/9NX1+r5kzP1yv67+kpdP3+izl6Zt3ny4o16edpf3Za5Pu3+dnulHjxV6ub9uTo2LrtVV+0P6tz8YSjVt/MyUmYOcCmOc+rmGpMAvpDtEfCU5Yk1CEBgJMD4ss35C2GVpxwCECiCAMJqEW5YvBG8TCyO2KgA3vBel8Bh1CbzXFjCZy+WqlFc/er6uXpyd6wuL27V0ZuXatBMu7KDaFpj60XYyxv1vlFIpYTVWni9UupSqQt13tmW8ZMMR5m23Hcr+EK2B8BTlifWIAABhNVQH9jKeIuwylMOAQgUQQBhtQg3LN6IrUyei4MSqgDeQiAzzcA7E9Sei8n4yRZWq5syokrb3+/O36tnrx+oq6NINGrPoxFXr9VpI8IKCat1m66O1JvPlPr0yZ06dyJe5ztDhuP8+rmShfpSfYC+vRRZ7EIAAowvZh/YCg+EVZ5tCECgCAIIq0W4YfFGbGXyXByUUAXwFgKZaQbemaD2XEzGTwlhtRFJOyHT2cbvubZhov9diaQCqNMAtKKuZU/ABzIcBRqCCYUvZDsBPGV5Yg0CEOBDWKgPbGW8RVjlKYcABIoggLBahBsWb8RWJs/FQQlVAG8hkJlm4J0Jas/FZPwUSAVw3G7lb/Kaqn5bv50HNSSs1kGvASF0To5VIwK2zjZQpSa4PjXzwO7gCxmOOzSASwcC+EK2M8BTlifWIAABhFWE1byn4NGjR3kFPaW+/PpGffjBR+rhw4ezbDx4+/bt+1lXchEEIFAMAYTVYlyxaENYrCyK1zEOb3ivS+AwapN5LjwHUA35Ud0DpUyhdZ2IVUdItYTWXb0lw3HXVnB9TQBfyPYDeMryxBoEIICwirCa9xQgrOZxohQEIBAggLB6P7oGi5V1/QxveK9L4DBqk3kuwlGnba7VCw+MS3XT5DgNXCuaY9Uj/HYtOnmh53ud7zMZjvPr50oW6kv1Afr2UmSxCwEIML6YfWArPEgFwLMNAQgUQQBhtQg3LN6IrUyei4MSqgDeQiAzzcA7E9Sei8n4KR51etalBBhvtY1ivW1ETV++0/b3iyHqdcfDqxpx91a9aA7CGlvRRLGeHXcC726OkOG4Wxu4uiWAL2R7AjxleWINAhAYCTC+IKzGngciVhktIACBnQggrO6E72Au5mViXVfBG97rEjiM2mSei5yoU5PHuDX/mXr9/Ik6e2X+fnnzXlXpWbt/PmHVioJtRFjVCrKGqUv1+5cX6peGHK/6j26agrlek+E4t3au0wngC9n+AE9ZnliDAAQQVkN9YCvjLRGrPOUQgEARBBBWi3DD4o3YyuS5OCihCuAtBDLTDLwzQe25GH6ScQAcZThKWMEXEhQRPmQpYg0CEPARYLw2qWyFB8IqzzsEIFAEAYTVItyweCO2MnkuDkqoAngLgcw0A+9MUHsuhp9kHAB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NXSFj9hV/4hSCEP/zDP3R+e/ToURpaoMSXX9+oDz/4SD18+HCWjQdv3759P+tKLoIABIohgLBajCsWbchWJs9FIQkah7cgzAxT8M6AVEAR/CTjBDjKcJSwgi8kKCKsylLEGgQggLCa7gNbmb9iEas+cdUnqta0EFbTfYYSEIBAhADC6v3oHluZPA/FW/Be11PwXpf33Nrw01xy5nVwlOEoYQVfSFBEWJWliDUIQABhNd0HtjJ/pVIB6OJqSFRFWE33F0pAAAIJAgir96OLbGXyPBRvwXtdT8F7Xd5za8NPc8khrMqQk7dCn5ZlCk9ZnliDAAT4cBPqA1sZb1PCan3/tbgaE1URVhkpIACBnQkgrO6M8CAMbGXyPAjYVSPhva6n4L0u77m14ae55BBWlbpVVw+eKnXzXp0fy3CUsEKflqCI8CFLEWsQgICPAOP1Nt8lcoTVnCeCVAA5lCgDAQgECSCs3o/OscvLxO3VA/X0YuR02S1sv7p+rp6cvTIBnrxQb16eKhX57XF/xe2VatfJ58pYJ9d/vzpq7DzOWEz37evb5fdouyjXbqMpZl6TUyavv+zCO68GSukE4H0Y/UHUT8340T/RJ+rFm5fqtBlcQgJc/fcrdTSUq8t+VQ1VT9TZK/36lqVvfNPHi/D4d6Q+94w11WjjjnUz3ZbLMTZGD+PwzDY0tu/O1fvVVM4tC6vW3NPNo4+H/uk66eTFG/Wy7vBfXavnT87UMBNf3hg+Cc3fXScPXOufC405M1HvzG7FR8m54LgOAhBIEsidO5OGNlIgi4fxrqXUMPd0DOz3DGct1s8Vw7zWw+vfv/r/nv+OhLC6kQ7JbUDg0AkgrB66B/PanzV5Oqa6Se9YX6jVC67X6lklhh7VC+vr004ANS9uJlrjt34C1SZOEWG1FUsqzaISTWOLfM+ivHtZGF8S5Bbu83jn+ZJSLgF4H0avEPNT96J+PEQvVs/u8zv1SfRjjEdYbezcqePLC3V71AlV+mJBH8Oa8eJ2EHDdMS7sg0bcUqbgtYvHcjlmjcMzG4Kw2oLL9UUMc90/Xj/rI3Hbeei2F07tC5s+e61O6w8EqhVVjedAu9bxv96HE9c67TXma3uuTLR5Qh+T4DmhOopCAAL3iADji+nsNI9xzdcEwFjvQe1/awEy1u/Nu8/t/9/e3azIcZ1hHH81ki00iULoxlkYEmbThoC0DMir1h0Ia2XvNeA7sHMFke7AIC28k1fyLahXEmRpgUFDQCQQQ5JuQhxJyJYyqTofVeezuqrUM1NV+iuYgFRVfep3TlXPPP3W2/fl0affyMep3wmd3y/ttrqoptsfgtVuXmyNAAInJECwekKwAzvs9jfPeMDbgoOmf0//mw5Xv/nUBBi7CFZtdetXIp8XAcmXYfVrdVqZ0LTxl8X+k9jHu/+rsSfe41gDO5snN1yKfgJvX7FahYPXHzpV8toyvof5x912f6xvPZnK/LeYsraOre7D9lydpw+aKvn/9OgHObhdVvnWJxB+OFU9GeBWqJT32ofXi3j5Y/UEhN3Hq6gMKlrcf7tx/75c++wzpxVAt2oXv3Iz+ICvGNcPB7erJzDCipymqWo7F12muxzr7SDot/t7IX3iPdQNvKPw271unsXrMh+WJ967q6dKctdLlzOutz0Jz34jYS8EEJiaAPcXf0a7e/g/B8XvVcF7hXm5bT9PmR+61Afd+d/j8quRYHVqVyrng8BIBQhWRzpxHYfd/c2z/GAy/8tdOnioB5ULHby/30GwWo+x7D7ghLaRT1PYYvv2UbHacVkNZvM+63swg3+HBrK7eUpUwNdJZqYXZ1ixqo/x7MuyUjC+9tPVfnVlRrtgdXf3FHeZtHVscx/WbVuu1W0KvIqT8JekujJY7ee1AgirFoMnHqInBHR4/bl8pR9pN4+95z5481u+xE9TNFW7hA5xOPnH+vHGsCJny/XZdi5aX+ZNHxqE/5YYq3+u5pF+1R5A/ErYrfs6Iw7eq5MBbO79vPWJ6w137tnx9dkcAQSmK8D9xZ/bzh7ee5D7M1R93NQTOrlg1Xsyo/ED8+Y1SbA63WuWM0NgVAIEq6Oart6D7fzmGf6Sm3jlph6E2dDB7Z/6tsFq8CbcHHTkAo44XPH6sEY9gdpNQXfvdsdlq7QA3uNYGbuep7oKsUeP1eD+E/4yEN3fgntB0/3PzsauWwDY47Z13H4fvi4Pq3DZHt0JU4tK3lwFSRSueb2xzbFc49S/B8vW9Yo/2HPu4Qe6hYNX2ZL9pSzxy59pAaH2j8bVLQxvOxfNV6jf0zTXLzw1n+E6vHHjRtFv1W3R4xx7yxqO99WjDtdxcl0TrI7jJswoEXiHBXZzv54OYFcP/96ffq9sF6wWhmGf7uK960bxJIxqc9OxFwDB6nTWJGeCwKgFCFZHPX2tB9/1zTOqHsoFq617rOoD7LJiNfols/fjwVSstl5IA92w+/oe6IlMfFgnNU86XBLT/7RdK4Doh/9UVV51f4t7SG6tWN1R0JRaEm0dt1es6i/aKspVi6rd+pWqUPPg6/QXDNp7uVOxmnytxgBTvSOYLw9zzlJVVx4knkBw5lVS7RUSPXR1LJj84sLqy8SiYDVdhZO7NNvORftL25iI/iLI+vfLdoFv03usf53EI8rPoenpagaTrVgN2gO0P+d6y9179hkF+yCAwBQFuL/4s9rFI35/yFeshq1stv68pH9BrPqHH3ztfGlyiwIXgtUpXq2cEwIjFNhFsDrC02bICCCAAAIIIIAAAggggAACCCCAQG+B7//xSH5z/iPZ29vrdYxzm83muNee7IQAAoMRIFgdzFQwEAQQQAABBBBAAAEEEEAAAQQQGIkAwepIJophInCSAgSrJ6nLsRFAAAEEEEAAAQQQQAABBBBAYIoCBKtTnFXOCYGOAgSrHcHYHAEEEEAAAQQQQAABBBBAAAEE3nkBgtV3fgkAgIAIwSqrAAEEEEAAAQQQQAABBBBAAAEEEOgmQLDazYutEZikAMHqJKeVk0IAAQQQQAABBBBAAAEEEEAAgRMUIFg9QVwOjcBYBAhWxzJTjBMBBBBAAAEEEEAAAQQQQAABBIYiQLA6lJlgHAicoQDB6hni89IIIIAAAggggAACCCCAAAIIIDBKAYLVUU4bg0ZgtwIEq7v15GgIIIAAAggggAACCCCAAAIIIDB9AYLV6c8xZ4jAVgGC1a1EbIAAAggggAACCCCAAAIIIIAAAgh4AgSrLAgEEBCCVRYBAggggAACCCCAAAIIIIAAAggg0E2AYLWbF1sjMEkBgtVJTisnhQACCCCAAAIIIIAAAggggAACJyhAsHqCuBwagbEIlMHq5s0z+d3s93Lxwv5Yhs04EUAAAQQQQAABBBBAAAEEEEAAgTMRePX6hfx1873Mzh/I3t5erzGc22w2x732ZCcEEBiMQBms/vfNv2R/f18++OVvBzMuBoIAAggggAACCCCAAAIIIIAAAggMUeCfz/8mz58/l8vnPyBYHeIEMSYETkvg+PhYnr/8UX6++G+5fGkmv7o4p3L1tPB5HQQQQAABBBBAAAEEEEAAAQQQGI1AWan6n1dr+fHlRt579Wv5xaXLcu7cuV7jp2K1Fxs7ITAsgTJYff36tbx89UL+9/5L+fncC3kjPw1rkIwGAQQQQAABBBBAAAEEEEAAAQQQOGOB8/K+vHe8L3s/XZJLF/flwoULBKtnPCe8PAJnKlAGq+WfMlwt/ytbA9i/O9OB8eIIIIAAAggggAACCCCAAAIIIIDAgATK6tSyp2oZqJb/lX+oWB3QBDEUBM5CwA1SCVXPYgZ4TQQQQAABBBBAAAEEEEAAAQQQGIOAG6T2DVVVIMuXV41huhkjAggggAACCCCAAAIIIIAAAggggAACCAxJgGB1SLPBWBBAAAEEEEAAAQQQQAABBBBAAAEEEEBgFAIEq6OYJgaJAAIIIIAAAggggAACCCCAAAIIIIAAAkMSIFgd0mwwFgQQQAABBBBAAAEEEEAAAQQQQAABBBAYhQDB6iimiUEigAACCCCAAAIIIIAAAggggAACCCCAwJAECFaHNBuMBQEEEEAAAQQQQAABBBBAAAEEEEAAAQRGIUCwOoppYpAIIIAAAggggAACCCCAAAIIIIAAAggMTODpA7nzrcgnX9yUjwY2tNMYDsHqaSjzGggggAACCCCAAAIIIIAAAggMUuCpPChSkaNwbItP5Iub22OS9eO7cu+7q3Lr8JrMe56fOsZqvsNgZi2P796T767eksNrfUeVP5ndj7cn3KnstjvLpw/uyLfVQpvJ8tah+NOjX2s1r9ee2me9bF5fKthbJ463CyB9fayX4Vrq6qKPUyxyiS8r9xq0LrnX3cU5BcdQfuEdYLHleqzHt/z7PXlyJXVeJzDW9WO5e28lG3VoZw055zAL5iq8R+nr1xwhmtfuYyZY7W7GHggggAACCCCAAAIIIIAAAghMTKBrUKRPn2B1YssgOp1+68I/TOoYqaCxZ7B6JlPQ1SUfrLrX0LoMkqXdhxo7O+0omG5zbqcY/DonqoJ241O7zWRlQ+t5Gbx+J1dNaF+FqDMTzptgdq4C7qawu70uwWp7K7ZEAAEEEEAAAQQQQAABBBBAYKICiTDFq2Srq8Pqiq+ZLBYiR2tTsepVk4ksbHWed5y4Es6rAM0dQ/zK2urY1WyYUK4sRJstZFHU4K5NxWqqQk2HMsWmm41sVHWuOJW7zhjdsZsqXn28Yt9Zsa96PVtR6YyhHFdV9ev/fVhRJ+bc1rOZOl5Zybk4SlXVpQ2SFXgmLFNjlD8U//uz/MVW8FaPbi9lU1aI6uK99HkEll7Vaea8o/MrXu/uZimHi6Oq2lBvs5YHdzeyrKqdm4PVopy1mLO5mtsj170KBstJdCqVnUfU54kqxeY1YNevGyCKrqiN1pjz956jM1/FhbI4KqpCExWrdj35Fbz1696UB/56WyxluV6ZcdTVvMm5MQaLwr58+eKs4krUKFgNQtPkfcDZZrYyFcN5/+LicqqVzRi8NbqlKjlx162qmdXL2jDVCUsLtzurD2U5L6xs1bMXrLYJkLff7glWtxuxBQIIIIAAAggggAACCCCAAAITFwhDBr+aq6oOUyHGSnTFlwnCpAxFirjLffw+DO+cx7tDyDpY1UFf9Qh/FIzl2wWkwtkioTRhXhy6LDc6HLVh1tZKOKe6zdtX6go5FYZWbRGCgKfxUXUTwNkgVoU/uTEHBpltyzCufLzbBtB1dV8wT3YynHBNh7rmdUwQpSxVgGZ7aTrrpQrWwkf79cHL117NDqV0K/+/fhS+PMZKZoe2N2eLYNXOmXI361Cdq24FUM+Bc54q0N2+BtItHsKAM+Hi9jNwHGcrp42BCSfjDwS0kRuKVqGzaUFgg1W1VtdO2wNn7em/z82NXQeZKtNUK4AqNM/cBw51lahqkeDMf9Lf9XGDzWCNdrnB2g8TlFVmfu06C9tJuB8MlR88FOWtb9UyhGC1y8yxLQIIIIAAAggggAACCCCAAAKTFAiCVS+wU8mPDm5ufSir8FFbFSY6j+OWrVnd/VXoY3s4xr0160Drijxx+1AmQsPqKI19FMPQz+8fWYYxKqyqQtCg0lTNb1FVF5yrnfZUiFsGzVeeuI9xu55BRWPUvzZ4JDkRdLlhm2egQq34/PwQVEV3usfncinrVeJRaXVyem78gLg+D9/MhIHqsex5Xcmp6IJH2VtXrLrH1P1904F30c83Cuhsj9XEeXrrT89ivAZqI3+NFVW1bsAZrBn7IYBbNWwdVbBaPdbf7rFzHbCWFZ36WiiDSx2smkDX/aIo5/rw58xxu/LECVybglW/R23lvtx4j9ZX9wFnfG6wem2eXmd6v3qdqoBZBavpL72qg+ZchXsRiG75ICIXrNa3bypWJ/lWxkkhgAACCCCAAAIIIIAAAgggcPoC6YpV+6U9bStWqy8eSn5TeDrICCtWm4+R7uvarmLViVSCL91yA7x6KzcMCwLGoKKzDFZ1JautKM0EaUmXYNsw1E4sBn8+6qC02jTxOlVYZasR3W1aV6zaAC4TSrWe97SPX13oV7B6/XyzwapT/en11YyNmvoDh/07o4AzV8nbo2I1Co/VGuoWrHqVrPPwgwUbXnYMVtXj805lalF5mnLxg9Ut/lGlcTpYzd7/TEDrt5tw1lLQY7UK56svQHMMvErX/ndcKlb727EnAggggAACCCCAAAIIIIAAAhMR2NZjta4ca9djta5M9b8NvkuP1fS3fpfgfXus2n6oul+n6Q2rZjDTw9WttDNBndo3EaxWrRHme1W0AAABMklEQVRMz9Iq/An6xuZ6rLr9N70KSC8IDar+isLO/LZBaOX1lwzOuejvWvab9Vo8JPrVenPpVQzab2rX1aCH7uPf5grx10Fcuaw3C6uHg3Vn56whWNXV0rZdhTmq02M1uwZSVZWmBYT+gCHXY1VXtaqZ8Rzb9VhNr71MC4JMxWrJnZwbL+ju0ArAVC+rafRc7HykeqyaVhCRvzunxTqzj997rSXa3EYTleWJayNcf/lWAPm12mY0dhuC1S5abIsAAggggAACCCCAAAIIIIAAAggggAACCBQCBKssAwQQQAABBBBAAAEEEEAAAQQQQAABBBBAoKMAwWpHMDZHAAEEEEAAAQQQQAABBBBAAAEEEEAAAQQIVlkDCCCAAAIIIIAAAggggAACCCCAAAIIIIBAR4H/A2MpaSak94YpAAAAAElFTkSuQmC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3" name="7 Rectángulo"/>
          <p:cNvSpPr/>
          <p:nvPr/>
        </p:nvSpPr>
        <p:spPr>
          <a:xfrm>
            <a:off x="7609292" y="1939856"/>
            <a:ext cx="782233" cy="8773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2168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F3FAAAF2-BF5B-414D-A94C-F51F949A7CD2}"/>
</file>

<file path=customXml/itemProps2.xml><?xml version="1.0" encoding="utf-8"?>
<ds:datastoreItem xmlns:ds="http://schemas.openxmlformats.org/officeDocument/2006/customXml" ds:itemID="{3447D734-402D-45EA-B804-6E90E5913A6E}"/>
</file>

<file path=customXml/itemProps3.xml><?xml version="1.0" encoding="utf-8"?>
<ds:datastoreItem xmlns:ds="http://schemas.openxmlformats.org/officeDocument/2006/customXml" ds:itemID="{9A259BBA-A58C-4EB9-8D24-46BCAEB71A1A}"/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149</Words>
  <Application>Microsoft Office PowerPoint</Application>
  <PresentationFormat>Presentación en pantalla (4:3)</PresentationFormat>
  <Paragraphs>15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TI</dc:creator>
  <cp:lastModifiedBy>Richard Sarmiento</cp:lastModifiedBy>
  <cp:revision>61</cp:revision>
  <dcterms:created xsi:type="dcterms:W3CDTF">2017-01-26T20:10:20Z</dcterms:created>
  <dcterms:modified xsi:type="dcterms:W3CDTF">2019-04-03T20:19:17Z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