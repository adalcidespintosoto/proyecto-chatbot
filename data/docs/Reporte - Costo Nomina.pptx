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8" r:id="rId3"/>
    <p:sldId id="260" r:id="rId4"/>
    <p:sldId id="261" r:id="rId5"/>
    <p:sldId id="263" r:id="rId6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07/10/2017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DE COSTO NOMINA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“Portales”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«Profesores y Administrativos», digite su </a:t>
            </a:r>
            <a:r>
              <a:rPr lang="es-CO" sz="1600" dirty="0"/>
              <a:t>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35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732363"/>
            <a:ext cx="8377953" cy="46951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</a:t>
            </a:r>
            <a:r>
              <a:rPr lang="es-CO" sz="1600" dirty="0" smtClean="0"/>
              <a:t>“Costo nómina”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015351" y="463941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8691" y="1612901"/>
            <a:ext cx="558559" cy="345000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3825" y="178205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0" name="7 Rectángulo"/>
          <p:cNvSpPr/>
          <p:nvPr/>
        </p:nvSpPr>
        <p:spPr>
          <a:xfrm>
            <a:off x="5825633" y="1916597"/>
            <a:ext cx="117151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80340"/>
            <a:ext cx="8365252" cy="46880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429770" y="2684642"/>
            <a:ext cx="7634730" cy="47765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aplicar los filtros necesarios y presionar el botón «Previsualizar»</a:t>
            </a:r>
            <a:endParaRPr lang="es-CO" sz="1600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4657470" y="1504790"/>
            <a:ext cx="0" cy="111635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Costo nómina</a:t>
            </a:r>
          </a:p>
        </p:txBody>
      </p:sp>
      <p:sp>
        <p:nvSpPr>
          <p:cNvPr id="7" name="7 Rectángulo"/>
          <p:cNvSpPr/>
          <p:nvPr/>
        </p:nvSpPr>
        <p:spPr>
          <a:xfrm>
            <a:off x="7743886" y="1831753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486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55B2A81D-E5A7-4187-B420-2E106DA8DF2C}"/>
</file>

<file path=customXml/itemProps2.xml><?xml version="1.0" encoding="utf-8"?>
<ds:datastoreItem xmlns:ds="http://schemas.openxmlformats.org/officeDocument/2006/customXml" ds:itemID="{09F3D5BD-1E39-4876-BFA6-9C7D55EA2124}"/>
</file>

<file path=customXml/itemProps3.xml><?xml version="1.0" encoding="utf-8"?>
<ds:datastoreItem xmlns:ds="http://schemas.openxmlformats.org/officeDocument/2006/customXml" ds:itemID="{C939018B-B189-4CDC-81BD-7CDC80C4D5A5}"/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91</Words>
  <Application>Microsoft Office PowerPoint</Application>
  <PresentationFormat>Presentación en pantalla (4:3)</PresentationFormat>
  <Paragraphs>10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30</cp:revision>
  <dcterms:created xsi:type="dcterms:W3CDTF">2017-01-26T20:10:20Z</dcterms:created>
  <dcterms:modified xsi:type="dcterms:W3CDTF">2017-10-07T15:47:32Z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