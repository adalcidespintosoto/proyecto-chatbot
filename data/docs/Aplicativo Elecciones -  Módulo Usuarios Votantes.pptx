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4"/>
  </p:sldMasterIdLst>
  <p:notesMasterIdLst>
    <p:notesMasterId r:id="rId10"/>
  </p:notesMasterIdLst>
  <p:sldIdLst>
    <p:sldId id="256" r:id="rId5"/>
    <p:sldId id="262" r:id="rId6"/>
    <p:sldId id="264" r:id="rId7"/>
    <p:sldId id="277" r:id="rId8"/>
    <p:sldId id="279" r:id="rId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="" r:id="rId20" roundtripDataSignature="AMtx7mifS06BVwugQ9PqqWd7ffOG6o75P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F7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66" d="100"/>
          <a:sy n="66" d="100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20" Type="http://customschemas.google.com/relationships/presentationmetadata" Target="meta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23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1" name="Google Shape;131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4" name="Google Shape;144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4" name="Google Shape;144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852786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4" name="Google Shape;144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835312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iapositiva de título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Encabezado de sección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os objetos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mparació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olo el título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En blanco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ido con título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Imagen con título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ítulo y texto vertical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ítulo vertical y texto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2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553143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/>
          <p:nvPr/>
        </p:nvSpPr>
        <p:spPr>
          <a:xfrm>
            <a:off x="313000" y="1874778"/>
            <a:ext cx="7105800" cy="56938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O" sz="4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APLICATIVO ELECCIONES </a:t>
            </a:r>
            <a:endParaRPr sz="48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48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O" sz="4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INSTRUCTIVO</a:t>
            </a:r>
            <a:endParaRPr sz="48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48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endParaRPr sz="60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s-CO"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(arial 60 en negrita alineado a la izquierda)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6" name="Google Shape;86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36578" y="237622"/>
            <a:ext cx="4292601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50" y="5081700"/>
            <a:ext cx="12179299" cy="165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9"/>
          <p:cNvSpPr/>
          <p:nvPr/>
        </p:nvSpPr>
        <p:spPr>
          <a:xfrm>
            <a:off x="322430" y="2244060"/>
            <a:ext cx="7105892" cy="76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s-CO" sz="4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Módulo Usuarios Votantes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1"/>
          <p:cNvSpPr txBox="1"/>
          <p:nvPr/>
        </p:nvSpPr>
        <p:spPr>
          <a:xfrm>
            <a:off x="435900" y="1022368"/>
            <a:ext cx="11086082" cy="1179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Agregar </a:t>
            </a:r>
            <a:r>
              <a:rPr lang="es-CO" sz="2000" b="1">
                <a:solidFill>
                  <a:schemeClr val="dk1"/>
                </a:solidFill>
              </a:rPr>
              <a:t>U</a:t>
            </a:r>
            <a:r>
              <a:rPr lang="es-CO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suario</a:t>
            </a: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crear un usuario, seleccione el botón “</a:t>
            </a:r>
            <a:r>
              <a:rPr lang="es-CO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Agregar Usuario</a:t>
            </a:r>
            <a:r>
              <a:rPr lang="es-CO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 y luego diligencie los campos de la ventana emergente que aparecerá. Por último seleccione el botón “</a:t>
            </a:r>
            <a:r>
              <a:rPr lang="es-CO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Guardar</a:t>
            </a:r>
            <a:r>
              <a:rPr lang="es-CO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D95F0C46-63CA-4EE0-BD52-F713FEA10593}"/>
              </a:ext>
            </a:extLst>
          </p:cNvPr>
          <p:cNvGrpSpPr/>
          <p:nvPr/>
        </p:nvGrpSpPr>
        <p:grpSpPr>
          <a:xfrm>
            <a:off x="435900" y="2202138"/>
            <a:ext cx="10082805" cy="3996107"/>
            <a:chOff x="435900" y="2202138"/>
            <a:chExt cx="10082805" cy="3996107"/>
          </a:xfrm>
        </p:grpSpPr>
        <p:grpSp>
          <p:nvGrpSpPr>
            <p:cNvPr id="7" name="Grupo 6">
              <a:extLst>
                <a:ext uri="{FF2B5EF4-FFF2-40B4-BE49-F238E27FC236}">
                  <a16:creationId xmlns:a16="http://schemas.microsoft.com/office/drawing/2014/main" id="{635B8519-225C-4382-A2BF-71B03B4C9652}"/>
                </a:ext>
              </a:extLst>
            </p:cNvPr>
            <p:cNvGrpSpPr/>
            <p:nvPr/>
          </p:nvGrpSpPr>
          <p:grpSpPr>
            <a:xfrm>
              <a:off x="435900" y="2498769"/>
              <a:ext cx="7401378" cy="2610077"/>
              <a:chOff x="435900" y="2426380"/>
              <a:chExt cx="8432329" cy="3470797"/>
            </a:xfrm>
          </p:grpSpPr>
          <p:pic>
            <p:nvPicPr>
              <p:cNvPr id="5" name="Imagen 4">
                <a:extLst>
                  <a:ext uri="{FF2B5EF4-FFF2-40B4-BE49-F238E27FC236}">
                    <a16:creationId xmlns:a16="http://schemas.microsoft.com/office/drawing/2014/main" id="{BCF71363-02EC-4C86-BE0A-25E0B10259C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35900" y="2426380"/>
                <a:ext cx="8432329" cy="3470797"/>
              </a:xfrm>
              <a:prstGeom prst="rect">
                <a:avLst/>
              </a:prstGeom>
            </p:spPr>
          </p:pic>
          <p:sp>
            <p:nvSpPr>
              <p:cNvPr id="6" name="Rectángulo 5">
                <a:extLst>
                  <a:ext uri="{FF2B5EF4-FFF2-40B4-BE49-F238E27FC236}">
                    <a16:creationId xmlns:a16="http://schemas.microsoft.com/office/drawing/2014/main" id="{FB0361C2-7456-44CF-A6C4-10E2D7652E11}"/>
                  </a:ext>
                </a:extLst>
              </p:cNvPr>
              <p:cNvSpPr/>
              <p:nvPr/>
            </p:nvSpPr>
            <p:spPr>
              <a:xfrm>
                <a:off x="4506751" y="3185730"/>
                <a:ext cx="3839303" cy="550223"/>
              </a:xfrm>
              <a:prstGeom prst="rect">
                <a:avLst/>
              </a:prstGeom>
              <a:solidFill>
                <a:srgbClr val="E9F7EE"/>
              </a:solidFill>
              <a:ln>
                <a:solidFill>
                  <a:srgbClr val="E9F7E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</p:grpSp>
        <p:grpSp>
          <p:nvGrpSpPr>
            <p:cNvPr id="8" name="Grupo 7">
              <a:extLst>
                <a:ext uri="{FF2B5EF4-FFF2-40B4-BE49-F238E27FC236}">
                  <a16:creationId xmlns:a16="http://schemas.microsoft.com/office/drawing/2014/main" id="{A6AE04E3-DA66-4E08-8FF9-23FD429A0A6B}"/>
                </a:ext>
              </a:extLst>
            </p:cNvPr>
            <p:cNvGrpSpPr/>
            <p:nvPr/>
          </p:nvGrpSpPr>
          <p:grpSpPr>
            <a:xfrm>
              <a:off x="2469940" y="2202138"/>
              <a:ext cx="8048765" cy="3996107"/>
              <a:chOff x="2469940" y="2202138"/>
              <a:chExt cx="8048765" cy="3996107"/>
            </a:xfrm>
          </p:grpSpPr>
          <p:pic>
            <p:nvPicPr>
              <p:cNvPr id="3" name="Imagen 2">
                <a:extLst>
                  <a:ext uri="{FF2B5EF4-FFF2-40B4-BE49-F238E27FC236}">
                    <a16:creationId xmlns:a16="http://schemas.microsoft.com/office/drawing/2014/main" id="{90BE502D-645E-42B9-8C07-2FB528D9E58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837278" y="2202138"/>
                <a:ext cx="2681427" cy="3996107"/>
              </a:xfrm>
              <a:prstGeom prst="rect">
                <a:avLst/>
              </a:prstGeom>
            </p:spPr>
          </p:pic>
          <p:grpSp>
            <p:nvGrpSpPr>
              <p:cNvPr id="147" name="Google Shape;147;p21"/>
              <p:cNvGrpSpPr/>
              <p:nvPr/>
            </p:nvGrpSpPr>
            <p:grpSpPr>
              <a:xfrm>
                <a:off x="2469940" y="2998057"/>
                <a:ext cx="7743789" cy="3110626"/>
                <a:chOff x="2966791" y="2484658"/>
                <a:chExt cx="7743789" cy="3110626"/>
              </a:xfrm>
            </p:grpSpPr>
            <p:sp>
              <p:nvSpPr>
                <p:cNvPr id="152" name="Google Shape;152;p21"/>
                <p:cNvSpPr/>
                <p:nvPr/>
              </p:nvSpPr>
              <p:spPr>
                <a:xfrm>
                  <a:off x="4845974" y="2484658"/>
                  <a:ext cx="863875" cy="532263"/>
                </a:xfrm>
                <a:prstGeom prst="rightArrow">
                  <a:avLst>
                    <a:gd name="adj1" fmla="val 50000"/>
                    <a:gd name="adj2" fmla="val 50000"/>
                  </a:avLst>
                </a:prstGeom>
                <a:solidFill>
                  <a:schemeClr val="accent6"/>
                </a:solidFill>
                <a:ln w="254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3" name="Google Shape;153;p21"/>
                <p:cNvSpPr/>
                <p:nvPr/>
              </p:nvSpPr>
              <p:spPr>
                <a:xfrm>
                  <a:off x="10116220" y="5365395"/>
                  <a:ext cx="594360" cy="229889"/>
                </a:xfrm>
                <a:prstGeom prst="roundRect">
                  <a:avLst>
                    <a:gd name="adj" fmla="val 16667"/>
                  </a:avLst>
                </a:prstGeom>
                <a:noFill/>
                <a:ln w="5715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0" name="Google Shape;150;p21"/>
                <p:cNvSpPr/>
                <p:nvPr/>
              </p:nvSpPr>
              <p:spPr>
                <a:xfrm>
                  <a:off x="2966791" y="2605783"/>
                  <a:ext cx="1666649" cy="290014"/>
                </a:xfrm>
                <a:prstGeom prst="roundRect">
                  <a:avLst>
                    <a:gd name="adj" fmla="val 16667"/>
                  </a:avLst>
                </a:prstGeom>
                <a:noFill/>
                <a:ln w="5715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1"/>
          <p:cNvSpPr txBox="1"/>
          <p:nvPr/>
        </p:nvSpPr>
        <p:spPr>
          <a:xfrm>
            <a:off x="435900" y="964312"/>
            <a:ext cx="11086082" cy="14567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Importar </a:t>
            </a:r>
            <a:r>
              <a:rPr lang="es-CO" sz="2000" b="1">
                <a:solidFill>
                  <a:schemeClr val="dk1"/>
                </a:solidFill>
              </a:rPr>
              <a:t>U</a:t>
            </a:r>
            <a:r>
              <a:rPr lang="es-CO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suarios</a:t>
            </a: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crear </a:t>
            </a:r>
            <a:r>
              <a:rPr lang="es-CO" sz="2000">
                <a:solidFill>
                  <a:schemeClr val="dk1"/>
                </a:solidFill>
              </a:rPr>
              <a:t>múltiples usuarios de forma masiva</a:t>
            </a:r>
            <a:r>
              <a:rPr lang="es-CO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seleccione el botón “</a:t>
            </a:r>
            <a:r>
              <a:rPr lang="es-CO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Importar Usuario</a:t>
            </a:r>
            <a:r>
              <a:rPr lang="es-CO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 y luego cargue el archivo Excel con la información requerida para la creación de los usuarios en la ventana emergente que aparecerá. Cargue el archivo y seleccione el botón “</a:t>
            </a:r>
            <a:r>
              <a:rPr lang="es-CO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Guardar</a:t>
            </a:r>
            <a:r>
              <a:rPr lang="es-CO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D95F0C46-63CA-4EE0-BD52-F713FEA10593}"/>
              </a:ext>
            </a:extLst>
          </p:cNvPr>
          <p:cNvGrpSpPr/>
          <p:nvPr/>
        </p:nvGrpSpPr>
        <p:grpSpPr>
          <a:xfrm>
            <a:off x="435900" y="2498769"/>
            <a:ext cx="7401378" cy="2610077"/>
            <a:chOff x="435900" y="2498769"/>
            <a:chExt cx="7401378" cy="2610077"/>
          </a:xfrm>
        </p:grpSpPr>
        <p:grpSp>
          <p:nvGrpSpPr>
            <p:cNvPr id="7" name="Grupo 6">
              <a:extLst>
                <a:ext uri="{FF2B5EF4-FFF2-40B4-BE49-F238E27FC236}">
                  <a16:creationId xmlns:a16="http://schemas.microsoft.com/office/drawing/2014/main" id="{635B8519-225C-4382-A2BF-71B03B4C9652}"/>
                </a:ext>
              </a:extLst>
            </p:cNvPr>
            <p:cNvGrpSpPr/>
            <p:nvPr/>
          </p:nvGrpSpPr>
          <p:grpSpPr>
            <a:xfrm>
              <a:off x="435900" y="2498769"/>
              <a:ext cx="7401378" cy="2610077"/>
              <a:chOff x="435900" y="2426380"/>
              <a:chExt cx="8432329" cy="3470797"/>
            </a:xfrm>
          </p:grpSpPr>
          <p:pic>
            <p:nvPicPr>
              <p:cNvPr id="5" name="Imagen 4">
                <a:extLst>
                  <a:ext uri="{FF2B5EF4-FFF2-40B4-BE49-F238E27FC236}">
                    <a16:creationId xmlns:a16="http://schemas.microsoft.com/office/drawing/2014/main" id="{BCF71363-02EC-4C86-BE0A-25E0B10259C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35900" y="2426380"/>
                <a:ext cx="8432329" cy="3470797"/>
              </a:xfrm>
              <a:prstGeom prst="rect">
                <a:avLst/>
              </a:prstGeom>
            </p:spPr>
          </p:pic>
          <p:sp>
            <p:nvSpPr>
              <p:cNvPr id="6" name="Rectángulo 5">
                <a:extLst>
                  <a:ext uri="{FF2B5EF4-FFF2-40B4-BE49-F238E27FC236}">
                    <a16:creationId xmlns:a16="http://schemas.microsoft.com/office/drawing/2014/main" id="{FB0361C2-7456-44CF-A6C4-10E2D7652E11}"/>
                  </a:ext>
                </a:extLst>
              </p:cNvPr>
              <p:cNvSpPr/>
              <p:nvPr/>
            </p:nvSpPr>
            <p:spPr>
              <a:xfrm>
                <a:off x="2878692" y="3169098"/>
                <a:ext cx="1520043" cy="550223"/>
              </a:xfrm>
              <a:prstGeom prst="rect">
                <a:avLst/>
              </a:prstGeom>
              <a:solidFill>
                <a:srgbClr val="E9F7EE"/>
              </a:solidFill>
              <a:ln>
                <a:solidFill>
                  <a:srgbClr val="E9F7E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</p:grpSp>
        <p:grpSp>
          <p:nvGrpSpPr>
            <p:cNvPr id="147" name="Google Shape;147;p21"/>
            <p:cNvGrpSpPr/>
            <p:nvPr/>
          </p:nvGrpSpPr>
          <p:grpSpPr>
            <a:xfrm>
              <a:off x="2938948" y="2998056"/>
              <a:ext cx="2681427" cy="532263"/>
              <a:chOff x="3435799" y="2484657"/>
              <a:chExt cx="2681427" cy="532263"/>
            </a:xfrm>
          </p:grpSpPr>
          <p:sp>
            <p:nvSpPr>
              <p:cNvPr id="152" name="Google Shape;152;p21"/>
              <p:cNvSpPr/>
              <p:nvPr/>
            </p:nvSpPr>
            <p:spPr>
              <a:xfrm>
                <a:off x="3435799" y="2484657"/>
                <a:ext cx="863875" cy="532263"/>
              </a:xfrm>
              <a:prstGeom prst="rightArrow">
                <a:avLst>
                  <a:gd name="adj1" fmla="val 50000"/>
                  <a:gd name="adj2" fmla="val 50000"/>
                </a:avLst>
              </a:prstGeom>
              <a:solidFill>
                <a:schemeClr val="accent6"/>
              </a:solidFill>
              <a:ln w="254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" name="Google Shape;150;p21"/>
              <p:cNvSpPr/>
              <p:nvPr/>
            </p:nvSpPr>
            <p:spPr>
              <a:xfrm>
                <a:off x="4450577" y="2625587"/>
                <a:ext cx="1666649" cy="290014"/>
              </a:xfrm>
              <a:prstGeom prst="roundRect">
                <a:avLst>
                  <a:gd name="adj" fmla="val 16667"/>
                </a:avLst>
              </a:prstGeom>
              <a:noFill/>
              <a:ln w="5715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3" name="Rectángulo 12">
            <a:extLst>
              <a:ext uri="{FF2B5EF4-FFF2-40B4-BE49-F238E27FC236}">
                <a16:creationId xmlns:a16="http://schemas.microsoft.com/office/drawing/2014/main" id="{DCD4BD35-6868-43A1-BA4D-599D3E732F53}"/>
              </a:ext>
            </a:extLst>
          </p:cNvPr>
          <p:cNvSpPr/>
          <p:nvPr/>
        </p:nvSpPr>
        <p:spPr>
          <a:xfrm>
            <a:off x="5620375" y="3057301"/>
            <a:ext cx="1459497" cy="413774"/>
          </a:xfrm>
          <a:prstGeom prst="rect">
            <a:avLst/>
          </a:prstGeom>
          <a:solidFill>
            <a:srgbClr val="E9F7EE"/>
          </a:solidFill>
          <a:ln>
            <a:solidFill>
              <a:srgbClr val="E9F7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A0F58F8-9FA9-494A-A343-958946CCDF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5396" y="3530319"/>
            <a:ext cx="5781675" cy="1962150"/>
          </a:xfrm>
          <a:prstGeom prst="rect">
            <a:avLst/>
          </a:prstGeom>
        </p:spPr>
      </p:pic>
      <p:cxnSp>
        <p:nvCxnSpPr>
          <p:cNvPr id="11" name="Conector: angular 10">
            <a:extLst>
              <a:ext uri="{FF2B5EF4-FFF2-40B4-BE49-F238E27FC236}">
                <a16:creationId xmlns:a16="http://schemas.microsoft.com/office/drawing/2014/main" id="{21228B8E-296D-4EAD-9098-26E93BFD717F}"/>
              </a:ext>
            </a:extLst>
          </p:cNvPr>
          <p:cNvCxnSpPr>
            <a:cxnSpLocks/>
            <a:endCxn id="4" idx="0"/>
          </p:cNvCxnSpPr>
          <p:nvPr/>
        </p:nvCxnSpPr>
        <p:spPr>
          <a:xfrm>
            <a:off x="5763778" y="3138986"/>
            <a:ext cx="3072456" cy="391333"/>
          </a:xfrm>
          <a:prstGeom prst="bentConnector2">
            <a:avLst/>
          </a:prstGeom>
          <a:ln w="762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Google Shape;146;p21">
            <a:extLst>
              <a:ext uri="{FF2B5EF4-FFF2-40B4-BE49-F238E27FC236}">
                <a16:creationId xmlns:a16="http://schemas.microsoft.com/office/drawing/2014/main" id="{7612309D-C39C-4B9B-9C82-7F61E9C01BD0}"/>
              </a:ext>
            </a:extLst>
          </p:cNvPr>
          <p:cNvSpPr txBox="1"/>
          <p:nvPr/>
        </p:nvSpPr>
        <p:spPr>
          <a:xfrm>
            <a:off x="286798" y="5608133"/>
            <a:ext cx="11618404" cy="7745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Nota: </a:t>
            </a:r>
            <a:r>
              <a:rPr lang="es-CO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archivo Excel que debe ser diligenciado y cargado puede ser descargado </a:t>
            </a:r>
            <a:r>
              <a:rPr lang="es-CO" sz="2000">
                <a:solidFill>
                  <a:schemeClr val="dk1"/>
                </a:solidFill>
              </a:rPr>
              <a:t>seleccionando el botón </a:t>
            </a:r>
            <a:r>
              <a:rPr lang="es-CO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s-CO" sz="2000" b="1">
                <a:solidFill>
                  <a:schemeClr val="dk1"/>
                </a:solidFill>
              </a:rPr>
              <a:t>Plantilla Excel</a:t>
            </a:r>
            <a:r>
              <a:rPr lang="es-CO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 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950164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1"/>
          <p:cNvSpPr txBox="1"/>
          <p:nvPr/>
        </p:nvSpPr>
        <p:spPr>
          <a:xfrm>
            <a:off x="435900" y="964312"/>
            <a:ext cx="11086082" cy="1179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Plantilla Usuarios</a:t>
            </a: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descargar la plantilla, seleccione el botón “</a:t>
            </a:r>
            <a:r>
              <a:rPr lang="es-CO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Plantilla Excel</a:t>
            </a:r>
            <a:r>
              <a:rPr lang="es-CO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 y luego diligencie la información requerida para la creación de los usuarios en la ventana emergente que aparecerá.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DCD4BD35-6868-43A1-BA4D-599D3E732F53}"/>
              </a:ext>
            </a:extLst>
          </p:cNvPr>
          <p:cNvSpPr/>
          <p:nvPr/>
        </p:nvSpPr>
        <p:spPr>
          <a:xfrm>
            <a:off x="3843332" y="3116545"/>
            <a:ext cx="1666649" cy="312455"/>
          </a:xfrm>
          <a:prstGeom prst="rect">
            <a:avLst/>
          </a:prstGeom>
          <a:solidFill>
            <a:srgbClr val="E9F7EE"/>
          </a:solidFill>
          <a:ln>
            <a:solidFill>
              <a:srgbClr val="E9F7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D95F0C46-63CA-4EE0-BD52-F713FEA10593}"/>
              </a:ext>
            </a:extLst>
          </p:cNvPr>
          <p:cNvGrpSpPr/>
          <p:nvPr/>
        </p:nvGrpSpPr>
        <p:grpSpPr>
          <a:xfrm>
            <a:off x="435900" y="2498769"/>
            <a:ext cx="7401378" cy="2610077"/>
            <a:chOff x="435900" y="2498769"/>
            <a:chExt cx="7401378" cy="2610077"/>
          </a:xfrm>
        </p:grpSpPr>
        <p:grpSp>
          <p:nvGrpSpPr>
            <p:cNvPr id="7" name="Grupo 6">
              <a:extLst>
                <a:ext uri="{FF2B5EF4-FFF2-40B4-BE49-F238E27FC236}">
                  <a16:creationId xmlns:a16="http://schemas.microsoft.com/office/drawing/2014/main" id="{635B8519-225C-4382-A2BF-71B03B4C9652}"/>
                </a:ext>
              </a:extLst>
            </p:cNvPr>
            <p:cNvGrpSpPr/>
            <p:nvPr/>
          </p:nvGrpSpPr>
          <p:grpSpPr>
            <a:xfrm>
              <a:off x="435900" y="2498769"/>
              <a:ext cx="7401378" cy="2610077"/>
              <a:chOff x="435900" y="2426380"/>
              <a:chExt cx="8432329" cy="3470797"/>
            </a:xfrm>
          </p:grpSpPr>
          <p:pic>
            <p:nvPicPr>
              <p:cNvPr id="5" name="Imagen 4">
                <a:extLst>
                  <a:ext uri="{FF2B5EF4-FFF2-40B4-BE49-F238E27FC236}">
                    <a16:creationId xmlns:a16="http://schemas.microsoft.com/office/drawing/2014/main" id="{BCF71363-02EC-4C86-BE0A-25E0B10259C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35900" y="2426380"/>
                <a:ext cx="8432329" cy="3470797"/>
              </a:xfrm>
              <a:prstGeom prst="rect">
                <a:avLst/>
              </a:prstGeom>
            </p:spPr>
          </p:pic>
          <p:sp>
            <p:nvSpPr>
              <p:cNvPr id="6" name="Rectángulo 5">
                <a:extLst>
                  <a:ext uri="{FF2B5EF4-FFF2-40B4-BE49-F238E27FC236}">
                    <a16:creationId xmlns:a16="http://schemas.microsoft.com/office/drawing/2014/main" id="{FB0361C2-7456-44CF-A6C4-10E2D7652E11}"/>
                  </a:ext>
                </a:extLst>
              </p:cNvPr>
              <p:cNvSpPr/>
              <p:nvPr/>
            </p:nvSpPr>
            <p:spPr>
              <a:xfrm>
                <a:off x="2878691" y="3169098"/>
                <a:ext cx="3338067" cy="550223"/>
              </a:xfrm>
              <a:prstGeom prst="rect">
                <a:avLst/>
              </a:prstGeom>
              <a:solidFill>
                <a:srgbClr val="E9F7EE"/>
              </a:solidFill>
              <a:ln>
                <a:solidFill>
                  <a:srgbClr val="E9F7E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</p:grpSp>
        <p:grpSp>
          <p:nvGrpSpPr>
            <p:cNvPr id="147" name="Google Shape;147;p21"/>
            <p:cNvGrpSpPr/>
            <p:nvPr/>
          </p:nvGrpSpPr>
          <p:grpSpPr>
            <a:xfrm>
              <a:off x="4676656" y="2998056"/>
              <a:ext cx="2419307" cy="532263"/>
              <a:chOff x="5173507" y="2484657"/>
              <a:chExt cx="2419307" cy="532263"/>
            </a:xfrm>
          </p:grpSpPr>
          <p:sp>
            <p:nvSpPr>
              <p:cNvPr id="150" name="Google Shape;150;p21"/>
              <p:cNvSpPr/>
              <p:nvPr/>
            </p:nvSpPr>
            <p:spPr>
              <a:xfrm>
                <a:off x="5926165" y="2602937"/>
                <a:ext cx="1666649" cy="290014"/>
              </a:xfrm>
              <a:prstGeom prst="roundRect">
                <a:avLst>
                  <a:gd name="adj" fmla="val 16667"/>
                </a:avLst>
              </a:prstGeom>
              <a:noFill/>
              <a:ln w="5715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" name="Google Shape;152;p21"/>
              <p:cNvSpPr/>
              <p:nvPr/>
            </p:nvSpPr>
            <p:spPr>
              <a:xfrm>
                <a:off x="5173507" y="2484657"/>
                <a:ext cx="863875" cy="532263"/>
              </a:xfrm>
              <a:prstGeom prst="rightArrow">
                <a:avLst>
                  <a:gd name="adj1" fmla="val 50000"/>
                  <a:gd name="adj2" fmla="val 50000"/>
                </a:avLst>
              </a:prstGeom>
              <a:solidFill>
                <a:schemeClr val="accent6"/>
              </a:solidFill>
              <a:ln w="254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cxnSp>
        <p:nvCxnSpPr>
          <p:cNvPr id="11" name="Conector: angular 10">
            <a:extLst>
              <a:ext uri="{FF2B5EF4-FFF2-40B4-BE49-F238E27FC236}">
                <a16:creationId xmlns:a16="http://schemas.microsoft.com/office/drawing/2014/main" id="{21228B8E-296D-4EAD-9098-26E93BFD717F}"/>
              </a:ext>
            </a:extLst>
          </p:cNvPr>
          <p:cNvCxnSpPr>
            <a:cxnSpLocks/>
          </p:cNvCxnSpPr>
          <p:nvPr/>
        </p:nvCxnSpPr>
        <p:spPr>
          <a:xfrm>
            <a:off x="7126514" y="3116545"/>
            <a:ext cx="1709720" cy="413774"/>
          </a:xfrm>
          <a:prstGeom prst="bentConnector2">
            <a:avLst/>
          </a:prstGeom>
          <a:ln w="762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Imagen 7">
            <a:extLst>
              <a:ext uri="{FF2B5EF4-FFF2-40B4-BE49-F238E27FC236}">
                <a16:creationId xmlns:a16="http://schemas.microsoft.com/office/drawing/2014/main" id="{3AE2656A-82BA-4BF9-A5D9-B88A4B00B6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6352" y="3879731"/>
            <a:ext cx="10232571" cy="2458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7960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71F020BE888BB4AB316B9373C8B4F2E" ma:contentTypeVersion="16" ma:contentTypeDescription="Create a new document." ma:contentTypeScope="" ma:versionID="d4dd329fb7aefe8f0833961973de1dd5">
  <xsd:schema xmlns:xsd="http://www.w3.org/2001/XMLSchema" xmlns:xs="http://www.w3.org/2001/XMLSchema" xmlns:p="http://schemas.microsoft.com/office/2006/metadata/properties" xmlns:ns2="d5c1a6a5-0428-459c-81cd-cf402d4ff623" xmlns:ns3="4b5fc4ab-1594-4dd7-8d7e-2e0a7577b23f" targetNamespace="http://schemas.microsoft.com/office/2006/metadata/properties" ma:root="true" ma:fieldsID="566a881b36aa1cdccae23e7b73ffdaca" ns2:_="" ns3:_="">
    <xsd:import namespace="d5c1a6a5-0428-459c-81cd-cf402d4ff623"/>
    <xsd:import namespace="4b5fc4ab-1594-4dd7-8d7e-2e0a7577b23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c1a6a5-0428-459c-81cd-cf402d4ff6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caddd62e-4cdf-4ab6-87d1-e7567672f23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5fc4ab-1594-4dd7-8d7e-2e0a7577b23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89790768-eeed-4a9d-bea6-26e76a0d1d82}" ma:internalName="TaxCatchAll" ma:showField="CatchAllData" ma:web="4b5fc4ab-1594-4dd7-8d7e-2e0a7577b23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5c1a6a5-0428-459c-81cd-cf402d4ff623">
      <Terms xmlns="http://schemas.microsoft.com/office/infopath/2007/PartnerControls"/>
    </lcf76f155ced4ddcb4097134ff3c332f>
    <TaxCatchAll xmlns="4b5fc4ab-1594-4dd7-8d7e-2e0a7577b23f" xsi:nil="true"/>
  </documentManagement>
</p:properties>
</file>

<file path=customXml/itemProps1.xml><?xml version="1.0" encoding="utf-8"?>
<ds:datastoreItem xmlns:ds="http://schemas.openxmlformats.org/officeDocument/2006/customXml" ds:itemID="{756F24DF-0AB7-4257-9DCF-2B60274E89D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C8B0619-5E8C-4FB5-A20B-F5F61E278292}"/>
</file>

<file path=customXml/itemProps3.xml><?xml version="1.0" encoding="utf-8"?>
<ds:datastoreItem xmlns:ds="http://schemas.openxmlformats.org/officeDocument/2006/customXml" ds:itemID="{AFA19248-218D-487F-8F0A-D498DD4C4D95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155</Words>
  <Application>Microsoft Office PowerPoint</Application>
  <PresentationFormat>Panorámica</PresentationFormat>
  <Paragraphs>14</Paragraphs>
  <Slides>5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8" baseType="lpstr">
      <vt:lpstr>Arial</vt:lpstr>
      <vt:lpstr>Calibri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Microsoft Office User</dc:creator>
  <cp:lastModifiedBy>HECTOR JUNIOR MARTINEZ CERVANTES</cp:lastModifiedBy>
  <cp:revision>1</cp:revision>
  <dcterms:created xsi:type="dcterms:W3CDTF">2021-08-30T16:06:06Z</dcterms:created>
  <dcterms:modified xsi:type="dcterms:W3CDTF">2022-11-01T21:17:46Z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0x010100F71F020BE888BB4AB316B9373C8B4F2E</vt:lpwstr>
  </property>
</Properties>
</file>