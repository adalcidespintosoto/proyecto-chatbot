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64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2827423"/>
            <a:ext cx="9144000" cy="1546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CREACIÓN DE OFERTAS PARA CURSOS INTERSEMESTRALES</a:t>
            </a:r>
            <a:endParaRPr lang="es-CO" sz="280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latin typeface="Calibri" pitchFamily="34" charset="0"/>
              </a:rPr>
              <a:t>Ingrese desde su navegador al sitio web de la Universidad: </a:t>
            </a:r>
            <a:r>
              <a:rPr lang="es-CO" sz="1600" dirty="0" smtClean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</a:t>
            </a:r>
            <a:r>
              <a:rPr lang="es-CO" sz="1600" dirty="0" smtClean="0">
                <a:latin typeface="Calibri" pitchFamily="34" charset="0"/>
              </a:rPr>
              <a:t>seleccionar en menú </a:t>
            </a:r>
            <a:r>
              <a:rPr lang="es-CO" sz="1600" dirty="0">
                <a:latin typeface="Calibri" pitchFamily="34" charset="0"/>
              </a:rPr>
              <a:t>principal la opción </a:t>
            </a:r>
            <a:r>
              <a:rPr lang="es-CO" sz="1600" dirty="0" smtClean="0">
                <a:latin typeface="Calibri" pitchFamily="34" charset="0"/>
              </a:rPr>
              <a:t>«Portales»</a:t>
            </a:r>
            <a:endParaRPr lang="es-CO" sz="1600" dirty="0">
              <a:latin typeface="Calibri" pitchFamily="34" charset="0"/>
            </a:endParaRP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8" y="1821641"/>
            <a:ext cx="8504445" cy="41401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«Matrícula»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48257" y="1621608"/>
            <a:ext cx="2492796" cy="190326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976788" y="310137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21" y="191081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Posteriormente, ingrese a la sección «Ofertas Intersemestrales»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219326" y="1504790"/>
            <a:ext cx="2290414" cy="187910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800100" y="2960398"/>
            <a:ext cx="1333500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121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73" y="213668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los filtros de búsqueda de: año, periodo, programa y semestre para realizar la creación de la oferta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9124" y="3028949"/>
            <a:ext cx="5962651" cy="46672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72000" y="1761679"/>
            <a:ext cx="0" cy="114560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40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73" y="213668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Presione el botón «Crear»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9124" y="3476625"/>
            <a:ext cx="552451" cy="31432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1247775" y="1514315"/>
            <a:ext cx="3261965" cy="2128997"/>
            <a:chOff x="5729176" y="1788714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137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213668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la fecha de inicio, fecha de fin y las asignaturas correspondientes a la oferta a crear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828924" y="2771775"/>
            <a:ext cx="3476626" cy="2019300"/>
          </a:xfrm>
          <a:prstGeom prst="roundRect">
            <a:avLst>
              <a:gd name="adj" fmla="val 750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85562" y="1504790"/>
            <a:ext cx="0" cy="114560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0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213668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Finalice el proceso presionando el botón «Guardar»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238625" y="5210175"/>
            <a:ext cx="666750" cy="342900"/>
          </a:xfrm>
          <a:prstGeom prst="roundRect">
            <a:avLst>
              <a:gd name="adj" fmla="val 750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85562" y="1504790"/>
            <a:ext cx="0" cy="361013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74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5B065C22-041F-4408-BA8B-85B2835D0C7F}"/>
</file>

<file path=customXml/itemProps2.xml><?xml version="1.0" encoding="utf-8"?>
<ds:datastoreItem xmlns:ds="http://schemas.openxmlformats.org/officeDocument/2006/customXml" ds:itemID="{072F50FF-614A-4BB2-99B8-70961560DE9F}"/>
</file>

<file path=customXml/itemProps3.xml><?xml version="1.0" encoding="utf-8"?>
<ds:datastoreItem xmlns:ds="http://schemas.openxmlformats.org/officeDocument/2006/customXml" ds:itemID="{B4423793-665F-4A5B-B211-7BC0BFC81866}"/>
</file>

<file path=docProps/app.xml><?xml version="1.0" encoding="utf-8"?>
<Properties xmlns="http://schemas.openxmlformats.org/officeDocument/2006/extended-properties" xmlns:vt="http://schemas.openxmlformats.org/officeDocument/2006/docPropsVTypes">
  <TotalTime>4542</TotalTime>
  <Words>141</Words>
  <Application>Microsoft Office PowerPoint</Application>
  <PresentationFormat>Presentación en pantalla (4:3)</PresentationFormat>
  <Paragraphs>13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Pastori Rojas</cp:lastModifiedBy>
  <cp:revision>68</cp:revision>
  <dcterms:created xsi:type="dcterms:W3CDTF">2018-01-24T15:16:31Z</dcterms:created>
  <dcterms:modified xsi:type="dcterms:W3CDTF">2019-06-17T16:52:11Z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