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71" r:id="rId3"/>
    <p:sldId id="272" r:id="rId4"/>
    <p:sldId id="273" r:id="rId5"/>
    <p:sldId id="261" r:id="rId6"/>
    <p:sldId id="267" r:id="rId7"/>
    <p:sldId id="274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19/04/2018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REPORTES GENERALES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52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2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59" y="1930571"/>
            <a:ext cx="8286994" cy="4107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opción «Crédito Interno»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93591" y="295438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872573" cy="189213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7" y="198471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92471"/>
            <a:ext cx="8475488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 la opción «Reportes»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17641" y="288232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37965" y="1504790"/>
            <a:ext cx="537451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6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177988"/>
            <a:ext cx="840017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seleccione la opción «Reportes generales»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0436" y="3200384"/>
            <a:ext cx="2643809" cy="132190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64652" y="22351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3172968" y="1504790"/>
            <a:ext cx="1402448" cy="2368289"/>
            <a:chOff x="5729176" y="1775902"/>
            <a:chExt cx="1191284" cy="1162486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38388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1879620"/>
            <a:ext cx="8415185" cy="4170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aplicar los filtros necesarios y presionar el botón </a:t>
            </a:r>
            <a:r>
              <a:rPr lang="es-CO" sz="1600" dirty="0" smtClean="0"/>
              <a:t>«Generar»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201" y="2847974"/>
            <a:ext cx="8261350" cy="1285875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61040" y="1551587"/>
            <a:ext cx="0" cy="12284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83702" y="194962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388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5" y="2025614"/>
            <a:ext cx="8343458" cy="4135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podrá Imprimir y generar el un documento en Excel, para ello seleccione el botón correspondiente a la acción deseada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05648" y="4362450"/>
            <a:ext cx="1362075" cy="321986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6" y="207297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4546838" y="1760536"/>
            <a:ext cx="2558809" cy="2762907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621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E551ECF3-0136-4211-80C2-34830F1F1FDF}"/>
</file>

<file path=customXml/itemProps2.xml><?xml version="1.0" encoding="utf-8"?>
<ds:datastoreItem xmlns:ds="http://schemas.openxmlformats.org/officeDocument/2006/customXml" ds:itemID="{51A15C86-088F-4F97-A68F-DCD09D0A75B5}"/>
</file>

<file path=customXml/itemProps3.xml><?xml version="1.0" encoding="utf-8"?>
<ds:datastoreItem xmlns:ds="http://schemas.openxmlformats.org/officeDocument/2006/customXml" ds:itemID="{761E0CDE-B7AF-4B98-B61C-59CC371DFDDF}"/>
</file>

<file path=docProps/app.xml><?xml version="1.0" encoding="utf-8"?>
<Properties xmlns="http://schemas.openxmlformats.org/officeDocument/2006/extended-properties" xmlns:vt="http://schemas.openxmlformats.org/officeDocument/2006/docPropsVTypes">
  <TotalTime>2817</TotalTime>
  <Words>141</Words>
  <Application>Microsoft Office PowerPoint</Application>
  <PresentationFormat>Presentación en pantalla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53</cp:revision>
  <dcterms:created xsi:type="dcterms:W3CDTF">2017-01-26T20:10:20Z</dcterms:created>
  <dcterms:modified xsi:type="dcterms:W3CDTF">2018-04-19T15:04:47Z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