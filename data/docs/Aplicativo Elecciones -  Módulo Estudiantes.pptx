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63" r:id="rId4"/>
    <p:sldId id="264" r:id="rId5"/>
    <p:sldId id="275" r:id="rId6"/>
    <p:sldId id="276" r:id="rId7"/>
    <p:sldId id="272" r:id="rId8"/>
    <p:sldId id="274" r:id="rId9"/>
    <p:sldId id="265" r:id="rId10"/>
    <p:sldId id="271" r:id="rId11"/>
    <p:sldId id="27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21" autoAdjust="0"/>
  </p:normalViewPr>
  <p:slideViewPr>
    <p:cSldViewPr snapToGrid="0">
      <p:cViewPr varScale="1">
        <p:scale>
          <a:sx n="63" d="100"/>
          <a:sy n="63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084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6398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005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0000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888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517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7105800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APLICATIVO ELECCIONES 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INSTRUCTIVO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O"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(arial 60 en negrita alineado a la izquierda)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O"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Módulo Estudiantes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Estudiantes - Elecciones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435900" y="1636521"/>
            <a:ext cx="11086200" cy="105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lang="es-CO" sz="2000" dirty="0">
                <a:solidFill>
                  <a:schemeClr val="dk1"/>
                </a:solidFill>
              </a:rPr>
              <a:t>este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submódulo podrá crear, modificar o eliminar elecciones dirigidas a la comunidad estudiantil. Adicionalmente podrá realizar búsquedas rápidas usando el filtro que se encuentra en la esquina superior derecha de la tabla de registros.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16B935A-5020-44BC-9EC3-96FED3623A6A}"/>
              </a:ext>
            </a:extLst>
          </p:cNvPr>
          <p:cNvGrpSpPr/>
          <p:nvPr/>
        </p:nvGrpSpPr>
        <p:grpSpPr>
          <a:xfrm>
            <a:off x="265137" y="2905339"/>
            <a:ext cx="11427725" cy="3509103"/>
            <a:chOff x="265137" y="2905339"/>
            <a:chExt cx="11427725" cy="3509103"/>
          </a:xfrm>
        </p:grpSpPr>
        <p:pic>
          <p:nvPicPr>
            <p:cNvPr id="138" name="Google Shape;138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5137" y="2905339"/>
              <a:ext cx="11427725" cy="35091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20"/>
            <p:cNvSpPr/>
            <p:nvPr/>
          </p:nvSpPr>
          <p:spPr>
            <a:xfrm>
              <a:off x="1915341" y="3530470"/>
              <a:ext cx="1666649" cy="290014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41;p20">
              <a:extLst>
                <a:ext uri="{FF2B5EF4-FFF2-40B4-BE49-F238E27FC236}">
                  <a16:creationId xmlns:a16="http://schemas.microsoft.com/office/drawing/2014/main" id="{E95EE008-B684-4C00-A647-689D652E8A7A}"/>
                </a:ext>
              </a:extLst>
            </p:cNvPr>
            <p:cNvSpPr/>
            <p:nvPr/>
          </p:nvSpPr>
          <p:spPr>
            <a:xfrm>
              <a:off x="10546915" y="3911890"/>
              <a:ext cx="999783" cy="290014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/>
        </p:nvSpPr>
        <p:spPr>
          <a:xfrm>
            <a:off x="435900" y="1022368"/>
            <a:ext cx="11086082" cy="145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Elección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una elección dirigida a estudiantes,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Elección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de la ventana emergente que aparecerá.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" name="Google Shape;147;p21"/>
          <p:cNvGrpSpPr/>
          <p:nvPr/>
        </p:nvGrpSpPr>
        <p:grpSpPr>
          <a:xfrm>
            <a:off x="745663" y="2586094"/>
            <a:ext cx="10700673" cy="3835021"/>
            <a:chOff x="435900" y="2143996"/>
            <a:chExt cx="10700673" cy="3835021"/>
          </a:xfrm>
        </p:grpSpPr>
        <p:grpSp>
          <p:nvGrpSpPr>
            <p:cNvPr id="148" name="Google Shape;148;p21"/>
            <p:cNvGrpSpPr/>
            <p:nvPr/>
          </p:nvGrpSpPr>
          <p:grpSpPr>
            <a:xfrm>
              <a:off x="435900" y="2143996"/>
              <a:ext cx="4176215" cy="2216460"/>
              <a:chOff x="435900" y="2143996"/>
              <a:chExt cx="4176215" cy="2216460"/>
            </a:xfrm>
          </p:grpSpPr>
          <p:pic>
            <p:nvPicPr>
              <p:cNvPr id="149" name="Google Shape;149;p21"/>
              <p:cNvPicPr preferRelativeResize="0"/>
              <p:nvPr/>
            </p:nvPicPr>
            <p:blipFill rotWithShape="1">
              <a:blip r:embed="rId3">
                <a:alphaModFix/>
              </a:blip>
              <a:srcRect l="28668" r="34785" b="36837"/>
              <a:stretch/>
            </p:blipFill>
            <p:spPr>
              <a:xfrm>
                <a:off x="435900" y="2143996"/>
                <a:ext cx="4176215" cy="221646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0" name="Google Shape;150;p21"/>
              <p:cNvSpPr/>
              <p:nvPr/>
            </p:nvSpPr>
            <p:spPr>
              <a:xfrm>
                <a:off x="435900" y="2758146"/>
                <a:ext cx="1666649" cy="290014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1" name="Google Shape;151;p21"/>
            <p:cNvPicPr preferRelativeResize="0"/>
            <p:nvPr/>
          </p:nvPicPr>
          <p:blipFill rotWithShape="1">
            <a:blip r:embed="rId4">
              <a:alphaModFix/>
            </a:blip>
            <a:srcRect l="27985" t="18020" r="28469" b="22957"/>
            <a:stretch/>
          </p:blipFill>
          <p:spPr>
            <a:xfrm>
              <a:off x="5827594" y="2143996"/>
              <a:ext cx="5308979" cy="38350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21"/>
            <p:cNvSpPr/>
            <p:nvPr/>
          </p:nvSpPr>
          <p:spPr>
            <a:xfrm>
              <a:off x="4787917" y="2758146"/>
              <a:ext cx="863875" cy="5322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9471546" y="5472752"/>
              <a:ext cx="1053946" cy="362880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FDCDA40-D5C5-49FA-AB9A-4D4BEAE70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92" y="2290762"/>
            <a:ext cx="9096375" cy="2276475"/>
          </a:xfrm>
          <a:prstGeom prst="rect">
            <a:avLst/>
          </a:prstGeom>
        </p:spPr>
      </p:pic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Elección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editar una elección, seleccione el botón “</a:t>
            </a:r>
            <a:r>
              <a:rPr lang="es-CO" sz="2000" b="1" dirty="0">
                <a:solidFill>
                  <a:schemeClr val="dk1"/>
                </a:solidFill>
              </a:rPr>
              <a:t>C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onfiguración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que desee editar.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3D4F00B-7CFB-45F8-8367-CBB34268EB9C}"/>
              </a:ext>
            </a:extLst>
          </p:cNvPr>
          <p:cNvGrpSpPr/>
          <p:nvPr/>
        </p:nvGrpSpPr>
        <p:grpSpPr>
          <a:xfrm>
            <a:off x="1169443" y="3144923"/>
            <a:ext cx="8694872" cy="532263"/>
            <a:chOff x="2662167" y="3536648"/>
            <a:chExt cx="9243512" cy="532263"/>
          </a:xfrm>
        </p:grpSpPr>
        <p:sp>
          <p:nvSpPr>
            <p:cNvPr id="5" name="Google Shape;150;p21">
              <a:extLst>
                <a:ext uri="{FF2B5EF4-FFF2-40B4-BE49-F238E27FC236}">
                  <a16:creationId xmlns:a16="http://schemas.microsoft.com/office/drawing/2014/main" id="{65CFB49E-597B-493B-8B4F-F3053C4C8AA2}"/>
                </a:ext>
              </a:extLst>
            </p:cNvPr>
            <p:cNvSpPr/>
            <p:nvPr/>
          </p:nvSpPr>
          <p:spPr>
            <a:xfrm>
              <a:off x="2662167" y="3611827"/>
              <a:ext cx="9243512" cy="412386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52;p21">
              <a:extLst>
                <a:ext uri="{FF2B5EF4-FFF2-40B4-BE49-F238E27FC236}">
                  <a16:creationId xmlns:a16="http://schemas.microsoft.com/office/drawing/2014/main" id="{4F60F1D1-88EB-4178-8943-CD56312E6EB6}"/>
                </a:ext>
              </a:extLst>
            </p:cNvPr>
            <p:cNvSpPr/>
            <p:nvPr/>
          </p:nvSpPr>
          <p:spPr>
            <a:xfrm>
              <a:off x="10269470" y="3536648"/>
              <a:ext cx="894893" cy="5322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8EB1CCB5-65C7-4E01-BF82-C712583CD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125" y="3756092"/>
            <a:ext cx="3907155" cy="2817536"/>
          </a:xfrm>
          <a:prstGeom prst="rect">
            <a:avLst/>
          </a:prstGeom>
        </p:spPr>
      </p:pic>
      <p:sp>
        <p:nvSpPr>
          <p:cNvPr id="12" name="Google Shape;150;p21">
            <a:extLst>
              <a:ext uri="{FF2B5EF4-FFF2-40B4-BE49-F238E27FC236}">
                <a16:creationId xmlns:a16="http://schemas.microsoft.com/office/drawing/2014/main" id="{D8D5B4D6-CC64-4A71-870A-DA777D2967E5}"/>
              </a:ext>
            </a:extLst>
          </p:cNvPr>
          <p:cNvSpPr/>
          <p:nvPr/>
        </p:nvSpPr>
        <p:spPr>
          <a:xfrm>
            <a:off x="7096125" y="5492115"/>
            <a:ext cx="3907154" cy="540452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6;p21">
            <a:extLst>
              <a:ext uri="{FF2B5EF4-FFF2-40B4-BE49-F238E27FC236}">
                <a16:creationId xmlns:a16="http://schemas.microsoft.com/office/drawing/2014/main" id="{E79FE90D-21E0-4F9E-AE44-CD3EDC61BDCE}"/>
              </a:ext>
            </a:extLst>
          </p:cNvPr>
          <p:cNvSpPr txBox="1"/>
          <p:nvPr/>
        </p:nvSpPr>
        <p:spPr>
          <a:xfrm>
            <a:off x="435900" y="4918519"/>
            <a:ext cx="6452580" cy="132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</a:t>
            </a:r>
            <a:r>
              <a:rPr lang="es-CO" sz="2000" b="1" dirty="0">
                <a:solidFill>
                  <a:schemeClr val="dk1"/>
                </a:solidFill>
              </a:rPr>
              <a:t>: </a:t>
            </a:r>
            <a:r>
              <a:rPr lang="es-CO" sz="2000" dirty="0">
                <a:solidFill>
                  <a:schemeClr val="dk1"/>
                </a:solidFill>
              </a:rPr>
              <a:t>La duración de las votaciones depende del estado de ésta, mientras esté en estado “</a:t>
            </a:r>
            <a:r>
              <a:rPr lang="es-CO" sz="2000" b="1" dirty="0">
                <a:solidFill>
                  <a:schemeClr val="dk1"/>
                </a:solidFill>
              </a:rPr>
              <a:t>Activo</a:t>
            </a:r>
            <a:r>
              <a:rPr lang="es-CO" sz="2000" dirty="0">
                <a:solidFill>
                  <a:schemeClr val="dk1"/>
                </a:solidFill>
              </a:rPr>
              <a:t>” los usuarios podrán votar, para cerrar las votaciones cambie el estado a “</a:t>
            </a:r>
            <a:r>
              <a:rPr lang="es-CO" sz="2000" b="1" dirty="0">
                <a:solidFill>
                  <a:schemeClr val="dk1"/>
                </a:solidFill>
              </a:rPr>
              <a:t>Inactivo</a:t>
            </a:r>
            <a:r>
              <a:rPr lang="es-CO" sz="2000" dirty="0">
                <a:solidFill>
                  <a:schemeClr val="dk1"/>
                </a:solidFill>
              </a:rPr>
              <a:t>”</a:t>
            </a:r>
            <a:r>
              <a:rPr lang="es-CO" sz="20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711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151DFC0C-79CA-4129-9D4A-13B223BEB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04" y="2384393"/>
            <a:ext cx="11368568" cy="2845118"/>
          </a:xfrm>
          <a:prstGeom prst="rect">
            <a:avLst/>
          </a:prstGeom>
        </p:spPr>
      </p:pic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Eliminar Elección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eliminar una elección, seleccione el botón “</a:t>
            </a:r>
            <a:r>
              <a:rPr lang="es-CO" sz="2000" b="1" dirty="0">
                <a:solidFill>
                  <a:schemeClr val="dk1"/>
                </a:solidFill>
              </a:rPr>
              <a:t>Eliminar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”, el sistema le pedirá confirmación de la acción.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79922F9D-A739-4DB6-B273-CC0345ECA7B4}"/>
              </a:ext>
            </a:extLst>
          </p:cNvPr>
          <p:cNvGrpSpPr/>
          <p:nvPr/>
        </p:nvGrpSpPr>
        <p:grpSpPr>
          <a:xfrm>
            <a:off x="658344" y="3467059"/>
            <a:ext cx="10863638" cy="2621114"/>
            <a:chOff x="658344" y="3467059"/>
            <a:chExt cx="10863638" cy="2621114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33D4F00B-7CFB-45F8-8367-CBB34268EB9C}"/>
                </a:ext>
              </a:extLst>
            </p:cNvPr>
            <p:cNvGrpSpPr/>
            <p:nvPr/>
          </p:nvGrpSpPr>
          <p:grpSpPr>
            <a:xfrm>
              <a:off x="658344" y="3467059"/>
              <a:ext cx="10177296" cy="539918"/>
              <a:chOff x="2710911" y="3901799"/>
              <a:chExt cx="10177296" cy="539918"/>
            </a:xfrm>
          </p:grpSpPr>
          <p:sp>
            <p:nvSpPr>
              <p:cNvPr id="5" name="Google Shape;150;p21">
                <a:extLst>
                  <a:ext uri="{FF2B5EF4-FFF2-40B4-BE49-F238E27FC236}">
                    <a16:creationId xmlns:a16="http://schemas.microsoft.com/office/drawing/2014/main" id="{65CFB49E-597B-493B-8B4F-F3053C4C8AA2}"/>
                  </a:ext>
                </a:extLst>
              </p:cNvPr>
              <p:cNvSpPr/>
              <p:nvPr/>
            </p:nvSpPr>
            <p:spPr>
              <a:xfrm>
                <a:off x="2710911" y="3901799"/>
                <a:ext cx="10177296" cy="532263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" name="Google Shape;152;p21">
                <a:extLst>
                  <a:ext uri="{FF2B5EF4-FFF2-40B4-BE49-F238E27FC236}">
                    <a16:creationId xmlns:a16="http://schemas.microsoft.com/office/drawing/2014/main" id="{4F60F1D1-88EB-4178-8943-CD56312E6EB6}"/>
                  </a:ext>
                </a:extLst>
              </p:cNvPr>
              <p:cNvSpPr/>
              <p:nvPr/>
            </p:nvSpPr>
            <p:spPr>
              <a:xfrm>
                <a:off x="11514437" y="3909454"/>
                <a:ext cx="863875" cy="532263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/>
              </a:solidFill>
              <a:ln w="254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81EA14C-FAD3-4478-B2A6-587F4399B0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2637" t="35427" r="7740" b="54705"/>
            <a:stretch/>
          </p:blipFill>
          <p:spPr>
            <a:xfrm>
              <a:off x="9129509" y="5411767"/>
              <a:ext cx="2392473" cy="676406"/>
            </a:xfrm>
            <a:prstGeom prst="rect">
              <a:avLst/>
            </a:prstGeom>
          </p:spPr>
        </p:pic>
      </p:grp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5DB4AAA8-D5A7-4BEC-B653-C059DFBABAED}"/>
              </a:ext>
            </a:extLst>
          </p:cNvPr>
          <p:cNvCxnSpPr>
            <a:cxnSpLocks/>
            <a:endCxn id="8" idx="0"/>
          </p:cNvCxnSpPr>
          <p:nvPr/>
        </p:nvCxnSpPr>
        <p:spPr>
          <a:xfrm rot="16200000" flipH="1">
            <a:off x="9287187" y="4373208"/>
            <a:ext cx="1412446" cy="664671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0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899" y="1696071"/>
            <a:ext cx="1120314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candidatos dentro de una elección, editarlos o eliminarlos, seleccione la opción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Candidatos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en el men</a:t>
            </a:r>
            <a:r>
              <a:rPr lang="es-CO" sz="2000" dirty="0">
                <a:solidFill>
                  <a:schemeClr val="dk1"/>
                </a:solidFill>
              </a:rPr>
              <a:t>ú lateral. 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9;p20">
            <a:extLst>
              <a:ext uri="{FF2B5EF4-FFF2-40B4-BE49-F238E27FC236}">
                <a16:creationId xmlns:a16="http://schemas.microsoft.com/office/drawing/2014/main" id="{0F1255C1-5A4C-40CF-83EB-34349EE82DA5}"/>
              </a:ext>
            </a:extLst>
          </p:cNvPr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Estudiantes - Candidatos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069D8F2-8C3B-480E-A124-4828CA31DF18}"/>
              </a:ext>
            </a:extLst>
          </p:cNvPr>
          <p:cNvGrpSpPr/>
          <p:nvPr/>
        </p:nvGrpSpPr>
        <p:grpSpPr>
          <a:xfrm>
            <a:off x="435898" y="2826067"/>
            <a:ext cx="11203141" cy="3095625"/>
            <a:chOff x="435898" y="2826067"/>
            <a:chExt cx="11203141" cy="3095625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413D7DEC-9A93-418D-805A-822E43FDA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898" y="2826067"/>
              <a:ext cx="11203141" cy="3095625"/>
            </a:xfrm>
            <a:prstGeom prst="rect">
              <a:avLst/>
            </a:prstGeom>
          </p:spPr>
        </p:pic>
        <p:sp>
          <p:nvSpPr>
            <p:cNvPr id="16" name="Google Shape;150;p21">
              <a:extLst>
                <a:ext uri="{FF2B5EF4-FFF2-40B4-BE49-F238E27FC236}">
                  <a16:creationId xmlns:a16="http://schemas.microsoft.com/office/drawing/2014/main" id="{F1D7E9EF-BE3C-4DD1-A359-688D94B83608}"/>
                </a:ext>
              </a:extLst>
            </p:cNvPr>
            <p:cNvSpPr/>
            <p:nvPr/>
          </p:nvSpPr>
          <p:spPr>
            <a:xfrm>
              <a:off x="546287" y="3466646"/>
              <a:ext cx="1511114" cy="343354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8360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Candidatos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un candidato,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</a:t>
            </a:r>
            <a:r>
              <a:rPr lang="es-CO" sz="2000" b="1" dirty="0">
                <a:solidFill>
                  <a:schemeClr val="dk1"/>
                </a:solidFill>
              </a:rPr>
              <a:t>Candidato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de la ventana emergente que aparecerá.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B8327F42-FC7C-4D1D-855C-10B3D16E5A7D}"/>
              </a:ext>
            </a:extLst>
          </p:cNvPr>
          <p:cNvGrpSpPr/>
          <p:nvPr/>
        </p:nvGrpSpPr>
        <p:grpSpPr>
          <a:xfrm>
            <a:off x="435899" y="2655570"/>
            <a:ext cx="11588462" cy="3568486"/>
            <a:chOff x="435899" y="2655570"/>
            <a:chExt cx="11588462" cy="3568486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0BA1412E-C7F3-47A4-836A-E867B6913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77163" y="2655570"/>
              <a:ext cx="4247198" cy="3568486"/>
            </a:xfrm>
            <a:prstGeom prst="rect">
              <a:avLst/>
            </a:prstGeom>
          </p:spPr>
        </p:pic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AF085B60-F3FE-489B-99C5-5CCEB4BAEAAB}"/>
                </a:ext>
              </a:extLst>
            </p:cNvPr>
            <p:cNvGrpSpPr/>
            <p:nvPr/>
          </p:nvGrpSpPr>
          <p:grpSpPr>
            <a:xfrm>
              <a:off x="435899" y="2826067"/>
              <a:ext cx="6985982" cy="3095625"/>
              <a:chOff x="435899" y="2826067"/>
              <a:chExt cx="6985982" cy="3095625"/>
            </a:xfrm>
          </p:grpSpPr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EAF1B3DC-FE47-467C-B4A4-6E3CDA1A45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37643"/>
              <a:stretch/>
            </p:blipFill>
            <p:spPr>
              <a:xfrm>
                <a:off x="435899" y="2826067"/>
                <a:ext cx="6985982" cy="3095625"/>
              </a:xfrm>
              <a:prstGeom prst="rect">
                <a:avLst/>
              </a:prstGeom>
            </p:spPr>
          </p:pic>
          <p:sp>
            <p:nvSpPr>
              <p:cNvPr id="14" name="Google Shape;150;p21">
                <a:extLst>
                  <a:ext uri="{FF2B5EF4-FFF2-40B4-BE49-F238E27FC236}">
                    <a16:creationId xmlns:a16="http://schemas.microsoft.com/office/drawing/2014/main" id="{93EF6152-B3EB-43A3-B1F2-6AF6DE726CEF}"/>
                  </a:ext>
                </a:extLst>
              </p:cNvPr>
              <p:cNvSpPr/>
              <p:nvPr/>
            </p:nvSpPr>
            <p:spPr>
              <a:xfrm>
                <a:off x="2192206" y="3017520"/>
                <a:ext cx="1861633" cy="411480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" name="Google Shape;152;p21">
              <a:extLst>
                <a:ext uri="{FF2B5EF4-FFF2-40B4-BE49-F238E27FC236}">
                  <a16:creationId xmlns:a16="http://schemas.microsoft.com/office/drawing/2014/main" id="{30D3C6DC-DB91-4375-B96D-AA126A1E339D}"/>
                </a:ext>
              </a:extLst>
            </p:cNvPr>
            <p:cNvSpPr/>
            <p:nvPr/>
          </p:nvSpPr>
          <p:spPr>
            <a:xfrm>
              <a:off x="4409121" y="2728528"/>
              <a:ext cx="3485199" cy="9894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8311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45AD4DB-2461-4FCE-8BF2-85C8EA8F4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00" y="2226325"/>
            <a:ext cx="9637740" cy="2714135"/>
          </a:xfrm>
          <a:prstGeom prst="rect">
            <a:avLst/>
          </a:prstGeom>
        </p:spPr>
      </p:pic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Candidato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editar un candidato, seleccione el botón “</a:t>
            </a:r>
            <a:r>
              <a:rPr lang="es-CO" sz="2000" b="1" dirty="0">
                <a:solidFill>
                  <a:schemeClr val="dk1"/>
                </a:solidFill>
              </a:rPr>
              <a:t>C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onfiguración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que desee editar.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3D4F00B-7CFB-45F8-8367-CBB34268EB9C}"/>
              </a:ext>
            </a:extLst>
          </p:cNvPr>
          <p:cNvGrpSpPr/>
          <p:nvPr/>
        </p:nvGrpSpPr>
        <p:grpSpPr>
          <a:xfrm>
            <a:off x="609600" y="3222807"/>
            <a:ext cx="9243512" cy="533284"/>
            <a:chOff x="2662167" y="3642307"/>
            <a:chExt cx="9243512" cy="533284"/>
          </a:xfrm>
        </p:grpSpPr>
        <p:sp>
          <p:nvSpPr>
            <p:cNvPr id="5" name="Google Shape;150;p21">
              <a:extLst>
                <a:ext uri="{FF2B5EF4-FFF2-40B4-BE49-F238E27FC236}">
                  <a16:creationId xmlns:a16="http://schemas.microsoft.com/office/drawing/2014/main" id="{65CFB49E-597B-493B-8B4F-F3053C4C8AA2}"/>
                </a:ext>
              </a:extLst>
            </p:cNvPr>
            <p:cNvSpPr/>
            <p:nvPr/>
          </p:nvSpPr>
          <p:spPr>
            <a:xfrm>
              <a:off x="2662167" y="3642307"/>
              <a:ext cx="9243512" cy="412386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52;p21">
              <a:extLst>
                <a:ext uri="{FF2B5EF4-FFF2-40B4-BE49-F238E27FC236}">
                  <a16:creationId xmlns:a16="http://schemas.microsoft.com/office/drawing/2014/main" id="{4F60F1D1-88EB-4178-8943-CD56312E6EB6}"/>
                </a:ext>
              </a:extLst>
            </p:cNvPr>
            <p:cNvSpPr/>
            <p:nvPr/>
          </p:nvSpPr>
          <p:spPr>
            <a:xfrm>
              <a:off x="10172261" y="3643328"/>
              <a:ext cx="894892" cy="5322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85EDC136-D889-4B2A-BAD1-54DC1C509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66" y="3740851"/>
            <a:ext cx="3540426" cy="29707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Eliminar Candidato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eliminar un candidato, seleccione el botón “</a:t>
            </a:r>
            <a:r>
              <a:rPr lang="es-CO" sz="2000" b="1" dirty="0">
                <a:solidFill>
                  <a:schemeClr val="dk1"/>
                </a:solidFill>
              </a:rPr>
              <a:t>Eliminar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”, el sistema le pedirá confirmación de la acción.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79922F9D-A739-4DB6-B273-CC0345ECA7B4}"/>
              </a:ext>
            </a:extLst>
          </p:cNvPr>
          <p:cNvGrpSpPr/>
          <p:nvPr/>
        </p:nvGrpSpPr>
        <p:grpSpPr>
          <a:xfrm>
            <a:off x="461437" y="2301650"/>
            <a:ext cx="11060545" cy="2505075"/>
            <a:chOff x="461437" y="2301650"/>
            <a:chExt cx="11060545" cy="2505075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BE718763-7157-4904-8E6A-FCE9ABD0D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437" y="2301650"/>
              <a:ext cx="8991600" cy="2505075"/>
            </a:xfrm>
            <a:prstGeom prst="rect">
              <a:avLst/>
            </a:prstGeom>
          </p:spPr>
        </p:pic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33D4F00B-7CFB-45F8-8367-CBB34268EB9C}"/>
                </a:ext>
              </a:extLst>
            </p:cNvPr>
            <p:cNvGrpSpPr/>
            <p:nvPr/>
          </p:nvGrpSpPr>
          <p:grpSpPr>
            <a:xfrm>
              <a:off x="546286" y="3207148"/>
              <a:ext cx="8034043" cy="532263"/>
              <a:chOff x="2598853" y="3641888"/>
              <a:chExt cx="8034043" cy="532263"/>
            </a:xfrm>
          </p:grpSpPr>
          <p:sp>
            <p:nvSpPr>
              <p:cNvPr id="5" name="Google Shape;150;p21">
                <a:extLst>
                  <a:ext uri="{FF2B5EF4-FFF2-40B4-BE49-F238E27FC236}">
                    <a16:creationId xmlns:a16="http://schemas.microsoft.com/office/drawing/2014/main" id="{65CFB49E-597B-493B-8B4F-F3053C4C8AA2}"/>
                  </a:ext>
                </a:extLst>
              </p:cNvPr>
              <p:cNvSpPr/>
              <p:nvPr/>
            </p:nvSpPr>
            <p:spPr>
              <a:xfrm>
                <a:off x="2598853" y="3657546"/>
                <a:ext cx="8034043" cy="412386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" name="Google Shape;152;p21">
                <a:extLst>
                  <a:ext uri="{FF2B5EF4-FFF2-40B4-BE49-F238E27FC236}">
                    <a16:creationId xmlns:a16="http://schemas.microsoft.com/office/drawing/2014/main" id="{4F60F1D1-88EB-4178-8943-CD56312E6EB6}"/>
                  </a:ext>
                </a:extLst>
              </p:cNvPr>
              <p:cNvSpPr/>
              <p:nvPr/>
            </p:nvSpPr>
            <p:spPr>
              <a:xfrm>
                <a:off x="9387643" y="3641888"/>
                <a:ext cx="863875" cy="532263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/>
              </a:solidFill>
              <a:ln w="254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81EA14C-FAD3-4478-B2A6-587F4399B0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2637" t="35427" r="7740" b="54705"/>
            <a:stretch/>
          </p:blipFill>
          <p:spPr>
            <a:xfrm>
              <a:off x="9129509" y="3875883"/>
              <a:ext cx="2392473" cy="676406"/>
            </a:xfrm>
            <a:prstGeom prst="rect">
              <a:avLst/>
            </a:prstGeom>
          </p:spPr>
        </p:pic>
      </p:grp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5DB4AAA8-D5A7-4BEC-B653-C059DFBABAED}"/>
              </a:ext>
            </a:extLst>
          </p:cNvPr>
          <p:cNvCxnSpPr>
            <a:endCxn id="8" idx="0"/>
          </p:cNvCxnSpPr>
          <p:nvPr/>
        </p:nvCxnSpPr>
        <p:spPr>
          <a:xfrm>
            <a:off x="8580329" y="3428999"/>
            <a:ext cx="1745417" cy="446884"/>
          </a:xfrm>
          <a:prstGeom prst="bentConnector2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389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552959" y="1696071"/>
            <a:ext cx="11086082" cy="105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obtener los resultados de la elección, la opción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en el menú lateral, luego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de la elección que desea consultar. Aparecerá una ventana en la cual visualizará el total de votos general y los obtenidos por cada candidato.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4CF80B07-E4B2-4A1E-9B1B-15E6685CD725}"/>
              </a:ext>
            </a:extLst>
          </p:cNvPr>
          <p:cNvGrpSpPr/>
          <p:nvPr/>
        </p:nvGrpSpPr>
        <p:grpSpPr>
          <a:xfrm>
            <a:off x="552959" y="2832853"/>
            <a:ext cx="10803777" cy="3624430"/>
            <a:chOff x="580503" y="2497573"/>
            <a:chExt cx="10803777" cy="3624430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DCC9A486-4DE9-41DF-BB04-15E1B06743FE}"/>
                </a:ext>
              </a:extLst>
            </p:cNvPr>
            <p:cNvGrpSpPr/>
            <p:nvPr/>
          </p:nvGrpSpPr>
          <p:grpSpPr>
            <a:xfrm>
              <a:off x="580503" y="2497573"/>
              <a:ext cx="8788966" cy="1899063"/>
              <a:chOff x="680712" y="2071687"/>
              <a:chExt cx="11106150" cy="2714625"/>
            </a:xfrm>
          </p:grpSpPr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25B7B23F-03AA-4F51-B87C-649D44EC3F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0712" y="2071687"/>
                <a:ext cx="11106150" cy="2714625"/>
              </a:xfrm>
              <a:prstGeom prst="rect">
                <a:avLst/>
              </a:prstGeom>
            </p:spPr>
          </p:pic>
          <p:sp>
            <p:nvSpPr>
              <p:cNvPr id="14" name="Google Shape;150;p21">
                <a:extLst>
                  <a:ext uri="{FF2B5EF4-FFF2-40B4-BE49-F238E27FC236}">
                    <a16:creationId xmlns:a16="http://schemas.microsoft.com/office/drawing/2014/main" id="{9F84F8F7-32E0-4B0E-AFE2-D59F33BB06A9}"/>
                  </a:ext>
                </a:extLst>
              </p:cNvPr>
              <p:cNvSpPr/>
              <p:nvPr/>
            </p:nvSpPr>
            <p:spPr>
              <a:xfrm>
                <a:off x="718290" y="3131992"/>
                <a:ext cx="1507982" cy="322060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0;p21">
                <a:extLst>
                  <a:ext uri="{FF2B5EF4-FFF2-40B4-BE49-F238E27FC236}">
                    <a16:creationId xmlns:a16="http://schemas.microsoft.com/office/drawing/2014/main" id="{381AF29E-9DF3-4F64-8A42-1E8F6B18E842}"/>
                  </a:ext>
                </a:extLst>
              </p:cNvPr>
              <p:cNvSpPr/>
              <p:nvPr/>
            </p:nvSpPr>
            <p:spPr>
              <a:xfrm>
                <a:off x="10003306" y="3311178"/>
                <a:ext cx="1507982" cy="434104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52;p21">
                <a:extLst>
                  <a:ext uri="{FF2B5EF4-FFF2-40B4-BE49-F238E27FC236}">
                    <a16:creationId xmlns:a16="http://schemas.microsoft.com/office/drawing/2014/main" id="{E4838705-167D-40CC-B0B1-7BE320AE0CCB}"/>
                  </a:ext>
                </a:extLst>
              </p:cNvPr>
              <p:cNvSpPr/>
              <p:nvPr/>
            </p:nvSpPr>
            <p:spPr>
              <a:xfrm>
                <a:off x="9702680" y="3274624"/>
                <a:ext cx="863875" cy="532263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/>
              </a:solidFill>
              <a:ln w="254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11617EFF-7A77-418B-A379-65D9976D5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7081" y="3744542"/>
              <a:ext cx="5077199" cy="2377461"/>
            </a:xfrm>
            <a:prstGeom prst="rect">
              <a:avLst/>
            </a:prstGeom>
          </p:spPr>
        </p:pic>
        <p:cxnSp>
          <p:nvCxnSpPr>
            <p:cNvPr id="20" name="Conector: angular 19">
              <a:extLst>
                <a:ext uri="{FF2B5EF4-FFF2-40B4-BE49-F238E27FC236}">
                  <a16:creationId xmlns:a16="http://schemas.microsoft.com/office/drawing/2014/main" id="{2E94C23E-216C-4778-AFB4-78CBC63096D4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H="1">
              <a:off x="9151390" y="3447105"/>
              <a:ext cx="218079" cy="1488150"/>
            </a:xfrm>
            <a:prstGeom prst="bentConnector4">
              <a:avLst>
                <a:gd name="adj1" fmla="val -104824"/>
                <a:gd name="adj2" fmla="val 81903"/>
              </a:avLst>
            </a:prstGeom>
            <a:ln w="762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Google Shape;139;p20">
            <a:extLst>
              <a:ext uri="{FF2B5EF4-FFF2-40B4-BE49-F238E27FC236}">
                <a16:creationId xmlns:a16="http://schemas.microsoft.com/office/drawing/2014/main" id="{0F1255C1-5A4C-40CF-83EB-34349EE82DA5}"/>
              </a:ext>
            </a:extLst>
          </p:cNvPr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Estudiantes - Resultados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720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C526A8BA-7715-43B2-B8B3-B811FB562455}"/>
</file>

<file path=customXml/itemProps2.xml><?xml version="1.0" encoding="utf-8"?>
<ds:datastoreItem xmlns:ds="http://schemas.openxmlformats.org/officeDocument/2006/customXml" ds:itemID="{6E26849B-C598-4298-8B01-83C06B6616A1}"/>
</file>

<file path=customXml/itemProps3.xml><?xml version="1.0" encoding="utf-8"?>
<ds:datastoreItem xmlns:ds="http://schemas.openxmlformats.org/officeDocument/2006/customXml" ds:itemID="{F3F2AA89-80F0-4ADA-B52A-3F51A2DB21C4}"/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347</Words>
  <Application>Microsoft Office PowerPoint</Application>
  <PresentationFormat>Panorámica</PresentationFormat>
  <Paragraphs>26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DB2ADMIN</cp:lastModifiedBy>
  <cp:revision>19</cp:revision>
  <dcterms:created xsi:type="dcterms:W3CDTF">2021-08-30T16:06:06Z</dcterms:created>
  <dcterms:modified xsi:type="dcterms:W3CDTF">2021-10-06T19:37:18Z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