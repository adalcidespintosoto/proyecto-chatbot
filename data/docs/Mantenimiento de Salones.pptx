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9" r:id="rId2"/>
    <p:sldId id="265" r:id="rId3"/>
    <p:sldId id="266" r:id="rId4"/>
    <p:sldId id="268" r:id="rId5"/>
    <p:sldId id="267" r:id="rId6"/>
    <p:sldId id="271" r:id="rId7"/>
    <p:sldId id="272" r:id="rId8"/>
    <p:sldId id="273" r:id="rId9"/>
    <p:sldId id="274" r:id="rId10"/>
    <p:sldId id="276" r:id="rId11"/>
    <p:sldId id="275" r:id="rId12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8669" autoAdjust="0"/>
  </p:normalViewPr>
  <p:slideViewPr>
    <p:cSldViewPr snapToGrid="0" snapToObjects="1" showGuides="1">
      <p:cViewPr varScale="1">
        <p:scale>
          <a:sx n="96" d="100"/>
          <a:sy n="96" d="100"/>
        </p:scale>
        <p:origin x="-8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01/06/2018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01/06/2018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01/06/2018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01/06/2018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01/06/2018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01/06/2018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01/06/2018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01/06/2018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01/06/2018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01/06/2018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01/06/2018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01/06/2018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01/06/2018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REALIZAR EL MANTENIMIENTO DE SALONES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669" y="1761647"/>
            <a:ext cx="8400483" cy="41510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«Infraestructura»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2528015" y="1504791"/>
            <a:ext cx="476250" cy="1966034"/>
            <a:chOff x="5729176" y="178184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8184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004265" y="3009232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85" y="1749349"/>
            <a:ext cx="8425067" cy="41631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Salones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al módulo deberá </a:t>
            </a:r>
            <a:r>
              <a:rPr lang="es-CO" sz="1600" dirty="0" smtClean="0"/>
              <a:t>seleccionar el icono «Salones»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2038351" y="1495809"/>
            <a:ext cx="520418" cy="1696471"/>
            <a:chOff x="5729176" y="1782308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2" y="1782308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021461" y="2747633"/>
            <a:ext cx="988314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21206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85" y="1749349"/>
            <a:ext cx="8425067" cy="41631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Salones - Crear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0900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realizar la creación de un salón, presionar el ícono «Crear», complete la información solicitada en el formulario desplegado y finalice presionando en botón «Guardar»</a:t>
            </a:r>
            <a:endParaRPr lang="es-CO" sz="1600" dirty="0"/>
          </a:p>
        </p:txBody>
      </p: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409575" y="2933701"/>
            <a:ext cx="561975" cy="316172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22" t="4958" r="31259" b="10068"/>
          <a:stretch/>
        </p:blipFill>
        <p:spPr bwMode="auto">
          <a:xfrm>
            <a:off x="4019550" y="1749349"/>
            <a:ext cx="3323225" cy="3576189"/>
          </a:xfrm>
          <a:prstGeom prst="rect">
            <a:avLst/>
          </a:prstGeom>
          <a:solidFill>
            <a:srgbClr val="000000">
              <a:shade val="95000"/>
            </a:srgbClr>
          </a:solidFill>
          <a:ln w="38100">
            <a:solidFill>
              <a:srgbClr val="F9A713"/>
            </a:solidFill>
            <a:miter lim="800000"/>
            <a:headEnd/>
            <a:tailEnd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  <a:extLst/>
        </p:spPr>
      </p:pic>
      <p:cxnSp>
        <p:nvCxnSpPr>
          <p:cNvPr id="19" name="18 Conector recto de flecha"/>
          <p:cNvCxnSpPr/>
          <p:nvPr/>
        </p:nvCxnSpPr>
        <p:spPr>
          <a:xfrm>
            <a:off x="990600" y="3076402"/>
            <a:ext cx="2971800" cy="0"/>
          </a:xfrm>
          <a:prstGeom prst="straightConnector1">
            <a:avLst/>
          </a:prstGeom>
          <a:ln>
            <a:solidFill>
              <a:srgbClr val="36A1B0"/>
            </a:solidFill>
            <a:headEnd type="none"/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3076" name="Picture 4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7" t="29481" r="92679" b="65374"/>
          <a:stretch/>
        </p:blipFill>
        <p:spPr bwMode="auto">
          <a:xfrm>
            <a:off x="457199" y="2976011"/>
            <a:ext cx="466725" cy="231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AutoShape 6" descr="data:image/png;base64,iVBORw0KGgoAAAANSUhEUgAABVYAAAKjCAYAAAD2wVQ2AAAgAElEQVR4Xuy9CbRUxbX/v0EQRFCIiiBRIBicQSNihCCGGBGjEkXUGMAHoj+fsy6fmjAkAYnD4++sz6cCTyU+o6JBjYhJeIoBBzAKxolIAA0yOKEioiL3v77Vvc+trq4zdfe93X37e9ZiAd11qnZ96tzm8rm7djWrq6urE14kQAIkQAIkQAIkQAIkQAIkQAIkQAIkQAIkQAIkQAKJCTSjWE3Mig1JgARIgARIgARIgARIgARIgARIgARIgARIgARIwBCgWOWDQAIkQAIkQAIkQAIkQAIkQAIkQAIkQAIkQAIkQAIpCVCspgTG5iRAAiRAAiRAAiRAAiRAAiRAAiRAAiRAAiRAAiRAscpngARIgARIgARIgARIgARIgARIgARIgARIgARIgARSEqBYTQmMzUmABEiABEiABEiABEiABEiABEiABJoegYcfflhOPPHEpjcxzogESKDBCFCsNhhadkwCJEACJEACJEACJEACJEACJEACJFAtBChWq2WlGCcJVA4BitXKWQtGQgIkQAIkQAI1S+C5556T3XffXb797W/XLANOnARIgARIgARIoLwEKFbLy5+jk0A1EqBYrcZVY8wkQAIk0AAE7rzzTjnzzDMboGd2SQLRBB588EG5/fbb5ZFHHpEddtiBuEiABEiABEiABEigLAQoVsuCnYOSQFUToFit6uVj8CRAAiRQOgIUq6VjyZ7SEZg7d64cdthhlKrpsLE1CZAACZAACZBAiQmUW6x+/fXX8tVXX8mWLVvMr2+++Ua2bt0qdXV1ZqbNmjWT5s2byzbbbGN+tWzZUrbddlvzOy8SIIHyEKBYLQ93jkoCJEACFUcgrVjF1u3x48fLK6+8YuYydOhQueGGGwI5NmzYMJk1a5Z579NPP5XrrrtO7r33XtmwYYN0795dLr/8chk+fLggW/H+++/38jj11FNlv/32kwkTJnjfR/+vv/66eX/IkCEyduzYnHaXXHKJrFq1KohD30Qs6Hfw4MHefrVP+83+/fub/jWjMizuAw44QH7961/n9YvXTj75ZNl3333NnMEPcdiX3QZ/fvXVV/P6UaZ4A/ffd999smLFCsP0tNNOE8xZL18fiA9tdB5Yp65du+bFctddd8mcOXNk8uTJJuYk7JTb008/Le3bt5eRI0fmsLDnh/7QfurUqTJ79uzgGbr00kuD8bS/GTNm5EhX8MOF54cXCZAACZAACZAACZSKQDnEKkTq5s2bzS+I1EIuSNbWrVubXxCtvEiABBqPAMVq47HmSCRAAiRQ0QTSiFWI0kGDBsnNN99sMg1VnEIEqvjbaaed5MMPPzRzhgD817/+ZSQbhB6k4vnnn2/uR13Nd99917RzhZm+B4F75ZVX5vHD2OhrxIgR0qFDB1m8eHHQBuMNHDjQiFyNA28i1hNOOMG0+8tf/uJdE5XG9pjgA0mr29V1Tq7c23HHHXNEpA4AgQlpiJhx75QpU+Saa67JkcF2G/wZshgC2L5wPy6wfPbZZ+Xuu+82dUkx39NPP10GDBgQyExfH5jHJ598krNOkKDPPPNMTn3TPn36yMcffywzZ840McexgwQdNWqUmReEtcbzk5/8JJC99vx0fX7xi18EDCBzr7rqqiAWrMOxxx5rpP306dMDDCqkbYlc0V9cDI4ESIAESIAESKAqCDSmWP3iiy9k06ZNJkPVvZCZGndpFqvbDmK1TZs2st1228V1wfdJgARKQIBitQQQ2QUJkAAJNAUCacQqhBcyDe3sSTCA8FLZZYtVW6gpK/SBS6Wd3o/fbWEWNpbdD2KB9LznnnsCqQlJB9kH8WiLVbwO+Yl+kYFqZ2O6fbrzGzNmjJGdkKlp5Z4rViEW58+fL3/4wx8CoemKVRWx7vOFe3/605/KvHnzcjI5IY0POuigQEz6uKMve23wZwhZcNCMX5WkyGS1Y4hiZ7PReBHnxIkTAylqx4M1tsfUe1RY43dde8jxyy67LMgwTsu+KXx9cg4kQAIkQAIkQAINT6AxxOqXX34pGzdujBSqkKbIXtWSAFoOQMsAtGjRItj+Dwnrk6woD9CuXTtp1apVycB9+OiFMkkmyo3H7xT06XutZANmO2qMMfwxL5Ub+syTQYsvkl6lnlQJ+kvPpbLnUwIkZemCYrUs2DkoCZAACVQegTRiVQUeMgmRneirj+lmrGLL+tlnny39+vXzysxixSq2uCNzU+UgRN8pp5xitsfbYhWZmBCSkHao7elux0ccYTIX7X//+98bUZhW7rliFeMge3fhwoVe8RgmRXGfSmNf7Law9PWBe3FQlGb3Yp2wNjov7R9SFBnItliNYtejRw95+eWXI+uk2vGgvZsli7E1k3X58uXBOqAcAbJhVSSnZV95X22MiARIgARIgARIoBIJNLRYxffQn3/+ec7UNTsVchS/IFFRa/Wjjz4yv9AeWa14T7f8Y6dWp06dzNZ/vKaXT7AiexVJBaW4yiVWSxF7YX1UtohML1YLo8C7oglQrPIJqXgCU/90m7y2dlniOH951Hny3V33DG3/j3Vvy2+fuiVxf/t16imX/vicxO3ZkASqlUAasYo5an1MyDFkFEKy2vUxbbGK9pBhf/zjH01NVl89UG2D392MVWwHd68jjjjCZMyqBIV8Q3kBbO9X8Qs5Z8eBtig3oGJORaF7En2YWLVf1+38blzjxo3LiV/f94lVzBOvn3XWWUZQuxmrqFVqX48//nhQSsDlpO1s6Yj+3D7Aza6bqnxsMfqjH/3IlGlA7VoVq3Hs3PX2fR3Y84tqr++5vLGuKIFAsVqtnzKMmwRIgARIgAQqm0BDiVWIUpRiwu96qVDV3yFPIVLXrl0r69evN21VtrrUcA+kas+ePaVz585B9qqKVVewIsMVpZ+KPeQqXqxCRI6RmSbgETIdmZ7rZ8uFV4pMvGmoZPJcbVlptxeRUdNl8QUiN1ywQrrvOVkmvz1B5t40VCTIlF1t9S8i/TLvo9+lN/WRad3m5mTTYjTEPHjSgizC/jLhiRvlB89fKPfKIFkxabJk3snG6rYfNUJG3CMy6InuMu1+kUFvT5bJeyLGLjL7gsEyeaGuTMj9khlvaEdrBcHj/hXS/Z6ZWU4iI+5aLBcdKCJ47xiNSaT/xOx8XrlB+ozNUM0w6iVivTbirrnSfbonHjOWHbdUdAZuZX86hEdHsVqtK1dDcY++9yKB3EwiV9tv105G9j1JvrdH71BCf3tnidz74kOy4YvPYinquDNG3hDblg1IoNoJpBWr9nwhWR944AFzOJVmLYaJM8gxZH4ia9Kuv4n+fMIsaSkASFaIUmytxz16OJQdB0Qmtt9jizsuSN6rr7467xCkqIzVO+64wwjdtHIvTKza2/pHjx4diMyojNWosbWOrUpbFaO6vd8ulwAGygftkXmMXygzgIxWd+t+FLtSiVU8HxDvyDJ21wHCF3VvtYwEa6xW+6cO4ycBEiABEiCByiLQEGIVh1IhCUFlpytUQQDSFQkB+P4HQhVlAMJqqCox9INt/kgQ+Na3vmUEK7b+4/IJVrSHXIWQLfSKE6u23MSfx8h0WXzqinCxuv5D+bDjTlnh+qHMvmCSyPgzZMUxY0RUNmZlJ0oQnLFysCVP0X6wzDsyX6ba8/tw/YeyU8ds6QLIyPmDZG63aTJ4UveM+M1K2SDWY1bIGdnXM1K2u0yHWD1mngzKSlLz+p8H5Uhdc/8FvcQ3nhGhehl5Wt9XRpBKVkLbPFRAD5J5faZJdzN2RkQrG12PiTJJBq88IyNc8+ZjjZUjtQt9CnifS4Bilc9ExROAWMX1u1X1h9KEBf3zrn3k/IGjY8Xqzc/MSNwfxqJYrfjHhAGWgEAasQqxp9mD9tBhGYmQbji53s4M9cnLYsUqpCLKAWB7PcoAIAtUhZ9mseIwJr0gNSF43UOswsSqvc2+VGIVsaCvv//97+abahWhUWJVJal9WJfOCXJZ5anbB4T2tddeGxzAhXuUj5Y5QKkGPWhM78cBWqjdGsVOSy+AuX1BhuoBW3Y8vpqsuA8ZxXPmzDHlEdx10EPPkMGMZ4litQRf+OyCBEiABEiABEggIFBqsYoDqiBV9bKlqv75s88+k7feekvef/99b93VuOVBKQBkokKs7r333rHZq5CrhR5sFSdWg4xLK5PUvBaasZqdXZCpiQxPiNXcuqY6LsTqvMOz2Z2WcLVrvobxMqL3nkzGJ8RqTq3YrHANlcAQq9YccrNgsyNqJmn2r/Z4eWI1jkeQjZrJhO2SzboNMlizY9hiNdV8KrRmbNyzXqnvU6xW6sowroAAxOoeHTrL0rX/kD+ufdNLpl/7LtJ9x87mvSRi9ZJHfysLN6yWHq13kOWbP83rE/3hfe03qVhFmYHPvsytmaPZs/Z77VptH1quwG7XeYddpXP7TkF8GzdvlGXrlwd/79mxh7Rt3TYv/jUb1sqaT9flvF5I26Tj+eatg0fN1RfnsrVvmznvtuOukSUd7Mmhn2eWLZBPN280L+/VaU8Z2LN/6FeROy80DOPja/vZ5o3y1tq3pU837NeQSJEfFgSY/d9bC+Ssw09P/NWObGv3WrzyFdkNvNp3Cp1D0gHSiFWtg/nYY48F9VIh+4477jhvxqoKMLsmKF6DHIMM1atYsYoYUA5g5cqV5qf+uFQcoraoCkObiW57tw+x8olVPbFeM3JLKVYRD+JA3JCXyBqNEqtoj/eReesyxSFeeuiWrw8Izf333997yBjKAXTr1s2UAQAPvf+1116LZafSViUqYkRsCxYs8MYDxiNGjBDfM6QMfOuA5wWZ0eeeey7FatIvbrYjARIgARIgARJIRKCUYhWZqh9//HEwrk+q4k1IVSQg4FCrYi7UUe3Vq5fJXsVllxFws19Ro7WQzNVYsaoTUFEK2RiRsSoqO42I/YH8NchYLZFYtbbWm+32Up+xmkpE+sSqlSEarFvIeMnE6khZoeUFtCSCc3CWCl0tHUCxWsxXTOnupVgtHUv21EAEVNpNfupmeXPDe14RCkH6n0ddmEguqSibvfRJeefjNd7M1Z902lvat2or/3bo8FSC7/Glc2Xq/OmBtL247ymBOMN701580MwBsR7bKzerS/Gh3X88daOZJ8Tu42OnBfIUAvHaP98qt775f/LbQ0+Tnx9yYo541T603AHa4YprC7YqrX9x4HFy9g9ON/1ivNv/erdc9cpjcu7eP5TLjjzXO57ODX1gLb6/a08z7opP1hjhHSamEaedPYyM4w1fbgxiueXwM2PFI8Y+8dHJgjUb0nOAPLfqZbOm9xx1sZzad5j3qbQ5okHU3GwGaKvPBv78/LplZp0w59uPHxcpc91ALn5oglnH50fdmljM3jH/brn+xd8Hz4b+MAGc8YMAXetCawKnEasYC5mFV1xxhRFx+Mm3u63e3hqObFFsc0ebAw88UCD/IAVnzJiRk8UaJlZ9NVYRA2qO4po6dWog75CxefjhhwfCUeOwMznt9fAdBAWh547p1pANq7GKvu3DsnSssFIA+j6k8IABA8yckohVZaosfUx9YlUzd/XgKF+pBM2E1fshq90SAojbZadMUMcV8eAbfJW0aO/Go88Qnglc7jPkE6uIf9CgQeZQMmasNtA/vOyWBEiABEiABGqUQKnEKrbz4/tB3/Z/CFaVrGiH78lwQFXc1v+4JYEo/e53vyv4QTkuV6za/WN8fA+YtuaquwVexN6OL2Zr/oox2YxSZF1O7y5zx4tM8m2vX3yRGLGa3UKfyXbFtvXojNX6OqoJSgE42+61PEFkxqoVa7BN3ydWnVIAJpN2t9xt/kE5hESlADJiNShtoCUCTBmC+vIEdrmFRKUA4rJj4x4svh9LgGI1FhEbVAoBSKXz5t8ZGs5X4/+aKlRX6tk3JykpEDaYxok+XKGI9yD+4jJgkaWrpQ8g/a4/aXIwHERf11tOkrj5Yn7fv+dcc19cW+0TbV0hqaJ30XkPeLNjNTDfvBEDBPZvjr08dG18cap09DG0O4Ik/9bUo42Afvq83wdv4f4ktXaVTxK5ue2VPzD9220x/oTHrzGCFHJ13tjpXvHsTt7m7a5v3EOsz4Yrne9/cZaMeup6c/vDx08IFfdR/acVq9qX1rvEdnH3ECh3PGSMvvvuu0a42RmicfPm++EElOnuu+9uyiCU+4L4RIZrmjXWZwhCmRcJkAAJkAAJkAAJlItAqcTqBx98EBxU5WaqqljdunWrka+LFi0qOlsVvCBJu3TpYso34fKJVVuu4kCrXXbZJSXqjMysP7TJOkwJPeUcvlR/cFPO1nk9EMpsR7cOr+o3QSaYA6tGy7CFX8tPrO3q9ZmyxR1eNWLiBHNgVafR/WXt7hPrD7rSUgCokWofdmUfXpUjKB0OVhkA+34drzuyZY10XSFnGEm7QrrLTJmZPfzKe3jVqAkyIXtYVqYmbPYALrvMQrZkQOThVRSrKZ/x9M0pVtMz4x1lIlBrYlWzIYHblWiQfHGyNI1YxRgqM11JqYeHxWVBRgnlqEfGF6f2FScd9V5kkT4y9q5gGLzullHwxeCTpWGxhrVVuetbp7C+7MxTtFl13kOJhCzaholV+z2XR9Iv2ULFatL+2Y4ESIAESIAESIAESIAEKplAKcQqfsiMDFRcYVIVr2/ZskVWr14tr776akG1VV2OWmf1kEMOMW9B3KpcDSsL0KZNG/PDcF6NSCCv5mwjjs2hGoQAxWqDYGWnDUGg1sTqYV0PkjfWv22yIXHZWYgNIVZRo/THD2QySzUrUzMrk4g/n1gtJE6IymPvOsNsbY/LJEWZiP3u/DcTM7JbwQx1T8PqpbrPZSnEKvpU2RmXYavjH3HLKfKboy6Qsx+dYrb1o1RDnLjWe6PEqv01EifefV+jFKsN8cnFPkmABEiABEiABEiABKqFQLFiFXVSP/roIzPdKKnavHlzk9GK+vpvvPFGycTqbrvtJipWIVOTyFXUZG3VqlW1LFH1x0mxWv1r6MyAYrXJLWnTnVAtitXT+g6TkTMvMjVHsdX80ZE3mQOdChGWSZ4MCD8ITdRZxfZ9MIfctUsRhPUTtj5xgs/OWIVgnLYkUzMz6bb6E+4a6z3ULMl2+HKIVQhsCNU3Ln1Cpv7pNvnlC/eZtY0rtUCxmuQJZhsSIAESIAESIAESIAESKJxAsWIVW/u/+uqrQKzqtn/7d0hV/F3FKurs6z2FRy6y7bbbmjMMtHa9Zqn65KpdEgCZrjvvvHMxQ/NeEqhpAhSrNb38lTd51PP8y7K/ysoNa8whT7ZcK1SsIgPyP/98qzkx3haElV5jFdmXODEeWZnH33tBcEgSmJS6xqo+CXadzo8ufdJkjiKzcmDP/rEPi5uxqlvk04jV1878nyADNerwKTcYyMq31r4dHFyF9yErIS+jrlKL1SSZpyi5gAs1YN/bsNYcvIUriQhGuyQZq245h9jFyzaotYxVfBP7ySefmIOieJEACZAACZAACaQjkKkjKDLhiRtlaMd097qtS9lXcZHw7lonUIxY/eKLL2TDhg0GoS1S8XeVqXhd/4xSADh7YMmSJSURq3p4Fc4xsEsA2GIVf8ZllwbA33EQ7XbbbVfry8/5k0BBBChWC8LGmxqCALad/27Rw7L6kzXew4AKEau2lETMqFWKreLf26O3VItYRdx2VifqZyKDNY2wjGur62nXC8W2dpw2bx8KFbXuYYdXgXXU5dZY1X6SHAaFeJ9etiDnoCa7PEDcvEshVm1mcaULtLQC2OoFxsgSTipDk9RY1YzjtF+ntSRWceBT79695ZprrpGxY8emRcX2JEACJEACJJBHwJz+fA9eHiHTrUNXchpmDxoxrXCYyYENBDJ7gIxMnFt/OEuJhyqlDC1lX95pNgKPzLjZA232nC6L7VPAi2Cfc5CO9mMdlJO66+CwmwZ8/lIHVTk3FCNW47JVIVRtwQrJuW7dOnnxxRdl8+bNRUNAvVQcJtujR4+82qoYyxasGMyWq8h23WmnnYqOgR2QQC0SoFitxVWvoDlDND22dK7ct/SJQC4N7PY9OWSPA+WInv1zTqFPK1bR9zkPjZePN39m+tZL62A2tFj1be+GFNNM1Khl8LVDNq9mN+LeOGmY9vAqjedXj18jV73ymPmre2hWVMxhh1dhLr886jxTwsB3uXHaNVbjapbqGs4YeUPQtcrLOFFpC9g4IYrOwySs8oo7aAt9gNGcZc/mHLRlr2uSOMLEqvaTpqyAux61JFavu+46gVzF77xIgARIgARIoBQE6sVquDRN0qYUsejJ3A0pVksSZ2N1UpViVU8dd0W9nqIeIfCjuFKsRj51hYpVbOWHWMXl2/5vZ6qqXEXbjRs3yl/+8hdBtmux1/bbb28SB7p162akqZupGlcSAGIVgpUXCZBAOgIUq+l4sXWJCEB+3f7Xu43Ag5D6Uc8fyMF79I48Gb0QsdquddvgICSMg4OgIJ6O7naw2Yp98zMz5HerFufNCkLv/IGjTWZr2kvFHu6D3Dut1zGmCwg1t7yBr28Vwr06fVf+48hzc+SyLT2jxCrk5H0vzpLz5t9phvjTydck2s6PtrZwTHJolc5B64Uio3bCUefLZ5s3mu3517/4+9At+W6cKhbtg7Si5K5KWbQ5rtdgE8q1f77VrHPUnDEuROSop64396DswLG9BuewttfGXlO07dlpT7ONf9aSOeb5wbM1+djLQ+9Xrmc+OE7wgwPUr9XL7hvP3c3Dr4zsR2vKIit1aK+jDed5y/5qvpbwvN05fEqoxI57losRq88995w5URRbj6IubL9/8sknTZPdd99dBg8eLDvssEPoLVH9Qoxi+5R74Sf1vj7RV9Sl92m/UfPRvvQenP762muvmSwBd2y8N3fu3CDWo48+OpKTywilCr797W/HLV/o+xobePv60ZIIbge+EgmFsEG/4GWPH1WGwWUZxRZcwR0X2CNm5R/2fNjz1JjCGMQ90zqGu+5xzxpiQKzu3FxO7pqEsSj1M1Pww8YbSaDGCWSkaX/p32+BLPBmLGaE2Ip+/WXBwgVVn7FaVctdhWI1Oos3K1cLyVylWI18dAsVq/g3+vPPPzd9++qpuqUA8HdcqLP6xz/+UTZt2lT0lxS28uN78b333jtHrKpQdX/HgHbWKjJe8b0PLxIggXQEKFbT8WLrEhDQ7fmQm5cdeW6kTLWHSytWca9KQgirwXsNMCINYhUnsUPiNYRYxbgQfve++JA8ufIlMxYuyLdzBpweK70gKF9bu8zcM6z3kJxt7ngN7z/+1jORW/QhDSH97Csqa9RdVgjcdq3aJT6pHpx/+9QtoU+HnVFqN4qKEzG88/Ea0zwsdhX0D7z5TMAZYveiw0dHimRfvFF87DWx49+vU08ZtFf/RAIemaZ62etqv4730eelPz7Hy9LHCw336NDZZHlDDhdzFSpWIbdOO+00M/SKFSu8UhPfbI4ePVqefvppU1AfdZxeeeUVc8/VV18tw4cPzws9rl9km06ZMsU75SOOOEJmzJiRE0vc9qbHH3/cyC67X9987Lj0HgixY489VvTvGtSDDz4oV1xxhfkr5o26W5i3Lz4fo1WrVhmm559/vvz6178uaHlx380332zGR0aEew0bNsysi+9yxy2EDfoF+3Hjxskll1xihtEx77vvPiPX7ctl6WMLkThq1CjDBixx6fP02GOPmf9URD0fOp7GFMUAz+rMmTO9tXh/9KMfmXFdTnHPGsZHVos7N/SHy7dOeF3XUp/LhnpmCnrQeBMJkIBkxOoImTBxhUye1D2/HIARWitkwsTuMnnSTI9Y1UxEC2a/CTL3pqGiG3TNGG/jte5yb58xMjNoWp+9mL91PDez0X2/v1MuIMkY5nPMqbEa3DdeZNIxk2VBNjbt387WFemfU5s1TCKWItZ0PHLjinusc+cEziNlxQWDZbIj1uPm4RtHn6ewshL+9+OfIQkTq1aZCsTjlqrIzAHPdXaOCzXqEGZOf5IngT2xFiKK4xYp5fuFitX169fLN998E0hVDGtv/VeRqq/hd0hNfD/wzDPPlKQUQIsWLaRjx44yYMAA2WabbczMtQSAK1XtGqx6kBXuwf28SIAE0hGgWE3Hi61LQEBPnsdhPeY/kMv+Ki+vXWa269vZibolXGt8QqKt+XRdaAS+7FLIOUi3248fZ05i/8+jLpRpLz4o7Vu1ld8ed4W89M4Sk3mI6431b8sOrdtKlx06yW7tO8Vm0JYABbsggYoiUKhYhSyDMMQ3hT5JCvlzwgknmLnefffdQdYkXocowmvPPvtsXhZnXL8qznTblcKE+IQww0/cH3nkkUCuunIvDL72C6Hmmw/imj17tplzlFiFVD377LPz6rhCpo0YMUIGDhwo06dPD8KAVFu5cmWexLvrrrvk8ssvL1iu9unTRw4//HDDGYcjuFmrkIq4Zs2aFcSCtXnggQfkqquukqFDhwYlEwphg07DxCoYv/zyyzkCPIlYRcyQzvPmzQvuVckI0bl8+fK85fXNUxuFvYeM1NNPP92si9un1unF+/Pnz5fFi/N3P6D/MOnue0+fGd86ob2upZawaKhnpqI+mBgMCVQRgUB0PdFdph0zWbo7NVQD8ThmhQwe64pVXwZi/lbwTB/9pf/C7nJGUMfVs2U8JEMzT8Z52iUdwytW3RqzllyrF7j58frEailjDSuNoFnGegCXCtAk9W/zxSbWcJqscDKWk8zD95irtHXFd/iXRLJnyCdW8+adXTd7bF2j/v1EBo2vP7DMZYj48tfTic37fBaRhVvCz4lCxCqyTj/44AMjVXFpxqpmqdrZqpCX+nfc9+abb8obb7xRksOrMDayVn/4wx+aJAbE4ROrvpIAinDnnXeWli1blpAouyKBpk+AYrXpr3HFzXCfqccE2YUIDhmGp/QaIp9u3mhOddfsRpxQjwvbrmcvfTIQnsjKQ8YhrtuevVuuP2myyRDtvDfCphQAACAASURBVMOuOdmv9jZx1HDFFmxsnf7+PeeabFVbxOoW+7ianhUHswQBIRMY3J9ft0weHXlTbEZtCYasui40YxWMFp33QORW/aqbnBVwIWIVMqt79+5y++23G4EEIeRm26kY9Mki3H/QQQfJyJEjczIyk/QbJlYxJWQ04qf1dpZkWrEKYQZ5astP9I0DASAbISqjxKq289Vx1dg181CFmk8wY0xtHybcwp47za7FfT/96U9NVq2b+RolHHXt3GzeNGwQm0+sQox+/PHHeYI5iVgNW0vcO3XqVJk8eXKeqC9ErCJ2ZehmI4MjXvvDH/5g6pn5sm9xfxqxGvb14IujoZ6Zav4MY+wkUG4C9QLNl7WYkYnzjpwrN+5xr/Rxxapmsz5RL6zMfJzsQpVteeLPzUL0iavsa17he099VmvSMcLEam5sWVnmZN6688oTcSWO1StWvXIvK30lN1M479mKy/rUzMuE8/A+u9l7NfPXzfL1x7QiJxPY9wzli1W/0HSFsMrXPNGbxzFb8sLJhLbX+AfPa/brRdLLmkiDH2KW4EOiELGKbfyffPKJV6zactXNYIVYhVQtpVht3bq19O3bV7p06WKyVuPEKt7HpVmrKKmEWq28SIAEkhOgWE3Oii1LRADCc/HKV/KyQnWbM7ZkX/bY1ebke62Lag8N+Ym6ltjSv3f73Uw73d6vdUeR7XrILSeb97u17ywbvvjMCFtky3bfsbPZWt62VVsjYlWqQvAO6TnAxJV0S7XW6oQUPq3vsKoTbnrgUbG1OUv0aFRkN1qCAs/HbSddmbh0RUVOJiaoQsQqxBuyGpHNpzLTlYPIqsNPze2MyDg+SfqNEqvof8yYMSarUUVvWrEKUYYSB3Y5AJ2jvhcmVsNkXNi8o6Qf7lHRbIviOIbKAL9DDttM7XvjxoYgVvGtzNOwwVg+sYrXhwwZYrJxbSmZRKwicxMXpGbS+rOFitUwgQkuv/jFL2Ts2LHmWVPO7rqkEau4FxnRvgxY9/W4dSv0mUnyXLENCZCAn4Atorpg2/SfB9Vv4zfyaZ4Mgjh9DyUBfKUAPP16xarn0CJX4HmkYai0KnAMv1gNOWjJ3eLtxOv2VepYfWI1uvyA5AtKa3nCBWCupEw6j6ivqfxSBtnWSbfNuxI47u8ajNMubs4rVKSGSWfrmZwok2TwpAWSPBu38T51ChGrkKqQq5qpimhdiYr3IDr1ECu8D7H69ttvy9KlS+XLL78sySQhVlHaqnPnznliNazWKuuslgQ9O6lhAhSrNbz4lTR1ZKBCpn68+TNTEgDXbw89TaYteVy+v2vPQKTqn3FwDw7rQRvUG+3Qup307/q9oDalnpz+2pn/I//31gIjPfWwIlfM4kCpXx1+hhzctbe8tGqJGfvUvpmtsSg/8NjSuebPZx1+uvkdYljLB/zHUzeag7BQSxV96H2VxDYsFq11e/LeA/MOyaqG+BsjRj1EK+oArcaIo7HGKESsQpoiW0+zMiG83KzIpELTnmeSfuPEqvs+4kA9zv79++chxSFGWufVvg/y7LbbbgvqgCJL8Z133pEzzzwzp6aqK8/iYnMDSMIoTqS5fdpZv5ibbl13Myvj+rXfL4QN4goTq5Dt6B/b91FKApI0iViF4D7uuONMRjFqxyI7Gf+JcOu12kzixCr6uvLKK3Mw4mAs/OAAp+vamdh2JjBiVvnqq8mbVqza8l7no2t5zTXXGJHrY+r7nIhb28b6bOE4JFArBHIy/JwM1Pr6lBdJr4jDg3JrdtaT0yzQ+vqn9XVXTasEYjWsbx0l7RihNVatmrAiIdu7Y8RqqWP1idXQGqYJDncKr3+azXjN1lhNOo80XyM5fbqZwCLZWr/5PQaZxEmFqSPnc57hnO5zM1RDRXD2noxMXW0OcquvEYw309W3TcMsTdtCxCrKUn311VeRh1ZBpLpidcuWLbJ69Wp5/vnnS1JjFfNEKQBNaoDEhTS1s1bjDrLadtttzfdtxV7mObB/uFRsh7yfBCqYAMVqBS9OLYSGjM///POtRpIi6xS1UH/8wOUmUxV1V5Fdiqv9du3MSe8QqTjY6bCuB5nT5ndt3c5s8UcdVd2irafTo60eAgQZ+vMHfmH6wmFSKmYxJra/4zr+3guMxF3xyRp5fOw0ue/FWWYMFacYC5eKX10fZDL26vTdqpOTEKvvfbIu8pCnWngGo+YIRp99+Xmiw6maAqu0YlUFkL1FGuLt1ltvzalHmUQa2vyS9hsnL31iFWULunbtmrdcBxxwQLBF3r5PD1uyxTEyLCHT7MOqKlGsaoaqXcMUog21Z+3yBnHyLUysJmUD2FFiFcIX9WYhSCFak4hV9Kl1YOfMmRMcvhVWFxft48Sq7wAv9IeyDxDq2BqnFzJUkZ2iWdi6hV8zWO0HLK1Yxb1uLVVf7dUkX1dxa9sUPrc4BxKoJAK5ss2WTWLKAAQHGvnEXc5BP5ZgcgRk8WLVk+3qQEw6RsOL1dLFWl6xGj+PQp7jvJINCZ+h2DIMGkxRYjU64zdnvu4hV9IwvJIyLkSs4uAqCEu7xqqbsWofWqXlASA98f3En/70J5PxWuyF8fH9CnYEQZDiUrGKg7V8UlVf07ZJD7DK+6FBTgY1Pv/myaCgDrRnZlj3+YNk8QVdZPYFk0Ssur3FcrDvR5zTukHm58ri/NdzD1PL+UGTqR1tXdm55vwQIZi/1pDW9mEHC7rPeea+FWMWy0UHZu51f0iRiclz6JvnsLlSMmRf8QQoVuMZsUUDEUAN1d/MnybImIRYRVZgn24HmhqomlUKaYmt/DhUCm3uOepicw8ubPNHlurqT9YYCYtDrjTDEFvbIUfbtm4rKlpxD/rFhVPUNeP17AGjZOTMi8w46OfSw8eYA65QYgDj/X7pHFMiAJIV4nXwXgNk1FPX5xy05SLC9vE5y541feilpQY08zXshHc9Md53Ev3Nw6+MLDdw8UMTTNkDvXwnzEMyo2btMyv/liOJER94/vyQE/O2u7sn1//bocO9QtZtp3Nx+UBY/vapWyKfLMTuiwU3aQmGuW89a7KZ9YIohwgf2fekPBnq44n7UBbiu7vumReLOxdtgJIScWuHtr45+sbCmuGHBqvOeyi0zEDYeHbQeKbP/sHpRZUqSCtWIdZQZ1RPZUc8euo9aq5qBqi9lTzJx0nSfuPEKmTYvffeG0jeJCIK8dn9IjPxnHPOySl1gKxEZDJGiVWtTerLYPQxSMII2QeQwm7N1zCmkHOoYQphqRdKIyAmu1ZrnHyzxy2EDcaOEqt4XzNAkZG53377RbINmy/6uPbaa032q69WbZxYRb8qSvXQKojVGTNm5EhVzfx1JT3G7dChQ94hVoWIVff58a19QzwzSb4+2YYESCCcgJvFGAjK8SKT7MOs8sRqRF3PEorVpPUrK0GsljrWiisFEPeFFHL4WM5tOc9R8mcor8ZqTL1YFUxJM1Z9h2PFTTd433NoVuJ7S9SwELG6dm3mMGQtBWAfXqUSVbNV7axVPVwKu2Lef/99UxpAa56mnQ7GQRkAfK946KGHmtt92aqavarvaRkA/R0xderUKWJ437Pmr6sbOYdArNpVdtPOOqK99+C8+rrVuNM9UC+Qmubrb4V1QGD9OEtvulBWnHqjDBW7Tb0UHfnOhTJ45Rmy+ILMvILMXfPvgNWnNX9boAaZ5W4MdjmZjva8l8oNF6yQkTk7BUrIkV0lIkCxmggTG5WSAKTYhMevMdvnf3fyVabeKqQlMk7XfLJW9rvz30zG6jkDMlvvbemFe5etX24Oqtr45UbzHrbr40K9VEgq7ReHU2n9VLwPqQopqmIWmasQsLg0CxViDpmpdw6fYsSfW8tVyxP851EXhtZhPeGusUaoQlSe0Xe4qdk6760FpqwBrjcufcL8jrgxF2To6gWRO7BnfzMXiDmUMThv/p0574eVG9B6qdoYovqHe/XP4WdLZmTtDur5A2nXum0QH5iAgTs/yNh7X3zICEBcmunrCkm0u/mZGYbbn06+Rnp27OEVfbqOlzz624A94umyQydzkJbKUqwPhLl9aQkDXb+z+55sDjhDeYZZS+YE96K/3xxbz9blib6vO/6XJkYIePdy54xnUoUt1g4SH4Ldt3Z4Tec4+ambA0mP2r32WOin6y0nmS7sDGs3Fnc88L+47ymmGQ5m0+fXxyvN125asQqxA2nnbq3HVvNevXoFAtCtderGpNvrVRgm7TdOrLoyqhCxqluwMScIMpQBQJxxWZW+7dz2vFXcXXbZZWb7ehwj31bwqLXV8XHIlFuDdMqUKWJvKY8Sju64NvOkbBBnnFhFGzBAOYCrr75azj777NCDwZC9ef/993tr9kbVFU0jVhGPZqFqJq3yVumJerfumuIHDa7ULUSs2mUcUOLAdzhWqZ+ZNJ8VbEsCJOAnkLc9PFsOYMQokZn3dJfpmr2VJ7LCT0N3T2tPKj29hzWFSCtXmCUdoyEzVlXOuTU4C4215IdXhYlPPXBKs9cSMs9/ouIP0crln/wZKu7wKus5DoJ2pJrLQNsF5TEmilw5WCZ7DwgrQNCV+AOpELG6Zs2aSKnqy1a1M1rXrVsny5Ytk3fffVe++OKLgmaEEgD4HnqfffaRdu3a5UjVqHIAmrFq11lFfdawK2yLf30GqFPmIShXkZvJOWLUCJkpTsZqtv60GbvfCBkhK6S7yWR1sjStEhhhGakaP+KdJBPzMlZzX3czbBGrJ4v2lRvkwndGmr6S9ZsVudO7y9wxK2SwydDNimSPWMZc5h2ezVjF19GVIhMDYYoYp0l354DDQPTmyNaCHiHeVAQBitUi4PHW9AS0liruvHfEDfL0sgVy4qOTI7M/04+SuQMS0a7R+vyoW41Ew5gH79Fb1ny6zsg4iE/I3eN6DTav+UQb4p65aJbgkKp9Ou4Z1Ft1Y1O5CfHlnh6vWYfIeLQvHKilYkwP39L3IfeQwatXlDjTurLa9qNLn8yReHoIE96HwHUFrS0s0Qb1aW1xqtnA2j/EMdbQlZIYB3LUnadvHe2YsT6Q4bhsJvbrEIyD7hpjyjmEja8ZoOjHlZU2T4j2uBhtZr46qyrRw5ji9X2mHmOyaK8/aXIeArt/3zPj3rDtlT8wL9mx60FtYIIrKvM17mspjVj1bU3W/t339O/uqepor/IK260h7dL0GyVWNQPSzpwtRKwiRggsZC7iQCEIP9S4jBOruA8Zo8ga8B3apbFr5qj2Z8drrxeyeGfPni32tv6o9Qw7AAn3pDkECdL75ptvDjJcXeZJ2GDMJGJVnwW0R+Zz3MFgPlZRAjqtWEUcdiat1jZ1t+nb6+B7rxCxquuE5wP1Y8Fi8eL67Hy8X+pnJu7zge+TAAnEE8ivu2nJAHubrCdDMHNvbo1JO4tJBWNS6am1TYMDhUz4KjasLageQZh0jAYVqyWO1c9D65HWc3dFdtSq569ZRnys6LdAFmRrrCZl7h1HBaVva7xH2CZ9hnwZpXnz9vSfOGM1qPNqP8+O+A0RzuG1a+O//krVotRi1ZWqmsGqv2sdVHzvs2jRIiNXC7mw4wc/iEXWKi4VpW59VTdj1Rarel+cWPWJSo05V3RmPnPmHTlXzIFlQSanXYtYSwGcISuOscShlaHZ/X57O399n+72fh+3xALUvjlPauLNXPlqJKiMkJn3ZCsFZ2WvuCIXzzrEalaQBp/rIfWRU4nVhs76LeRBrNF7KFZrdOHLNW0VaZBly9a+bTL+7G37UXFBQiGzVQWS3RaS7drjrggyWDUTFLLKbY+27Vu1NXVbsW3e3kqufUJcnT9wdE44EK7H3nVGcFDWoL365203V6nnk3YQl7OXPhXUfdXObbkYJlbBSOXrw8dPyMuWVWFoz9fuy86MxPwfGXuXF7Ut+tw5+MZAFqcrDEshVm0mtuC1paktXO3JQDR+a+rRwUu2aEwrVlGuQrNSfWLVzhL2cdX3w2K1BTIC9q2tPTefWMX7Ni9XqKf5Wk8jViGp8A2gfaCPjuXLGtQDipCNiAxN1H+CGBo/frysXLkyOLgoTb8q+SCd7AsyDCUAVNbqe5B7yODUEgUuGxxghexOVx5C9iLD095Cn0SsahvEcemll8q+++5rRDIyHpE1ev755wd1XRGLlkBAJiQkHhghs3XixIlGqroiEXEimxG/7EsF5ciRI3P61zYqC1VcKnP74Cb0gXbIwLTHLYQNxk0iVtFOY8Ofw8Qq3kM2Mp4b+3lCli6Y4nWfgC5ErGIszaRFNi3+s4MSEO4BYMpWy0/Y4xcqVpUFSg6cdtpp5vlwr7TPTJrPA7YlARJIT8AnhfLqYKJb79Zrty6fblPN1mddKIItooPm95Exb08I/pMeROkeXpVziFFuLT+3NqKbFVoZYjUzs1LFmttXLo/cOobpDlDy3QsJNEam12emJZhH1NPmPwDLF2eyZ+giuUH6jJ1pniet5WjGd2qduu+nEavoLu8Qq5wanPUHri2wJ++RTem/Eou7oxCx6isFgC3/tkS1BStkqi1W8feNGzfKSy+9JP/4xz9STwD3f//73zfZqipqbbFqZ6yi1qqbwYq/49Lfo0oBhIlKDTon6zL7HEDEQqzmCNm8GqsQq3Zd1vqsUXxNBcLR6rP0YjU8U9ydt/s5af4u02Vut2n587TEqnLycUyXsRqSVZv66eENpSBAsVoKiuwjMQEVQ7YodDMjwzrz1S3VtujvoE49TY1U93CpqODsOOx2kGR2fVR9D+JSLwhbV5iFZWBGxZBErEK4IbMXly9r1a4HqqLYFqtxglDjc6WkLelUSmKLv12+wBWOxYpVCGiUg8DlZmaqMMU6aEkFH1tbwNrxpRWrdnufWMXYyEhVee8+y4hD6/+6cWoGMLKHVd7GbeUPE6saQ9z9cV+oScWq1pi0t5O7fUNGLV26NMiyg6iDlEP2o32hPuvkyZONdEzbr0o+d2xs3f7Zz34WnJ6u78edcAqhCVHlykMVxehXRXISsYpx0Q6yD1JWL2S/nnvuuV5RpgdOQVrrBbEGEeueeB+WgatZv746o8FnWY8egXiGcPQd3AQhfMopp+SMWwgbjJlUrKItnh2I5CixijWBxIT4DXue3OeiULFqlwRABjJiW758uffLSUsw2DK6ULGKAZAB69bEdQdO88zEfQbwfRIgARIgARKodQKFiFX78CpXpqpE9ZUDsGuyogQA6rWjjn/aq0WLFtKvXz/p2bNnIEdteZpGrCLOjh3D95WHlQJQUXjGysFeCVrxYjUoVYHSA+4K5EtMn0BGRm6YWL1hz8myWLf5o3v8MOz+7nKjlgbI/gAmccaqN6s27ZPD9qUiQLFaKpLsJxEBFUNo7KvlGdUJsv+mzp/uFacqSCFELzp8tLy19u2gNimk5F679pDLHrs6kKXaPkys4vXuO3YWHL6EUgG4UC7APpAK0s89TMrO+MQ92s9hXQ+SvTrtGXrgk0+G4n4Ve5Ckdnajndmo2agQnv/zwoNBBq4tVm3RiHao4xp2hW3Dt2Nx52nHU6hYRU3Udq3aBbVoUUP0tL7DglIDaaSoHZ9dazVNHzZ//DlMrLp1a7Wuq65LWBYq1mTlhjUmeziMubtGPrGqdYTD6t4m+sLMNkoqVtP06WsL0YRLM0SL7a8a7oc01q1dboapL34IOpwSG8UIHPHLl8lYDUxKESOkp/4HpJaep0KfmVIwZx8kQAIkQAIk0JQJFCJWP/zwQ3PwlJ2JatdQxZ/dw6vcg65w/6uvvmrkatoDrFBTFd9f7rHHHmZp3DIAaWqstmzZ0vxAPPzyZXXWb8+HWJ3WbW62pmlYKYBsNrrJ7K6EUgD++qUBA5/EdLb42xmr3sOrUGPVylz11YbNy1i1D7tyDq+Kyxxuyl+jlTg3itVKXJUmHJOezF7ICeaQYvZhRzYmzST9/q49BSfWQ6yizie2++PSQ5fwZ7T91eFnmEOsfGUF0Ma3xT3Jsrj1Lt17fHVBk2SsQpLaWad2JifE2jMr/2YOeQrrK00mbVhbW6xiXvbBYLbUK1SsaokGlcx6QNNZh2cOMUsjRcNKGqTpwx0zTKzaZRbsOqlausKttYt+Xelqxxv17NliFbJeS2P4JH+S59Vt01hitZDYeE8+AQhV/HIPpyIrEiABEiABEiABEiCBwggUIlbxw3BknPrEalSNVUSoghXyE+WM8EPzTZs2JQ4e/e+1117m4FgIVlzFiFUcgrXjjjvGjp9XoiIo4xB20FQFH14V1DO2p22V2wipZZrDIOSQLrFqJPvb14/pzYKdVF8swy7P4baNXTA2aFACFKsNipedl5oAtjzj8glRW64+v25ZXhsVqva2a1/ZAAi+Nze8J5C0kFcq9pLOBXIV2bUvvPOKtzSBe6BSUrHqSluUIei8w67mVHnNikwiVuPqeCYVq4hn5MyLgixglYr3vTirqMOrIB1/NvPCIDNZM2zTSFFbVNq80/SB9U5SCgDtbGZ6MBiyUAd2+55oBqv9/LjS1ZazaBd2AJUtVn951Hly/L0XhJYhSPq82u0oVguhVr57kK2JOqy8SIAESIAESIAESIAESkOgELEKEYrvy4oRq7h38+bNpsbq888/n2gykKr4XvDII480MhR94CpGrKK/Nm3aJBq/1I0iMzZLPRj7I4ESEqBYLSFMdtXwBLRmpU+IQuzt2rqdrNv8WSCbIEnP6Dtc3tuwVu5b+kSi+qtumYC4rfNxs4aAvP3Ze+SXL9xnmrqHQiUVq7jXzcRE5q9mq+L9sL7s7NKwzEudh10z1C4n4Gasoj2E4KC7xuTw7t/1e/La2mUyY+QNcWhy4rXr1fq28tuSM67Gqn2/ik4E01BiVeulYgw8P7856gJThzasfrB7aJULKmyN3FIAYVnMseBDGlCsFkqO95EACZAACZAACZAACTQFAoWIVWzjRzmAYsQq2H3wwQemHEBYLXeXL8Zr3bq19OjRw9RX7dChQ87hVSgpgF9pSgGgDADKAZTlcjJH8w5YK0tQHJQE4glQrMYzYosKIQCJ97tFD8vjbz0TKUg14/TobgfLyL4nBdHPe2uBLFj1N/l482eh92vWKwQtDsNCCQGIsmP3GiiHdO0dWZsUAyFTFdexvQbnUVOZVoxY9ZUasDNQw8Rq3On1GmzYwVF43ydW8bp9j/bjzjHsEQrLjg2rkRp1UJQ9xgl3jQ0yae3szziximcMV+dsXV1bmMYJaVuW4pnp0LqdqZ/qXton1k3r96LNsrVvB4dYhYljX41Ve662RC7ky5ZitRBqvIcESIAESIAESIAESKCpEChErGLu77//vpGYYYdXxdVYRSkB1NjHry+//DIxToy37bbbyj777GMOg8VW/kIzVtHXLrvsknhsNiQBEsgQoFjlk1DxBCDufvvULcGhTAgY4imsPqpOSA+O0r+v+GRNbMaqe5iVZsHaGbKogfnTXkd7JSuEIC5f+QCVYq78SpKxastBWzraNT0xblhfvjIC39ujd97a25mtdgYpGoaJVbxni1v8vVixasfhHox13vw7TdxhtUht0eu2iROrGLfLDp2C9bNZx4nVqAO9bNCadY2auO4VdkCZtvOJVTeTd97Y6YEYTvvFTbGalhjbkwAJkAAJkAAJkAAJNCUChYpVlAKAHA0Tq26tVfvwKvBbvXq1LFq0yGS+FnIh0/SQQw6RLl26mNvtLFX7z998800gXvFnzWjFPZCyLDNVCH3eU+sEKFZr/Qmo8PnbGYOQdcN6DzHb+nFoD644uZpmepCquLrv2Nn8joOvLjvyXCOpkMm4bP1yWbRqSZAxi/aXHj4mJzsV0uzJlS/J706+SmxxaZ/c7h5mpLIMY3506ZPStnXbIGydvy057Xqcruyzsxfdbeg2SwhZN0Z7W7lbBxYBqTh0Y9Rgww6MiloDX8aqHQeyj+2sT7euqzt/sDnnofEmW9V3UFiYWMV9az5dZw5Hu+74XwZrF1ar1TcnxPatqUebt1zhre117Xx80QaHu2nJCN/c7f7fuPSJIAxbRLv3pfkaoFhNQ4ttSYAESIAESIAESIAEmhqBQsUqygF89NFHwWFUyFB1JavKVZWqYAex+dVXX8mLL74o77zzjmzZsqUgpC1atJA99thD+vbta7byYyxcbvaqilUtE2CL1W9961vlKwNQ0Kx5EwlUBgGK1cpYB0YRQkDF2y8OPC7nECCIJNQW9dVaLRSmfbJ9XB/Iipy99CmZtuRx2bv9bnLtcVfId3fdU2zBpRmzmimLv985fIpphwtZntNefDDYso7XbFkLyYb+IY+1HMGlPz7H3ItxHnjzGVFJi3gue+zqvL5QwkDvwX0Qi5CHyg0Srn2rtqIx6gFfp/YdloMA66AHgvmEsjbW+aONLyPT7tQWvT7ekI9nDxiVI5rRDgJzwuPXmDINuBAzDhrD9btVi83veF7+48hz8+61xXPYGqvEtuesbeMycXX+7vOq6/0fT91o1hMxn9H72Jy1wXq7ZS6wPni23lq3XKbOn57zvGv9YJSdcDOSk/D3zT+NWL3rrkyZg7Fjx3pRRr3/r3/9Sx544IHQL7OTTz7ZnHSPU1HxCyff49L7DjvsMMEv93rwwQfNS8OHD895CxkEiAc/gffFW2i/iA1jrlq1yow3ZMgQQez2T/q1b51T3NzRj85X5+8DFcYAbRHTnDlzBCfU4iCDfv365cUVCj/hG2CKNcQ4uLp27WrWxGV/3XXXmdfd9YpbEzsMbIl78sknZb/99pPBg/PLrGC+7777rjfy3XffPS+mhFNkMxIgARIgARIggRokUKhYBSqIVYhRrbXqZqnaYhWCc8OGDbJ+/Xp57733zO8QrMVcKAnQsWNH2W233czv+D4QgteWqL66q5CvkLEQq7xIgATSE6BYTc+MdzQiARWrEEWn9TpG+nQ7UD7bvNFkjiKzD6/bh1UVEpr28ejImwLpmbQfCK37Xpwl2J6uW9YhihEckwAAIABJREFUOV9atUQ+3bwx6GavTnvmlQ7QLEl3rM477GqyZNHPZ19+HrzdrtX2QXy496V3lgTZsogDGbXuZd9jvwep+dbat3Oa+2LUBhCy9qUx+jhp375yCHb7sPmjja9MgTsW7sdYNucdWrc1nLVGqnuPOw9f/D079jBCNqxtVGw6J+0jar7u2rjrrfeiLzzzyKgNe1bwunt/EoZuf2nE6ty5c+W0006Ta665Jk9WQmJefvnlct9993lFGIThscceKwceeKC0b98+b16TJ082NaIg5aZMmRJsidL7cM/LL7+ct1Vp2LDMDwRmzZqV0yfE2xVXXGG+eV2yZImRtvZVSL+Qn3fffbcMHTpU9t9/f3MS7L333mu6feyxx0z8uLTvxx9/3MjFuLnb8ev8jzjiiJx4MY9XXnnFjD19+vTgPcRwwgknmPdOP/10M8+wuHzPftLXIIcHDhxoDkjAOkIk4zXwwLiIWy9sSxs3blwgi/X1uDWxYwHr2bNnm/EWL8788MS+sO6YM54n9zrggAPk17/+ddKpsR0JkAAJkAAJkECNEyhGrG7evNl872WLVVeyfvbZZ0aiIjsV39NBdELGaiZpMfgxFkQqslchcfE9M7JYUTe1bdu2oeUBIFYhYXEQFi8SIIH0BChW0zPjHY1IALLozAfHRWam6hb+tNmr9tb/3x53RcF1KYEDQu3aP98qP+r5A+/BVY2IjEORQMEE0ohVDDJmzBh55plnzC+VlSrdIN5s6WcH5crGsIDDxCrau1IRr4WJVbyOjMr58+cbGawZoTquxpO0X4g6SFRboOJefCM9aNAg843pX/7yF9N9mFhV0Rq1WO787bY+ea2C0RcXhOvKlSu9QjrtA6Oi05XbkKVnn312jlAPE6txa6IxgelBBx0k5557rpHsPm5h6552XmxPAiRAAiRAAiRAAsWIVdD7+OOPc7JW8RrEKYTq2rVrTVYr/owDqgrd9p90lSBYW7VqJe3atTM/oO7UqZMRrMhOxaVlANCO2apJqbIdCeQToFjlU1EVBJA9uHjlKybW1Z+uNVmK+3TMbKlHpuW8ZX81pQFwErteqLNpX9g6/eaG92TXbBu0PaPv8JKKUMTpy1asCsgMsuYJpBWrKr2QKahZoir3fBmlCrhYsQqpigxGNyPWJ9ggenv37m2EHMbFPW7Wo8aTpF/MuXv37t4sTMwPmbx33HGHzJgxw2RyNpRYxVi2tIxjqhx82aNpH3xwRoaFymP7fnfrv0+sJlkT7VMzW/E8jR492ghyOyMW7ShW064g25MACZAACZAACYQRKFasYjs/vk9CBir+vHHjRrP7ClmqEKqlyExNu3qayQrBiuxVfH8GwYrSAchwhXTFn3mRAAkURoBitTBuvKsCCWA7/NPLFsib65bLa2uXmcOnVL6+sf5t2fDFZ7JHh87mtajt4hU4NYZEAo1CIK1YRVB2liL+jozQ22+/PbKuZZwE1MmGZaxCkk6dOtVs/7YFrk+wIbsU7SFTVei5QtaOJ65fne+zzz4bbPePWpyGEqvar7LWLNrly/NLgmh8yDBGPVifEE3zgOm6QNJq7diw+31iNcmaaH8/+tGPjBjHmMp+xYoVOWUgKFbTrB7bkgAJkAAJkAAJRBEoVqyib4hUfM+1evVqI1lRIqBSLkhWZLFih1WXLl2kW7duRrTyIgESKJwAxWrh7HgnCZAACTQpAoWIVQDQLFX82c5eDYOjUlDrgNrtbFEXJVZxKBHKDbjZsujLrrHap08fUwdU62zaok7HteVnXL9R2/N9801bY/XUU08NpLQtMO2+IYiRsYtvhB955BEjGZPIxbSxRz3c4HnzzTebJsjgPfzww009XfdwKZ9YTbIm6NcV4Zot7Ip7zB3/eYHUty8eXNWkPp44GRIgARIgARJoFAKlEKsI9A9/+IO8//77jRJzoYMge/WnP/1pobfX9n3PT5Fmh42XK5+rk3Hfr20UnL0IxSqfAhIoIYEPPvjA/AOKf6S23247+fyLL8zvK995R7Zv00babL998P7OO+8s76xaJbvsvHPQDqHYbbUPDRH3YAy8vt322wf3430dC7+j3RtvvGHGxPXG66/LPvvuG4zfbY89gvbvf/CBfL5pk2mncaNv+0Jf+h7iw59xYZwvPv/cxIzXNn3+eTAf/Bn9alvEjLH26No1p2/Uqhw5cmTwms4PL2h7nQv46Rj2/HUOmJeysFmBie/CWoGRzl+5oK29bogZa6W/o72OhdiQDYk56DgYuxqvQsWq1lXFnO16q2EMog5w0oOrcG+UWMVBUJrBqAdouXJRD9iyD6zyZT268jOq37RyMkys+qQy5ox54Zc9fz28Sg+tgshELVNIaEhVXI0tVjEm1v3JJ5+UhQsXmnVHfBDdKnvRxhWrSdcE99qZrfosob4r1tPOug07vIoHV1XjpxBjJgESIAESIIHyEiiVWEXW6qOPPtrgdVQLpYW6qscff3zB2apr/3eYdD7tYWf4K2Vh3TjJfCfbhK5/3SfDdl8hlwZzWyv3nXyuyHWz5LTcM3Gb0KQ5lTQEKFbT0GJbEoghgH+IP1i/Xta//74cPnCgzMJhLuecI++sXCmLFi+WjrvsIgMGDpTbb7vNnJ6tp2jf+l//Jef++7/L0/Pnmyw0HDKDa8iQIUaQ6nXiiScKxthnn33MrwvPP1+GDR8uhxx8sPx/111n+j8a97z+upF8n3/+uaxauVLGT5hg7nv9tdfkmCFDjNzF++gDf54zZ46MGjVK7rnnHjkCmWdDhgRjzp0zx/x5/QcfGImKbLMn5syRfffbTxDPHbffHryGdpg3+oOwRDxggbaQjeBxYzbLTQe4cvJkE59eEJiLX3rJxI7xUFNRx8fvmM+wk07KmT+y1fbbZx8jOCFccd9ZZ59t5gxB+tobbxiuuBYtWiSHHHKI+TPmjzifnDNHdu7Y0XDXdvpnrCfWDFvEfzVxojw0a5YZSyUq3se9iPf11183fYNLNV6FilXMNYnYUyalKAWg8tE+QOvCCy80Q2jGKt5DZqfvUhmL93zxhPWr0tWWtW7/yKxU4VnqUgA6vpu1CeGIw7nc+rF2bFFt7AO89B78hyDNpQdqnX/++UGGsCtWk64Jxu3Ro4eRtb7LLsWQ5tlLMx+2JQESIAESIAESqD0CpRKrIPfOO++Y+vuVeGGX0R7ZpJS08T03uZn0m3ii/O7dXLFoXn/1d7LmgdOkU9pOq6r9Wln7r07SiVK1qlatIYOlWG1Iuuy75gioWN24aZMRlps2bpQ+ffsa0bdi1Soj3VQYos1rr70mhx5yiODPq1askF06djSCE2IREhQCEZJSZZ8tVgEXgrZN27Zy1VVXyd8WLzYCEZmTKl8xLuQtZCYyQyH+Jo4fL4teeslkviLrEiJy1kMPmXF/M2mStG3TxrSH8MRrkI7oE/dAYOLPeE/FqopR9L/4xRfNHFasXCndu3UzYhUXxCPm8/769UYof69Pn+DZcMUq3tDDaXTeiBPzQN+4wMWev8pM9IWxcUGcQTRhXGSYqkwF/6efflp+8pOfmHaQq5DXfQ4+2IhlzAsX7jv73//dSHHIqhcWLZL99tvPZOBCeKNvSFWIZlyQzV27dTN9T5s2rSqf/WoUq/YBWgodYlW3jUPyudvTIcntw5d8YjWsX92eHlZHFl9jAwYMCOrMllqsYo66Dd+Wi0mEL55VbNl3D39Cn5gvPo/sS+W1/ZrOx61Tq21cyWmL1TRropmt4Pztb+d+1zpixAjzOaTlHShWq/LjhkGTAAmQAAmQQEUSKKVYxQT/+c9/Fl3fvtSgUBrrO9/5TkHdZjJVJU+qms6wPf667hmxmt0qbw9Sv23+OZnSbJ4Mek6kX3Y7/aA/NZN5P14oclg/GT9podRNEJnSrJ+MtzqIut/eju9m09bfh0zTzvLzB61Oh6sIdt+zsm/tjFXz55+Lnat74n1rZNbPMioZcjmYB14I+i8IN2+qEgIUq1WyUAyzOghAtr35+utGVnbceWcjMf7rv/9bTho2TFauWmXeQyYlJOT2229vMhshA5HlCQm6R7duRqRiuzteg9CDyNOsTchQXCpnTzzpJHlp0SI5+JBDzD0YA2OiL4yBCzIFmbAqANEnxOCzzzxj3oegeOjhh80Y++67b9CfbmdHBimEI6Qh2mAOe++7rxGzuCA90admbWJedowaOzI8hwweLHPmzs3J6PSJVXCE4IVw7ta1q5G7+DMyRZE5iwtzROxoC+Gr74PXzrvsYlhoO7u0Afp7Zv58MxfMAfPEnHA/1glj4QJbzNuUQMiuFb7RUvbgiX6VI7Jakf2Kvu3SBtXx5GairEaxirhVwuHP2DYPsarZk+5BR3Z7FZNhGbS+fnG/1vScN29eziFKeE8zXfVQrYYQqxCUgwYNMocO2Fvi8UziNXsrvj5/yFbFDyeiMm2TPqvIJPXV0tW4bHlri9U0axJ10JZ7UBfFatKVYzsSIAESIAESIIE4AqUWqxgPmav4nm3Lli1xwzfo+9j+D6laaKYqgjPS8pFh0VmpWfn4Pbv+qBGtf8sKWYhVFaiZwgGZLFhbZq6Vtd/uVJ/5mrMdP//+AJxpN0uGaTatNW73GW5GbVamHrBQ1uw5NWdeOdm3wdiDZF6zfvI3S6SKM9fcedT3XzehyRVIaNBntdo6p1itthVjvCTQxAi4NVab2PSqajrVKlZVaGLbv4pVSMZevXrJ9OnTvWsAOTh06FCTvRlVmkC3rmu/6Exrynbo0MHUOkUmM6TiHXfcYTKW7WzWtDVW0b8e4BVVz1X7HTdunECa4kK27HHHHSeI6/LLLzeZnmFxFfNganYsmOCwLYwDJpg3SmjYdXZtsZp0TTCf3r17m6zzsWPH5oXqZgVTrBazmryXBEiABEiABEjAJtAQYhX9o8SS2fGWTRJpbOpIJsEPv/G9WTFXcrFqyU3zDbQtPCFGp0p3q5QAhOTUPeszP4MYczJftfxA/v31cwp/z0hPQTZsveQMXvvxvPpsWxdQjljNjVskI3klK5HdeRheb1+aM2Yx/HlvZRKgWK3MdWFUJEACJNDoBIoRq7otW3+PCh5ibMKECWIfVOVrD4F3//33BzVTo+6DQBw9erTgwCLIONRbPeuss/LKAOg4kJZ///vfjXhN2q89N4yHv+MbZGTF4oKoPfPMM4PDp/Ca27f+PYqPcnHn796DOSxYsEBmzJgRZM66cbVv314GDhyYF1exDxfELp4XrWGLcTB/SFF76z6kJ+QrygokXZNTTjnFSOobb7wxrwyAxg3hvf/++5vx0jx7xc6b95MACZAACZAACTRtAg0lVpUavofC96CNeeF7Jl+Jp0JiiBSrRoKKLHy3u0x1tstnxgoXo14hicOxTFkAiFBbmEaJVYzjbOvP9pHJJvXMWsdwtvkHJQQoVgt5VGrqHorVmlpuTpYESIAEwgkUI1bJlQRIgARIgARIgARIgASqnUBDi1Xwee+99+Sll16StWvXNiiuTp06ycEHHyy77bZbycaJrbEaiFUnYzUngviM1bwM1piM1/AJZiTrikvqBHVc3YzV0Pvy6qqukEvrUAqAGasle5iaUEcUq01oMTkVEiABEiiGAMVqMfR4LwmQAAmQAAmQAAmQQLUTaAyxqoxwsBUODy21YIVQRamqQg+oilvDTOanZp/Wtw7qi2YzVsWqRZqb6ZpMrPZ7VQ+W0hqs8aUAMuL3e7KwbpyYDf9WDVQjVu06rsE2/jXS/brO8vMD6ssE5PSTssaqXdKApQDinqam8T7FatNYR86CBEiABIomQLFaNEJ2QAIkQAIkQAIkQAIkUMUEGlOsKqb169fL8uXLTa36jRs3FkSvbdu20q1bN8E5Ah07diyojzQ3ZcTjw84tlmzNqY0qIsPrJWnutv5MF/k1VnO381/5XFZ+CvrpLtPyMkddwVv/9xMDweuUCBCRYLt/VrKOD26z5pKXvfpzsWde33/+PChW0zxV1duWYrV6146RkwAJkEBJCVCslhQnOyMBEiABEiABEiABEqgyAuUQqzYiHHK1bt06c9jVhg0bjGjdvHmzbNmyxTRr0aKFtG7dWiBSUeMeh1HtuuuuRR9KVWXLxHBJoKIIUKxW1HIwGBIgARIoHwGK1fKx58gkQAIkQAIkQAIkQALlJ1BusVp+AoyABEggLQGK1bTE2J4ESIAESIAESIAESIAESIAESIAESKDJEaBYbXJLygmRQIMToFhtcMQcgARIgARIgARIgARIgARIgARIgARIoNIJUKxW+goxPhKoPAIUq5W3JoyIBEiABEiABEiABEiABEiABEiABEigkQlQrDYycA5HAk2AAMVqE1hEToEESIAESIAESIAESIAESIAESIAESIAESIAESKBxCVCsNi5vjkYCJEACJEACJEACJEACJEACJEACJEACJEACJNAECFCsNoFF5BRIgARIgARIgARIgARIgARIgARIgARIgARIgAQalwDFauPy5mgkQAIkQAIkQAIkQAIkQAIkQAIkQAIkQAIkQAJNgADFahNYRE6BBEiABEiABEiABEiABEiABEiABEiABEiABEigcQk02/T4z+oad0iORgIkQAIkQAIkQAIk0OQINBOR4LtK/CXiink79874xs3im4hIokb1Q4c2xySbpw0x0z6HUYmegCDO6PmBUfJv+p35hYWaFGnSdkkfGkwkaZ/edv6bkz1HbpBJA4lZb9NNgr4SNDH9pGCUat4FP8O4MST4RHNKhif1V1WqycetYdKJZPuJZGn1lbTbFM96Uk65XZbocz3psx4bpD7kzRJ96cR253xAp/vMTPi5kHQtg+5S3+CZpuffrHgY+S1K9rVSijkl/LwsZJ4F3YN/M5P/C+sfopK4NLVYUvyDWND6izT75Kqin4ACh+ZtJEACJEACJEACJEACTYZAmu/D07RNACjV//eSjp20XZr/36XpM8G8TZOEfTZL+v++pO0wdqK2zfI8dNKp5bazJprUE4S284jjOhHDKO7K6zPhAsT1ax7iBH0laBL0k6itSPTXj9NJwj49Vib8gUnaZ9Au5sFL2h+IJ/7CiFtAdLZNgkZWk9A4nYcs6Xzy2qGfkJgS9ll2sRobZ/brJrZdkqVxZpvo8y3ssQ4JKGmfQbglmVj+DwOT4HDbNK+gWNL84xc511LNCV9nTUmslmI+ib9JiHkak/zDHPdAJ/2mIa6f8PebfTq16Ceg8NF5JwmQAAmQAAmQAAmQQPUTSCObEn9/qw2j/+NTVyfSPPb77mxfSceObOfIiqL6THpzyCMS3B7dTzJG2f8XNo+QMXYYiUKvE6lrXgKx6gyWaGydj8vOP790jLTPpIHEfIkHg8f8Jz/RcOme9eh5F8g9b7ohX8uJ5pPtLOGzbv5nG/t5kOmzrq5Omsd/eCT7fDYgU4jV2M+Y7CSSzsfbLuRrOWGfuc1ibkrYZ2Z9EjRO0CQjspqL1JXihzfObBP9uxL1GeP/4U3SZzP7hCZ/mCOf0oSf6VF9JP6AjPtyKUEsQTp+sVI00UMWN6HsQ5Dia9/bYyljSfgBGDqzUqyR+YQtwfNbij5KFUv0o9Cs7nqK1QRfLWxCAiRAAiRAAiRAAiQQRSDN/3HStE1CPU1/STOGIv9vYr2Z5vt+b5xpgvfACG6P6SfpMKZdwmyVRH02F2kGSMVeBZZfyFvviP80FvRsJIKgJk9kawgLkzaa4D/EscNZD2Rs2+yaRLZz3kzaZ95yZzML3dfT9Jf0WU+6joilVFl4BnvCr5vY/+c7E0jKyNsuImO17hsR2ZriC7NEnzGpxGrcZ0f2uUrKKHK2BT7r3rFDHsLUcSb4TIhdwRKJslRbQ6KCKsWc0nyRx8US94zFAg7PDE9ya9Am9cMR0nsp+ilmjbaKbN2U5B+XhHRKMR/zYV+CrOLwkJsdeH6PUjxJCaGwGQmQAAmQAAmQAAmQAAkkJVCqb6iTjme1a7ShG2egxKMkbYj/QSRtWwD+/FtKNZg/8FTTKSQUlBrYdhvZtmMbqQuTq40LtB5xIfMpyZoW2knpAi6ZK0r1ABU670LuC2P1jXzVanfZ2qJDSrmaPAYd+dOtzc2TvaWumWz6Bn9Orh+2SnP5Ulo20ldG8riSUyi0Zeme8UwElTS3QpnwvkonUFe3VVo0byPb7HyeJVcrPeri4tu+RXNphZ8fy9gD+FVWHEveTQIkQAIkQAIkQAIkQAIkUDUEyvDfHwzZqoW03L2d1H1ThvGrZm2qONCKXFZ/UM3qvpGv23xXpGVHEUHmaqVeFQm1UmExLhIoM4Gtsk2zNtKm0xVSt3VjmWNpnOFRJcP8XK3FWfvz06pxmHMUEiABEiABEiABEiABEiCBGiRg6nm2aiGturQLLwdQg1w45TIRqNsiX263p3zTchdplqocQJni5bAkQAIVT6Cu7htp2Xx7abPrZTUjVnVRKFYr/vFkgCRAAiRAAiRAAiRAAiRAAtVMgGK1mlevCcZOsdoEF5VTIoHyEqBYLS9/jk4CJEACJEACJEACJEACJEACTZYAxWqTXdrqnBjFanWuG6MmgQomQLFawYvD0EiABEiABEiABEiABEiABEigmglQrFbz6jXB2ClWm+CickokUF4CFKvl5c/RSYAESIAESIAESIAESIAESKDJEqBYbbJLW50To1itznVj1CRQwQQoVit4cRgaCZAACZAACZAACZAACZAACVQzAYrVal69Jhg7xWoTXFROiQTKS4Bitbz8OToJkAAJkAAJkAAJkAAJkAAJNFkCFKtNdmmrc2IUq9W5boyaBCqYAMVqBS8OQyMBEiABEiABEiABEiABEiCBaiZAsVrNq9cEY6dYbYKLyimRQHkJUKyWlz9HJwESIAESIAESIAESIAESIIEmS4BitckubXVOjGK1OteNUZNABROgWK3gxWFoJEACJEACJEACJEACJEACJFDNBChWq3n1mmDsFKtNcFE5JRIoLwGK1fLy5+gkQAIkQAIkQAIkQAIkQAIk0GQJUKw22aWtzolRrFbnujFqEqhgAhSrFbw4DI0ESIAESIAESIAESIAESIAEqpkAxWo1r14TjJ1itQkuKqdEAuUlQLFaXv4cnQRIgARIgARIgARIgARIgASaLAGK1Sa7tNU5MYrV6lw3Rk0CFUyAYrWCF4ehkQAJkAAJkAAJkAAJkAAJkEA1E6BYrebVa4KxU6w2wUXllEigvARqWqx+9NFHdeXFz9FJgARIgARIgARIgARIgARIgARIgARIgARIgARIoLoINKNYra4FY7QkQAIkQAIkQAIkQAIkQAIkQAIkQAIkQAIkQALlJ0CxWv41YAQkQAIkQAIkQAIkQAIkQAIkQAIkQAIkQAIkQAJVRoBitcoWjOGSAAmQAAmQAAmQAAmQAAmQAAmQAAmQAAmQAAmUnwDFavnXgBGQAAmQAAmQAAmQAAmQAAmQAAmQAAmQAAmQAAlUGQGK1SpbMIZLAiRAAiRAAiRAAiRAAiRAAiRAAiRAAiRAAiRQfgIUq+VfA0ZAAiRAAiRAAiRAAiRAAiRAAiRAAiRAAiRAAiRQZQQoVqtswRguCZAACZAACZAACZAACZAACZAACZAACZAACZBA+QlQrJZ/DRgBCZAACZAACZAACZAACZAACZAACZAACZAACZBAlRGgWK2yBWO4JEACJEACJEACJEACJEACJEACJEACJEACJEAC5SdQErG6eeun8kXdJ/LV1k1SJ3XlnxUjIAESIAESIAESIAESIAESIAESIAESIAESIAESIAGLQDNpJts2byPbNdtRWjffoWg2RYvVz7aul+UfrpTrn3pEnn5zsXzx9ZdFB8UOSIAESIAESIAESIAESIAESIAESIAESIAESIAESKCUBLZr2UoG7dNXLvzxUOmxUzdp17xjUd0XJVaRqfrmh2/K0JvGUagWtQy8mQRIgARIgARIgARIgARIgARIgARIgARIgARIoDEIQLDOvmCK7L3T3kVlrhYlVj/+5l256P7bZM6rCxpjzhyDBEiABEiABEiABEiABEiABEiABEiABEiABEiABIom8JNeA+S6U86WDtvsXnBfRYnVdV+/JX0nncds1YLx80YSIAESIAESIAESIAESIAESIAESIAESIAESIIHGJoCs1Rcn3iK7ttyr4KGLEqtrv35Tek04q+DBeSMJkAAJkAAJkAAJkAAJkAAJkAAJkAAJkAAJkAAJlIPA0sl3SKeWexc8NMVqweh4IwmQAAmQAAmQAAmQAAmQAAmQAAmQAAmQAAmQQLUSoFit1pVj3CRAAiRAAiRAAiRAAiRAAiRAAiRAAiRAAiRAAmUjUDaxunXrVln/zTKWAijb0nNgEiABEiABEiABEiABEiABEiABEiABEiABEiCBQglArHbcpqc0b968oC4KLgXw9ddfy4eyvIHEahe5+PSzZPPdv5L/KmhavIkESIAESIAESIAESIAESIAESIAESIAESIAESIAEwglArO4kPaRly5YFYSpIrNbV1cnmzZvlkxarGkCsdpGLL3lQrt39dbns4rFyfUHT4k0kQAIkQAIkQAIkQAIkQAIkQAIkQAIkQAIkQAIkEC1Wd9zSVVq3bi3NmjVLjapgsfr555/Lxlb/KrFYzUrVvdqJbHqBYjX1cvIGEiABEiABEiABEiABEiABEiABEiABEiABEiCBJASQsdr2y2/L9ttvX+1i1ZKqmDnFapL1ZxsSIAESIAESIAESIAESIAESIAESIAESIAESIIECCJRNrG7cuFE+b726RBmrjlStGLH6G3n1v0+UvUXkzYUHyAF32yt0ujx1/aXywzYiG96aKrtcl/NmAUvZkLdk5iF5c0g45pF3yfvD95WXH+wnR/054T1laZZZk4PeLXw9Lr5koVyLjGnnyl//iAlWDa+yLBIHJQESIAESIAESIAESIAESIAESIAESIIGKIACxuv0PIvdfAAAgAElEQVTmLtK2bdvGzVgtnVj1SFUL7eYvvxT5+gNZufaf8n9L7pbrnnpBVjYa+nqxmi9Po94rMsDTZ8vX/URm/L+hclaRXWVurzyxesdvXpXR8rC0/NWvSjLDTCfFidWMVBX5P0cgh70eGjjFagnXlF2RAAmQAAmQAAmQAAmQAAmQAAmQAAmQQMMQqHKxGi1Vfcg2f/iC/Nf9Y+WypQ0DNLfXjJDstOkzaS/OYVqQnwfuIhvatBMpdcZqycVqY7BKN0bFilXfoWlpRWna9unQsTUJkAAJkAAJkAAJkAAJkAAJkAAJkAAJkEAJCFSxWE0vVQNeX6+WRx48Q05+ZnUJEEZ1kRWra/8p0mmXnK3wGTH4T3mz03ekkyNWzXud7H7/WZ99qtJt4etyUL9DpX22mW41z92K/lmQPZnXp12DNqZPN2NVpeYMOTEbZ3acLsiU/Y6IWPEiPo8ojIrHzGH312XGu/vK6GBbvfZZX0LBTD2YR30GsJKLK7Hgbtt/c+FUWXOgXQogXZ+Z/t5PlCmcaI2DzNfoOKJ5ZWmYNah/XvBqUJ4g6r0G/gph9yRAAiRAAiRAAiRAAiRAAiRAAiRAAiRQrQSqWKyKSK/fyKtnnSh7tywA/5dL5KorR8jE9QXcm/iWrFh962F5efcTrdqdurX+YZF+J+aIVZVkl108Vq4342RF4qfZbe8qwWwxajJUd6nfgu5krGYkni07s6JubdI+c0sBqBQMxKUZ7zsipr9/ZmrHygsSzMERq3HxqPC0xai5Z4f6PnMzVp35GGyZmMJqm/q25+fO6zuZ+rjKKEGfwVq1iT48Ldkaa03a+LnF8so+M3ZmdP38/ySdh+c+gxl21vOU+HlnQxIgARIgARIgARIgARIgARIgARIgARKoHQLVLVaxTkXI1bV//5XsfvPDDbjaKlanym/l/8m1O/4pUxPUiK5d5JH/94ochlIBMaUAckRcVpKttQ+ScjNCfWLVkpKYcI6YjO3TI1Zz+st9P08c+sRqRDy+zE+3T59YzT1cK7oubL7c1MzaQ7OlGTJiNXdtUtSazckCrc8cDnvY8tc4V6xGzS2WV+T6ZsRqfv8/ljUVf9hYA37psmsSIAESIAESIAESIAESIAESIAESIAESiCFQ/WI1TK5uWiLX//6PsnnPA6Vbm53koO/sK3t3cE5rt7M+G+RRqReruywdkJWpQ+UNbBk3klU88g6BONvd8ZLG6qu/mUSs5pQWyE42J2NVRV72vZw+PWI15+CoAsRqRDw+6dkoYjV7SFdGpmYzVj3PRVgWbOgj5M0ATbrGPpkbw1tEfDJey0bUx6nC1y41oK+dLhcfebdc/+cG+cJgpyRAAiRAAiRAAiRAAiRAAiRAAiRAAiRQ9QSahlj1yVWPNO12yKVyx7BT5YcdWmUXbrX874SjZVSDlQOwxGpW1ElOHU83K9KSbdYW9PBsRp8E1W3wEtT6dLfR5z21sbK2AcSqk7Fqx1Q+sZrhf9C79WI1Lpu4Pm773rsdxPZ7kimVgHIBida4dGI1J8s53AJn44vPsq36Tz9OgARIgARIgARIgARIgARIgARIgARIgASKINB0xKorV8OyUTv+TB695JcypANuaGh5ZIvVu832+xM+eUHW7rVvdpt17vt6SJQr80ovVh0JWHaxmhtP+cRqvgjPWQsfp+CLL6lY9ZUY8GWYpiwFsPvr9TVtQzJWc8SqlotYKDK6X72Ez0wnai5FfNrwVhIgARIgARIgARIgARIgARIgARIgARJoQgSalli15erX1uFJ7oL1u03ePX2AdJLV8sgNR8vJbzTUijriVA95ck6yr5d34QcVFV8KwJLI7tb0cojVTuHxFCpW0xw0lfjwKkvQR2f+ZrON7UO79LHKOTwq/FAs/xonPLwqgVhtH2TIWgei/fPA/EO+PIddNdRXCPslARIgARIgARIgARIgARIgARIgARIggWol0PTEqsrV07rI9CvGyvXelcmKpdZvyPX/frJc1mCr54hVPdAoEFxuxioCsetdZreLP9tF3h9+qLSH5PujyC+HR9VDtfuol5d64n1mqk6mbiOLVUQQFU8SsZo5uf479bVnXW4isiHJoWB71dfd3fDWw/Ly7idmSwFgO7+zFrE1eZ321nOVG0vaNc7v1+4vEa+cw7Q8ZQgsDiZsq0xBg315sGMSIAESIAESIAESIAESIAESIAESIAESqGICTVOsYkE6dpFu61fLyiix+unD8t1f/SqkTRWvKkMnARIgARIgARIgARIgARIgARIgARIgARIgARJoUAJNV6xGYstkrHZ44Wg55P7VDQqYnZMACZAACZAACZAACZAACZAACZAACZAACZAACTQ9ArUpVjteI//4xU5y28VhpQKa3kJzRiRAAiRAAiRAAiRAAiRAAiRAAiRAAiRAAiRAAqUjUJNitdvpD8iDmy6WQx5ktmrpHiX2RAIkQAIkQAIkQAIkQAIkQAIkQAIkQAIkQAK1Q6AGxeqh8ovj95b/ffRu1latneecMyUBEiABEiABEiABEiABEiABEiABEiABEiCBkhKoPbEaeahVSdmyMxIgARIgARIgARIgARIgARIgARIgARIgARIggSZKoPbEahNdSE6LBEiABEiABEiABEiABEiABEiABEiABEiABEig8QhQrDYea45EAiRAAiRAAiRAAiRAAiRAAiRAAiRAAiRAAiTQRAhQrDaRheQ0SIAESIAESIAESIAESIAESIAESIAESIAESIAEGo8AxWrjseZIJEACJEACJEACJEACJEACJEACJEACJEACJEACTYQAxWoTWUhOgwRIgARIgARIgARIgARIgARIgARIgARIgARIoPEIUKw2HmuORAIkQAIkQAIkQAIkQAIkQAIkQAIkQAIkQAIk0EQIUKw2kYXkNEiABEiABEiABEiABEiABEiABEiABEiABEiABBqPQNnFauNNlSORAAmQAAmQAAmQAAmQAAmQAAmQAAmQAAmQAAmQQOkIbL+5i7Rt21aaNWuWutNmH330UV3au+rq6mTjxo3yeevVsk/Hw9LezvYkQAIkQAIkQAIkQAIkQAIkQAIkQAIkQAIkQAIkUFYCb6x/TihWy7oEHJwESIAESIAESIAESIAESIAESIAESIAESIAESKDaCFCsVtuKMV4SIAESIAESIAESIAESIAESIAESIAESIAESIIGyE6BYLfsSMAASIAESIAESIAESIAESIAESIAESIAESIAESIIFqI0CxWm0rxnhJgARIgARIgARIgARIgARIgARIgARIgARIgATKToBitexLwABIgARIgARIgARIgARIgARIgARIgARIgARIgASqjQDFarWtGOMlARIgARIgARIgARIgARIgARIgARIgARIgARIoOwGK1bIvAQMgARIgARIgARIgARIgARIgARIgARIgARIgARKoNgIUq9W2YoyXBEiABEiABEiABEiABEiABEiABEiABEiABEig7AQoVsu+BAyABEiABEiABEiABEiABEiABEiABEiABEiABEig2ghQrFbbijFeEiABEiABEiABEiABEiABEiABEiABEiABEiCBshOgWC37EjAAEiABEiABEiABEiABEiABEiABEiABEiABEiCBaiNAsVptK8Z4SYAESIAESIAESIAESIAESIAESIAESIAESIAEyk6AYrXsS8AASIAESIAESIAESIAESIAESIAESIAESIAESIAEqo0AxWq1rRjjJQESIAESIAESIAESIAESIAESIAESIAESIAESKDsBitWyLwEDaGwCmzZtkjVr1sinn34qW7dubezhOV4NEmjevLnssMMO0rlzZ2nTpk0NEuCUK4EAP/sqYRVqKwZ+9tXWenO2JEACJEACJEACJFCLBChWa3HVa3jOEAtvvfWW7LrrrkZw4T99vEigoQlA4OPZW7duney1116Uqw0NnP3nEeBnHx+KchDgZ185qHNMEiABEiABEiABEiCBxiRAsdqYtDlW2QksX75ctttuO+nQoYNss8020qxZs7LHxACaPoG6ujr55ptv5OOPP5YvvvhCevTo0fQnzRlWFAF+9lXUctRMMPzsq5ml5kRJgARIgARIgARIoGYJUKzW7NLX5sRffvllkzHYqlWrIFuVcrU2n4XGmjXEAi5kbn355ZcmY/qggw5qrOE5DgkYAvzs44PQ2AT42dfYxDkeCZAACZAACZAACZBAOQhQrJaDOscsG4GXXnpJDjjgAGnZsiWzVcu2CrU5MCTD119/La+++qocfPDBtQmBsy4bAX72lQ19zQ/Mz76afwQIgARIgARIgARIgASaNAGK1Sa9vJycSwByoXfv3tKiRQvCIYFGJwCxunTpUorVRifPAfnZx2egnAT42VdO+hybBEiABEiABEiABEigIQlQrDYkXfZdcQQoFypuSWoqoC1btsiSJUsoVmtq1Stjsvzsq4x1qNUo+NlXqyvPeZMACZAACZAACZBA0ydAsdr015gztAhQLvBxKCcByoVy0q/tsfnZV9vrX+7Z87Ov3CvA8UmABEiABEiABEiABBqKAMVqQ5FlvxVJgHKhIpelZoKiXKiZpa64ifKzr+KWpKYC4mdfTS03J0sCJEACJEACJEACNUWAYrWmlpuTpVzgM1BOApQL5aRf22Pzs6+217/cs+dnX7lXgOOTAAmQAAmQAAmQAAk0FAGK1YYiy34rkgDlQkUuS80ERblQM0tdcRPlZ1/FLUlNBcTPvppabk6WBEiABEiABEiABGqKAMVqTS03J0u5wGegnAQoF8pJv7bH5mdfba9/uWfPz75yrwDHJwESIAESIAESIAESaCgCFKsNRTas3/Wz5cJjJsuCkPdH3LVYLjqw0KCWyg19xshMESmun0LHr/z7SiMX1svccefJtH945nvURHlg7P6yfs54OW/GsnAg3z1DbrlI5KZzp4m/1WCZ+MAZsr/p4e8y7eRJMjcC7+DxD8gZvaL4Z2L+1ylx7Sp/Das5wlqVCx8+eqEMnhT2qSfSf+JcufH4nUREP8P6y4QnbpShHat5tSsr9lJ89o0/+WT/5xU+z6YMlo7ZzyqJ+zx6f66M9332ZT8/c8glaGs+b/86IBuDfXf2s7p75nNZwvoKbukpZ9x6pQzeJWLttA9frMFt/Lx1CdbqZ19lfQowGhIgARIgARIgARIggYYgQLHaEFRD+6wXnzJquiy+oN6E1YuHYoQCxWrccpZCLvz9rpNl0lO2+MyOmv0Pt4y+RS6Qm0L+o29FaNo/KwM8/5HPjKH/yc+I1VhZETF5Fb3xAjaOIN8vhkCtyoXg863fBJl701CBQjXXKzdIn7H4UZD+MIhitZjnK+reUnz2jT95vOfzKvuDHyMaJf6zauk0OfnKudJz9C1y5RDbnGf7CSQtPHuytpJKrPo/c5Nyz3w2o3W4hOXnbT7NWv3sS/pcsR0JkAAJkAAJkAAJkED1EqBYbdS1ixCfQSYrxWpDLkkp5IL5j7VkM6Bygs1kKT37g+LFKrqtF7iHyguFilUnQ4titfRP15QpU2TJkiU5Hffu3VvGjRuXN1ityoVQsRpkqFKslv7JzO2xFJ99frGa/awyn4kxYtX64VOuVNVYLUk7dLXJasUPquLa3tLl/hQZq8WIVf0h10SRKyfJCje2Gvu85WdfQ3/Vsn8SIAESIAESIAESIIFqIECx2qir9KHMvmCwTF4o4masumEsvamPjLknP7j6LbO52V6m5agRMuKemZlSAJePkJnXZDLBcq4gYyw8e7ZRkTTyYKWQC5lspO7WVv38SYRvTbXaRmSsolX9OEWI1WC44rNeG3mpqmY4SFUIBvuCVIVcdS+K1dyM1fpM/REyffFF0sspBdD9/vjPwZzPyn4jZITMlJkLs6J2Ny29Uv8Dq6A9dg0cPi/ImG3qn5Ol+OzzitWsTOxutv/HfM7ktPV/iQc/uMqK1Uy/0W0bTayaDFoxn/0dQ7NkEWttfN7ys69q/plioCRAAiRAAiRAAiRAAg1IgGK1AeGGdm1tf9U2dk1Ub1kAd8tsIAzq6xPagqGLiKwWX+3CeKlbDiSNNWYp5EImVqfuqVNvL67Gqskc7RxeCsAnVkNrrNpbZ0NB1sZ/9BvrOXLHsTO3wrJVcU/Ni9WQBar//KsvBXDxxSLXX4+6rFYWv/M5OPIdrd2aafOD5+truZo+o8TqSaOl/0MzTL3r/Bqv/z979x8fRX3ve/wdLu5BiFFBBQQDtHAqkVOF0lJAqoKtRsVoW9pyQU4TrGApKEfFKyqHWsSLHqpC0aASThGKllOVolKr4E9AHqVCvTFeCxWIP+Dgw9yWLpquGO5j9ufs7/1uZpOdySv/qMl3vvOd52ec3X3vd77jveukE9e+tGusRq9/bghW061rLSnjuqn2mbmR9VrTzX7tONdbrn3t9arDfhFAAAEEEEAAAQSKRYBgtQgqET/j6nY9duFm/cB60EvceoQJywikCAxiD36RQsFq/LICcTO1bOu7FgFBmw3BiXAh5WDDawFG1t0buiPdw1RsWzNjtc3qXugd2WdupZutSrCaeE2zRGLXtVC4+UH4AXyjFQ1WM1wHo8Fqipn4uQerHeM66cS1L+NSAHutB1j10YZMy5Y4OmM19mCqNpmxmnS9ji39krxUQccJVrn2FfrVhf4RQAABBBBAAAEEil2AYLVoKhQLGL5TPVq/WZn+CdrpAoPkYDXNwSU8OKtoCNpgIE6EC5mGGbmNNf0HfYLVNihzu+wishxAqrVVIwPq8DNWEx9eJSl+/dUBenR4jVarLYPVjnGddOLaly5YVTR0/IHen5HhQXuOBquh8NJa5zT9wwJj4euvr842yzTzZSPtXQgp7xjoOMGqpca1r11ectgpAggggAACCCCAQJEIEKy2ZSEit7GmCBfsoWg0WE3ZLjzglA+7ioWzqWastuWhFuu+nAgXVnzvNvVdtkAXnZp8lE4Gq448vCo6xI71Qb89zr/IA6xSra1KsBq+Rb8og9XWPDCwPc60/PbpxLXPqWA1lwdS/TrNw6uCAecHP1Dwy6uV0tRlCxS8QyD87/HXZdvDsFoVrKaZnZo2KO5Y11uuffn9P8lWCCCAAAIIIIAAAt4QIFhtyzpG1wdM8UE+GpRKsRmrqdYWDD/kxdY+sj5gbG3WyFIAqdcOtK/n2paHXwz7ciJcWPG97yU/DTp4cLncmmpTyLAUQChU/edgaHDRqU58SHeij2KooLvHwIzV+IdXSbYH+gVD1xQzVh1ZYzXxYVaSsqyx6rXrpBPXvnTBamg2pxVyZpmxav3vG1425Z+rf6H4W+jDIah9BmiKtoc+OqRD63+iO34vBdeqDj/YKv6aae0oRX9Zll9Je3VJu13CjFi+yEpL2FGvfe5+xWL0CCCAAAIIIIAAArkIEKzmouRgG3v4marbSEgat+5qtGHkydnhXyQ+BMv+ROybJ2v1otVJu0h+SIz3HtKSqVxOhAuh217TPAAlHAooGDT8Of1QrHbXS0vS9aOLgk+eHhLsIeFBWSl6tQcMqXdKsOrg/8Z5d9VRw4Vs1z0pcm2LPbzKehjVgMeGq2ZVMnfsYVNS6mtlOEg9R1LcdXK0Jk+RVq/aIllLonxjs4Zf3TGuk05c+9I+vEqRkDPDtcoemKa7hqZ6eFTKtv+sqdUDtGLlc3EPnEq6XT+xv0zX7uBpFvkyK/6cC4a2wTVkL9JpCadjaJ8DbNfr2DVbtuA374uGRzbsqNc+j5SPw0AAAQQQQAABBBDIIECwyunRoQScCBc6FBgH66gA4YKjnCk6S3jInxWs8hMU4NrHidCeAlz72lOffSOAAAIIIIAAAggUUoBgtZC69F10AoQLRVeSDjUgwoVCl5tgNZ0w175Cn3v0n0mAax/nBwIIIIAAAggggIBXBQhWvVpZjiulAOECJ0Z7ChAuFFqfYJVgtdDnGP3nI8C1Lx81tkEAAQQQQAABBBBwgwDBqhuqxBgdEyBYdYySjvIQIFzIA41NHBHg2ucII53kKcC1L084NkMAAQQQQAABBBAoegGC1aIvEQN0UoBwwUlN+jIVIFwwFaO9UwJc+5ySpJ98BLj25aPGNggggAACCCCAAAJuECBYdUOVGKNjAoQLjlHSUR4ChAt5oLGJIwJc+xxhpJM8Bbj25QnHZggggAACCCCAAAJFL0CwWvQlYoBOChAuOKlJX6YChAumYrR3SoBrn1OS9JOPANe+fNTYBgEEEEAAAQQQQMANAgSrbqgSY3RMgHDBMUo6ykOAcCEPNDZxRIBrnyOMdJKnANe+POHYDAEEEEAAAQQQQKDoBQhWi75EDNBJgZ07d+qss86Sz+dzslv6QiAngUAgoLfeektDhw7NqT2NEHBKgGufU5L0k48A17581NgGAQQQQAABBBBAwA0CBKtuqBJjdEzgL3/5i0pLS3XaaaeppKTEsX7pCIFsAseOHdOhQ4fk9/v1xS9+MVtz/o6AowJc+xzlpDMDAa59Blg0RQABBBBAAAEEEHCdAMGq60rGgFsj8Mknn+idd95Rnz591KNHD3Xq1ImAtTWgbJtVwAoVWlpa9PHHH+uDDz7Ql770JXXt2jXrdjRAwEkBrn1OatJXLgJc+3JRog0CCCCAAAIIIICA2wUIVt1eQcZvLGAFDAcOHNDhw4eDgRc/CBRawArwy8rK1Lt3b0LVQmPTf1oBrn2cHG0twLWvrcXZHwIIIIAAAggggEBbCxCstrU4+0MAAQQQQAABBBBAAAEEEEAAAQQQQAAB1wsQrLq+hBwAAggggAACCCCAAAIIIIAAAggggAACCLS1AMFqW4uzPwQQQAABBBBAAAEEEEAAAQQQQAABBBBwvQDBqutLyAEggAACCCCAAAIIIIAAAggggAACCCCAQFsLEKy2tTj7QwABBBBAAAEEEEAAAQQQQAABBBBAAAHXCxCsur6EHAACCCCAAAIIIIAAAggggAACCCCAAAIItLUAwWpbi7M/BBBAAAEEEEAAAQQQQAABBBBAAAEEEHC9AMGq60vIASCAAAIIIIAAAggggAACCCCAAAIIIIBAWwsQrLa1OPtDAAEEEEAAAQQQQAABBBBAAAEEEEAAAdcLEKy6voQcAAIIIIAAAggggAACCCCAAAIIIIAAAgi0tQDBaluLsz8EEEAAAQQQQAABBBBAAAEEEEAAAQQQcL0AwarrS8gBIIAAAggggAACCCCAAAIIIIAAAggggEBbCxCstrU4+0MAAQQQQAABBBBAAAEEEEAAAQQQQAAB1wsQrLq+hBwAAggggAACCCCAAAIIIIAAAggggAACCLS1AMFqW4uzPwQQQAABBBBAAAEEEEAAAQQQQAABBBBwvYDrg9UlbyzRS++9pM9aPnN9MUwP4LhOx+n8M87XrGGzTDelPQIIIIAAAggggAACCCCAAAIIIIAAAgi0QsDVwaoVqm4/uF0lnUpUUlLSCgZ3bnrs2DEdazmmEb1GEK66s4SMGgEEEEAAAQQQQAABBBBAAAEEEEDApQKuDla/vf7b6vpPXTtkqBo536xw9ZN/fKInqp5w6SnIsBFAAAEEEEAAAQQQQAABBBBAAAEEEHCfgKuD1fFPjtdJXU9yn7rDI/7rJ3/Vhis3ONwr3SGAAAIIIIAAAggggAACCCCAAAIIIIBAOgGCVQ+cGwSrHigih4AAAggggAACCCCAAAIIIIAAAggg4CoBglVXlSv1YAlWPVBEDgEBBBBAAAEEEEAAAQQQQAABBBBAwFUCBKuuKhfBqgfKxSEggAACCCCAAAIIIIAAAggggAACCHhAgGDVA0VkxqoHisghIIAAAggggAACCCCAAAIIIIAAAgi4SoBg1VXlSj1YglUPFJFDQAABBBBAAAEEEEAAAQQQQAABBBBwlUAHDVav1qKLztPpwVJ9qJefu1mPuKps8YMlWHVx8Rg6AggggAACCCCAAAIIIIAAAggggIArBQhWcw5WL9Et4yaqorO9zp+o4f9O013727f2BKvt68/eEUAAAQQQQAABBBBAAAEEEEAAAQQ6ngDBak7BajhUVYPWbrpLz0bOkyGL9GgftfuMV4LVjvc/LkeMAAIIIIAAAggggAACCCCAAAIIINC+AgSrOQSrV5/7qM77p4RQ1apbv1u0/MyT9IfgUgLW8gKD9Nemk1TR/a96+f/+VV89s0Jdo/WNX3Ig2Ge38B+Pxvq2fj/oHw06qXuF/vrBVbq5PvsJQrCa3YgWCCCAAAIIIIAAAggggAACCCCAAAIIOCnQQYJV+5qq2fiS11y1ws6v/mOtpv0hOlc1RSehfZzUZLU73fbvoW2CQape1lWvPSJZM11P2h36d4Vmw/Y/HOo/bYibYdgEq9lqyt8RQAABBBBAAAEEEEAAAQQQQAABBBBwVoBgNcmzNcHqV/XX4JqrVsga+ffQDi756nJN/Kc/hMPU+J1af6vS+miwmj3Ejd+eYNXZ/ynoDQEEEEAAAQQQQAABBBBAAAEEEEAAgWwCBKuOBquDtDu6LMB5Oj2x7yPhGauR3wfXaA21+iQ40zU0Y3XQX3NbAiDSDcFqttOcvyOAAAIIIIAAAggggAACCCCAAAIIIOCsQAcJVhPR7EsDJM9QTWqdbo3V4Lqq9lmq9mA1fsaqvc/o+qrhoDVxxirBqrMnOb0hgAACCCCAAAIIIIAAAggggAACCCDgtADBag4Pr4qsg1qhhAdYBWecnqSG6O3/8TNWQ+utWmushtZRPem/QzNR49ZbDYazkbVZmbHq9AlOfwgggAACCCCAAAIIIIAAAggggAACCBRCgGA1p2DVog+FoxWd48vw4QeR2/atgDQSrErqd4uWn1mhrpHmccsAJMyY/UA6LxzQfnQGSwEU4kSnTwQQQAABBBBAAAEEEEAAAQQQQAABBJwUIFjNOVh1kt3Zvlhj1VlPekMAAQQQQAABBBBAAAEEEEAAAQQQQCCbQMeHs0wAACAASURBVAcNVrOxuOvvBKvuqhejRQABBBBAAAEEEEAAAQQQQAABBBBwvwDBqvtrKIJVDxSRQ0AAAQQQQAABBBBAAAEEEEAAAQQQcJUAwaqrypV6sASrHigih4AAAggggAACCCCAAAIIIIAAAggg4CoBglVXlYtg1QPl4hAQQAABBBBAAAEEEEAAAQQQQAABBDwgQLDqgSIyY9UDReQQEEAAAQQQQAABBBBAAAEEEEAAAQRcJUCw6qpypR4swaoHisghIIAAAggggAACCCCAAAIIIIAAAgi4SoBg1VXlIlj1QLk4BAQQQAABBBBAAAEEEEAAAQQQQAABDwi4Olj99vpvq+s/dVVJSYkHSpHfIRw7dkyf/OMTPVH1RH4dsBUCCCCAAAIIIIAAAggggAACCCCAAAIIGAu4Olhd8sYSbT+4XSWdSjpkuGqFqsdajmlErxGaNWyWcfHZAAEEEEAAAQQQQAABBBBAAAEEEEAAAQTyE3B1sGodshWuvvTeS/qs5bP8BFy81XGdjtP5Z5xPqOriGjJ0BBBAAAEEEEAAAQQQQAABBBBAAAF3Crg+WHUnO6NGAAEEEEAAAQQQQAABBBBAAAEEEEAAATcLEKy6uXqMHQEEEEAAAQQQQAABBBBAAAEEEEAAAQTaRYBgtV3Y2SkCCCCAAAIIIIAAAggggAACCCCAAAIIuFmAYNXN1WPsCCCAAAIIIIAAAggggAACCCCAAAIIINAuAgSr7cLOThFAAAEEEEAAAQQQQAABBBBAAAEEEEDAzQIEq26uHmNHAAEEEEAAAQQQQAABBBBAAAEEEEDAxQKHDx9u9ejLyspa3Uc+HRCs5qPGNggggAACCCCAAAIIIIAAAggggAACCCDQagGCVUPCY8eOye/360iXDzT4tJGGW9McAQQQQAABBBBAAAEEEEAAAQQQQAABBLwgQLBqWEWCVUMwmiOAAAIIIIAAAggggAACCCCAAAIIIOBBAYJVw6ISrBqC0RwBBBBAAAEEEEAAAQQQQAABBBBAAAEPChCsGhaVYNUQjOYIIIAAAggggAACCCCAAAIIIIAAAgh4UIBg1bCoBKuGYDRHAAEEEEAAAQQQQAABBBBAAAEEEEDAgwIEq4ZFJVg1BKM5AggggAACCCCAAAIIIIAAAggggAACHhTIFqz+9re/1eWXX57xyMvKytpF5u1D29StuY9KS0tVUlJiPIaSpqamY6ZbEayaitEeAQQQQAABBBBAAAEEEEAAAQQQQAAB7wlkClatUDXykylcJVj13nnBESGAAAIIIIAAAggggAACCCCAAAIIIIBABoF0wao9VM0WrhKscoq1WuDj316ni+7YIo26Xc8tqVKPVvdIBwgggAACCCCAAAIIIIAAAggggAACCBROIFWwmipUzRSuEqwWrj7t3PPHWj/rIv1sa8IwWht+Hlqv6y75mbZE+3lT9w2v0erW9tuOWm8uGa6aVdYAJqtux/X6cnAsEb/Ruv3ZedICy9L69/tVdVo7DpZdI4AAAm0qEL7GW1fIR3bo+nNCO49+oTalTjtmha6arf8J78vRPls/KnpAAAEEEEAAgY4uEHs/lCwR+Yxo//zIZ8a8z5hI3pDYQXvkDUnZR/ygIjmC/T1y9uOOnEv27CH7VrQonEC2NVZz2TPBai5KrmtjC1WjF6BUv3PgwIIXm72aGg0kHeizLbtIuHDHLoq8MLZlGdgXAggUq4D9g0TsDSDBarHWi3EhgAACCCCAgPMCkfdD8RNtou+H4iboOL/3DtOj7bP56HnP6f7LQ/fCRidCFdmX7wSr3jgzCVYN69hRHl4VvfAkfatjC1eti9IP9oZmn9odIxerXfdp+NWrbX8Jv4jINmP1NumOxO0j+wxeFDdLo7ZoS2TWbHt8y5TlHAm9GEqTp0irV22Rohfr9DNWz309vPRBtO9w2JDOjBmuhv+n0hwBBIpHIH6GRuRNblKwmmp2QbrXg1G3q+7CzaqxlpCR/QNKitkgCXdH7B01Wlu2Wtt9R9WjfqOVCXdlmM0YKB5lRoIAAggggAACxSyQOlhV9P2P9XnwKu0N3jFqvbeZqr2X1Cju03Q4KIzdLRk7Xt6/BOPT0J2w1rtDW6hq/SXxfWcs0I4Yhj+Pp3o/agtjk+wj7zNzyT6sJQ/j2o3W6HDWYdVv7CuRu2DDY7JlH3H7HTVao7du0RbC+KL5H55g1bAUHS1YTbwgJV2UbMHq5Eee04C60NIBo6+fLd13bzBwDV7kFQ5ZrYtDJEwdVa3vbF2p39gufHHfJKXrO+EiaVhCh5uHw1PZjit6gUsTrK4aq81TYkshfBBZRmDKrZq86k6tDocE0fC1CMNkhxHpDgEEPC0Q+yARevMYeuPaJ7K2dvDNqpLeCKd7PRg973YNuONnoTfNkZA0cWmZ8OvK1H0XhZZpSbGP6N+S3hBzW5WnT0cODgEEEEAAgXYRyGXGaixYrf7uFq38r3BA+PXXwpOZRmv2bOnee4OfskNL0EWDQJaciwWrWSwSbs+PfR6PnzgWl29YGUT5o6GJY8H3lX2iyybmln3Y84KEjMSq5s2TtXpRir7nPad5uiP0PJpwzZVyGcJ2OanZaViAYNXwVCBYTfi2Jxp+hi7skf/JYxeXFB9QoxeySLAau/DFfZOU0HfkQ3iqsNewjM41Dx+LgmGvohfX0DeGOa6xGvnWasq9un3P7GAwzTeOzpWInhBAoL0FbOtAPTtAK6y7FKbU6bn+K0JvEuNCz9xeD0KvNaN1+yNjtfnqFGt2J35BlWIfAx4LzQqIvqbEzRiJrJXd3nbsHwEEEEAAAQS8IWC2xmo0QE24dT15KaU0M2G9gWZ4FHlaRD+P24PVhHwjxeSuSC1yyz4yTcRK/vwf7dserEbOBd6zGp4XhW9OsGpoTLCaJlgNz/iJfNuT28Ulx2A13LfCs5uKKVhNvoUgfELFfYuV5uFVibcZhC+UibcXELIa/k9KcwQQKDKB+AX2I6Fo/PIpkRmrWYLVuNeayaqLBLVJM1YzzYqNf6OcjMWM1SI7gRgOAggggAACHhDIJfRLeEbHhwlL6yV9MW09/DOXfj3Al9MhGFqk+jwemdyVmG/Yg9WE2/5zyz5SBauxtV+jn/kT+04VrEZrznvWnE6LNmhEsGqI3NGCVeW8xmoBZ6wWbbAaW282eiFMu0bOPGlBaL2c2O0bUtC3Zq8uit5SYHsyNt9EGf7fSXMEEChOgcQnlybM2DCZsZpzsBoKaKNLqsTtI/sMhOJ0ZFQIIIAAAggg4F6BXEK/dA8/jn3u/E71aP1mpf25Hrn06141s5GnX2NVkcBy1O167MLN+kHw1voUn8fT3ZE77zlFl5GytrOF3E4EqxddLD33u/DR2vsmWDU7BdqpdSRY3bVrl/EIzjnnnOA2ZWVlxts6scHbh7apW3MflZaWqqSkxLjLkqampmOmW3WUYFWyPaQqGq6m+J3tW56CrbFarMGq7eL8nLUQdfBksoetkTVn42esRoPV4HGdq9eCC5RL+m61Rv/Xytgi1NFvq/gmyvT/U9ojgEAxCSQGq7Y7H8JvTHNeYzXnYDV0i3/qNVYTZqwmvMbEHkBYTIaMBQEEEEAAAQTcLZBLABr5LPlVXTb8D3p6R+QW8VhgGA1WWWM19elgyyfsd7raH84dDVYTP48nPJw7cY3VtGv35/R8mRRrrJ4efqi3pGiwmuK5AIlrrEafU8DDq4rmkkCwaliKjhOsxoeEcUz2WayZnpqXy5PxIg+ysu8g7inQsbXzim0pgMjFOf0TByNrpiYuBRCZvRo66NFTJkurVgcf9BV7oYyBsBSA4f+kNEcAgSITSA5W4768S1ovyjb8NK8HoWVnMi0FkKKPpNumbF8WRpvzRVaRnTwMBwEEEEAAAY8ImASro3V75IHH9qNPs3Sc1YTPjDaoVBlF8M+R93nx7wHtn8cn33O79t70s+Bn8+hPdJ3b+LuuJk+ZrNWrgo9T1e33DNDPbrL+PfITXt5K4fA06WGp8af15EfqpKtrgg9nDY7U3vez9yvybICErUIPMPPI/yFuPgyCVcPqdaxgNQecuIc3heZs8oMAAggggAACCCCAAAIIIIAAAgi4SoB8w1XlKpbBEqwaVoJgNQGMC4/hGURzBBBAAAEEEEAAAQQQQAABBBAoOgHyjaIriRsGRLBqWCWCVUMwmiOAAAIIIIAAAggggAACCCCAAAIIIOBBAYJVw6ISrBqC0RwBBBBAAAEEEEAAAQQQQAABBBBAAAEPChCsGhaVYNUQjOYIIIAAAggggAACCCCAAAIIIIAAAgh4UIBg1bCoBKuGYDRHAAEEEEAAAQQQQAABBBBAAAEEEEDAgwIEq4ZFJVg1BKM5AggggAACCCCAAAIIIIAAAggggAACHhQgWDUsKsGqIRjNEUAAAQQQQAABBBBAAAEEEEAAAQQQ8KAAwaphUQlWDcFojgACCCCAAAIIIIAAAggggAACCCCAgAcFCFYNi0qwaghGcwQQQAABBBBAAAEEEEAAAQQQQAABBDwoQLBqWFSCVUMwmiOAAAIIIIAAAggggAACCCCAAAIIIOBBAYJVw6ISrBqC0RwBBBBAAAEEEEAAAQQQQAABBBBAAAEPChCsGhaVYNUQjOYIIIAAAggggAACCCCAAAIIIIAAAgh4UIBg1bCoxRCsvvvuu4ajpjkCCCCAAAIIIIAAAggggAACCCCAAAIIOClwyimnBLvbtWuXcbfnnHNOcJuysjLjbZ3Y4O1D29StuY9KS0tVUlJi3GVJU1PTMdOtCFZNxWiPAAIIIIAAAggggAACCCCAAAIIIICA9wQIVg1rWgzBaiAQMBw1zRFAAAEEEEAAAQQQQAABBBBAAAEEEEDASYHm5uZgd8xYzVGVYDVHKJohgAACCCCAAAIIIIAAAggggAACCCDgYQGCVcPiEqwagtEcAQQQQAABBBBAAAEEEEAAAQQQQAABDwoQrBoWlWDVEIzmCCCAAAIIIIAAAggggAACCCCAAAIIeFCAYNWwqASrhmA0RwABBBBAAAEEEEAAAQQQQAABBBBAwIMCBKuGRSVYNQSjOQIIIIAAAggggAACCCCAAAIIIIAAAh4UIFg1LCrBqiEYzRFAAAEEEEAAAQQQQAABBBBAAAEEEPCgAMGqYVEJVg3BaI4AAggggAACCCCAAAIIIIAAAggggIAHBQhWDYvaoYLVFr/2vL5Ov96xXYGTK1V1aZWGds8N7KOX79YfV7+tz+3Nuw3WGXPm6Mun59ZHUqsWvxrrX9X23Xv01rtv6cAJZ2lEn4EaOmyMhvYpzbNTNkMAAQQQQAABBBBAAAEEEEAAAQQQQMBcgGDV0KzDBKstB7Xpoela+IE/JtRphG788Z2q7Jkd7Z0HKvXnfRep+xd80cbNOzfos8tW6uLxvbJ3kNCi6c01WvjkSu08mnrT0lOrNX/KJA09ybhrNkAAAQQQQAABBBBAAAEEEEAAAQQQQMBYgGDVkKyjBKuBwztVt+wmrfskHsh35j1aP2moYnGppM8D+tuRz+Iavvfwd/X+Gb/QyItjIWqq30nHqWuZT8dlqMPBl25V9abtCkTadC7XwK7WCAI6eLhR0ejXIPg1LDvNEUAAAQQQQAABBBBAAAEEEEAAAQQQiBMgWDU8ITwfrLYc1MZV69X9imka0XmnapcmhKun3qB1syplXxFgT22V6jdEY09DUanLj3+liy89OeV2gYblmrZ2nRqtv3at1I3fm6bKL9pu+z/q157XluvOTRvDbSZo6expquhiPIxWbVC/bJSuWTNRD22dqSGZevrTUo26dm20xcQHt2rm2dZ/1mvpqGsU+4sU/FvvDbrhiru0LbHPSQ9p64yMe2rV8bAxAggg4LgA1z/HSekQAQQQQAABBFwmkPb9kMuOo5iHG2c8Urc8tVjjT0v9mVt8ri7mSrpmbASrhqXydLBqv/2/a5UWXjszKVztNaxWa64cGKdm3fb/9jOGkLbmXaanWR6gZY/WLJquOmvWbNfMgak9gC0fXquVVfFjzH90OWx5aINuWLRP/a1YdEokKE21nRWerlT/yIU9eMHfF7zQD1g3StfIFpba/hZ6EYj9fPzMUm396szwi0MO46MJAggg0O4CXP/avQQMAAEEEEAAAQTaWSD9+6HEz3ztPFD37t76bH7FPlWHJzx9/MwNGr/5fG1YPF49gpOZXtQF2SZDuffoGXk7CRCsGsJ7NlhNtaZqQri6vtMkLb6uOmk26GefHtEn8SsBGKl26tJNJ8StLRDevGG5KteuU0A+VV35lGYNS9UosquAtj96heb+OSB1mqCl/z5NFZ2MhpF34+DFel+1NvRfGfxn2pmkVli6qn/4om7t7mNtuGGhdHMoWH3xXHsom/CiGxndn5bqhvf/pxZf2iPv8bIhAggg0OYCXP/anJwdIoAAAggggECRCWR4P0Sw6kytrM/mCzXX9nnZ9rla1oQoaW4wZOUHAecECFYNLT0ZrMaFqj6NGDVT5bsWh9ZXjYSrLY062LVcvdLcYt/84Z+09z3T5QB86v7ls9Xz+NRFaNw4XdVb9+QelEaD2IGadU2tqs4wLG5eza1wdLz2WTNVg7ftx74dy9pdcKZr6MJ+YFkuwSrfsGU1pQECCLhDgOufO+rEKBFAAAEEEECgcAK290MEfQVits9gTViGQcphKb8CDYtuvSVAsGpYT88Fq4mh6rg6LTy/l/xvLFX1k+vVJMnXc65W/mSsYo+hSkb7aMO/aUvt24aag9W37uca3jP1Zg2PX6iZ9ZJSrOuacouPNmruksXaLmnCxBc0vcJwOPk0j7vVwBayBtdNTfNju6CPvHVD8Ns0a43WbDNWk799y2fAbIMAAgi0owDXv3bEZ9cIIIAAAgggUBQCKd4PFcW4vDaI4Gf1u6TwZ24lzBgOPifFvhyf146f42kzAYJVQ2pPBatpQlX7eqW+0tS3/yeyFSRY/c0lmrkrIJXN1MqbqlSerVbvrde0h5Zqj3yaNOlZ1ZyZbYPW/z24DMCdCY+WCi+Abf9bJECN22PwQv+Szg+vsZo5WGW2auurRQ8IIFA0Alz/iqYUDAQBBBBAAAEE2knA9n6IpQCcrEFowtNd28IPhE436SlhPVYnR0BfHUuAYNWw3p4JVh0MVS3CWLA6XoOf+bH0QKX2nrFSF3/tD/pdzXsakPS7B9SszDNWm165VROet+afnqu5N83XuLLMxfJvna+qja9JGqv5N8/VmFLD4ho3TzFDNcPFObIWa2wNVoM1Vq1v1167IP36rcZjZwMEEECg7QS4/rWdNXtCAAEEEEAAgeIUyPR+iGDVqZpZE5Ku0drwZKeMvRKsOoXe4fshWDU8BTwRrDocqhYqWNXhzZp/z0K9KqlXxT1aOXGo0j6+qnmnahffpHXNkvrM1frpY1XwXDVp8XFLIsNyAMFbPqSHIk8htP23Em9DCP5tn255arGsF1nrNoWV/UPLBvCDAAIIuE6A65/rSsaAEUAAAQQQQMBhgQzvh4Y4vKuO2l1yeB2TSLz1n6UAOupZ4vxxE6wamro+WC1AqFqwYFUBNTxeo5n1B62VXjViVK3mV5Ynh6vNjVpfN11LDlgPzyrXpEm1qjkzbQRrWPH0zdOFnZku5vFLB4yMBqdS+Js12+4mPrhVM4O3LdieZHiaY8OnIwQQQKBNBbj+tSk3O0MAAQQQQACBIhRI/36oCAfrwiEFw9I1iQOPfO6OLREQbDHyFm1YPF5MXXJhoYtsyASrhgVxdbBaoFC1cMGqpOYG1d47S+s+CRWqtGysJo++QiPOLFfpkUbt3PWUnnpjsxqOhgt5UrWWTpukioJPVzU8cWiOAAIIIIAAAggggAACCCCAAAIIIOApAYJVw3K6NlgtYKha0GDV6tzfoDUP36i6JmtGarofnyq6D1RDU4PUqUI1Exdq0pmkq4anN80RQAABBBBAAAEEEEAAAQQQQAABBHIUIFjNESrSzJ3BapM21dZo4Qf+0C314+q08PxeCjQs17S169Ro/bZ0khZfV62KLoYg4eaFeHhV3Eha/Nrz+hrVbVqv7QF7wOpT955Vmn7pJI3r06i6xbO0Jji7tVyVlQt146he+R0QWyGAAAIIIIAAAggggAACCCCAAAIIIJBBgGDV8PRwZbDqf00LF83XpuCxlmrMN2t14ynrNdOhUNXqteDBqr1OzX75w7f++7qUytfZ9sf/3qi5DyzW9hbrdz5VDP8P3TW+QqWdDAtNcwQQQAABBBBAAAEEEEAAAQQQQAABBAhWUwqUNDU1HTM9O1wZrDYsV+XadUp1I31rZ6pG/No0WM1SNPtMXKtp+YC5umvKWPWyB7Cmhac9AggggAACCCCAAAIIIIAAAggggAACNgFmrBqeDm4MVhs3Tlf11j1JR+pUqGp1HAtWL9DAtTOkh7+r98/4hUYO/YO2Xd+ovkm/+6WaNVh9636u4T0Ni5BD84Mv3arqTdujYbKv+zQtnTFBA305bEwTBBBAAAEEEEAAAQQQQAABBBBAAAEEsggQrBqeIu4LVv169ZErNH9//IE6GarGB6smoIULVqWAGh6frpn11gqyoZ8JE1/Q9AqT8dEWAQQQQAABBBBAAAEEEEAAAQQQQACB1AIEq4ZnhuuC1ZYG1f50ljZ2GaihfcdpxOCzdNYXBqq8u7NTN5u33a3fLXjRTNM3WgN/eZuGlJltlnPrloN69T/nav7eRqlzpebPvkFjCrWvnAdFQwQQQAABBBBAAAEEEEAAAQQQQAABLwgQrBpW0X3BakCBoz75nM1RU6o1Hzmif3xuAHpcN514vEH7PJsG/H4p8SFXefbFZggggAACCCCAAAIIIIAAAggggAACCFgCBKuG54HrglXD46M5AggggAACCCCAAAIIIIAAAggggAACCGQXIFjNbhTXgmDVEIzmCCCAAAIIIIAAAggggAACCCCAAAIIeFCAYNWwqASrhmA0RwABBBBAAAEEEEAAAQQQQAABBBBAwIMCBKuGRSVYNQSjOQIIIIAAAggggAACCCCAAAIIIIAAAh4UIFg1LCrBqiEYzRFAAAEEEEAAAQQQQAABBBBAAAEEEPCgAMGqYVEJVg3BaI4AAggggAACCCCAAAIIIIAAAggggIAHBQhWDYtKsGoIRnMEEEAAAQQQQAABBBBAAAEEEEAAAQQ8KECwalhUglVDMJojgAACCCCAAAIIIIAAAggggAACCCDgQQGCVcOiEqwagtEcAQQQQAABBBBAAAEEEEAAAQQQQAABDwoQrBoWlWDVEIzmCCCAAAIIIIAAAggggAACCCCAAAIIeFCAYNWwqASrhmA0RwABBBBAAAEEEEAAAQQQQAABBBBAwIMCBKuGRS2GYPXdd981HDXNEUAAAQQQQAABBBBAAAEEEEAAAQQQQMBJgVNOOSXY3a5du4y7Peecc4LblJWVGW/rxAZvH9qmbs19VFpaqpKSEuMuS5qamo6ZblUMwarpmGmPAAIIIIAAAggggAACCCCAAAIIIIAAAs4KHD58mGDVhJRg1USLtggggAACCCCAAAIIIIAAAggggAACCHhTgGDVsK4Eq4ZgNEcAAQQQQAABBBBAAAEEEEAAAQQQQMCDAgSrhkUlWDUEozkCCCCAAAIIIIAAAggggAACCCCAAAIeFCBYNSwqwaohGM0RQAABBBBAAAEEEEAAAQQQQAABBBDwoADBqmFRCVYNwWiOAAIIIIAAAggggAACCCCAAAIIIICABwUIVg2LSrBqCEZzBBBAAAEEEEAAAQQQQAABBBBAAAEEPChAsGpYVIJVQzCaI4AAAggggAACCCCAAAIIIIAAAggg4EEBglXDonaoYLXFr91bHtPa7dsU6H6Zvl11pYb1yA3s0IsL9fp/vqXP7c1Lz1K/W+dq2Om59ZHUqsWv/W++rG3v/Fn1f6nXhycM0ci+/6yvfPU8DetbmmenbIYAAggggAACCCCAAAIIIIAAAggggIC5AMGqoVmHCVZbDuj5ZVN1x/v+mFCnr+vm6+7WZb2yo729ZJwa9laqx0BftHHzH9crcPkaXX5FDh0k7KJp1yr9dN0jeuNo6n2Xnnq17pw6RcNOzj42WiCAAAIIIIAAAggggAACCCCAAAIIINBaAYJVQ8GOEqwG/vaGHr7/ej12JB7IN/g+bfzhMMXiUkmfB/T//IG4ho21VdpfvlxjLomFqKl+J/lUeqJPx2Wow4FNczT5968ruofO/TSomzWCgA78bb+i0a9B8GtYdpojgAACCCCAAAIIIIAAAggggAACCCAQJ0CwanhCeD5YbTmgp+ueUI/vzNDIzm9o2b0J4eqpN2v9jZequ83tnWWV+tNT8cGqCWuXWet0+Xh7j7GtA/XLVPPo49pv/arbpbp54gxdNsh22/9Rv3a/vEw//f0z4Tbf14M3zdCQ401G0Pq2by4ZrppVk1W343p9OVN3u+7T8KtXR1tMfmSHrj/H+s83dd/wGsX+IkX/dmi9rrvkZ9oS3mr0vOd0/+U5rsnQ+kOjBwQQQMAZAa5/zjjSCwIIIIAAAgi4VyDt+yH3HlLRjjz4OXqvpkY/o2f4zF20B8HA3CBAsGpYJU8Hq/bb/7tdqbtnzk4KV3sPX6FfTxgUp2bd9v9/NhhC2pp3mZFmeYCW3Vq1YKoetmbNdsscmNoD2H5fW6HV34kfY/6jy2FL64K9YK8GWLFoTSQoTbWddSFfoQHP3q+q0yQFX1T36vZn79eAx4arRnXaMSscy0b/NlV7L6nR3kiYGnxx2KyxkT5yGB5NEEAAgfYX4PrX/jVgBAgggAACCCDQvgLp3w8FPx/y46DAx1o/6yL9bGts8lNwMlTKz9zhz+cO7p2uOpYAwaphvT0brKZaUzUhXH2i0xTdf8PVSbNBP/vUr4SVAIxU/8fxpSqLW1sgvHn9Mo179HEF5NO3Jzyr2cNTNYrsKqBtdZdoYsL+OwAAIABJREFUzjsBqdP39eCdMzSkk9Ew8m788W+v00X7puq5/iuC/4yGo4k9WmFp3QA9t6RKofmm1sX+Dum2ULC6+Rv2UDbyojtPWhBqE3qxTXgxznvUbIgAAgi0oQDXvzbEZlcIIIAAAgggUJQCGd4PEaw6WzHrM/odGqsBd+zV2PCMVStYTf2Zm2DVWf2O1xvBqmHNPRmsxoWqPo0cM1v93lgUWl81Eq627NeBrv3UO80t9s0f7tTuRtPlAHw65eyhafvc//RUTX51d+5BaTSIHaTZM1bo2+WGxc2reeibsL3WTNXTE281yNJhcKarNG9JlT7IcJE/93XrRWFe6Pb/pBfjvAbNRggggED7CnD9a19/9o4AAggggAAC7S9gez/EQm9OlsOajLRZY3eM1ebgP0PL9RGsOmlMX3YBglXD88FzwWpiqPqtR3X3uN7y77hXk9Y9qSZJvl7ztHr2heqdwerQUzP10rIGQ80Kla9eqq/3TL1Z/Zpv6No3JaVY1zXlFh89ozn/sUjbJP3gqlc0Y4jhcPJpHrduiy1kDa6bmubHtq5OZL3UjBf5D+PXZdUU25IB+YyZbRBAAIH2EuD6117y7BcBBBBAAAEEikUgxfuhYhmaF8YR+2wdCVgJVr1Q12I+BoJVw+p4KlhNE6ra1yv1nZD69v9EtoIEq49fqGvfCEgnztbquVeqX7ZaNT6pmmX3ard8mvLDF/Sjwdk2aP3fg8sA3BF5rFS4v3Dwaf9bygdO2dZLTbsUwKqx2jzlZxqQ8JArRf+79cdADwgggECbC3D9a3NydogAAggggAACRSbA8zOcL4gVWr8yNrw8H8Gq88D0mEqAYNXwvPBMsOpgqGoRxoLVKv3L87OkJeO0u3yNLh+5Xb+dvF+Dkn63RM3KPGO16cU5qvrd65K+oXlzF+ibJ2Yulv/V21T59CuSLtSC2+bpvBMMi2vcPMUM1aQnD8Y6jazFGluDNYc1Vq1gtTa0XEDk9hDrG7gV/Z8LLQ3ADwIIIOACAa5/LigSQ0QAAQQQQACBggpkej/EGqvO0AcfULUqua/Jj+zQ2FdYY9UZZXpJFCBYNTwnPBGsOhyqFipY1d9e0G0L79DLknoPuU+rrxqmtI+v+vQNLVt0vR77VFLfedo480KVGtbWuHnK9U4zLAcQvOVDqguv8RJcLzX830r3hMLgjNXNGvtsZEHtUP+bLyRYNa4XGyCAQPsJcP1rP3v2jAACCCCAAALFIZDh/ZC1Big/Tgskz1itkW1ZvWA99ur26Gdtp/dPfx1FgGDVsNKuD1YLEKoWLFhVQPVrrtK1bx6wVnrVyDErtOCyfsnh6qf79cRDU3Xvh9bDs/ppyg9X6EeD00awhhVP3zzdzNHkbyJjfcQvHTDadhG3Lvo1Wm3bnfWt2vXnSEnLDbDGqmM1pCMEEGg7Aa5/bWfNnhBAAAEEEECgOAXSvx8qzvG6e1TxwaqU/jO3u4+T0be3AMGqYQVcHawWKFQtXLAq6dO3tOyea/XYkVChSk+8UP865jsaWdFPJxzZrz/+8Td6YscLqj8aLuTJV+vBGVM0pODLABieODRHAAEEEEAAAQQQQAABBBBAAAEEEPCUAMGqYTldG6wWMFQtaLBqdf73t7Tqwev08MfWjNR0Pz4N6TFI9R+/JXU6Sz+aco+mDC74YgCGZw/NEUAAAQQQQAABBBBAAAEEEEAAAQS8IkCwalhJdwarTXp+6WTd8b4/dEv9tx7V3eN6K1C/TDWPPq791m9PmKL7b7haQ443BAk3L8TDq+JG0uLX7i2/1MO/f1LbAvaA1afuva7UTy7/V33zjP16+H9fq1XB2a39dNlld+vmMb3zOyC2QgABBBBAAAEEEEAAAQQQQAABBBBAIIMAwarh6eHKYPXvr+iOBbfp+eCxluq8i1fof536hKY7FKpavRY8WLXX6VO//OFb/33Hl8rX2fbHg89ozv2LtK3F+p1PQ752v+658iyVdjIsNM0RQAABBBBAAAEEEEAAAQQQQAABBBAgWE0pUNLU1HTM9OxwZbBav0zjHn1cqW6kb+1M1YhfmwarWYpmn4lrNe33xXm6p+ZC9bYHsKaFpz0CCCCAAAIIIIAAAggggAACCCCAAAI2AWasGp4ObgxW9z89VZNf3Z10pE6FqlbHsWB1nL70X7Ok2irtL1+uMV/Zrldn7Fe/pN/VqVkVKl+9VF/vaViEHJof2DRHk3//ejRM9vWYodrrv69Bvhw2pgkCCCCAAAIIIIAAAggggAACCCCAAAJZBAhWDU8R9wWrfr384CW6bV/8gToZqsYHqyaghQtWpYDq10zVtW9aK8iGfn5w1SuaMcRkfLRFAAEEEEAAAQQQQAABBBBAAAEEEEAgtQDBquGZ4bpgteUtLbv1Wj19/CB9pe+39PUhQ/QvXxykfj2cnbrZvGWhfjt/k5mmb4y+9Kv5OvtEs81ybt1yQC8/Mke3/WW/1PlSLZhzs84r1L5yHhQNEUAAAQQQQAABBBBAAAEEEEAAAQS8IECwalhF9wWrAQWO+uRzNkdNqdbs9+vTzw1AfaU6+XiD9nk2DfzdLyU+5CrPvtgMAQQQQAABBBBAAAEEEEAAAQQQQAABS4Bg1fA8cF2wanh8NEcAAQQQQAABBBBAAAEEEEAAAQQQQACB7AIEq9mN4loQrBqC0RwBBBBAAAEEEEAAAQQQQAABBBBAAAEPChCsGhaVYNUQjOYIIIAAAggggAACCCCAAAIIIIAAAgh4UIBg1bCoBKuGYDRHAAEEEEAAAQQQQAABBBBAAAEEEEDAgwIEq4ZFJVg1BKM5AggggAACCCCAAAIIIIAAAggggAACHhQgWDUsKsGqIRjNEUAAAQQQQAABBBBAAAEEEEAAAQQQ8KAAwaphUQlWDcFojgACCCCAAAIIIIAAAggggAACCCCAgAcFIsFqaw6trKysNZvnve3bh7apW3MflZaWqqSkxLifkqampmOmWxGsmorRHgEEEEAAAQQQQAABBBBAAAEEEEAAAe8JEKwa1pRg1RCM5ggggAACCCCAAAIIIIAAAggggAACCHhQgGDVsKgEq4ZgNEcAAQQQQAABBBBAAAEEEEAAAQQQQMCDAgSrhkUlWDUEozkCCCCAAAIIIIAAAggggAACCCCAAAIeFCBYNSxqMQSr7777ruGoaY4AAggggAACCCCAAAIIIIAAAggggAACTgqccsopre6Oh1e1mtCsg0AgYLYBrRFAAAEEEEAAAQQQQAABBBBAAAEEEEDAUYHm5uZW90ew2mpCsw4IVs28aI0AAggggAACCCCAAAIIIIAAAggggIDTAgSrhqLFsBQAwaph0WiOAAIIIIAAAggggAACCCCAAAIIIICAwwIEq4agBKuGYDRHAAEEEEAAAQQQQAABBBBAAAEEEEDAgwIEq4ZFJVg1BKM5AggggAACCCCAAAIIIIAAAggggAACHhQgWDUsKsGqIRjNEUAAAQQQQAABBBBAAAEEEEAAAQQQ8KAAwaphUQlWDcFojgACCCCAAAIIIIAAAggggAACCCCAgAcFCFYNi0qwaghGcwQQQAABBBBAAAEEEEAAAQQQQAABBDwoQLBqWNQOFay2+LXn9XX69Y7tCpxcqapLqzS0e25gH718t/64+m19bm/ebbDOmDNHXz49tz6SWrX41Vj/qrbv3qO33n1LB044SyP6DNTQYWM0tE9pnp2yGQIIIIAAAggggAACCCCAAAIIIIAAAuYCBKuGZh0mWG05qE0PTdfCD/wxoU4jdOOP71Rlz+xo7zxQqT/vu0jdv+CLNm7euUGfXbZSF4/vlb2DhBZNb67RwidXaufR1JuWnlqt+VMmaehJxl2zAQIIIIAAAggggAACCCCAAAIIIIAAAsYCBKuGZB0lWA0c3qm6ZTdp3SfxQL4z79H6SUMVi0slfR7Q3458FtfwvYe/q/fP+IVGXhwLUVP9TjpOXct8Oi5DHQ6+dKuqN21XINKmc7kGdrVGENDBw42KRr8Gwa9h2WmOAAIIIIAAAggggAACCCCAAAIIIIBAnADBquEJ4flgteWgNq5ar+5XTNOIzjtVuzQhXD31Bq2bVSn7igB7aqtUvyEaexqKSl1+/CtdfOnJKbcLNCzXtLXr1Gj9tWulbvzeNFV+0Xbb/1G/9ry2XHdu2hhuM0FLZ09TRRfjYbRqg/plo3TNmol6aOtMDcnU05+WatS1a6MtJj64VTPPtv6zXktHXaPYX6To39Ju06ohszECCCDQtgJc/9rWm70hgAACCCCAQPEJ8NmuwDX5WBtuGK+7ttl2M/IWbVg8Xj0yfeYu8Kjo3tsCBKuG9fV0sGq//b9rlRZeOzMpXO01rFZrrhwYp2bd9v/2M4aQtuZdpqdZHqBlj9Ysmq46a9Zs18yBqT2ALR9eq5VV8WPMf3Q5bHlog25YtE/9rVh0SiQoTbWdFZ6uVP+nFmv8aZKCL6r7dMtTizVg3Shdo4e0dUY4lo38bcX5emnqXeofCWCtfV2xT9XZAtwchk0TBBBAoO0EuP61nTV7QgABBBBAAIHiFEj/fij4+ZAfBwSsYHWhdHP4M7etx+BkqFSfuSOfzx3YO110TAGCVcO6ezZYTbWmakK4ur7TJC2+rjppNuhnnx7RJ/ErARipdurSTSfErS0Q3rxhuSrXrlNAPlVd+ZRmDUvVKLKrgLY/eoXm/jkgdZqgpf8+TRWdjIaRd+OPn7lB4/dVa0P/lcF/RsPRxB6tsHRV//C3ZdYfYxd9K1h98Vx7KBt+0Q0Gq/YgNfQN3L6MAW7eh8KGCCCAQGEEuP4VxpVeEUAAAQQQQMA9AhneDxGsOlVG63P0i7ogxUQkK1hN+ZmbYNUp/A7bD8GqYek9GazGhao+jRg1U+W7FofWV42Eqy2NOti1XL3S3GLf/OGftPc90+UAfOr+5bPV8/jURWjcOF3VW/fkHpRGg9iBmnVNrarOMCxuXs1tQWdvw9mkwZmu0tzF43Ug3UU+TbD60tgNWnxpj7xGzEYIIIBAuwtw/Wv3EjAABBBAAAEEEGhnAdv7IT7ZOVSL4B2edym2EsDI4B2iVnBNsOqQMd0kCRCsGp4UngtWE0PVcXVaeH4v+d9Yquon16tJkq/nXK38yVjFHkOVjPbRhn/Tltq3DTUHq2/dzzW8Z+rNGh6/UDPrJaVY1zXlFh9t1Nwli7Vd0oSJL2h6heFw8mked2t+jrNJbevqjLw1FJCmvcgnLgUQ3jayXT5DZhsEEECg3QS4/rUbPTtGAAEEEEAAgSIRSPF+qEhG5v5hJCydF7y7dPP5wbtG005mYsaq++vezkdAsGpYAE8Fq2lCVft6pb7S1Lf/J7IVJFj9zSWauSsglc3UypuqVJ6tVu+t17SHlmqPfJo06VnVnJltg9b/PXihvtO+MrakSaG1Uu1/SxmEBi/6L+n88BqraW9LOGB/4NVETZy0VopbNqD1x0EPCCCAQJsKcP1rU252hgACCCCAAAJFKGB7P8RSAIWqT2xd27TL7xGsFgq/w/RLsGpYas8Eqw6GqhZhLFgdr8HP/Fh6oFJ7z1ipi7/2B/2u5j0NSPrdA2pW5hmrTa/cqgnPW/NPz9Xcm+ZrXFnmYvm3zlfVxtckjdX8m+dqTKlhcY2bp5ihmuHhUpG1WGNrsOawxmrSRT79YtzGw2cDBBBAoI0EuP61ETS7QQABBBBAAIGiFcj0fohgtVBlI1gtlCz9xgQIVg3PBk8Eqw6HqoUKVnV4s+bfs1CvSupVcY9WThyqtI+vat6p2sU3aV2zpD5ztX76WBU8V01afNySyLAcQPCWD+mhyELatv9W2icUVmvfFSvVPxyw2m9lYB0ew/95aY4AAu0nwPWv/ezZMwIIIIAAAggUh0CG90NDimOErh9F4uflxKUArlHo7tLgT7Ae+6JrsLr+4DmAdhMgWDWkd32wWoBQtWDBqgJqeLxGM+sPWiu9asSoWs2vLE8OV5sbtb5uupYcsB6eVa5Jk2pVc2baCNaw4umbW+uiruyf/BCp5G8iY33ELx0QW0hbsr5Ju0Zrbbub+OBWzTw7csGP/GViLJh17EjoCAEEECi8ANe/whuzBwQQQAABBBAoboH074eKe9xuGp31Of2aNZER2z8/Z/jM7aYDZKxFJ0CwalgSVwerBQpVCxesSmpuUO29s7Tuk1ChSsvGavLoKzTizHKVHmnUzl1P6ak3NqvhaLiQJ1Vr6bRJqij4dFXDE4fmCCCAAAIIIIAAAggggAACCCCAAAKeEiBYNSyna4PVAoaqBQ1Wrc79DVrz8I2qa7JmpKb78ami+0A1NDVInSpUM3GhJp1Jump4etMcAQQQQAABBBBAAAEEEEAAAQQQQCBHAYLVHKEizdwZrDZpU22NFn7gD91SP65OC8/vpUDDck1bu06N1m9LJ2nxddWq6GIIEm5eiIdXxY2kxa89r69R3ab12h6wB6w+de9ZpemXTtK4Po2qWzxLa4KzW8tVWblQN47qld8BsRUCCCCAAAIIIIAAAggggAACCCCAAAIZBAhWDU8PVwar/te0cNF8bQoea6nGfLNWN56yXjMdClWtXgserNrr1OyXP3zrv69LqXydbX/8742a+8BibW+xfudTxfD/0F3jK1TaybDQNEcAAQQQQAABBBBAAAEEEEAAAQQQQIBgNaVASVNT0zHTs8OVwWrDclWuXadUN9K3dqZqxK9Ng9UsRbPPxLWalg+Yq7umjFUvewBrWnjaI4AAAggggAACCCCAAAIIIIAAAgggYBNgxqrh6eDGYLVx43RVb92TdKROhapWx7Fg9QINXDtDevi7ev+MX2jk0D9o2/WN6pv0u1+qWYPVt+7nGt7TsAg5ND/40q2q3rQ9Gib7uk/T0hkTNNCXw8Y0QQABBBBAAAEEEEAAAQQQQAABBBBAIIsAwarhKeK+YNWvVx+5QvP3xx+ok6FqfLBqAlq4YFUKqOHx6ZpZb60gG/qZMPEFTa8wGR9tEUAAAQQQQAABBBBAAAEEEEAAAQQQSC1AsGp4ZrguWG1pUO1PZ2ljl4Ea2necRgw+S2d9YaDKuzs7dbN529363YIXzTR9ozXwl7dpSJnZZjm3bjmoV/9zrubvbZQ6V2r+7Bs0plD7ynlQNEQAAQQQQAABBBBAAAEEEEAAAQQQ8IIAwaphFd0XrAYUOOqTz9kcNaVa85Ej+sfnBqDHddOJxxu0z7NpwO+XEh9ylWdfbIYAAggggAACCCCAAAIIIIAAAggggIAlQLBqeB64Llg1PD6aI4AAAggggAACCCCAAAIIIIAAAggggEB2AYLV7EZxLQhWDcFojgACCCCAAAIIIIAAAggggAACCCCAgAcFCFYNi0qwaghGcwQQQAABBBBAAAEEEEAAAQQQQAABBDwoQLBqWFSCVUMwmiOAAAIIIIAAAggggAACCCCAAAIIIOBBAYJVw6ISrBqC0RwBBBBAAAEEEEAAAQQQQAABBBBAAAEPChCsGhaVYNUQjOYIIIAAAggggAACCCCAAAIIIIAAAgh4UIBg1bCoBKuGYDRHAAEEEEAAAQQQQAABBBBAAAEEEEDAgwIEq4ZFJVg1BKM5AggggAACCCCAAAIIIIAAAggggAACHhQgWDUsKsGqIRjNEUAAAQQQQAABBBBAAAEEEEAAAQQQ8KAAwaphUQlWDcFojgACCCCAAAIIIIAAAggggAACCCCAgAcFCFYNi0qwaghGcwQQQAABBBBAAAEEEEAAAQQQQAABBDwoQLBqWNRiCFbfffddw1HTHAEEEEAAAQQQQAABBBBAAAEEEEAAAQScFDjllFNa3V1ZWVmr+8ing7cPbVO35j4qLS1VSUmJcRclTU1Nx0y3KoZg1XTMtEcAAQQQQAABBBBAAAEEEEAAAQQQQAABZwUOHz7c6g4JVltNSAcIIIAAAggggAACCCCAAAIIIIAAAggg4CYBglXDajFj1RCM5ggggAACCCCAAAIIIIAAAggggAACCHhQgGDVsKgEq4ZgNEcAAQQQQAABBBBAAAEEEEAAAQQQQMCDAgSrhkUlWDUEozkCCCCAAAIIIIAAAggggAACCCCAAAIeFCBYNSwqwaohGM0RQAABBBBAAAEEEEAAAQQQQAABBBDwoADBqmFRCVYNwWiOAAIIIIAAAggggAACCCCAAAIIIICABwUIVg2LSrBqCEZzBBBAAAEEEEAAAQQQQAABBBBAAAEEPChAsGpY1A4VrLb4tXvLY1q7fZsC3S/Tt6uu1LAeuYEdenGhXv/Pt/S5vXnpWep361wNOz23PpJatfi1/82Xte2dP6v+L/X68IQhGtn3n/WVr56nYX1L8+yUzRBAAAEEEEAAAQQQQAABBBBAAAEEEDAXIFg1NOswwWrLAT2/bKrueN8fE+r0dd183d26rFd2tLeXjFPD3kr1GOiLNm7+43oFLl+jy6/IoYOEXTTtWqWfrntEbxxNve/SU6/WnVOnaNjJ2cdGCwQQQAABBBBAAAEEEEAAAQQQQAABBForQLBqKNhRgtXA397Qw/dfr8eOxAP5Bt+njT8cplhcKunzgP6fPxDXsLG2SvvLl2vMJbEQNdXvJJ9KT/TpuAx1OLBpjib//nVF99C5nwZ1s0YQ0IG/7Vc0+jUIfg3LTnMEEEAAAQQQQAABBBBAAAEEEEAAAQTiBAhWDU8IzwerLQf0dN0T6vGdGRrZ+Q0tuzchXD31Zq2/8VJ1t7m9s6xSf3oqPlg1Ye0ya50uH2/vMbZ1oH6Zah59XPutX3W7VDdPnKHLBtlu+z/q1+6Xl+mnv38m3Ob7evCmGRpyvMkIWt/2zSXDVbNqsup2XK8v59LdofW67pK9mhpt/6buG16j1bZtJz+yQ9efE/tFcB+q045ZOe0hl1HQBgEEEGh7Aa5/bW/OHhFAAAEEEECguASS3g8V1/BcPZpd92n41ZFP1qN1+7P3q+o064iyf+Z29XEz+HYTIFg1pPd0sGq//b/blbp75uykcLX38BX69YRBcWrWbf//Z4MhpK15lxlplgdo2a1VC6bqYWvWbLfMgak9gO33tRVa/Z34MeY/uhy2tF4UF+zVACsWrYkPQ1Nv/bHWz7pIP9saC2KTQtPgi8He4IvAua9fp4vu2BLqagrBag4VoQkCCBStANe/oi0NA0MAAQQQQACBNhJIfj/URjv2/m4SAuuPf3udLnphrJ5bUqUPEicq2T5zh4JXfhDIT4Bg1dDNs8FqqjVVE8LVJzpN0f03XJ00G/SzT/1KWAnASPV/HF+qsri1BcKb1y/TuEcfV0A+fXvCs5o9PFWjyK4C2lZ3iea8E5A6fV8P3jlDQzoZDSPvxsGL9b6peq7/iuA/s80otdrfobEacMdejQ3PWLWC1c3fsIey1rdpKzQg+u2aFNlPtv7zPhA2RAABBAoswPWvwMB0jwACCCCAAAJFL5Dq/VDRD9olAwzZztP9l0eeuh37XD3gseyfuV1ymAyzyAQIVg0L4slgNS5U9WnkmNnq98ai0PqqkXC1Zb8OdO2n3mlusW/+cKd2N5ouB+DTKWcPTdvn/qenavKru3MPSqNB7CDNnrFC3y43LG5ezUPfNu61Zqqennh7f6oOrQv7Zo3dMVabg/8MLR1AsJoXPhshgICrBLj+uapcDBYBBBBAAAEECiCQ+v1QAXZEl5aAbQarcpjMBBoC+QgQrBqqeS5YTQxVv/Wo7h7XW/4d92rSuifVJMnXa55Wz75QvTNYHXpqpl5a1mCoWaHy1Uv19Z6pN6tf8w1d+6akFOu6ptzio2c05z8WaZukH1z1imYMMRxOPs3jbjWwhay2tVHt3cYC1MgLKsFqPuxsgwAC7hPg+ue+mjFiBBBAAAEEEHBWIN37IWf3Qm9BgeBn9Z9J854LzmDNZTITcgjkI0CwaqjmqWA1TahqX6/Ud0Lq2/8T2QoSrD5+oa59IyCdOFur516pftlq1fikapbdq93yacoPX9CPBmfboPV/D96eH1n/NNJdeB1U+99GWxfz8kc1/JWx4aUCCFZbr08PCCDgGgFrDSuuf64pFwNFAAEEEEAAgQIIZHg/VIC9deAuI2vYSvYHQhOsduBTosCHTrBqCOyZYNXBUDX4ZVB0xmqV/uX5WdKScdpdvkaXj9yu307er0FJv1uiZmWesdr04hxV/e51Sd/QvLkL9M0TMxfL/+ptqnz6FUkXasFt83TeCYbFNW6eYoZqhqc7Bh9QtSp5J9bFfuwr2dd7YY1V4wKxAQIIFIkA178iKQTDQAABBBBAAIF2E8j0fuj6NHc8tttgXbtjawJTjVaneOgzwapri1r0AydYNSyRJ4JVh0PVQgWr+tsLum3hHXpZUu8h92n1VcOU9vFVn76hZYuu12OfSuo7TxtnXqhSw9oaN7e+cawbEHzCYGRpbCn7cgCh/STPWK1RXezBVymeUEiwalwhNkAAgaIU4PpXlGVhUAgggAACCCDQhgLx74facMee3lWmz8zBYDvLZ25P43BwBRMgWDWkdX2wWoBQtWDBqgKqX3OVrn3zgLXSq0aOWaEFl/VLDlc/3a8nHpqqez+0Hp7VT1N+uEI/Gpw2gjWsePrm1oV5Rf/Qei32n9wC0MQX0vA3a7aO7LctWL/OrV/HDo+OEEAAgQIJcP0rECzdIoAAAggggIBrBAhWC1Gq1LOCR+v2Z+9X1WnZP3MXYkz06X0BglXDGrs6WC1QqFq4YFXSp29p2T3X6rEjoUKVnnih/nXMdzSyop9OOLJff/zjb/TEjhdUfzRcyJOv1oMzpmhIwZcBMDxxaI4AAggggAACCCCAAAIIIIAAAggg4CkBglXDcro2WC1gqFrQYNXq/O9vadWD1+nhj60Zqel+fBrSY5DqP35L6nSWfjTlHk0ZXPDFAAzPHpojgAACCCCAAAIIIIAAAggggAACCHhFgGDVsJLuDFab9PzSybrjfX/olvpvPaq7x/VWoH6Zah5kh1JjAAAgAElEQVR9XPut354wRfffcLWGHG8IEm5eiIdXxY2kxa/dW36ph3//pLYF7AGrT917XamfXP6v+uYZ+/Xw/75Wq4KzW/vpssvu1s1jeud3QGyFAAIIIIAAAggggAACCCCAAAIIIIBABgGCVcPTw5XB6t9f0R0LbtPzwWMt1XkXr9D/OvUJTXcoVLV6LXiwaq/Tp375w7f++44vla+z7Y8Hn9Gc+xdpW4v1O5+GfO1+3XPlWSrtZFhomiOAAAIIIIAAAggggAACCCCAAAIIIECwmlKgpKmp6Zjp2eHKYLV+mcY9+rhS3Ujf2pmqEb82DVazFM0+E9dq2u+L83RPzYXqbQ9gTQtPewQQQAABBBBAAAEEEEAAAQQQQAABBGwCzFg1PB3cGKzuf3qqJr+6O+lInQpVrY5jweo4fem/Zkm1VdpfvlxjvrJdr87Yr35Jv6tTsypUvnqpvt7TsAg5ND+waY4m//71aJjs6zFDtdd/X4N8OWxMEwQQQAABBBBAAAEEEEAAAQQQQAABBLIIEKwaniLuC1b9evnBS3TbvvgDdTJUjQ9WTUALF6xKAdWvmapr37RWkA39/OCqVzRjiMn4aIsAAggggAACCCCAAAIIIIAAAggggEBqAYJVwzPDdcFqy1taduu1evr4QfpK32/p60OG6F++OEj9ejg7dbN5y0L9dv4mM03fGH3pV/N19olmm+XcuuWAXn5kjm77y36p86VaMOdmnVeofeU8KBoigAACCCCAAAIIIIAAAggggAACCHhBgGDVsIruC1YDChz1yedsjppSrdnv16efG4D6SnXy8Qbt82wa+LtfSnzIVZ59sRkCCCCAAAIIIIAAAggggAACCCCAAAKWAMGq4XngumDV8PhojgACCCCAAAIIIIAAAggggAACCCCAAALZBQhWsxvFtSBYNQSjOQIIIIAAAggggAACCCCAAAIIIIAAAh4UIFg1LCrBqiEYzRFAAAEEEEAAAQQQQAABBBBAAAEEEPCgAMGqYVEJVg3BaI4AAggggAACCCCAAAIIIIAAAggggIAHBQhWDYtKsGoIRnMEEEAAAQQQQAABBBBAAAEEEEAAAQQ8KECwalhUglVDMJojgAACCCCAAAIIIIAAAggggAACCCDgQQGCVcOiEqwagtEcAQQQQAABBBBAAAEEEEAAAQQQQAABDwoQrBoWlWDVEIzmCCCAAAIIIIAAAggggAACCCCAAAIIeFCAYNWwqASrhmA0RwABBBBAAAEEEEAAAQQQQAABBBBAwIMCBKuGRSVYNQSjOQIIIIAAAggggAACCCCAAAIIIIAAAh4UIFg1LCrBqiEYzRFAAAEEEEAAAQQQQAABBBBAAAEEEPCgAMGqYVGLIVh99913DUdNcwQQQAABBBBAAAEEEEAAAQQQQAABBBBwUuCUU05pdXdlZWWt7iOfDt4+tE3dmvuotLRUJSUlxl2UNDU1HTPdqhiC1UAgYDps2iOAAAIIIIAAAggggAACCCCAAAIIIICAgwLNzc2t7o1gtdWEZh0QrJp50RoBBBBAAAEEEEAAAQQQQAABBBBAAAGnBQhWDUWZsWoIRnMEEEAAAQQQQAABBBBAAAEEEEAAAQQ8KECwalhUglVDMJojgAACCCCAAAIIIIAAAggggAACCCDgQQGCVcOiEqwagtEcAQQQQAABBBBAAAEEEEAAAQQQQAABDwoQrBoWlWDVEIzmCCCAAAIIIIAAAggggAACCCCAAAIIeFCAYNWwqASrhmA0RwABBBBAAAEEEEAAAQQQQAABBBBAwIMCBKuGRSVYNQSjOQIIIIAAAggggAACCCCAAAIIIIAAAh4UIFg1LGqHClZb/Nrz+jr9esd2BU6uVNWlVRraPTewj16+W39c/bY+tzfvNlhnzJmjL5+eWx9JrVr8aqx/Vdt379Fb776lAyecpRF9BmrosDEa2qc0z07ZDAEEEEAAAQQQQAABBBBAAAEEEEAAAXMBglVDsw4TrLYc1KaHpmvhB/6YUKcRuvHHd6qyZ3a0dx6o1J/3XaTuX/BFGzfv3KDPLlupi8f3yt5BQoumN9do4ZMrtfNo6k1LT63W/CmTNPQk467ZAAEEEEAAAQQQQAABBBBAAAEEEEAAAWMBglVDso4SrAYO71Tdspu07pN4IN+Z92j9pKGKxaWSPg/ob0c+i2v43sPf1ftn/EIjL46FqKl+Jx2nrmU+HZehDgdfulXVm7YrEGnTuVwDu1ojCOjg4UZFo1+D4New7DRHAAEEEEAAAQQQQAABBBBAAAEEEEAgToBg1fCE8Hyw2nJQG1etV/crpmlE552qXZoQrp56g9bNqpR9RYA9tVWq3xCNPQ1FpS4//pUuvvTklNsFGpZr2tp1arT+2rVSN35vmiq/aLvt/6hfe15brjs3bQy3maCls6epoovxMFq1Qf2yUbpmzUQ9tHWmhuTS06ENuuGKfaqOtq/X0lHXaK1t24kPbtXMs61fxP9t5K0btPjSHrnshTYIIIBA8Qlw/Su+mjAiBBBAAAEEEGhbgaT3Q227e0/v7U9LNera2CfrdJ+rLYPY3zwtwsEVWIBg1RDY08Gq/fb/rlVaeO3MpHC117BarblyYJyaddv/288YQtqad5meZnmAlj1as2i66qxZs10zB6b2ALZ8eK1WVsWPMf/R5bCl9aK4aJ/6W7HolEgYmmm7j7XhhvG6a1ssiA0Gs3pIW2eEY9ngi8E+3fLUXGnReO2L9Bt8AX5J5z+1WONPy2FsNEEAAQSKSoDrX1GVg8EggAACCCCAQDsIJL8faodBeHSX1qSkleof+bwc/Vy9WAPWpfvMzWdrj54MbXZYBKuG1J4NVlOtqZoQrq7vNEmLr6tOmg362adH9En8SgBGqp26dNMJcWsLhDdvWK7KtesUkE9VVz6lWcNSNYrsKqDtj16huX8OSJ0maOm/T1NFJ6Nh5N3442du0Ph91drQf2Xwn9FwNE2PVvuFOl/979ynC8IzVq1g9cVz7aFs+AVhxfl66RFp7uLxisxRtdqu7M+s1bwLxoYIINBuAlz/2o2eHSOAAAIIIIBAkQikej9UJENz/zCsIHVVf22Ifn62QuyF0s2hYDXlZ24mLbm/7u18BASrhgXwZLAaF6r6NGLUTJXvWhxaXzUSrrY06mDXcvVKc4t984d/0t73TJcD8Kn7l89Wz+NTF6Fx43RVb92Te1AaDWIHatY1tao6w7C4eTUPfdsYnFHaO/H2/lQdWoHpi7pg6wV6MfjP0NIBaYPVpIu8bX/BZQL4QQABBNwiwPXPLZVinAgggAACCCBQKIHU74cKtbcO32/w7tLQRKUD6SYzEax2+NOktQAEq4aCngtWE0PVcXVaeH4v+d9Yquon16tJkq/nXK38yVjFHkOVjPbRhn/Tltq3DTUHq2/dzzW8Z+rNGh6/UDPrJaVY1zXlFh9t1Nwli7Vd0oSJL2h6heFw8mketzZO9tAzFqBGXlBNgtXwLSO6xfYNXD6DZhsEEECg7QW4/rW9OXtEAAEEEEAAgeISSPd+qLhG6YHR2NZZjTyjJPfJTB44fg6hTQUIVg25PRWspglV7euV+kpT3/6fyFaQYPU3l2jmroBUNlMrb6pSebZavbde0x5aqj3yadKkZ1VzZrYNWv/34DIAd26L72hSaK1U+9+CF/O+v9Ko1y4ILxVgFqxG+wr33fqR0wMCCCDQhgLWm1uuf20Izq4QQAABBBBAoOgEMrwfKrqxemVAtmeUsBSAV4pafMdBsGpYE88Eqw6GqhZhLFgdr8HP/Fh6oFJ7z1ipi7/2B/2u5j0NSPrdA2pW5hmrTa/cqgnPW/NPz9Xcm+ZrXFnmYvm3zlfVxtckjdX8m+dqTKlhcY2bp5ihmuHpjsEHVK1J3on1JMILXku/3ktwke01sQddGQ+TDRBAAIF2FuD6184FYPcIIIAAAggg0O4Cmd4PzWSZN0fqE3n+Sey5J6yx6ggsnWQUIFg1PEE8Eaw6HKoWKljV4c2af89CvSqpV8U9WjlxqNI+vqp5p2oX36R1zZL6zNX66WNV8Fw1aWFsSyL7cgChUy55xuo1Cs10Df5Enl5oPbxq6j5Vh9diNTxdaY4AAggUoQDXvyIsCkNCAAEEEEAAgTYViH8/1Ka79vLOgp+jpYcin59t/y1rolOqz9ysserlM6JNjo1g1ZDZ9cFqAULVggWrCqjh8RrNrD9orfSqEaNqNb+yPDlcbW7U+rrpWnLAenhWuSZNqlXNmWkjWMOKp29ufeO4sv8GLb60R1yj5G/JUvWR+EJq/fc1Wmtras1knSnrhcH+21CDyDoxjh0MHSGAAAJtJsD1r82o2RECCCCAAAIIFKkAwWqhChO/XN9I3RINTtN85ma2cKFK0WH6JVg1LLWrg9UChaqFC1YlNTeo9t5ZWvdJqFClZWM1efQVGnFmuUqPNGrnrqf01Bub1XA0XMiTqrV02iRVFHy6quGJQ3MEEEAAAQQQQAABBBBAAAEEEEAAAU8JEKwaltO1wWoBQ9WCBqtW5/4GrXn4RtU1WTNS0/34VNF9oBqaGqROFaqZuFCTziRdNTy9aY4AAggggAACCCCAAAIIIIAAAgggkKMAwWqOUJFm7gxWm7SptkYLP/CHbqkfV6eF5/dSoGG5pq1dp0brt6WTtPi6alV0MQQJNy/Ew6viRtLi157X16hu03ptD9gDVp+696zS9EsnaVyfRtUtnqU1wdmt5aqsXKgbR/XK74DYCgEEEEAAAQQQQAABBBBAAAEEEEAAgQwCBKuGp4crg1X/a1q4aL42BY+1VGO+WasbT1mvmQ6FqlavBQ9W7XVq9ssfvvXf16VUvs62P/73Rs19YLG2t1i/86li+H/orvEVKu1kWGiaI4AAAggggAACCCCAAAIIIIAAAgggQLCaUqCkqanpmOnZ4cpgtWG5KteuU6ob6Vs7UzXi16bBapai2WfiWk3LB8zVXVPGqpc9gDUtPO0RQAABBBBAAAEEEEAAAQQQQAABBBCwCTBj1fB0cGOw2rhxuqq37kk6UqdCVavjWLB6gQaunSE9/F29f8YvNHLoH7Tt+kb1TfrdL9Wswepb93MN72lYhByaH3zpVlVv2h4Nk33dp2npjAka6MthY5oggAACCCCAAAIIIIAAAggggAACCCCQRYBg1fAUcV+w6terj1yh+fvjD9TJUDU+WDUBLVywKgXU8Ph0zay3VpAN/UyY+IKmV5iMj7YIIIAAAggggAACCCCAAAIIIIAAAgikFiBYNTwzXBestjSo9qeztLHLQA3tO04jBp+ls74wUOXdnZ262bztbv1uwYtmmr7RGvjL2zSkzGyznFu3HNSr/zlX8/c2Sp0rNX/2DRpTqH3lPCgaIoAAAggggAACCCCAAAIIIIAAAgh4QYBg1bCK7gtWAwoc9cnnbI6aUq35yBH943MD0OO66cTjDdrn2TTg90uJD7nKsy82QwABBBBAAAEEEEAAAQQQQAABBBBAwBIgWDU8D1wXrBoeH80RQAABBBBAAAEEEEAAAQQQQAABBBBAILsAwWp2o7gWBKuGYDRHAAEEEEAAAQQQQAABBBBAAAEEEEDAgwIEq4ZFJVg1BKM5Agj8//buPT6q6t77+DcRp1yGoFwEFBOocCqY1oIcFSxeAl4il4iWY3mBUQIKNOV2UDhF5EGKeIBSBRoJIqFyKVJOFUSkXkAFJfAU0XICPhYKJLVA8TCn4CDpCPF57cltJjNJZk0ymZnNJ/9QJ7+99trvtbuz883aayOAAAIIIIAAAggggAACCCCAAAI2FCBYNRxUglVDMMoRQAABBBBAAAEEEEAAAQQQQAABBBCwoQDBquGgEqwaglGOAAIIIIAAAggggAACCCCAAAIIIICADQUIVg0HlWDVEIxyBBBAAAEEEEAAAQQQQAABBBBAAAEEbChAsGo4qASrhmCUI4AAAggggAACCCCAAAIIIIAAAgggYEMBglXDQSVYNQSjHAEEEEAAAQQQQAABBBBAAAEEEEAAARsKEKwaDirBqiEY5QgggAACCCCAAAIIIIAAAggggAACCNhQgGDVcFAJVg3BKEcAAQQQQAABBBBAAAEEEEAAAQQQQMCGAgSrhoNKsGoIRjkCCCCAAAIIIIAAAggggAACCCCAAAI2FCBYNRzUWAhWDx8+bNhryhFAAAEEEEAAAQQQQAABBBBAAAEEEECgPgVat25d5+aSkpLq3EY4DXx2Ml/Niq+S0+lUQkKCcRMJLpfrW9OtYiFYNe0z9QgggAACCCCAAAIIIIAAAggggAACCCBQvwJnzpypc4MEq3UmpAEEEEAAAQQQQAABBBBAAAEEEEAAAQQQiCcBglXD0WLGqiEY5QgggAACCCCAAAIIIIAAAggggAACCNhQgGDVcFAJVg3BKEcAAQQQQAABBBBAAAEEEEAAAQQQQMCGAgSrhoNKsGoIRjkCCCCAAAIIIIAAAggggAACCCCAAAI2FCBYNRxUglVDMMoRQAABBBBAAAEEEEAAAQQQQAABBBCwoQDBquGgEqwaglGOAAIIIIAAAggggAACCCCAAAIIIICADQUIVg0HlWDVEIxyBBBAAAEEEEAAAQQQQAABBBBAAAEEbChAsGo4qBdVsFri1sGPXtHa3fnytByg+zMGq0er0MBOvjdHu36zXxd8y53XKeXJaepxZWhtBFSVuFW47wPlf/5nFfylQMeap6pXh3/RDf96m3p0cIbZKJshgAACCCCAAAIIIIAAAggggAACCCBgLkCwamh20QSrJcf1Ts5IzfrCXSmUeLOmTpinAe1qR/tsUV8dOJKuVp0dFcXFH2+UZ9AaDbovhAaq7ML16Uo9vf4l7T0ffN/ONqP0zMhM9bi89r5RgQACCCCAAAIIIIAAAggggAACCCCAQF0FCFYNBS+WYNVzeq+WLZyoV876Azm6Pq8tj/RQZVwq6YJH/+v2+BUW5WaoMHmp+txbGaIG+0xyyNnCoUtrGIfjW6do+Nu7VLGHRinq0szqgUfHTxeqIvo1CH4Nh51yBBBAAAEEEEAAAQQQQAABBBBAAAEE/AQIVg1PCNsHqyXH9Ubeq2r1QLZ6NdqrnOeqhKttpmrj4/3V0sft85x0/WmDf7Bqwtp4/HoNGujbYuXWnoIcZa1ap0Lro2b9NXVotgZ08Xns/7xbBz/I0dNvby6reVBLnshWahOTHtS9dt+inspaOVx5eybqB6E0d3KjJtx7RCMr6vfp+Z5ZWu2z7fCX9mjiD60PqnwvM097xoe0l1B6Qg0CCCDQsAJc/xrWm70hgAACCCCAQOwJBNwPxV4X47ZHnz6vnqPKf7O+RU+9uVAZVwT5vdr6iN+t43aYY6njBKuGo2HrYNX38f9mgzVv3KSAcLV9z+X63ZAufmrWY///vckQ0qe8cXY1ywOUHNTK2SO1zJo126zmwNQ3gE25cblWP+Dfx/B7F8KW1g/F2UfUyYpFs8rD0Jq2O6WN4+/WL3ZWBrHeYFY+gan3h8ER7w+BTq/01PKOb2nhIGuB29KQ9ciM8v8OoX+UIIAAAjEjwPUvZoaCjiCAAAIIIIBAlAQC74ei1BH77bZKYH3q9Qm6+900vbUoQ628v0tvU1qok6Hsp8MRRUiAYNUQ1rbBarA1VauEq68mZmrh5FEBs0G/OedWlZUAjFQvaeJUkt/aAmWbF+So76p18sih+4e8qUk9gxWV78qj/Lx7NeVzj5T4oJY8k63URKNuhF3svVgfHam3Oi73/lvbbFKrfpbS1GnWkYqLuhWsbrvVN5S1LvrL1enNkTpyr/Vv+V/ZpNLtZ5QFrWF3mw0RQACBBhfg+tfg5OwQAQQQQAABBGJMINj9UIx1MW67E/i7cvnv1QuVIWtClDTDG7LyhUD9CRCsGlraMlj1C1Ud6tVnklL2zi1dX7U8XC0p1PGmKWpfzSP2xcc+0cEi0+UAHGp9ffdq2yx8Y6SG7zgYelBaEcR20aTs5bo/2XBwwyov/WvjEWum6pVVH+8P1mD5X8nStM3nr2XVB6uVgWppa9b+ZknTq34eVufZCAEEEGhAAa5/DYjNrhBAAAEEEEAgJgWC3w/FZFft0CnfGax+SwRYB2ewlJ8dLDiGiAkQrBrS2i5YrRqq3rVK8/q2l3vPcxq2/jW5JDnazdDqSf3UvgarkxvG6f2cA4aa3ZS8erFubht8s4I1t2rsPklB1nUNusWXmzXll3OVL+knD21Xdqphd8Ip93vUwCdk9a6NGvhVGaD6P4ZQe7Dqs85q76fKHmUIp8NsgwACCERHgOtfdNzZKwIIIIAAAgjEjkB190Ox00Mb9cT7u/ovpPJl9KxgNa9Txe/SAcvx2ejQOZSGFSBYNfS2VbBaTajqu16po3nwx/+rskUkWF3XT2P3eqQWk7R62mCl1DZWRa8pK+c5HZRDmY+8q0e71rZB3b/vXQZg1kf+DZUtgO37vVusi3nyKvXcnla2VIBpsFq+i9Lwdls/1lit++jRAgIINJiAdSPL9a/BuNkRAggggAACCMSgQA33QzHY2zjuUvkatlLlC6GDHA4vEIvjMY6trhOsGo6HbYLVegxVLcLKYDVD339nvLSorw4mr9GgXrv1+vBCdQn4bJGKVfOMVdd7U5Txh12SbtWMabN1Z4uaB8u9Y7rS39guqZ9mT5+h25obDq5xeZAZqjVcnL1/EVsZuBPrYp+2vZo1VlemaVvmEY30WWCbNVaNB4oNEEAgygJc/6I8AOweAQQQQAABBKIuUNP90MRqnniMeqfjrgNlT3qWTXaqsfsEq3E3urHaYYJVw5GxRbBaz6FqpIJVnX5X0+fM0geS2qc+r9UP9VC1r686t1c5cyfqlXOSOszQlnH95DQcW+PyKo8SlG5f+3IApXWBM1azlFf54ivv+i9H9JT35VVZ0kvlL7Yq/UFR+d/GvWYDBBBAIMoCXP+iPADsHgEEEEAAAQSiLsAb6iMxBOUvlg72Qumqj/6zFEAkRuDibJNg1XDc4z5YjUCoGrFgVR4VrHlIY/cdt1Z6Va8+yzV7QEpguHquUK++OFLPHbNenpWizEeW69Gu1UawhiNefbl1IV7eMfCR/Jou5pWtVf1B6rOGallRxWMLZWvDlC844F1WYBDvMay3gaQhBBBoYAGufw0Mzu4QQAABBBBAIOYECFYjMSTBZwXfoqfetF7+XLlEgHffvLskEkNwUbZJsGo47HEdrEYoVI1csCrp3H7lzB+rV86WDpSzRT893OcB9eqWouZnC/Xxx7/Xq3veVcH5soG8fJSWZGcqNeLLABieOJQjgAACCCCAAAIIIIAAAggggAACCNhKgGDVcDjjNliNYKga0WDVavyr/Vq5ZIKWnbJmpFb35VBqqy4qOLVfSrxOj2bOV2bXiC8GYHj2UI4AAggggAACCCCAAAIIIIAAAgggYBcBglXDkYzPYNWldxYP16wv3KWP1N+1SvP6tpenIEdZq9ap0Pq0eaYWTh6l1CaGIGXlkXh5lV9PStw6+NHLWvb2a8r3+AasDrVsN1g/G/Sw7ry6UMv+c6xWeme3pmjAgHma2qd9eAfEVggggAACCCCAAAIIIIAAAggggAACCNQgQLBqeHrEZbD61XbNmj1d73iP1anb7lmu/2jzqsbUU6hqtRrxYNV3nM655S579N/RxClHI59vntisKQvnKr/E+syh1BsXav7g6+RMNBxoyhFAAAEEEEAAAQQQQAABBBBAAAEEECBYDSqQ4HK5vjU9O+IyWC3IUd9V6xTsQfq6zlQt92vQYLWWQfOdiWuVplwzQ/Oz+qm9bwBrOvDUI4AAAggggAACCCCAAAIIIIAAAggg4CPAjFXD0yEeg9XCN0Zq+I6DAUdaX6Gq1XBlsNpX3/uv8VJuhgqTl6rPDbu1I7tQKQGf5alY3ZS8erFubms4CCGUH986RcPf3lURJjtaZSt34oPq4ghhY0oQQAABBBBAAAEEEEAAAQQQQAABBBCoRYBg1fAUib9g1a0Pltyr6Uf9D7Q+Q1X/YNUENHLBquRRwZqRGrvPWkG29OsnD21XdqpJ/6hFAAEEEEAAAQQQQAABBBBAAAEEEEAguADBquGZEXfBasl+5Tw5Vm806aIbOtylm1NT9f1ruiilVf1O3Sz+aI5en7nVTNPRR9/77Uxd38Jss5CrS47rg5emaPpfCqVG/TV7ylTdFql9hdwpChFAAAEEEEAAAQQQQAABBBBAAAEE7CBAsGo4ivEXrHrkOe+Qo35z1KBqxW63zl0wAHU4dXkTg/owSz1fuaWqL7kKsy02QwABBBBAAAEEEEAAAQQQQAABBBBAwBIgWDU8D+IuWDU8PsoRQAABBBBAAAEEEEAAAQQQQAABBBBAoHYBgtXajfwqCFYNwShHAAEEEEAAAQQQQAABBBBAAAEEEEDAhgIEq4aDSrBqCEY5AggggAACCCCAAAIIIIAAAggggAACNhQgWDUcVIJVQzDKEUAAAQQQQAABBBBAAAEEEEAAAQQQsKEAwarhoBKsGoJRjgACCCCAAAIIIIAAAggggAACCCCAgA0FCFYNB5Vg1RCMcgQQQAABBBBAAAEEEEAAAQQQQAABBGwoQLBqOKgEq4ZglCOAAAIIIIAAAggggAACCCCAAAIIIGBDAYJVw0ElWDUEoxwBBBBAAAEEEEAAAQQQQAABBBBAAAEbChCsGg4qwaohGOUIIIAAAggggAACCCCAAAIIIIAAAgjYUIBg1XBQCVYNwShHAAEEEEAAAQQQQAABBBBAAAEEEEDAhgIEq4aDSrBqCEY5AggggAACCCCAAAIIIIAAAggggAACNhQgWDUc1FgIVg8fPmzYa8oRQAABBBBAAAEEEEAAAQQQQAABBBBAoD4FWrduXefmkpKS6txGOA18djJfzYqvktPpVEJCgnETCS6X61vTrWIhWPV4PKbdph4BBBBAAAEEEEAAAQQQQAABBBBAAAEE6lGguNES9RMAACAASURBVLi4zq0RrNaZ0KwBglUzL6oRQAABBBBAAAEEEEAAAQQQQAABBBCobwGCVUNRZqwaglGOAAIIIIAAAggggAACCCCAAAIIIICADQUIVg0HlWDVEIxyBBBAAAEEEEAAAQQQQAABBBBAAAEEbChAsGo4qASrhmCUI4AAAggggAACCCCAAAIIIIAAAgggYEMBglXDQSVYNQSjHAEEEEAAAQQQQAABBBBAAAEEEEAAARsKEKwaDirBqiEY5QgggAACCCCAAAIIIIAAAggggAACCNhQgGDVcFAJVg3BKEcAAQQQQAABBBBAAAEEEEAAAQQQQMCGAgSrhoN6UQWrJW4d2rVev9uzW57L05XRP0PdW4YG9uUH8/Tx6s90wbe8WVddPWWKfnBlaG0EVJW4VVSwQ7sPHtL+w/t1vPl1uumqzureo4+6X+UMs1E2QwABBBBAAAEEEEAAAQQQQAABBBBAwFyAYNXQ7KIJVktOaOuLYzTnb+5KocSb9PhPn1F629rRPn8hXX8+erdaftdRUVz8ySZ9M2CF7hnYrvYGqlS49q3RnNdW6JPzwTd1thmhmZnD1P0y46bZAAEEEEAAAQQQQAABBBBAAAEEEEAAAWMBglVDsoslWPWc+UR5OU9o/df+QI5r52vjsO6qjEslXfDo9Nlv/Ar/uuzH+uLqX6vXPZUharDPpEvVNMmhS2sYhxPvP6kRW3fLU17TKFmdm1o98OjEmSJVRL8Gwa/hsFOOAAIIIIAAAggggAACCCCAAAIIIICAnwDBquEJYftgteSEtqzcqJb3jdZNjT5R7uIq4WqbyVo/Pl2+KwIcys1QwaaK2NNQVGr809/qnv6XB93Oc2CpRq9dryLru03T9fi/jVb6NT6P/Z9369CHS/XM1i1lNUO0eNJodWts3I06bVCQ01uPrRmqF3eOU2ooLZ3cpMn3HdWIivoCLe79mNb6bDt0yU6Nu963sVPaNHmgjmZW/TyUHVKDAAIIxIgA178YGQi6gQACCCCAAAJREwi4H4paT+y747DuOe3LwZFFToBg1dDW1sGq7+P/TTM0Z+y4gHC1XY9crRnc2U/Neuz/s82GkD7ljcdUszxAySGtmTtGedas2aY1B6a+AWxyz1ytyPDvY/i9C2FL64I996g6WrFoSKFnaUD6bH5lEOsNZvWidmaXxbJ/WqzeY4/q5xsWaOAVpX04tXmyBj6Tr8DANYQ+UoIAAgjEhADXv5gYBjqBAAIIIIAAAlEUCLwfimJnbLrr8O45bYrBYUVYgGDVENi2wWqwNVWrhKsbE4dpwYQRAbNBvzl3Vl/7rwRgpJrYuJma+60tULb5gaVKX7teHjmUMXiDxvcIVlS+K492r7pP0/7skRKHaPH/Ga1uiUbdCLvYG3geHaFNHVd4/60IR6tp0aqfo9vV8ZmjuqNsxqoVrL73I9+ZqNYM1hXqWB6sesNb6fbvPqujfnVhd5sNEUAAgQYX4PrX4OTsEAEEEEAAAQRiTCDY/VCMdTHuuxPWPWfcHzUHEC0BglVDeVsGq36hqkM39R6n5E8XlK6vWh6ulhTpRNNktavmEfviY3/Skb+aLgfgUMsfXK+2TYIPQtGWMRqx81DoQWlFENtZ4x/LVcbVhoMbVrnP4/ntqz7eH6xBKzB9T3fsvEPvef8tXTqgtmC1/Pt3fFg1gA2r02yEAAIIREGA618U0NklAggggAACCMSUQPD7oZjqYtx3Jrx7zrg/bA4gagIEq4b0tgtWq4aqffM05/Z2cu9drBGvbZRLkqPtNK34WZoqX0MViPblpn/XR7mfGWp2VYe8X6ln2+CbHVjXT+MKJAVZ1zXoFl9u0bRFC7Rb0pCh72pMN8PuhFPut25L7WugVgao5Rf7EILV44vV+8M7vDNhAwPYcDrNNggggEDDC3D9a3hz9ogAAggggAACsSVQ3f1QbPUyvnsT1j1n2fJ78X3k9D5aAgSrhvK2ClarCVV91yt1OIM//l+VLSLB6u/v1bhPPVLSOK14IkPJtY3VXzdq9IuLdUgODRv2prKurW2Dun+/fN1Tv5aGla6V6vu9Xk9u0oIOv60ISKVQg9UROnpfTTNb634MtIAAAghEXMBaN7rsD0Rc/yKuzQ4QQAABBBBAIBYFargfisXuxmWfwrrnrHyvSVweM52OugDBquEQ2CZYrcdQ1SKsDFYHquvmn0ovpOvI1St0z41/1B+y/qpOAZ+9oGLVPGPVtf1JDXnHmn/6I017Yqb6JtU8WO6dM5Wx5UNJaZo5dZr6OA0H17g8yAzVGt7u6H1B1ZrAnVgvowp8xL9sjdVnO+rZn68N3KgsvDXuMhsggAACURDg+hcFdHaJAAIIIIAAAjElUNP90LjrY6qrcduZsO45fV4YHbcHTsejKkCwashvi2C1nkPVSAWrOrNNM+fP0Q5J7brN14qh3VXt66uKP1Hugie0vljSVdO0cUyaIp6rWn8NW9lRmxYMVKuK86j25QBKSwNnrD6m0pmu3i+r7bFH9fMqF3mWAjD8PyzlCCAQgwJc/2JwUOgSAggggAACCDSogP/9UIPu+qLZWXj3nBcNDwdabwIEq4aUcR+sRiBUjViwKo8OrMvSuIIT1kqvuql3rmamJweGq8VF2pg3RouOWy/PStawYbnKurbaCNZwxKsvt0LOFR03aUH/yljVqvYuAXB0RGVIGrSJqj9Irf9+TL5zU62ZrFX/ckmwWm/DR0MIIBA1Aa5/UaNnxwgggAACCCAQIwIEq5EfiPDuOSPfL/ZgNwGCVcMRjetgNUKhauSCVUnFB5T73Hit/7p0oJxJaRp+y3266dpkOc8W6ZNPN2jD3m06cL5sIC8bocWjh6lbxKerGp44lCOAAAIIIIAAAggggAACCCCAAAII2EqAYNVwOOM2WI1gqBrRYNVq3H1Aa5Y9rjyXNSO1ui+HurXsrAOuA1JiN2UNnaNh15KuGp7elCOAAAIIIIAAAggggAACCCCAAAIIhChAsBoiVHlZfAarLm3NzdKcv7lLH6nvm6c5t7eT58BSjV67XkXWp85hWjBhhLo1NgQpK4/Ey6v8elLi1qFda5S3daN2e3wDVodats3QmP7D1PeqIuUtGK813tmtyUpPn6PHe7cL74DYCgEEEEAAAQQQQAABBBBAAAEEEEAAgRoECFYNT4+4DFbdH2rO3Jna6j1Wp/rcmavHW2/UuHoKVa1WIx6s+o5TsVvuskf/HY2dcjTy+ebft2jaCwu0u8T6zKFuPX+pZwd2kzPRcKApRwABBBBAAAEEEEAAAQQQQAABBBBAgGA1qECCy+X61vTsiMtg9cBSpa9dr2AP0td1pmq5X4MGq7UMmu9MXKs0udM0PZuZpna+AazpwFOPAAIIIIAAAggggAACCCCAAAIIIICAjwAzVg1Ph3gMVou2jNGInYcCjrS+QlWr4cpg9Q51XpstLfuxvrj61+rV/Y/Kn1ikDgGfvaxidVWHvF+pZ1vDQQih/MT7T2rE1t0VYbKj5Wgtzh6izo4QNqYEAQQQQAABBBBAAAEEEEAAAQQQQACBWgQIVg1PkfgLVt3a8dJ9mlnof6D1Gar6B6smoJELViWPDqwbo3EF1gqypV9Dhr6rMd1M+kctAggggAACCCCAAAIIIIAAAggggAACwQUIVg3PjLgLVksOKPfp8drSuLO6d+irm7pep+u+21nJLet36mZx/jz9YfZ7ZpqOW9T55elKTTLbLOTqkhPa8ZtpmnmkSGqUrpmTJqtPpPYVcqcoRAABBBBAAAEEEEAAAQQQQAABBBCwgwDBquEoxl+w6pHnvEOO+s1Rg6oVnz2rf14wAL20mVo0MagPs9TjdktVX3IVZltshgACCCCAAAIIIIAAAggggAACCCCAgCVAsGp4HsRdsGp4fJQjgAACCCCAAAIIIIAAAggggAACCCCAQO0CBKu1G/lVEKwaglGOAAIIIIAAAggggAACCCCAAAIIIICADQUIVg0HlWDVEIxyBBBAAAEEEEAAAQQQQAABBBBAAAEEbChAsGo4qASrhmCUI4AAAggggAACCCCAAAIIIIAAAgggYEMBglXDQSVYNQSjHAEEEEAAAQQQQAABBBBAAAEEEEAAARsKEKwaDirBqiEY5QgggAACCCCAAAIIIIAAAggggAACCNhQgGDVcFAJVg3BKEcAAQQQQAABBBBAAAEEEEAAAQQQQMCGAgSrhoNKsGoIRjkCCCCAAAIIIIAAAggggAACCCCAAAI2FCBYNRxUglVDMMoRQAABBBBAAAEEEEAAAQQQQAABBBCwoQDBquGgEqwaglGOAAIIIIAAAggggAACCCCAAAIIIICADQUIVg0HlWDVEIxyBBBAAAEEEEAAAQQQQAABBBBAAAEEbChAsGo4qLEQrB4+fNiw15QjgAACCCCAAAIIIIAAAggggAACCCCAQH0KtG7dus7NJSUl1bmNcBr47GS+mhVfJafTqYSEBOMmElwu17emW8VCsGraZ+oRQAABBBBAAAEEEEAAAQQQQAABBBBAoH4Fzpw5U+cGCVbrTEgDCCCAAAIIIIAAAggggAACCCCAAAIIIBBPAgSrhqPFjFVDMMoRQAABBBBAAAEEEEAAAQQQQAABBBCwoQDBquGgEqwaglGOAAIIIIAAAggggAACCCCAAAIIIICADQUIVg0HlWDVEIxyBBBAAAEEEEAAAQQQQAABBBBAAAEEbChAsGo4qASrhmCUI4AAAggggAACCCCAAAIIIIAAAgggYEMBglXDQSVYNQSjHAEEEEAAAQQQQAABBBBAAAEEEEAAARsKEKwaDirBqiEY5QgggAACCCCAAAIIIIAAAggggAACCNhQgGDVcFAvqmC1xK2DH72itbvz5Wk5QPdnDFaPVqGBnXxvjnb9Zr8u+JY7r1PKk9PU48rQ2gioKnGrcN8Hyv/8zyr4S4GONU9Vrw7/ohv+9Tb16OAMs1E2QwABBBBAAAEEEEAAAQQQQAABBBBAwFyAYNXQ7KIJVkuO652ckZr1hbtSKPFmTZ0wTwPa1Y722aK+OnAkXa06OyqKiz/eKM+gNRp0XwgNVNmF69OVenr9S9p7Pvi+nW1G6ZmRmepxee19owIBBBBAAAEEEEAAAQQQQAABBBBAAIG6ChCsGgpeLMGq5/ReLVs4Ua+c9QdydH1eWx7pocq4VNIFj/7X7fErLMrNUGHyUvW5tzJEDfaZ5JCzhUOX1jAOx7dO0fC3d6liD41S1KWZ1QOPjp8uVEX0axD8Gg475QgggAACCCCAAAIIIIAAAggggAACCPgJEKwanhC2D1ZLjuuNvFfV6oFs9Wq0VznPVQlX20zVxsf7q6WP2+c56frTBv9g1YS18fj1GjTQt8XKrT0FOcpatU6F1kfN+mvq0GwN6OLz2P95tw5+kKOn395cVvOgljyRrdQmJj2oe+2+RT2VtXK48vZM1A9Cae7kRk2494hGVtTv0/M9s7TaZ9vhL+3RxB9Kp16foLtnfeTznVv01JsLlXFFKDuiBgEEEIgxAa5/MTYgdAcBBBBAAAEEGlwg4H6owXtg3x1++rx6jir/zdr3d+fA37mVmac940P6Dd6+XhxZnQUIVg0JbR2s+j7+32yw5o2bFBCutu+5XL8b0sVPzXrs/783GUL6lDfOrmZ5gJKDWjl7pJZZs2ab1RyY+gawKTcu1+oH/PsYfu9C2NL6oTj7iDpZsWhWaRha89cpbRx/t36xszKI9Qaz8rmoe38YHPEGqD/aNUGzNEMLB4W4wG1tu+f7CCCAQNQEuP5FjZ4dI4AAAggggECMCATeD8VIx+K/G1UCa+8kpXfT9NaiDLWSFaxuU1qok6HiX4MjaCABglVDaNsGq8HWVK0Srr6amKmFk0cFzAb95pxbVVYCMFK9pIlTSX5rC5RtXpCjvqvWySOH7h/ypib1DFZUviuP8vPu1ZTPPVLig1ryTLZSE426EXax92J9dKTe6rjc+29tf/Gy6mcpTZ1mHam4qFvB6rZbfUNZ66K/XJ3eXKhOr1T9XthdZUMEEEAgqgJc/6LKz84RQAABBBBAIAYEgt0PxUC3bNGFUlvfSUmVv1dnyJoQJc3whqx8IVB/AgSrhpa2DFb9QlWHevWZpJS9c0vXVy0PV0sKdbxpitpX84h98bFPdLDIdDkAh1pf373aNgvfGKnhOw6GHpRWBLFdNCl7ue5PNhzcsMpL/9p4xJqpemXVx/uDNVj+V7I0bfP5a1n1weoMabY1u7WyrVtmvMXs1bDGio0QQCC6Alz/ouvP3hFAAAEEEEAg+gLB74ei3y+b9sB3BqvfEgHW8Ros5WdTHg6rfgQIVg0dbResVg1V71qleX3by73nOQ1b/5pckhztZmj1pH5qX4PVyQ3j9H7OAUPNbkpevVg3tw2+WcGaWzV2n6Qg67oG3eLLzZryy7nKl/STh7YrO9WwO+GU+z1q4BOyVrMcQGWA6v8YQm3Bqje4tdr07m+b0lhjNZzRYhsEEIiiANe/KOKzawQQQAABBBCICYHq7odionN264T3d+dfSOUTk6xgNa9T2bIAUsByfHY7fo6nwQQIVg2pbRWsVhOq+q5X6mge/PH/qmwRCVbX9dPYvR6pxSStnjZYKbWNVdFrysp5TgflUOYj7+rRrrVtUPfvB75YSipfANv3e95Zpsmr1HN7WtlSAaEGq4EvqbJ+ACzvyKzVuo8eLSCAQIMJWDeyXP8ajJsdIYAAAggggEAMCtRwPxSDvY3jLpWvYSuVvxA66MHwArE4HuPY6jrBquF42CZYrcdQ1SKsDFYz9P13xkuL+upg8hoN6rVbrw8vVJeAzxapWDXPWHW9N0UZf9gl6VbNmDZbd7aoebDcO6Yr/Y3tkvpp9vQZuq254eAalweZoVrDxdn7F7GVgTuxLvZp26tfYzXjCv9tCFaNB4oNEEAgygJc/6I8AOweAQQQQAABBKIuUNP9UO0vQI569+OkA9YEpiytzvR5MXR1PSdYjZMxjf1uEqwajpEtgtV6DlUjFazq9LuaPmeWPpDUPvV5rX6oh6p9fdW5vcqZO1GvnJPUYYa2jOsnp+HYGpdXeZSgdPvalwMorQucsZoln4u/d/2XI3pqZZq2Zfo8+s9SAMbDxAYIIBBrAlz/Ym1E6A8CCCCAAAIINLQAb6iPhHj5i6WDvVC66qP/LAUQiRG4ONskWDUc97gPViMQqkYsWJVHBWse0th9x62VXtWrz3LNHpASGK6eK9SrL47Uc8esl2elKPOR5Xq0a7URrOGIV19e3czRmi7mla1V/UFa9pc1n91VPLZQZZHtGh9nqLejoyEEEEAgUgJc/yIlS7sIIIAAAgggEC8CBKuRGKngs4Jv0VPed5RULhHg3XfvpyrWW41EX2jz4hEgWDUc67gOViMUqkYuWJV0br9y5o/VK2dLB8rZop8e7vOAenVLUfOzhfr449/r1T3vquB82UBePkpLsjOVGvFlAAxPHMoRQAABBBBAAAEEEEAAAQQQQAABBGwlQLBqOJxxG6xGMFSNaLBqNf7Vfq1cMkHLTlkzUqv7cii1VRcVnNovJV6nRzPnK7NrxBcDMDx7KEcAAQQQQAABBBBAAAEEEEAAAQQQsIsAwarhSMZnsOrSO4uHa9YX7tJH6u9apXl928tTkKOsVetUaH3aPFMLJ49SahNDkLLySLy8yq8nJW4d/OhlLXv7NeV7fANWh1q2G6yfDXpYd15dqGX/OVYrvbNbUzRgwDxN7dM+vANiKwQQQAABBBBAAAEEEEAAAQQQQAABBGoQIFg1PD3iMlj9artmzZ6ud7zH6tRt9yzXf7R5VWPqKVS1Wo14sOo7Tufccpc9+u9o4pSjkc83T2zWlIVzlV9ifeZQ6o0LNX/wdXImGg405QgggAACCCCAAAIIIIAAAggggAACCBCsBhVIcLlc35qeHXEZrBbkqO+qdQr2IH1dZ6qW+zVosFrLoPnOxLVKU66ZoflZ/dTeN4A1HXjqEUAAAQQQQAABBBBAAAEEEEAAAQQQ8BFgxqrh6RCPwWrhGyM1fMfBgCOtr1DVargyWO2r7/3XeCk3Q4XJS9Xnht3akV2olIDP8lSsbkpevVg3tzUchBDKj2+douFv76oIkx2tspU78UF1cYSwMSUIIIAAAggggAACCCCAAAIIIIAAAgjUIkCwaniKxF+w6tYHS+7V9KP+B1qfoap/sGoCGrlgVfKoYM1Ijd1nrSBb+vWTh7YrO9Wkf9QigAACCCCAAAIIIIAAAggggAACCCAQXIBg1fDMiLtgtWS/cp4cqzeadNENHe7Szamp+v41XZTSqn6nbhZ/NEevz9xqpunoo+/9dqaub2G2WcjVJcf1wUtTNP0vhVKj/po9Zapui9S+Qu4UhQgggAACCCCAAAIIIIAAAggggAACdhAgWDUcxfgLVj3ynHfIUb85alC1Yrdb5y4YgDqcuryJQX2YpZ6v3FLVl1yF2RabIYAAAggggAACCCCAAAIIIIAAAgggYAkQrBqeB3EXrBoeH+UIIIAAAggggAACCCCAAAIIIIAAAgggULsAwWrtRn4VBKuGYJQjgAACCCCAAAIIIIAAAggggAACCCBgQwGCVcNBJVg1BKMcAQQQQAABBBBAAAEEEEAAAQQQQAABGwoQrBoOKsGqIRjlCCCAAAIIIIAAAggggAACCCCAAAII2FCAYNVwUAlWDcEoRwABBBBAAAEEEEAAAQQQQAABBBBAwIYCBKuGg0qwaghGOQIIIIAAAggggAACCCCAAAIIIIAAAjYUIFg1HFSCVUMwyhFAAAEEEEAAAQQQQAABBBBAAAEEELChAMGq4aASrBqCUY4AAggggAACCCCAAAIIIIAAAggggIANBQhWDQeVYNUQjHIEEEAAAQQQQAABBBBAAAEEEEAAAQRsKECwajioBKuGYJQjgAACCCCAAAIIIIAAAggggAACCCBgQwGCVcNBJVg1BKMcAQQQQAABBBBAAAEEEEAAAQQQQAABGwoQrBoOaiwEq4cPHzbsNeUIIIAAAggggAACCCCAAAIIIIAAAgggUJ8CrVu3rnNzSUlJdW4jnAY+O5mvZsVXyel0KiEhwbiJBJfL9a3pVrEQrHo8HtNuU48AAggggAACCCCAAAIIIIAAAggggAAC9ShQXFxc59YIVutMaNYAwaqZF9UIIIAAAggggAACCCCAAAIIIIAAAgjUtwDBqqEoM1YNwShHAAEEEEAAAQQQQAABBBBAAAEEEEDAhgIEq4aDSrBqCEY5AggggAACCCCAAAIIIIAAAggggAACNhQgWDUcVIJVQzDKEUAAAQQQQAABBBBAAAEEEEAAAQQQsKEAwarhoBKsGoJRjgACCCCAAAIIIIAAAggggAACCCCAgA0FCFYNB5Vg1RCMcgQQQAABBBBAAAEEEEAAAQQQQAABBGwoQLBqOKgEq4ZglCOAAAIIIIAAAggggAACCCCAAAIIIGBDAYJVw0G9qILVErcO7Vqv3+3ZLc/l6cron6HuLUMD+/KDefp49We64FverKuunjJFP7gytDYCqkrcKirYod0HD2n/4f063vw63XRVZ3Xv0Ufdr3KG2SibIYAAAggggAACCCCAAAIIIIAAAgggYC5AsGpodtEEqyUntPXFMZrzN3elUOJNevynzyi9be1on7+Qrj8fvVstv+uoKC7+ZJO+GbBC9wxsV3sDVSpc+9Zozmsr9Mn54Js624zQzMxh6n6ZcdNsgAACCCCAAAIIIIAAAggggAACCCCAgLEAwaoh2cUSrHrOfKK8nCe0/mt/IMe187VxWHdVxqWSLnh0+uw3foV/XfZjfXH1r9XrnsoQNdhn0qVqmuTQpTWMw4n3n9SIrbvlKa9plKzOTa0eeHTiTJEqol+D4Ndw2ClHAAEEEEAAAQQQQAABBBBAAAEEEEDAT4Bg1fCEsH2wWnJCW1ZuVMv7RuumRp8od3GVcLXNZK0fny7fFQEO5WaoYFNF7GkoKjX+6W91T//Lg27nObBUo9euV5H13abpevzfRiv9Gp/H/s+7dejDpXpm65aymiFaPGm0ujU27kadNijI6a3H1gzVizvHKTWUlk5u0uT7jmpERX2BFvd+TGt9th26ZKfGXV/6QWn7Zd8c9qJ2Zoe0l1B6Qg0CCCDQsAJc/xrWm70hgAACCCCAQOwJBNwPxV4X475HhveccX+8HEDUBAhWDeltHaz6Pv7fNENzxo4LCFfb9cjVmsGd/dSsx/4/22wI6VPeeEw1ywOUHNKauWOUZ82abVpzYOobwCb3zNWKDP8+ht+7ELa0Lthzj6qjFYtmVoah1W95SpsmD9Sz+ZVBrDc4lU9g+qfF6j32qH6+YYF6/3GyBh4dURamlm57NKT9hNB3ShBAAIEGFeD616Dc7AwBBBBAAAEEYlAg8H4oBjsZ510yu+cceEWcHy7dj6oAwaohv22D1WBrqlYJVzcmDtOCCSMCZoN+c+6svvZfCcBINbFxMzX3W1ugbPMDS5W+dr08cihj8AaN7xGsqHxXHu1edZ+m/dkjJQ7R4v8zWt0SjboRdvGpzaXB56aOK3wC0Bpi1c2TNUe3q+MzR3VH2YxVK1h970e+oaw1g3WFOm4YoaP3Wf8uEBf7sIeIDRFAIEYErOsl178YGQy6gQACCCCAAAJREQh2PxSVjth4p2b3nPyubeNToUEOjWDVkNmWwapfqOrQTb3HKfnTBaXrq5aHqyVFOtE0We2qecS++NifdOSvpssBONTyB9erbZPgg1C0ZYxG7DwUelBaEcR21vjHcpVxteHghlXuM4O0fdXH+4M1aAWm7+mOnXfoPe+/pUsHVBusLr9d7488qo7D1motSwGENUJshAACsSLA9S9WRoJ+IIAAAggggEC0BILfD0WrN/bcr+E9J5OY7HkaNOBREawaYtsuWK0aqvbN05zb28m9d7FGvLZRLkmOttO04mdpqnwNVSDal5v+6NCNlQAAFQJJREFUXR/lfmao2VUd8n6lnm2Db3ZgXT+NK5AUZF3XoFt8uUXTFi3QbklDhr6rMd0MuxNOud+6LbU/pl8ZoJZf7EMJVp+VntykBf1bSSrdx/tp5f8dTqfZBgEEEGh4Aa5/DW/OHhFAAAEEEEAgtgSqux+KrV7Gd2+M7zkJVuN7wGOg9wSrhoNgq2C1mlDVd71ShzP44/9V2SISrP7+Xo371CMljdOKJzKUXNtY/XWjRr+4WIfk0LBhbyrr2to2qPv3vcsAPJPv31DZy6V8v9fLCkY7/Fa9P7yjbK1Uk2DV9yVXpbNbV3QkWK376NECAgg0mIC1bjTXvwbjZkcIIIAAAgggEIMCNdwPxWBv47NL4dxzEqzG51jHUK8JVg0HwzbBaj2GqhZhZbA6UF03/1R6IV1Hrl6he278o/6Q9Vd1CvjsBRWr5hmrru1Pasg71vzTH2naEzPVN6nmwXLvnKmMLR9KStPMqdPUx2k4uMblQWao1vB2R+8Lqsof5/fZ19AlO3XHhzWtsVq5ZIC1GcGq8UCxAQIIRFmA61+UB4DdI4AAAggggEDUBWq6Hxp3fdS7Z4sOhHfPyRqrthj8KB4Ewaohvi2C1XoOVSMVrOrMNs2cP0c7JLXrNl8rhnZXta+vKv5EuQue0PpiSVdN08YxaYp4rmr9NWxlR21aMFDWQ/qlX7UvB1BaFzhj9TG9WDabVZLV9tij+vmGBeq03neGKksBGP5flnIEEIg5Aa5/MTckdAgBBBBAAAEEGljA/36ogXd+kewu9HtOXhR9kZwSETpMglVD2LgPViMQqkYsWJVHB9ZlaVzBCWulV93UO1cz05MDw9XiIm3MG6NFx62XZyVr2LBcZV1bbQRrOOLVl1c3c9S7BMDREZUhadAmqv4gtf77Ma31qbVmspb+5bLK98qWGqi3A6EhBBBAoEEFuP41KDc7QwABBBBAAIEYFCBYjfygmNxzRr437MG+AgSrhmMb18FqhELVyAWrkooPKPe58Vr/delAOZPSNPyW+3TTtclyni3SJ59u0Ia923TgfNlAXjZCi0cPU7eIT1c1PHEoRwABBBBAAAEEEEAAAQQQQAABBBCwlQDBquFwxm2wGsFQNaLBqtW4+4DWLHtceS5rRmp1Xw51a9lZB1wHpMRuyho6R8OuJV01PL0pRwABBBBAAAEEEEAAAQQQQAABBBAIUYBgNUSo8rL4DFZd2pqbpTl/c5c+Ut83T3NubyfPgaUavXa9iqxPncO0YMIIdWtsCFJWHomXV/n1pMStQ7vWKG/rRu32+AasDrVsm6Ex/Yep71VFylswXmu8s1uTlZ4+R4/3bhfeAbEVAggggAACCCCAAAIIIIAAAggggAACNQgQrBqeHnEZrLo/1Jy5M7XVe6xO9bkzV4+33qhx9RSqWq1GPFj1Hadit9xlj/47GjvlaOTzzb9v0bQXFmh3ifWZQ916/lLPDuwmZ6LhQFOOAAIIIIAAAggggAACCCCAAAIIIIAAwWpQgQSXy/Wt6dkRl8HqgaVKX7tewR6kr+tM1XK/Bg1Waxk035m4Vmlyp2l6NjNN7XwDWNOBpx4BBBBAAAEEEEAAAQQQQAABBBBAAAEfAWasGp4O8RisFm0ZoxE7DwUcaX2FqlbDlcHqHeq8Nlta9mN9cfWv1av7H5U/sUgdAj57WcXqqg55v1LPtoaDEEL5ifef1IituyvCZEfL0VqcPUSdHSFsTAkCCCCAAAIIIIAAAggggAACCCCAAAK1CBCsGp4i8ResurXjpfs0s9D/QOszVPUPVk1AIxesSh4dWDdG4wqsFWRLv4YMfVdjupn0j1oEEEAAAQQQQAABBBBAAAEEEEAAAQSCCxCsGp4ZcReslhxQ7tPjtaVxZ3Xv0Fc3db1O1323s5Jb1u/UzeL8efrD7PfMNB23qPPL05WaZLZZyNUlJ7TjN9M080iR1ChdMydNVp9I7SvkTlGIAAIIIIAAAggggAACCCCAAAIIIGAHAYJVw1GMv2DVI895hxz1m6MGVSs+e1b/vGAAemkztWhiUB9mqcftlqq+5CrMttgMAQQQQAABBBBAAAEEEEAAAQQQQAABS4Bg1fA8iLtg1fD4KEcAAQQQQAABBBBAAAEEEEAAAQQQQACB2gUIVms38qsgWDUEoxwBBBBAAAEEEEAAAQQQQAABBBBAAAEbChCsGg4qwaohGOUIIIAAAggggAACCCCAAAIIIIAAAgjYUIBg1XBQCVYNwShHAAEEEEAAAQQQQAABBBBAAAEEEEDAhgIEq4aDSrBqCEY5AggggAACCCCAAAIIIIAAAggggAACNhQgWDUcVIJVQzDKEUAAAQQQQAABBBBAAAEEEEAAAQQQsKEAwarhoBKsGoJRjgACCCCAAAIIIIAAAggggAACCCCAgA0FCFYNB5Vg1RCMcgQQQAABBBBAAAEEEEAAAQQQQAABBGwoQLBqOKgEq4ZglCOAAAIIIIAAAggggAACCCCAAAIIIGBDAYJVw0ElWDUEoxwBBBBAAAEEEEAAAQQQQAABBBBAAAEbChCsGg4qwaohGOUIIIAAAggggAACCCCAAAIIIIAAAgjYUIBg1XBQYyFYPXz4sGGvKUcAAQQQQAABBBBAAAEEEEAAAQQQQACB+hRo3bp1nZtLSkqqcxvhNPDZyXw1K75KTqdTCQkJxk0kuFyub023ioVg1bTP1COAAAIIIIAAAggggAACCCCAAAIIIIBA/QqcOXOmzg0SrNaZkAYQQAABBBBAAAEEEEAAAQQQQAABBBBAIJ4ECFYNR4sZq4ZglCOAAAIIIIAAAggggAACCCCAAAIIIGBDAYJVw0ElWDUEoxwBBBBAAAEEEEAAAQQQQAABBBBAAAEbChCsGg4qwaohGOUIIIAAAggggAACCCCAAAIIIIAAAgjYUIBg1XBQCVYNwShHAAEEEEAAAQQQQAABBBBAAAEEEEDAhgIEq4aDSrBqCEY5AggggAACCCCAAAIIIIAAAggggAACNhQgWDUcVIJVQzDKEUAAAQQQQAABBBBAAAEEEEAAAQQQsKEAwarhoF5UwWqJWwc/ekVrd+fL03KA7s8YrB6tQgM7+d4c7frNfl3wLXdep5Qnp6nHlaG1EVBV4lbhvg+U//mfVfCXAh1rnqpeHf5FN/zrberRwRlmo2yGAAIIIIAAAggggAACCCCAAAIIIICAuQDBqqHZRROslhzXOzkjNesLd6VQ4s2aOmGeBrSrHe2zRX114Ei6WnV2VBQXf7xRnkFrNOi+EBqosgvXpyv19PqXtPd88H0724zSMyMz1ePy2vtGBQIIIIAAAggggAACCCCAAAIIIIAAAnUVIFg1FLxYglXP6b1atnCiXjnrD+To+ry2PNJDlXGppAse/a/b41dYlJuhwuSl6nNvZYga7DPJIWcLhy6tYRyOb52i4W/vUsUeGqWoSzOrBx4dP12oiujXIPg1HHbKEUAAAQQQQAABBBBAAAEEEEAAAQQQ8BMgWDU8IWwfrJYc1xt5r6rVA9nq1Wivcp6rEq62maqNj/dXSx+3z3PS9acN/sGqCWvj8es1aKBvi5VbewpylLVqnQqtj5r119Sh2RrQxeex//NuHfwgR0+/vbms5kEteSJbqU1MelD32n2Leipr5XDl7ZmoH4TS3MmNmnDvEY2sqN+n53tmabXPtsNf2qOJV1p1v9BHVdvMzNOe8SHtKZTeUIMAAgg0nADXv4azZk8IIIAAAgggEJsCAfdDsdnNuO5VqPecP4zro6TzMSBAsGo4CLYOVn0f/282WPPGTQoIV9v3XK7fDenip2Y99v/fmwwhfcobZ1ezPEDJQa2cPVLLrFmzzWoOTH0D2JQbl2v1A/59DL93IWxpXbBnH1EnKxbN2qOJtV6YT2nj+Lv1i52VQaw3mJVPWPrp8+o56oieenOhMq7w78Op15/XhzdPDPg8hJ5SggACCERZgOtflAeA3SOAAAIIIIBA1AUC74ei3iXbdaBu95y24+CAIipAsGrIa9tgNdiaqlXC1VcTM7Vw8qiA2aDfnHOrykoARqqXNHEqyW9tgbLNC3LUd9U6eeTQ/UPe1KSewYrKd+VRft69mvK5R0p8UEueyVZqolE3wi4+9foE3X10pN7quNz7b20zSa36WUpTp1lHlFY2Y9UKVrfd6hvKWjNYl6tT1WD10+c1oeghLRwU4lvEwj4qNkQAAQTqX4DrX/2b0iICCCCAAAIIxJdAsPuh+DqC2O9tne45Y//w6GGMCRCsGg6ILYNVv1DVoV59Jill79zS9VXLw9WSQh1vmqL21TxiX3zsEx0sMl0OwKHW13evts3CN0Zq+I6DoQelFUFsF03KXq77kw0HN6zy0r+EHbFmqnof2/d9vD9Yg1Zguk1pe9K0zftv6dIBoQWr5duGuNxAWMfDRggggECkBLj+RUqWdhFAAAEEEEAgXgSC3w/FS+/jo591ueeMjyOkl7ElQLBqOB62C1arhqp3rdK8vu3l3vOchq1/TS5JjnYztHpSP7WvwerkhnF6P+eAoWY3Ja9erJvbBt+sYM2tGrtPUpB1XYNu8eVmTfnlXOVL+slD25WdatidcMr91m3xCVmrWQ6gMkD1D0lDCVZL/+o2g9mq4YwT2yCAQNQFuP5FfQjoAAIIIIAAAghEWaC6+6Eod8tWu6/LPaetIDiYBhMIFqw+/PDD1e7/5ZdfDvheUlJSg/XXd0efncxXs+Kr5HQ6lZCQYNyHBJfL9a3pVrYKVqsJVX3XK3U0D/74f1W3iASr6/pp7F6P1GKSVk8brJTaBqvoNWXlPKeDcijzkXf1aNfaNqj7973LAMyq8mqpshdL+X7vlhlvaWHyKvXcnla2VIBpsMps1bqPFi0ggEDUBKx1o7n+RY2fHSOAAAIIIIBADAjUcD8UA72zRxfqdM9pDwKOouEFqpuxGixcDRaqWj0mWG34cav7HusxVLU6UxmsZuj774yXFvXVweQ1GtRrt14fXqguAZ8tUrFqnrHqem+KMv6wS9KtmjFttu5sUfNhu3dMV/ob2yX10+zpM3Rb87oz1dxCkBmqNbzd0fuCqpWBLQ5/aY/StteyxqrfD4hIHxftI4AAAvUrwPWvfj1pDQEEEEAAAQTiT6Cm+6HaX4Acf8cbjR7X6Z4zGh1mn7YQqGkpAN9wtbpQlWA1Hk+Deg5VIxWs6vS7mj5nlj6Q1D71ea1+qIeqfX3Vub3KmTtRr5yT1GGGtozrJ2ekx8YKO/M66a1FGap8lVTtywGUditwxmqW8ipffGW1PeqInip7eZX1A2J5x7dYBiDSY0r7CCDQAAJc/xoAmV0ggAACCCCAQEwL8ERi5IfH7J4z8v1hD3YVqG2NVStcrSlUJViNtzMjAqFqxIJVeVSw5iGN3XfcWulVvfos1+wBKYHh6rlCvfriSD13zHp5VooyH1muR7tWG8HW24hVF3Z6lwA4OrIyJA26x6o/SK3/ztJqn1prJmvpXy6t7y1Xp7KQtd4OgIYQQACBqAhw/YsKOztFAAEEEEAAgRgSIFiN/GCY3HNGvjfswb4CtQWroRw5SwGEohQLNREKVSMXrEo6t18588fqlbOlgM4W/fRwnwfUq1uKmp8t1Mcf/16v7nlXBefLgC8fpSXZmUqN+DIAsTCg9AEBBBBAAAEEEEAAAQQQQAABBBBAIFoCBKuG8nH78qoIhqoRDVatxr/ar5VLJmjZKWtGanVfDqW26qKCU/ulxOv0aOZ8ZXaN+GIAhmcP5QgggAACCCCAAAIIIIAAAggggAACdhEgWDUcycpg9ZiubXOjEhISDVuIRrlL7ywerllfuEsfqb9rleb1bS9PQY6yVq1TofVp80wtnDxKqU3C618kXl7l15MStw5+9LKWvf2a8j2+AatDLdsN1s8GPaw7ry7Usv8cq5Xe2a0pGjBgnqb2aR/eAbEVAggggAACCCCAAAIIIIAAAggggAACNQjEa7D67bcl+n9f/l81K75STqdTCQkJxuOc4HK5vjXdqiJYveTv6tD6GjX/TkvTJhq+/qvtmjV7ut7x7tmp2+5Zrv9o86rG1FOoarUa8WDVV+2cW+6yR/8dTZxyNPL55onNmrJwrvJLrM8cSr1xoeYPvk7OeMi/G/7MYI8IIIAAAggggAACCCCAAAIIIIAAAmEKxGuw+tU/Xfrif/6iZhfaRidY/Z+vjql5G4c6t/lh7M9aLchR31XrFOxB+rrOVC0/7xo0WK3lZPediWuVplwzQ/Oz+qm9bwAb5v9h2AwBBBBAAAEEEEAAAQQQQAABBBBAAAFLIB6DVWu26qEvP9VXX3rUunmUZqweP35cjZK+UVKrpmrXoqOcjstiNmAtfGOkhu84GHDG11eoajVcGaz21ff+a7yUm6HC5KXqc8Nu7cguVErAZ3kqVjclr16sm9vW//8Zj2+douFv76oIkx2tspU78UF1cdT/vmgRAQQQQAABBBBAAAEEEEAAAQQQQODiE4inYNUKVN2ef+jE6aM6c+prnT9zqdq3bx+dGatWsOp2u9WkxSVq0baxEr9jnTzGKwtcfGccR4wAAggggAACCCCAAAIIIIAAAggggAACDSyQoJJ/Sqf/Xqxzpy94A9WoB6vWmqt8IYAAAggggAACCCCAAAIIIIAAAggggAAC8SBgvawqasHq2bNndezYMe+MVYLVeDhd6CMCCCCAAAIIIIAAAggggAACCCCAAAIIWALlweqVV16pZs2aef/b9CvB5XIZTze1glQrWD1x4oS++uorlZR4Xz/PFwIIIIAAAggggAACCCCAAAIIIIAAAgggEPMCiYmJat68udq1a9fwwWpxcbFOnjyp06dP65tvvol5LDqIAAIIIIAAAggggAACCCCAAAIIIIAAAghYApdeeqlatGihK664Qo0bN264GavWzq0w9R//+IdcLpe+/vprZq1yTiKAAAIIIIAAAggggAACCCCAAAIIIIBAzAtYs1WbNm2qli1b6rLLLvOGrOF8hbUUgLUj6/H/f/7zn95w9cyZM97/feHCBdZbDWcU2AYBBBBAAAEEEEAAAQQQQAABBBBAAAEEIipgraN6ySWX6Dvf+Y6SkpK8oar1v62gNZyvsINV33DVeoGVNWvVmsXKeqvhDAPbIIAAAggggAACCCCAAAIIIIAAAggggEAkBawA1Zqdas1WdTqddQpVrX7+f9WmEhg6ap0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cxnSp>
        <p:nvCxnSpPr>
          <p:cNvPr id="22" name="21 Conector recto de flecha"/>
          <p:cNvCxnSpPr/>
          <p:nvPr/>
        </p:nvCxnSpPr>
        <p:spPr>
          <a:xfrm>
            <a:off x="709287" y="1470991"/>
            <a:ext cx="0" cy="1402074"/>
          </a:xfrm>
          <a:prstGeom prst="straightConnector1">
            <a:avLst/>
          </a:prstGeom>
          <a:ln>
            <a:solidFill>
              <a:srgbClr val="36A1B0"/>
            </a:solidFill>
            <a:headEnd type="none"/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4288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85" y="1749349"/>
            <a:ext cx="8425067" cy="41631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Salones - Editar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0900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editar la información de un salón, presione el icono «      » correspondiente al salón a editar, realice la modificación necesaria y presione el botón «Guardar» para aplicar los cambios.</a:t>
            </a:r>
            <a:endParaRPr lang="es-CO" sz="1600" dirty="0"/>
          </a:p>
        </p:txBody>
      </p: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590548" y="3427297"/>
            <a:ext cx="193277" cy="25732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9" name="18 Conector recto de flecha"/>
          <p:cNvCxnSpPr/>
          <p:nvPr/>
        </p:nvCxnSpPr>
        <p:spPr>
          <a:xfrm>
            <a:off x="821925" y="3566333"/>
            <a:ext cx="3169050" cy="0"/>
          </a:xfrm>
          <a:prstGeom prst="straightConnector1">
            <a:avLst/>
          </a:prstGeom>
          <a:ln>
            <a:solidFill>
              <a:srgbClr val="36A1B0"/>
            </a:solidFill>
            <a:headEnd type="none"/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" name="AutoShape 6" descr="data:image/png;base64,iVBORw0KGgoAAAANSUhEUgAABVYAAAKjCAYAAAD2wVQ2AAAgAElEQVR4Xuy9CbRUxbX/v0EQRFCIiiBRIBicQSNihCCGGBGjEkXUGMAHoj+fsy6fmjAkAYnD4++sz6cCTyU+o6JBjYhJeIoBBzAKxolIAA0yOKEioiL3v77Vvc+trq4zdfe93X37e9ZiAd11qnZ96tzm8rm7djWrq6urE14kQAIkQAIkQAIkQAIkQAIkQAIkQAIkQAIkQAIkQAKJCTSjWE3Mig1JgARIgARIgARIgARIgARIgARIgARIgARIgARIwBCgWOWDQAIkQAIkQAIkQAIkQAIkQAIkQAIkQAIkQAIkQAIpCVCspgTG5iRAAiRAAiRAAiRAAiRAAiRAAiRAAiRAAiRAAiRAscpngARIgARIgARIgARIgARIgARIgARIgARIgARIgARSEqBYTQmMzUmABEiABEiABEiABEiABEiABEiABJoegYcfflhOPPHEpjcxzogESKDBCFCsNhhadkwCJEACJEACJEACJEACJEACJEACJFAtBChWq2WlGCcJVA4BitXKWQtGQgIkQAIkQAI1S+C5556T3XffXb797W/XLANOnARIgARIgARIoLwEKFbLy5+jk0A1EqBYrcZVY8wkQAIk0AAE7rzzTjnzzDMboGd2SQLRBB588EG5/fbb5ZFHHpEddtiBuEiABEiABEiABEigLAQoVsuCnYOSQFUToFit6uVj8CRAAiRQOgIUq6VjyZ7SEZg7d64cdthhlKrpsLE1CZAACZAACZBAiQmUW6x+/fXX8tVXX8mWLVvMr2+++Ua2bt0qdXV1ZqbNmjWT5s2byzbbbGN+tWzZUrbddlvzOy8SIIHyEKBYLQ93jkoCJEACFUcgrVjF1u3x48fLK6+8YuYydOhQueGGGwI5NmzYMJk1a5Z579NPP5XrrrtO7r33XtmwYYN0795dLr/8chk+fLggW/H+++/38jj11FNlv/32kwkTJnjfR/+vv/66eX/IkCEyduzYnHaXXHKJrFq1KohD30Qs6Hfw4MHefrVP+83+/fub/jWjMizuAw44QH7961/n9YvXTj75ZNl3333NnMEPcdiX3QZ/fvXVV/P6UaZ4A/ffd999smLFCsP0tNNOE8xZL18fiA9tdB5Yp65du+bFctddd8mcOXNk8uTJJuYk7JTb008/Le3bt5eRI0fmsLDnh/7QfurUqTJ79uzgGbr00kuD8bS/GTNm5EhX8MOF54cXCZAACZAACZAACZSKQDnEKkTq5s2bzS+I1EIuSNbWrVubXxCtvEiABBqPAMVq47HmSCRAAiRQ0QTSiFWI0kGDBsnNN99sMg1VnEIEqvjbaaed5MMPPzRzhgD817/+ZSQbhB6k4vnnn2/uR13Nd99917RzhZm+B4F75ZVX5vHD2OhrxIgR0qFDB1m8eHHQBuMNHDjQiFyNA28i1hNOOMG0+8tf/uJdE5XG9pjgA0mr29V1Tq7c23HHHXNEpA4AgQlpiJhx75QpU+Saa67JkcF2G/wZshgC2L5wPy6wfPbZZ+Xuu+82dUkx39NPP10GDBgQyExfH5jHJ598krNOkKDPPPNMTn3TPn36yMcffywzZ840McexgwQdNWqUmReEtcbzk5/8JJC99vx0fX7xi18EDCBzr7rqqiAWrMOxxx5rpP306dMDDCqkbYlc0V9cDI4ESIAESIAESKAqCDSmWP3iiy9k06ZNJkPVvZCZGndpFqvbDmK1TZs2st1228V1wfdJgARKQIBitQQQ2QUJkAAJNAUCacQqhBcyDe3sSTCA8FLZZYtVW6gpK/SBS6Wd3o/fbWEWNpbdD2KB9LznnnsCqQlJB9kH8WiLVbwO+Yl+kYFqZ2O6fbrzGzNmjJGdkKlp5Z4rViEW58+fL3/4wx8CoemKVRWx7vOFe3/605/KvHnzcjI5IY0POuigQEz6uKMve23wZwhZcNCMX5WkyGS1Y4hiZ7PReBHnxIkTAylqx4M1tsfUe1RY43dde8jxyy67LMgwTsu+KXx9cg4kQAIkQAIkQAINT6AxxOqXX34pGzdujBSqkKbIXtWSAFoOQMsAtGjRItj+Dwnrk6woD9CuXTtp1apVycB9+OiFMkkmyo3H7xT06XutZANmO2qMMfwxL5Ub+syTQYsvkl6lnlQJ+kvPpbLnUwIkZemCYrUs2DkoCZAACVQegTRiVQUeMgmRneirj+lmrGLL+tlnny39+vXzysxixSq2uCNzU+UgRN8pp5xitsfbYhWZmBCSkHao7elux0ccYTIX7X//+98bUZhW7rliFeMge3fhwoVe8RgmRXGfSmNf7Law9PWBe3FQlGb3Yp2wNjov7R9SFBnItliNYtejRw95+eWXI+uk2vGgvZsli7E1k3X58uXBOqAcAbJhVSSnZV95X22MiARIgARIgARIoBIJNLRYxffQn3/+ec7UNTsVchS/IFFRa/Wjjz4yv9AeWa14T7f8Y6dWp06dzNZ/vKaXT7AiexVJBaW4yiVWSxF7YX1UtohML1YLo8C7oglQrPIJqXgCU/90m7y2dlniOH951Hny3V33DG3/j3Vvy2+fuiVxf/t16imX/vicxO3ZkASqlUAasYo5an1MyDFkFEKy2vUxbbGK9pBhf/zjH01NVl89UG2D392MVWwHd68jjjjCZMyqBIV8Q3kBbO9X8Qs5Z8eBtig3oGJORaF7En2YWLVf1+38blzjxo3LiV/f94lVzBOvn3XWWUZQuxmrqFVqX48//nhQSsDlpO1s6Yj+3D7Aza6bqnxsMfqjH/3IlGlA7VoVq3Hs3PX2fR3Y84tqr++5vLGuKIFAsVqtnzKMmwRIgARIgAQqm0BDiVWIUpRiwu96qVDV3yFPIVLXrl0r69evN21VtrrUcA+kas+ePaVz585B9qqKVVewIsMVpZ+KPeQqXqxCRI6RmSbgETIdmZ7rZ8uFV4pMvGmoZPJcbVlptxeRUdNl8QUiN1ywQrrvOVkmvz1B5t40VCTIlF1t9S8i/TLvo9+lN/WRad3m5mTTYjTEPHjSgizC/jLhiRvlB89fKPfKIFkxabJk3snG6rYfNUJG3CMy6InuMu1+kUFvT5bJeyLGLjL7gsEyeaGuTMj9khlvaEdrBcHj/hXS/Z6ZWU4iI+5aLBcdKCJ47xiNSaT/xOx8XrlB+ozNUM0w6iVivTbirrnSfbonHjOWHbdUdAZuZX86hEdHsVqtK1dDcY++9yKB3EwiV9tv105G9j1JvrdH71BCf3tnidz74kOy4YvPYinquDNG3hDblg1IoNoJpBWr9nwhWR944AFzOJVmLYaJM8gxZH4ia9Kuv4n+fMIsaSkASFaIUmytxz16OJQdB0Qmtt9jizsuSN6rr7467xCkqIzVO+64wwjdtHIvTKza2/pHjx4diMyojNWosbWOrUpbFaO6vd8ulwAGygftkXmMXygzgIxWd+t+FLtSiVU8HxDvyDJ21wHCF3VvtYwEa6xW+6cO4ycBEiABEiCByiLQEGIVh1IhCUFlpytUQQDSFQkB+P4HQhVlAMJqqCox9INt/kgQ+Na3vmUEK7b+4/IJVrSHXIWQLfSKE6u23MSfx8h0WXzqinCxuv5D+bDjTlnh+qHMvmCSyPgzZMUxY0RUNmZlJ0oQnLFysCVP0X6wzDsyX6ba8/tw/YeyU8ds6QLIyPmDZG63aTJ4UveM+M1K2SDWY1bIGdnXM1K2u0yHWD1mngzKSlLz+p8H5Uhdc/8FvcQ3nhGhehl5Wt9XRpBKVkLbPFRAD5J5faZJdzN2RkQrG12PiTJJBq88IyNc8+ZjjZUjtQt9CnifS4Bilc9ExROAWMX1u1X1h9KEBf3zrn3k/IGjY8Xqzc/MSNwfxqJYrfjHhAGWgEAasQqxp9mD9tBhGYmQbji53s4M9cnLYsUqpCLKAWB7PcoAIAtUhZ9mseIwJr0gNSF43UOswsSqvc2+VGIVsaCvv//97+abahWhUWJVJal9WJfOCXJZ5anbB4T2tddeGxzAhXuUj5Y5QKkGPWhM78cBWqjdGsVOSy+AuX1BhuoBW3Y8vpqsuA8ZxXPmzDHlEdx10EPPkMGMZ4litQRf+OyCBEiABEiABEggIFBqsYoDqiBV9bKlqv75s88+k7feekvef/99b93VuOVBKQBkokKs7r333rHZq5CrhR5sFSdWg4xLK5PUvBaasZqdXZCpiQxPiNXcuqY6LsTqvMOz2Z2WcLVrvobxMqL3nkzGJ8RqTq3YrHANlcAQq9YccrNgsyNqJmn2r/Z4eWI1jkeQjZrJhO2SzboNMlizY9hiNdV8KrRmbNyzXqnvU6xW6sowroAAxOoeHTrL0rX/kD+ufdNLpl/7LtJ9x87mvSRi9ZJHfysLN6yWHq13kOWbP83rE/3hfe03qVhFmYHPvsytmaPZs/Z77VptH1quwG7XeYddpXP7TkF8GzdvlGXrlwd/79mxh7Rt3TYv/jUb1sqaT9flvF5I26Tj+eatg0fN1RfnsrVvmznvtuOukSUd7Mmhn2eWLZBPN280L+/VaU8Z2LN/6FeROy80DOPja/vZ5o3y1tq3pU837NeQSJEfFgSY/d9bC+Ssw09P/NWObGv3WrzyFdkNvNp3Cp1D0gHSiFWtg/nYY48F9VIh+4477jhvxqoKMLsmKF6DHIMM1atYsYoYUA5g5cqV5qf+uFQcoraoCkObiW57tw+x8olVPbFeM3JLKVYRD+JA3JCXyBqNEqtoj/eReesyxSFeeuiWrw8Izf333997yBjKAXTr1s2UAQAPvf+1116LZafSViUqYkRsCxYs8MYDxiNGjBDfM6QMfOuA5wWZ0eeeey7FatIvbrYjARIgARIgARJIRKCUYhWZqh9//HEwrk+q4k1IVSQg4FCrYi7UUe3Vq5fJXsVllxFws19Ro7WQzNVYsaoTUFEK2RiRsSoqO42I/YH8NchYLZFYtbbWm+32Up+xmkpE+sSqlSEarFvIeMnE6khZoeUFtCSCc3CWCl0tHUCxWsxXTOnupVgtHUv21EAEVNpNfupmeXPDe14RCkH6n0ddmEguqSibvfRJeefjNd7M1Z902lvat2or/3bo8FSC7/Glc2Xq/OmBtL247ymBOMN701580MwBsR7bKzerS/Gh3X88daOZJ8Tu42OnBfIUAvHaP98qt775f/LbQ0+Tnx9yYo541T603AHa4YprC7YqrX9x4HFy9g9ON/1ivNv/erdc9cpjcu7eP5TLjjzXO57ODX1gLb6/a08z7opP1hjhHSamEaedPYyM4w1fbgxiueXwM2PFI8Y+8dHJgjUb0nOAPLfqZbOm9xx1sZzad5j3qbQ5okHU3GwGaKvPBv78/LplZp0w59uPHxcpc91ALn5oglnH50fdmljM3jH/brn+xd8Hz4b+MAGc8YMAXetCawKnEasYC5mFV1xxhRFx+Mm3u63e3hqObFFsc0ebAw88UCD/IAVnzJiRk8UaJlZ9NVYRA2qO4po6dWog75CxefjhhwfCUeOwMznt9fAdBAWh547p1pANq7GKvu3DsnSssFIA+j6k8IABA8yckohVZaosfUx9YlUzd/XgKF+pBM2E1fshq90SAojbZadMUMcV8eAbfJW0aO/Go88Qnglc7jPkE6uIf9CgQeZQMmasNtA/vOyWBEiABEiABGqUQKnEKrbz4/tB3/Z/CFaVrGiH78lwQFXc1v+4JYEo/e53vyv4QTkuV6za/WN8fA+YtuaquwVexN6OL2Zr/oox2YxSZF1O7y5zx4tM8m2vX3yRGLGa3UKfyXbFtvXojNX6OqoJSgE42+61PEFkxqoVa7BN3ydWnVIAJpN2t9xt/kE5hESlADJiNShtoCUCTBmC+vIEdrmFRKUA4rJj4x4svh9LgGI1FhEbVAoBSKXz5t8ZGs5X4/+aKlRX6tk3JykpEDaYxok+XKGI9yD+4jJgkaWrpQ8g/a4/aXIwHERf11tOkrj5Yn7fv+dcc19cW+0TbV0hqaJ30XkPeLNjNTDfvBEDBPZvjr08dG18cap09DG0O4Ik/9bUo42Afvq83wdv4f4ktXaVTxK5ue2VPzD9220x/oTHrzGCFHJ13tjpXvHsTt7m7a5v3EOsz4Yrne9/cZaMeup6c/vDx08IFfdR/acVq9qX1rvEdnH3ECh3PGSMvvvuu0a42RmicfPm++EElOnuu+9uyiCU+4L4RIZrmjXWZwhCmRcJkAAJkAAJkAAJlItAqcTqBx98EBxU5WaqqljdunWrka+LFi0qOlsVvCBJu3TpYso34fKJVVuu4kCrXXbZJSXqjMysP7TJOkwJPeUcvlR/cFPO1nk9EMpsR7cOr+o3QSaYA6tGy7CFX8tPrO3q9ZmyxR1eNWLiBHNgVafR/WXt7hPrD7rSUgCokWofdmUfXpUjKB0OVhkA+34drzuyZY10XSFnGEm7QrrLTJmZPfzKe3jVqAkyIXtYVqYmbPYALrvMQrZkQOThVRSrKZ/x9M0pVtMz4x1lIlBrYlWzIYHblWiQfHGyNI1YxRgqM11JqYeHxWVBRgnlqEfGF6f2FScd9V5kkT4y9q5gGLzullHwxeCTpWGxhrVVuetbp7C+7MxTtFl13kOJhCzaholV+z2XR9Iv2ULFatL+2Y4ESIAESIAESIAESIAEKplAKcQqfsiMDFRcYVIVr2/ZskVWr14tr776akG1VV2OWmf1kEMOMW9B3KpcDSsL0KZNG/PDcF6NSCCv5mwjjs2hGoQAxWqDYGWnDUGg1sTqYV0PkjfWv22yIXHZWYgNIVZRo/THD2QySzUrUzMrk4g/n1gtJE6IymPvOsNsbY/LJEWZiP3u/DcTM7JbwQx1T8PqpbrPZSnEKvpU2RmXYavjH3HLKfKboy6Qsx+dYrb1o1RDnLjWe6PEqv01EifefV+jFKsN8cnFPkmABEiABEiABEiABKqFQLFiFXVSP/roIzPdKKnavHlzk9GK+vpvvPFGycTqbrvtJipWIVOTyFXUZG3VqlW1LFH1x0mxWv1r6MyAYrXJLWnTnVAtitXT+g6TkTMvMjVHsdX80ZE3mQOdChGWSZ4MCD8ITdRZxfZ9MIfctUsRhPUTtj5xgs/OWIVgnLYkUzMz6bb6E+4a6z3ULMl2+HKIVQhsCNU3Ln1Cpv7pNvnlC/eZtY0rtUCxmuQJZhsSIAESIAESIAESIAESKJxAsWIVW/u/+uqrQKzqtn/7d0hV/F3FKurs6z2FRy6y7bbbmjMMtHa9Zqn65KpdEgCZrjvvvHMxQ/NeEqhpAhSrNb38lTd51PP8y7K/ysoNa8whT7ZcK1SsIgPyP/98qzkx3haElV5jFdmXODEeWZnH33tBcEgSmJS6xqo+CXadzo8ufdJkjiKzcmDP/rEPi5uxqlvk04jV1878nyADNerwKTcYyMq31r4dHFyF9yErIS+jrlKL1SSZpyi5gAs1YN/bsNYcvIUriQhGuyQZq245h9jFyzaotYxVfBP7ySefmIOieJEACZAACZAACaQjkKkjKDLhiRtlaMd097qtS9lXcZHw7lonUIxY/eKLL2TDhg0GoS1S8XeVqXhd/4xSADh7YMmSJSURq3p4Fc4xsEsA2GIVf8ZllwbA33EQ7XbbbVfry8/5k0BBBChWC8LGmxqCALad/27Rw7L6kzXew4AKEau2lETMqFWKreLf26O3VItYRdx2VifqZyKDNY2wjGur62nXC8W2dpw2bx8KFbXuYYdXgXXU5dZY1X6SHAaFeJ9etiDnoCa7PEDcvEshVm1mcaULtLQC2OoFxsgSTipDk9RY1YzjtF+ntSRWceBT79695ZprrpGxY8emRcX2JEACJEACJJBHwJz+fA9eHiHTrUNXchpmDxoxrXCYyYENBDJ7gIxMnFt/OEuJhyqlDC1lX95pNgKPzLjZA232nC6L7VPAi2Cfc5CO9mMdlJO66+CwmwZ8/lIHVTk3FCNW47JVIVRtwQrJuW7dOnnxxRdl8+bNRUNAvVQcJtujR4+82qoYyxasGMyWq8h23WmnnYqOgR2QQC0SoFitxVWvoDlDND22dK7ct/SJQC4N7PY9OWSPA+WInv1zTqFPK1bR9zkPjZePN39m+tZL62A2tFj1be+GFNNM1Khl8LVDNq9mN+LeOGmY9vAqjedXj18jV73ymPmre2hWVMxhh1dhLr886jxTwsB3uXHaNVbjapbqGs4YeUPQtcrLOFFpC9g4IYrOwySs8oo7aAt9gNGcZc/mHLRlr2uSOMLEqvaTpqyAux61JFavu+46gVzF77xIgARIgARIoBQE6sVquDRN0qYUsejJ3A0pVksSZ2N1UpViVU8dd0W9nqIeIfCjuFKsRj51hYpVbOWHWMXl2/5vZ6qqXEXbjRs3yl/+8hdBtmux1/bbb28SB7p162akqZupGlcSAGIVgpUXCZBAOgIUq+l4sXWJCEB+3f7Xu43Ag5D6Uc8fyMF79I48Gb0QsdquddvgICSMg4OgIJ6O7naw2Yp98zMz5HerFufNCkLv/IGjTWZr2kvFHu6D3Dut1zGmCwg1t7yBr28Vwr06fVf+48hzc+SyLT2jxCrk5H0vzpLz5t9phvjTydck2s6PtrZwTHJolc5B64Uio3bCUefLZ5s3mu3517/4+9At+W6cKhbtg7Si5K5KWbQ5rtdgE8q1f77VrHPUnDEuROSop64396DswLG9BuewttfGXlO07dlpT7ONf9aSOeb5wbM1+djLQ+9Xrmc+OE7wgwPUr9XL7hvP3c3Dr4zsR2vKIit1aK+jDed5y/5qvpbwvN05fEqoxI57losRq88995w5URRbj6IubL9/8sknTZPdd99dBg8eLDvssEPoLVH9Qoxi+5R74Sf1vj7RV9Sl92m/UfPRvvQenP762muvmSwBd2y8N3fu3CDWo48+OpKTywilCr797W/HLV/o+xobePv60ZIIbge+EgmFsEG/4GWPH1WGwWUZxRZcwR0X2CNm5R/2fNjz1JjCGMQ90zqGu+5xzxpiQKzu3FxO7pqEsSj1M1Pww8YbSaDGCWSkaX/p32+BLPBmLGaE2Ip+/WXBwgVVn7FaVctdhWI1Oos3K1cLyVylWI18dAsVq/g3+vPPPzd9++qpuqUA8HdcqLP6xz/+UTZt2lT0lxS28uN78b333jtHrKpQdX/HgHbWKjJe8b0PLxIggXQEKFbT8WLrEhDQ7fmQm5cdeW6kTLWHSytWca9KQgirwXsNMCINYhUnsUPiNYRYxbgQfve++JA8ufIlMxYuyLdzBpweK70gKF9bu8zcM6z3kJxt7ngN7z/+1jORW/QhDSH97Csqa9RdVgjcdq3aJT6pHpx/+9QtoU+HnVFqN4qKEzG88/Ea0zwsdhX0D7z5TMAZYveiw0dHimRfvFF87DWx49+vU08ZtFf/RAIemaZ62etqv4730eelPz7Hy9LHCw336NDZZHlDDhdzFSpWIbdOO+00M/SKFSu8UhPfbI4ePVqefvppU1AfdZxeeeUVc8/VV18tw4cPzws9rl9km06ZMsU75SOOOEJmzJiRE0vc9qbHH3/cyC67X9987Lj0HgixY489VvTvGtSDDz4oV1xxhfkr5o26W5i3Lz4fo1WrVhmm559/vvz6178uaHlx380332zGR0aEew0bNsysi+9yxy2EDfoF+3Hjxskll1xihtEx77vvPiPX7ctl6WMLkThq1CjDBixx6fP02GOPmf9URD0fOp7GFMUAz+rMmTO9tXh/9KMfmXFdTnHPGsZHVos7N/SHy7dOeF3XUp/LhnpmCnrQeBMJkIBkxOoImTBxhUye1D2/HIARWitkwsTuMnnSTI9Y1UxEC2a/CTL3pqGiG3TNGG/jte5yb58xMjNoWp+9mL91PDez0X2/v1MuIMkY5nPMqbEa3DdeZNIxk2VBNjbt387WFemfU5s1TCKWItZ0PHLjinusc+cEziNlxQWDZbIj1uPm4RtHn6ewshL+9+OfIQkTq1aZCsTjlqrIzAHPdXaOCzXqEGZOf5IngT2xFiKK4xYp5fuFitX169fLN998E0hVDGtv/VeRqq/hd0hNfD/wzDPPlKQUQIsWLaRjx44yYMAA2WabbczMtQSAK1XtGqx6kBXuwf28SIAE0hGgWE3Hi61LQEBPnsdhPeY/kMv+Ki+vXWa269vZibolXGt8QqKt+XRdaAS+7FLIOUi3248fZ05i/8+jLpRpLz4o7Vu1ld8ed4W89M4Sk3mI6431b8sOrdtKlx06yW7tO8Vm0JYABbsggYoiUKhYhSyDMMQ3hT5JCvlzwgknmLnefffdQdYkXocowmvPPvtsXhZnXL8qznTblcKE+IQww0/cH3nkkUCuunIvDL72C6Hmmw/imj17tplzlFiFVD377LPz6rhCpo0YMUIGDhwo06dPD8KAVFu5cmWexLvrrrvk8ssvL1iu9unTRw4//HDDGYcjuFmrkIq4Zs2aFcSCtXnggQfkqquukqFDhwYlEwphg07DxCoYv/zyyzkCPIlYRcyQzvPmzQvuVckI0bl8+fK85fXNUxuFvYeM1NNPP92si9un1unF+/Pnz5fFi/N3P6D/MOnue0+fGd86ob2upZawaKhnpqI+mBgMCVQRgUB0PdFdph0zWbo7NVQD8ThmhQwe64pVXwZi/lbwTB/9pf/C7nJGUMfVs2U8JEMzT8Z52iUdwytW3RqzllyrF7j58frEailjDSuNoFnGegCXCtAk9W/zxSbWcJqscDKWk8zD95irtHXFd/iXRLJnyCdW8+adXTd7bF2j/v1EBo2vP7DMZYj48tfTic37fBaRhVvCz4lCxCqyTj/44AMjVXFpxqpmqdrZqpCX+nfc9+abb8obb7xRksOrMDayVn/4wx+aJAbE4ROrvpIAinDnnXeWli1blpAouyKBpk+AYrXpr3HFzXCfqccE2YUIDhmGp/QaIp9u3mhOddfsRpxQjwvbrmcvfTIQnsjKQ8YhrtuevVuuP2myyRDtvDfCphQAACAASURBVMOuOdmv9jZx1HDFFmxsnf7+PeeabFVbxOoW+7ianhUHswQBIRMY3J9ft0weHXlTbEZtCYasui40YxWMFp33QORW/aqbnBVwIWIVMqt79+5y++23G4EEIeRm26kY9Mki3H/QQQfJyJEjczIyk/QbJlYxJWQ04qf1dpZkWrEKYQZ5astP9I0DASAbISqjxKq289Vx1dg181CFmk8wY0xtHybcwp47za7FfT/96U9NVq2b+RolHHXt3GzeNGwQm0+sQox+/PHHeYI5iVgNW0vcO3XqVJk8eXKeqC9ErCJ2ZehmI4MjXvvDH/5g6pn5sm9xfxqxGvb14IujoZ6Zav4MY+wkUG4C9QLNl7WYkYnzjpwrN+5xr/Rxxapmsz5RL6zMfJzsQpVteeLPzUL0iavsa17he099VmvSMcLEam5sWVnmZN6688oTcSWO1StWvXIvK30lN1M479mKy/rUzMuE8/A+u9l7NfPXzfL1x7QiJxPY9wzli1W/0HSFsMrXPNGbxzFb8sLJhLbX+AfPa/brRdLLmkiDH2KW4EOiELGKbfyffPKJV6zactXNYIVYhVQtpVht3bq19O3bV7p06WKyVuPEKt7HpVmrKKmEWq28SIAEkhOgWE3Oii1LRADCc/HKV/KyQnWbM7ZkX/bY1ebke62Lag8N+Ym6ltjSv3f73Uw73d6vdUeR7XrILSeb97u17ywbvvjMCFtky3bfsbPZWt62VVsjYlWqQvAO6TnAxJV0S7XW6oQUPq3vsKoTbnrgUbG1OUv0aFRkN1qCAs/HbSddmbh0RUVOJiaoQsQqxBuyGpHNpzLTlYPIqsNPze2MyDg+SfqNEqvof8yYMSarUUVvWrEKUYYSB3Y5AJ2jvhcmVsNkXNi8o6Qf7lHRbIviOIbKAL9DDttM7XvjxoYgVvGtzNOwwVg+sYrXhwwZYrJxbSmZRKwicxMXpGbS+rOFitUwgQkuv/jFL2Ts2LHmWVPO7rqkEau4FxnRvgxY9/W4dSv0mUnyXLENCZCAn4Atorpg2/SfB9Vv4zfyaZ4Mgjh9DyUBfKUAPP16xarn0CJX4HmkYai0KnAMv1gNOWjJ3eLtxOv2VepYfWI1uvyA5AtKa3nCBWCupEw6j6ivqfxSBtnWSbfNuxI47u8ajNMubs4rVKSGSWfrmZwok2TwpAWSPBu38T51ChGrkKqQq5qpimhdiYr3IDr1ECu8D7H69ttvy9KlS+XLL78sySQhVlHaqnPnznliNazWKuuslgQ9O6lhAhSrNbz4lTR1ZKBCpn68+TNTEgDXbw89TaYteVy+v2vPQKTqn3FwDw7rQRvUG+3Qup307/q9oDalnpz+2pn/I//31gIjPfWwIlfM4kCpXx1+hhzctbe8tGqJGfvUvpmtsSg/8NjSuebPZx1+uvkdYljLB/zHUzeag7BQSxV96H2VxDYsFq11e/LeA/MOyaqG+BsjRj1EK+oArcaIo7HGKESsQpoiW0+zMiG83KzIpELTnmeSfuPEqvs+4kA9zv79++chxSFGWufVvg/y7LbbbgvqgCJL8Z133pEzzzwzp6aqK8/iYnMDSMIoTqS5fdpZv5ibbl13Myvj+rXfL4QN4goTq5Dt6B/b91FKApI0iViF4D7uuONMRjFqxyI7Gf+JcOu12kzixCr6uvLKK3Mw4mAs/OAAp+vamdh2JjBiVvnqq8mbVqza8l7no2t5zTXXGJHrY+r7nIhb28b6bOE4JFArBHIy/JwM1Pr6lBdJr4jDg3JrdtaT0yzQ+vqn9XVXTasEYjWsbx0l7RihNVatmrAiIdu7Y8RqqWP1idXQGqYJDncKr3+azXjN1lhNOo80XyM5fbqZwCLZWr/5PQaZxEmFqSPnc57hnO5zM1RDRXD2noxMXW0OcquvEYw309W3TcMsTdtCxCrKUn311VeRh1ZBpLpidcuWLbJ69Wp5/vnnS1JjFfNEKQBNaoDEhTS1s1bjDrLadtttzfdtxV7mObB/uFRsh7yfBCqYAMVqBS9OLYSGjM///POtRpIi6xS1UH/8wOUmUxV1V5Fdiqv9du3MSe8QqTjY6bCuB5nT5ndt3c5s8UcdVd2irafTo60eAgQZ+vMHfmH6wmFSKmYxJra/4zr+3guMxF3xyRp5fOw0ue/FWWYMFacYC5eKX10fZDL26vTdqpOTEKvvfbIu8pCnWngGo+YIRp99+Xmiw6maAqu0YlUFkL1FGuLt1ltvzalHmUQa2vyS9hsnL31iFWULunbtmrdcBxxwQLBF3r5PD1uyxTEyLCHT7MOqKlGsaoaqXcMUog21Z+3yBnHyLUysJmUD2FFiFcIX9WYhSCFak4hV9Kl1YOfMmRMcvhVWFxft48Sq7wAv9IeyDxDq2BqnFzJUkZ2iWdi6hV8zWO0HLK1Yxb1uLVVf7dUkX1dxa9sUPrc4BxKoJAK5ss2WTWLKAAQHGvnEXc5BP5ZgcgRk8WLVk+3qQEw6RsOL1dLFWl6xGj+PQp7jvJINCZ+h2DIMGkxRYjU64zdnvu4hV9IwvJIyLkSs4uAqCEu7xqqbsWofWqXlASA98f3En/70J5PxWuyF8fH9CnYEQZDiUrGKg7V8UlVf07ZJD7DK+6FBTgY1Pv/myaCgDrRnZlj3+YNk8QVdZPYFk0Ssur3FcrDvR5zTukHm58ri/NdzD1PL+UGTqR1tXdm55vwQIZi/1pDW9mEHC7rPeea+FWMWy0UHZu51f0iRiclz6JvnsLlSMmRf8QQoVuMZsUUDEUAN1d/MnybImIRYRVZgn24HmhqomlUKaYmt/DhUCm3uOepicw8ubPNHlurqT9YYCYtDrjTDEFvbIUfbtm4rKlpxD/rFhVPUNeP17AGjZOTMi8w46OfSw8eYA65QYgDj/X7pHFMiAJIV4nXwXgNk1FPX5xy05SLC9vE5y541feilpQY08zXshHc9Md53Ev3Nw6+MLDdw8UMTTNkDvXwnzEMyo2btMyv/liOJER94/vyQE/O2u7sn1//bocO9QtZtp3Nx+UBY/vapWyKfLMTuiwU3aQmGuW89a7KZ9YIohwgf2fekPBnq44n7UBbiu7vumReLOxdtgJIScWuHtr45+sbCmuGHBqvOeyi0zEDYeHbQeKbP/sHpRZUqSCtWIdZQZ1RPZUc8euo9aq5qBqi9lTzJx0nSfuPEKmTYvffeG0jeJCIK8dn9IjPxnHPOySl1gKxEZDJGiVWtTerLYPQxSMII2QeQwm7N1zCmkHOoYQphqRdKIyAmu1ZrnHyzxy2EDcaOEqt4XzNAkZG53377RbINmy/6uPbaa032q69WbZxYRb8qSvXQKojVGTNm5EhVzfx1JT3G7dChQ94hVoWIVff58a19QzwzSb4+2YYESCCcgJvFGAjK8SKT7MOs8sRqRF3PEorVpPUrK0GsljrWiisFEPeFFHL4WM5tOc9R8mcor8ZqTL1YFUxJM1Z9h2PFTTd433NoVuJ7S9SwELG6dm3mMGQtBWAfXqUSVbNV7axVPVwKu2Lef/99UxpAa56mnQ7GQRkAfK946KGHmtt92aqavarvaRkA/R0xderUKWJ437Pmr6sbOYdArNpVdtPOOqK99+C8+rrVuNM9UC+Qmubrb4V1QGD9OEtvulBWnHqjDBW7Tb0UHfnOhTJ45Rmy+ILMvILMXfPvgNWnNX9boAaZ5W4MdjmZjva8l8oNF6yQkTk7BUrIkV0lIkCxmggTG5WSAKTYhMevMdvnf3fyVabeKqQlMk7XfLJW9rvz30zG6jkDMlvvbemFe5etX24Oqtr45UbzHrbr40K9VEgq7ReHU2n9VLwPqQopqmIWmasQsLg0CxViDpmpdw6fYsSfW8tVyxP851EXhtZhPeGusUaoQlSe0Xe4qdk6760FpqwBrjcufcL8jrgxF2To6gWRO7BnfzMXiDmUMThv/p0574eVG9B6qdoYovqHe/XP4WdLZmTtDur5A2nXum0QH5iAgTs/yNh7X3zICEBcmunrCkm0u/mZGYbbn06+Rnp27OEVfbqOlzz624A94umyQydzkJbKUqwPhLl9aQkDXb+z+55sDjhDeYZZS+YE96K/3xxbz9blib6vO/6XJkYIePdy54xnUoUt1g4SH4Ldt3Z4Tec4+ambA0mP2r32WOin6y0nmS7sDGs3Fnc88L+47ymmGQ5m0+fXxyvN125asQqxA2nnbq3HVvNevXoFAtCtderGpNvrVRgm7TdOrLoyqhCxqluwMScIMpQBQJxxWZW+7dz2vFXcXXbZZWb7ehwj31bwqLXV8XHIlFuDdMqUKWJvKY8Sju64NvOkbBBnnFhFGzBAOYCrr75azj777NCDwZC9ef/993tr9kbVFU0jVhGPZqFqJq3yVumJerfumuIHDa7ULUSs2mUcUOLAdzhWqZ+ZNJ8VbEsCJOAnkLc9PFsOYMQokZn3dJfpmr2VJ7LCT0N3T2tPKj29hzWFSCtXmCUdoyEzVlXOuTU4C4215IdXhYlPPXBKs9cSMs9/ouIP0crln/wZKu7wKus5DoJ2pJrLQNsF5TEmilw5WCZ7DwgrQNCV+AOpELG6Zs2aSKnqy1a1M1rXrVsny5Ytk3fffVe++OKLgmaEEgD4HnqfffaRdu3a5UjVqHIAmrFq11lFfdawK2yLf30GqFPmIShXkZvJOWLUCJkpTsZqtv60GbvfCBkhK6S7yWR1sjStEhhhGakaP+KdJBPzMlZzX3czbBGrJ4v2lRvkwndGmr6S9ZsVudO7y9wxK2SwydDNimSPWMZc5h2ezVjF19GVIhMDYYoYp0l354DDQPTmyNaCHiHeVAQBitUi4PHW9AS0liruvHfEDfL0sgVy4qOTI7M/04+SuQMS0a7R+vyoW41Ew5gH79Fb1ny6zsg4iE/I3eN6DTav+UQb4p65aJbgkKp9Ou4Z1Ft1Y1O5CfHlnh6vWYfIeLQvHKilYkwP39L3IfeQwatXlDjTurLa9qNLn8yReHoIE96HwHUFrS0s0Qb1aW1xqtnA2j/EMdbQlZIYB3LUnadvHe2YsT6Q4bhsJvbrEIyD7hpjyjmEja8ZoOjHlZU2T4j2uBhtZr46qyrRw5ji9X2mHmOyaK8/aXIeArt/3zPj3rDtlT8wL9mx60FtYIIrKvM17mspjVj1bU3W/t339O/uqepor/IK260h7dL0GyVWNQPSzpwtRKwiRggsZC7iQCEIP9S4jBOruA8Zo8ga8B3apbFr5qj2Z8drrxeyeGfPni32tv6o9Qw7AAn3pDkECdL75ptvDjJcXeZJ2GDMJGJVnwW0R+Zz3MFgPlZRAjqtWEUcdiat1jZ1t+nb6+B7rxCxquuE5wP1Y8Fi8eL67Hy8X+pnJu7zge+TAAnEE8ivu2nJAHubrCdDMHNvbo1JO4tJBWNS6am1TYMDhUz4KjasLageQZh0jAYVqyWO1c9D65HWc3dFdtSq569ZRnys6LdAFmRrrCZl7h1HBaVva7xH2CZ9hnwZpXnz9vSfOGM1qPNqP8+O+A0RzuG1a+O//krVotRi1ZWqmsGqv2sdVHzvs2jRIiNXC7mw4wc/iEXWKi4VpW59VTdj1Rarel+cWPWJSo05V3RmPnPmHTlXzIFlQSanXYtYSwGcISuOscShlaHZ/X57O399n+72fh+3xALUvjlPauLNXPlqJKiMkJn3ZCsFZ2WvuCIXzzrEalaQBp/rIfWRU4nVhs76LeRBrNF7KFZrdOHLNW0VaZBly9a+bTL+7G37UXFBQiGzVQWS3RaS7drjrggyWDUTFLLKbY+27Vu1NXVbsW3e3kqufUJcnT9wdE44EK7H3nVGcFDWoL365203V6nnk3YQl7OXPhXUfdXObbkYJlbBSOXrw8dPyMuWVWFoz9fuy86MxPwfGXuXF7Ut+tw5+MZAFqcrDEshVm0mtuC1paktXO3JQDR+a+rRwUu2aEwrVlGuQrNSfWLVzhL2cdX3w2K1BTIC9q2tPTefWMX7Ni9XqKf5Wk8jViGp8A2gfaCPjuXLGtQDipCNiAxN1H+CGBo/frysXLkyOLgoTb8q+SCd7AsyDCUAVNbqe5B7yODUEgUuGxxghexOVx5C9iLD095Cn0SsahvEcemll8q+++5rRDIyHpE1ev755wd1XRGLlkBAJiQkHhghs3XixIlGqroiEXEimxG/7EsF5ciRI3P61zYqC1VcKnP74Cb0gXbIwLTHLYQNxk0iVtFOY8Ofw8Qq3kM2Mp4b+3lCli6Y4nWfgC5ErGIszaRFNi3+s4MSEO4BYMpWy0/Y4xcqVpUFSg6cdtpp5vlwr7TPTJrPA7YlARJIT8AnhfLqYKJb79Zrty6fblPN1mddKIItooPm95Exb08I/pMeROkeXpVziFFuLT+3NqKbFVoZYjUzs1LFmttXLo/cOobpDlDy3QsJNEam12emJZhH1NPmPwDLF2eyZ+giuUH6jJ1pniet5WjGd2qduu+nEavoLu8Qq5wanPUHri2wJ++RTem/Eou7oxCx6isFgC3/tkS1BStkqi1W8feNGzfKSy+9JP/4xz9STwD3f//73zfZqipqbbFqZ6yi1qqbwYq/49Lfo0oBhIlKDTon6zL7HEDEQqzmCNm8GqsQq3Zd1vqsUXxNBcLR6rP0YjU8U9ydt/s5af4u02Vut2n587TEqnLycUyXsRqSVZv66eENpSBAsVoKiuwjMQEVQ7YodDMjwzrz1S3VtujvoE49TY1U93CpqODsOOx2kGR2fVR9D+JSLwhbV5iFZWBGxZBErEK4IbMXly9r1a4HqqLYFqtxglDjc6WkLelUSmKLv12+wBWOxYpVCGiUg8DlZmaqMMU6aEkFH1tbwNrxpRWrdnufWMXYyEhVee8+y4hD6/+6cWoGMLKHVd7GbeUPE6saQ9z9cV+oScWq1pi0t5O7fUNGLV26NMiyg6iDlEP2o32hPuvkyZONdEzbr0o+d2xs3f7Zz34WnJ6u78edcAqhCVHlykMVxehXRXISsYpx0Q6yD1JWL2S/nnvuuV5RpgdOQVrrBbEGEeueeB+WgatZv746o8FnWY8egXiGcPQd3AQhfMopp+SMWwgbjJlUrKItnh2I5CixijWBxIT4DXue3OeiULFqlwRABjJiW758uffLSUsw2DK6ULGKAZAB69bEdQdO88zEfQbwfRIgARIgARKodQKFiFX78CpXpqpE9ZUDsGuyogQA6rWjjn/aq0WLFtKvXz/p2bNnIEdteZpGrCLOjh3D95WHlQJQUXjGysFeCVrxYjUoVYHSA+4K5EtMn0BGRm6YWL1hz8myWLf5o3v8MOz+7nKjlgbI/gAmccaqN6s27ZPD9qUiQLFaKpLsJxEBFUNo7KvlGdUJsv+mzp/uFacqSCFELzp8tLy19u2gNimk5F679pDLHrs6kKXaPkys4vXuO3YWHL6EUgG4UC7APpAK0s89TMrO+MQ92s9hXQ+SvTrtGXrgk0+G4n4Ve5Ckdnajndmo2agQnv/zwoNBBq4tVm3RiHao4xp2hW3Dt2Nx52nHU6hYRU3Udq3aBbVoUUP0tL7DglIDaaSoHZ9dazVNHzZ//DlMrLp1a7Wuq65LWBYq1mTlhjUmeziMubtGPrGqdYTD6t4m+sLMNkoqVtP06WsL0YRLM0SL7a8a7oc01q1dboapL34IOpwSG8UIHPHLl8lYDUxKESOkp/4HpJaep0KfmVIwZx8kQAIkQAIk0JQJFCJWP/zwQ3PwlJ2JatdQxZ/dw6vcg65w/6uvvmrkatoDrFBTFd9f7rHHHmZp3DIAaWqstmzZ0vxAPPzyZXXWb8+HWJ3WbW62pmlYKYBsNrrJ7K6EUgD++qUBA5/EdLb42xmr3sOrUGPVylz11YbNy1i1D7tyDq+Kyxxuyl+jlTg3itVKXJUmHJOezF7ICeaQYvZhRzYmzST9/q49BSfWQ6yizie2++PSQ5fwZ7T91eFnmEOsfGUF0Ma3xT3Jsrj1Lt17fHVBk2SsQpLaWad2JifE2jMr/2YOeQrrK00mbVhbW6xiXvbBYLbUK1SsaokGlcx6QNNZh2cOMUsjRcNKGqTpwx0zTKzaZRbsOqlausKttYt+Xelqxxv17NliFbJeS2P4JH+S59Vt01hitZDYeE8+AQhV/HIPpyIrEiABEiABEiABEiCBwggUIlbxw3BknPrEalSNVUSoghXyE+WM8EPzTZs2JQ4e/e+1117m4FgIVlzFiFUcgrXjjjvGjp9XoiIo4xB20FQFH14V1DO2p22V2wipZZrDIOSQLrFqJPvb14/pzYKdVF8swy7P4baNXTA2aFACFKsNipedl5oAtjzj8glRW64+v25ZXhsVqva2a1/ZAAi+Nze8J5C0kFcq9pLOBXIV2bUvvPOKtzSBe6BSUrHqSluUIei8w67mVHnNikwiVuPqeCYVq4hn5MyLgixglYr3vTirqMOrIB1/NvPCIDNZM2zTSFFbVNq80/SB9U5SCgDtbGZ6MBiyUAd2+55oBqv9/LjS1ZazaBd2AJUtVn951Hly/L0XhJYhSPq82u0oVguhVr57kK2JOqy8SIAESIAESIAESIAESkOgELEKEYrvy4oRq7h38+bNpsbq888/n2gykKr4XvDII480MhR94CpGrKK/Nm3aJBq/1I0iMzZLPRj7I4ESEqBYLSFMdtXwBLRmpU+IQuzt2rqdrNv8WSCbIEnP6Dtc3tuwVu5b+kSi+qtumYC4rfNxs4aAvP3Ze+SXL9xnmrqHQiUVq7jXzcRE5q9mq+L9sL7s7NKwzEudh10z1C4n4Gasoj2E4KC7xuTw7t/1e/La2mUyY+QNcWhy4rXr1fq28tuSM67Gqn2/ik4E01BiVeulYgw8P7856gJThzasfrB7aJULKmyN3FIAYVnMseBDGlCsFkqO95EACZAACZAACZAACTQFAoWIVWzjRzmAYsQq2H3wwQemHEBYLXeXL8Zr3bq19OjRw9RX7dChQ87hVSgpgF9pSgGgDADKAZTlcjJH8w5YK0tQHJQE4glQrMYzYosKIQCJ97tFD8vjbz0TKUg14/TobgfLyL4nBdHPe2uBLFj1N/l482eh92vWKwQtDsNCCQGIsmP3GiiHdO0dWZsUAyFTFdexvQbnUVOZVoxY9ZUasDNQw8Rq3On1GmzYwVF43ydW8bp9j/bjzjHsEQrLjg2rkRp1UJQ9xgl3jQ0yae3szziximcMV+dsXV1bmMYJaVuW4pnp0LqdqZ/qXton1k3r96LNsrVvB4dYhYljX41Ve662RC7ky5ZitRBqvIcESIAESIAESIAESKCpEChErGLu77//vpGYYYdXxdVYRSkB1NjHry+//DIxToy37bbbyj777GMOg8VW/kIzVtHXLrvsknhsNiQBEsgQoFjlk1DxBCDufvvULcGhTAgY4imsPqpOSA+O0r+v+GRNbMaqe5iVZsHaGbKogfnTXkd7JSuEIC5f+QCVYq78SpKxastBWzraNT0xblhfvjIC39ujd97a25mtdgYpGoaJVbxni1v8vVixasfhHox13vw7TdxhtUht0eu2iROrGLfLDp2C9bNZx4nVqAO9bNCadY2auO4VdkCZtvOJVTeTd97Y6YEYTvvFTbGalhjbkwAJkAAJkAAJkAAJNCUChYpVlAKAHA0Tq26tVfvwKvBbvXq1LFq0yGS+FnIh0/SQQw6RLl26mNvtLFX7z998800gXvFnzWjFPZCyLDNVCH3eU+sEKFZr/Qmo8PnbGYOQdcN6DzHb+nFoD644uZpmepCquLrv2Nn8joOvLjvyXCOpkMm4bP1yWbRqSZAxi/aXHj4mJzsV0uzJlS/J706+SmxxaZ/c7h5mpLIMY3506ZPStnXbIGydvy057Xqcruyzsxfdbeg2SwhZN0Z7W7lbBxYBqTh0Y9Rgww6MiloDX8aqHQeyj+2sT7euqzt/sDnnofEmW9V3UFiYWMV9az5dZw5Hu+74XwZrF1ar1TcnxPatqUebt1zhre117Xx80QaHu2nJCN/c7f7fuPSJIAxbRLv3pfkaoFhNQ4ttSYAESIAESIAESIAEmhqBQsUqygF89NFHwWFUyFB1JavKVZWqYAex+dVXX8mLL74o77zzjmzZsqUgpC1atJA99thD+vbta7byYyxcbvaqilUtE2CL1W9961vlKwNQ0Kx5EwlUBgGK1cpYB0YRQkDF2y8OPC7nECCIJNQW9dVaLRSmfbJ9XB/Iipy99CmZtuRx2bv9bnLtcVfId3fdU2zBpRmzmimLv985fIpphwtZntNefDDYso7XbFkLyYb+IY+1HMGlPz7H3ItxHnjzGVFJi3gue+zqvL5QwkDvwX0Qi5CHyg0Srn2rtqIx6gFfp/YdloMA66AHgvmEsjbW+aONLyPT7tQWvT7ekI9nDxiVI5rRDgJzwuPXmDINuBAzDhrD9btVi83veF7+48hz8+61xXPYGqvEtuesbeMycXX+7vOq6/0fT91o1hMxn9H72Jy1wXq7ZS6wPni23lq3XKbOn57zvGv9YJSdcDOSk/D3zT+NWL3rrkyZg7Fjx3pRRr3/r3/9Sx544IHQL7OTTz7ZnHSPU1HxCyff49L7DjvsMMEv93rwwQfNS8OHD895CxkEiAc/gffFW2i/iA1jrlq1yow3ZMgQQez2T/q1b51T3NzRj85X5+8DFcYAbRHTnDlzBCfU4iCDfv365cUVCj/hG2CKNcQ4uLp27WrWxGV/3XXXmdfd9YpbEzsMbIl78sknZb/99pPBg/PLrGC+7777rjfy3XffPS+mhFNkMxIgARIgARIggRokUKhYBSqIVYhRrbXqZqnaYhWCc8OGDbJ+/Xp57733zO8QrMVcKAnQsWNH2W233czv+D4QgteWqL66q5CvkLEQq7xIgATSE6BYTc+MdzQiARWrEEWn9TpG+nQ7UD7bvNFkjiKzD6/bh1UVEpr28ejImwLpmbQfCK37Xpwl2J6uW9YhihEckwAAIABJREFUOV9atUQ+3bwx6GavTnvmlQ7QLEl3rM477GqyZNHPZ19+HrzdrtX2QXy496V3lgTZsogDGbXuZd9jvwep+dbat3Oa+2LUBhCy9qUx+jhp375yCHb7sPmjja9MgTsW7sdYNucdWrc1nLVGqnuPOw9f/D079jBCNqxtVGw6J+0jar7u2rjrrfeiLzzzyKgNe1bwunt/EoZuf2nE6ty5c+W0006Ta665Jk9WQmJefvnlct9993lFGIThscceKwceeKC0b98+b16TJ082NaIg5aZMmRJsidL7cM/LL7+ct1Vp2LDMDwRmzZqV0yfE2xVXXGG+eV2yZImRtvZVSL+Qn3fffbcMHTpU9t9/f3MS7L333mu6feyxx0z8uLTvxx9/3MjFuLnb8ev8jzjiiJx4MY9XXnnFjD19+vTgPcRwwgknmPdOP/10M8+wuHzPftLXIIcHDhxoDkjAOkIk4zXwwLiIWy9sSxs3blwgi/X1uDWxYwHr2bNnm/EWL8788MS+sO6YM54n9zrggAPk17/+ddKpsR0JkAAJkAAJkECNEyhGrG7evNl872WLVVeyfvbZZ0aiIjsV39NBdELGaiZpMfgxFkQqslchcfE9M7JYUTe1bdu2oeUBIFYhYXEQFi8SIIH0BChW0zPjHY1IALLozAfHRWam6hb+tNmr9tb/3x53RcF1KYEDQu3aP98qP+r5A+/BVY2IjEORQMEE0ohVDDJmzBh55plnzC+VlSrdIN5s6WcH5crGsIDDxCrau1IRr4WJVbyOjMr58+cbGawZoTquxpO0X4g6SFRboOJefCM9aNAg843pX/7yF9N9mFhV0Rq1WO787bY+ea2C0RcXhOvKlSu9QjrtA6Oi05XbkKVnn312jlAPE6txa6IxgelBBx0k5557rpHsPm5h6552XmxPAiRAAiRAAiRAAsWIVdD7+OOPc7JW8RrEKYTq2rVrTVYr/owDqgrd9p90lSBYW7VqJe3atTM/oO7UqZMRrMhOxaVlANCO2apJqbIdCeQToFjlU1EVBJA9uHjlKybW1Z+uNVmK+3TMbKlHpuW8ZX81pQFwErteqLNpX9g6/eaG92TXbBu0PaPv8JKKUMTpy1asCsgMsuYJpBWrKr2QKahZoir3fBmlCrhYsQqpigxGNyPWJ9ggenv37m2EHMbFPW7Wo8aTpF/MuXv37t4sTMwPmbx33HGHzJgxw2RyNpRYxVi2tIxjqhx82aNpH3xwRoaFymP7fnfrv0+sJlkT7VMzW/E8jR492ghyOyMW7ShW064g25MACZAACZAACYQRKFasYjs/vk9CBir+vHHjRrP7ClmqEKqlyExNu3qayQrBiuxVfH8GwYrSAchwhXTFn3mRAAkURoBitTBuvKsCCWA7/NPLFsib65bLa2uXmcOnVL6+sf5t2fDFZ7JHh87mtajt4hU4NYZEAo1CIK1YRVB2liL+jozQ22+/PbKuZZwE1MmGZaxCkk6dOtVs/7YFrk+wIbsU7SFTVei5QtaOJ65fne+zzz4bbPePWpyGEqvar7LWLNrly/NLgmh8yDBGPVifEE3zgOm6QNJq7diw+31iNcmaaH8/+tGPjBjHmMp+xYoVOWUgKFbTrB7bkgAJkAAJkAAJRBEoVqyib4hUfM+1evVqI1lRIqBSLkhWZLFih1WXLl2kW7duRrTyIgESKJwAxWrh7HgnCZAACTQpAoWIVQDQLFX82c5eDYOjUlDrgNrtbFEXJVZxKBHKDbjZsujLrrHap08fUwdU62zaok7HteVnXL9R2/N9801bY/XUU08NpLQtMO2+IYiRsYtvhB955BEjGZPIxbSxRz3c4HnzzTebJsjgPfzww009XfdwKZ9YTbIm6NcV4Zot7Ip7zB3/eYHUty8eXNWkPp44GRIgARIgARJoFAKlEKsI9A9/+IO8//77jRJzoYMge/WnP/1pobfX9n3PT5Fmh42XK5+rk3Hfr20UnL0IxSqfAhIoIYEPPvjA/AOKf6S23247+fyLL8zvK995R7Zv00babL998P7OO+8s76xaJbvsvHPQDqHYbbUPDRH3YAy8vt322wf3430dC7+j3RtvvGHGxPXG66/LPvvuG4zfbY89gvbvf/CBfL5pk2mncaNv+0Jf+h7iw59xYZwvPv/cxIzXNn3+eTAf/Bn9alvEjLH26No1p2/Uqhw5cmTwms4PL2h7nQv46Rj2/HUOmJeysFmBie/CWoGRzl+5oK29bogZa6W/o72OhdiQDYk56DgYuxqvQsWq1lXFnO16q2EMog5w0oOrcG+UWMVBUJrBqAdouXJRD9iyD6zyZT268jOq37RyMkys+qQy5ox54Zc9fz28Sg+tgshELVNIaEhVXI0tVjEm1v3JJ5+UhQsXmnVHfBDdKnvRxhWrSdcE99qZrfosob4r1tPOug07vIoHV1XjpxBjJgESIAESIIHyEiiVWEXW6qOPPtrgdVQLpYW6qscff3zB2apr/3eYdD7tYWf4K2Vh3TjJfCfbhK5/3SfDdl8hlwZzWyv3nXyuyHWz5LTcM3Gb0KQ5lTQEKFbT0GJbEoghgH+IP1i/Xta//74cPnCgzMJhLuecI++sXCmLFi+WjrvsIgMGDpTbb7vNnJ6tp2jf+l//Jef++7/L0/Pnmyw0HDKDa8iQIUaQ6nXiiScKxthnn33MrwvPP1+GDR8uhxx8sPx/111n+j8a97z+upF8n3/+uaxauVLGT5hg7nv9tdfkmCFDjNzF++gDf54zZ46MGjVK7rnnHjkCmWdDhgRjzp0zx/x5/QcfGImKbLMn5syRfffbTxDPHbffHryGdpg3+oOwRDxggbaQjeBxYzbLTQe4cvJkE59eEJiLX3rJxI7xUFNRx8fvmM+wk07KmT+y1fbbZx8jOCFccd9ZZ59t5gxB+tobbxiuuBYtWiSHHHKI+TPmjzifnDNHdu7Y0XDXdvpnrCfWDFvEfzVxojw0a5YZSyUq3se9iPf11183fYNLNV6FilXMNYnYUyalKAWg8tE+QOvCCy80Q2jGKt5DZqfvUhmL93zxhPWr0tWWtW7/yKxU4VnqUgA6vpu1CeGIw7nc+rF2bFFt7AO89B78hyDNpQdqnX/++UGGsCtWk64Jxu3Ro4eRtb7LLsWQ5tlLMx+2JQESIAESIAESqD0CpRKrIPfOO++Y+vuVeGGX0R7ZpJS08T03uZn0m3ii/O7dXLFoXn/1d7LmgdOkU9pOq6r9Wln7r07SiVK1qlatIYOlWG1Iuuy75gioWN24aZMRlps2bpQ+ffsa0bdi1Soj3VQYos1rr70mhx5yiODPq1askF06djSCE2IREhQCEZJSZZ8tVgEXgrZN27Zy1VVXyd8WLzYCEZmTKl8xLuQtZCYyQyH+Jo4fL4teeslkviLrEiJy1kMPmXF/M2mStG3TxrSH8MRrkI7oE/dAYOLPeE/FqopR9L/4xRfNHFasXCndu3UzYhUXxCPm8/769UYof69Pn+DZcMUq3tDDaXTeiBPzQN+4wMWev8pM9IWxcUGcQTRhXGSYqkwF/6efflp+8pOfmHaQq5DXfQ4+2IhlzAsX7jv73//dSHHIqhcWLZL99tvPZOBCeKNvSFWIZlyQzV27dTN9T5s2rSqf/WoUq/YBWgodYlW3jUPyudvTIcntw5d8YjWsX92eHlZHFl9jAwYMCOrMllqsYo66Dd+Wi0mEL55VbNl3D39Cn5gvPo/sS+W1/ZrOx61Tq21cyWmL1TRropmt4Pztb+d+1zpixAjzOaTlHShWq/LjhkGTAAmQAAmQQEUSKKVYxQT/+c9/Fl3fvtSgUBrrO9/5TkHdZjJVJU+qms6wPf667hmxmt0qbw9Sv23+OZnSbJ4Mek6kX3Y7/aA/NZN5P14oclg/GT9podRNEJnSrJ+MtzqIut/eju9m09bfh0zTzvLzB61Oh6sIdt+zsm/tjFXz55+Lnat74n1rZNbPMioZcjmYB14I+i8IN2+qEgIUq1WyUAyzOghAtr35+utGVnbceWcjMf7rv/9bTho2TFauWmXeQyYlJOT2229vMhshA5HlCQm6R7duRqRiuzteg9CDyNOsTchQXCpnTzzpJHlp0SI5+JBDzD0YA2OiL4yBCzIFmbAqANEnxOCzzzxj3oegeOjhh80Y++67b9CfbmdHBimEI6Qh2mAOe++7rxGzuCA90admbWJedowaOzI8hwweLHPmzs3J6PSJVXCE4IVw7ta1q5G7+DMyRZE5iwtzROxoC+Gr74PXzrvsYlhoO7u0Afp7Zv58MxfMAfPEnHA/1glj4QJbzNuUQMiuFb7RUvbgiX6VI7Jakf2Kvu3SBtXx5GairEaxirhVwuHP2DYPsarZk+5BR3Z7FZNhGbS+fnG/1vScN29eziFKeE8zXfVQrYYQqxCUgwYNMocO2Fvi8UziNXsrvj5/yFbFDyeiMm2TPqvIJPXV0tW4bHlri9U0axJ10JZ7UBfFatKVYzsSIAESIAESIIE4AqUWqxgPmav4nm3Lli1xwzfo+9j+D6laaKYqgjPS8pFh0VmpWfn4Pbv+qBGtf8sKWYhVFaiZwgGZLFhbZq6Vtd/uVJ/5mrMdP//+AJxpN0uGaTatNW73GW5GbVamHrBQ1uw5NWdeOdm3wdiDZF6zfvI3S6SKM9fcedT3XzehyRVIaNBntdo6p1itthVjvCTQxAi4NVab2PSqajrVKlZVaGLbv4pVSMZevXrJ9OnTvWsAOTh06FCTvRlVmkC3rmu/6Exrynbo0MHUOkUmM6TiHXfcYTKW7WzWtDVW0b8e4BVVz1X7HTdunECa4kK27HHHHSeI6/LLLzeZnmFxFfNganYsmOCwLYwDJpg3SmjYdXZtsZp0TTCf3r17m6zzsWPH5oXqZgVTrBazmryXBEiABEiABEjAJtAQYhX9o8SS2fGWTRJpbOpIJsEPv/G9WTFXcrFqyU3zDbQtPCFGp0p3q5QAhOTUPeszP4MYczJftfxA/v31cwp/z0hPQTZsveQMXvvxvPpsWxdQjljNjVskI3klK5HdeRheb1+aM2Yx/HlvZRKgWK3MdWFUJEACJNDoBIoRq7otW3+PCh5ibMKECWIfVOVrD4F3//33BzVTo+6DQBw9erTgwCLIONRbPeuss/LKAOg4kJZ///vfjXhN2q89N4yHv+MbZGTF4oKoPfPMM4PDp/Ca27f+PYqPcnHn796DOSxYsEBmzJgRZM66cbVv314GDhyYF1exDxfELp4XrWGLcTB/SFF76z6kJ+QrygokXZNTTjnFSOobb7wxrwyAxg3hvf/++5vx0jx7xc6b95MACZAACZAACTRtAg0lVpUavofC96CNeeF7Jl+Jp0JiiBSrRoKKLHy3u0x1tstnxgoXo14hicOxTFkAiFBbmEaJVYzjbOvP9pHJJvXMWsdwtvkHJQQoVgt5VGrqHorVmlpuTpYESIAEwgkUI1bJlQRIgARIgARIgARIgASqnUBDi1Xwee+99+Sll16StWvXNiiuTp06ycEHHyy77bZbycaJrbEaiFUnYzUngviM1bwM1piM1/AJZiTrikvqBHVc3YzV0Pvy6qqukEvrUAqAGasle5iaUEcUq01oMTkVEiABEiiGAMVqMfR4LwmQAAmQAAmQAAmQQLUTaAyxqoxwsBUODy21YIVQRamqQg+oilvDTOanZp/Wtw7qi2YzVsWqRZqb6ZpMrPZ7VQ+W0hqs8aUAMuL3e7KwbpyYDf9WDVQjVu06rsE2/jXS/brO8vMD6ssE5PSTssaqXdKApQDinqam8T7FatNYR86CBEiABIomQLFaNEJ2QAIkQAIkQAIkQAIkUMUEGlOsKqb169fL8uXLTa36jRs3FkSvbdu20q1bN8E5Ah07diyojzQ3ZcTjw84tlmzNqY0qIsPrJWnutv5MF/k1VnO381/5XFZ+CvrpLtPyMkddwVv/9xMDweuUCBCRYLt/VrKOD26z5pKXvfpzsWde33/+PChW0zxV1duWYrV6146RkwAJkEBJCVCslhQnOyMBEiABEiABEiABEqgyAuUQqzYiHHK1bt06c9jVhg0bjGjdvHmzbNmyxTRr0aKFtG7dWiBSUeMeh1HtuuuuRR9KVWXLxHBJoKIIUKxW1HIwGBIgARIoHwGK1fKx58gkQAIkQAIkQAIkQALlJ1BusVp+AoyABEggLQGK1bTE2J4ESIAESIAESIAESIAESIAESIAESKDJEaBYbXJLygmRQIMToFhtcMQcgARIgARIgARIgARIgARIgARIgARIoNIJUKxW+goxPhKoPAIUq5W3JoyIBEiABEiABEiABEiABEiABEiABEigkQlQrDYycA5HAk2AAMVqE1hEToEESIAESIAESIAESIAESIAESIAESIAESIAESKBxCVCsNi5vjkYCJEACJEACJEACJEACJEACJEACJEACJEACJNAECFCsNoFF5BRIgARIgARIgARIgARIgARIgARIgARIgARIgAQalwDFauPy5mgkQAIkQAIkQAIkQAIkQAIkQAIkQAIkQAIkQAJNgADFahNYRE6BBEiABEiABEiABEiABEiABEiABEiABEiABEigcQk02/T4z+oad0iORgIkQAIkQAIkQAIk0OQINBOR4LtK/CXiink79874xs3im4hIokb1Q4c2xySbpw0x0z6HUYmegCDO6PmBUfJv+p35hYWaFGnSdkkfGkwkaZ/edv6bkz1HbpBJA4lZb9NNgr4SNDH9pGCUat4FP8O4MST4RHNKhif1V1WqycetYdKJZPuJZGn1lbTbFM96Uk65XZbocz3psx4bpD7kzRJ96cR253xAp/vMTPi5kHQtg+5S3+CZpuffrHgY+S1K9rVSijkl/LwsZJ4F3YN/M5P/C+sfopK4NLVYUvyDWND6izT75Kqin4ACh+ZtJEACJEACJEACJEACTYZAmu/D07RNACjV//eSjp20XZr/36XpM8G8TZOEfTZL+v++pO0wdqK2zfI8dNKp5bazJprUE4S284jjOhHDKO7K6zPhAsT1ax7iBH0laBL0k6itSPTXj9NJwj49Vib8gUnaZ9Au5sFL2h+IJ/7CiFtAdLZNgkZWk9A4nYcs6Xzy2qGfkJgS9ll2sRobZ/brJrZdkqVxZpvo8y3ssQ4JKGmfQbglmVj+DwOT4HDbNK+gWNL84xc511LNCV9nTUmslmI+ib9JiHkak/zDHPdAJ/2mIa6f8PebfTq16Ceg8NF5JwmQAAmQAAmQAAmQQPUTSCObEn9/qw2j/+NTVyfSPPb77mxfSceObOfIiqL6THpzyCMS3B7dTzJG2f8XNo+QMXYYiUKvE6lrXgKx6gyWaGydj8vOP790jLTPpIHEfIkHg8f8Jz/RcOme9eh5F8g9b7ohX8uJ5pPtLOGzbv5nG/t5kOmzrq5Omsd/eCT7fDYgU4jV2M+Y7CSSzsfbLuRrOWGfuc1ibkrYZ2Z9EjRO0CQjspqL1JXihzfObBP9uxL1GeP/4U3SZzP7hCZ/mCOf0oSf6VF9JP6AjPtyKUEsQTp+sVI00UMWN6HsQ5Dia9/bYyljSfgBGDqzUqyR+YQtwfNbij5KFUv0o9Cs7nqK1QRfLWxCAiRAAiRAAiRAAiQQRSDN/3HStE1CPU1/STOGIv9vYr2Z5vt+b5xpgvfACG6P6SfpMKZdwmyVRH02F2kGSMVeBZZfyFvviP80FvRsJIKgJk9kawgLkzaa4D/EscNZD2Rs2+yaRLZz3kzaZ95yZzML3dfT9Jf0WU+6joilVFl4BnvCr5vY/+c7E0jKyNsuImO17hsR2ZriC7NEnzGpxGrcZ0f2uUrKKHK2BT7r3rFDHsLUcSb4TIhdwRKJslRbQ6KCKsWc0nyRx8US94zFAg7PDE9ya9Am9cMR0nsp+ilmjbaKbN2U5B+XhHRKMR/zYV+CrOLwkJsdeH6PUjxJCaGwGQmQAAmQAAmQAAmQAAkkJVCqb6iTjme1a7ShG2egxKMkbYj/QSRtWwD+/FtKNZg/8FTTKSQUlBrYdhvZtmMbqQuTq40LtB5xIfMpyZoW2knpAi6ZK0r1ABU670LuC2P1jXzVanfZ2qJDSrmaPAYd+dOtzc2TvaWumWz6Bn9Orh+2SnP5Ulo20ldG8riSUyi0Zeme8UwElTS3QpnwvkonUFe3VVo0byPb7HyeJVcrPeri4tu+RXNphZ8fy9gD+FVWHEveTQIkQAIkQAIkQAIkQAIkUDUEyvDfHwzZqoW03L2d1H1ThvGrZm2qONCKXFZ/UM3qvpGv23xXpGVHEUHmaqVeFQm1UmExLhIoM4Gtsk2zNtKm0xVSt3VjmWNpnOFRJcP8XK3FWfvz06pxmHMUEiABEiABEiABEiABEiCBGiRg6nm2aiGturQLLwdQg1w45TIRqNsiX263p3zTchdplqocQJni5bAkQAIVT6Cu7htp2Xx7abPrZTUjVnVRKFYr/vFkgCRAAiRAAiRAAiRAAiRAAtVMgGK1mlevCcZOsdoEF5VTIoHyEqBYLS9/jk4CJEACJEACJEACJEACJEACTZYAxWqTXdrqnBjFanWuG6MmgQomQLFawYvD0EiABEiABEiABEiABEiABEigmglQrFbz6jXB2ClWm+CickokUF4CFKvl5c/RSYAESIAESIAESIAESIAESKDJEqBYbbJLW50To1itznVj1CRQwQQoVit4cRgaCZAACZAACZAACZAACZAACVQzAYrVal69Jhg7xWoTXFROiQTKS4Bitbz8OToJkAAJkAAJkAAJkAAJkAAJNFkCFKtNdmmrc2IUq9W5boyaBCqYAMVqBS8OQyMBEiABEiABEiABEiABEiCBaiZAsVrNq9cEY6dYbYKLyimRQHkJUKyWlz9HJwESIAESIAESIAESIAESIIEmS4BitckubXVOjGK1OteNUZNABROgWK3gxWFoJEACJEACJEACJEACJEACJFDNBChWq3n1mmDsFKtNcFE5JRIoLwGK1fLy5+gkQAIkQAIkQAIkQAIkQAIk0GQJUKw22aWtzolRrFbnujFqEqhgAhSrFbw4DI0ESIAESIAESIAESIAESIAEqpkAxWo1r14TjJ1itQkuKqdEAuUlQLFaXv4cnQRIgARIgARIgARIgARIgASaLAGK1Sa7tNU5MYrV6lw3Rk0CFUyAYrWCF4ehkQAJkAAJkAAJkAAJkAAJkEA1E6BYrebVa4KxU6w2wUXllEigvARqWqx+9NFHdeXFz9FJgARIgARIgARIgARIgARIgARIgARIgARIgARIoLoINKNYra4FY7QkQAIkQAIkQAIkQAIkQAIkQAIkQAIkQAIkQALlJ0CxWv41YAQkQAIkQAIkQAIkQAIkQAIkQAIkQAIkQAIkQAJVRoBitcoWjOGSAAmQAAmQAAmQAAmQAAmQAAmQAAmQAAmQAAmUnwDFavnXgBGQAAmQAAmQAAmQAAmQAAmQAAmQAAmQAAmQAAlUGQGK1SpbMIZLAiRAAiRAAiRAAiRAAiRAAiRAAiRAAiRAAiRQfgIUq+VfA0ZAAiRAAiRAAiRAAiRAAiRAAiRAAiRAAiRAAiRQZQQoVqtswRguCZAACZAACZAACZAACZAACZAACZAACZAACZBA+QlQrJZ/DRgBCZAACZAACZAACZAACZAACZAACZAACZAACZBAlRGgWK2yBWO4JEACJEACJEACJEACJEACJEACJEACJEACJEAC5SdQErG6eeun8kXdJ/LV1k1SJ3XlnxUjIAESIAESIAESIAESIAESIAESIAESIAESIAESIAGLQDNpJts2byPbNdtRWjffoWg2RYvVz7aul+UfrpTrn3pEnn5zsXzx9ZdFB8UOSIAESIAESIAESIAESIAESIAESIAESIAESIAESKCUBLZr2UoG7dNXLvzxUOmxUzdp17xjUd0XJVaRqfrmh2/K0JvGUagWtQy8mQRIgARIgARIgARIgARIgARIgARIgARIgARIoDEIQLDOvmCK7L3T3kVlrhYlVj/+5l256P7bZM6rCxpjzhyDBEiABEiABEiABEiABEiABEiABEiABEiABEiABIom8JNeA+S6U86WDtvsXnBfRYnVdV+/JX0nncds1YLx80YSIAESIAESIAESIAESIAESIAESIAESIAESIIHGJoCs1Rcn3iK7ttyr4KGLEqtrv35Tek04q+DBeSMJkAAJkAAJkAAJkAAJkAAJkAAJkAAJkAAJkAAJlIPA0sl3SKeWexc8NMVqweh4IwmQAAmQAAmQAAmQAAmQAAmQAAmQAAmQAAmQQLUSoFit1pVj3CRAAiRAAiRAAiRAAiRAAiRAAiRAAiRAAiRAAmUjUDaxunXrVln/zTKWAijb0nNgEiABEiABEiABEiABEiABEiABEiABEiABEiCBQglArHbcpqc0b968oC4KLgXw9ddfy4eyvIHEahe5+PSzZPPdv5L/KmhavIkESIAESIAESIAESIAESIAESIAESIAESIAESIAEwglArO4kPaRly5YFYSpIrNbV1cnmzZvlkxarGkCsdpGLL3lQrt39dbns4rFyfUHT4k0kQAIkQAIkQAIkQAIkQAIkQAIkQAIkQAIkQAIkEC1Wd9zSVVq3bi3NmjVLjapgsfr555/Lxlb/KrFYzUrVvdqJbHqBYjX1cvIGEiABEiABEiABEiABEiABEiABEiABEiABEiCBJASQsdr2y2/L9ttvX+1i1ZKqmDnFapL1ZxsSIAESIAESIAESIAESIAESIAESIAESIAESIIECCJRNrG7cuFE+b726RBmrjlStGLH6G3n1v0+UvUXkzYUHyAF32yt0ujx1/aXywzYiG96aKrtcl/NmAUvZkLdk5iF5c0g45pF3yfvD95WXH+wnR/054T1laZZZk4PeLXw9Lr5koVyLjGnnyl//iAlWDa+yLBIHJQESIAESIAESIAESIAESIAESIAESIIGKIACxuv0PIvdfAAAgAElEQVTmLtK2bdvGzVgtnVj1SFUL7eYvvxT5+gNZufaf8n9L7pbrnnpBVjYa+nqxmi9Po94rMsDTZ8vX/URm/L+hclaRXWVurzyxesdvXpXR8rC0/NWvSjLDTCfFidWMVBX5P0cgh70eGjjFagnXlF2RAAmQAAmQAAmQAAmQAAmQAAmQAAmQQMMQqHKxGi1Vfcg2f/iC/Nf9Y+WypQ0DNLfXjJDstOkzaS/OYVqQnwfuIhvatBMpdcZqycVqY7BKN0bFilXfoWlpRWna9unQsTUJkAAJkAAJkAAJkAAJkAAJkAAJkAAJkEAJCFSxWE0vVQNeX6+WRx48Q05+ZnUJEEZ1kRWra/8p0mmXnK3wGTH4T3mz03ekkyNWzXud7H7/WZ99qtJt4etyUL9DpX22mW41z92K/lmQPZnXp12DNqZPN2NVpeYMOTEbZ3acLsiU/Y6IWPEiPo8ojIrHzGH312XGu/vK6GBbvfZZX0LBTD2YR30GsJKLK7Hgbtt/c+FUWXOgXQogXZ+Z/t5PlCmcaI2DzNfoOKJ5ZWmYNah/XvBqUJ4g6r0G/gph9yRAAiRAAiRAAiRAAiRAAiRAAiRAAiRQrQSqWKyKSK/fyKtnnSh7tywA/5dL5KorR8jE9QXcm/iWrFh962F5efcTrdqdurX+YZF+J+aIVZVkl108Vq4342RF4qfZbe8qwWwxajJUd6nfgu5krGYkni07s6JubdI+c0sBqBQMxKUZ7zsipr9/ZmrHygsSzMERq3HxqPC0xai5Z4f6PnMzVp35GGyZmMJqm/q25+fO6zuZ+rjKKEGfwVq1iT48Ldkaa03a+LnF8so+M3ZmdP38/ySdh+c+gxl21vOU+HlnQxIgARIgARIgARIgARIgARIgARIgARKoHQLVLVaxTkXI1bV//5XsfvPDDbjaKlanym/l/8m1O/4pUxPUiK5d5JH/94ochlIBMaUAckRcVpKttQ+ScjNCfWLVkpKYcI6YjO3TI1Zz+st9P08c+sRqRDy+zE+3T59YzT1cK7oubL7c1MzaQ7OlGTJiNXdtUtSazckCrc8cDnvY8tc4V6xGzS2WV+T6ZsRqfv8/ljUVf9hYA37psmsSIAESIAESIAESIAESIAESIAESIAESiCFQ/WI1TK5uWiLX//6PsnnPA6Vbm53koO/sK3t3cE5rt7M+G+RRqReruywdkJWpQ+UNbBk3klU88g6BONvd8ZLG6qu/mUSs5pQWyE42J2NVRV72vZw+PWI15+CoAsRqRDw+6dkoYjV7SFdGpmYzVj3PRVgWbOgj5M0ATbrGPpkbw1tEfDJey0bUx6nC1y41oK+dLhcfebdc/+cG+cJgpyRAAiRAAiRAAiRAAiRAAiRAAiRAAiRQ9QSahlj1yVWPNO12yKVyx7BT5YcdWmUXbrX874SjZVSDlQOwxGpW1ElOHU83K9KSbdYW9PBsRp8E1W3wEtT6dLfR5z21sbK2AcSqk7Fqx1Q+sZrhf9C79WI1Lpu4Pm773rsdxPZ7kimVgHIBida4dGI1J8s53AJn44vPsq36Tz9OgARIgARIgARIgARIgARIgARIgARIgASKINB0xKorV8OyUTv+TB695JcypANuaGh5ZIvVu832+xM+eUHW7rVvdpt17vt6SJQr80ovVh0JWHaxmhtP+cRqvgjPWQsfp+CLL6lY9ZUY8GWYpiwFsPvr9TVtQzJWc8SqlotYKDK6X72Ez0wnai5FfNrwVhIgARIgARIgARIgARIgARIgARIgARJoQgSalli15erX1uFJ7oL1u03ePX2AdJLV8sgNR8vJbzTUijriVA95ck6yr5d34QcVFV8KwJLI7tb0cojVTuHxFCpW0xw0lfjwKkvQR2f+ZrON7UO79LHKOTwq/FAs/xonPLwqgVhtH2TIWgei/fPA/EO+PIddNdRXCPslARIgARIgARIgARIgARIgARIgARIggWol0PTEqsrV07rI9CvGyvXelcmKpdZvyPX/frJc1mCr54hVPdAoEFxuxioCsetdZreLP9tF3h9+qLSH5PujyC+HR9VDtfuol5d64n1mqk6mbiOLVUQQFU8SsZo5uf479bVnXW4isiHJoWB71dfd3fDWw/Ly7idmSwFgO7+zFrE1eZ321nOVG0vaNc7v1+4vEa+cw7Q8ZQgsDiZsq0xBg315sGMSIAESIAESIAESIAESIAESIAESIAESqGICTVOsYkE6dpFu61fLyiix+unD8t1f/SqkTRWvKkMnARIgARIgARIgARIgARIgARIgARIgARIgARJoUAJNV6xGYstkrHZ44Wg55P7VDQqYnZMACZAACZAACZAACZAACZAACZAACZAACZAACTQ9ArUpVjteI//4xU5y28VhpQKa3kJzRiRAAiRAAiRAAiRAAiRAAiRAAiRAAiRAAiRAAqUjUJNitdvpD8iDmy6WQx5ktmrpHiX2RAIkQAIkQAIkQAIkQAIkQAIkQAIkQAIkQAK1Q6AGxeqh8ovj95b/ffRu1latneecMyUBEiABEiABEiABEiABEiABEiABEiABEiCBkhKoPbEaeahVSdmyMxIgARIgARIgARIgARIgARIgARIgARIgARIggSZKoPbEahNdSE6LBEiABEiABEiABEiABEiABEiABEiABEiABEig8QhQrDYea45EAiRAAiRAAiRAAiRAAiRAAiRAAiRAAiRAAiTQRAhQrDaRheQ0SIAESIAESIAESIAESIAESIAESIAESIAESIAEGo8AxWrjseZIJEACJEACJEACJEACJEACJEACJEACJEACJEACTYQAxWoTWUhOgwRIgARIgARIgARIgARIgARIgARIgARIgARIoPEIUKw2HmuORAIkQAIkQAIkQAIkQAIkQAIkQAIkQAIkQAIk0EQIUKw2kYXkNEiABEiABEiABEiABEiABEiABEiABEiABEiABBqPQNnFauNNlSORAAmQAAmQAAmQAAmQAAmQAAmQAAmQAAmQAAmQQOkIbL+5i7Rt21aaNWuWutNmH330UV3au+rq6mTjxo3yeevVsk/Hw9LezvYkQAIkQAIkQAIkQAIkQAIkQAIkQAIkQAIkQAIkUFYCb6x/TihWy7oEHJwESIAESIAESIAESIAESIAESIAESIAESIAESKDaCFCsVtuKMV4SIAESIAESIAESIAESIAESIAESIAESIAESIIGyE6BYLfsSMAASIAESIAESIAESIAESIAESIAESIAESIAESIIFqI0CxWm0rxnhJgARIgARIgARIgARIgARIgARIgARIgARIgATKToBitexLwABIgARIgARIgARIgARIgARIgARIgARIgARIgASqjQDFarWtGOMlARIgARIgARIgARIgARIgARIgARIgARIgARIoOwGK1bIvAQMgARIgARIgARIgARIgARIgARIgARIgARIgARKoNgIUq9W2YoyXBEiABEiABEiABEiABEiABEiABEiABEiABEig7AQoVsu+BAyABEiABEiABEiABEiABEiABEiABEiABEiABEig2ghQrFbbijFeEiABEiABEiABEiABEiABEiABEiABEiABEiCBshOgWC37EjAAEiABEiABEiABEiABEiABEiABEiABEiABEiCBaiNAsVptK8Z4SYAESIAESIAESIAESIAESIAESIAESIAESIAEyk6AYrXsS8AASIAESIAESIAESIAESIAESIAESIAESIAESIAEqo0AxWq1rRjjJQESIAESIAESIAESIAESIAESIAESIAESIAESKDsBitWyLwEDaGwCmzZtkjVr1sinn34qW7dubezhOV4NEmjevLnssMMO0rlzZ2nTpk0NEuCUK4EAP/sqYRVqKwZ+9tXWenO2JEACJEACJEACJFCLBChWa3HVa3jOEAtvvfWW7LrrrkZw4T99vEigoQlA4OPZW7duney1116Uqw0NnP3nEeBnHx+KchDgZ185qHNMEiABEiABEiABEiCBxiRAsdqYtDlW2QksX75ctttuO+nQoYNss8020qxZs7LHxACaPoG6ujr55ptv5OOPP5YvvvhCevTo0fQnzRlWFAF+9lXUctRMMPzsq5ml5kRJgARIgARIgARIoGYJUKzW7NLX5sRffvllkzHYqlWrIFuVcrU2n4XGmjXEAi5kbn355ZcmY/qggw5qrOE5DgkYAvzs44PQ2AT42dfYxDkeCZAACZAACZAACZBAOQhQrJaDOscsG4GXXnpJDjjgAGnZsiWzVcu2CrU5MCTD119/La+++qocfPDBtQmBsy4bAX72lQ19zQ/Mz76afwQIgARIgARIgARIgASaNAGK1Sa9vJycSwByoXfv3tKiRQvCIYFGJwCxunTpUorVRifPAfnZx2egnAT42VdO+hybBEiABEiABEiABEigIQlQrDYkXfZdcQQoFypuSWoqoC1btsiSJUsoVmtq1Stjsvzsq4x1qNUo+NlXqyvPeZMACZAACZAACZBA0ydAsdr015gztAhQLvBxKCcByoVy0q/tsfnZV9vrX+7Z87Ov3CvA8UmABEiABEiABEiABBqKAMVqQ5FlvxVJgHKhIpelZoKiXKiZpa64ifKzr+KWpKYC4mdfTS03J0sCJEACJEACJEACNUWAYrWmlpuTpVzgM1BOApQL5aRf22Pzs6+217/cs+dnX7lXgOOTAAmQAAmQAAmQAAk0FAGK1YYiy34rkgDlQkUuS80ERblQM0tdcRPlZ1/FLUlNBcTPvppabk6WBEiABEiABEiABGqKAMVqTS03J0u5wGegnAQoF8pJv7bH5mdfba9/uWfPz75yrwDHJwESIAESIAESIAESaCgCFKsNRTas3/Wz5cJjJsuCkPdH3LVYLjqw0KCWyg19xshMESmun0LHr/z7SiMX1svccefJtH945nvURHlg7P6yfs54OW/GsnAg3z1DbrlI5KZzp4m/1WCZ+MAZsr/p4e8y7eRJMjcC7+DxD8gZvaL4Z2L+1ylx7Sp/Das5wlqVCx8+eqEMnhT2qSfSf+JcufH4nUREP8P6y4QnbpShHat5tSsr9lJ89o0/+WT/5xU+z6YMlo7ZzyqJ+zx6f66M9332ZT8/c8glaGs+b/86IBuDfXf2s7p75nNZwvoKbukpZ9x6pQzeJWLttA9frMFt/Lx1CdbqZ19lfQowGhIgARIgARIgARIggYYgQLHaEFRD+6wXnzJquiy+oN6E1YuHYoQCxWrccpZCLvz9rpNl0lO2+MyOmv0Pt4y+RS6Qm0L+o29FaNo/KwM8/5HPjKH/yc+I1VhZETF5Fb3xAjaOIN8vhkCtyoXg863fBJl701CBQjXXKzdIn7H4UZD+MIhitZjnK+reUnz2jT95vOfzKvuDHyMaJf6zauk0OfnKudJz9C1y5RDbnGf7CSQtPHuytpJKrPo/c5Nyz3w2o3W4hOXnbT7NWv3sS/pcsR0JkAAJkAAJkAAJkED1EqBYbdS1ixCfQSYrxWpDLkkp5IL5j7VkM6Bygs1kKT37g+LFKrqtF7iHyguFilUnQ4titfRP15QpU2TJkiU5Hffu3VvGjRuXN1ityoVQsRpkqFKslv7JzO2xFJ99frGa/awyn4kxYtX64VOuVNVYLUk7dLXJasUPquLa3tLl/hQZq8WIVf0h10SRKyfJCje2Gvu85WdfQ3/Vsn8SIAESIAESIAESIIFqIECx2qir9KHMvmCwTF4o4masumEsvamPjLknP7j6LbO52V6m5agRMuKemZlSAJePkJnXZDLBcq4gYyw8e7ZRkTTyYKWQC5lspO7WVv38SYRvTbXaRmSsolX9OEWI1WC44rNeG3mpqmY4SFUIBvuCVIVcdS+K1dyM1fpM/REyffFF0sspBdD9/vjPwZzPyn4jZITMlJkLs6J2Ny29Uv8Dq6A9dg0cPi/ImG3qn5Ol+OzzitWsTOxutv/HfM7ktPV/iQc/uMqK1Uy/0W0bTayaDFoxn/0dQ7NkEWttfN7ys69q/plioCRAAiRAAiRAAiRAAg1IgGK1AeGGdm1tf9U2dk1Ub1kAd8tsIAzq6xPagqGLiKwWX+3CeKlbDiSNNWYp5EImVqfuqVNvL67Gqskc7RxeCsAnVkNrrNpbZ0NB1sZ/9BvrOXLHsTO3wrJVcU/Ni9WQBar//KsvBXDxxSLXX4+6rFYWv/M5OPIdrd2aafOD5+truZo+o8TqSaOl/0MzTL3r/Bqv/z979x8fRX3ve/wdLu5BiFFBBQQDtHAqkVOF0lJAqoKtRsVoW9pyQU4TrGApKEfFKyqHWsSLHqpC0aASThGKllOVolKr4E9AHqVCvTFeCxWIP+Dgw9yWLpquGO5j9ufs7/1uZpOdySv/qMl3vvOd52ec3X3vd77jveukE9e+tGusRq9/bghW061rLSnjuqn2mbmR9VrTzX7tONdbrn3t9arDfhFAAAEEEEAAAQSKRYBgtQgqET/j6nY9duFm/cB60EvceoQJywikCAxiD36RQsFq/LICcTO1bOu7FgFBmw3BiXAh5WDDawFG1t0buiPdw1RsWzNjtc3qXugd2WdupZutSrCaeE2zRGLXtVC4+UH4AXyjFQ1WM1wHo8Fqipn4uQerHeM66cS1L+NSAHutB1j10YZMy5Y4OmM19mCqNpmxmnS9ji39krxUQccJVrn2FfrVhf4RQAABBBBAAAEEil2AYLVoKhQLGL5TPVq/WZn+CdrpAoPkYDXNwSU8OKtoCNpgIE6EC5mGGbmNNf0HfYLVNihzu+wishxAqrVVIwPq8DNWEx9eJSl+/dUBenR4jVarLYPVjnGddOLaly5YVTR0/IHen5HhQXuOBquh8NJa5zT9wwJj4euvr842yzTzZSPtXQgp7xjoOMGqpca1r11ectgpAggggAACCCCAQJEIEKy2ZSEit7GmCBfsoWg0WE3ZLjzglA+7ioWzqWastuWhFuu+nAgXVnzvNvVdtkAXnZp8lE4Gq448vCo6xI71Qb89zr/IA6xSra1KsBq+Rb8og9XWPDCwPc60/PbpxLXPqWA1lwdS/TrNw6uCAecHP1Dwy6uV0tRlCxS8QyD87/HXZdvDsFoVrKaZnZo2KO5Y11uuffn9P8lWCCCAAAIIIIAAAt4QIFhtyzpG1wdM8UE+GpRKsRmrqdYWDD/kxdY+sj5gbG3WyFIAqdcOtK/n2paHXwz7ciJcWPG97yU/DTp4cLncmmpTyLAUQChU/edgaHDRqU58SHeij2KooLvHwIzV+IdXSbYH+gVD1xQzVh1ZYzXxYVaSsqyx6rXrpBPXvnTBamg2pxVyZpmxav3vG1425Z+rf6H4W+jDIah9BmiKtoc+OqRD63+iO34vBdeqDj/YKv6aae0oRX9Zll9Je3VJu13CjFi+yEpL2FGvfe5+xWL0CCCAAAIIIIAAArkIEKzmouRgG3v4marbSEgat+5qtGHkydnhXyQ+BMv+ROybJ2v1otVJu0h+SIz3HtKSqVxOhAuh217TPAAlHAooGDT8Of1QrHbXS0vS9aOLgk+eHhLsIeFBWSl6tQcMqXdKsOrg/8Z5d9VRw4Vs1z0pcm2LPbzKehjVgMeGq2ZVMnfsYVNS6mtlOEg9R1LcdXK0Jk+RVq/aIllLonxjs4Zf3TGuk05c+9I+vEqRkDPDtcoemKa7hqZ6eFTKtv+sqdUDtGLlc3EPnEq6XT+xv0zX7uBpFvkyK/6cC4a2wTVkL9JpCadjaJ8DbNfr2DVbtuA374uGRzbsqNc+j5SPw0AAAQQQQAABBBDIIECwyunRoQScCBc6FBgH66gA4YKjnCk6S3jInxWs8hMU4NrHidCeAlz72lOffSOAAAIIIIAAAggUUoBgtZC69F10AoQLRVeSDjUgwoVCl5tgNZ0w175Cn3v0n0mAax/nBwIIIIAAAggggIBXBQhWvVpZjiulAOECJ0Z7ChAuFFqfYJVgtdDnGP3nI8C1Lx81tkEAAQQQQAABBBBwgwDBqhuqxBgdEyBYdYySjvIQIFzIA41NHBHg2ucII53kKcC1L084NkMAAQQQQAABBBAoegGC1aIvEQN0UoBwwUlN+jIVIFwwFaO9UwJc+5ySpJ98BLj25aPGNggggAACCCCAAAJuECBYdUOVGKNjAoQLjlHSUR4ChAt5oLGJIwJc+xxhpJM8Bbj25QnHZggggAACCCCAAAJFL0CwWvQlYoBOChAuOKlJX6YChAumYrR3SoBrn1OS9JOPANe+fNTYBgEEEEAAAQQQQMANAgSrbqgSY3RMgHDBMUo6ykOAcCEPNDZxRIBrnyOMdJKnANe+POHYDAEEEEAAAQQQQKDoBQhWi75EDNBJgZ07d+qss86Sz+dzslv6QiAngUAgoLfeektDhw7NqT2NEHBKgGufU5L0k48A17581NgGAQQQQAABBBBAwA0CBKtuqBJjdEzgL3/5i0pLS3XaaaeppKTEsX7pCIFsAseOHdOhQ4fk9/v1xS9+MVtz/o6AowJc+xzlpDMDAa59Blg0RQABBBBAAAEEEHCdAMGq60rGgFsj8Mknn+idd95Rnz591KNHD3Xq1ImAtTWgbJtVwAoVWlpa9PHHH+uDDz7Ql770JXXt2jXrdjRAwEkBrn1OatJXLgJc+3JRog0CCCCAAAIIIICA2wUIVt1eQcZvLGAFDAcOHNDhw4eDgRc/CBRawArwy8rK1Lt3b0LVQmPTf1oBrn2cHG0twLWvrcXZHwIIIIAAAggggEBbCxCstrU4+0MAAQQQQAABBBBAAAEEEEAAAQQQQAAB1wsQrLq+hBwAAggggAACCCCAAAIIIIAAAggggAACCLS1AMFqW4uzPwQQQAABBBBAAAEEEEAAAQQQQAABBBBwvQDBqutLyAEggAACCCCAAAIIIIAAAggggAACCCCAQFsLEKy2tTj7QwABBBBAAAEEEEAAAQQQQAABBBBAAAHXCxCsur6EHAACCCCAAAIIIIAAAggggAACCCCAAAIItLUAwWpbi7M/BBBAAAEEEEAAAQQQQAABBBBAAAEEEHC9AMGq60vIASCAAAIIIIAAAggggAACCCCAAAIIIIBAWwsQrLa1OPtDAAEEEEAAAQQQQAABBBBAAAEEEEAAAdcLEKy6voQcAAIIIIAAAggggAACCCCAAAIIIIAAAgi0tQDBaluLsz8EEEAAAQQQQAABBBBAAAEEEEAAAQQQcL0AwarrS8gBIIAAAggggAACCCCAAAIIIIAAAggggEBbCxCstrU4+0MAAQQQQAABBBBAAAEEEEAAAQQQQAAB1wsQrLq+hBwAAggggAACCCCAAAIIIIAAAggggAACCLS1AMFqW4uzPwQQQAABBBBAAAEEEEAAAQQQQAABBBBwvYDrg9UlbyzRS++9pM9aPnN9MUwP4LhOx+n8M87XrGGzTDelPQIIIIAAAggggAACCCCAAAIIIIAAAgi0QsDVwaoVqm4/uF0lnUpUUlLSCgZ3bnrs2DEdazmmEb1GEK66s4SMGgEEEEAAAQQQQAABBBBAAAEEEEDApQKuDla/vf7b6vpPXTtkqBo536xw9ZN/fKInqp5w6SnIsBFAAAEEEEAAAQQQQAABBBBAAAEEEHCfgKuD1fFPjtdJXU9yn7rDI/7rJ3/Vhis3ONwr3SGAAAIIIIAAAggggAACCCCAAAIIIIBAOgGCVQ+cGwSrHigih4AAAggggAACCCCAAAIIIIAAAggg4CoBglVXlSv1YAlWPVBEDgEBBBBAAAEEEEAAAQQQQAABBBBAwFUCBKuuKhfBqgfKxSEggAACCCCAAAIIIIAAAggggAACCHhAgGDVA0VkxqoHisghIIAAAggggAACCCCAAAIIIIAAAgi4SoBg1VXlSj1YglUPFJFDQAABBBBAAAEEEEAAAQQQQAABBBBwlUAHDVav1qKLztPpwVJ9qJefu1mPuKps8YMlWHVx8Rg6AggggAACCCCAAAIIIIAAAggggIArBQhWcw5WL9Et4yaqorO9zp+o4f9O013727f2BKvt68/eEUAAAQQQQAABBBBAAAEEEEAAAQQ6ngDBak7BajhUVYPWbrpLz0bOkyGL9GgftfuMV4LVjvc/LkeMAAIIIIAAAggggAACCCCAAAIIINC+AgSrOQSrV5/7qM77p4RQ1apbv1u0/MyT9IfgUgLW8gKD9Nemk1TR/a96+f/+VV89s0Jdo/WNX3Ig2Ge38B+Pxvq2fj/oHw06qXuF/vrBVbq5PvsJQrCa3YgWCCCAAAIIIIAAAggggAACCCCAAAIIOCnQQYJV+5qq2fiS11y1ws6v/mOtpv0hOlc1RSehfZzUZLU73fbvoW2CQape1lWvPSJZM11P2h36d4Vmw/Y/HOo/bYibYdgEq9lqyt8RQAABBBBAAAEEEEAAAQQQQAABBBBwVoBgNcmzNcHqV/XX4JqrVsga+ffQDi756nJN/Kc/hMPU+J1af6vS+miwmj3Ejd+eYNXZ/ynoDQEEEEAAAQQQQAABBBBAAAEEEEAAgWwCBKuOBquDtDu6LMB5Oj2x7yPhGauR3wfXaA21+iQ40zU0Y3XQX3NbAiDSDcFqttOcvyOAAAIIIIAAAggggAACCCCAAAIIIOCsQAcJVhPR7EsDJM9QTWqdbo3V4Lqq9lmq9mA1fsaqvc/o+qrhoDVxxirBqrMnOb0hgAACCCCAAAIIIIAAAggggAACCCDgtADBag4Pr4qsg1qhhAdYBWecnqSG6O3/8TNWQ+utWmushtZRPem/QzNR49ZbDYazkbVZmbHq9AlOfwgggAACCCCAAAIIIIAAAggggAACCBRCgGA1p2DVog+FoxWd48vw4QeR2/atgDQSrErqd4uWn1mhrpHmccsAJMyY/UA6LxzQfnQGSwEU4kSnTwQQQAABBBBAAAEEEEAAAQQQQAABBJwUIFjNOVh1kt3Zvlhj1VlPekMAAQQQQAABBBBAAAEEEEAAAQQQQCCbQMeHs0wAACAASURBVAcNVrOxuOvvBKvuqhejRQABBBBAAAEEEEAAAQQQQAABBBBwvwDBqvtrKIJVDxSRQ0AAAQQQQAABBBBAAAEEEEAAAQQQcJUAwaqrypV6sASrHigih4AAAggggAACCCCAAAIIIIAAAggg4CoBglVXlYtg1QPl4hAQQAABBBBAAAEEEEAAAQQQQAABBDwgQLDqgSIyY9UDReQQEEAAAQQQQAABBBBAAAEEEEAAAQRcJUCw6qpypR4swaoHisghIIAAAggggAACCCCAAAIIIIAAAgi4SoBg1VXlIlj1QLk4BAQQQAABBBBAAAEEEEAAAQQQQAABDwi4Olj99vpvq+s/dVVJSYkHSpHfIRw7dkyf/OMTPVH1RH4dsBUCCCCAAAIIIIAAAggggAACCCCAAAIIGAu4Olhd8sYSbT+4XSWdSjpkuGqFqsdajmlErxGaNWyWcfHZAAEEEEAAAQQQQAABBBBAAAEEEEAAAQTyE3B1sGodshWuvvTeS/qs5bP8BFy81XGdjtP5Z5xPqOriGjJ0BBBAAAEEEEAAAQQQQAABBBBAAAF3Crg+WHUnO6NGAAEEEEAAAQQQQAABBBBAAAEEEEAAATcLEKy6uXqMHQEEEEAAAQQQQAABBBBAAAEEEEAAAQTaRYBgtV3Y2SkCCCCAAAIIIIAAAggggAACCCCAAAIIuFmAYNXN1WPsCCCAAAIIIIAAAggggAACCCCAAAIIINAuAgSr7cLOThFAAAEEEEAAAQQQQAABBBBAAAEEEEDAzQIEq26uHmNHAAEEEEAAAQQQQAABBBBAAAEEEEDAxQKHDx9u9ejLyspa3Uc+HRCs5qPGNggggAACCCCAAAIIIIAAAggggAACCCDQagGCVUPCY8eOye/360iXDzT4tJGGW9McAQQQQAABBBBAAAEEEEAAAQQQQAABBLwgQLBqWEWCVUMwmiOAAAIIIIAAAggggAACCCCAAAIIIOBBAYJVw6ISrBqC0RwBBBBAAAEEEEAAAQQQQAABBBBAAAEPChCsGhaVYNUQjOYIIIAAAggggAACCCCAAAIIIIAAAgh4UIBg1bCoBKuGYDRHAAEEEEAAAQQQQAABBBBAAAEEEEDAgwIEq4ZFJVg1BKM5AggggAACCCCAAAIIIIAAAggggAACHhTIFqz+9re/1eWXX57xyMvKytpF5u1D29StuY9KS0tVUlJiPIaSpqamY6ZbEayaitEeAQQQQAABBBBAAAEEEEAAAQQQQAAB7wlkClatUDXykylcJVj13nnBESGAAAIIIIAAAggggAACCCCAAAIIIIBABoF0wao9VM0WrhKscoq1WuDj316ni+7YIo26Xc8tqVKPVvdIBwgggAACCCCAAAIIIIAAAggggAACCBROIFWwmipUzRSuEqwWrj7t3PPHWj/rIv1sa8IwWht+Hlqv6y75mbZE+3lT9w2v0erW9tuOWm8uGa6aVdYAJqtux/X6cnAsEb/Ruv3ZedICy9L69/tVdVo7DpZdI4AAAm0qEL7GW1fIR3bo+nNCO49+oTalTjtmha6arf8J78vRPls/KnpAAAEEEEAAgY4uEHs/lCwR+Yxo//zIZ8a8z5hI3pDYQXvkDUnZR/ygIjmC/T1y9uOOnEv27CH7VrQonEC2NVZz2TPBai5KrmtjC1WjF6BUv3PgwIIXm72aGg0kHeizLbtIuHDHLoq8MLZlGdgXAggUq4D9g0TsDSDBarHWi3EhgAACCCCAgPMCkfdD8RNtou+H4iboOL/3DtOj7bP56HnP6f7LQ/fCRidCFdmX7wSr3jgzCVYN69hRHl4VvfAkfatjC1eti9IP9oZmn9odIxerXfdp+NWrbX8Jv4jINmP1NumOxO0j+wxeFDdLo7ZoS2TWbHt8y5TlHAm9GEqTp0irV22Rohfr9DNWz309vPRBtO9w2JDOjBmuhv+n0hwBBIpHIH6GRuRNblKwmmp2QbrXg1G3q+7CzaqxlpCR/QNKitkgCXdH7B01Wlu2Wtt9R9WjfqOVCXdlmM0YKB5lRoIAAggggAACxSyQOlhV9P2P9XnwKu0N3jFqvbeZqr2X1Cju03Q4KIzdLRk7Xt6/BOPT0J2w1rtDW6hq/SXxfWcs0I4Yhj+Pp3o/agtjk+wj7zNzyT6sJQ/j2o3W6HDWYdVv7CuRu2DDY7JlH3H7HTVao7du0RbC+KL5H55g1bAUHS1YTbwgJV2UbMHq5Eee04C60NIBo6+fLd13bzBwDV7kFQ5ZrYtDJEwdVa3vbF2p39gufHHfJKXrO+EiaVhCh5uHw1PZjit6gUsTrK4aq81TYkshfBBZRmDKrZq86k6tDocE0fC1CMNkhxHpDgEEPC0Q+yARevMYeuPaJ7K2dvDNqpLeCKd7PRg973YNuONnoTfNkZA0cWmZ8OvK1H0XhZZpSbGP6N+S3hBzW5WnT0cODgEEEEAAgXYRyGXGaixYrf7uFq38r3BA+PXXwpOZRmv2bOnee4OfskNL0EWDQJaciwWrWSwSbs+PfR6PnzgWl29YGUT5o6GJY8H3lX2iyybmln3Y84KEjMSq5s2TtXpRir7nPad5uiP0PJpwzZVyGcJ2OanZaViAYNXwVCBYTfi2Jxp+hi7skf/JYxeXFB9QoxeySLAau/DFfZOU0HfkQ3iqsNewjM41Dx+LgmGvohfX0DeGOa6xGvnWasq9un3P7GAwzTeOzpWInhBAoL0FbOtAPTtAK6y7FKbU6bn+K0JvEuNCz9xeD0KvNaN1+yNjtfnqFGt2J35BlWIfAx4LzQqIvqbEzRiJrJXd3nbsHwEEEEAAAQS8IWC2xmo0QE24dT15KaU0M2G9gWZ4FHlaRD+P24PVhHwjxeSuSC1yyz4yTcRK/vwf7dserEbOBd6zGp4XhW9OsGpoTLCaJlgNz/iJfNuT28Ulx2A13LfCs5uKKVhNvoUgfELFfYuV5uFVibcZhC+UibcXELIa/k9KcwQQKDKB+AX2I6Fo/PIpkRmrWYLVuNeayaqLBLVJM1YzzYqNf6OcjMWM1SI7gRgOAggggAACHhDIJfRLeEbHhwlL6yV9MW09/DOXfj3Al9MhGFqk+jwemdyVmG/Yg9WE2/5zyz5SBauxtV+jn/kT+04VrEZrznvWnE6LNmhEsGqI3NGCVeW8xmoBZ6wWbbAaW282eiFMu0bOPGlBaL2c2O0bUtC3Zq8uit5SYHsyNt9EGf7fSXMEEChOgcQnlybM2DCZsZpzsBoKaKNLqsTtI/sMhOJ0ZFQIIIAAAggg4F6BXEK/dA8/jn3u/E71aP1mpf25Hrn06141s5GnX2NVkcBy1O167MLN+kHw1voUn8fT3ZE77zlFl5GytrOF3E4EqxddLD33u/DR2vsmWDU7BdqpdSRY3bVrl/EIzjnnnOA2ZWVlxts6scHbh7apW3MflZaWqqSkxLjLkqampmOmW3WUYFWyPaQqGq6m+J3tW56CrbFarMGq7eL8nLUQdfBksoetkTVn42esRoPV4HGdq9eCC5RL+m61Rv/Xytgi1NFvq/gmyvT/U9ojgEAxCSQGq7Y7H8JvTHNeYzXnYDV0i3/qNVYTZqwmvMbEHkBYTIaMBQEEEEAAAQTcLZBLABr5LPlVXTb8D3p6R+QW8VhgGA1WWWM19elgyyfsd7raH84dDVYTP48nPJw7cY3VtGv35/R8mRRrrJ4efqi3pGiwmuK5AIlrrEafU8DDq4rmkkCwaliKjhOsxoeEcUz2WayZnpqXy5PxIg+ysu8g7inQsbXzim0pgMjFOf0TByNrpiYuBRCZvRo66NFTJkurVgcf9BV7oYyBsBSA4f+kNEcAgSITSA5W4768S1ovyjb8NK8HoWVnMi0FkKKPpNumbF8WRpvzRVaRnTwMBwEEEEAAAY8ImASro3V75IHH9qNPs3Sc1YTPjDaoVBlF8M+R93nx7wHtn8cn33O79t70s+Bn8+hPdJ3b+LuuJk+ZrNWrgo9T1e33DNDPbrL+PfITXt5K4fA06WGp8af15EfqpKtrgg9nDY7U3vez9yvybICErUIPMPPI/yFuPgyCVcPqdaxgNQecuIc3heZs8oMAAggggAACCCCAAAIIIIAAAgi4SoB8w1XlKpbBEqwaVoJgNQGMC4/hGURzBBBAAAEEEEAAAQQQQAABBBAoOgHyjaIriRsGRLBqWCWCVUMwmiOAAAIIIIAAAggggAACCCCAAAIIIOBBAYJVw6ISrBqC0RwBBBBAAAEEEEAAAQQQQAABBBBAAAEPChCsGhaVYNUQjOYIIIAAAggggAACCCCAAAIIIIAAAgh4UIBg1bCoBKuGYDRHAAEEEEAAAQQQQAABBBBAAAEEEEDAgwIEq4ZFJVg1BKM5AggggAACCCCAAAIIIIAAAggggAACHhQgWDUsKsGqIRjNEUAAAQQQQAABBBBAAAEEEEAAAQQQ8KAAwaphUQlWDcFojgACCCCAAAIIIIAAAggggAACCCCAgAcFCFYNi0qwaghGcwQQQAABBBBAAAEEEEAAAQQQQAABBDwoQLBqWFSCVUMwmiOAAAIIIIAAAggggAACCCCAAAIIIOBBAYJVw6ISrBqC0RwBBBBAAAEEEEAAAQQQQAABBBBAAAEPChCsGhaVYNUQjOYIIIAAAggggAACCCCAAAIIIIAAAgh4UIBg1bCoxRCsvvvuu4ajpjkCCCCAAAIIIIAAAggggAACCCCAAAIIOClwyimnBLvbtWuXcbfnnHNOcJuysjLjbZ3Y4O1D29StuY9KS0tVUlJi3GVJU1PTMdOtCFZNxWiPAAIIIIAAAggggAACCCCAAAIIIICA9wQIVg1rWgzBaiAQMBw1zRFAAAEEEEAAAQQQQAABBBBAAAEEEEDASYHm5uZgd8xYzVGVYDVHKJohgAACCCCAAAIIIIAAAggggAACCCDgYQGCVcPiEqwagtEcAQQQQAABBBBAAAEEEEAAAQQQQAABDwoQrBoWlWDVEIzmCCCAAAIIIIAAAggggAACCCCAAAIIeFCAYNWwqASrhmA0RwABBBBAAAEEEEAAAQQQQAABBBBAwIMCBKuGRSVYNQSjOQIIIIAAAggggAACCCCAAAIIIIAAAh4UIFg1LCrBqiEYzRFAAAEEEEAAAQQQQAABBBBAAAEEEPCgAMGqYVEJVg3BaI4AAggggAACCCCAAAIIIIAAAggggIAHBQhWDYvaoYLVFr/2vL5Ov96xXYGTK1V1aZWGds8N7KOX79YfV7+tz+3Nuw3WGXPm6Mun59ZHUqsWvxrrX9X23Xv01rtv6cAJZ2lEn4EaOmyMhvYpzbNTNkMAAQQQQAABBBBAAAEEEEAAAQQQQMBcgGDV0KzDBKstB7Xpoela+IE/JtRphG788Z2q7Jkd7Z0HKvXnfRep+xd80cbNOzfos8tW6uLxvbJ3kNCi6c01WvjkSu08mnrT0lOrNX/KJA09ybhrNkAAAQQQQAABBBBAAAEEEEAAAQQQQMBYgGDVkKyjBKuBwztVt+wmrfskHsh35j1aP2moYnGppM8D+tuRz+Iavvfwd/X+Gb/QyItjIWqq30nHqWuZT8dlqMPBl25V9abtCkTadC7XwK7WCAI6eLhR0ejXIPg1LDvNEUAAAQQQQAABBBBAAAEEEEAAAQQQiBMgWDU8ITwfrLYc1MZV69X9imka0XmnapcmhKun3qB1syplXxFgT22V6jdEY09DUanLj3+liy89OeV2gYblmrZ2nRqtv3at1I3fm6bKL9pu+z/q157XluvOTRvDbSZo6expquhiPIxWbVC/bJSuWTNRD22dqSGZevrTUo26dm20xcQHt2rm2dZ/1mvpqGsU+4sU/FvvDbrhiru0LbHPSQ9p64yMe2rV8bAxAggg4LgA1z/HSekQAQQQQAABBFwmkPb9kMuOo5iHG2c8Urc8tVjjT0v9mVt8ri7mSrpmbASrhqXydLBqv/2/a5UWXjszKVztNaxWa64cGKdm3fb/9jOGkLbmXaanWR6gZY/WLJquOmvWbNfMgak9gC0fXquVVfFjzH90OWx5aINuWLRP/a1YdEokKE21nRWerlT/yIU9eMHfF7zQD1g3StfIFpba/hZ6EYj9fPzMUm396szwi0MO46MJAggg0O4CXP/avQQMAAEEEEAAAQTaWSD9+6HEz3ztPFD37t76bH7FPlWHJzx9/MwNGr/5fG1YPF49gpOZXtQF2SZDuffoGXk7CRCsGsJ7NlhNtaZqQri6vtMkLb6uOmk26GefHtEn8SsBGKl26tJNJ8StLRDevGG5KteuU0A+VV35lGYNS9UosquAtj96heb+OSB1mqCl/z5NFZ2MhpF34+DFel+1NvRfGfxn2pmkVli6qn/4om7t7mNtuGGhdHMoWH3xXHsom/CiGxndn5bqhvf/pxZf2iPv8bIhAggg0OYCXP/anJwdIoAAAggggECRCWR4P0Sw6kytrM/mCzXX9nnZ9rla1oQoaW4wZOUHAecECFYNLT0ZrMaFqj6NGDVT5bsWh9ZXjYSrLY062LVcvdLcYt/84Z+09z3T5QB86v7ls9Xz+NRFaNw4XdVb9+QelEaD2IGadU2tqs4wLG5eza1wdLz2WTNVg7ftx74dy9pdcKZr6MJ+YFkuwSrfsGU1pQECCLhDgOufO+rEKBFAAAEEEECgcAK290MEfQVits9gTViGQcphKb8CDYtuvSVAsGpYT88Fq4mh6rg6LTy/l/xvLFX1k+vVJMnXc65W/mSsYo+hSkb7aMO/aUvt24aag9W37uca3jP1Zg2PX6iZ9ZJSrOuacouPNmruksXaLmnCxBc0vcJwOPk0j7vVwBayBtdNTfNju6CPvHVD8Ns0a43WbDNWk799y2fAbIMAAgi0owDXv3bEZ9cIIIAAAgggUBQCKd4PFcW4vDaI4Gf1u6TwZ24lzBgOPifFvhyf146f42kzAYJVQ2pPBatpQlX7eqW+0tS3/yeyFSRY/c0lmrkrIJXN1MqbqlSerVbvrde0h5Zqj3yaNOlZ1ZyZbYPW/z24DMCdCY+WCi+Abf9bJECN22PwQv+Szg+vsZo5WGW2auurRQ8IIFA0Alz/iqYUDAQBBBBAAAEE2knA9n6IpQCcrEFowtNd28IPhE436SlhPVYnR0BfHUuAYNWw3p4JVh0MVS3CWLA6XoOf+bH0QKX2nrFSF3/tD/pdzXsakPS7B9SszDNWm165VROet+afnqu5N83XuLLMxfJvna+qja9JGqv5N8/VmFLD4ho3TzFDNcPFObIWa2wNVoM1Vq1v1167IP36rcZjZwMEEECg7QS4/rWdNXtCAAEEEEAAgeIUyPR+iGDVqZpZE5Ku0drwZKeMvRKsOoXe4fshWDU8BTwRrDocqhYqWNXhzZp/z0K9KqlXxT1aOXGo0j6+qnmnahffpHXNkvrM1frpY1XwXDVp8XFLIsNyAMFbPqSHIk8htP23Em9DCP5tn255arGsF1nrNoWV/UPLBvCDAAIIuE6A65/rSsaAEUAAAQQQQMBhgQzvh4Y4vKuO2l1yeB2TSLz1n6UAOupZ4vxxE6wamro+WC1AqFqwYFUBNTxeo5n1B62VXjViVK3mV5Ynh6vNjVpfN11LDlgPzyrXpEm1qjkzbQRrWPH0zdOFnZku5vFLB4yMBqdS+Js12+4mPrhVM4O3LdieZHiaY8OnIwQQQKBNBbj+tSk3O0MAAQQQQACBIhRI/36oCAfrwiEFw9I1iQOPfO6OLREQbDHyFm1YPF5MXXJhoYtsyASrhgVxdbBaoFC1cMGqpOYG1d47S+s+CRWqtGysJo++QiPOLFfpkUbt3PWUnnpjsxqOhgt5UrWWTpukioJPVzU8cWiOAAIIIIAAAggggAACCCCAAAIIIOApAYJVw3K6NlgtYKha0GDV6tzfoDUP36i6JmtGarofnyq6D1RDU4PUqUI1Exdq0pmkq4anN80RQAABBBBAAAEEEEAAAQQQQAABBHIUIFjNESrSzJ3BapM21dZo4Qf+0C314+q08PxeCjQs17S169Ro/bZ0khZfV62KLoYg4eaFeHhV3Eha/Nrz+hrVbVqv7QF7wOpT955Vmn7pJI3r06i6xbO0Jji7tVyVlQt146he+R0QWyGAAAIIIIAAAggggAACCCCAAAIIIJBBgGDV8PRwZbDqf00LF83XpuCxlmrMN2t14ynrNdOhUNXqteDBqr1OzX75w7f++7qUytfZ9sf/3qi5DyzW9hbrdz5VDP8P3TW+QqWdDAtNcwQQQAABBBBAAAEEEEAAAQQQQAABBAhWUwqUNDU1HTM9O1wZrDYsV+XadUp1I31rZ6pG/No0WM1SNPtMXKtp+YC5umvKWPWyB7Cmhac9AggggAACCCCAAAIIIIAAAggggAACNgFmrBqeDm4MVhs3Tlf11j1JR+pUqGp1HAtWL9DAtTOkh7+r98/4hUYO/YO2Xd+ovkm/+6WaNVh9636u4T0Ni5BD84Mv3arqTdujYbKv+zQtnTFBA305bEwTBBBAAAEEEEAAAQQQQAABBBBAAAEEsggQrBqeIu4LVv169ZErNH9//IE6GarGB6smoIULVqWAGh6frpn11gqyoZ8JE1/Q9AqT8dEWAQQQQAABBBBAAAEEEEAAAQQQQACB1AIEq4ZnhuuC1ZYG1f50ljZ2GaihfcdpxOCzdNYXBqq8u7NTN5u33a3fLXjRTNM3WgN/eZuGlJltlnPrloN69T/nav7eRqlzpebPvkFjCrWvnAdFQwQQQAABBBBAAAEEEEAAAQQQQAABLwgQrBpW0X3BakCBoz75nM1RU6o1Hzmif3xuAHpcN514vEH7PJsG/H4p8SFXefbFZggggAACCCCAAAIIIIAAAggggAACCFgCBKuG54HrglXD46M5AggggAACCCCAAAIIIIAAAggggAACCGQXIFjNbhTXgmDVEIzmCCCAAAIIIIAAAggggAACCCCAAAIIeFCAYNWwqASrhmA0RwABBBBAAAEEEEAAAQQQQAABBBBAwIMCBKuGRSVYNQSjOQIIIIAAAggggAACCCCAAAIIIIAAAh4UIFg1LCrBqiEYzRFAAAEEEEAAAQQQQAABBBBAAAEEEPCgAMGqYVEJVg3BaI4AAggggAACCCCAAAIIIIAAAggggIAHBQhWDYtKsGoIRnMEEEAAAQQQQAABBBBAAAEEEEAAAQQ8KECwalhUglVDMJojgAACCCCAAAIIIIAAAggggAACCCDgQQGCVcOiEqwagtEcAQQQQAABBBBAAAEEEEAAAQQQQAABDwoQrBoWlWDVEIzmCCCAAAIIIIAAAggggAACCCCAAAIIeFCAYNWwqASrhmA0RwABBBBAAAEEEEAAAQQQQAABBBBAwIMCBKuGRS2GYPXdd981HDXNEUAAAQQQQAABBBBAAAEEEEAAAQQQQMBJgVNOOSXY3a5du4y7Peecc4LblJWVGW/rxAZvH9qmbs19VFpaqpKSEuMuS5qamo6ZblUMwarpmGmPAAIIIIAAAggggAACCCCAAAIIIIAAAs4KHD58mGDVhJRg1USLtggggAACCCCAAAIIIIAAAggggAACCHhTgGDVsK4Eq4ZgNEcAAQQQQAABBBBAAAEEEEAAAQQQQMCDAgSrhkUlWDUEozkCCCCAAAIIIIAAAggggAACCCCAAAIeFCBYNSwqwaohGM0RQAABBBBAAAEEEEAAAQQQQAABBBDwoADBqmFRCVYNwWiOAAIIIIAAAggggAACCCCAAAIIIICABwUIVg2LSrBqCEZzBBBAAAEEEEAAAQQQQAABBBBAAAEEPChAsGpYVIJVQzCaI4AAAggggAACCCCAAAIIIIAAAggg4EEBglXDonaoYLXFr91bHtPa7dsU6H6Zvl11pYb1yA3s0IsL9fp/vqXP7c1Lz1K/W+dq2Om59ZHUqsWv/W++rG3v/Fn1f6nXhycM0ci+/6yvfPU8DetbmmenbIYAAggggAACCCCAAAIIIIAAAggggIC5AMGqoVmHCVZbDuj5ZVN1x/v+mFCnr+vm6+7WZb2yo729ZJwa9laqx0BftHHzH9crcPkaXX5FDh0k7KJp1yr9dN0jeuNo6n2Xnnq17pw6RcNOzj42WiCAAAIIIIAAAggggAACCCCAAAIIINBaAYJVQ8GOEqwG/vaGHr7/ej12JB7IN/g+bfzhMMXiUkmfB/T//IG4ho21VdpfvlxjLomFqKl+J/lUeqJPx2Wow4FNczT5968ruofO/TSomzWCgA78bb+i0a9B8GtYdpojgAACCCCAAAIIIIAAAggggAACCCAQJ0CwanhCeD5YbTmgp+ueUI/vzNDIzm9o2b0J4eqpN2v9jZequ83tnWWV+tNT8cGqCWuXWet0+Xh7j7GtA/XLVPPo49pv/arbpbp54gxdNsh22/9Rv3a/vEw//f0z4Tbf14M3zdCQ401G0Pq2by4ZrppVk1W343p9OVN3u+7T8KtXR1tMfmSHrj/H+s83dd/wGsX+IkX/dmi9rrvkZ9oS3mr0vOd0/+U5rsnQ+kOjBwQQQMAZAa5/zjjSCwIIIIAAAgi4VyDt+yH3HlLRjjz4OXqvpkY/o2f4zF20B8HA3CBAsGpYJU8Hq/bb/7tdqbtnzk4KV3sPX6FfTxgUp2bd9v9/NhhC2pp3mZFmeYCW3Vq1YKoetmbNdsscmNoD2H5fW6HV34kfY/6jy2FL64K9YK8GWLFoTSQoTbWddSFfoQHP3q+q0yQFX1T36vZn79eAx4arRnXaMSscy0b/NlV7L6nR3kiYGnxx2KyxkT5yGB5NEEAAgfYX4PrX/jVgBAgggAACCCDQvgLp3w8FPx/y46DAx1o/6yL9bGts8lNwMlTKz9zhz+cO7p2uOpYAwaphvT0brKZaUzUhXH2i0xTdf8PVSbNBP/vUr4SVAIxU/8fxpSqLW1sgvHn9Mo179HEF5NO3Jzyr2cNTNYrsKqBtdZdoYsL+OwAAIABJREFUzjsBqdP39eCdMzSkk9Ew8m788W+v00X7puq5/iuC/4yGo4k9WmFp3QA9t6RKofmm1sX+Dum2ULC6+Rv2UDbyojtPWhBqE3qxTXgxznvUbIgAAgi0oQDXvzbEZlcIIIAAAgggUJQCGd4PEaw6WzHrM/odGqsBd+zV2PCMVStYTf2Zm2DVWf2O1xvBqmHNPRmsxoWqPo0cM1v93lgUWl81Eq627NeBrv3UO80t9s0f7tTuRtPlAHw65eyhafvc//RUTX51d+5BaTSIHaTZM1bo2+WGxc2reeibsL3WTNXTE281yNJhcKarNG9JlT7IcJE/93XrRWFe6Pb/pBfjvAbNRggggED7CnD9a19/9o4AAggggAAC7S9gez/EQm9OlsOajLRZY3eM1ebgP0PL9RGsOmlMX3YBglXD88FzwWpiqPqtR3X3uN7y77hXk9Y9qSZJvl7ztHr2heqdwerQUzP10rIGQ80Kla9eqq/3TL1Z/Zpv6No3JaVY1zXlFh89ozn/sUjbJP3gqlc0Y4jhcPJpHrduiy1kDa6bmubHtq5OZL3UjBf5D+PXZdUU25IB+YyZbRBAAIH2EuD6117y7BcBBBBAAAEEikUgxfuhYhmaF8YR+2wdCVgJVr1Q12I+BoJVw+p4KlhNE6ra1yv1nZD69v9EtoIEq49fqGvfCEgnztbquVeqX7ZaNT6pmmX3ard8mvLDF/Sjwdk2aP3fg8sA3BF5rFS4v3Dwaf9bygdO2dZLTbsUwKqx2jzlZxqQ8JArRf+79cdADwgggECbC3D9a3NydogAAggggAACRSbA8zOcL4gVWr8yNrw8H8Gq88D0mEqAYNXwvPBMsOpgqGoRxoLVKv3L87OkJeO0u3yNLh+5Xb+dvF+Dkn63RM3KPGO16cU5qvrd65K+oXlzF+ibJ2Yulv/V21T59CuSLtSC2+bpvBMMi2vcPMUM1aQnD8Y6jazFGluDNYc1Vq1gtTa0XEDk9hDrG7gV/Z8LLQ3ADwIIIOACAa5/LigSQ0QAAQQQQACBggpkej/EGqvO0AcfULUqua/Jj+zQ2FdYY9UZZXpJFCBYNTwnPBGsOhyqFipY1d9e0G0L79DLknoPuU+rrxqmtI+v+vQNLVt0vR77VFLfedo480KVGtbWuHnK9U4zLAcQvOVDqguv8RJcLzX830r3hMLgjNXNGvtsZEHtUP+bLyRYNa4XGyCAQPsJcP1rP3v2jAACCCCAAALFIZDh/ZC1Big/Tgskz1itkW1ZvWA99ur26Gdtp/dPfx1FgGDVsNKuD1YLEKoWLFhVQPVrrtK1bx6wVnrVyDErtOCyfsnh6qf79cRDU3Xvh9bDs/ppyg9X6EeD00awhhVP3zzdzNHkbyJjfcQvHTDadhG3Lvo1Wm3bnfWt2vXnSEnLDbDGqmM1pCMEEGg7Aa5/bWfNnhBAAAEEEECgOAXSvx8qzvG6e1TxwaqU/jO3u4+T0be3AMGqYQVcHawWKFQtXLAq6dO3tOyea/XYkVChSk+8UP865jsaWdFPJxzZrz/+8Td6YscLqj8aLuTJV+vBGVM0pODLABieODRHAAEEEEAAAQQQQAABBBBAAAEEEPCUAMGqYTldG6wWMFQtaLBqdf73t7Tqwev08MfWjNR0Pz4N6TFI9R+/JXU6Sz+aco+mDC74YgCGZw/NEUAAAQQQQAABBBBAAAEEEEAAAQS8IkCwalhJdwarTXp+6WTd8b4/dEv9tx7V3eN6K1C/TDWPPq791m9PmKL7b7haQ443BAk3L8TDq+JG0uLX7i2/1MO/f1LbAvaA1afuva7UTy7/V33zjP16+H9fq1XB2a39dNlld+vmMb3zOyC2QgABBBBAAAEEEEAAAQQQQAABBBBAIIMAwarh6eHKYPXvr+iOBbfp+eCxluq8i1fof536hKY7FKpavRY8WLXX6VO//OFb/33Hl8rX2fbHg89ozv2LtK3F+p1PQ752v+658iyVdjIsNM0RQAABBBBAAAEEEEAAAQQQQAABBBAgWE0pUNLU1HTM9OxwZbBav0zjHn1cqW6kb+1M1YhfmwarWYpmn4lrNe33xXm6p+ZC9bYHsKaFpz0CCCCAAAIIIIAAAggggAACCCCAAAI2AWasGp4ObgxW9z89VZNf3Z10pE6FqlbHsWB1nL70X7Ok2irtL1+uMV/Zrldn7Fe/pN/VqVkVKl+9VF/vaViEHJof2DRHk3//ejRM9vWYodrrv69Bvhw2pgkCCCCAAAIIIIAAAggggAACCCCAAAJZBAhWDU8R9wWrfr384CW6bV/8gToZqsYHqyaghQtWpYDq10zVtW9aK8iGfn5w1SuaMcRkfLRFAAEEEEAAAQQQQAABBBBAAAEEEEAgtQDBquGZ4bpgteUtLbv1Wj19/CB9pe+39PUhQ/QvXxykfj2cnbrZvGWhfjt/k5mmb4y+9Kv5OvtEs81ybt1yQC8/Mke3/WW/1PlSLZhzs84r1L5yHhQNEUAAAQQQQAABBBBAAAEEEEAAAQS8IECwalhF9wWrAQWO+uRzNkdNqdbs9+vTzw1AfaU6+XiD9nk2DfzdLyU+5CrPvtgMAQQQQAABBBBAAAEEEEAAAQQQQAABS4Bg1fA8cF2wanh8NEcAAQQQQAABBBBAAAEEEEAAAQQQQACB7AIEq9mN4loQrBqC0RwBBBBAAAEEEEAAAQQQQAABBBBAAAEPChCsGhaVYNUQjOYIIIAAAggggAACCCCAAAIIIIAAAgh4UIBg1bCoBKuGYDRHAAEEEEAAAQQQQAABBBBAAAEEEEDAgwIEq4ZFJVg1BKM5AggggAACCCCAAAIIIIAAAggggAACHhQgWDUsKsGqIRjNEUAAAQQQQAABBBBAAAEEEEAAAQQQ8KAAwaphUQlWDcFojgACCCCAAAIIIIAAAggggAACCCCAgAcFIsFqaw6trKysNZvnve3bh7apW3MflZaWqqSkxLifkqampmOmWxGsmorRHgEEEEAAAQQQQAABBBBAAAEEEEAAAe8JEKwa1pRg1RCM5ggggAACCCCAAAIIIIAAAggggAACCHhQgGDVsKgEq4ZgNEcAAQQQQAABBBBAAAEEEEAAAQQQQMCDAgSrhkUlWDUEozkCCCCAAAIIIIAAAggggAACCCCAAAIeFCBYNSxqMQSr7777ruGoaY4AAggggAACCCCAAAIIIIAAAggggAACTgqccsopre6Oh1e1mtCsg0AgYLYBrRFAAAEEEEAAAQQQQAABBBBAAAEEEEDAUYHm5uZW90ew2mpCsw4IVs28aI0AAggggAACCCCAAAIIIIAAAggggIDTAgSrhqLFsBQAwaph0WiOAAIIIIAAAggggAACCCCAAAIIIICAwwIEq4agBKuGYDRHAAEEEEAAAQQQQAABBBBAAAEEEEDAgwIEq4ZFJVg1BKM5AggggAACCCCAAAIIIIAAAggggAACHhQgWDUsKsGqIRjNEUAAAQQQQAABBBBAAAEEEEAAAQQQ8KAAwaphUQlWDcFojgACCCCAAAIIIIAAAggggAACCCCAgAcFCFYNi0qwaghGcwQQQAABBBBAAAEEEEAAAQQQQAABBDwoQLBqWNQOFay2+LXn9XX69Y7tCpxcqapLqzS0e25gH718t/64+m19bm/ebbDOmDNHXz49tz6SWrX41Vj/qrbv3qO33n1LB044SyP6DNTQYWM0tE9pnp2yGQIIIIAAAggggAACCCCAAAIIIIAAAuYCBKuGZh0mWG05qE0PTdfCD/wxoU4jdOOP71Rlz+xo7zxQqT/vu0jdv+CLNm7euUGfXbZSF4/vlb2DhBZNb67RwidXaufR1JuWnlqt+VMmaehJxl2zAQIIIIAAAggggAACCCCAAAIIIIAAAsYCBKuGZB0lWA0c3qm6ZTdp3SfxQL4z79H6SUMVi0slfR7Q3458FtfwvYe/q/fP+IVGXhwLUVP9TjpOXct8Oi5DHQ6+dKuqN21XINKmc7kGdrVGENDBw42KRr8Gwa9h2WmOAAIIIIAAAggggAACCCCAAAIIIIBAnADBquEJ4flgteWgNq5ar+5XTNOIzjtVuzQhXD31Bq2bVSn7igB7aqtUvyEaexqKSl1+/CtdfOnJKbcLNCzXtLXr1Gj9tWulbvzeNFV+0Xbb/1G/9ry2XHdu2hhuM0FLZ09TRRfjYbRqg/plo3TNmol6aOtMDcnU05+WatS1a6MtJj64VTPPtv6zXktHXaPYX6To39Ju06ohszECCCDQtgJc/9rWm70hgAACCCCAQPEJ8NmuwDX5WBtuGK+7ttl2M/IWbVg8Xj0yfeYu8Kjo3tsCBKuG9fV0sGq//b9rlRZeOzMpXO01rFZrrhwYp2bd9v/2M4aQtuZdpqdZHqBlj9Ysmq46a9Zs18yBqT2ALR9eq5VV8WPMf3Q5bHlog25YtE/9rVh0SiQoTbWdFZ6uVP+nFmv8aZKCL6r7dMtTizVg3Shdo4e0dUY4lo38bcX5emnqXeofCWCtfV2xT9XZAtwchk0TBBBAoO0EuP61nTV7QgABBBBAAIHiFEj/fij4+ZAfBwSsYHWhdHP4M7etx+BkqFSfuSOfzx3YO110TAGCVcO6ezZYTbWmakK4ur7TJC2+rjppNuhnnx7RJ/ErARipdurSTSfErS0Q3rxhuSrXrlNAPlVd+ZRmDUvVKLKrgLY/eoXm/jkgdZqgpf8+TRWdjIaRd+OPn7lB4/dVa0P/lcF/RsPRxB6tsHRV//C3ZdYfYxd9K1h98Vx7KBt+0Q0Gq/YgNfQN3L6MAW7eh8KGCCCAQGEEuP4VxpVeEUAAAQQQQMA9AhneDxGsOlVG63P0i7ogxUQkK1hN+ZmbYNUp/A7bD8GqYek9GazGhao+jRg1U+W7FofWV42Eqy2NOti1XL3S3GLf/OGftPc90+UAfOr+5bPV8/jURWjcOF3VW/fkHpRGg9iBmnVNrarOMCxuXs1tQWdvw9mkwZmu0tzF43Ug3UU+TbD60tgNWnxpj7xGzEYIIIBAuwtw/Wv3EjAABBBAAAEEEGhnAdv7IT7ZOVSL4B2edym2EsDI4B2iVnBNsOqQMd0kCRCsGp4UngtWE0PVcXVaeH4v+d9Yquon16tJkq/nXK38yVjFHkOVjPbRhn/Tltq3DTUHq2/dzzW8Z+rNGh6/UDPrJaVY1zXlFh9t1Nwli7Vd0oSJL2h6heFw8mked2t+jrNJbevqjLw1FJCmvcgnLgUQ3jayXT5DZhsEEECg3QS4/rUbPTtGAAEEEEAAgSIRSPF+qEhG5v5hJCydF7y7dPP5wbtG005mYsaq++vezkdAsGpYAE8Fq2lCVft6pb7S1Lf/J7IVJFj9zSWauSsglc3UypuqVJ6tVu+t17SHlmqPfJo06VnVnJltg9b/PXihvtO+MrakSaG1Uu1/SxmEBi/6L+n88BqraW9LOGB/4NVETZy0VopbNqD1x0EPCCCAQJsKcP1rU252hgACCCCAAAJFKGB7P8RSAIWqT2xd27TL7xGsFgq/w/RLsGpYas8Eqw6GqhZhLFgdr8HP/Fh6oFJ7z1ipi7/2B/2u5j0NSPrdA2pW5hmrTa/cqgnPW/NPz9Xcm+ZrXFnmYvm3zlfVxtckjdX8m+dqTKlhcY2bp5ihmuHhUpG1WGNrsOawxmrSRT79YtzGw2cDBBBAoI0EuP61ETS7QQABBBBAAIGiFcj0fohgtVBlI1gtlCz9xgQIVg3PBk8Eqw6HqoUKVnV4s+bfs1CvSupVcY9WThyqtI+vat6p2sU3aV2zpD5ztX76WBU8V01afNySyLAcQPCWD+mhyELatv9W2icUVmvfFSvVPxyw2m9lYB0ew/95aY4AAu0nwPWv/ezZMwIIIIAAAggUh0CG90NDimOErh9F4uflxKUArlHo7tLgT7Ae+6JrsLr+4DmAdhMgWDWkd32wWoBQtWDBqgJqeLxGM+sPWiu9asSoWs2vLE8OV5sbtb5uupYcsB6eVa5Jk2pVc2baCNaw4umbW+uiruyf/BCp5G8iY33ELx0QW0hbsr5Ju0Zrbbub+OBWzTw7csGP/GViLJh17EjoCAEEECi8ANe/whuzBwQQQAABBBAoboH074eKe9xuGp31Of2aNZER2z8/Z/jM7aYDZKxFJ0CwalgSVwerBQpVCxesSmpuUO29s7Tuk1ChSsvGavLoKzTizHKVHmnUzl1P6ak3NqvhaLiQJ1Vr6bRJqij4dFXDE4fmCCCAAAIIIIAAAggggAACCCCAAAKeEiBYNSyna4PVAoaqBQ1Wrc79DVrz8I2qa7JmpKb78ami+0A1NDVInSpUM3GhJp1Jump4etMcAQQQQAABBBBAAAEEEEAAAQQQQCBHAYLVHKEizdwZrDZpU22NFn7gD91SP65OC8/vpUDDck1bu06N1m9LJ2nxddWq6GIIEm5eiIdXxY2kxa89r69R3ab12h6wB6w+de9ZpemXTtK4Po2qWzxLa4KzW8tVWblQN47qld8BsRUCCCCAAAIIIIAAAggggAACCCCAAAIZBAhWDU8PVwar/te0cNF8bQoea6nGfLNWN56yXjMdClWtXgserNrr1OyXP3zrv69LqXydbX/8742a+8BibW+xfudTxfD/0F3jK1TaybDQNEcAAQQQQAABBBBAAAEEEEAAAQQQQIBgNaVASVNT0zHTs8OVwWrDclWuXadUN9K3dqZqxK9Ng9UsRbPPxLWalg+Yq7umjFUvewBrWnjaI4AAAggggAACCCCAAAIIIIAAAgggYBNgxqrh6eDGYLVx43RVb92TdKROhapWx7Fg9QINXDtDevi7ev+MX2jk0D9o2/WN6pv0u1+qWYPVt+7nGt7TsAg5ND/40q2q3rQ9Gib7uk/T0hkTNNCXw8Y0QQABBBBAAAEEEEAAAQQQQAABBBBAIIsAwarhKeK+YNWvVx+5QvP3xx+ok6FqfLBqAlq4YFUKqOHx6ZpZb60gG/qZMPEFTa8wGR9tEUAAAQQQQAABBBBAAAEEEEAAAQQQSC1AsGp4ZrguWG1pUO1PZ2ljl4Ea2necRgw+S2d9YaDKuzs7dbN529363YIXzTR9ozXwl7dpSJnZZjm3bjmoV/9zrubvbZQ6V2r+7Bs0plD7ynlQNEQAAQQQQAABBBBAAAEEEEAAAQQQ8IIAwaphFd0XrAYUOOqTz9kcNaVa85Ej+sfnBqDHddOJxxu0z7NpwO+XEh9ylWdfbIYAAggggAACCCCAAAIIIIAAAggggIAlQLBqeB64Llg1PD6aI4AAAggggAACCCCAAAIIIIAAAggggEB2AYLV7EZxLQhWDcFojgACCCCAAAIIIIAAAggggAACCCCAgAcFCFYNi0qwaghGcwQQQAABBBBAAAEEEEAAAQQQQAABBDwoQLBqWFSCVUMwmiOAAAIIIIAAAggggAACCCCAAAIIIOBBAYJVw6ISrBqC0RwBBBBAAAEEEEAAAQQQQAABBBBAAAEPChCsGhaVYNUQjOYIIIAAAggggAACCCCAAAIIIIAAAgh4UIBg1bCoBKuGYDRHAAEEEEAAAQQQQAABBBBAAAEEEEDAgwIEq4ZFJVg1BKM5AggggAACCCCAAAIIIIAAAggggAACHhQgWDUsKsGqIRjNEUAAAQQQQAABBBBAAAEEEEAAAQQQ8KAAwaphUQlWDcFojgACCCCAAAIIIIAAAggggAACCCCAgAcFCFYNi0qwaghGcwQQQAABBBBAAAEEEEAAAQQQQAABBDwoQLBqWNRiCFbfffddw1HTHAEEEEAAAQQQQAABBBBAAAEEEEAAAQScFDjllFNa3V1ZWVmr+8ing7cPbVO35j4qLS1VSUmJcRclTU1Nx0y3KoZg1XTMtEcAAQQQQAABBBBAAAEEEEAAAQQQQAABZwUOHz7c6g4JVltNSAcIIIAAAggggAACCCCAAAIIIIAAAggg4CYBglXDajFj1RCM5ggggAACCCCAAAIIIIAAAggggAACCHhQgGDVsKgEq4ZgNEcAAQQQQAABBBBAAAEEEEAAAQQQQMCDAgSrhkUlWDUEozkCCCCAAAIIIIAAAggggAACCCCAAAIeFCBYNSwqwaohGM0RQAABBBBAAAEEEEAAAQQQQAABBBDwoADBqmFRCVYNwWiOAAIIIIAAAggggAACCCCAAAIIIICABwUIVg2LSrBqCEZzBBBAAAEEEEAAAQQQQAABBBBAAAEEPChAsGpY1A4VrLb4tXvLY1q7fZsC3S/Tt6uu1LAeuYEdenGhXv/Pt/S5vXnpWep361wNOz23PpJatfi1/82Xte2dP6v+L/X68IQhGtn3n/WVr56nYX1L8+yUzRBAAAEEEEAAAQQQQAABBBBAAAEEEDAXIFg1NOswwWrLAT2/bKrueN8fE+r0dd183d26rFd2tLeXjFPD3kr1GOiLNm7+43oFLl+jy6/IoYOEXTTtWqWfrntEbxxNve/SU6/WnVOnaNjJ2cdGCwQQQAABBBBAAAEEEEAAAQQQQAABBForQLBqKNhRgtXA397Qw/dfr8eOxAP5Bt+njT8cplhcKunzgP6fPxDXsLG2SvvLl2vMJbEQNdXvJJ9KT/TpuAx1OLBpjib//nVF99C5nwZ1s0YQ0IG/7Vc0+jUIfg3LTnMEEEAAAQQQQAABBBBAAAEEEEAAAQTiBAhWDU8IzwerLQf0dN0T6vGdGRrZ+Q0tuzchXD31Zq2/8VJ1t7m9s6xSf3oqPlg1Ye0ya50uH2/vMbZ1oH6Zah59XPutX3W7VDdPnKHLBtlu+z/q1+6Xl+mnv38m3Ob7evCmGRpyvMkIWt/2zSXDVbNqsup2XK8v59LdofW67pK9mhpt/6buG16j1bZtJz+yQ9efE/tFcB+q045ZOe0hl1HQBgEEEGh7Aa5/bW/OHhFAAAEEEECguASS3g8V1/BcPZpd92n41ZFP1qN1+7P3q+o064iyf+Z29XEz+HYTIFg1pPd0sGq//b/blbp75uykcLX38BX69YRBcWrWbf//Z4MhpK15lxlplgdo2a1VC6bqYWvWbLfMgak9gO33tRVa/Z34MeY/uhy2tF4UF+zVACsWrYkPQ1Nv/bHWz7pIP9saC2KTQtPgi8He4IvAua9fp4vu2BLqagrBag4VoQkCCBStANe/oi0NA0MAAQQQQACBNhJIfj/URjv2/m4SAuuPf3udLnphrJ5bUqUPEicq2T5zh4JXfhDIT4Bg1dDNs8FqqjVVE8LVJzpN0f03XJ00G/SzT/1KWAnASPV/HF+qsri1BcKb1y/TuEcfV0A+fXvCs5o9PFWjyK4C2lZ3iea8E5A6fV8P3jlDQzoZDSPvxsGL9b6peq7/iuA/s80otdrfobEacMdejQ3PWLWC1c3fsIey1rdpKzQg+u2aFNlPtv7zPhA2RAABBAoswPWvwMB0jwACCCCAAAJFL5Dq/VDRD9olAwzZztP9l0eeuh37XD3gseyfuV1ymAyzyAQIVg0L4slgNS5U9WnkmNnq98ai0PqqkXC1Zb8OdO2n3mlusW/+cKd2N5ouB+DTKWcPTdvn/qenavKru3MPSqNB7CDNnrFC3y43LG5ezUPfNu61Zqqennh7f6oOrQv7Zo3dMVabg/8MLR1AsJoXPhshgICrBLj+uapcDBYBBBBAAAEECiCQ+v1QAXZEl5aAbQarcpjMBBoC+QgQrBqqeS5YTQxVv/Wo7h7XW/4d92rSuifVJMnXa55Wz75QvTNYHXpqpl5a1mCoWaHy1Uv19Z6pN6tf8w1d+6akFOu6ptzio2c05z8WaZukH1z1imYMMRxOPs3jbjWwhay2tVHt3cYC1MgLKsFqPuxsgwAC7hPg+ue+mjFiBBBAAAEEEHBWIN37IWf3Qm9BgeBn9Z9J854LzmDNZTITcgjkI0CwaqjmqWA1TahqX6/Ud0Lq2/8T2QoSrD5+oa59IyCdOFur516pftlq1fikapbdq93yacoPX9CPBmfboPV/D96eH1n/NNJdeB1U+99GWxfz8kc1/JWx4aUCCFZbr08PCCDgGgFrDSuuf64pFwNFAAEEEEAAgQIIZHg/VIC9deAuI2vYSvYHQhOsduBTosCHTrBqCOyZYNXBUDX4ZVB0xmqV/uX5WdKScdpdvkaXj9yu307er0FJv1uiZmWesdr04hxV/e51Sd/QvLkL9M0TMxfL/+ptqnz6FUkXasFt83TeCYbFNW6eYoZqhqc7Bh9QtSp5J9bFfuwr2dd7YY1V4wKxAQIIFIkA178iKQTDQAABBBBAAIF2E8j0fuj6NHc8tttgXbtjawJTjVaneOgzwapri1r0AydYNSyRJ4JVh0PVQgWr+tsLum3hHXpZUu8h92n1VcOU9vFVn76hZYuu12OfSuo7TxtnXqhSw9oaN7e+cawbEHzCYGRpbCn7cgCh/STPWK1RXezBVymeUEiwalwhNkAAgaIU4PpXlGVhUAgggAACCCDQhgLx74facMee3lWmz8zBYDvLZ25P43BwBRMgWDWkdX2wWoBQtWDBqgKqX3OVrn3zgLXSq0aOWaEFl/VLDlc/3a8nHpqqez+0Hp7VT1N+uEI/Gpw2gjWsePrm1oV5Rf/Qei32n9wC0MQX0vA3a7aO7LctWL/OrV/HDo+OEEAAgQIJcP0rECzdIoAAAggggIBrBAhWC1Gq1LOCR+v2Z+9X1WnZP3MXYkz06X0BglXDGrs6WC1QqFq4YFXSp29p2T3X6rEjoUKVnnih/nXMdzSyop9OOLJff/zjb/TEjhdUfzRcyJOv1oMzpmhIwZcBMDxxaI4AAggggAACCCCAAAIIIIAAAggg4CkBglXDcro2WC1gqFrQYNXq/O9vadWD1+nhj60Zqel+fBrSY5DqP35L6nSWfjTlHk0ZXPDFAAzPHpojgAACCCCAAAIIIIAAAggggAACCHhFgGDVsJLuDFab9PzSybrjfX/olvpvPaq7x/VWoH6Zah5kh1JjAAAgAElEQVR9XPut354wRfffcLWGHG8IEm5eiIdXxY2kxa/dW36ph3//pLYF7AGrT917XamfXP6v+uYZ+/Xw/75Wq4KzW/vpssvu1s1jeud3QGyFAAIIIIAAAggggAACCCCAAAIIIIBABgGCVcPTw5XB6t9f0R0LbtPzwWMt1XkXr9D/OvUJTXcoVLV6LXiwaq/Tp375w7f++44vla+z7Y8Hn9Gc+xdpW4v1O5+GfO1+3XPlWSrtZFhomiOAAAIIIIAAAggggAACCCCAAAIIIECwmlKgpKmp6Zjp2eHKYLV+mcY9+rhS3Ujf2pmqEb82DVazFM0+E9dq2u+L83RPzYXqbQ9gTQtPewQQQAABBBBAAAEEEEAAAQQQQAABBGwCzFg1PB3cGKzuf3qqJr+6O+lInQpVrY5jweo4fem/Zkm1VdpfvlxjvrJdr87Yr35Jv6tTsypUvnqpvt7TsAg5ND+waY4m//71aJjs6zFDtdd/X4N8OWxMEwQQQAABBBBAAAEEEEAAAQQQQAABBLIIEKwaniLuC1b9evnBS3TbvvgDdTJUjQ9WTUALF6xKAdWvmapr37RWkA39/OCqVzRjiMn4aIsAAggggAACCCCAAAIIIIAAAggggEBqAYJVwzPDdcFqy1taduu1evr4QfpK32/p60OG6F++OEj9ejg7dbN5y0L9dv4mM03fGH3pV/N19olmm+XcuuWAXn5kjm77y36p86VaMOdmnVeofeU8KBoigAACCCCAAAIIIIAAAggggAACCHhBgGDVsIruC1YDChz1yedsjppSrdnv16efG4D6SnXy8Qbt82wa+LtfSnzIVZ59sRkCCCCAAAIIIIAAAggggAACCCCAAAKWAMGq4XngumDV8PhojgACCCCAAAIIIIAAAggggAACCCCAAALZBQhWsxvFtSBYNQSjOQIIIIAAAggggAACCCCAAAIIIIAAAh4UIFg1LCrBqiEYzRFAAAEEEEAAAQQQQAABBBBAAAEEEPCgAMGqYVEJVg3BaI4AAggggAACCCCAAAIIIIAAAggggIAHBQhWDYtKsGoIRnMEEEAAAQQQQAABBBBAAAEEEEAAAQQ8KECwalhUglVDMJojgAACCCCAAAIIIIAAAggggAACCCDgQQGCVcOiEqwagtEcAQQQQAABBBBAAAEEEEAAAQQQQAABDwoQrBoWlWDVEIzmCCCAAAIIIIAAAggggAACCCCAAAIIeFCAYNWwqASrhmA0RwABBBBAAAEEEEAAAQQQQAABBBBAwIMCBKuGRSVYNQSjOQIIIIAAAggggAACCCCAAAIIIIAAAh4UIFg1LCrBqiEYzRFAAAEEEEAAAQQQQAABBBBAAAEEEPCgAMGqYVGLIVh99913DUdNcwQQQAABBBBAAAEEEEAAAQQQQAABBBBwUuCUU05pdXdlZWWt7iOfDt4+tE3dmvuotLRUJSUlxl2UNDU1HTPdqhiC1UAgYDps2iOAAAIIIIAAAggggAACCCCAAAIIIICAgwLNzc2t7o1gtdWEZh0QrJp50RoBBBBAAAEEEEAAAQQQQAABBBBAAAGnBQhWDUWZsWoIRnMEEEAAAQQQQAABBBBAAAEEEEAAAQQ8KECwalhUglVDMJojgAACCCCAAAIIIIAAAggggAACCCDgQQGCVcOiEqwagtEcAQQQQAABBBBAAAEEEEAAAQQQQAABDwoQrBoWlWDVEIzmCCCAAAIIIIAAAggggAACCCCAAAIIeFCAYNWwqASrhmA0RwABBBBAAAEEEEAAAQQQQAABBBBAwIMCBKuGRSVYNQSjOQIIIIAAAggggAACCCCAAAIIIIAAAh4UIFg1LGqHClZb/Nrz+jr9esd2BU6uVNWlVRraPTewj16+W39c/bY+tzfvNlhnzJmjL5+eWx9JrVr8aqx/Vdt379Fb776lAyecpRF9BmrosDEa2qc0z07ZDAEEEEAAAQQQQAABBBBAAAEEEEAAAXMBglVDsw4TrLYc1KaHpmvhB/6YUKcRuvHHd6qyZ3a0dx6o1J/3XaTuX/BFGzfv3KDPLlupi8f3yt5BQoumN9do4ZMrtfNo6k1LT63W/CmTNPQk467ZAAEEEEAAAQQQQAABBBBAAAEEEEAAAWMBglVDso4SrAYO71Tdspu07pN4IN+Z92j9pKGKxaWSPg/ob0c+i2v43sPf1ftn/EIjL46FqKl+Jx2nrmU+HZehDgdfulXVm7YrEGnTuVwDu1ojCOjg4UZFo1+D4New7DRHAAEEEEAAAQQQQAABBBBAAAEEEEAgToBg1fCE8Hyw2nJQG1etV/crpmlE552qXZoQrp56g9bNqpR9RYA9tVWq3xCNPQ1FpS4//pUuvvTklNsFGpZr2tp1arT+2rVSN35vmiq/aLvt/6hfe15brjs3bQy3maCls6epoovxMFq1Qf2yUbpmzUQ9tHWmhuTS06ENuuGKfaqOtq/X0lHXaK1t24kPbtXMs61fxP9t5K0btPjSHrnshTYIIIBA8Qlw/Su+mjAiBBBAAAEEEGhbgaT3Q227e0/v7U9LNera2CfrdJ+rLYPY3zwtwsEVWIBg1RDY08Gq/fb/rlVaeO3MpHC117BarblyYJyaddv/288YQtqad5meZnmAlj1as2i66qxZs10zB6b2ALZ8eK1WVsWPMf/R5bCl9aK4aJ/6W7HolEgYmmm7j7XhhvG6a1ssiA0Gs3pIW2eEY9ngi8E+3fLUXGnReO2L9Bt8AX5J5z+1WONPy2FsNEEAAQSKSoDrX1GVg8EggAACCCCAQDsIJL8faodBeHSX1qSkleof+bwc/Vy9WAPWpfvMzWdrj54MbXZYBKuG1J4NVlOtqZoQrq7vNEmLr6tOmg362adH9En8SgBGqp26dNMJcWsLhDdvWK7KtesUkE9VVz6lWcNSNYrsKqDtj16huX8OSJ0maOm/T1NFJ6Nh5N3442du0Ph91drQf2Xwn9FwNE2PVvuFOl/979ynC8IzVq1g9cVz7aFs+AVhxfl66RFp7uLxisxRtdqu7M+s1bwLxoYIINBuAlz/2o2eHSOAAAIIIIBAkQikej9UJENz/zCsIHVVf22Ifn62QuyF0s2hYDXlZ24mLbm/7u18BASrhgXwZLAaF6r6NGLUTJXvWhxaXzUSrrY06mDXcvVKc4t984d/0t73TJcD8Kn7l89Wz+NTF6Fx43RVb92Te1AaDWIHatY1tao6w7C4eTUPfdsYnFHaO/H2/lQdWoHpi7pg6wV6MfjP0NIBaYPVpIu8bX/BZQL4QQABBNwiwPXPLZVinAgggAACCCBQKIHU74cKtbcO32/w7tLQRKUD6SYzEax2+NOktQAEq4aCngtWE0PVcXVaeH4v+d9Yquon16tJkq/nXK38yVjFHkOVjPbRhn/Tltq3DTUHq2/dzzW8Z+rNGh6/UDPrJaVY1zXlFh9t1Nwli7Vd0oSJL2h6heFw8mketzZO9tAzFqBGXlBNgtXwLSO6xfYNXD6DZhsEEECg7QW4/rW9OXtEAAEEEEAAgeISSPd+qLhG6YHR2NZZjTyjJPfJTB44fg6hTQUIVg25PRWspglV7euV+kpT3/6fyFaQYPU3l2jmroBUNlMrb6pSebZavbde0x5aqj3yadKkZ1VzZrYNWv/34DIAd26L72hSaK1U+9+CF/O+v9Ko1y4ILxVgFqxG+wr33fqR0wMCCCDQhgLWm1uuf20Izq4QQAABBBBAoOgEMrwfKrqxemVAtmeUsBSAV4pafMdBsGpYE88Eqw6GqhZhLFgdr8HP/Fh6oFJ7z1ipi7/2B/2u5j0NSPrdA2pW5hmrTa/cqgnPW/NPz9Xcm+ZrXFnmYvm3zlfVxtckjdX8m+dqTKlhcY2bp5ihmuHpjsEHVK1J3on1JMILXku/3ktwke01sQddGQ+TDRBAAIF2FuD6184FYPcIIIAAAggg0O4Cmd4PzWSZN0fqE3n+Sey5J6yx6ggsnWQUIFg1PEE8Eaw6HKoWKljV4c2af89CvSqpV8U9WjlxqNI+vqp5p2oX36R1zZL6zNX66WNV8Fw1aWFsSyL7cgChUy55xuo1Cs10Df5Enl5oPbxq6j5Vh9diNTxdaY4AAggUoQDXvyIsCkNCAAEEEEAAgTYViH8/1Ka79vLOgp+jpYcin59t/y1rolOqz9ysserlM6JNjo1g1ZDZ9cFqAULVggWrCqjh8RrNrD9orfSqEaNqNb+yPDlcbW7U+rrpWnLAenhWuSZNqlXNmWkjWMOKp29ufeO4sv8GLb60R1yj5G/JUvWR+EJq/fc1Wmtras1knSnrhcH+21CDyDoxjh0MHSGAAAJtJsD1r82o2RECCCCAAAIIFKkAwWqhChO/XN9I3RINTtN85ma2cKFK0WH6JVg1LLWrg9UChaqFC1YlNTeo9t5ZWvdJqFClZWM1efQVGnFmuUqPNGrnrqf01Bub1XA0XMiTqrV02iRVFHy6quGJQ3MEEEAAAQQQQAABBBBAAAEEEEAAAU8JEKwaltO1wWoBQ9WCBqtW5/4GrXn4RtU1WTNS0/34VNF9oBqaGqROFaqZuFCTziRdNTy9aY4AAggggAACCCCAAAIIIIAAAgggkKMAwWqOUJFm7gxWm7SptkYLP/CHbqkfV6eF5/dSoGG5pq1dp0brt6WTtPi6alV0MQQJNy/Ew6viRtLi157X16hu03ptD9gDVp+696zS9EsnaVyfRtUtnqU1wdmt5aqsXKgbR/XK74DYCgEEEEAAAQQQQAABBBBAAAEEEEAAgQwCBKuGp4crg1X/a1q4aL42BY+1VGO+WasbT1mvmQ6FqlavBQ9W7XVq9ssfvvXf16VUvs62P/73Rs19YLG2t1i/86li+H/orvEVKu1kWGiaI4AAAggggAACCCCAAAIIIIAAAgggQLCaUqCkqanpmOnZ4cpgtWG5KteuU6ob6Vs7UzXi16bBapai2WfiWk3LB8zVXVPGqpc9gDUtPO0RQAABBBBAAAEEEEAAAQQQQAABBBCwCTBj1fB0cGOw2rhxuqq37kk6UqdCVavjWLB6gQaunSE9/F29f8YvNHLoH7Tt+kb1TfrdL9Wswepb93MN72lYhByaH3zpVlVv2h4Nk33dp2npjAka6MthY5oggAACCCCAAAIIIIAAAggggAACCCCQRYBg1fAUcV+w6terj1yh+fvjD9TJUDU+WDUBLVywKgXU8Ph0zay3VpAN/UyY+IKmV5iMj7YIIIAAAggggAACCCCAAAIIIIAAAgikFiBYNTwzXBestjSo9qeztLHLQA3tO04jBp+ls74wUOXdnZ262bztbv1uwYtmmr7RGvjL2zSkzGyznFu3HNSr/zlX8/c2Sp0rNX/2DRpTqH3lPCgaIoAAAggggAACCCCAAAIIIIAAAgh4QYBg1bCK7gtWAwoc9cnnbI6aUq35yBH943MD0OO66cTjDdrn2TTg90uJD7nKsy82QwABBBBAAAEEEEAAAQQQQAABBBBAwBIgWDU8D1wXrBoeH80RQAABBBBAAAEEEEAAAQQQQAABBBBAILsAwWp2o7gWBKuGYDRHAAEEEEAAAQQQQAABBBBAAAEEEEDAgwIEq4ZFJVg1BKM5Agj8//buPT6q6t77+DcRp1yGoFwEFBOocCqY1oIcFSxeAl4il4iWY3mBUQIKNOV2UDhF5EGKeIBSBRoJIqFyKVJOFUSkXkAFJfAU0XICPhYKJLVA8TCn4CDpCPF57cltJjNJZk0ymZnNJ/9QJ7+99trvtbuz883aayOAAAIIIIAAAggggAACCCCAAAI2FCBYNRxUglVDMMoRQAABBBBAAAEEEEAAAQQQQAABBBCwoQDBquGgEqwaglGOAAIIIIAAAggggAACCCCAAAIIIICADQUIVg0HlWDVEIxyBBBAAAEEEEAAAQQQQAABBBBAAAEEbChAsGo4qASrhmCUI4AAAggggAACCCCAAAIIIIAAAgggYEMBglXDQSVYNQSjHAEEEEAAAQQQQAABBBBAAAEEEEAAARsKEKwaDirBqiEY5QgggAACCCCAAAIIIIAAAggggAACCNhQgGDVcFAJVg3BKEcAAQQQQAABBBBAAAEEEEAAAQQQQMCGAgSrhoNKsGoIRjkCCCCAAAIIIIAAAggggAACCCCAAAI2FCBYNRzUWAhWDx8+bNhryhFAAAEEEEAAAQQQQAABBBBAAAEEEECgPgVat25d5+aSkpLq3EY4DXx2Ml/Niq+S0+lUQkKCcRMJLpfrW9OtYiFYNe0z9QgggAACCCCAAAIIIIAAAggggAACCCBQvwJnzpypc4MEq3UmpAEEEEAAAQQQQAABBBBAAAEEEEAAAQQQiCcBglXD0WLGqiEY5QgggAACCCCAAAIIIIAAAggggAACCNhQgGDVcFAJVg3BKEcAAQQQQAABBBBAAAEEEEAAAQQQQMCGAgSrhoNKsGoIRjkCCCCAAAIIIIAAAggggAACCCCAAAI2FCBYNRxUglVDMMoRQAABBBBAAAEEEEAAAQQQQAABBBCwoQDBquGgEqwaglGOAAIIIIAAAggggAACCCCAAAIIIICADQUIVg0HlWDVEIxyBBBAAAEEEEAAAQQQQAABBBBAAAEEbChAsGo4qBdVsFri1sGPXtHa3fnytByg+zMGq0er0MBOvjdHu36zXxd8y53XKeXJaepxZWhtBFSVuFW47wPlf/5nFfylQMeap6pXh3/RDf96m3p0cIbZKJshgAACCCCAAAIIIIAAAggggAACCCBgLkCwamh20QSrJcf1Ts5IzfrCXSmUeLOmTpinAe1qR/tsUV8dOJKuVp0dFcXFH2+UZ9AaDbovhAaq7ML16Uo9vf4l7T0ffN/ONqP0zMhM9bi89r5RgQACCCCAAAIIIIAAAggggAACCCCAQF0FCFYNBS+WYNVzeq+WLZyoV876Azm6Pq8tj/RQZVwq6YJH/+v2+BUW5WaoMHmp+txbGaIG+0xyyNnCoUtrGIfjW6do+Nu7VLGHRinq0szqgUfHTxeqIvo1CH4Nh51yBBBAAAEEEEAAAQQQQAABBBBAAAEE/AQIVg1PCNsHqyXH9Ubeq2r1QLZ6NdqrnOeqhKttpmrj4/3V0sft85x0/WmDf7Bqwtp4/HoNGujbYuXWnoIcZa1ap0Lro2b9NXVotgZ08Xns/7xbBz/I0dNvby6reVBLnshWahOTHtS9dt+inspaOVx5eybqB6E0d3KjJtx7RCMr6vfp+Z5ZWu2z7fCX9mjiD60PqnwvM097xoe0l1B6Qg0CCCDQsAJc/xrWm70hgAACCCCAQOwJBNwPxV4X47ZHnz6vnqPKf7O+RU+9uVAZVwT5vdr6iN+t43aYY6njBKuGo2HrYNX38f9mgzVv3KSAcLV9z+X63ZAufmrWY///vckQ0qe8cXY1ywOUHNTK2SO1zJo126zmwNQ3gE25cblWP+Dfx/B7F8KW1g/F2UfUyYpFs8rD0Jq2O6WN4+/WL3ZWBrHeYFY+gan3h8ER7w+BTq/01PKOb2nhIGuB29KQ9ciM8v8OoX+UIIAAAjEjwPUvZoaCjiCAAAIIIIBAlAQC74ei1BH77bZKYH3q9Qm6+900vbUoQ628v0tvU1qok6Hsp8MRRUiAYNUQ1rbBarA1VauEq68mZmrh5FEBs0G/OedWlZUAjFQvaeJUkt/aAmWbF+So76p18sih+4e8qUk9gxWV78qj/Lx7NeVzj5T4oJY8k63URKNuhF3svVgfHam3Oi73/lvbbFKrfpbS1GnWkYqLuhWsbrvVN5S1LvrL1enNkTpyr/Vv+V/ZpNLtZ5QFrWF3mw0RQACBBhfg+tfg5OwQAQQQQAABBGJMINj9UIx1MW67E/i7cvnv1QuVIWtClDTDG7LyhUD9CRCsGlraMlj1C1Ud6tVnklL2zi1dX7U8XC0p1PGmKWpfzSP2xcc+0cEi0+UAHGp9ffdq2yx8Y6SG7zgYelBaEcR20aTs5bo/2XBwwyov/WvjEWum6pVVH+8P1mD5X8nStM3nr2XVB6uVgWppa9b+ZknTq34eVufZCAEEEGhAAa5/DYjNrhBAAAEEEEAgJgWC3w/FZFft0CnfGax+SwRYB2ewlJ8dLDiGiAkQrBrS2i5YrRqq3rVK8/q2l3vPcxq2/jW5JDnazdDqSf3UvgarkxvG6f2cA4aa3ZS8erFubht8s4I1t2rsPklB1nUNusWXmzXll3OVL+knD21Xdqphd8Ip93vUwCdk9a6NGvhVGaD6P4ZQe7Dqs85q76fKHmUIp8NsgwACCERHgOtfdNzZKwIIIIAAAgjEjkB190Ox00Mb9cT7u/ovpPJl9KxgNa9Txe/SAcvx2ejQOZSGFSBYNfS2VbBaTajqu16po3nwx/+rskUkWF3XT2P3eqQWk7R62mCl1DZWRa8pK+c5HZRDmY+8q0e71rZB3b/vXQZg1kf+DZUtgO37vVusi3nyKvXcnla2VIBpsFq+i9Lwdls/1lit++jRAgIINJiAdSPL9a/BuNkRAggggAACCMSgQA33QzHY2zjuUvkatlLlC6GDHA4vEIvjMY6trhOsGo6HbYLVegxVLcLKYDVD339nvLSorw4mr9GgXrv1+vBCdQn4bJGKVfOMVdd7U5Txh12SbtWMabN1Z4uaB8u9Y7rS39guqZ9mT5+h25obDq5xeZAZqjVcnL1/EVsZuBPrYp+2vZo1VlemaVvmEY30WWCbNVaNB4oNEEAgygJc/6I8AOweAQQQQAABBKIuUNP90MRqnniMeqfjrgNlT3qWTXaqsfsEq3E3urHaYYJVw5GxRbBaz6FqpIJVnX5X0+fM0geS2qc+r9UP9VC1r686t1c5cyfqlXOSOszQlnH95DQcW+PyKo8SlG5f+3IApXWBM1azlFf54ivv+i9H9JT35VVZ0kvlL7Yq/UFR+d/GvWYDBBBAIMoCXP+iPADsHgEEEEAAAQSiLsAb6iMxBOUvlg72Qumqj/6zFEAkRuDibJNg1XDc4z5YjUCoGrFgVR4VrHlIY/cdt1Z6Va8+yzV7QEpguHquUK++OFLPHbNenpWizEeW69Gu1UawhiNefbl1IV7eMfCR/Jou5pWtVf1B6rOGallRxWMLZWvDlC844F1WYBDvMay3gaQhBBBoYAGufw0Mzu4QQAABBBBAIOYECFYjMSTBZwXfoqfetF7+XLlEgHffvLskEkNwUbZJsGo47HEdrEYoVI1csCrp3H7lzB+rV86WDpSzRT893OcB9eqWouZnC/Xxx7/Xq3veVcH5soG8fJSWZGcqNeLLABieOJQjgAACCCCAAAIIIIAAAggggAACCNhKgGDVcDjjNliNYKga0WDVavyr/Vq5ZIKWnbJmpFb35VBqqy4qOLVfSrxOj2bOV2bXiC8GYHj2UI4AAggggAACCCCAAAIIIIAAAgggYBcBglXDkYzPYNWldxYP16wv3KWP1N+1SvP6tpenIEdZq9ap0Pq0eaYWTh6l1CaGIGXlkXh5lV9PStw6+NHLWvb2a8r3+AasDrVsN1g/G/Sw7ry6UMv+c6xWeme3pmjAgHma2qd9eAfEVggggAACCCCAAAIIIIAAAggggAACCNQgQLBqeHrEZbD61XbNmj1d73iP1anb7lmu/2jzqsbUU6hqtRrxYNV3nM655S579N/RxClHI59vntisKQvnKr/E+syh1BsXav7g6+RMNBxoyhFAAAEEEEAAAQQQQAABBBBAAAEEECBYDSqQ4HK5vjU9O+IyWC3IUd9V6xTsQfq6zlQt92vQYLWWQfOdiWuVplwzQ/Oz+qm9bwBrOvDUI4AAAggggAACCCCAAAIIIIAAAggg4CPAjFXD0yEeg9XCN0Zq+I6DAUdaX6Gq1XBlsNpX3/uv8VJuhgqTl6rPDbu1I7tQKQGf5alY3ZS8erFubms4CCGUH986RcPf3lURJjtaZSt34oPq4ghhY0oQQAABBBBAAAEEEEAAAQQQQAABBBCoRYBg1fAUib9g1a0Pltyr6Uf9D7Q+Q1X/YNUENHLBquRRwZqRGrvPWkG29OsnD21XdqpJ/6hFAAEEEEAAAQQQQAABBBBAAAEEEEAguADBquGZEXfBasl+5Tw5Vm806aIbOtylm1NT9f1ruiilVf1O3Sz+aI5en7nVTNPRR9/77Uxd38Jss5CrS47rg5emaPpfCqVG/TV7ylTdFql9hdwpChFAAAEEEEAAAQQQQAABBBBAAAEE7CBAsGo4ivEXrHrkOe+Qo35z1KBqxW63zl0wAHU4dXkTg/owSz1fuaWqL7kKsy02QwABBBBAAAEEEEAAAQQQQAABBBBAwBIgWDU8D+IuWDU8PsoRQAABBBBAAAEEEEAAAQQQQAABBBBAoHYBgtXajfwqCFYNwShHAAEEEEAAAQQQQAABBBBAAAEEEEDAhgIEq4aDSrBqCEY5AggggAACCCCAAAIIIIAAAggggAACNhQgWDUcVIJVQzDKEUAAAQQQQAABBBBAAAEEEEAAAQQQsKEAwarhoBKsGoJRjgACCCCAAAIIIIAAAggggAACCCCAgA0FCFYNB5Vg1RCMcgQQQAABBBBAAAEEEEAAAQQQQAABBGwoQLBqOKgEq4ZglCOAAAIIIIAAAggggAACCCCAAAIIIGBDAYJVw0ElWDUEoxwBBBBAAAEEEEAAAQQQQAABBBBAAAEbChCsGg4qwaohGOUIIIAAAggggAACCCCAAAIIIIAAAgjYUIBg1XBQCVYNwShHAAEEEEAAAQQQQAABBBBAAAEEEEDAhgIEq4aDSrBqCEY5AggggAACCCCAAAIIIIAAAggggAACNhQgWDUc1FgIVg8fPmzYa8oRQAABBBBAAAEEEEAAAQQQQAABBBBAoD4FWrduXefmkpKS6txGOA18djJfzYqvktPpVEJCgnETCS6X61vTrWIhWPV4PKbdph4BBBBAAAEEEEAAAQQQQAABBBBAAAEE6lGguNES9RMAACAASURBVLi4zq0RrNaZ0KwBglUzL6oRQAABBBBAAAEEEEAAAQQQQAABBBCobwGCVUNRZqwaglGOAAIIIIAAAggggAACCCCAAAIIIICADQUIVg0HlWDVEIxyBBBAAAEEEEAAAQQQQAABBBBAAAEEbChAsGo4qASrhmCUI4AAAggggAACCCCAAAIIIIAAAgggYEMBglXDQSVYNQSjHAEEEEAAAQQQQAABBBBAAAEEEEAAARsKEKwaDirBqiEY5QgggAACCCCAAAIIIIAAAggggAACCNhQgGDVcFAJVg3BKEcAAQQQQAABBBBAAAEEEEAAAQQQQMCGAgSrhoN6UQWrJW4d2rVev9uzW57L05XRP0PdW4YG9uUH8/Tx6s90wbe8WVddPWWKfnBlaG0EVJW4VVSwQ7sPHtL+w/t1vPl1uumqzureo4+6X+UMs1E2QwABBBBAAAEEEEAAAQQQQAABBBBAwFyAYNXQ7KIJVktOaOuLYzTnb+5KocSb9PhPn1F629rRPn8hXX8+erdaftdRUVz8ySZ9M2CF7hnYrvYGqlS49q3RnNdW6JPzwTd1thmhmZnD1P0y46bZAAEEEEAAAQQQQAABBBBAAAEEEEAAAWMBglVDsoslWPWc+UR5OU9o/df+QI5r52vjsO6qjEslXfDo9Nlv/Ar/uuzH+uLqX6vXPZUharDPpEvVNMmhS2sYhxPvP6kRW3fLU17TKFmdm1o98OjEmSJVRL8Gwa/hsFOOAAIIIIAAAggggAACCCCAAAIIIICAnwDBquEJYftgteSEtqzcqJb3jdZNjT5R7uIq4WqbyVo/Pl2+KwIcys1QwaaK2NNQVGr809/qnv6XB93Oc2CpRq9dryLru03T9fi/jVb6NT6P/Z9369CHS/XM1i1lNUO0eNJodWts3I06bVCQ01uPrRmqF3eOU2ooLZ3cpMn3HdWIivoCLe79mNb6bDt0yU6Nu963sVPaNHmgjmZW/TyUHVKDAAIIxIgA178YGQi6gQACCCCAAAJREwi4H4paT+y747DuOe3LwZFFToBg1dDW1sGq7+P/TTM0Z+y4gHC1XY9crRnc2U/Neuz/s82GkD7ljcdUszxAySGtmTtGedas2aY1B6a+AWxyz1ytyPDvY/i9C2FL64I996g6WrFoSKFnaUD6bH5lEOsNZvWidmaXxbJ/WqzeY4/q5xsWaOAVpX04tXmyBj6Tr8DANYQ+UoIAAgjEhADXv5gYBjqBAAIIIIAAAlEUCLwfimJnbLrr8O45bYrBYUVYgGDVENi2wWqwNVWrhKsbE4dpwYQRAbNBvzl3Vl/7rwRgpJrYuJma+60tULb5gaVKX7teHjmUMXiDxvcIVlS+K492r7pP0/7skRKHaPH/Ga1uiUbdCLvYG3geHaFNHVd4/60IR6tp0aqfo9vV8ZmjuqNsxqoVrL73I9+ZqNYM1hXqWB6sesNb6fbvPqujfnVhd5sNEUAAgQYX4PrX4OTsEAEEEEAAAQRiTCDY/VCMdTHuuxPWPWfcHzUHEC0BglVDeVsGq36hqkM39R6n5E8XlK6vWh6ulhTpRNNktavmEfviY3/Skb+aLgfgUMsfXK+2TYIPQtGWMRqx81DoQWlFENtZ4x/LVcbVhoMbVrnP4/ntqz7eH6xBKzB9T3fsvEPvef8tXTqgtmC1/Pt3fFg1gA2r02yEAAIIREGA618U0NklAggggAACCMSUQPD7oZjqYtx3Jrx7zrg/bA4gagIEq4b0tgtWq4aqffM05/Z2cu9drBGvbZRLkqPtNK34WZoqX0MViPblpn/XR7mfGWp2VYe8X6ln2+CbHVjXT+MKJAVZ1zXoFl9u0bRFC7Rb0pCh72pMN8PuhFPut25L7WugVgao5Rf7EILV44vV+8M7vDNhAwPYcDrNNggggEDDC3D9a3hz9ogAAggggAACsSVQ3f1QbPUyvnsT1j1n2fJ78X3k9D5aAgSrhvK2ClarCVV91yt1OIM//l+VLSLB6u/v1bhPPVLSOK14IkPJtY3VXzdq9IuLdUgODRv2prKurW2Dun+/fN1Tv5aGla6V6vu9Xk9u0oIOv60ISKVQg9UROnpfTTNb634MtIAAAghEXMBaN7rsD0Rc/yKuzQ4QQAABBBBAIBYFargfisXuxmWfwrrnrHyvSVweM52OugDBquEQ2CZYrcdQ1SKsDFYHquvmn0ovpOvI1St0z41/1B+y/qpOAZ+9oGLVPGPVtf1JDXnHmn/6I017Yqb6JtU8WO6dM5Wx5UNJaZo5dZr6OA0H17g8yAzVGt7u6H1B1ZrAnVgvowp8xL9sjdVnO+rZn68N3KgsvDXuMhsggAACURDg+hcFdHaJAAIIIIAAAjElUNP90LjrY6qrcduZsO45fV4YHbcHTsejKkCwashvi2C1nkPVSAWrOrNNM+fP0Q5J7brN14qh3VXt66uKP1Hugie0vljSVdO0cUyaIp6rWn8NW9lRmxYMVKuK86j25QBKSwNnrD6m0pmu3i+r7bFH9fMqF3mWAjD8PyzlCCAQgwJc/2JwUOgSAggggAACCDSogP/9UIPu+qLZWXj3nBcNDwdabwIEq4aUcR+sRiBUjViwKo8OrMvSuIIT1kqvuql3rmamJweGq8VF2pg3RouOWy/PStawYbnKurbaCNZwxKsvt0LOFR03aUH/yljVqvYuAXB0RGVIGrSJqj9Irf9+TL5zU62ZrFX/ckmwWm/DR0MIIBA1Aa5/UaNnxwgggAACCCAQIwIEq5EfiPDuOSPfL/ZgNwGCVcMRjetgNUKhauSCVUnFB5T73Hit/7p0oJxJaRp+y3266dpkOc8W6ZNPN2jD3m06cL5sIC8bocWjh6lbxKerGp44lCOAAAIIIIAAAggggAACCCCAAAII2EqAYNVwOOM2WI1gqBrRYNVq3H1Aa5Y9rjyXNSO1ui+HurXsrAOuA1JiN2UNnaNh15KuGp7elCOAAAIIIIAAAggggAACCCCAAAIIhChAsBoiVHlZfAarLm3NzdKcv7lLH6nvm6c5t7eT58BSjV67XkXWp85hWjBhhLo1NgQpK4/Ey6v8elLi1qFda5S3daN2e3wDVodats3QmP7D1PeqIuUtGK813tmtyUpPn6PHe7cL74DYCgEEEEAAAQQQQAABBBBAAAEEEEAAgRoECFYNT4+4DFbdH2rO3Jna6j1Wp/rcmavHW2/UuHoKVa1WIx6s+o5TsVvuskf/HY2dcjTy+ebft2jaCwu0u8T6zKFuPX+pZwd2kzPRcKApRwABBBBAAAEEEEAAAQQQQAABBBBAgGA1qECCy+X61vTsiMtg9cBSpa9dr2AP0td1pmq5X4MGq7UMmu9MXKs0udM0PZuZpna+AazpwFOPAAIIIIAAAggggAACCCCAAAIIIICAjwAzVg1Ph3gMVou2jNGInYcCjrS+QlWr4cpg9Q51XpstLfuxvrj61+rV/Y/Kn1ikDgGfvaxidVWHvF+pZ1vDQQih/MT7T2rE1t0VYbKj5Wgtzh6izo4QNqYEAQQQQAABBBBAAAEEEEAAAQQQQACBWgQIVg1PkfgLVt3a8dJ9mlnof6D1Gar6B6smoJELViWPDqwbo3EF1gqypV9Dhr6rMd1M+kctAggggAACCCCAAAIIIIAAAggggAACwQUIVg3PjLgLVksOKPfp8drSuLO6d+irm7pep+u+21nJLet36mZx/jz9YfZ7ZpqOW9T55elKTTLbLOTqkhPa8ZtpmnmkSGqUrpmTJqtPpPYVcqcoRAABBBBAAAEEEEAAAQQQQAABBBCwgwDBquEoxl+w6pHnvEOO+s1Rg6oVnz2rf14wAL20mVo0MagPs9TjdktVX3IVZltshgACCCCAAAIIIIAAAggggAACCCCAgCVAsGp4HsRdsGp4fJQjgAACCCCAAAIIIIAAAggggAACCCCAQO0CBKu1G/lVEKwaglGOAAIIIIAAAggggAACCCCAAAIIIICADQUIVg0HlWDVEIxyBBBAAAEEEEAAAQQQQAABBBBAAAEEbChAsGo4qASrhmCUI4AAAggggAACCCCAAAIIIIAAAgggYEMBglXDQSVYNQSjHAEEEEAAAQQQQAABBBBAAAEEEEAAARsKEKwaDirBqiEY5QgggAACCCCAAAIIIIAAAggggAACCNhQgGDVcFAJVg3BKEcAAQQQQAABBBBAAAEEEEAAAQQQQMCGAgSrhoNKsGoIRjkCCCCAAAIIIIAAAggggAACCCCAAAI2FCBYNRxUglVDMMoRQAABBBBAAAEEEEAAAQQQQAABBBCwoQDBquGgEqwaglGOAAIIIIAAAggggAACCCCAAAIIIICADQUIVg0HlWDVEIxyBBBAAAEEEEAAAQQQQAABBBBAAAEEbChAsGo4qLEQrB4+fNiw15QjgAACCCCAAAIIIIAAAggggAACCCCAQH0KtG7dus7NJSUl1bmNcBr47GS+mhVfJafTqYSEBOMmElwu17emW8VCsGraZ+oRQAABBBBAAAEEEEAAAQQQQAABBBBAoH4Fzpw5U+cGCVbrTEgDCCCAAAIIIIAAAggggAACCCCAAAIIIBBPAgSrhqPFjFVDMMoRQAABBBBAAAEEEEAAAQQQQAABBBCwoQDBquGgEqwaglGOAAIIIIAAAggggAACCCCAAAIIIICADQUIVg0HlWDVEIxyBBBAAAEEEEAAAQQQQAABBBBAAAEEbChAsGo4qASrhmCUI4AAAggggAACCCCAAAIIIIAAAgggYEMBglXDQSVYNQSjHAEEEEAAAQQQQAABBBBAAAEEEEAAARsKEKwaDirBqiEY5QgggAACCCCAAAIIIIAAAggggAACCNhQgGDVcFAvqmC1xK2DH72itbvz5Wk5QPdnDFaPVqGBnXxvjnb9Zr8u+JY7r1PKk9PU48rQ2gioKnGrcN8Hyv/8zyr4S4GONU9Vrw7/ohv+9Tb16OAMs1E2QwABBBBAAAEEEEAAAQQQQAABBBBAwFyAYNXQ7KIJVkuO652ckZr1hbtSKPFmTZ0wTwPa1Y722aK+OnAkXa06OyqKiz/eKM+gNRp0XwgNVNmF69OVenr9S9p7Pvi+nW1G6ZmRmepxee19owIBBBBAAAEEEEAAAQQQQAABBBBAAIG6ChCsGgpeLMGq5/ReLVs4Ua+c9QdydH1eWx7pocq4VNIFj/7X7fErLMrNUGHyUvW5tzJEDfaZ5JCzhUOX1jAOx7dO0fC3d6liD41S1KWZ1QOPjp8uVEX0axD8Gg475QgggAACCCCAAAIIIIAAAggggAACCPgJEKwanhC2D1ZLjuuNvFfV6oFs9Wq0VznPVQlX20zVxsf7q6WP2+c56frTBv9g1YS18fj1GjTQt8XKrT0FOcpatU6F1kfN+mvq0GwN6OLz2P95tw5+kKOn395cVvOgljyRrdQmJj2oe+2+RT2VtXK48vZM1A9Cae7kRk2494hGVtTv0/M9s7TaZ9vhL+3RxB9Kp16foLtnfeTznVv01JsLlXFFKDuiBgEEEIgxAa5/MTYgdAcBBBBAAAEEGlwg4H6owXtg3x1++rx6jir/zdr3d+fA37mVmac940P6Dd6+XhxZnQUIVg0JbR2s+j7+32yw5o2bFBCutu+5XL8b0sVPzXrs/783GUL6lDfOrmZ5gJKDWjl7pJZZs2ab1RyY+gawKTcu1+oH/PsYfu9C2NL6oTj7iDpZsWhWaRha89cpbRx/t36xszKI9Qaz8rmoe38YHPEGqD/aNUGzNEMLB4W4wG1tu+f7CCCAQNQEuP5FjZ4dI4AAAggggECMCATeD8VIx+K/G1UCa+8kpXfT9NaiDLWSFaxuU1qok6HiX4MjaCABglVDaNsGq8HWVK0Srr6amKmFk0cFzAb95pxbVVYCMFK9pIlTSX5rC5RtXpCjvqvWySOH7h/ypib1DFZUviuP8vPu1ZTPPVLig1ryTLZSE426EXax92J9dKTe6rjc+29tf/Gy6mcpTZ1mHam4qFvB6rZbfUNZ66K/XJ3eXKhOr1T9XthdZUMEEEAgqgJc/6LKz84RQAABBBBAIAYEgt0PxUC3bNGFUlvfSUmVv1dnyJoQJc3whqx8IVB/AgSrhpa2DFb9QlWHevWZpJS9c0vXVy0PV0sKdbxpitpX84h98bFPdLDIdDkAh1pf373aNgvfGKnhOw6GHpRWBLFdNCl7ue5PNhzcsMpL/9p4xJqpemXVx/uDNVj+V7I0bfP5a1n1weoMabY1u7WyrVtmvMXs1bDGio0QQCC6Alz/ouvP3hFAAAEEEEAg+gLB74ei3y+b9sB3BqvfEgHW8Ros5WdTHg6rfgQIVg0dbResVg1V71qleX3by73nOQ1b/5pckhztZmj1pH5qX4PVyQ3j9H7OAUPNbkpevVg3tw2+WcGaWzV2n6Qg67oG3eLLzZryy7nKl/STh7YrO9WwO+GU+z1q4BOyVrMcQGWA6v8YQm3Bqje4tdr07m+b0lhjNZzRYhsEEIiiANe/KOKzawQQQAABBBCICYHq7odionN264T3d+dfSOUTk6xgNa9T2bIAUsByfHY7fo6nwQQIVg2pbRWsVhOq+q5X6mge/PH/qmwRCVbX9dPYvR6pxSStnjZYKbWNVdFrysp5TgflUOYj7+rRrrVtUPfvB75YSipfANv3e95Zpsmr1HN7WtlSAaEGq4EvqbJ+ACzvyKzVuo8eLSCAQIMJWDeyXP8ajJsdIYAAAggggEAMCtRwPxSDvY3jLpWvYSuVvxA66MHwArE4HuPY6jrBquF42CZYrcdQ1SKsDFYz9P13xkuL+upg8hoN6rVbrw8vVJeAzxapWDXPWHW9N0UZf9gl6VbNmDZbd7aoebDcO6Yr/Y3tkvpp9vQZuq254eAalweZoVrDxdn7F7GVgTuxLvZp26tfYzXjCv9tCFaNB4oNEEAgygJc/6I8AOweAQQQQAABBKIuUNP9UO0vQI569+OkA9YEpiytzvR5MXR1PSdYjZMxjf1uEqwajpEtgtV6DlUjFazq9LuaPmeWPpDUPvV5rX6oh6p9fdW5vcqZO1GvnJPUYYa2jOsnp+HYGpdXeZSgdPvalwMorQucsZoln4u/d/2XI3pqZZq2Zfo8+s9SAMbDxAYIIBBrAlz/Ym1E6A8CCCCAAAIINLQAb6iPhHj5i6WDvVC66qP/LAUQiRG4ONskWDUc97gPViMQqkYsWJVHBWse0th9x62VXtWrz3LNHpASGK6eK9SrL47Uc8esl2elKPOR5Xq0a7URrOGIV19e3czRmi7mla1V/UFa9pc1n91VPLZQZZHtGh9nqLejoyEEEEAgUgJc/yIlS7sIIIAAAgggEC8CBKuRGKngs4Jv0VPed5RULhHg3XfvpyrWW41EX2jz4hEgWDUc67gOViMUqkYuWJV0br9y5o/VK2dLB8rZop8e7vOAenVLUfOzhfr449/r1T3vquB82UBePkpLsjOVGvFlAAxPHMoRQAABBBBAAAEEEEAAAQQQQAABBGwlQLBqOJxxG6xGMFSNaLBqNf7Vfq1cMkHLTlkzUqv7cii1VRcVnNovJV6nRzPnK7NrxBcDMDx7KEcAAQQQQAABBBBAAAEEEEAAAQQQsIsAwarhSMZnsOrSO4uHa9YX7tJH6u9apXl928tTkKOsVetUaH3aPFMLJ49SahNDkLLySLy8yq8nJW4d/OhlLXv7NeV7fANWh1q2G6yfDXpYd15dqGX/OVYrvbNbUzRgwDxN7dM+vANiKwQQQAABBBBAAAEEEEAAAQQQQAABBGoQIFg1PD3iMlj9artmzZ6ud7zH6tRt9yzXf7R5VWPqKVS1Wo14sOo7Tufccpc9+u9o4pSjkc83T2zWlIVzlV9ifeZQ6o0LNX/wdXImGg405QgggAACCCCAAAIIIIAAAggggAACCBCsBhVIcLlc35qeHXEZrBbkqO+qdQr2IH1dZ6qW+zVosFrLoPnOxLVKU66ZoflZ/dTeN4A1HXjqEUAAAQQQQAABBBBAAAEEEEAAAQQQ8BFgxqrh6RCPwWrhGyM1fMfBgCOtr1DVargyWO2r7/3XeCk3Q4XJS9Xnht3akV2olIDP8lSsbkpevVg3tzUchBDKj2+douFv76oIkx2tspU78UF1cYSwMSUIIIAAAggggAACCCCAAAIIIIAAAgjUIkCwaniKxF+w6tYHS+7V9KP+B1qfoap/sGoCGrlgVfKoYM1Ijd1nrSBb+vWTh7YrO9Wkf9QigAACCCCAAAIIIIAAAggggAACCCAQXIBg1fDMiLtgtWS/cp4cqzeadNENHe7Szamp+v41XZTSqn6nbhZ/NEevz9xqpunoo+/9dqaub2G2WcjVJcf1wUtTNP0vhVKj/po9Zapui9S+Qu4UhQgggAACCCCAAAIIIIAAAggggAACdhAgWDUcxfgLVj3ynHfIUb85alC1Yrdb5y4YgDqcuryJQX2YpZ6v3FLVl1yF2RabIYAAAggggAACCCCAAAIIIIAAAgggYAkQrBqeB3EXrBoeH+UIIIAAAggggAACCCCAAAIIIIAAAgggULsAwWrtRn4VBKuGYJQjgAACCCCAAAIIIIAAAggggAACCCBgQwGCVcNBJVg1BKMcAQQQQAABBBBAAAEEEEAAAQQQQAABGwoQrBoOKsGqIRjlCCCAAAIIIIAAAggggAACCCCAAAII2FCAYNVwUAlWDcEoRwABBBBAAAEEEEAAAQQQQAABBBBAwIYCBKuGg0qwaghGOQIIIIAAAggggAACCCCAAAIIIIAAAjYUIFg1HFSCVUMwyhFAAAEEEEAAAQQQQAABBBBAAAEEELChAMGq4aASrBqCUY4AAggggAACCCCAAAIIIIAAAggggIANBQhWDQeVYNUQjHIEEEAAAQQQQAABBBBAAAEEEEAAAQRsKECwajioBKuGYJQjgAACCCCAAAIIIIAAAggggAACCCBgQwGCVcNBJVg1BKMcAQQQQAABBBBAAAEEEEAAAQQQQAABGwoQrBoOaiwEq4cPHzbsNeUIIIAAAggggAACCCCAAAIIIIAAAgggUJ8CrVu3rnNzSUlJdW4jnAY+O5mvZsVXyel0KiEhwbiJBJfL9a3pVrEQrHo8HtNuU48AAggggAACCCCAAAIIIIAAAggggAAC9ShQXFxc59YIVutMaNYAwaqZF9UIIIAAAggggAACCCCAAAIIIIAAAgjUtwDBqqEoM1YNwShHAAEEEEAAAQQQQAABBBBAAAEEEEDAhgIEq4aDSrBqCEY5AggggAACCCCAAAIIIIAAAggggAACNhQgWDUcVIJVQzDKEUAAAQQQQAABBBBAAAEEEEAAAQQQsKEAwarhoBKsGoJRjgACCCCAAAIIIIAAAggggAACCCCAgA0FCFYNB5Vg1RCMcgQQQAABBBBAAAEEEEAAAQQQQAABBGwoQLBqOKgEq4ZglCOAAAIIIIAAAggggAACCCCAAAIIIGBDAYJVw0G9qILVErcO7Vqv3+3ZLc/l6cron6HuLUMD+/KDefp49We64FverKuunjJFP7gytDYCqkrcKirYod0HD2n/4f063vw63XRVZ3Xv0Ufdr3KG2SibIYAAAggggAACCCCAAAIIIIAAAgggYC5AsGpodtEEqyUntPXFMZrzN3elUOJNevynzyi9be1on7+Qrj8fvVstv+uoKC7+ZJO+GbBC9wxsV3sDVSpc+9Zozmsr9Mn54Js624zQzMxh6n6ZcdNsgAACCCCAAAIIIIAAAggggAACCCCAgLEAwaoh2cUSrHrOfKK8nCe0/mt/IMe187VxWHdVxqWSLnh0+uw3foV/XfZjfXH1r9XrnsoQNdhn0qVqmuTQpTWMw4n3n9SIrbvlKa9plKzOTa0eeHTiTJEqol+D4Ndw2ClHAAEEEEAAAQQQQAABBBBAAAEEEEDAT4Bg1fCEsH2wWnJCW1ZuVMv7RuumRp8od3GVcLXNZK0fny7fFQEO5WaoYFNF7GkoKjX+6W91T//Lg27nObBUo9euV5H13abpevzfRiv9Gp/H/s+7dejDpXpm65aymiFaPGm0ujU27kadNijI6a3H1gzVizvHKTWUlk5u0uT7jmpERX2BFvd+TGt9th26ZKfGXV/6QWn7Zd8c9qJ2Zoe0l1B6Qg0CCCDQsAJc/xrWm70hgAACCCCAQOwJBNwPxV4X475HhveccX+8HEDUBAhWDeltHaz6Pv7fNENzxo4LCFfb9cjVmsGd/dSsx/4/22wI6VPeeEw1ywOUHNKauWOUZ82abVpzYOobwCb3zNWKDP8+ht+7ELa0Lthzj6qjFYtmVoah1W95SpsmD9Sz+ZVBrDc4lU9g+qfF6j32qH6+YYF6/3GyBh4dURamlm57NKT9hNB3ShBAAIEGFeD616Dc7AwBBBBAAAEEYlAg8H4oBjsZ510yu+cceEWcHy7dj6oAwaohv22D1WBrqlYJVzcmDtOCCSMCZoN+c+6svvZfCcBINbFxMzX3W1ugbPMDS5W+dr08cihj8AaN7xGsqHxXHu1edZ+m/dkjJQ7R4v8zWt0SjboRdvGpzaXB56aOK3wC0Bpi1c2TNUe3q+MzR3VH2YxVK1h970e+oaw1g3WFOm4YoaP3Wf8uEBf7sIeIDRFAIEYErOsl178YGQy6gQACCCCAAAJREQh2PxSVjth4p2b3nPyubeNToUEOjWDVkNmWwapfqOrQTb3HKfnTBaXrq5aHqyVFOtE0We2qecS++NifdOSvpssBONTyB9erbZPgg1C0ZYxG7DwUelBaEcR21vjHcpVxteHghlXuM4O0fdXH+4M1aAWm7+mOnXfoPe+/pUsHVBusLr9d7488qo7D1motSwGENUJshAACsSLA9S9WRoJ+IIAAAggggEC0BILfD0WrN/bcr+E9J5OY7HkaNOBREawaYtsuWK0aqvbN05zb28m9d7FGvLZRLkmOttO04mdpqnwNVSDal5v+6NCNlQAAFQJJREFUXR/lfmao2VUd8n6lnm2Db3ZgXT+NK5AUZF3XoFt8uUXTFi3QbklDhr6rMd0MuxNOud+6LbU/pl8ZoJZf7EMJVp+VntykBf1bSSrdx/tp5f8dTqfZBgEEEGh4Aa5/DW/OHhFAAAEEEEAgtgSqux+KrV7Gd2+M7zkJVuN7wGOg9wSrhoNgq2C1mlDVd71ShzP44/9V2SISrP7+Xo371CMljdOKJzKUXNtY/XWjRr+4WIfk0LBhbyrr2to2qPv3vcsAPJPv31DZy6V8v9fLCkY7/Fa9P7yjbK1Uk2DV9yVXpbNbV3QkWK376NECAgg0mIC1bjTXvwbjZkcIIIAAAgggEIMCNdwPxWBv47NL4dxzEqzG51jHUK8JVg0HwzbBaj2GqhZhZbA6UF03/1R6IV1Hrl6he278o/6Q9Vd1CvjsBRWr5hmrru1Pasg71vzTH2naEzPVN6nmwXLvnKmMLR9KStPMqdPUx2k4uMblQWao1vB2R+8Lqsof5/fZ19AlO3XHhzWtsVq5ZIC1GcGq8UCxAQIIRFmA61+UB4DdI4AAAggggEDUBWq6Hxp3fdS7Z4sOhHfPyRqrthj8KB4Ewaohvi2C1XoOVSMVrOrMNs2cP0c7JLXrNl8rhnZXta+vKv5EuQue0PpiSVdN08YxaYp4rmr9NWxlR21aMFDWQ/qlX7UvB1BaFzhj9TG9WDabVZLV9tij+vmGBeq03neGKksBGP5flnIEEIg5Aa5/MTckdAgBBBBAAAEEGljA/36ogXd+kewu9HtOXhR9kZwSETpMglVD2LgPViMQqkYsWJVHB9ZlaVzBCWulV93UO1cz05MDw9XiIm3MG6NFx62XZyVr2LBcZV1bbQRrOOLVl1c3c9S7BMDREZUhadAmqv4gtf77Ma31qbVmspb+5bLK98qWGqi3A6EhBBBAoEEFuP41KDc7QwABBBBAAIEYFCBYjfygmNxzRr437MG+AgSrhmMb18FqhELVyAWrkooPKPe58Vr/delAOZPSNPyW+3TTtclyni3SJ59u0Ia923TgfNlAXjZCi0cPU7eIT1c1PHEoRwABBBBAAAEEEEAAAQQQQAABBBCwlQDBquFwxm2wGsFQNaLBqtW4+4DWLHtceS5rRmp1Xw51a9lZB1wHpMRuyho6R8OuJV01PL0pRwABBBBAAAEEEEAAAQQQQAABBBAIUYBgNUSo8rL4DFZd2pqbpTl/c5c+Ut83T3NubyfPgaUavXa9iqxPncO0YMIIdWtsCFJWHomXV/n1pMStQ7vWKG/rRu32+AasDrVsm6Ex/Yep71VFylswXmu8s1uTlZ4+R4/3bhfeAbEVAggggAACCCCAAAIIIIAAAggggAACNQgQrBqeHnEZrLo/1Jy5M7XVe6xO9bkzV4+33qhx9RSqWq1GPFj1Hadit9xlj/47GjvlaOTzzb9v0bQXFmh3ifWZQ916/lLPDuwmZ6LhQFOOAAIIIIAAAggggAACCCCAAAIIIIAAwWpQgQSXy/Wt6dkRl8HqgaVKX7tewR6kr+tM1XK/Bg1Waxk035m4Vmlyp2l6NjNN7XwDWNOBpx4BBBBAAAEEEEAAAQQQQAABBBBAAAEfAWasGp4O8RisFm0ZoxE7DwUcaX2FqlbDlcHqHeq8Nlta9mN9cfWv1av7H5U/sUgdAj57WcXqqg55v1LPtoaDEEL5ifef1IituyvCZEfL0VqcPUSdHSFsTAkCCCCAAAIIIIAAAggggAACCCCAAAK1CBCsGp4i8ResurXjpfs0s9D/QOszVPUPVk1AIxesSh4dWDdG4wqsFWRLv4YMfVdjupn0j1oEEEAAAQQQQAABBBBAAAEEEEAAAQSCCxCsGp4ZcReslhxQ7tPjtaVxZ3Xv0Fc3db1O1323s5Jb1u/UzeL8efrD7PfMNB23qPPL05WaZLZZyNUlJ7TjN9M080iR1ChdMydNVp9I7SvkTlGIAAIIIIAAAggggAACCCCAAAIIIGAHAYJVw1GMv2DVI895hxz1m6MGVSs+e1b/vGAAemkztWhiUB9mqcftlqq+5CrMttgMAQQQQAABBBBAAAEEEEAAAQQQQAABS4Bg1fA8iLtg1fD4KEcAAQQQQAABBBBAAAEEEEAAAQQQQACB2gUIVms38qsgWDUEoxwBBBBAAAEEEEAAAQQQQAABBBBAAAEbChCsGg4qwaohGOUIIIAAAggggAACCCCAAAIIIIAAAgjYUIBg1XBQCVYNwShHAAEEEEAAAQQQQAABBBBAAAEEEEDAhgIEq4aDSrBqCEY5AggggAACCCCAAAIIIIAAAggggAACNhQgWDUcVIJVQzDKEUAAAQQQQAABBBBAAAEEEEAAAQQQsKEAwarhoBKsGoJRjgACCCCAAAIIIIAAAggggAACCCCAgA0FCFYNB5Vg1RCMcgQQQAABBBBAAAEEEEAAAQQQQAABBGwoQLBqOKgEq4ZglCOAAAIIIIAAAggggAACCCCAAAIIIGBDAYJVw0ElWDUEoxwBBBBAAAEEEEAAAQQQQAABBBBAAAEbChCsGg4qwaohGOUIIIAAAggggAACCCCAAAIIIIAAAgjYUIBg1XBQYyFYPXz4sGGvKUcAAQQQQAABBBBAAAEEEEAAAQQQQACB+hRo3bp1nZtLSkqqcxvhNPDZyXw1K75KTqdTCQkJxk0kuFyub023ioVg1bTP1COAAAIIIIAAAggggAACCCCAAAIIIIBA/QqcOXOmzg0SrNaZkAYQQAABBBBAAAEEEEAAAQQQQAABBBBAIJ4ECFYNR4sZq4ZglCOAAAIIIIAAAggggAACCCCAAAIIIGBDAYJVw0ElWDUEoxwBBBBAAAEEEEAAAQQQQAABBBBAAAEbChCsGg4qwaohGOUIIIAAAggggAACCCCAAAIIIIAAAgjYUIBg1XBQCVYNwShHAAEEEEAAAQQQQAABBBBAAAEEEEDAhgIEq4aDSrBqCEY5AggggAACCCCAAAIIIIAAAggggAACNhQgWDUcVIJVQzDKEUAAAQQQQAABBBBAAAEEEEAAAQQQsKEAwarhoF5UwWqJWwc/ekVrd+fL03KA7s8YrB6tQgM7+d4c7frNfl3wLXdep5Qnp6nHlaG1EVBV4lbhvg+U//mfVfCXAh1rnqpeHf5FN/zrberRwRlmo2yGAAIIIIAAAggggAACCCCAAAIIIICAuQDBqqHZRROslhzXOzkjNesLd6VQ4s2aOmGeBrSrHe2zRX114Ei6WnV2VBQXf7xRnkFrNOi+EBqosgvXpyv19PqXtPd88H0724zSMyMz1ePy2vtGBQIIIIAAAggggAACCCCAAAIIIIAAAnUVIFg1FLxYglXP6b1atnCiXjnrD+To+ry2PNJDlXGppAse/a/b41dYlJuhwuSl6nNvZYga7DPJIWcLhy6tYRyOb52i4W/vUsUeGqWoSzOrBx4dP12oiujXIPg1HHbKEUAAAQQQQAABBBBAAAEEEEAAAQQQ8BMgWDU8IWwfrJYc1xt5r6rVA9nq1Wivcp6rEq62maqNj/dXSx+3z3PS9acN/sGqCWvj8es1aKBvi5VbewpylLVqnQqtj5r119Sh2RrQxeex//NuHfwgR0+/vbms5kEteSJbqU1MelD32n2Leipr5XDl7ZmoH4TS3MmNmnDvEY2sqN+n53tmabXPtsNf2qOJV1p1v9BHVdvMzNOe8SHtKZTeUIMAAgg0nADXv4azZk8IIIAAAgggEJsCAfdDsdnNuO5VqPecP4zro6TzMSBAsGo4CLYOVn0f/282WPPGTQoIV9v3XK7fDenip2Y99v/fmwwhfcobZ1ezPEDJQa2cPVLLrFmzzWoOTH0D2JQbl2v1A/59DL93IWxpXbBnH1EnKxbN2qOJtV6YT2nj+Lv1i52VQaw3mJVPWPrp8+o56oieenOhMq7w78Op15/XhzdPDPg8hJ5SggACCERZgOtflAeA3SOAAAIIIIBA1AUC74ei3iXbdaBu95y24+CAIipAsGrIa9tgNdiaqlXC1VcTM7Vw8qiA2aDfnHOrykoARqqXNHEqyW9tgbLNC3LUd9U6eeTQ/UPe1KSewYrKd+VRft69mvK5R0p8UEueyVZqolE3wi4+9foE3X10pN7quNz7b20zSa36WUpTp1lHlFY2Y9UKVrfd6hvKWjNYl6tT1WD10+c1oeghLRwU4lvEwj4qNkQAAQTqX4DrX/2b0iICCCCAAAIIxJdAsPuh+DqC2O9tne45Y//w6GGMCRCsGg6ILYNVv1DVoV59Jill79zS9VXLw9WSQh1vmqL21TxiX3zsEx0sMl0OwKHW13evts3CN0Zq+I6DoQelFUFsF03KXq77kw0HN6zy0r+EHbFmqnof2/d9vD9Yg1Zguk1pe9K0zftv6dIBoQWr5duGuNxAWMfDRggggECkBLj+RUqWdhFAAAEEEEAgXgSC3w/FS+/jo591ueeMjyOkl7ElQLBqOB62C1arhqp3rdK8vu3l3vOchq1/TS5JjnYztHpSP7WvwerkhnF6P+eAoWY3Ja9erJvbBt+sYM2tGrtPUpB1XYNu8eVmTfnlXOVL+slD25WdatidcMr91m3xCVmrWQ6gMkD1D0lDCVZL/+o2g9mq4YwT2yCAQNQFuP5FfQjoAAIIIIAAAghEWaC6+6Eod8tWu6/LPaetIDiYBhMIFqw+/PDD1e7/5ZdfDvheUlJSg/XXd0efncxXs+Kr5HQ6lZCQYNyHBJfL9a3pVrYKVqsJVX3XK3U0D/74f1W3iASr6/pp7F6P1GKSVk8brJTaBqvoNWXlPKeDcijzkXf1aNfaNqj7973LAMyq8mqpshdL+X7vlhlvaWHyKvXcnla2VIBpsMps1bqPFi0ggEDUBKx1o7n+RY2fHSOAAAIIIIBADAjUcD8UA72zRxfqdM9pDwKOouEFqpuxGixcDRaqWj0mWG34cav7HusxVLU6UxmsZuj774yXFvXVweQ1GtRrt14fXqguAZ8tUrFqnrHqem+KMv6wS9KtmjFttu5sUfNhu3dMV/ob2yX10+zpM3Rb87oz1dxCkBmqNbzd0fuCqpWBLQ5/aY/StteyxqrfD4hIHxftI4AAAvUrwPWvfj1pDQEEEEAAAQTiT6Cm+6HaX4Acf8cbjR7X6Z4zGh1mn7YQqGkpAN9wtbpQlWA1Hk+Deg5VIxWs6vS7mj5nlj6Q1D71ea1+qIeqfX3Vub3KmTtRr5yT1GGGtozrJ2ekx8YKO/M66a1FGap8lVTtywGUditwxmqW8ipffGW1PeqInip7eZX1A2J5x7dYBiDSY0r7CCDQAAJc/xoAmV0ggAACCCCAQEwL8ERi5IfH7J4z8v1hD3YVqG2NVStcrSlUJViNtzMjAqFqxIJVeVSw5iGN3XfcWulVvfos1+wBKYHh6rlCvfriSD13zHp5VooyH1muR7tWG8HW24hVF3Z6lwA4OrIyJA26x6o/SK3/ztJqn1prJmvpXy6t7y1Xp7KQtd4OgIYQQACBqAhw/YsKOztFAAEEEEAAgRgSIFiN/GCY3HNGvjfswb4CtQWroRw5SwGEohQLNREKVSMXrEo6t18588fqlbOlgM4W/fRwnwfUq1uKmp8t1Mcf/16v7nlXBefLgC8fpSXZmUqN+DIAsTCg9AEBBBBAAAEEEEAAAQQQQAABBBBAIFoCBKuG8nH78qoIhqoRDVatxr/ar5VLJmjZKWtGanVfDqW26qKCU/ulxOv0aOZ8ZXaN+GIAhmcP5QgggAACCCCAAAIIIIAAAggggAACdhEgWDUcycpg9ZiubXOjEhISDVuIRrlL7ywerllfuEsfqb9rleb1bS9PQY6yVq1TofVp80wtnDxKqU3C618kXl7l15MStw5+9LKWvf2a8j2+AatDLdsN1s8GPaw7ry7Usv8cq5Xe2a0pGjBgnqb2aR/eAbEVAggggAACCCCAAAIIIIAAAggggAACNQjEa7D67bcl+n9f/l81K75STqdTCQkJxuOc4HK5vjXdqiJYveTv6tD6GjX/TkvTJhq+/qvtmjV7ut7x7tmp2+5Zrv9o86rG1FOoarUa8WDVV+2cW+6yR/8dTZxyNPL55onNmrJwrvJLrM8cSr1xoeYPvk7OeMi/G/7MYI8IIIAAAggggAACCCCAAAIIIIAAAmEKxGuw+tU/Xfrif/6iZhfaRidY/Z+vjql5G4c6t/lh7M9aLchR31XrFOxB+rrOVC0/7xo0WK3lZPediWuVplwzQ/Oz+qm9bwAb5v9h2AwBBBBAAAEEEEAAAQQQQAABBBBAAAFLIB6DVWu26qEvP9VXX3rUunmUZqweP35cjZK+UVKrpmrXoqOcjstiNmAtfGOkhu84GHDG11eoajVcGaz21ff+a7yUm6HC5KXqc8Nu7cguVErAZ3kqVjclr16sm9vW//8Zj2+douFv76oIkx2tspU78UF1cdT/vmgRAQQQQAABBBBAAAEEEEAAAQQQQODiE4inYNUKVN2ef+jE6aM6c+prnT9zqdq3bx+dGatWsOp2u9WkxSVq0baxEr9jnTzGKwtcfGccR4wAAggggAACCCCAAAIIIIAAAggggAACDSyQoJJ/Sqf/Xqxzpy94A9WoB6vWmqt8IYAAAggggAACCCCAAAIIIIAAAggggAAC8SBgvawqasHq2bNndezYMe+MVYLVeDhd6CMCCCCAAAIIIIAAAggggAACCCCAAAIIWALlweqVV16pZs2aef/b9CvB5XIZTze1glQrWD1x4oS++uorlZR4Xz/PFwIIIIAAAggggAACCCCAAAIIIIAAAgggEPMCiYmJat68udq1a9fwwWpxcbFOnjyp06dP65tvvol5LDqIAAIIIIAAAggggAACCCCAAAIIIIAAAghYApdeeqlatGihK664Qo0bN264GavWzq0w9R//+IdcLpe+/vprZq1yTiKAAAIIIIAAAggggAACCCCAAAIIIIBAzAtYs1WbNm2qli1b6rLLLvOGrOF8hbUUgLUj6/H/f/7zn95w9cyZM97/feHCBdZbDWcU2AYBBBBAAAEEEEAAAQQQQAABBBBAAAEEIipgraN6ySWX6Dvf+Y6SkpK8oar1v62gNZyvsINV33DVeoGVNWvVmsXKeqvhDAPbIIAAAggggAACCCCAAAIIIIAAAggggEAkBawA1Zqdas1WdTqddQpVrX7+f9WmEhg6ap0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7" t="40962" r="94080" b="54473"/>
          <a:stretch/>
        </p:blipFill>
        <p:spPr bwMode="auto">
          <a:xfrm>
            <a:off x="606823" y="3467100"/>
            <a:ext cx="167477" cy="1984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7" t="40962" r="94080" b="54473"/>
          <a:stretch/>
        </p:blipFill>
        <p:spPr bwMode="auto">
          <a:xfrm>
            <a:off x="5391151" y="1140804"/>
            <a:ext cx="247148" cy="292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20" t="5721" r="31332" b="9272"/>
          <a:stretch/>
        </p:blipFill>
        <p:spPr bwMode="auto">
          <a:xfrm>
            <a:off x="4081220" y="1940611"/>
            <a:ext cx="3261555" cy="3526667"/>
          </a:xfrm>
          <a:prstGeom prst="rect">
            <a:avLst/>
          </a:prstGeom>
          <a:solidFill>
            <a:srgbClr val="000000">
              <a:shade val="95000"/>
            </a:srgbClr>
          </a:solidFill>
          <a:ln w="38100">
            <a:solidFill>
              <a:srgbClr val="F9A713"/>
            </a:solidFill>
            <a:miter lim="800000"/>
            <a:headEnd/>
            <a:tailEnd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  <a:extLst/>
        </p:spPr>
      </p:pic>
      <p:cxnSp>
        <p:nvCxnSpPr>
          <p:cNvPr id="22" name="21 Conector recto de flecha"/>
          <p:cNvCxnSpPr/>
          <p:nvPr/>
        </p:nvCxnSpPr>
        <p:spPr>
          <a:xfrm>
            <a:off x="699348" y="1472980"/>
            <a:ext cx="0" cy="1924500"/>
          </a:xfrm>
          <a:prstGeom prst="straightConnector1">
            <a:avLst/>
          </a:prstGeom>
          <a:ln>
            <a:solidFill>
              <a:srgbClr val="36A1B0"/>
            </a:solidFill>
            <a:headEnd type="none"/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4608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85" y="1749349"/>
            <a:ext cx="8425067" cy="41631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Salones - Anular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0900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anular un salón, presione el icono «     » correspondiente al salón y realice la confirmación de la acción a realizar.</a:t>
            </a:r>
            <a:endParaRPr lang="es-CO" sz="1600" dirty="0"/>
          </a:p>
        </p:txBody>
      </p: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732788" y="3427297"/>
            <a:ext cx="193277" cy="25732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20" name="19 Conector recto de flecha"/>
          <p:cNvCxnSpPr/>
          <p:nvPr/>
        </p:nvCxnSpPr>
        <p:spPr>
          <a:xfrm>
            <a:off x="843674" y="1463040"/>
            <a:ext cx="0" cy="1924500"/>
          </a:xfrm>
          <a:prstGeom prst="straightConnector1">
            <a:avLst/>
          </a:prstGeom>
          <a:ln>
            <a:solidFill>
              <a:srgbClr val="36A1B0"/>
            </a:solidFill>
            <a:headEnd type="none"/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" name="AutoShape 6" descr="data:image/png;base64,iVBORw0KGgoAAAANSUhEUgAABVYAAAKjCAYAAAD2wVQ2AAAgAElEQVR4Xuy9CbRUxbX/v0EQRFCIiiBRIBicQSNihCCGGBGjEkXUGMAHoj+fsy6fmjAkAYnD4++sz6cCTyU+o6JBjYhJeIoBBzAKxolIAA0yOKEioiL3v77Vvc+trq4zdfe93X37e9ZiAd11qnZ96tzm8rm7djWrq6urE14kQAIkQAIkQAIkQAIkQAIkQAIkQAIkQAIkQAIkQAKJCTSjWE3Mig1JgARIgARIgARIgARIgARIgARIgARIgARIgARIwBCgWOWDQAIkQAIkQAIkQAIkQAIkQAIkQAIkQAIkQAIkQAIpCVCspgTG5iRAAiRAAiRAAiRAAiRAAiRAAiRAAiRAAiRAAiRAscpngARIgARIgARIgARIgARIgARIgARIgARIgARIgARSEqBYTQmMzUmABEiABEiABEiABEiABEiABEiABJoegYcfflhOPPHEpjcxzogESKDBCFCsNhhadkwCJEACJEACJEACJEACJEACJEACJFAtBChWq2WlGCcJVA4BitXKWQtGQgIkQAIkQAI1S+C5556T3XffXb797W/XLANOnARIgARIgARIoLwEKFbLy5+jk0A1EqBYrcZVY8wkQAIk0AAE7rzzTjnzzDMboGd2SQLRBB588EG5/fbb5ZFHHpEddtiBuEiABEiABEiABEigLAQoVsuCnYOSQFUToFit6uVj8CRAAiRQOgIUq6VjyZ7SEZg7d64cdthhlKrpsLE1CZAACZAACZBAiQmUW6x+/fXX8tVXX8mWLVvMr2+++Ua2bt0qdXV1ZqbNmjWT5s2byzbbbGN+tWzZUrbddlvzOy8SIIHyEKBYLQ93jkoCJEACFUcgrVjF1u3x48fLK6+8YuYydOhQueGGGwI5NmzYMJk1a5Z579NPP5XrrrtO7r33XtmwYYN0795dLr/8chk+fLggW/H+++/38jj11FNlv/32kwkTJnjfR/+vv/66eX/IkCEyduzYnHaXXHKJrFq1KohD30Qs6Hfw4MHefrVP+83+/fub/jWjMizuAw44QH7961/n9YvXTj75ZNl3333NnMEPcdiX3QZ/fvXVV/P6UaZ4A/ffd999smLFCsP0tNNOE8xZL18fiA9tdB5Yp65du+bFctddd8mcOXNk8uTJJuYk7JTb008/Le3bt5eRI0fmsLDnh/7QfurUqTJ79uzgGbr00kuD8bS/GTNm5EhX8MOF54cXCZAACZAACZAACZSKQDnEKkTq5s2bzS+I1EIuSNbWrVubXxCtvEiABBqPAMVq47HmSCRAAiRQ0QTSiFWI0kGDBsnNN99sMg1VnEIEqvjbaaed5MMPPzRzhgD817/+ZSQbhB6k4vnnn2/uR13Nd99917RzhZm+B4F75ZVX5vHD2OhrxIgR0qFDB1m8eHHQBuMNHDjQiFyNA28i1hNOOMG0+8tf/uJdE5XG9pjgA0mr29V1Tq7c23HHHXNEpA4AgQlpiJhx75QpU+Saa67JkcF2G/wZshgC2L5wPy6wfPbZZ+Xuu+82dUkx39NPP10GDBgQyExfH5jHJ598krNOkKDPPPNMTn3TPn36yMcffywzZ840McexgwQdNWqUmReEtcbzk5/8JJC99vx0fX7xi18EDCBzr7rqqiAWrMOxxx5rpP306dMDDCqkbYlc0V9cDI4ESIAESIAESKAqCDSmWP3iiy9k06ZNJkPVvZCZGndpFqvbDmK1TZs2st1228V1wfdJgARKQIBitQQQ2QUJkAAJNAUCacQqhBcyDe3sSTCA8FLZZYtVW6gpK/SBS6Wd3o/fbWEWNpbdD2KB9LznnnsCqQlJB9kH8WiLVbwO+Yl+kYFqZ2O6fbrzGzNmjJGdkKlp5Z4rViEW58+fL3/4wx8CoemKVRWx7vOFe3/605/KvHnzcjI5IY0POuigQEz6uKMve23wZwhZcNCMX5WkyGS1Y4hiZ7PReBHnxIkTAylqx4M1tsfUe1RY43dde8jxyy67LMgwTsu+KXx9cg4kQAIkQAIkQAINT6AxxOqXX34pGzdujBSqkKbIXtWSAFoOQMsAtGjRItj+Dwnrk6woD9CuXTtp1apVycB9+OiFMkkmyo3H7xT06XutZANmO2qMMfwxL5Ub+syTQYsvkl6lnlQJ+kvPpbLnUwIkZemCYrUs2DkoCZAACVQegTRiVQUeMgmRneirj+lmrGLL+tlnny39+vXzysxixSq2uCNzU+UgRN8pp5xitsfbYhWZmBCSkHao7elux0ccYTIX7X//+98bUZhW7rliFeMge3fhwoVe8RgmRXGfSmNf7Law9PWBe3FQlGb3Yp2wNjov7R9SFBnItliNYtejRw95+eWXI+uk2vGgvZsli7E1k3X58uXBOqAcAbJhVSSnZV95X22MiARIgARIgARIoBIJNLRYxffQn3/+ec7UNTsVchS/IFFRa/Wjjz4yv9AeWa14T7f8Y6dWp06dzNZ/vKaXT7AiexVJBaW4yiVWSxF7YX1UtohML1YLo8C7oglQrPIJqXgCU/90m7y2dlniOH951Hny3V33DG3/j3Vvy2+fuiVxf/t16imX/vicxO3ZkASqlUAasYo5an1MyDFkFEKy2vUxbbGK9pBhf/zjH01NVl89UG2D392MVWwHd68jjjjCZMyqBIV8Q3kBbO9X8Qs5Z8eBtig3oGJORaF7En2YWLVf1+38blzjxo3LiV/f94lVzBOvn3XWWUZQuxmrqFVqX48//nhQSsDlpO1s6Yj+3D7Aza6bqnxsMfqjH/3IlGlA7VoVq3Hs3PX2fR3Y84tqr++5vLGuKIFAsVqtnzKMmwRIgARIgAQqm0BDiVWIUpRiwu96qVDV3yFPIVLXrl0r69evN21VtrrUcA+kas+ePaVz585B9qqKVVewIsMVpZ+KPeQqXqxCRI6RmSbgETIdmZ7rZ8uFV4pMvGmoZPJcbVlptxeRUdNl8QUiN1ywQrrvOVkmvz1B5t40VCTIlF1t9S8i/TLvo9+lN/WRad3m5mTTYjTEPHjSgizC/jLhiRvlB89fKPfKIFkxabJk3snG6rYfNUJG3CMy6InuMu1+kUFvT5bJeyLGLjL7gsEyeaGuTMj9khlvaEdrBcHj/hXS/Z6ZWU4iI+5aLBcdKCJ47xiNSaT/xOx8XrlB+ozNUM0w6iVivTbirrnSfbonHjOWHbdUdAZuZX86hEdHsVqtK1dDcY++9yKB3EwiV9tv105G9j1JvrdH71BCf3tnidz74kOy4YvPYinquDNG3hDblg1IoNoJpBWr9nwhWR944AFzOJVmLYaJM8gxZH4ia9Kuv4n+fMIsaSkASFaIUmytxz16OJQdB0Qmtt9jizsuSN6rr7467xCkqIzVO+64wwjdtHIvTKza2/pHjx4diMyojNWosbWOrUpbFaO6vd8ulwAGygftkXmMXygzgIxWd+t+FLtSiVU8HxDvyDJ21wHCF3VvtYwEa6xW+6cO4ycBEiABEiCByiLQEGIVh1IhCUFlpytUQQDSFQkB+P4HQhVlAMJqqCox9INt/kgQ+Na3vmUEK7b+4/IJVrSHXIWQLfSKE6u23MSfx8h0WXzqinCxuv5D+bDjTlnh+qHMvmCSyPgzZMUxY0RUNmZlJ0oQnLFysCVP0X6wzDsyX6ba8/tw/YeyU8ds6QLIyPmDZG63aTJ4UveM+M1K2SDWY1bIGdnXM1K2u0yHWD1mngzKSlLz+p8H5Uhdc/8FvcQ3nhGhehl5Wt9XRpBKVkLbPFRAD5J5faZJdzN2RkQrG12PiTJJBq88IyNc8+ZjjZUjtQt9CnifS4Bilc9ExROAWMX1u1X1h9KEBf3zrn3k/IGjY8Xqzc/MSNwfxqJYrfjHhAGWgEAasQqxp9mD9tBhGYmQbji53s4M9cnLYsUqpCLKAWB7PcoAIAtUhZ9mseIwJr0gNSF43UOswsSqvc2+VGIVsaCvv//97+abahWhUWJVJal9WJfOCXJZ5anbB4T2tddeGxzAhXuUj5Y5QKkGPWhM78cBWqjdGsVOSy+AuX1BhuoBW3Y8vpqsuA8ZxXPmzDHlEdx10EPPkMGMZ4litQRf+OyCBEiABEiABEggIFBqsYoDqiBV9bKlqv75s88+k7feekvef/99b93VuOVBKQBkokKs7r333rHZq5CrhR5sFSdWg4xLK5PUvBaasZqdXZCpiQxPiNXcuqY6LsTqvMOz2Z2WcLVrvobxMqL3nkzGJ8RqTq3YrHANlcAQq9YccrNgsyNqJmn2r/Z4eWI1jkeQjZrJhO2SzboNMlizY9hiNdV8KrRmbNyzXqnvU6xW6sowroAAxOoeHTrL0rX/kD+ufdNLpl/7LtJ9x87mvSRi9ZJHfysLN6yWHq13kOWbP83rE/3hfe03qVhFmYHPvsytmaPZs/Z77VptH1quwG7XeYddpXP7TkF8GzdvlGXrlwd/79mxh7Rt3TYv/jUb1sqaT9flvF5I26Tj+eatg0fN1RfnsrVvmznvtuOukSUd7Mmhn2eWLZBPN280L+/VaU8Z2LN/6FeROy80DOPja/vZ5o3y1tq3pU837NeQSJEfFgSY/d9bC+Ssw09P/NWObGv3WrzyFdkNvNp3Cp1D0gHSiFWtg/nYY48F9VIh+4477jhvxqoKMLsmKF6DHIMM1atYsYoYUA5g5cqV5qf+uFQcoraoCkObiW57tw+x8olVPbFeM3JLKVYRD+JA3JCXyBqNEqtoj/eReesyxSFeeuiWrw8Izf333997yBjKAXTr1s2UAQAPvf+1116LZafSViUqYkRsCxYs8MYDxiNGjBDfM6QMfOuA5wWZ0eeeey7FatIvbrYjARIgARIgARJIRKCUYhWZqh9//HEwrk+q4k1IVSQg4FCrYi7UUe3Vq5fJXsVllxFws19Ro7WQzNVYsaoTUFEK2RiRsSoqO42I/YH8NchYLZFYtbbWm+32Up+xmkpE+sSqlSEarFvIeMnE6khZoeUFtCSCc3CWCl0tHUCxWsxXTOnupVgtHUv21EAEVNpNfupmeXPDe14RCkH6n0ddmEguqSibvfRJeefjNd7M1Z902lvat2or/3bo8FSC7/Glc2Xq/OmBtL247ymBOMN701580MwBsR7bKzerS/Gh3X88daOZJ8Tu42OnBfIUAvHaP98qt775f/LbQ0+Tnx9yYo541T603AHa4YprC7YqrX9x4HFy9g9ON/1ivNv/erdc9cpjcu7eP5TLjjzXO57ODX1gLb6/a08z7opP1hjhHSamEaedPYyM4w1fbgxiueXwM2PFI8Y+8dHJgjUb0nOAPLfqZbOm9xx1sZzad5j3qbQ5okHU3GwGaKvPBv78/LplZp0w59uPHxcpc91ALn5oglnH50fdmljM3jH/brn+xd8Hz4b+MAGc8YMAXetCawKnEasYC5mFV1xxhRFx+Mm3u63e3hqObFFsc0ebAw88UCD/IAVnzJiRk8UaJlZ9NVYRA2qO4po6dWog75CxefjhhwfCUeOwMznt9fAdBAWh547p1pANq7GKvu3DsnSssFIA+j6k8IABA8yckohVZaosfUx9YlUzd/XgKF+pBM2E1fshq90SAojbZadMUMcV8eAbfJW0aO/Go88Qnglc7jPkE6uIf9CgQeZQMmasNtA/vOyWBEiABEiABGqUQKnEKrbz4/tB3/Z/CFaVrGiH78lwQFXc1v+4JYEo/e53vyv4QTkuV6za/WN8fA+YtuaquwVexN6OL2Zr/oox2YxSZF1O7y5zx4tM8m2vX3yRGLGa3UKfyXbFtvXojNX6OqoJSgE42+61PEFkxqoVa7BN3ydWnVIAJpN2t9xt/kE5hESlADJiNShtoCUCTBmC+vIEdrmFRKUA4rJj4x4svh9LgGI1FhEbVAoBSKXz5t8ZGs5X4/+aKlRX6tk3JykpEDaYxok+XKGI9yD+4jJgkaWrpQ8g/a4/aXIwHERf11tOkrj5Yn7fv+dcc19cW+0TbV0hqaJ30XkPeLNjNTDfvBEDBPZvjr08dG18cap09DG0O4Ik/9bUo42Afvq83wdv4f4ktXaVTxK5ue2VPzD9220x/oTHrzGCFHJ13tjpXvHsTt7m7a5v3EOsz4Yrne9/cZaMeup6c/vDx08IFfdR/acVq9qX1rvEdnH3ECh3PGSMvvvuu0a42RmicfPm++EElOnuu+9uyiCU+4L4RIZrmjXWZwhCmRcJkAAJkAAJkAAJlItAqcTqBx98EBxU5WaqqljdunWrka+LFi0qOlsVvCBJu3TpYso34fKJVVuu4kCrXXbZJSXqjMysP7TJOkwJPeUcvlR/cFPO1nk9EMpsR7cOr+o3QSaYA6tGy7CFX8tPrO3q9ZmyxR1eNWLiBHNgVafR/WXt7hPrD7rSUgCokWofdmUfXpUjKB0OVhkA+34drzuyZY10XSFnGEm7QrrLTJmZPfzKe3jVqAkyIXtYVqYmbPYALrvMQrZkQOThVRSrKZ/x9M0pVtMz4x1lIlBrYlWzIYHblWiQfHGyNI1YxRgqM11JqYeHxWVBRgnlqEfGF6f2FScd9V5kkT4y9q5gGLzullHwxeCTpWGxhrVVuetbp7C+7MxTtFl13kOJhCzaholV+z2XR9Iv2ULFatL+2Y4ESIAESIAESIAESIAEKplAKcQqfsiMDFRcYVIVr2/ZskVWr14tr776akG1VV2OWmf1kEMOMW9B3KpcDSsL0KZNG/PDcF6NSCCv5mwjjs2hGoQAxWqDYGWnDUGg1sTqYV0PkjfWv22yIXHZWYgNIVZRo/THD2QySzUrUzMrk4g/n1gtJE6IymPvOsNsbY/LJEWZiP3u/DcTM7JbwQx1T8PqpbrPZSnEKvpU2RmXYavjH3HLKfKboy6Qsx+dYrb1o1RDnLjWe6PEqv01EifefV+jFKsN8cnFPkmABEiABEiABEiABKqFQLFiFXVSP/roIzPdKKnavHlzk9GK+vpvvPFGycTqbrvtJipWIVOTyFXUZG3VqlW1LFH1x0mxWv1r6MyAYrXJLWnTnVAtitXT+g6TkTMvMjVHsdX80ZE3mQOdChGWSZ4MCD8ITdRZxfZ9MIfctUsRhPUTtj5xgs/OWIVgnLYkUzMz6bb6E+4a6z3ULMl2+HKIVQhsCNU3Ln1Cpv7pNvnlC/eZtY0rtUCxmuQJZhsSIAESIAESIAESIAESKJxAsWIVW/u/+uqrQKzqtn/7d0hV/F3FKurs6z2FRy6y7bbbmjMMtHa9Zqn65KpdEgCZrjvvvHMxQ/NeEqhpAhSrNb38lTd51PP8y7K/ysoNa8whT7ZcK1SsIgPyP/98qzkx3haElV5jFdmXODEeWZnH33tBcEgSmJS6xqo+CXadzo8ufdJkjiKzcmDP/rEPi5uxqlvk04jV1878nyADNerwKTcYyMq31r4dHFyF9yErIS+jrlKL1SSZpyi5gAs1YN/bsNYcvIUriQhGuyQZq245h9jFyzaotYxVfBP7ySefmIOieJEACZAACZAACaQjkKkjKDLhiRtlaMd097qtS9lXcZHw7lonUIxY/eKLL2TDhg0GoS1S8XeVqXhd/4xSADh7YMmSJSURq3p4Fc4xsEsA2GIVf8ZllwbA33EQ7XbbbVfry8/5k0BBBChWC8LGmxqCALad/27Rw7L6kzXew4AKEau2lETMqFWKreLf26O3VItYRdx2VifqZyKDNY2wjGur62nXC8W2dpw2bx8KFbXuYYdXgXXU5dZY1X6SHAaFeJ9etiDnoCa7PEDcvEshVm1mcaULtLQC2OoFxsgSTipDk9RY1YzjtF+ntSRWceBT79695ZprrpGxY8emRcX2JEACJEACJJBHwJz+fA9eHiHTrUNXchpmDxoxrXCYyYENBDJ7gIxMnFt/OEuJhyqlDC1lX95pNgKPzLjZA232nC6L7VPAi2Cfc5CO9mMdlJO66+CwmwZ8/lIHVTk3FCNW47JVIVRtwQrJuW7dOnnxxRdl8+bNRUNAvVQcJtujR4+82qoYyxasGMyWq8h23WmnnYqOgR2QQC0SoFitxVWvoDlDND22dK7ct/SJQC4N7PY9OWSPA+WInv1zTqFPK1bR9zkPjZePN39m+tZL62A2tFj1be+GFNNM1Khl8LVDNq9mN+LeOGmY9vAqjedXj18jV73ymPmre2hWVMxhh1dhLr886jxTwsB3uXHaNVbjapbqGs4YeUPQtcrLOFFpC9g4IYrOwySs8oo7aAt9gNGcZc/mHLRlr2uSOMLEqvaTpqyAux61JFavu+46gVzF77xIgARIgARIoBQE6sVquDRN0qYUsejJ3A0pVksSZ2N1UpViVU8dd0W9nqIeIfCjuFKsRj51hYpVbOWHWMXl2/5vZ6qqXEXbjRs3yl/+8hdBtmux1/bbb28SB7p162akqZupGlcSAGIVgpUXCZBAOgIUq+l4sXWJCEB+3f7Xu43Ag5D6Uc8fyMF79I48Gb0QsdquddvgICSMg4OgIJ6O7naw2Yp98zMz5HerFufNCkLv/IGjTWZr2kvFHu6D3Dut1zGmCwg1t7yBr28Vwr06fVf+48hzc+SyLT2jxCrk5H0vzpLz5t9phvjTydck2s6PtrZwTHJolc5B64Uio3bCUefLZ5s3mu3517/4+9At+W6cKhbtg7Si5K5KWbQ5rtdgE8q1f77VrHPUnDEuROSop64396DswLG9BuewttfGXlO07dlpT7ONf9aSOeb5wbM1+djLQ+9Xrmc+OE7wgwPUr9XL7hvP3c3Dr4zsR2vKIit1aK+jDed5y/5qvpbwvN05fEqoxI57losRq88995w5URRbj6IubL9/8sknTZPdd99dBg8eLDvssEPoLVH9Qoxi+5R74Sf1vj7RV9Sl92m/UfPRvvQenP762muvmSwBd2y8N3fu3CDWo48+OpKTywilCr797W/HLV/o+xobePv60ZIIbge+EgmFsEG/4GWPH1WGwWUZxRZcwR0X2CNm5R/2fNjz1JjCGMQ90zqGu+5xzxpiQKzu3FxO7pqEsSj1M1Pww8YbSaDGCWSkaX/p32+BLPBmLGaE2Ip+/WXBwgVVn7FaVctdhWI1Oos3K1cLyVylWI18dAsVq/g3+vPPPzd9++qpuqUA8HdcqLP6xz/+UTZt2lT0lxS28uN78b333jtHrKpQdX/HgHbWKjJe8b0PLxIggXQEKFbT8WLrEhDQ7fmQm5cdeW6kTLWHSytWca9KQgirwXsNMCINYhUnsUPiNYRYxbgQfve++JA8ufIlMxYuyLdzBpweK70gKF9bu8zcM6z3kJxt7ngN7z/+1jORW/QhDSH97Csqa9RdVgjcdq3aJT6pHpx/+9QtoU+HnVFqN4qKEzG88/Ea0zwsdhX0D7z5TMAZYveiw0dHimRfvFF87DWx49+vU08ZtFf/RAIemaZ62etqv4730eelPz7Hy9LHCw336NDZZHlDDhdzFSpWIbdOO+00M/SKFSu8UhPfbI4ePVqefvppU1AfdZxeeeUVc8/VV18tw4cPzws9rl9km06ZMsU75SOOOEJmzJiRE0vc9qbHH3/cyC67X9987Lj0HgixY489VvTvGtSDDz4oV1xxhfkr5o26W5i3Lz4fo1WrVhmm559/vvz6178uaHlx380332zGR0aEew0bNsysi+9yxy2EDfoF+3Hjxskll1xihtEx77vvPiPX7ctl6WMLkThq1CjDBixx6fP02GOPmf9URD0fOp7GFMUAz+rMmTO9tXh/9KMfmXFdTnHPGsZHVos7N/SHy7dOeF3XUp/LhnpmCnrQeBMJkIBkxOoImTBxhUye1D2/HIARWitkwsTuMnnSTI9Y1UxEC2a/CTL3pqGiG3TNGG/jte5yb58xMjNoWp+9mL91PDez0X2/v1MuIMkY5nPMqbEa3DdeZNIxk2VBNjbt387WFemfU5s1TCKWItZ0PHLjinusc+cEziNlxQWDZbIj1uPm4RtHn6ewshL+9+OfIQkTq1aZCsTjlqrIzAHPdXaOCzXqEGZOf5IngT2xFiKK4xYp5fuFitX169fLN998E0hVDGtv/VeRqq/hd0hNfD/wzDPPlKQUQIsWLaRjx44yYMAA2WabbczMtQSAK1XtGqx6kBXuwf28SIAE0hGgWE3Hi61LQEBPnsdhPeY/kMv+Ki+vXWa269vZibolXGt8QqKt+XRdaAS+7FLIOUi3248fZ05i/8+jLpRpLz4o7Vu1ld8ed4W89M4Sk3mI6431b8sOrdtKlx06yW7tO8Vm0JYABbsggYoiUKhYhSyDMMQ3hT5JCvlzwgknmLnefffdQdYkXocowmvPPvtsXhZnXL8qznTblcKE+IQww0/cH3nkkUCuunIvDL72C6Hmmw/imj17tplzlFiFVD377LPz6rhCpo0YMUIGDhwo06dPD8KAVFu5cmWexLvrrrvk8ssvL1iu9unTRw4//HDDGYcjuFmrkIq4Zs2aFcSCtXnggQfkqquukqFDhwYlEwphg07DxCoYv/zyyzkCPIlYRcyQzvPmzQvuVckI0bl8+fK85fXNUxuFvYeM1NNPP92si9un1unF+/Pnz5fFi/N3P6D/MOnue0+fGd86ob2upZawaKhnpqI+mBgMCVQRgUB0PdFdph0zWbo7NVQD8ThmhQwe64pVXwZi/lbwTB/9pf/C7nJGUMfVs2U8JEMzT8Z52iUdwytW3RqzllyrF7j58frEailjDSuNoFnGegCXCtAk9W/zxSbWcJqscDKWk8zD95irtHXFd/iXRLJnyCdW8+adXTd7bF2j/v1EBo2vP7DMZYj48tfTic37fBaRhVvCz4lCxCqyTj/44AMjVXFpxqpmqdrZqpCX+nfc9+abb8obb7xRksOrMDayVn/4wx+aJAbE4ROrvpIAinDnnXeWli1blpAouyKBpk+AYrXpr3HFzXCfqccE2YUIDhmGp/QaIp9u3mhOddfsRpxQjwvbrmcvfTIQnsjKQ8YhrtuevVuuP2myyRDtvDfCphQAACAASURBVMOuOdmv9jZx1HDFFmxsnf7+PeeabFVbxOoW+7ianhUHswQBIRMY3J9ft0weHXlTbEZtCYasui40YxWMFp33QORW/aqbnBVwIWIVMqt79+5y++23G4EEIeRm26kY9Mki3H/QQQfJyJEjczIyk/QbJlYxJWQ04qf1dpZkWrEKYQZ5astP9I0DASAbISqjxKq289Vx1dg181CFmk8wY0xtHybcwp47za7FfT/96U9NVq2b+RolHHXt3GzeNGwQm0+sQox+/PHHeYI5iVgNW0vcO3XqVJk8eXKeqC9ErCJ2ZehmI4MjXvvDH/5g6pn5sm9xfxqxGvb14IujoZ6Zav4MY+wkUG4C9QLNl7WYkYnzjpwrN+5xr/Rxxapmsz5RL6zMfJzsQpVteeLPzUL0iavsa17he099VmvSMcLEam5sWVnmZN6688oTcSWO1StWvXIvK30lN1M479mKy/rUzMuE8/A+u9l7NfPXzfL1x7QiJxPY9wzli1W/0HSFsMrXPNGbxzFb8sLJhLbX+AfPa/brRdLLmkiDH2KW4EOiELGKbfyffPKJV6zactXNYIVYhVQtpVht3bq19O3bV7p06WKyVuPEKt7HpVmrKKmEWq28SIAEkhOgWE3Oii1LRADCc/HKV/KyQnWbM7ZkX/bY1ebke62Lag8N+Ym6ltjSv3f73Uw73d6vdUeR7XrILSeb97u17ywbvvjMCFtky3bfsbPZWt62VVsjYlWqQvAO6TnAxJV0S7XW6oQUPq3vsKoTbnrgUbG1OUv0aFRkN1qCAs/HbSddmbh0RUVOJiaoQsQqxBuyGpHNpzLTlYPIqsNPze2MyDg+SfqNEqvof8yYMSarUUVvWrEKUYYSB3Y5AJ2jvhcmVsNkXNi8o6Qf7lHRbIviOIbKAL9DDttM7XvjxoYgVvGtzNOwwVg+sYrXhwwZYrJxbSmZRKwicxMXpGbS+rOFitUwgQkuv/jFL2Ts2LHmWVPO7rqkEau4FxnRvgxY9/W4dSv0mUnyXLENCZCAn4Atorpg2/SfB9Vv4zfyaZ4Mgjh9DyUBfKUAPP16xarn0CJX4HmkYai0KnAMv1gNOWjJ3eLtxOv2VepYfWI1uvyA5AtKa3nCBWCupEw6j6ivqfxSBtnWSbfNuxI47u8ajNMubs4rVKSGSWfrmZwok2TwpAWSPBu38T51ChGrkKqQq5qpimhdiYr3IDr1ECu8D7H69ttvy9KlS+XLL78sySQhVlHaqnPnznliNazWKuuslgQ9O6lhAhSrNbz4lTR1ZKBCpn68+TNTEgDXbw89TaYteVy+v2vPQKTqn3FwDw7rQRvUG+3Qup307/q9oDalnpz+2pn/I//31gIjPfWwIlfM4kCpXx1+hhzctbe8tGqJGfvUvpmtsSg/8NjSuebPZx1+uvkdYljLB/zHUzeag7BQSxV96H2VxDYsFq11e/LeA/MOyaqG+BsjRj1EK+oArcaIo7HGKESsQpoiW0+zMiG83KzIpELTnmeSfuPEqvs+4kA9zv79++chxSFGWufVvg/y7LbbbgvqgCJL8Z133pEzzzwzp6aqK8/iYnMDSMIoTqS5fdpZv5ibbl13Myvj+rXfL4QN4goTq5Dt6B/b91FKApI0iViF4D7uuONMRjFqxyI7Gf+JcOu12kzixCr6uvLKK3Mw4mAs/OAAp+vamdh2JjBiVvnqq8mbVqza8l7no2t5zTXXGJHrY+r7nIhb28b6bOE4JFArBHIy/JwM1Pr6lBdJr4jDg3JrdtaT0yzQ+vqn9XVXTasEYjWsbx0l7RihNVatmrAiIdu7Y8RqqWP1idXQGqYJDncKr3+azXjN1lhNOo80XyM5fbqZwCLZWr/5PQaZxEmFqSPnc57hnO5zM1RDRXD2noxMXW0OcquvEYw309W3TcMsTdtCxCrKUn311VeRh1ZBpLpidcuWLbJ69Wp5/vnnS1JjFfNEKQBNaoDEhTS1s1bjDrLadtttzfdtxV7mObB/uFRsh7yfBCqYAMVqBS9OLYSGjM///POtRpIi6xS1UH/8wOUmUxV1V5Fdiqv9du3MSe8QqTjY6bCuB5nT5ndt3c5s8UcdVd2irafTo60eAgQZ+vMHfmH6wmFSKmYxJra/4zr+3guMxF3xyRp5fOw0ue/FWWYMFacYC5eKX10fZDL26vTdqpOTEKvvfbIu8pCnWngGo+YIRp99+Xmiw6maAqu0YlUFkL1FGuLt1ltvzalHmUQa2vyS9hsnL31iFWULunbtmrdcBxxwQLBF3r5PD1uyxTEyLCHT7MOqKlGsaoaqXcMUog21Z+3yBnHyLUysJmUD2FFiFcIX9WYhSCFak4hV9Kl1YOfMmRMcvhVWFxft48Sq7wAv9IeyDxDq2BqnFzJUkZ2iWdi6hV8zWO0HLK1Yxb1uLVVf7dUkX1dxa9sUPrc4BxKoJAK5ss2WTWLKAAQHGvnEXc5BP5ZgcgRk8WLVk+3qQEw6RsOL1dLFWl6xGj+PQp7jvJINCZ+h2DIMGkxRYjU64zdnvu4hV9IwvJIyLkSs4uAqCEu7xqqbsWofWqXlASA98f3En/70J5PxWuyF8fH9CnYEQZDiUrGKg7V8UlVf07ZJD7DK+6FBTgY1Pv/myaCgDrRnZlj3+YNk8QVdZPYFk0Ssur3FcrDvR5zTukHm58ri/NdzD1PL+UGTqR1tXdm55vwQIZi/1pDW9mEHC7rPeea+FWMWy0UHZu51f0iRiclz6JvnsLlSMmRf8QQoVuMZsUUDEUAN1d/MnybImIRYRVZgn24HmhqomlUKaYmt/DhUCm3uOepicw8ubPNHlurqT9YYCYtDrjTDEFvbIUfbtm4rKlpxD/rFhVPUNeP17AGjZOTMi8w46OfSw8eYA65QYgDj/X7pHFMiAJIV4nXwXgNk1FPX5xy05SLC9vE5y541feilpQY08zXshHc9Md53Ev3Nw6+MLDdw8UMTTNkDvXwnzEMyo2btMyv/liOJER94/vyQE/O2u7sn1//bocO9QtZtp3Nx+UBY/vapWyKfLMTuiwU3aQmGuW89a7KZ9YIohwgf2fekPBnq44n7UBbiu7vumReLOxdtgJIScWuHtr45+sbCmuGHBqvOeyi0zEDYeHbQeKbP/sHpRZUqSCtWIdZQZ1RPZUc8euo9aq5qBqi9lTzJx0nSfuPEKmTYvffeG0jeJCIK8dn9IjPxnHPOySl1gKxEZDJGiVWtTerLYPQxSMII2QeQwm7N1zCmkHOoYQphqRdKIyAmu1ZrnHyzxy2EDcaOEqt4XzNAkZG53377RbINmy/6uPbaa032q69WbZxYRb8qSvXQKojVGTNm5EhVzfx1JT3G7dChQ94hVoWIVff58a19QzwzSb4+2YYESCCcgJvFGAjK8SKT7MOs8sRqRF3PEorVpPUrK0GsljrWiisFEPeFFHL4WM5tOc9R8mcor8ZqTL1YFUxJM1Z9h2PFTTd433NoVuJ7S9SwELG6dm3mMGQtBWAfXqUSVbNV7axVPVwKu2Lef/99UxpAa56mnQ7GQRkAfK946KGHmtt92aqavarvaRkA/R0xderUKWJ437Pmr6sbOYdArNpVdtPOOqK99+C8+rrVuNM9UC+Qmubrb4V1QGD9OEtvulBWnHqjDBW7Tb0UHfnOhTJ45Rmy+ILMvILMXfPvgNWnNX9boAaZ5W4MdjmZjva8l8oNF6yQkTk7BUrIkV0lIkCxmggTG5WSAKTYhMevMdvnf3fyVabeKqQlMk7XfLJW9rvz30zG6jkDMlvvbemFe5etX24Oqtr45UbzHrbr40K9VEgq7ReHU2n9VLwPqQopqmIWmasQsLg0CxViDpmpdw6fYsSfW8tVyxP851EXhtZhPeGusUaoQlSe0Xe4qdk6760FpqwBrjcufcL8jrgxF2To6gWRO7BnfzMXiDmUMThv/p0574eVG9B6qdoYovqHe/XP4WdLZmTtDur5A2nXum0QH5iAgTs/yNh7X3zICEBcmunrCkm0u/mZGYbbn06+Rnp27OEVfbqOlzz624A94umyQydzkJbKUqwPhLl9aQkDXb+z+55sDjhDeYZZS+YE96K/3xxbz9blib6vO/6XJkYIePdy54xnUoUt1g4SH4Ldt3Z4Tec4+ambA0mP2r32WOin6y0nmS7sDGs3Fnc88L+47ymmGQ5m0+fXxyvN125asQqxA2nnbq3HVvNevXoFAtCtderGpNvrVRgm7TdOrLoyqhCxqluwMScIMpQBQJxxWZW+7dz2vFXcXXbZZWb7ehwj31bwqLXV8XHIlFuDdMqUKWJvKY8Sju64NvOkbBBnnFhFGzBAOYCrr75azj777NCDwZC9ef/993tr9kbVFU0jVhGPZqFqJq3yVumJerfumuIHDa7ULUSs2mUcUOLAdzhWqZ+ZNJ8VbEsCJOAnkLc9PFsOYMQokZn3dJfpmr2VJ7LCT0N3T2tPKj29hzWFSCtXmCUdoyEzVlXOuTU4C4215IdXhYlPPXBKs9cSMs9/ouIP0crln/wZKu7wKus5DoJ2pJrLQNsF5TEmilw5WCZ7DwgrQNCV+AOpELG6Zs2aSKnqy1a1M1rXrVsny5Ytk3fffVe++OKLgmaEEgD4HnqfffaRdu3a5UjVqHIAmrFq11lFfdawK2yLf30GqFPmIShXkZvJOWLUCJkpTsZqtv60GbvfCBkhK6S7yWR1sjStEhhhGakaP+KdJBPzMlZzX3czbBGrJ4v2lRvkwndGmr6S9ZsVudO7y9wxK2SwydDNimSPWMZc5h2ezVjF19GVIhMDYYoYp0l354DDQPTmyNaCHiHeVAQBitUi4PHW9AS0liruvHfEDfL0sgVy4qOTI7M/04+SuQMS0a7R+vyoW41Ew5gH79Fb1ny6zsg4iE/I3eN6DTav+UQb4p65aJbgkKp9Ou4Z1Ft1Y1O5CfHlnh6vWYfIeLQvHKilYkwP39L3IfeQwatXlDjTurLa9qNLn8yReHoIE96HwHUFrS0s0Qb1aW1xqtnA2j/EMdbQlZIYB3LUnadvHe2YsT6Q4bhsJvbrEIyD7hpjyjmEja8ZoOjHlZU2T4j2uBhtZr46qyrRw5ji9X2mHmOyaK8/aXIeArt/3zPj3rDtlT8wL9mx60FtYIIrKvM17mspjVj1bU3W/t339O/uqepor/IK260h7dL0GyVWNQPSzpwtRKwiRggsZC7iQCEIP9S4jBOruA8Zo8ga8B3apbFr5qj2Z8drrxeyeGfPni32tv6o9Qw7AAn3pDkECdL75ptvDjJcXeZJ2GDMJGJVnwW0R+Zz3MFgPlZRAjqtWEUcdiat1jZ1t+nb6+B7rxCxquuE5wP1Y8Fi8eL67Hy8X+pnJu7zge+TAAnEE8ivu2nJAHubrCdDMHNvbo1JO4tJBWNS6am1TYMDhUz4KjasLageQZh0jAYVqyWO1c9D65HWc3dFdtSq569ZRnys6LdAFmRrrCZl7h1HBaVva7xH2CZ9hnwZpXnz9vSfOGM1qPNqP8+O+A0RzuG1a+O//krVotRi1ZWqmsGqv2sdVHzvs2jRIiNXC7mw4wc/iEXWKi4VpW59VTdj1Rarel+cWPWJSo05V3RmPnPmHTlXzIFlQSanXYtYSwGcISuOscShlaHZ/X57O399n+72fh+3xALUvjlPauLNXPlqJKiMkJn3ZCsFZ2WvuCIXzzrEalaQBp/rIfWRU4nVhs76LeRBrNF7KFZrdOHLNW0VaZBly9a+bTL+7G37UXFBQiGzVQWS3RaS7drjrggyWDUTFLLKbY+27Vu1NXVbsW3e3kqufUJcnT9wdE44EK7H3nVGcFDWoL365203V6nnk3YQl7OXPhXUfdXObbkYJlbBSOXrw8dPyMuWVWFoz9fuy86MxPwfGXuXF7Ut+tw5+MZAFqcrDEshVm0mtuC1paktXO3JQDR+a+rRwUu2aEwrVlGuQrNSfWLVzhL2cdX3w2K1BTIC9q2tPTefWMX7Ni9XqKf5Wk8jViGp8A2gfaCPjuXLGtQDipCNiAxN1H+CGBo/frysXLkyOLgoTb8q+SCd7AsyDCUAVNbqe5B7yODUEgUuGxxghexOVx5C9iLD095Cn0SsahvEcemll8q+++5rRDIyHpE1ev755wd1XRGLlkBAJiQkHhghs3XixIlGqroiEXEimxG/7EsF5ciRI3P61zYqC1VcKnP74Cb0gXbIwLTHLYQNxk0iVtFOY8Ofw8Qq3kM2Mp4b+3lCli6Y4nWfgC5ErGIszaRFNi3+s4MSEO4BYMpWy0/Y4xcqVpUFSg6cdtpp5vlwr7TPTJrPA7YlARJIT8AnhfLqYKJb79Zrty6fblPN1mddKIItooPm95Exb08I/pMeROkeXpVziFFuLT+3NqKbFVoZYjUzs1LFmttXLo/cOobpDlDy3QsJNEam12emJZhH1NPmPwDLF2eyZ+giuUH6jJ1pniet5WjGd2qduu+nEavoLu8Qq5wanPUHri2wJ++RTem/Eou7oxCx6isFgC3/tkS1BStkqi1W8feNGzfKSy+9JP/4xz9STwD3f//73zfZqipqbbFqZ6yi1qqbwYq/49Lfo0oBhIlKDTon6zL7HEDEQqzmCNm8GqsQq3Zd1vqsUXxNBcLR6rP0YjU8U9ydt/s5af4u02Vut2n587TEqnLycUyXsRqSVZv66eENpSBAsVoKiuwjMQEVQ7YodDMjwzrz1S3VtujvoE49TY1U93CpqODsOOx2kGR2fVR9D+JSLwhbV5iFZWBGxZBErEK4IbMXly9r1a4HqqLYFqtxglDjc6WkLelUSmKLv12+wBWOxYpVCGiUg8DlZmaqMMU6aEkFH1tbwNrxpRWrdnufWMXYyEhVee8+y4hD6/+6cWoGMLKHVd7GbeUPE6saQ9z9cV+oScWq1pi0t5O7fUNGLV26NMiyg6iDlEP2o32hPuvkyZONdEzbr0o+d2xs3f7Zz34WnJ6u78edcAqhCVHlykMVxehXRXISsYpx0Q6yD1JWL2S/nnvuuV5RpgdOQVrrBbEGEeueeB+WgatZv746o8FnWY8egXiGcPQd3AQhfMopp+SMWwgbjJlUrKItnh2I5CixijWBxIT4DXue3OeiULFqlwRABjJiW758uffLSUsw2DK6ULGKAZAB69bEdQdO88zEfQbwfRIgARIgARKodQKFiFX78CpXpqpE9ZUDsGuyogQA6rWjjn/aq0WLFtKvXz/p2bNnIEdteZpGrCLOjh3D95WHlQJQUXjGysFeCVrxYjUoVYHSA+4K5EtMn0BGRm6YWL1hz8myWLf5o3v8MOz+7nKjlgbI/gAmccaqN6s27ZPD9qUiQLFaKpLsJxEBFUNo7KvlGdUJsv+mzp/uFacqSCFELzp8tLy19u2gNimk5F679pDLHrs6kKXaPkys4vXuO3YWHL6EUgG4UC7APpAK0s89TMrO+MQ92s9hXQ+SvTrtGXrgk0+G4n4Ve5Ckdnajndmo2agQnv/zwoNBBq4tVm3RiHao4xp2hW3Dt2Nx52nHU6hYRU3Udq3aBbVoUUP0tL7DglIDaaSoHZ9dazVNHzZ//DlMrLp1a7Wuq65LWBYq1mTlhjUmeziMubtGPrGqdYTD6t4m+sLMNkoqVtP06WsL0YRLM0SL7a8a7oc01q1dboapL34IOpwSG8UIHPHLl8lYDUxKESOkp/4HpJaep0KfmVIwZx8kQAIkQAIk0JQJFCJWP/zwQ3PwlJ2JatdQxZ/dw6vcg65w/6uvvmrkatoDrFBTFd9f7rHHHmZp3DIAaWqstmzZ0vxAPPzyZXXWb8+HWJ3WbW62pmlYKYBsNrrJ7K6EUgD++qUBA5/EdLb42xmr3sOrUGPVylz11YbNy1i1D7tyDq+Kyxxuyl+jlTg3itVKXJUmHJOezF7ICeaQYvZhRzYmzST9/q49BSfWQ6yizie2++PSQ5fwZ7T91eFnmEOsfGUF0Ma3xT3Jsrj1Lt17fHVBk2SsQpLaWad2JifE2jMr/2YOeQrrK00mbVhbW6xiXvbBYLbUK1SsaokGlcx6QNNZh2cOMUsjRcNKGqTpwx0zTKzaZRbsOqlausKttYt+Xelqxxv17NliFbJeS2P4JH+S59Vt01hitZDYeE8+AQhV/HIPpyIrEiABEiABEiABEiCBwggUIlbxw3BknPrEalSNVUSoghXyE+WM8EPzTZs2JQ4e/e+1117m4FgIVlzFiFUcgrXjjjvGjp9XoiIo4xB20FQFH14V1DO2p22V2wipZZrDIOSQLrFqJPvb14/pzYKdVF8swy7P4baNXTA2aFACFKsNipedl5oAtjzj8glRW64+v25ZXhsVqva2a1/ZAAi+Nze8J5C0kFcq9pLOBXIV2bUvvPOKtzSBe6BSUrHqSluUIei8w67mVHnNikwiVuPqeCYVq4hn5MyLgixglYr3vTirqMOrIB1/NvPCIDNZM2zTSFFbVNq80/SB9U5SCgDtbGZ6MBiyUAd2+55oBqv9/LjS1ZazaBd2AJUtVn951Hly/L0XhJYhSPq82u0oVguhVr57kK2JOqy8SIAESIAESIAESIAESkOgELEKEYrvy4oRq7h38+bNpsbq888/n2gykKr4XvDII480MhR94CpGrKK/Nm3aJBq/1I0iMzZLPRj7I4ESEqBYLSFMdtXwBLRmpU+IQuzt2rqdrNv8WSCbIEnP6Dtc3tuwVu5b+kSi+qtumYC4rfNxs4aAvP3Ze+SXL9xnmrqHQiUVq7jXzcRE5q9mq+L9sL7s7NKwzEudh10z1C4n4Gasoj2E4KC7xuTw7t/1e/La2mUyY+QNcWhy4rXr1fq28tuSM67Gqn2/ik4E01BiVeulYgw8P7856gJThzasfrB7aJULKmyN3FIAYVnMseBDGlCsFkqO95EACZAACZAACZAACTQFAoWIVWzjRzmAYsQq2H3wwQemHEBYLXeXL8Zr3bq19OjRw9RX7dChQ87hVSgpgF9pSgGgDADKAZTlcjJH8w5YK0tQHJQE4glQrMYzYosKIQCJ97tFD8vjbz0TKUg14/TobgfLyL4nBdHPe2uBLFj1N/l482eh92vWKwQtDsNCCQGIsmP3GiiHdO0dWZsUAyFTFdexvQbnUVOZVoxY9ZUasDNQw8Rq3On1GmzYwVF43ydW8bp9j/bjzjHsEQrLjg2rkRp1UJQ9xgl3jQ0yae3szziximcMV+dsXV1bmMYJaVuW4pnp0LqdqZ/qXton1k3r96LNsrVvB4dYhYljX41Ve662RC7ky5ZitRBqvIcESIAESIAESIAESKCpEChErGLu77//vpGYYYdXxdVYRSkB1NjHry+//DIxToy37bbbyj777GMOg8VW/kIzVtHXLrvsknhsNiQBEsgQoFjlk1DxBCDufvvULcGhTAgY4imsPqpOSA+O0r+v+GRNbMaqe5iVZsHaGbKogfnTXkd7JSuEIC5f+QCVYq78SpKxastBWzraNT0xblhfvjIC39ujd97a25mtdgYpGoaJVbxni1v8vVixasfhHox13vw7TdxhtUht0eu2iROrGLfLDp2C9bNZx4nVqAO9bNCadY2auO4VdkCZtvOJVTeTd97Y6YEYTvvFTbGalhjbkwAJkAAJkAAJkAAJNCUChYpVlAKAHA0Tq26tVfvwKvBbvXq1LFq0yGS+FnIh0/SQQw6RLl26mNvtLFX7z998800gXvFnzWjFPZCyLDNVCH3eU+sEKFZr/Qmo8PnbGYOQdcN6DzHb+nFoD644uZpmepCquLrv2Nn8joOvLjvyXCOpkMm4bP1yWbRqSZAxi/aXHj4mJzsV0uzJlS/J706+SmxxaZ/c7h5mpLIMY3506ZPStnXbIGydvy057Xqcruyzsxfdbeg2SwhZN0Z7W7lbBxYBqTh0Y9Rgww6MiloDX8aqHQeyj+2sT7euqzt/sDnnofEmW9V3UFiYWMV9az5dZw5Hu+74XwZrF1ar1TcnxPatqUebt1zhre117Xx80QaHu2nJCN/c7f7fuPSJIAxbRLv3pfkaoFhNQ4ttSYAESIAESIAESIAEmhqBQsUqygF89NFHwWFUyFB1JavKVZWqYAex+dVXX8mLL74o77zzjmzZsqUgpC1atJA99thD+vbta7byYyxcbvaqilUtE2CL1W9961vlKwNQ0Kx5EwlUBgGK1cpYB0YRQkDF2y8OPC7nECCIJNQW9dVaLRSmfbJ9XB/Iipy99CmZtuRx2bv9bnLtcVfId3fdU2zBpRmzmimLv985fIpphwtZntNefDDYso7XbFkLyYb+IY+1HMGlPz7H3ItxHnjzGVFJi3gue+zqvL5QwkDvwX0Qi5CHyg0Srn2rtqIx6gFfp/YdloMA66AHgvmEsjbW+aONLyPT7tQWvT7ekI9nDxiVI5rRDgJzwuPXmDINuBAzDhrD9btVi83veF7+48hz8+61xXPYGqvEtuesbeMycXX+7vOq6/0fT91o1hMxn9H72Jy1wXq7ZS6wPni23lq3XKbOn57zvGv9YJSdcDOSk/D3zT+NWL3rrkyZg7Fjx3pRRr3/r3/9Sx544IHQL7OTTz7ZnHSPU1HxCyff49L7DjvsMMEv93rwwQfNS8OHD895CxkEiAc/gffFW2i/iA1jrlq1yow3ZMgQQez2T/q1b51T3NzRj85X5+8DFcYAbRHTnDlzBCfU4iCDfv365cUVCj/hG2CKNcQ4uLp27WrWxGV/3XXXmdfd9YpbEzsMbIl78sknZb/99pPBg/PLrGC+7777rjfy3XffPS+mhFNkMxIgARIgARIggRokUKhYBSqIVYhRrbXqZqnaYhWCc8OGDbJ+/Xp57733zO8QrMVcKAnQsWNH2W233czv+D4QgteWqL66q5CvkLEQq7xIgATSE6BYTc+MdzQiARWrEEWn9TpG+nQ7UD7bvNFkjiKzD6/bh1UVEpr28ejImwLpmbQfCK37Xpwl2J6uW9YhihEckwAAIABJREFUOV9atUQ+3bwx6GavTnvmlQ7QLEl3rM477GqyZNHPZ19+HrzdrtX2QXy496V3lgTZsogDGbXuZd9jvwep+dbat3Oa+2LUBhCy9qUx+jhp375yCHb7sPmjja9MgTsW7sdYNucdWrc1nLVGqnuPOw9f/D079jBCNqxtVGw6J+0jar7u2rjrrfeiLzzzyKgNe1bwunt/EoZuf2nE6ty5c+W0006Ta665Jk9WQmJefvnlct9993lFGIThscceKwceeKC0b98+b16TJ082NaIg5aZMmRJsidL7cM/LL7+ct1Vp2LDMDwRmzZqV0yfE2xVXXGG+eV2yZImRtvZVSL+Qn3fffbcMHTpU9t9/f3MS7L333mu6feyxx0z8uLTvxx9/3MjFuLnb8ev8jzjiiJx4MY9XXnnFjD19+vTgPcRwwgknmPdOP/10M8+wuHzPftLXIIcHDhxoDkjAOkIk4zXwwLiIWy9sSxs3blwgi/X1uDWxYwHr2bNnm/EWL8788MS+sO6YM54n9zrggAPk17/+ddKpsR0JkAAJkAAJkECNEyhGrG7evNl872WLVVeyfvbZZ0aiIjsV39NBdELGaiZpMfgxFkQqslchcfE9M7JYUTe1bdu2oeUBIFYhYXEQFi8SIIH0BChW0zPjHY1IALLozAfHRWam6hb+tNmr9tb/3x53RcF1KYEDQu3aP98qP+r5A+/BVY2IjEORQMEE0ohVDDJmzBh55plnzC+VlSrdIN5s6WcH5crGsIDDxCrau1IRr4WJVbyOjMr58+cbGawZoTquxpO0X4g6SFRboOJefCM9aNAg843pX/7yF9N9mFhV0Rq1WO787bY+ea2C0RcXhOvKlSu9QjrtA6Oi05XbkKVnn312jlAPE6txa6IxgelBBx0k5557rpHsPm5h6552XmxPAiRAAiRAAiRAAsWIVdD7+OOPc7JW8RrEKYTq2rVrTVYr/owDqgrd9p90lSBYW7VqJe3atTM/oO7UqZMRrMhOxaVlANCO2apJqbIdCeQToFjlU1EVBJA9uHjlKybW1Z+uNVmK+3TMbKlHpuW8ZX81pQFwErteqLNpX9g6/eaG92TXbBu0PaPv8JKKUMTpy1asCsgMsuYJpBWrKr2QKahZoir3fBmlCrhYsQqpigxGNyPWJ9ggenv37m2EHMbFPW7Wo8aTpF/MuXv37t4sTMwPmbx33HGHzJgxw2RyNpRYxVi2tIxjqhx82aNpH3xwRoaFymP7fnfrv0+sJlkT7VMzW/E8jR492ghyOyMW7ShW064g25MACZAACZAACYQRKFasYjs/vk9CBir+vHHjRrP7ClmqEKqlyExNu3qayQrBiuxVfH8GwYrSAchwhXTFn3mRAAkURoBitTBuvKsCCWA7/NPLFsib65bLa2uXmcOnVL6+sf5t2fDFZ7JHh87mtajt4hU4NYZEAo1CIK1YRVB2liL+jozQ22+/PbKuZZwE1MmGZaxCkk6dOtVs/7YFrk+wIbsU7SFTVei5QtaOJ65fne+zzz4bbPePWpyGEqvar7LWLNrly/NLgmh8yDBGPVifEE3zgOm6QNJq7diw+31iNcmaaH8/+tGPjBjHmMp+xYoVOWUgKFbTrB7bkgAJkAAJkAAJRBEoVqyib4hUfM+1evVqI1lRIqBSLkhWZLFih1WXLl2kW7duRrTyIgESKJwAxWrh7HgnCZAACTQpAoWIVQDQLFX82c5eDYOjUlDrgNrtbFEXJVZxKBHKDbjZsujLrrHap08fUwdU62zaok7HteVnXL9R2/N9801bY/XUU08NpLQtMO2+IYiRsYtvhB955BEjGZPIxbSxRz3c4HnzzTebJsjgPfzww009XfdwKZ9YTbIm6NcV4Zot7Ip7zB3/eYHUty8eXNWkPp44GRIgARIgARJoFAKlEKsI9A9/+IO8//77jRJzoYMge/WnP/1pobfX9n3PT5Fmh42XK5+rk3Hfr20UnL0IxSqfAhIoIYEPPvjA/AOKf6S23247+fyLL8zvK995R7Zv00babL998P7OO+8s76xaJbvsvHPQDqHYbbUPDRH3YAy8vt322wf3430dC7+j3RtvvGHGxPXG66/LPvvuG4zfbY89gvbvf/CBfL5pk2mncaNv+0Jf+h7iw59xYZwvPv/cxIzXNn3+eTAf/Bn9alvEjLH26No1p2/Uqhw5cmTwms4PL2h7nQv46Rj2/HUOmJeysFmBie/CWoGRzl+5oK29bogZa6W/o72OhdiQDYk56DgYuxqvQsWq1lXFnO16q2EMog5w0oOrcG+UWMVBUJrBqAdouXJRD9iyD6zyZT268jOq37RyMkys+qQy5ox54Zc9fz28Sg+tgshELVNIaEhVXI0tVjEm1v3JJ5+UhQsXmnVHfBDdKnvRxhWrSdcE99qZrfosob4r1tPOug07vIoHV1XjpxBjJgESIAESIIHyEiiVWEXW6qOPPtrgdVQLpYW6qscff3zB2apr/3eYdD7tYWf4K2Vh3TjJfCfbhK5/3SfDdl8hlwZzWyv3nXyuyHWz5LTcM3Gb0KQ5lTQEKFbT0GJbEoghgH+IP1i/Xta//74cPnCgzMJhLuecI++sXCmLFi+WjrvsIgMGDpTbb7vNnJ6tp2jf+l//Jef++7/L0/Pnmyw0HDKDa8iQIUaQ6nXiiScKxthnn33MrwvPP1+GDR8uhxx8sPx/111n+j8a97z+upF8n3/+uaxauVLGT5hg7nv9tdfkmCFDjNzF++gDf54zZ46MGjVK7rnnHjkCmWdDhgRjzp0zx/x5/QcfGImKbLMn5syRfffbTxDPHbffHryGdpg3+oOwRDxggbaQjeBxYzbLTQe4cvJkE59eEJiLX3rJxI7xUFNRx8fvmM+wk07KmT+y1fbbZx8jOCFccd9ZZ59t5gxB+tobbxiuuBYtWiSHHHKI+TPmjzifnDNHdu7Y0XDXdvpnrCfWDFvEfzVxojw0a5YZSyUq3se9iPf11183fYNLNV6FilXMNYnYUyalKAWg8tE+QOvCCy80Q2jGKt5DZqfvUhmL93zxhPWr0tWWtW7/yKxU4VnqUgA6vpu1CeGIw7nc+rF2bFFt7AO89B78hyDNpQdqnX/++UGGsCtWk64Jxu3Ro4eRtb7LLsWQ5tlLMx+2JQESIAESIAESqD0CpRKrIPfOO++Y+vuVeGGX0R7ZpJS08T03uZn0m3ii/O7dXLFoXn/1d7LmgdOkU9pOq6r9Wln7r07SiVK1qlatIYOlWG1Iuuy75gioWN24aZMRlps2bpQ+ffsa0bdi1Soj3VQYos1rr70mhx5yiODPq1askF06djSCE2IREhQCEZJSZZ8tVgEXgrZN27Zy1VVXyd8WLzYCEZmTKl8xLuQtZCYyQyH+Jo4fL4teeslkviLrEiJy1kMPmXF/M2mStG3TxrSH8MRrkI7oE/dAYOLPeE/FqopR9L/4xRfNHFasXCndu3UzYhUXxCPm8/769UYof69Pn+DZcMUq3tDDaXTeiBPzQN+4wMWev8pM9IWxcUGcQTRhXGSYqkwF/6efflp+8pOfmHaQq5DXfQ4+2IhlzAsX7jv73//dSHHIqhcWLZL99tvPZOBCeKNvSFWIZlyQzV27dTN9T5s2rSqf/WoUq/YBWgodYlW3jUPyudvTIcntw5d8YjWsX92eHlZHFl9jAwYMCOrMllqsYo66Dd+Wi0mEL55VbNl3D39Cn5gvPo/sS+W1/ZrOx61Tq21cyWmL1TRropmt4Pztb+d+1zpixAjzOaTlHShWq/LjhkGTAAmQAAmQQEUSKKVYxQT/+c9/Fl3fvtSgUBrrO9/5TkHdZjJVJU+qms6wPf667hmxmt0qbw9Sv23+OZnSbJ4Mek6kX3Y7/aA/NZN5P14oclg/GT9podRNEJnSrJ+MtzqIut/eju9m09bfh0zTzvLzB61Oh6sIdt+zsm/tjFXz55+Lnat74n1rZNbPMioZcjmYB14I+i8IN2+qEgIUq1WyUAyzOghAtr35+utGVnbceWcjMf7rv/9bTho2TFauWmXeQyYlJOT2229vMhshA5HlCQm6R7duRqRiuzteg9CDyNOsTchQXCpnTzzpJHlp0SI5+JBDzD0YA2OiL4yBCzIFmbAqANEnxOCzzzxj3oegeOjhh80Y++67b9CfbmdHBimEI6Qh2mAOe++7rxGzuCA90admbWJedowaOzI8hwweLHPmzs3J6PSJVXCE4IVw7ta1q5G7+DMyRZE5iwtzROxoC+Gr74PXzrvsYlhoO7u0Afp7Zv58MxfMAfPEnHA/1glj4QJbzNuUQMiuFb7RUvbgiX6VI7Jakf2Kvu3SBtXx5GairEaxirhVwuHP2DYPsarZk+5BR3Z7FZNhGbS+fnG/1vScN29eziFKeE8zXfVQrYYQqxCUgwYNMocO2Fvi8UziNXsrvj5/yFbFDyeiMm2TPqvIJPXV0tW4bHlri9U0axJ10JZ7UBfFatKVYzsSIAESIAESIIE4AqUWqxgPmav4nm3Lli1xwzfo+9j+D6laaKYqgjPS8pFh0VmpWfn4Pbv+qBGtf8sKWYhVFaiZwgGZLFhbZq6Vtd/uVJ/5mrMdP//+AJxpN0uGaTatNW73GW5GbVamHrBQ1uw5NWdeOdm3wdiDZF6zfvI3S6SKM9fcedT3XzehyRVIaNBntdo6p1itthVjvCTQxAi4NVab2PSqajrVKlZVaGLbv4pVSMZevXrJ9OnTvWsAOTh06FCTvRlVmkC3rmu/6Exrynbo0MHUOkUmM6TiHXfcYTKW7WzWtDVW0b8e4BVVz1X7HTdunECa4kK27HHHHSeI6/LLLzeZnmFxFfNganYsmOCwLYwDJpg3SmjYdXZtsZp0TTCf3r17m6zzsWPH5oXqZgVTrBazmryXBEiABEiABEjAJtAQYhX9o8SS2fGWTRJpbOpIJsEPv/G9WTFXcrFqyU3zDbQtPCFGp0p3q5QAhOTUPeszP4MYczJftfxA/v31cwp/z0hPQTZsveQMXvvxvPpsWxdQjljNjVskI3klK5HdeRheb1+aM2Yx/HlvZRKgWK3MdWFUJEACJNDoBIoRq7otW3+PCh5ibMKECWIfVOVrD4F3//33BzVTo+6DQBw9erTgwCLIONRbPeuss/LKAOg4kJZ///vfjXhN2q89N4yHv+MbZGTF4oKoPfPMM4PDp/Ca27f+PYqPcnHn796DOSxYsEBmzJgRZM66cbVv314GDhyYF1exDxfELp4XrWGLcTB/SFF76z6kJ+QrygokXZNTTjnFSOobb7wxrwyAxg3hvf/++5vx0jx7xc6b95MACZAACZAACTRtAg0lVpUavofC96CNeeF7Jl+Jp0JiiBSrRoKKLHy3u0x1tstnxgoXo14hicOxTFkAiFBbmEaJVYzjbOvP9pHJJvXMWsdwtvkHJQQoVgt5VGrqHorVmlpuTpYESIAEwgkUI1bJlQRIgARIgARIgARIgASqnUBDi1Xwee+99+Sll16StWvXNiiuTp06ycEHHyy77bZbycaJrbEaiFUnYzUngviM1bwM1piM1/AJZiTrikvqBHVc3YzV0Pvy6qqukEvrUAqAGasle5iaUEcUq01oMTkVEiABEiiGAMVqMfR4LwmQAAmQAAmQAAmQQLUTaAyxqoxwsBUODy21YIVQRamqQg+oilvDTOanZp/Wtw7qi2YzVsWqRZqb6ZpMrPZ7VQ+W0hqs8aUAMuL3e7KwbpyYDf9WDVQjVu06rsE2/jXS/brO8vMD6ssE5PSTssaqXdKApQDinqam8T7FatNYR86CBEiABIomQLFaNEJ2QAIkQAIkQAIkQAIkUMUEGlOsKqb169fL8uXLTa36jRs3FkSvbdu20q1bN8E5Ah07diyojzQ3ZcTjw84tlmzNqY0qIsPrJWnutv5MF/k1VnO381/5XFZ+CvrpLtPyMkddwVv/9xMDweuUCBCRYLt/VrKOD26z5pKXvfpzsWde33/+PChW0zxV1duWYrV6146RkwAJkEBJCVCslhQnOyMBEiABEiABEiABEqgyAuUQqzYiHHK1bt06c9jVhg0bjGjdvHmzbNmyxTRr0aKFtG7dWiBSUeMeh1HtuuuuRR9KVWXLxHBJoKIIUKxW1HIwGBIgARIoHwGK1fKx58gkQAIkQAIkQAIkQALlJ1BusVp+AoyABEggLQGK1bTE2J4ESIAESIAESIAESIAESIAESIAESKDJEaBYbXJLygmRQIMToFhtcMQcgARIgARIgARIgARIgARIgARIgARIoNIJUKxW+goxPhKoPAIUq5W3JoyIBEiABEiABEiABEiABEiABEiABEigkQlQrDYycA5HAk2AAMVqE1hEToEESIAESIAESIAESIAESIAESIAESIAESIAESKBxCVCsNi5vjkYCJEACJEACJEACJEACJEACJEACJEACJEACJNAECFCsNoFF5BRIgARIgARIgARIgARIgARIgARIgARIgARIgAQalwDFauPy5mgkQAIkQAIkQAIkQAIkQAIkQAIkQAIkQAIkQAJNgADFahNYRE6BBEiABEiABEiABEiABEiABEiABEiABEiABEigcQk02/T4z+oad0iORgIkQAIkQAIkQAIk0OQINBOR4LtK/CXiink79874xs3im4hIokb1Q4c2xySbpw0x0z6HUYmegCDO6PmBUfJv+p35hYWaFGnSdkkfGkwkaZ/edv6bkz1HbpBJA4lZb9NNgr4SNDH9pGCUat4FP8O4MST4RHNKhif1V1WqycetYdKJZPuJZGn1lbTbFM96Uk65XZbocz3psx4bpD7kzRJ96cR253xAp/vMTPi5kHQtg+5S3+CZpuffrHgY+S1K9rVSijkl/LwsZJ4F3YN/M5P/C+sfopK4NLVYUvyDWND6izT75Kqin4ACh+ZtJEACJEACJEACJEACTYZAmu/D07RNACjV//eSjp20XZr/36XpM8G8TZOEfTZL+v++pO0wdqK2zfI8dNKp5bazJprUE4S284jjOhHDKO7K6zPhAsT1ax7iBH0laBL0k6itSPTXj9NJwj49Vib8gUnaZ9Au5sFL2h+IJ/7CiFtAdLZNgkZWk9A4nYcs6Xzy2qGfkJgS9ll2sRobZ/brJrZdkqVxZpvo8y3ssQ4JKGmfQbglmVj+DwOT4HDbNK+gWNL84xc511LNCV9nTUmslmI+ib9JiHkak/zDHPdAJ/2mIa6f8PebfTq16Ceg8NF5JwmQAAmQAAmQAAmQQPUTSCObEn9/qw2j/+NTVyfSPPb77mxfSceObOfIiqL6THpzyCMS3B7dTzJG2f8XNo+QMXYYiUKvE6lrXgKx6gyWaGydj8vOP790jLTPpIHEfIkHg8f8Jz/RcOme9eh5F8g9b7ohX8uJ5pPtLOGzbv5nG/t5kOmzrq5Omsd/eCT7fDYgU4jV2M+Y7CSSzsfbLuRrOWGfuc1ibkrYZ2Z9EjRO0CQjspqL1JXihzfObBP9uxL1GeP/4U3SZzP7hCZ/mCOf0oSf6VF9JP6AjPtyKUEsQTp+sVI00UMWN6HsQ5Dia9/bYyljSfgBGDqzUqyR+YQtwfNbij5KFUv0o9Cs7nqK1QRfLWxCAiRAAiRAAiRAAiQQRSDN/3HStE1CPU1/STOGIv9vYr2Z5vt+b5xpgvfACG6P6SfpMKZdwmyVRH02F2kGSMVeBZZfyFvviP80FvRsJIKgJk9kawgLkzaa4D/EscNZD2Rs2+yaRLZz3kzaZ95yZzML3dfT9Jf0WU+6joilVFl4BnvCr5vY/+c7E0jKyNsuImO17hsR2ZriC7NEnzGpxGrcZ0f2uUrKKHK2BT7r3rFDHsLUcSb4TIhdwRKJslRbQ6KCKsWc0nyRx8US94zFAg7PDE9ya9Am9cMR0nsp+ilmjbaKbN2U5B+XhHRKMR/zYV+CrOLwkJsdeH6PUjxJCaGwGQmQAAmQAAmQAAmQAAkkJVCqb6iTjme1a7ShG2egxKMkbYj/QSRtWwD+/FtKNZg/8FTTKSQUlBrYdhvZtmMbqQuTq40LtB5xIfMpyZoW2knpAi6ZK0r1ABU670LuC2P1jXzVanfZ2qJDSrmaPAYd+dOtzc2TvaWumWz6Bn9Orh+2SnP5Ulo20ldG8riSUyi0Zeme8UwElTS3QpnwvkonUFe3VVo0byPb7HyeJVcrPeri4tu+RXNphZ8fy9gD+FVWHEveTQIkQAIkQAIkQAIkQAIkUDUEyvDfHwzZqoW03L2d1H1ThvGrZm2qONCKXFZ/UM3qvpGv23xXpGVHEUHmaqVeFQm1UmExLhIoM4Gtsk2zNtKm0xVSt3VjmWNpnOFRJcP8XK3FWfvz06pxmHMUEiABEiABEiABEiABEiCBGiRg6nm2aiGturQLLwdQg1w45TIRqNsiX263p3zTchdplqocQJni5bAkQAIVT6Cu7htp2Xx7abPrZTUjVnVRKFYr/vFkgCRAAiRAAiRAAiRAAiRAAtVMgGK1mlevCcZOsdoEF5VTIoHyEqBYLS9/jk4CJEACJEACJEACJEACJEACTZYAxWqTXdrqnBjFanWuG6MmgQomQLFawYvD0EiABEiABEiABEiABEiABEigmglQrFbz6jXB2ClWm+CickokUF4CFKvl5c/RSYAESIAESIAESIAESIAESKDJEqBYbbJLW50To1itznVj1CRQwQQoVit4cRgaCZAACZAACZAACZAACZAACVQzAYrVal69Jhg7xWoTXFROiQTKS4Bitbz8OToJkAAJkAAJkAAJkAAJkAAJNFkCFKtNdmmrc2IUq9W5boyaBCqYAMVqBS8OQyMBEiABEiABEiABEiABEiCBaiZAsVrNq9cEY6dYbYKLyimRQHkJUKyWlz9HJwESIAESIAESIAESIAESIIEmS4BitckubXVOjGK1OteNUZNABROgWK3gxWFoJEACJEACJEACJEACJEACJFDNBChWq3n1mmDsFKtNcFE5JRIoLwGK1fLy5+gkQAIkQAIkQAIkQAIkQAIk0GQJUKw22aWtzolRrFbnujFqEqhgAhSrFbw4DI0ESIAESIAESIAESIAESIAEqpkAxWo1r14TjJ1itQkuKqdEAuUlQLFaXv4cnQRIgARIgARIgARIgARIgASaLAGK1Sa7tNU5MYrV6lw3Rk0CFUyAYrWCF4ehkQAJkAAJkAAJkAAJkAAJkEA1E6BYrebVa4KxU6w2wUXllEigvARqWqx+9NFHdeXFz9FJgARIgARIgARIgARIgARIgARIgARIgARIgARIoLoINKNYra4FY7QkQAIkQAIkQAIkQAIkQAIkQAIkQAIkQAIkQALlJ0CxWv41YAQkQAIkQAIkQAIkQAIkQAIkQAIkQAIkQAIkQAJVRoBitcoWjOGSAAmQAAmQAAmQAAmQAAmQAAmQAAmQAAmQAAmUnwDFavnXgBGQAAmQAAmQAAmQAAmQAAmQAAmQAAmQAAmQAAlUGQGK1SpbMIZLAiRAAiRAAiRAAiRAAiRAAiRAAiRAAiRAAiRQfgIUq+VfA0ZAAiRAAiRAAiRAAiRAAiRAAiRAAiRAAiRAAiRQZQQoVqtswRguCZAACZAACZAACZAACZAACZAACZAACZAACZBA+QlQrJZ/DRgBCZAACZAACZAACZAACZAACZAACZAACZAACZBAlRGgWK2yBWO4JEACJEACJEACJEACJEACJEACJEACJEACJEAC5SdQErG6eeun8kXdJ/LV1k1SJ3XlnxUjIAESIAESIAESIAESIAESIAESIAESIAESIAESIAGLQDNpJts2byPbNdtRWjffoWg2RYvVz7aul+UfrpTrn3pEnn5zsXzx9ZdFB8UOSIAESIAESIAESIAESIAESIAESIAESIAESIAESKCUBLZr2UoG7dNXLvzxUOmxUzdp17xjUd0XJVaRqfrmh2/K0JvGUagWtQy8mQRIgARIgARIgARIgARIgARIgARIgARIgARIoDEIQLDOvmCK7L3T3kVlrhYlVj/+5l256P7bZM6rCxpjzhyDBEiABEiABEiABEiABEiABEiABEiABEiABEiABIom8JNeA+S6U86WDtvsXnBfRYnVdV+/JX0nncds1YLx80YSIAESIAESIAESIAESIAESIAESIAESIAESIIHGJoCs1Rcn3iK7ttyr4KGLEqtrv35Tek04q+DBeSMJkAAJkAAJkAAJkAAJkAAJkAAJkAAJkAAJkAAJlIPA0sl3SKeWexc8NMVqweh4IwmQAAmQAAmQAAmQAAmQAAmQAAmQAAmQAAmQQLUSoFit1pVj3CRAAiRAAiRAAiRAAiRAAiRAAiRAAiRAAiRAAmUjUDaxunXrVln/zTKWAijb0nNgEiABEiABEiABEiABEiABEiABEiABEiABEiCBQglArHbcpqc0b968oC4KLgXw9ddfy4eyvIHEahe5+PSzZPPdv5L/KmhavIkESIAESIAESIAESIAESIAESIAESIAESIAESIAEwglArO4kPaRly5YFYSpIrNbV1cnmzZvlkxarGkCsdpGLL3lQrt39dbns4rFyfUHT4k0kQAIkQAIkQAIkQAIkQAIkQAIkQAIkQAIkQAIkEC1Wd9zSVVq3bi3NmjVLjapgsfr555/Lxlb/KrFYzUrVvdqJbHqBYjX1cvIGEiABEiABEiABEiABEiABEiABEiABEiABEiCBJASQsdr2y2/L9ttvX+1i1ZKqmDnFapL1ZxsSIAESIAESIAESIAESIAESIAESIAESIAESIIECCJRNrG7cuFE+b726RBmrjlStGLH6G3n1v0+UvUXkzYUHyAF32yt0ujx1/aXywzYiG96aKrtcl/NmAUvZkLdk5iF5c0g45pF3yfvD95WXH+wnR/054T1laZZZk4PeLXw9Lr5koVyLjGnnyl//iAlWDa+yLBIHJQESIAESIAESIAESIAESIAESIAESIIGKIACxuv0PIvdfAAAgAElEQVTmLtK2bdvGzVgtnVj1SFUL7eYvvxT5+gNZufaf8n9L7pbrnnpBVjYa+nqxmi9Po94rMsDTZ8vX/URm/L+hclaRXWVurzyxesdvXpXR8rC0/NWvSjLDTCfFidWMVBX5P0cgh70eGjjFagnXlF2RAAmQAAmQAAmQAAmQAAmQAAmQAAmQQMMQqHKxGi1Vfcg2f/iC/Nf9Y+WypQ0DNLfXjJDstOkzaS/OYVqQnwfuIhvatBMpdcZqycVqY7BKN0bFilXfoWlpRWna9unQsTUJkAAJkAAJkAAJkAAJkAAJkAAJkAAJkEAJCFSxWE0vVQNeX6+WRx48Q05+ZnUJEEZ1kRWra/8p0mmXnK3wGTH4T3mz03ekkyNWzXud7H7/WZ99qtJt4etyUL9DpX22mW41z92K/lmQPZnXp12DNqZPN2NVpeYMOTEbZ3acLsiU/Y6IWPEiPo8ojIrHzGH312XGu/vK6GBbvfZZX0LBTD2YR30GsJKLK7Hgbtt/c+FUWXOgXQogXZ+Z/t5PlCmcaI2DzNfoOKJ5ZWmYNah/XvBqUJ4g6r0G/gph9yRAAiRAAiRAAiRAAiRAAiRAAiRAAiRQrQSqWKyKSK/fyKtnnSh7tywA/5dL5KorR8jE9QXcm/iWrFh962F5efcTrdqdurX+YZF+J+aIVZVkl108Vq4342RF4qfZbe8qwWwxajJUd6nfgu5krGYkni07s6JubdI+c0sBqBQMxKUZ7zsipr9/ZmrHygsSzMERq3HxqPC0xai5Z4f6PnMzVp35GGyZmMJqm/q25+fO6zuZ+rjKKEGfwVq1iT48Ldkaa03a+LnF8so+M3ZmdP38/ySdh+c+gxl21vOU+HlnQxIgARIgARIgARIgARIgARIgARIgARKoHQLVLVaxTkXI1bV//5XsfvPDDbjaKlanym/l/8m1O/4pUxPUiK5d5JH/94ochlIBMaUAckRcVpKttQ+ScjNCfWLVkpKYcI6YjO3TI1Zz+st9P08c+sRqRDy+zE+3T59YzT1cK7oubL7c1MzaQ7OlGTJiNXdtUtSazckCrc8cDnvY8tc4V6xGzS2WV+T6ZsRqfv8/ljUVf9hYA37psmsSIAESIAESIAESIAESIAESIAESIAESiCFQ/WI1TK5uWiLX//6PsnnPA6Vbm53koO/sK3t3cE5rt7M+G+RRqReruywdkJWpQ+UNbBk3klU88g6BONvd8ZLG6qu/mUSs5pQWyE42J2NVRV72vZw+PWI15+CoAsRqRDw+6dkoYjV7SFdGpmYzVj3PRVgWbOgj5M0ATbrGPpkbw1tEfDJey0bUx6nC1y41oK+dLhcfebdc/+cG+cJgpyRAAiRAAiRAAiRAAiRAAiRAAiRAAiRQ9QSahlj1yVWPNO12yKVyx7BT5YcdWmUXbrX874SjZVSDlQOwxGpW1ElOHU83K9KSbdYW9PBsRp8E1W3wEtT6dLfR5z21sbK2AcSqk7Fqx1Q+sZrhf9C79WI1Lpu4Pm773rsdxPZ7kimVgHIBida4dGI1J8s53AJn44vPsq36Tz9OgARIgARIgARIgARIgARIgARIgARIgASKINB0xKorV8OyUTv+TB695JcypANuaGh5ZIvVu832+xM+eUHW7rVvdpt17vt6SJQr80ovVh0JWHaxmhtP+cRqvgjPWQsfp+CLL6lY9ZUY8GWYpiwFsPvr9TVtQzJWc8SqlotYKDK6X72Ez0wnai5FfNrwVhIgARIgARIgARIgARIgARIgARIgARJoQgSalli15erX1uFJ7oL1u03ePX2AdJLV8sgNR8vJbzTUijriVA95ck6yr5d34QcVFV8KwJLI7tb0cojVTuHxFCpW0xw0lfjwKkvQR2f+ZrON7UO79LHKOTwq/FAs/xonPLwqgVhtH2TIWgei/fPA/EO+PIddNdRXCPslARIgARIgARIgARIgARIgARIgARIggWol0PTEqsrV07rI9CvGyvXelcmKpdZvyPX/frJc1mCr54hVPdAoEFxuxioCsetdZreLP9tF3h9+qLSH5PujyC+HR9VDtfuol5d64n1mqk6mbiOLVUQQFU8SsZo5uf479bVnXW4isiHJoWB71dfd3fDWw/Ly7idmSwFgO7+zFrE1eZ321nOVG0vaNc7v1+4vEa+cw7Q8ZQgsDiZsq0xBg315sGMSIAESIAESIAESIAESIAESIAESIAESqGICTVOsYkE6dpFu61fLyiix+unD8t1f/SqkTRWvKkMnARIgARIgARIgARIgARIgARIgARIgARIgARJoUAJNV6xGYstkrHZ44Wg55P7VDQqYnZMACZAACZAACZAACZAACZAACZAACZAACZAACTQ9ArUpVjteI//4xU5y28VhpQKa3kJzRiRAAiRAAiRAAiRAAiRAAiRAAiRAAiRAAiRAAqUjUJNitdvpD8iDmy6WQx5ktmrpHiX2RAIkQAIkQAIkQAIkQAIkQAIkQAIkQAIkQAK1Q6AGxeqh8ovj95b/ffRu1latneecMyUBEiABEiABEiABEiABEiABEiABEiABEiCBkhKoPbEaeahVSdmyMxIgARIgARIgARIgARIgARIgARIgARIgARIggSZKoPbEahNdSE6LBEiABEiABEiABEiABEiABEiABEiABEiABEig8QhQrDYea45EAiRAAiRAAiRAAiRAAiRAAiRAAiRAAiRAAiTQRAhQrDaRheQ0SIAESIAESIAESIAESIAESIAESIAESIAESIAEGo8AxWrjseZIJEACJEACJEACJEACJEACJEACJEACJEACJEACTYQAxWoTWUhOgwRIgARIgARIgARIgARIgARIgARIgARIgARIoPEIUKw2HmuORAIkQAIkQAIkQAIkQAIkQAIkQAIkQAIkQAIk0EQIUKw2kYXkNEiABEiABEiABEiABEiABEiABEiABEiABEiABBqPQNnFauNNlSORAAmQAAmQAAmQAAmQAAmQAAmQAAmQAAmQAAmQQOkIbL+5i7Rt21aaNWuWutNmH330UV3au+rq6mTjxo3yeevVsk/Hw9LezvYkQAIkQAIkQAIkQAIkQAIkQAIkQAIkQAIkQAIkUFYCb6x/TihWy7oEHJwESIAESIAESIAESIAESIAESIAESIAESIAESKDaCFCsVtuKMV4SIAESIAESIAESIAESIAESIAESIAESIAESIIGyE6BYLfsSMAASIAESIAESIAESIAESIAESIAESIAESIAESIIFqI0CxWm0rxnhJgARIgARIgARIgARIgARIgARIgARIgARIgATKToBitexLwABIgARIgARIgARIgARIgARIgARIgARIgARIgASqjQDFarWtGOMlARIgARIgARIgARIgARIgARIgARIgARIgARIoOwGK1bIvAQMgARIgARIgARIgARIgARIgARIgARIgARIgARKoNgIUq9W2YoyXBEiABEiABEiABEiABEiABEiABEiABEiABEig7AQoVsu+BAyABEiABEiABEiABEiABEiABEiABEiABEiABEig2ghQrFbbijFeEiABEiABEiABEiABEiABEiABEiABEiABEiCBshOgWC37EjAAEiABEiABEiABEiABEiABEiABEiABEiABEiCBaiNAsVptK8Z4SYAESIAESIAESIAESIAESIAESIAESIAESIAEyk6AYrXsS8AASIAESIAESIAESIAESIAESIAESIAESIAESIAEqo0AxWq1rRjjJQESIAESIAESIAESIAESIAESIAESIAESIAESKDsBitWyLwEDaGwCmzZtkjVr1sinn34qW7dubezhOV4NEmjevLnssMMO0rlzZ2nTpk0NEuCUK4EAP/sqYRVqKwZ+9tXWenO2JEACJEACJEACJFCLBChWa3HVa3jOEAtvvfWW7LrrrkZw4T99vEigoQlA4OPZW7duney1116Uqw0NnP3nEeBnHx+KchDgZ185qHNMEiABEiABEiABEiCBxiRAsdqYtDlW2QksX75ctttuO+nQoYNss8020qxZs7LHxACaPoG6ujr55ptv5OOPP5YvvvhCevTo0fQnzRlWFAF+9lXUctRMMPzsq5ml5kRJgARIgARIgARIoGYJUKzW7NLX5sRffvllkzHYqlWrIFuVcrU2n4XGmjXEAi5kbn355ZcmY/qggw5qrOE5DgkYAvzs44PQ2AT42dfYxDkeCZAACZAACZAACZBAOQhQrJaDOscsG4GXXnpJDjjgAGnZsiWzVcu2CrU5MCTD119/La+++qocfPDBtQmBsy4bAX72lQ19zQ/Mz76afwQIgARIgARIgARIgASaNAGK1Sa9vJycSwByoXfv3tKiRQvCIYFGJwCxunTpUorVRifPAfnZx2egnAT42VdO+hybBEiABEiABEiABEigIQlQrDYkXfZdcQQoFypuSWoqoC1btsiSJUsoVmtq1Stjsvzsq4x1qNUo+NlXqyvPeZMACZAACZAACZBA0ydAsdr015gztAhQLvBxKCcByoVy0q/tsfnZV9vrX+7Z87Ov3CvA8UmABEiABEiABEiABBqKAMVqQ5FlvxVJgHKhIpelZoKiXKiZpa64ifKzr+KWpKYC4mdfTS03J0sCJEACJEACJEACNUWAYrWmlpuTpVzgM1BOApQL5aRf22Pzs6+217/cs+dnX7lXgOOTAAmQAAmQAAmQAAk0FAGK1YYiy34rkgDlQkUuS80ERblQM0tdcRPlZ1/FLUlNBcTPvppabk6WBEiABEiABEiABGqKAMVqTS03J0u5wGegnAQoF8pJv7bH5mdfba9/uWfPz75yrwDHJwESIAESIAESIAESaCgCFKsNRTas3/Wz5cJjJsuCkPdH3LVYLjqw0KCWyg19xshMESmun0LHr/z7SiMX1svccefJtH945nvURHlg7P6yfs54OW/GsnAg3z1DbrlI5KZzp4m/1WCZ+MAZsr/p4e8y7eRJMjcC7+DxD8gZvaL4Z2L+1ylx7Sp/Das5wlqVCx8+eqEMnhT2qSfSf+JcufH4nUREP8P6y4QnbpShHat5tSsr9lJ89o0/+WT/5xU+z6YMlo7ZzyqJ+zx6f66M9332ZT8/c8glaGs+b/86IBuDfXf2s7p75nNZwvoKbukpZ9x6pQzeJWLttA9frMFt/Lx1CdbqZ19lfQowGhIgARIgARIgARIggYYgQLHaEFRD+6wXnzJquiy+oN6E1YuHYoQCxWrccpZCLvz9rpNl0lO2+MyOmv0Pt4y+RS6Qm0L+o29FaNo/KwM8/5HPjKH/yc+I1VhZETF5Fb3xAjaOIN8vhkCtyoXg863fBJl701CBQjXXKzdIn7H4UZD+MIhitZjnK+reUnz2jT95vOfzKvuDHyMaJf6zauk0OfnKudJz9C1y5RDbnGf7CSQtPHuytpJKrPo/c5Nyz3w2o3W4hOXnbT7NWv3sS/pcsR0JkAAJkAAJkAAJkED1EqBYbdS1ixCfQSYrxWpDLkkp5IL5j7VkM6Bygs1kKT37g+LFKrqtF7iHyguFilUnQ4titfRP15QpU2TJkiU5Hffu3VvGjRuXN1ityoVQsRpkqFKslv7JzO2xFJ99frGa/awyn4kxYtX64VOuVNVYLUk7dLXJasUPquLa3tLl/hQZq8WIVf0h10SRKyfJCje2Gvu85WdfQ3/Vsn8SIAESIAESIAESIIFqIECx2qir9KHMvmCwTF4o4masumEsvamPjLknP7j6LbO52V6m5agRMuKemZlSAJePkJnXZDLBcq4gYyw8e7ZRkTTyYKWQC5lspO7WVv38SYRvTbXaRmSsolX9OEWI1WC44rNeG3mpqmY4SFUIBvuCVIVcdS+K1dyM1fpM/REyffFF0sspBdD9/vjPwZzPyn4jZITMlJkLs6J2Ny29Uv8Dq6A9dg0cPi/ImG3qn5Ol+OzzitWsTOxutv/HfM7ktPV/iQc/uMqK1Uy/0W0bTayaDFoxn/0dQ7NkEWttfN7ys69q/plioCRAAiRAAiRAAiRAAg1IgGK1AeGGdm1tf9U2dk1Ub1kAd8tsIAzq6xPagqGLiKwWX+3CeKlbDiSNNWYp5EImVqfuqVNvL67Gqskc7RxeCsAnVkNrrNpbZ0NB1sZ/9BvrOXLHsTO3wrJVcU/Ni9WQBar//KsvBXDxxSLXX4+6rFYWv/M5OPIdrd2aafOD5+truZo+o8TqSaOl/0MzTL3r/Bqv/z979x8fRX3ve/wdLu5BiFFBBQQDtHAqkVOF0lJAqoKtRsVoW9pyQU4TrGApKEfFKyqHWsSLHqpC0aASThGKllOVolKr4E9AHqVCvTFeCxWIP+Dgw9yWLpquGO5j9ufs7/1uZpOdySv/qMl3vvOd52ec3X3vd77jveukE9e+tGusRq9/bghW061rLSnjuqn2mbmR9VrTzX7tONdbrn3t9arDfhFAAAEEEEAAAQSKRYBgtQgqET/j6nY9duFm/cB60EvceoQJywikCAxiD36RQsFq/LICcTO1bOu7FgFBmw3BiXAh5WDDawFG1t0buiPdw1RsWzNjtc3qXugd2WdupZutSrCaeE2zRGLXtVC4+UH4AXyjFQ1WM1wHo8Fqipn4uQerHeM66cS1L+NSAHutB1j10YZMy5Y4OmM19mCqNpmxmnS9ji39krxUQccJVrn2FfrVhf4RQAABBBBAAAEEil2AYLVoKhQLGL5TPVq/WZn+CdrpAoPkYDXNwSU8OKtoCNpgIE6EC5mGGbmNNf0HfYLVNihzu+wishxAqrVVIwPq8DNWEx9eJSl+/dUBenR4jVarLYPVjnGddOLaly5YVTR0/IHen5HhQXuOBquh8NJa5zT9wwJj4euvr842yzTzZSPtXQgp7xjoOMGqpca1r11ectgpAggggAACCCCAQJEIEKy2ZSEit7GmCBfsoWg0WE3ZLjzglA+7ioWzqWastuWhFuu+nAgXVnzvNvVdtkAXnZp8lE4Gq448vCo6xI71Qb89zr/IA6xSra1KsBq+Rb8og9XWPDCwPc60/PbpxLXPqWA1lwdS/TrNw6uCAecHP1Dwy6uV0tRlCxS8QyD87/HXZdvDsFoVrKaZnZo2KO5Y11uuffn9P8lWCCCAAAIIIIAAAt4QIFhtyzpG1wdM8UE+GpRKsRmrqdYWDD/kxdY+sj5gbG3WyFIAqdcOtK/n2paHXwz7ciJcWPG97yU/DTp4cLncmmpTyLAUQChU/edgaHDRqU58SHeij2KooLvHwIzV+IdXSbYH+gVD1xQzVh1ZYzXxYVaSsqyx6rXrpBPXvnTBamg2pxVyZpmxav3vG1425Z+rf6H4W+jDIah9BmiKtoc+OqRD63+iO34vBdeqDj/YKv6aae0oRX9Zll9Je3VJu13CjFi+yEpL2FGvfe5+xWL0CCCAAAIIIIAAArkIEKzmouRgG3v4marbSEgat+5qtGHkydnhXyQ+BMv+ROybJ2v1otVJu0h+SIz3HtKSqVxOhAuh217TPAAlHAooGDT8Of1QrHbXS0vS9aOLgk+eHhLsIeFBWSl6tQcMqXdKsOrg/8Z5d9VRw4Vs1z0pcm2LPbzKehjVgMeGq2ZVMnfsYVNS6mtlOEg9R1LcdXK0Jk+RVq/aIllLonxjs4Zf3TGuk05c+9I+vEqRkDPDtcoemKa7hqZ6eFTKtv+sqdUDtGLlc3EPnEq6XT+xv0zX7uBpFvkyK/6cC4a2wTVkL9JpCadjaJ8DbNfr2DVbtuA374uGRzbsqNc+j5SPw0AAAQQQQAABBBDIIECwyunRoQScCBc6FBgH66gA4YKjnCk6S3jInxWs8hMU4NrHidCeAlz72lOffSOAAAIIIIAAAggUUoBgtZC69F10AoQLRVeSDjUgwoVCl5tgNZ0w175Cn3v0n0mAax/nBwIIIIAAAggggIBXBQhWvVpZjiulAOECJ0Z7ChAuFFqfYJVgtdDnGP3nI8C1Lx81tkEAAQQQQAABBBBwgwDBqhuqxBgdEyBYdYySjvIQIFzIA41NHBHg2ucII53kKcC1L084NkMAAQQQQAABBBAoegGC1aIvEQN0UoBwwUlN+jIVIFwwFaO9UwJc+5ySpJ98BLj25aPGNggggAACCCCAAAJuECBYdUOVGKNjAoQLjlHSUR4ChAt5oLGJIwJc+xxhpJM8Bbj25QnHZggggAACCCCAAAJFL0CwWvQlYoBOChAuOKlJX6YChAumYrR3SoBrn1OS9JOPANe+fNTYBgEEEEAAAQQQQMANAgSrbqgSY3RMgHDBMUo6ykOAcCEPNDZxRIBrnyOMdJKnANe+POHYDAEEEEAAAQQQQKDoBQhWi75EDNBJgZ07d+qss86Sz+dzslv6QiAngUAgoLfeektDhw7NqT2NEHBKgGufU5L0k48A17581NgGAQQQQAABBBBAwA0CBKtuqBJjdEzgL3/5i0pLS3XaaaeppKTEsX7pCIFsAseOHdOhQ4fk9/v1xS9+MVtz/o6AowJc+xzlpDMDAa59Blg0RQABBBBAAAEEEHCdAMGq60rGgFsj8Mknn+idd95Rnz591KNHD3Xq1ImAtTWgbJtVwAoVWlpa9PHHH+uDDz7Ql770JXXt2jXrdjRAwEkBrn1OatJXLgJc+3JRog0CCCCAAAIIIICA2wUIVt1eQcZvLGAFDAcOHNDhw4eDgRc/CBRawArwy8rK1Lt3b0LVQmPTf1oBrn2cHG0twLWvrcXZHwIIIIAAAggggEBbCxCstrU4+0MAAQQQQAABBBBAAAEEEEAAAQQQQAAB1wsQrLq+hBwAAggggAACCCCAAAIIIIAAAggggAACCLS1AMFqW4uzPwQQQAABBBBAAAEEEEAAAQQQQAABBBBwvQDBqutLyAEggAACCCCAAAIIIIAAAggggAACCCCAQFsLEKy2tTj7QwABBBBAAAEEEEAAAQQQQAABBBBAAAHXCxCsur6EHAACCCCAAAIIIIAAAggggAACCCCAAAIItLUAwWpbi7M/BBBAAAEEEEAAAQQQQAABBBBAAAEEEHC9AMGq60vIASCAAAIIIIAAAggggAACCCCAAAIIIIBAWwsQrLa1OPtDAAEEEEAAAQQQQAABBBBAAAEEEEAAAdcLEKy6voQcAAIIIIAAAggggAACCCCAAAIIIIAAAgi0tQDBaluLsz8EEEAAAQQQQAABBBBAAAEEEEAAAQQQcL0AwarrS8gBIIAAAggggAACCCCAAAIIIIAAAggggEBbCxCstrU4+0MAAQQQQAABBBBAAAEEEEAAAQQQQAAB1wsQrLq+hBwAAggggAACCCCAAAIIIIAAAggggAACCLS1AMFqW4uzPwQQQAABBBBAAAEEEEAAAQQQQAABBBBwvYDrg9UlbyzRS++9pM9aPnN9MUwP4LhOx+n8M87XrGGzTDelPQIIIIAAAggggAACCCCAAAIIIIAAAgi0QsDVwaoVqm4/uF0lnUpUUlLSCgZ3bnrs2DEdazmmEb1GEK66s4SMGgEEEEAAAQQQQAABBBBAAAEEEEDApQKuDla/vf7b6vpPXTtkqBo536xw9ZN/fKInqp5w6SnIsBFAAAEEEEAAAQQQQAABBBBAAAEEEHCfgKuD1fFPjtdJXU9yn7rDI/7rJ3/Vhis3ONwr3SGAAAIIIIAAAggggAACCCCAAAIIIIBAOgGCVQ+cGwSrHigih4AAAggggAACCCCAAAIIIIAAAggg4CoBglVXlSv1YAlWPVBEDgEBBBBAAAEEEEAAAQQQQAABBBBAwFUCBKuuKhfBqgfKxSEggAACCCCAAAIIIIAAAggggAACCHhAgGDVA0VkxqoHisghIIAAAggggAACCCCAAAIIIIAAAgi4SoBg1VXlSj1YglUPFJFDQAABBBBAAAEEEEAAAQQQQAABBBBwlUAHDVav1qKLztPpwVJ9qJefu1mPuKps8YMlWHVx8Rg6AggggAACCCCAAAIIIIAAAggggIArBQhWcw5WL9Et4yaqorO9zp+o4f9O013727f2BKvt68/eEUAAAQQQQAABBBBAAAEEEEAAAQQ6ngDBak7BajhUVYPWbrpLz0bOkyGL9GgftfuMV4LVjvc/LkeMAAIIIIAAAggggAACCCCAAAIIINC+AgSrOQSrV5/7qM77p4RQ1apbv1u0/MyT9IfgUgLW8gKD9Nemk1TR/a96+f/+VV89s0Jdo/WNX3Ig2Ge38B+Pxvq2fj/oHw06qXuF/vrBVbq5PvsJQrCa3YgWCCCAAAIIIIAAAggggAACCCCAAAIIOCnQQYJV+5qq2fiS11y1ws6v/mOtpv0hOlc1RSehfZzUZLU73fbvoW2CQape1lWvPSJZM11P2h36d4Vmw/Y/HOo/bYibYdgEq9lqyt8RQAABBBBAAAEEEEAAAQQQQAABBBBwVoBgNcmzNcHqV/XX4JqrVsga+ffQDi756nJN/Kc/hMPU+J1af6vS+miwmj3Ejd+eYNXZ/ynoDQEEEEAAAQQQQAABBBBAAAEEEEAAgWwCBKuOBquDtDu6LMB5Oj2x7yPhGauR3wfXaA21+iQ40zU0Y3XQX3NbAiDSDcFqttOcvyOAAAIIIIAAAggggAACCCCAAAIIIOCsQAcJVhPR7EsDJM9QTWqdbo3V4Lqq9lmq9mA1fsaqvc/o+qrhoDVxxirBqrMnOb0hgAACCCCAAAIIIIAAAggggAACCCDgtADBag4Pr4qsg1qhhAdYBWecnqSG6O3/8TNWQ+utWmushtZRPem/QzNR49ZbDYazkbVZmbHq9AlOfwgggAACCCCAAAIIIIAAAggggAACCBRCgGA1p2DVog+FoxWd48vw4QeR2/atgDQSrErqd4uWn1mhrpHmccsAJMyY/UA6LxzQfnQGSwEU4kSnTwQQQAABBBBAAAEEEEAAAQQQQAABBJwUIFjNOVh1kt3Zvlhj1VlPekMAAQQQQAABBBBAAAEEEEAAAQQQQCCbQMeHs0wAACAASURBVAcNVrOxuOvvBKvuqhejRQABBBBAAAEEEEAAAQQQQAABBBBwvwDBqvtrKIJVDxSRQ0AAAQQQQAABBBBAAAEEEEAAAQQQcJUAwaqrypV6sASrHigih4AAAggggAACCCCAAAIIIIAAAggg4CoBglVXlYtg1QPl4hAQQAABBBBAAAEEEEAAAQQQQAABBDwgQLDqgSIyY9UDReQQEEAAAQQQQAABBBBAAAEEEEAAAQRcJUCw6qpypR4swaoHisghIIAAAggggAACCCCAAAIIIIAAAgi4SoBg1VXlIlj1QLk4BAQQQAABBBBAAAEEEEAAAQQQQAABDwi4Olj99vpvq+s/dVVJSYkHSpHfIRw7dkyf/OMTPVH1RH4dsBUCCCCAAAIIIIAAAggggAACCCCAAAIIGAu4Olhd8sYSbT+4XSWdSjpkuGqFqsdajmlErxGaNWyWcfHZAAEEEEAAAQQQQAABBBBAAAEEEEAAAQTyE3B1sGodshWuvvTeS/qs5bP8BFy81XGdjtP5Z5xPqOriGjJ0BBBAAAEEEEAAAQQQQAABBBBAAAF3Crg+WHUnO6NGAAEEEEAAAQQQQAABBBBAAAEEEEAAATcLEKy6uXqMHQEEEEAAAQQQQAABBBBAAAEEEEAAAQTaRYBgtV3Y2SkCCCCAAAIIIIAAAggggAACCCCAAAIIuFmAYNXN1WPsCCCAAAIIIIAAAggggAACCCCAAAIIINAuAgSr7cLOThFAAAEEEEAAAQQQQAABBBBAAAEEEEDAzQIEq26uHmNHAAEEEEAAAQQQQAABBBBAAAEEEEDAxQKHDx9u9ejLyspa3Uc+HRCs5qPGNggggAACCCCAAAIIIIAAAggggAACCCDQagGCVUPCY8eOye/360iXDzT4tJGGW9McAQQQQAABBBBAAAEEEEAAAQQQQAABBLwgQLBqWEWCVUMwmiOAAAIIIIAAAggggAACCCCAAAIIIOBBAYJVw6ISrBqC0RwBBBBAAAEEEEAAAQQQQAABBBBAAAEPChCsGhaVYNUQjOYIIIAAAggggAACCCCAAAIIIIAAAgh4UIBg1bCoBKuGYDRHAAEEEEAAAQQQQAABBBBAAAEEEEDAgwIEq4ZFJVg1BKM5AggggAACCCCAAAIIIIAAAggggAACHhTIFqz+9re/1eWXX57xyMvKytpF5u1D29StuY9KS0tVUlJiPIaSpqamY6ZbEayaitEeAQQQQAABBBBAAAEEEEAAAQQQQAAB7wlkClatUDXykylcJVj13nnBESGAAAIIIIAAAggggAACCCCAAAIIIIBABoF0wao9VM0WrhKscoq1WuDj316ni+7YIo26Xc8tqVKPVvdIBwgggAACCCCAAAIIIIAAAggggAACCBROIFWwmipUzRSuEqwWrj7t3PPHWj/rIv1sa8IwWht+Hlqv6y75mbZE+3lT9w2v0erW9tuOWm8uGa6aVdYAJqtux/X6cnAsEb/Ruv3ZedICy9L69/tVdVo7DpZdI4AAAm0qEL7GW1fIR3bo+nNCO49+oTalTjtmha6arf8J78vRPls/KnpAAAEEEEAAgY4uEHs/lCwR+Yxo//zIZ8a8z5hI3pDYQXvkDUnZR/ygIjmC/T1y9uOOnEv27CH7VrQonEC2NVZz2TPBai5KrmtjC1WjF6BUv3PgwIIXm72aGg0kHeizLbtIuHDHLoq8MLZlGdgXAggUq4D9g0TsDSDBarHWi3EhgAACCCCAgPMCkfdD8RNtou+H4iboOL/3DtOj7bP56HnP6f7LQ/fCRidCFdmX7wSr3jgzCVYN69hRHl4VvfAkfatjC1eti9IP9oZmn9odIxerXfdp+NWrbX8Jv4jINmP1NumOxO0j+wxeFDdLo7ZoS2TWbHt8y5TlHAm9GEqTp0irV22Rohfr9DNWz309vPRBtO9w2JDOjBmuhv+n0hwBBIpHIH6GRuRNblKwmmp2QbrXg1G3q+7CzaqxlpCR/QNKitkgCXdH7B01Wlu2Wtt9R9WjfqOVCXdlmM0YKB5lRoIAAggggAACxSyQOlhV9P2P9XnwKu0N3jFqvbeZqr2X1Cju03Q4KIzdLRk7Xt6/BOPT0J2w1rtDW6hq/SXxfWcs0I4Yhj+Pp3o/agtjk+wj7zNzyT6sJQ/j2o3W6HDWYdVv7CuRu2DDY7JlH3H7HTVao7du0RbC+KL5H55g1bAUHS1YTbwgJV2UbMHq5Eee04C60NIBo6+fLd13bzBwDV7kFQ5ZrYtDJEwdVa3vbF2p39gufHHfJKXrO+EiaVhCh5uHw1PZjit6gUsTrK4aq81TYkshfBBZRmDKrZq86k6tDocE0fC1CMNkhxHpDgEEPC0Q+yARevMYeuPaJ7K2dvDNqpLeCKd7PRg973YNuONnoTfNkZA0cWmZ8OvK1H0XhZZpSbGP6N+S3hBzW5WnT0cODgEEEEAAgXYRyGXGaixYrf7uFq38r3BA+PXXwpOZRmv2bOnee4OfskNL0EWDQJaciwWrWSwSbs+PfR6PnzgWl29YGUT5o6GJY8H3lX2iyybmln3Y84KEjMSq5s2TtXpRir7nPad5uiP0PJpwzZVyGcJ2OanZaViAYNXwVCBYTfi2Jxp+hi7skf/JYxeXFB9QoxeySLAau/DFfZOU0HfkQ3iqsNewjM41Dx+LgmGvohfX0DeGOa6xGvnWasq9un3P7GAwzTeOzpWInhBAoL0FbOtAPTtAK6y7FKbU6bn+K0JvEuNCz9xeD0KvNaN1+yNjtfnqFGt2J35BlWIfAx4LzQqIvqbEzRiJrJXd3nbsHwEEEEAAAQS8IWC2xmo0QE24dT15KaU0M2G9gWZ4FHlaRD+P24PVhHwjxeSuSC1yyz4yTcRK/vwf7dserEbOBd6zGp4XhW9OsGpoTLCaJlgNz/iJfNuT28Ulx2A13LfCs5uKKVhNvoUgfELFfYuV5uFVibcZhC+UibcXELIa/k9KcwQQKDKB+AX2I6Fo/PIpkRmrWYLVuNeayaqLBLVJM1YzzYqNf6OcjMWM1SI7gRgOAggggAACHhDIJfRLeEbHhwlL6yV9MW09/DOXfj3Al9MhGFqk+jwemdyVmG/Yg9WE2/5zyz5SBauxtV+jn/kT+04VrEZrznvWnE6LNmhEsGqI3NGCVeW8xmoBZ6wWbbAaW282eiFMu0bOPGlBaL2c2O0bUtC3Zq8uit5SYHsyNt9EGf7fSXMEEChOgcQnlybM2DCZsZpzsBoKaKNLqsTtI/sMhOJ0ZFQIIIAAAggg4F6BXEK/dA8/jn3u/E71aP1mpf25Hrn06141s5GnX2NVkcBy1O167MLN+kHw1voUn8fT3ZE77zlFl5GytrOF3E4EqxddLD33u/DR2vsmWDU7BdqpdSRY3bVrl/EIzjnnnOA2ZWVlxts6scHbh7apW3MflZaWqqSkxLjLkqampmOmW3WUYFWyPaQqGq6m+J3tW56CrbFarMGq7eL8nLUQdfBksoetkTVn42esRoPV4HGdq9eCC5RL+m61Rv/Xytgi1NFvq/gmyvT/U9ojgEAxCSQGq7Y7H8JvTHNeYzXnYDV0i3/qNVYTZqwmvMbEHkBYTIaMBQEEEEAAAQTcLZBLABr5LPlVXTb8D3p6R+QW8VhgGA1WWWM19elgyyfsd7raH84dDVYTP48nPJw7cY3VtGv35/R8mRRrrJ4efqi3pGiwmuK5AIlrrEafU8DDq4rmkkCwaliKjhOsxoeEcUz2WayZnpqXy5PxIg+ysu8g7inQsbXzim0pgMjFOf0TByNrpiYuBRCZvRo66NFTJkurVgcf9BV7oYyBsBSA4f+kNEcAgSITSA5W4768S1ovyjb8NK8HoWVnMi0FkKKPpNumbF8WRpvzRVaRnTwMBwEEEEAAAY8ImASro3V75IHH9qNPs3Sc1YTPjDaoVBlF8M+R93nx7wHtn8cn33O79t70s+Bn8+hPdJ3b+LuuJk+ZrNWrgo9T1e33DNDPbrL+PfITXt5K4fA06WGp8af15EfqpKtrgg9nDY7U3vez9yvybICErUIPMPPI/yFuPgyCVcPqdaxgNQecuIc3heZs8oMAAggggAACCCCAAAIIIIAAAgi4SoB8w1XlKpbBEqwaVoJgNQGMC4/hGURzBBBAAAEEEEAAAQQQQAABBBAoOgHyjaIriRsGRLBqWCWCVUMwmiOAAAIIIIAAAggggAACCCCAAAIIIOBBAYJVw6ISrBqC0RwBBBBAAAEEEEAAAQQQQAABBBBAAAEPChCsGhaVYNUQjOYIIIAAAggggAACCCCAAAIIIIAAAgh4UIBg1bCoBKuGYDRHAAEEEEAAAQQQQAABBBBAAAEEEEDAgwIEq4ZFJVg1BKM5AggggAACCCCAAAIIIIAAAggggAACHhQgWDUsKsGqIRjNEUAAAQQQQAABBBBAAAEEEEAAAQQQ8KAAwaphUQlWDcFojgACCCCAAAIIIIAAAggggAACCCCAgAcFCFYNi0qwaghGcwQQQAABBBBAAAEEEEAAAQQQQAABBDwoQLBqWFSCVUMwmiOAAAIIIIAAAggggAACCCCAAAIIIOBBAYJVw6ISrBqC0RwBBBBAAAEEEEAAAQQQQAABBBBAAAEPChCsGhaVYNUQjOYIIIAAAggggAACCCCAAAIIIIAAAgh4UIBg1bCoxRCsvvvuu4ajpjkCCCCAAAIIIIAAAggggAACCCCAAAIIOClwyimnBLvbtWuXcbfnnHNOcJuysjLjbZ3Y4O1D29StuY9KS0tVUlJi3GVJU1PTMdOtCFZNxWiPAAIIIIAAAggggAACCCCAAAIIIICA9wQIVg1rWgzBaiAQMBw1zRFAAAEEEEAAAQQQQAABBBBAAAEEEEDASYHm5uZgd8xYzVGVYDVHKJohgAACCCCAAAIIIIAAAggggAACCCDgYQGCVcPiEqwagtEcAQQQQAABBBBAAAEEEEAAAQQQQAABDwoQrBoWlWDVEIzmCCCAAAIIIIAAAggggAACCCCAAAIIeFCAYNWwqASrhmA0RwABBBBAAAEEEEAAAQQQQAABBBBAwIMCBKuGRSVYNQSjOQIIIIAAAggggAACCCCAAAIIIIAAAh4UIFg1LCrBqiEYzRFAAAEEEEAAAQQQQAABBBBAAAEEEPCgAMGqYVEJVg3BaI4AAggggAACCCCAAAIIIIAAAggggIAHBQhWDYvaoYLVFr/2vL5Ov96xXYGTK1V1aZWGds8N7KOX79YfV7+tz+3Nuw3WGXPm6Mun59ZHUqsWvxrrX9X23Xv01rtv6cAJZ2lEn4EaOmyMhvYpzbNTNkMAAQQQQAABBBBAAAEEEEAAAQQQQMBcgGDV0KzDBKstB7Xpoela+IE/JtRphG788Z2q7Jkd7Z0HKvXnfRep+xd80cbNOzfos8tW6uLxvbJ3kNCi6c01WvjkSu08mnrT0lOrNX/KJA09ybhrNkAAAQQQQAABBBBAAAEEEEAAAQQQQMBYgGDVkKyjBKuBwztVt+wmrfskHsh35j1aP2moYnGppM8D+tuRz+Iavvfwd/X+Gb/QyItjIWqq30nHqWuZT8dlqMPBl25V9abtCkTadC7XwK7WCAI6eLhR0ejXIPg1LDvNEUAAAQQQQAABBBBAAAEEEEAAAQQQiBMgWDU8ITwfrLYc1MZV69X9imka0XmnapcmhKun3qB1syplXxFgT22V6jdEY09DUanLj3+liy89OeV2gYblmrZ2nRqtv3at1I3fm6bKL9pu+z/q157XluvOTRvDbSZo6expquhiPIxWbVC/bJSuWTNRD22dqSGZevrTUo26dm20xcQHt2rm2dZ/1mvpqGsU+4sU/FvvDbrhiru0LbHPSQ9p64yMe2rV8bAxAggg4LgA1z/HSekQAQQQQAABBFwmkPb9kMuOo5iHG2c8Urc8tVjjT0v9mVt8ri7mSrpmbASrhqXydLBqv/2/a5UWXjszKVztNaxWa64cGKdm3fb/9jOGkLbmXaanWR6gZY/WLJquOmvWbNfMgak9gC0fXquVVfFjzH90OWx5aINuWLRP/a1YdEokKE21nRWerlT/yIU9eMHfF7zQD1g3StfIFpba/hZ6EYj9fPzMUm396szwi0MO46MJAggg0O4CXP/avQQMAAEEEEAAAQTaWSD9+6HEz3ztPFD37t76bH7FPlWHJzx9/MwNGr/5fG1YPF49gpOZXtQF2SZDuffoGXk7CRCsGsJ7NlhNtaZqQri6vtMkLb6uOmk26GefHtEn8SsBGKl26tJNJ8StLRDevGG5KteuU0A+VV35lGYNS9UosquAtj96heb+OSB1mqCl/z5NFZ2MhpF34+DFel+1NvRfGfxn2pmkVli6qn/4om7t7mNtuGGhdHMoWH3xXHsom/CiGxndn5bqhvf/pxZf2iPv8bIhAggg0OYCXP/anJwdIoAAAggggECRCWR4P0Sw6kytrM/mCzXX9nnZ9rla1oQoaW4wZOUHAecECFYNLT0ZrMaFqj6NGDVT5bsWh9ZXjYSrLY062LVcvdLcYt/84Z+09z3T5QB86v7ls9Xz+NRFaNw4XdVb9+QelEaD2IGadU2tqs4wLG5eza1wdLz2WTNVg7ftx74dy9pdcKZr6MJ+YFkuwSrfsGU1pQECCLhDgOufO+rEKBFAAAEEEECgcAK290MEfQVits9gTViGQcphKb8CDYtuvSVAsGpYT88Fq4mh6rg6LTy/l/xvLFX1k+vVJMnXc65W/mSsYo+hSkb7aMO/aUvt24aag9W37uca3jP1Zg2PX6iZ9ZJSrOuacouPNmruksXaLmnCxBc0vcJwOPk0j7vVwBayBtdNTfNju6CPvHVD8Ns0a43WbDNWk799y2fAbIMAAgi0owDXv3bEZ9cIIIAAAgggUBQCKd4PFcW4vDaI4Gf1u6TwZ24lzBgOPifFvhyf146f42kzAYJVQ2pPBatpQlX7eqW+0tS3/yeyFSRY/c0lmrkrIJXN1MqbqlSerVbvrde0h5Zqj3yaNOlZ1ZyZbYPW/z24DMCdCY+WCi+Abf9bJECN22PwQv+Szg+vsZo5WGW2auurRQ8IIFA0Alz/iqYUDAQBBBBAAAEE2knA9n6IpQCcrEFowtNd28IPhE436SlhPVYnR0BfHUuAYNWw3p4JVh0MVS3CWLA6XoOf+bH0QKX2nrFSF3/tD/pdzXsakPS7B9SszDNWm165VROet+afnqu5N83XuLLMxfJvna+qja9JGqv5N8/VmFLD4ho3TzFDNcPFObIWa2wNVoM1Vq1v1167IP36rcZjZwMEEECg7QS4/rWdNXtCAAEEEEAAgeIUyPR+iGDVqZpZE5Ku0drwZKeMvRKsOoXe4fshWDU8BTwRrDocqhYqWNXhzZp/z0K9KqlXxT1aOXGo0j6+qnmnahffpHXNkvrM1frpY1XwXDVp8XFLIsNyAMFbPqSHIk8htP23Em9DCP5tn255arGsF1nrNoWV/UPLBvCDAAIIuE6A65/rSsaAEUAAAQQQQMBhgQzvh4Y4vKuO2l1yeB2TSLz1n6UAOupZ4vxxE6wamro+WC1AqFqwYFUBNTxeo5n1B62VXjViVK3mV5Ynh6vNjVpfN11LDlgPzyrXpEm1qjkzbQRrWPH0zdOFnZku5vFLB4yMBqdS+Js12+4mPrhVM4O3LdieZHiaY8OnIwQQQKBNBbj+tSk3O0MAAQQQQACBIhRI/36oCAfrwiEFw9I1iQOPfO6OLREQbDHyFm1YPF5MXXJhoYtsyASrhgVxdbBaoFC1cMGqpOYG1d47S+s+CRWqtGysJo++QiPOLFfpkUbt3PWUnnpjsxqOhgt5UrWWTpukioJPVzU8cWiOAAIIIIAAAggggAACCCCAAAIIIOApAYJVw3K6NlgtYKha0GDV6tzfoDUP36i6JmtGarofnyq6D1RDU4PUqUI1Exdq0pmkq4anN80RQAABBBBAAAEEEEAAAQQQQAABBHIUIFjNESrSzJ3BapM21dZo4Qf+0C314+q08PxeCjQs17S169Ro/bZ0khZfV62KLoYg4eaFeHhV3Eha/Nrz+hrVbVqv7QF7wOpT955Vmn7pJI3r06i6xbO0Jji7tVyVlQt146he+R0QWyGAAAIIIIAAAggggAACCCCAAAIIIJBBgGDV8PRwZbDqf00LF83XpuCxlmrMN2t14ynrNdOhUNXqteDBqr1OzX75w7f++7qUytfZ9sf/3qi5DyzW9hbrdz5VDP8P3TW+QqWdDAtNcwQQQAABBBBAAAEEEEAAAQQQQAABBAhWUwqUNDU1HTM9O1wZrDYsV+XadUp1I31rZ6pG/No0WM1SNPtMXKtp+YC5umvKWPWyB7Cmhac9AggggAACCCCAAAIIIIAAAggggAACNgFmrBqeDm4MVhs3Tlf11j1JR+pUqGp1HAtWL9DAtTOkh7+r98/4hUYO/YO2Xd+ovkm/+6WaNVh9636u4T0Ni5BD84Mv3arqTdujYbKv+zQtnTFBA305bEwTBBBAAAEEEEAAAQQQQAABBBBAAAEEsggQrBqeIu4LVv169ZErNH9//IE6GarGB6smoIULVqWAGh6frpn11gqyoZ8JE1/Q9AqT8dEWAQQQQAABBBBAAAEEEEAAAQQQQACB1AIEq4ZnhuuC1ZYG1f50ljZ2GaihfcdpxOCzdNYXBqq8u7NTN5u33a3fLXjRTNM3WgN/eZuGlJltlnPrloN69T/nav7eRqlzpebPvkFjCrWvnAdFQwQQQAABBBBAAAEEEEAAAQQQQAABLwgQrBpW0X3BakCBoz75nM1RU6o1Hzmif3xuAHpcN514vEH7PJsG/H4p8SFXefbFZggggAACCCCAAAIIIIAAAggggAACCFgCBKuG54HrglXD46M5AggggAACCCCAAAIIIIAAAggggAACCGQXIFjNbhTXgmDVEIzmCCCAAAIIIIAAAggggAACCCCAAAIIeFCAYNWwqASrhmA0RwABBBBAAAEEEEAAAQQQQAABBBBAwIMCBKuGRSVYNQSjOQIIIIAAAggggAACCCCAAAIIIIAAAh4UIFg1LCrBqiEYzRFAAAEEEEAAAQQQQAABBBBAAAEEEPCgAMGqYVEJVg3BaI4AAggggAACCCCAAAIIIIAAAggggIAHBQhWDYtKsGoIRnMEEEAAAQQQQAABBBBAAAEEEEAAAQQ8KECwalhUglVDMJojgAACCCCAAAIIIIAAAggggAACCCDgQQGCVcOiEqwagtEcAQQQQAABBBBAAAEEEEAAAQQQQAABDwoQrBoWlWDVEIzmCCCAAAIIIIAAAggggAACCCCAAAIIeFCAYNWwqASrhmA0RwABBBBAAAEEEEAAAQQQQAABBBBAwIMCBKuGRS2GYPXdd981HDXNEUAAAQQQQAABBBBAAAEEEEAAAQQQQMBJgVNOOSXY3a5du4y7Peecc4LblJWVGW/rxAZvH9qmbs19VFpaqpKSEuMuS5qamo6ZblUMwarpmGmPAAIIIIAAAggggAACCCCAAAIIIIAAAs4KHD58mGDVhJRg1USLtggggAACCCCAAAIIIIAAAggggAACCHhTgGDVsK4Eq4ZgNEcAAQQQQAABBBBAAAEEEEAAAQQQQMCDAgSrhkUlWDUEozkCCCCAAAIIIIAAAggggAACCCCAAAIeFCBYNSwqwaohGM0RQAABBBBAAAEEEEAAAQQQQAABBBDwoADBqmFRCVYNwWiOAAIIIIAAAggggAACCCCAAAIIIICABwUIVg2LSrBqCEZzBBBAAAEEEEAAAQQQQAABBBBAAAEEPChAsGpYVIJVQzCaI4AAAggggAACCCCAAAIIIIAAAggg4EEBglXDonaoYLXFr91bHtPa7dsU6H6Zvl11pYb1yA3s0IsL9fp/vqXP7c1Lz1K/W+dq2Om59ZHUqsWv/W++rG3v/Fn1f6nXhycM0ci+/6yvfPU8DetbmmenbIYAAggggAACCCCAAAIIIIAAAggggIC5AMGqoVmHCVZbDuj5ZVN1x/v+mFCnr+vm6+7WZb2yo729ZJwa9laqx0BftHHzH9crcPkaXX5FDh0k7KJp1yr9dN0jeuNo6n2Xnnq17pw6RcNOzj42WiCAAAIIIIAAAggggAACCCCAAAIIINBaAYJVQ8GOEqwG/vaGHr7/ej12JB7IN/g+bfzhMMXiUkmfB/T//IG4ho21VdpfvlxjLomFqKl+J/lUeqJPx2Wow4FNczT5968ruofO/TSomzWCgA78bb+i0a9B8GtYdpojgAACCCCAAAIIIIAAAggggAACCCAQJ0CwanhCeD5YbTmgp+ueUI/vzNDIzm9o2b0J4eqpN2v9jZequ83tnWWV+tNT8cGqCWuXWet0+Xh7j7GtA/XLVPPo49pv/arbpbp54gxdNsh22/9Rv3a/vEw//f0z4Tbf14M3zdCQ401G0Pq2by4ZrppVk1W343p9OVN3u+7T8KtXR1tMfmSHrj/H+s83dd/wGsX+IkX/dmi9rrvkZ9oS3mr0vOd0/+U5rsnQ+kOjBwQQQMAZAa5/zjjSCwIIIIAAAgi4VyDt+yH3HlLRjjz4OXqvpkY/o2f4zF20B8HA3CBAsGpYJU8Hq/bb/7tdqbtnzk4KV3sPX6FfTxgUp2bd9v9/NhhC2pp3mZFmeYCW3Vq1YKoetmbNdsscmNoD2H5fW6HV34kfY/6jy2FL64K9YK8GWLFoTSQoTbWddSFfoQHP3q+q0yQFX1T36vZn79eAx4arRnXaMSscy0b/NlV7L6nR3kiYGnxx2KyxkT5yGB5NEEAAgfYX4PrX/jVgBAgggAACCCDQvgLp3w8FPx/y46DAx1o/6yL9bGts8lNwMlTKz9zhz+cO7p2uOpYAwaphvT0brKZaUzUhXH2i0xTdf8PVSbNBP/vUr4SVAIxU/8fxpSqLW1sgvHn9Mo179HEF5NO3Jzyr2cNTNYrsKqBtdZdoYsL+OwAAIABJREFUzjsBqdP39eCdMzSkk9Ew8m788W+v00X7puq5/iuC/4yGo4k9WmFp3QA9t6RKofmm1sX+Dum2ULC6+Rv2UDbyojtPWhBqE3qxTXgxznvUbIgAAgi0oQDXvzbEZlcIIIAAAgggUJQCGd4PEaw6WzHrM/odGqsBd+zV2PCMVStYTf2Zm2DVWf2O1xvBqmHNPRmsxoWqPo0cM1v93lgUWl81Eq627NeBrv3UO80t9s0f7tTuRtPlAHw65eyhafvc//RUTX51d+5BaTSIHaTZM1bo2+WGxc2reeibsL3WTNXTE281yNJhcKarNG9JlT7IcJE/93XrRWFe6Pb/pBfjvAbNRggggED7CnD9a19/9o4AAggggAAC7S9gez/EQm9OlsOajLRZY3eM1ebgP0PL9RGsOmlMX3YBglXD88FzwWpiqPqtR3X3uN7y77hXk9Y9qSZJvl7ztHr2heqdwerQUzP10rIGQ80Kla9eqq/3TL1Z/Zpv6No3JaVY1zXlFh89ozn/sUjbJP3gqlc0Y4jhcPJpHrduiy1kDa6bmubHtq5OZL3UjBf5D+PXZdUU25IB+YyZbRBAAIH2EuD6117y7BcBBBBAAAEEikUgxfuhYhmaF8YR+2wdCVgJVr1Q12I+BoJVw+p4KlhNE6ra1yv1nZD69v9EtoIEq49fqGvfCEgnztbquVeqX7ZaNT6pmmX3ard8mvLDF/Sjwdk2aP3fg8sA3BF5rFS4v3Dwaf9bygdO2dZLTbsUwKqx2jzlZxqQ8JArRf+79cdADwgggECbC3D9a3NydogAAggggAACRSbA8zOcL4gVWr8yNrw8H8Gq88D0mEqAYNXwvPBMsOpgqGoRxoLVKv3L87OkJeO0u3yNLh+5Xb+dvF+Dkn63RM3KPGO16cU5qvrd65K+oXlzF+ibJ2Yulv/V21T59CuSLtSC2+bpvBMMi2vcPMUM1aQnD8Y6jazFGluDNYc1Vq1gtTa0XEDk9hDrG7gV/Z8LLQ3ADwIIIOACAa5/LigSQ0QAAQQQQACBggpkej/EGqvO0AcfULUqua/Jj+zQ2FdYY9UZZXpJFCBYNTwnPBGsOhyqFipY1d9e0G0L79DLknoPuU+rrxqmtI+v+vQNLVt0vR77VFLfedo480KVGtbWuHnK9U4zLAcQvOVDqguv8RJcLzX830r3hMLgjNXNGvtsZEHtUP+bLyRYNa4XGyCAQPsJcP1rP3v2jAACCCCAAALFIZDh/ZC1Big/Tgskz1itkW1ZvWA99ur26Gdtp/dPfx1FgGDVsNKuD1YLEKoWLFhVQPVrrtK1bx6wVnrVyDErtOCyfsnh6qf79cRDU3Xvh9bDs/ppyg9X6EeD00awhhVP3zzdzNHkbyJjfcQvHTDadhG3Lvo1Wm3bnfWt2vXnSEnLDbDGqmM1pCMEEGg7Aa5/bWfNnhBAAAEEEECgOAXSvx8qzvG6e1TxwaqU/jO3u4+T0be3AMGqYQVcHawWKFQtXLAq6dO3tOyea/XYkVChSk+8UP865jsaWdFPJxzZrz/+8Td6YscLqj8aLuTJV+vBGVM0pODLABieODRHAAEEEEAAAQQQQAABBBBAAAEEEPCUAMGqYTldG6wWMFQtaLBqdf73t7Tqwev08MfWjNR0Pz4N6TFI9R+/JXU6Sz+aco+mDC74YgCGZw/NEUAAAQQQQAABBBBAAAEEEEAAAQS8IkCwalhJdwarTXp+6WTd8b4/dEv9tx7V3eN6K1C/TDWPPq791m9PmKL7b7haQ443BAk3L8TDq+JG0uLX7i2/1MO/f1LbAvaA1afuva7UTy7/V33zjP16+H9fq1XB2a39dNlld+vmMb3zOyC2QgABBBBAAAEEEEAAAQQQQAABBBBAIIMAwarh6eHKYPXvr+iOBbfp+eCxluq8i1fof536hKY7FKpavRY8WLXX6VO//OFb/33Hl8rX2fbHg89ozv2LtK3F+p1PQ752v+658iyVdjIsNM0RQAABBBBAAAEEEEAAAQQQQAABBBAgWE0pUNLU1HTM9OxwZbBav0zjHn1cqW6kb+1M1YhfmwarWYpmn4lrNe33xXm6p+ZC9bYHsKaFpz0CCCCAAAIIIIAAAggggAACCCCAAAI2AWasGp4ObgxW9z89VZNf3Z10pE6FqlbHsWB1nL70X7Ok2irtL1+uMV/Zrldn7Fe/pN/VqVkVKl+9VF/vaViEHJof2DRHk3//ejRM9vWYodrrv69Bvhw2pgkCCCCAAAIIIIAAAggggAACCCCAAAJZBAhWDU8R9wWrfr384CW6bV/8gToZqsYHqyaghQtWpYDq10zVtW9aK8iGfn5w1SuaMcRkfLRFAAEEEEAAAQQQQAABBBBAAAEEEEAgtQDBquGZ4bpgteUtLbv1Wj19/CB9pe+39PUhQ/QvXxykfj2cnbrZvGWhfjt/k5mmb4y+9Kv5OvtEs81ybt1yQC8/Mke3/WW/1PlSLZhzs84r1L5yHhQNEUAAAQQQQAABBBBAAAEEEEAAAQS8IECwalhF9wWrAQWO+uRzNkdNqdbs9+vTzw1AfaU6+XiD9nk2DfzdLyU+5CrPvtgMAQQQQAABBBBAAAEEEEAAAQQQQAABS4Bg1fA8cF2wanh8NEcAAQQQQAABBBBAAAEEEEAAAQQQQACB7AIEq9mN4loQrBqC0RwBBBBAAAEEEEAAAQQQQAABBBBAAAEPChCsGhaVYNUQjOYIIIAAAggggAACCCCAAAIIIIAAAgh4UIBg1bCoBKuGYDRHAAEEEEAAAQQQQAABBBBAAAEEEEDAgwIEq4ZFJVg1BKM5AggggAACCCCAAAIIIIAAAggggAACHhQgWDUsKsGqIRjNEUAAAQQQQAABBBBAAAEEEEAAAQQQ8KAAwaphUQlWDcFojgACCCCAAAIIIIAAAggggAACCCCAgAcFIsFqaw6trKysNZvnve3bh7apW3MflZaWqqSkxLifkqampmOmWxGsmorRHgEEEEAAAQQQQAABBBBAAAEEEEAAAe8JEKwa1pRg1RCM5ggggAACCCCAAAIIIIAAAggggAACCHhQgGDVsKgEq4ZgNEcAAQQQQAABBBBAAAEEEEAAAQQQQMCDAgSrhkUlWDUEozkCCCCAAAIIIIAAAggggAACCCCAAAIeFCBYNSxqMQSr7777ruGoaY4AAggggAACCCCAAAIIIIAAAggggAACTgqccsopre6Oh1e1mtCsg0AgYLYBrRFAAAEEEEAAAQQQQAABBBBAAAEEEEDAUYHm5uZW90ew2mpCsw4IVs28aI0AAggggAACCCCAAAIIIIAAAggggIDTAgSrhqLFsBQAwaph0WiOAAIIIIAAAggggAACCCCAAAIIIICAwwIEq4agBKuGYDRHAAEEEEAAAQQQQAABBBBAAAEEEEDAgwIEq4ZFJVg1BKM5AggggAACCCCAAAIIIIAAAggggAACHhQgWDUsKsGqIRjNEUAAAQQQQAABBBBAAAEEEEAAAQQQ8KAAwaphUQlWDcFojgACCCCAAAIIIIAAAggggAACCCCAgAcFCFYNi0qwaghGcwQQQAABBBBAAAEEEEAAAQQQQAABBDwoQLBqWNQOFay2+LXn9XX69Y7tCpxcqapLqzS0e25gH718t/64+m19bm/ebbDOmDNHXz49tz6SWrX41Vj/qrbv3qO33n1LB044SyP6DNTQYWM0tE9pnp2yGQIIIIAAAggggAACCCCAAAIIIIAAAuYCBKuGZh0mWG05qE0PTdfCD/wxoU4jdOOP71Rlz+xo7zxQqT/vu0jdv+CLNm7euUGfXbZSF4/vlb2DhBZNb67RwidXaufR1JuWnlqt+VMmaehJxl2zAQIIIIAAAggggAACCCCAAAIIIIAAAsYCBKuGZB0lWA0c3qm6ZTdp3SfxQL4z79H6SUMVi0slfR7Q3458FtfwvYe/q/fP+IVGXhwLUVP9TjpOXct8Oi5DHQ6+dKuqN21XINKmc7kGdrVGENDBw42KRr8Gwa9h2WmOAAIIIIAAAggggAACCCCAAAIIIIBAnADBquEJ4flgteWgNq5ar+5XTNOIzjtVuzQhXD31Bq2bVSn7igB7aqtUvyEaexqKSl1+/CtdfOnJKbcLNCzXtLXr1Gj9tWulbvzeNFV+0Xbb/1G/9ry2XHdu2hhuM0FLZ09TRRfjYbRqg/plo3TNmol6aOtMDcnU05+WatS1a6MtJj64VTPPtv6zXktHXaPYX6To39Ju06ohszECCCDQtgJc/9rWm70hgAACCCCAQPEJ8NmuwDX5WBtuGK+7ttl2M/IWbVg8Xj0yfeYu8Kjo3tsCBKuG9fV0sGq//b9rlRZeOzMpXO01rFZrrhwYp2bd9v/2M4aQtuZdpqdZHqBlj9Ysmq46a9Zs18yBqT2ALR9eq5VV8WPMf3Q5bHlog25YtE/9rVh0SiQoTbWdFZ6uVP+nFmv8aZKCL6r7dMtTizVg3Shdo4e0dUY4lo38bcX5emnqXeofCWCtfV2xT9XZAtwchk0TBBBAoO0EuP61nTV7QgABBBBAAIHiFEj/fij4+ZAfBwSsYHWhdHP4M7etx+BkqFSfuSOfzx3YO110TAGCVcO6ezZYTbWmakK4ur7TJC2+rjppNuhnnx7RJ/ErARipdurSTSfErS0Q3rxhuSrXrlNAPlVd+ZRmDUvVKLKrgLY/eoXm/jkgdZqgpf8+TRWdjIaRd+OPn7lB4/dVa0P/lcF/RsPRxB6tsHRV//C3ZdYfYxd9K1h98Vx7KBt+0Q0Gq/YgNfQN3L6MAW7eh8KGCCCAQGEEuP4VxpVeEUAAAQQQQMA9AhneDxGsOlVG63P0i7ogxUQkK1hN+ZmbYNUp/A7bD8GqYek9GazGhao+jRg1U+W7FofWV42Eqy2NOti1XL3S3GLf/OGftPc90+UAfOr+5bPV8/jURWjcOF3VW/fkHpRGg9iBmnVNrarOMCxuXs1tQWdvw9mkwZmu0tzF43Ug3UU+TbD60tgNWnxpj7xGzEYIIIBAuwtw/Wv3EjAABBBAAAEEEGhnAdv7IT7ZOVSL4B2edym2EsDI4B2iVnBNsOqQMd0kCRCsGp4UngtWE0PVcXVaeH4v+d9Yquon16tJkq/nXK38yVjFHkOVjPbRhn/Tltq3DTUHq2/dzzW8Z+rNGh6/UDPrJaVY1zXlFh9t1Nwli7Vd0oSJL2h6heFw8mked2t+jrNJbevqjLw1FJCmvcgnLgUQ3jayXT5DZhsEEECg3QS4/rUbPTtGAAEEEEAAgSIRSPF+qEhG5v5hJCydF7y7dPP5wbtG005mYsaq++vezkdAsGpYAE8Fq2lCVft6pb7S1Lf/J7IVJFj9zSWauSsglc3UypuqVJ6tVu+t17SHlmqPfJo06VnVnJltg9b/PXihvtO+MrakSaG1Uu1/SxmEBi/6L+n88BqraW9LOGB/4NVETZy0VopbNqD1x0EPCCCAQJsKcP1rU252hgACCCCAAAJFKGB7P8RSAIWqT2xd27TL7xGsFgq/w/RLsGpYas8Eqw6GqhZhLFgdr8HP/Fh6oFJ7z1ipi7/2B/2u5j0NSPrdA2pW5hmrTa/cqgnPW/NPz9Xcm+ZrXFnmYvm3zlfVxtckjdX8m+dqTKlhcY2bp5ihmuHhUpG1WGNrsOawxmrSRT79YtzGw2cDBBBAoI0EuP61ETS7QQABBBBAAIGiFcj0fohgtVBlI1gtlCz9xgQIVg3PBk8Eqw6HqoUKVnV4s+bfs1CvSupVcY9WThyqtI+vat6p2sU3aV2zpD5ztX76WBU8V01afNySyLAcQPCWD+mhyELatv9W2icUVmvfFSvVPxyw2m9lYB0ew/95aY4AAu0nwPWv/ezZMwIIIIAAAggUh0CG90NDimOErh9F4uflxKUArlHo7tLgT7Ae+6JrsLr+4DmAdhMgWDWkd32wWoBQtWDBqgJqeLxGM+sPWiu9asSoWs2vLE8OV5sbtb5uupYcsB6eVa5Jk2pVc2baCNaw4umbW+uiruyf/BCp5G8iY33ELx0QW0hbsr5Ju0Zrbbub+OBWzTw7csGP/GViLJh17EjoCAEEECi8ANe/whuzBwQQQAABBBAoboH074eKe9xuGp31Of2aNZER2z8/Z/jM7aYDZKxFJ0CwalgSVwerBQpVCxesSmpuUO29s7Tuk1ChSsvGavLoKzTizHKVHmnUzl1P6ak3NqvhaLiQJ1Vr6bRJqij4dFXDE4fmCCCAAAIIIIAAAggggAACCCCAAAKeEiBYNSyna4PVAoaqBQ1Wrc79DVrz8I2qa7JmpKb78ami+0A1NDVInSpUM3GhJp1Jump4etMcAQQQQAABBBBAAAEEEEAAAQQQQCBHAYLVHKEizdwZrDZpU22NFn7gD91SP65OC8/vpUDDck1bu06N1m9LJ2nxddWq6GIIEm5eiIdXxY2kxa89r69R3ab12h6wB6w+de9ZpemXTtK4Po2qWzxLa4KzW8tVWblQN47qld8BsRUCCCCAAAIIIIAAAggggAACCCCAAAIZBAhWDU8PVwar/te0cNF8bQoea6nGfLNWN56yXjMdClWtXgserNrr1OyXP3zrv69LqXydbX/8742a+8BibW+xfudTxfD/0F3jK1TaybDQNEcAAQQQQAABBBBAAAEEEEAAAQQQQIBgNaVASVNT0zHTs8OVwWrDclWuXadUN9K3dqZqxK9Ng9UsRbPPxLWalg+Yq7umjFUvewBrWnjaI4AAAggggAACCCCAAAIIIIAAAgggYBNgxqrh6eDGYLVx43RVb92TdKROhapWx7Fg9QINXDtDevi7ev+MX2jk0D9o2/WN6pv0u1+qWYPVt+7nGt7TsAg5ND/40q2q3rQ9Gib7uk/T0hkTNNCXw8Y0QQABBBBAAAEEEEAAAQQQQAABBBBAIIsAwarhKeK+YNWvVx+5QvP3xx+ok6FqfLBqAlq4YFUKqOHx6ZpZb60gG/qZMPEFTa8wGR9tEUAAAQQQQAABBBBAAAEEEEAAAQQQSC1AsGp4ZrguWG1pUO1PZ2ljl4Ea2necRgw+S2d9YaDKuzs7dbN529363YIXzTR9ozXwl7dpSJnZZjm3bjmoV/9zrubvbZQ6V2r+7Bs0plD7ynlQNEQAAQQQQAABBBBAAAEEEEAAAQQQ8IIAwaphFd0XrAYUOOqTz9kcNaVa85Ej+sfnBqDHddOJxxu0z7NpwO+XEh9ylWdfbIYAAggggAACCCCAAAIIIIAAAggggIAlQLBqeB64Llg1PD6aI4AAAggggAACCCCAAAIIIIAAAggggEB2AYLV7EZxLQhWDcFojgACCCCAAAIIIIAAAggggAACCCCAgAcFCFYNi0qwaghGcwQQQAABBBBAAAEEEEAAAQQQQAABBDwoQLBqWFSCVUMwmiOAAAIIIIAAAggggAACCCCAAAIIIOBBAYJVw6ISrBqC0RwBBBBAAAEEEEAAAQQQQAABBBBAAAEPChCsGhaVYNUQjOYIIIAAAggggAACCCCAAAIIIIAAAgh4UIBg1bCoBKuGYDRHAAEEEEAAAQQQQAABBBBAAAEEEEDAgwIEq4ZFJVg1BKM5AggggAACCCCAAAIIIIAAAggggAACHhQgWDUsKsGqIRjNEUAAAQQQQAABBBBAAAEEEEAAAQQQ8KAAwaphUQlWDcFojgACCCCAAAIIIIAAAggggAACCCCAgAcFCFYNi0qwaghGcwQQQAABBBBAAAEEEEAAAQQQQAABBDwoQLBqWNRiCFbfffddw1HTHAEEEEAAAQQQQAABBBBAAAEEEEAAAQScFDjllFNa3V1ZWVmr+8ing7cPbVO35j4qLS1VSUmJcRclTU1Nx0y3KoZg1XTMtEcAAQQQQAABBBBAAAEEEEAAAQQQQAABZwUOHz7c6g4JVltNSAcIIIAAAggggAACCCCAAAIIIIAAAggg4CYBglXDajFj1RCM5ggggAACCCCAAAIIIIAAAggggAACCHhQgGDVsKgEq4ZgNEcAAQQQQAABBBBAAAEEEEAAAQQQQMCDAgSrhkUlWDUEozkCCCCAAAIIIIAAAggggAACCCCAAAIeFCBYNSwqwaohGM0RQAABBBBAAAEEEEAAAQQQQAABBBDwoADBqmFRCVYNwWiOAAIIIIAAAggggAACCCCAAAIIIICABwUIVg2LSrBqCEZzBBBAAAEEEEAAAQQQQAABBBBAAAEEPChAsGpY1A4VrLb4tXvLY1q7fZsC3S/Tt6uu1LAeuYEdenGhXv/Pt/S5vXnpWep361wNOz23PpJatfi1/82Xte2dP6v+L/X68IQhGtn3n/WVr56nYX1L8+yUzRBAAAEEEEAAAQQQQAABBBBAAAEEEDAXIFg1NOswwWrLAT2/bKrueN8fE+r0dd183d26rFd2tLeXjFPD3kr1GOiLNm7+43oFLl+jy6/IoYOEXTTtWqWfrntEbxxNve/SU6/WnVOnaNjJ2cdGCwQQQAABBBBAAAEEEEAAAQQQQAABBForQLBqKNhRgtXA397Qw/dfr8eOxAP5Bt+njT8cplhcKunzgP6fPxDXsLG2SvvLl2vMJbEQNdXvJJ9KT/TpuAx1OLBpjib//nVF99C5nwZ1s0YQ0IG/7Vc0+jUIfg3LTnMEEEAAAQQQQAABBBBAAAEEEEAAAQTiBAhWDU8IzwerLQf0dN0T6vGdGRrZ+Q0tuzchXD31Zq2/8VJ1t7m9s6xSf3oqPlg1Ye0ya50uH2/vMbZ1oH6Zah59XPutX3W7VDdPnKHLBtlu+z/q1+6Xl+mnv38m3Ob7evCmGRpyvMkIWt/2zSXDVbNqsup2XK8v59LdofW67pK9mhpt/6buG16j1bZtJz+yQ9efE/tFcB+q045ZOe0hl1HQBgEEEGh7Aa5/bW/OHhFAAAEEEECguASS3g8V1/BcPZpd92n41ZFP1qN1+7P3q+o064iyf+Z29XEz+HYTIFg1pPd0sGq//b/blbp75uykcLX38BX69YRBcWrWbf//Z4MhpK15lxlplgdo2a1VC6bqYWvWbLfMgak9gO33tRVa/Z34MeY/uhy2tF4UF+zVACsWrYkPQ1Nv/bHWz7pIP9saC2KTQtPgi8He4IvAua9fp4vu2BLqagrBag4VoQkCCBStANe/oi0NA0MAAQQQQACBNhJIfj/URjv2/m4SAuuPf3udLnphrJ5bUqUPEicq2T5zh4JXfhDIT4Bg1dDNs8FqqjVVE8LVJzpN0f03XJ00G/SzT/1KWAnASPV/HF+qsri1BcKb1y/TuEcfV0A+fXvCs5o9PFWjyK4C2lZ3iea8E5A6fV8P3jlDQzoZDSPvxsGL9b6peq7/iuA/s80otdrfobEacMdejQ3PWLWC1c3fsIey1rdpKzQg+u2aFNlPtv7zPhA2RAABBAoswPWvwMB0jwACCCCAAAJFL5Dq/VDRD9olAwzZztP9l0eeuh37XD3gseyfuV1ymAyzyAQIVg0L4slgNS5U9WnkmNnq98ai0PqqkXC1Zb8OdO2n3mlusW/+cKd2N5ouB+DTKWcPTdvn/qenavKru3MPSqNB7CDNnrFC3y43LG5ezUPfNu61Zqqennh7f6oOrQv7Zo3dMVabg/8MLR1AsJoXPhshgICrBLj+uapcDBYBBBBAAAEECiCQ+v1QAXZEl5aAbQarcpjMBBoC+QgQrBqqeS5YTQxVv/Wo7h7XW/4d92rSuifVJMnXa55Wz75QvTNYHXpqpl5a1mCoWaHy1Uv19Z6pN6tf8w1d+6akFOu6ptzio2c05z8WaZukH1z1imYMMRxOPs3jbjWwhay2tVHt3cYC1MgLKsFqPuxsgwAC7hPg+ue+mjFiBBBAAAEEEHBWIN37IWf3Qm9BgeBn9Z9J854LzmDNZTITcgjkI0CwaqjmqWA1TahqX6/Ud0Lq2/8T2QoSrD5+oa59IyCdOFur516pftlq1fikapbdq93yacoPX9CPBmfboPV/D96eH1n/NNJdeB1U+99GWxfz8kc1/JWx4aUCCFZbr08PCCDgGgFrDSuuf64pFwNFAAEEEEAAgQIIZHg/VIC9deAuI2vYSvYHQhOsduBTosCHTrBqCOyZYNXBUDX4ZVB0xmqV/uX5WdKScdpdvkaXj9yu307er0FJv1uiZmWesdr04hxV/e51Sd/QvLkL9M0TMxfL/+ptqnz6FUkXasFt83TeCYbFNW6eYoZqhqc7Bh9QtSp5J9bFfuwr2dd7YY1V4wKxAQIIFIkA178iKQTDQAABBBBAAIF2E8j0fuj6NHc8tttgXbtjawJTjVaneOgzwapri1r0AydYNSyRJ4JVh0PVQgWr+tsLum3hHXpZUu8h92n1VcOU9vFVn76hZYuu12OfSuo7TxtnXqhSw9oaN7e+cawbEHzCYGRpbCn7cgCh/STPWK1RXezBVymeUEiwalwhNkAAgaIU4PpXlGVhUAgggAACCCDQhgLx74facMee3lWmz8zBYDvLZ25P43BwBRMgWDWkdX2wWoBQtWDBqgKqX3OVrn3zgLXSq0aOWaEFl/VLDlc/3a8nHpqqez+0Hp7VT1N+uEI/Gpw2gjWsePrm1oV5Rf/Qei32n9wC0MQX0vA3a7aO7LctWL/OrV/HDo+OEEAAgQIJcP0rECzdIoAAAggggIBrBAhWC1Gq1LOCR+v2Z+9X1WnZP3MXYkz06X0BglXDGrs6WC1QqFq4YFXSp29p2T3X6rEjoUKVnnih/nXMdzSyop9OOLJff/zjb/TEjhdUfzRcyJOv1oMzpmhIwZcBMDxxaI4AAggggAACCCCAAAIIIIAAAggg4CkBglXDcro2WC1gqFrQYNXq/O9vadWD1+nhj60Zqel+fBrSY5DqP35L6nSWfjTlHk0ZXPDFAAzPHpojgAACCCCAAAIIIIAAAggggAACCHhFgGDVsJLuDFab9PzSybrjfX/olvpvPaq7x/VWoH6Zah5kh1JjAAAgAElEQVR9XPut354wRfffcLWGHG8IEm5eiIdXxY2kxa/dW36ph3//pLYF7AGrT917XamfXP6v+uYZ+/Xw/75Wq4KzW/vpssvu1s1jeud3QGyFAAIIIIAAAggggAACCCCAAAIIIIBABgGCVcPTw5XB6t9f0R0LbtPzwWMt1XkXr9D/OvUJTXcoVLV6LXiwaq/Tp375w7f++44vla+z7Y8Hn9Gc+xdpW4v1O5+GfO1+3XPlWSrtZFhomiOAAAIIIIAAAggggAACCCCAAAIIIECwmlKgpKmp6Zjp2eHKYLV+mcY9+rhS3Ujf2pmqEb82DVazFM0+E9dq2u+L83RPzYXqbQ9gTQtPewQQQAABBBBAAAEEEEAAAQQQQAABBGwCzFg1PB3cGKzuf3qqJr+6O+lInQpVrY5jweo4fem/Zkm1VdpfvlxjvrJdr87Yr35Jv6tTsypUvnqpvt7TsAg5ND+waY4m//71aJjs6zFDtdd/X4N8OWxMEwQQQAABBBBAAAEEEEAAAQQQQAABBLIIEKwaniLuC1b9evnBS3TbvvgDdTJUjQ9WTUALF6xKAdWvmapr37RWkA39/OCqVzRjiMn4aIsAAggggAACCCCAAAIIIIAAAggggEBqAYJVwzPDdcFqy1taduu1evr4QfpK32/p60OG6F++OEj9ejg7dbN5y0L9dv4mM03fGH3pV/N19olmm+XcuuWAXn5kjm77y36p86VaMOdmnVeofeU8KBoigAACCCCAAAIIIIAAAggggAACCHhBgGDVsIruC1YDChz1yedsjppSrdnv16efG4D6SnXy8Qbt82wa+LtfSnzIVZ59sRkCCCCAAAIIIIAAAggggAACCCCAAAKWAMGq4XngumDV8PhojgACCCCAAAIIIIAAAggggAACCCCAAALZBQhWsxvFtSBYNQSjOQIIIIAAAggggAACCCCAAAIIIIAAAh4UIFg1LCrBqiEYzRFAAAEEEEAAAQQQQAABBBBAAAEEEPCgAMGqYVEJVg3BaI4AAggggAACCCCAAAIIIIAAAggggIAHBQhWDYtKsGoIRnMEEEAAAQQQQAABBBBAAAEEEEAAAQQ8KECwalhUglVDMJojgAACCCCAAAIIIIAAAggggAACCCDgQQGCVcOiEqwagtEcAQQQQAABBBBAAAEEEEAAAQQQQAABDwoQrBoWlWDVEIzmCCCAAAIIIIAAAggggAACCCCAAAIIeFCAYNWwqASrhmA0RwABBBBAAAEEEEAAAQQQQAABBBBAwIMCBKuGRSVYNQSjOQIIIIAAAggggAACCCCAAAIIIIAAAh4UIFg1LCrBqiEYzRFAAAEEEEAAAQQQQAABBBBAAAEEEPCgAMGqYVGLIVh99913DUdNcwQQQAABBBBAAAEEEEAAAQQQQAABBBBwUuCUU05pdXdlZWWt7iOfDt4+tE3dmvuotLRUJSUlxl2UNDU1HTPdqhiC1UAgYDps2iOAAAIIIIAAAggggAACCCCAAAIIIICAgwLNzc2t7o1gtdWEZh0QrJp50RoBBBBAAAEEEEAAAQQQQAABBBBAAAGnBQhWDUWZsWoIRnMEEEAAAQQQQAABBBBAAAEEEEAAAQQ8KECwalhUglVDMJojgAACCCCAAAIIIIAAAggggAACCCDgQQGCVcOiEqwagtEcAQQQQAABBBBAAAEEEEAAAQQQQAABDwoQrBoWlWDVEIzmCCCAAAIIIIAAAggggAACCCCAAAIIeFCAYNWwqASrhmA0RwABBBBAAAEEEEAAAQQQQAABBBBAwIMCBKuGRSVYNQSjOQIIIIAAAggggAACCCCAAAIIIIAAAh4UIFg1LGqHClZb/Nrz+jr9esd2BU6uVNWlVRraPTewj16+W39c/bY+tzfvNlhnzJmjL5+eWx9JrVr8aqx/Vdt379Fb776lAyecpRF9BmrosDEa2qc0z07ZDAEEEEAAAQQQQAABBBBAAAEEEEAAAXMBglVDsw4TrLYc1KaHpmvhB/6YUKcRuvHHd6qyZ3a0dx6o1J/3XaTuX/BFGzfv3KDPLlupi8f3yt5BQoumN9do4ZMrtfNo6k1LT63W/CmTNPQk467ZAAEEEEAAAQQQQAABBBBAAAEEEEAAAWMBglVDso4SrAYO71Tdspu07pN4IN+Z92j9pKGKxaWSPg/ob0c+i2v43sPf1ftn/EIjL46FqKl+Jx2nrmU+HZehDgdfulXVm7YrEGnTuVwDu1ojCOjg4UZFo1+D4New7DRHAAEEEEAAAQQQQAABBBBAAAEEEEAgToBg1fCE8Hyw2nJQG1etV/crpmlE552qXZoQrp56g9bNqpR9RYA9tVWq3xCNPQ1FpS4//pUuvvTklNsFGpZr2tp1arT+2rVSN35vmiq/aLvt/6hfe15brjs3bQy3maCls6epoovxMFq1Qf2yUbpmzUQ9tHWmhuTS06ENuuGKfaqOtq/X0lHXaK1t24kPbtXMs61fxP9t5K0btPjSHrnshTYIIIBA8Qlw/Su+mjAiBBBAAAEEEGhbgaT3Q227e0/v7U9LNera2CfrdJ+rLYPY3zwtwsEVWIBg1RDY08Gq/fb/rlVaeO3MpHC117BarblyYJyaddv/288YQtqad5meZnmAlj1as2i66qxZs10zB6b2ALZ8eK1WVsWPMf/R5bCl9aK4aJ/6W7HolEgYmmm7j7XhhvG6a1ssiA0Gs3pIW2eEY9ngi8E+3fLUXGnReO2L9Bt8AX5J5z+1WONPy2FsNEEAAQSKSoDrX1GVg8EggAACCCCAQDsIJL8faodBeHSX1qSkleof+bwc/Vy9WAPWpfvMzWdrj54MbXZYBKuG1J4NVlOtqZoQrq7vNEmLr6tOmg362adH9En8SgBGqp26dNMJcWsLhDdvWK7KtesUkE9VVz6lWcNSNYrsKqDtj16huX8OSJ0maOm/T1NFJ6Nh5N3442du0Ph91drQf2Xwn9FwNE2PVvuFOl/979ynC8IzVq1g9cVz7aFs+AVhxfl66RFp7uLxisxRtdqu7M+s1bwLxoYIINBuAlz/2o2eHSOAAAIIIIBAkQikej9UJENz/zCsIHVVf22Ifn62QuyF0s2hYDXlZ24mLbm/7u18BASrhgXwZLAaF6r6NGLUTJXvWhxaXzUSrrY06mDXcvVKc4t984d/0t73TJcD8Kn7l89Wz+NTF6Fx43RVb92Te1AaDWIHatY1tao6w7C4eTUPfdsYnFHaO/H2/lQdWoHpi7pg6wV6MfjP0NIBaYPVpIu8bX/BZQL4QQABBNwiwPXPLZVinAgggAACCCBQKIHU74cKtbcO32/w7tLQRKUD6SYzEax2+NOktQAEq4aCngtWE0PVcXVaeH4v+d9Yquon16tJkq/nXK38yVjFHkOVjPbRhn/Tltq3DTUHq2/dzzW8Z+rNGh6/UDPrJaVY1zXlFh9t1Nwli7Vd0oSJL2h6heFw8mketzZO9tAzFqBGXlBNgtXwLSO6xfYNXD6DZhsEEECg7QW4/rW9OXtEAAEEEEAAgeISSPd+qLhG6YHR2NZZjTyjJPfJTB44fg6hTQUIVg25PRWspglV7euV+kpT3/6fyFaQYPU3l2jmroBUNlMrb6pSebZavbde0x5aqj3yadKkZ1VzZrYNWv/34DIAd26L72hSaK1U+9+CF/O+v9Ko1y4ILxVgFqxG+wr33fqR0wMCCCDQhgLWm1uuf20Izq4QQAABBBBAoOgEMrwfKrqxemVAtmeUsBSAV4pafMdBsGpYE88Eqw6GqhZhLFgdr8HP/Fh6oFJ7z1ipi7/2B/2u5j0NSPrdA2pW5hmrTa/cqgnPW/NPz9Xcm+ZrXFnmYvm3zlfVxtckjdX8m+dqTKlhcY2bp5ihmuHpjsEHVK1J3on1JMILXku/3ktwke01sQddGQ+TDRBAAIF2FuD6184FYPcIIIAAAggg0O4Cmd4PzWSZN0fqE3n+Sey5J6yx6ggsnWQUIFg1PEE8Eaw6HKoWKljV4c2af89CvSqpV8U9WjlxqNI+vqp5p2oX36R1zZL6zNX66WNV8Fw1aWFsSyL7cgChUy55xuo1Cs10Df5Enl5oPbxq6j5Vh9diNTxdaY4AAggUoQDXvyIsCkNCAAEEEEAAgTYViH8/1Ka79vLOgp+jpYcin59t/y1rolOqz9ysserlM6JNjo1g1ZDZ9cFqAULVggWrCqjh8RrNrD9orfSqEaNqNb+yPDlcbW7U+rrpWnLAenhWuSZNqlXNmWkjWMOKp29ufeO4sv8GLb60R1yj5G/JUvWR+EJq/fc1Wmtras1knSnrhcH+21CDyDoxjh0MHSGAAAJtJsD1r82o2RECCCCAAAIIFKkAwWqhChO/XN9I3RINTtN85ma2cKFK0WH6JVg1LLWrg9UChaqFC1YlNTeo9t5ZWvdJqFClZWM1efQVGnFmuUqPNGrnrqf01Bub1XA0XMiTqrV02iRVFHy6quGJQ3MEEEAAAQQQQAABBBBAAAEEEEAAAU8JEKwaltO1wWoBQ9WCBqtW5/4GrXn4RtU1WTNS0/34VNF9oBqaGqROFaqZuFCTziRdNTy9aY4AAggggAACCCCAAAIIIIAAAgggkKMAwWqOUJFm7gxWm7SptkYLP/CHbqkfV6eF5/dSoGG5pq1dp0brt6WTtPi6alV0MQQJNy/Ew6viRtLi157X16hu03ptD9gDVp+696zS9EsnaVyfRtUtnqU1wdmt5aqsXKgbR/XK74DYCgEEEEAAAQQQQAABBBBAAAEEEEAAgQwCBKuGp4crg1X/a1q4aL42BY+1VGO+WasbT1mvmQ6FqlavBQ9W7XVq9ssfvvXf16VUvs62P/73Rs19YLG2t1i/86li+H/orvEVKu1kWGiaI4AAAggggAACCCCAAAIIIIAAAgggQLCaUqCkqanpmOnZ4cpgtWG5KteuU6ob6Vs7UzXi16bBapai2WfiWk3LB8zVXVPGqpc9gDUtPO0RQAABBBBAAAEEEEAAAQQQQAABBBCwCTBj1fB0cGOw2rhxuqq37kk6UqdCVavjWLB6gQaunSE9/F29f8YvNHLoH7Tt+kb1TfrdL9Wswepb93MN72lYhByaH3zpVlVv2h4Nk33dp2npjAka6MthY5oggAACCCCAAAIIIIAAAggggAACCCCQRYBg1fAUcV+w6terj1yh+fvjD9TJUDU+WDUBLVywKgXU8Ph0zay3VpAN/UyY+IKmV5iMj7YIIIAAAggggAACCCCAAAIIIIAAAgikFiBYNTwzXBestjSo9qeztLHLQA3tO04jBp+ls74wUOXdnZ262bztbv1uwYtmmr7RGvjL2zSkzGyznFu3HNSr/zlX8/c2Sp0rNX/2DRpTqH3lPCgaIoAAAggggAACCCCAAAIIIIAAAgh4QYBg1bCK7gtWAwoc9cnnbI6aUq35yBH943MD0OO66cTjDdrn2TTg90uJD7nKsy82QwABBBBAAAEEEEAAAQQQQAABBBBAwBIgWDU8D1wXrBoeH80RQAABBBBAAAEEEEAAAQQQQAABBBBAILsAwWp2o7gWBKuGYDRHAAEEEEAAAQQQQAABBBBAAAEEEEDAgwIEq4ZFJVg1BKM5Agj8//buPT6q6t77+DcRp1yGoFwEFBOocCqY1oIcFSxeAl4il4iWY3mBUQIKNOV2UDhF5EGKeIBSBRoJIqFyKVJOFUSkXkAFJfAU0XICPhYKJLVA8TCn4CDpCPF57cltJjNJZk0ymZnNJ/9QJ7+99trvtbuz883aayOAAAIIIIAAAggggAACCCCAAAI2FCBYNRxUglVDMMoRQAABBBBAAAEEEEAAAQQQQAABBBCwoQDBquGgEqwaglGOAAIIIIAAAggggAACCCCAAAIIIICADQUIVg0HlWDVEIxyBBBAAAEEEEAAAQQQQAABBBBAAAEEbChAsGo4qASrhmCUI4AAAggggAACCCCAAAIIIIAAAgggYEMBglXDQSVYNQSjHAEEEEAAAQQQQAABBBBAAAEEEEAAARsKEKwaDirBqiEY5QgggAACCCCAAAIIIIAAAggggAACCNhQgGDVcFAJVg3BKEcAAQQQQAABBBBAAAEEEEAAAQQQQMCGAgSrhoNKsGoIRjkCCCCAAAIIIIAAAggggAACCCCAAAI2FCBYNRzUWAhWDx8+bNhryhFAAAEEEEAAAQQQQAABBBBAAAEEEECgPgVat25d5+aSkpLq3EY4DXx2Ml/Niq+S0+lUQkKCcRMJLpfrW9OtYiFYNe0z9QgggAACCCCAAAIIIIAAAggggAACCCBQvwJnzpypc4MEq3UmpAEEEEAAAQQQQAABBBBAAAEEEEAAAQQQiCcBglXD0WLGqiEY5QgggAACCCCAAAIIIIAAAggggAACCNhQgGDVcFAJVg3BKEcAAQQQQAABBBBAAAEEEEAAAQQQQMCGAgSrhoNKsGoIRjkCCCCAAAIIIIAAAggggAACCCCAAAI2FCBYNRxUglVDMMoRQAABBBBAAAEEEEAAAQQQQAABBBCwoQDBquGgEqwaglGOAAIIIIAAAggggAACCCCAAAIIIICADQUIVg0HlWDVEIxyBBBAAAEEEEAAAQQQQAABBBBAAAEEbChAsGo4qBdVsFri1sGPXtHa3fnytByg+zMGq0er0MBOvjdHu36zXxd8y53XKeXJaepxZWhtBFSVuFW47wPlf/5nFfylQMeap6pXh3/RDf96m3p0cIbZKJshgAACCCCAAAIIIIAAAggggAACCCBgLkCwamh20QSrJcf1Ts5IzfrCXSmUeLOmTpinAe1qR/tsUV8dOJKuVp0dFcXFH2+UZ9AaDbovhAaq7ML16Uo9vf4l7T0ffN/ONqP0zMhM9bi89r5RgQACCCCAAAIIIIAAAggggAACCCCAQF0FCFYNBS+WYNVzeq+WLZyoV876Azm6Pq8tj/RQZVwq6YJH/+v2+BUW5WaoMHmp+txbGaIG+0xyyNnCoUtrGIfjW6do+Nu7VLGHRinq0szqgUfHTxeqIvo1CH4Nh51yBBBAAAEEEEAAAQQQQAABBBBAAAEE/AQIVg1PCNsHqyXH9Ubeq2r1QLZ6NdqrnOeqhKttpmrj4/3V0sft85x0/WmDf7Bqwtp4/HoNGujbYuXWnoIcZa1ap0Lro2b9NXVotgZ08Xns/7xbBz/I0dNvby6reVBLnshWahOTHtS9dt+inspaOVx5eybqB6E0d3KjJtx7RCMr6vfp+Z5ZWu2z7fCX9mjiD60PqnwvM097xoe0l1B6Qg0CCCDQsAJc/xrWm70hgAACCCCAQOwJBNwPxV4X47ZHnz6vnqPKf7O+RU+9uVAZVwT5vdr6iN+t43aYY6njBKuGo2HrYNX38f9mgzVv3KSAcLV9z+X63ZAufmrWY///vckQ0qe8cXY1ywOUHNTK2SO1zJo126zmwNQ3gE25cblWP+Dfx/B7F8KW1g/F2UfUyYpFs8rD0Jq2O6WN4+/WL3ZWBrHeYFY+gan3h8ER7w+BTq/01PKOb2nhIGuB29KQ9ciM8v8OoX+UIIAAAjEjwPUvZoaCjiCAAAIIIIBAlAQC74ei1BH77bZKYH3q9Qm6+900vbUoQ628v0tvU1qok6Hsp8MRRUiAYNUQ1rbBarA1VauEq68mZmrh5FEBs0G/OedWlZUAjFQvaeJUkt/aAmWbF+So76p18sih+4e8qUk9gxWV78qj/Lx7NeVzj5T4oJY8k63URKNuhF3svVgfHam3Oi73/lvbbFKrfpbS1GnWkYqLuhWsbrvVN5S1LvrL1enNkTpyr/Vv+V/ZpNLtZ5QFrWF3mw0RQACBBhfg+tfg5OwQAQQQQAABBGJMINj9UIx1MW67E/i7cvnv1QuVIWtClDTDG7LyhUD9CRCsGlraMlj1C1Ud6tVnklL2zi1dX7U8XC0p1PGmKWpfzSP2xcc+0cEi0+UAHGp9ffdq2yx8Y6SG7zgYelBaEcR20aTs5bo/2XBwwyov/WvjEWum6pVVH+8P1mD5X8nStM3nr2XVB6uVgWppa9b+ZknTq34eVufZCAEEEGhAAa5/DYjNrhBAAAEEEEAgJgWC3w/FZFft0CnfGax+SwRYB2ewlJ8dLDiGiAkQrBrS2i5YrRqq3rVK8/q2l3vPcxq2/jW5JDnazdDqSf3UvgarkxvG6f2cA4aa3ZS8erFubht8s4I1t2rsPklB1nUNusWXmzXll3OVL+knD21Xdqphd8Ip93vUwCdk9a6NGvhVGaD6P4ZQe7Dqs85q76fKHmUIp8NsgwACCERHgOtfdNzZKwIIIIAAAgjEjkB190Ox00Mb9cT7u/ovpPJl9KxgNa9Txe/SAcvx2ejQOZSGFSBYNfS2VbBaTajqu16po3nwx/+rskUkWF3XT2P3eqQWk7R62mCl1DZWRa8pK+c5HZRDmY+8q0e71rZB3b/vXQZg1kf+DZUtgO37vVusi3nyKvXcnla2VIBpsFq+i9Lwdls/1lit++jRAgIINJiAdSPL9a/BuNkRAggggAACCMSgQA33QzHY2zjuUvkatlLlC6GDHA4vEIvjMY6trhOsGo6HbYLVegxVLcLKYDVD339nvLSorw4mr9GgXrv1+vBCdQn4bJGKVfOMVdd7U5Txh12SbtWMabN1Z4uaB8u9Y7rS39guqZ9mT5+h25obDq5xeZAZqjVcnL1/EVsZuBPrYp+2vZo1VlemaVvmEY30WWCbNVaNB4oNEEAgygJc/6I8AOweAQQQQAABBKIuUNP90MRqnniMeqfjrgNlT3qWTXaqsfsEq3E3urHaYYJVw5GxRbBaz6FqpIJVnX5X0+fM0geS2qc+r9UP9VC1r686t1c5cyfqlXOSOszQlnH95DQcW+PyKo8SlG5f+3IApXWBM1azlFf54ivv+i9H9JT35VVZ0kvlL7Yq/UFR+d/GvWYDBBBAIMoCXP+iPADsHgEEEEAAAQSiLsAb6iMxBOUvlg72Qumqj/6zFEAkRuDibJNg1XDc4z5YjUCoGrFgVR4VrHlIY/cdt1Z6Va8+yzV7QEpguHquUK++OFLPHbNenpWizEeW69Gu1UawhiNefbl1IV7eMfCR/Jou5pWtVf1B6rOGallRxWMLZWvDlC844F1WYBDvMay3gaQhBBBoYAGufw0Mzu4QQAABBBBAIOYECFYjMSTBZwXfoqfetF7+XLlEgHffvLskEkNwUbZJsGo47HEdrEYoVI1csCrp3H7lzB+rV86WDpSzRT893OcB9eqWouZnC/Xxx7/Xq3veVcH5soG8fJSWZGcqNeLLABieOJQjgAACCCCAAAIIIIAAAggggAACCNhKgGDVcDjjNliNYKga0WDVavyr/Vq5ZIKWnbJmpFb35VBqqy4qOLVfSrxOj2bOV2bXiC8GYHj2UI4AAggggAACCCCAAAIIIIAAAgggYBcBglXDkYzPYNWldxYP16wv3KWP1N+1SvP6tpenIEdZq9ap0Pq0eaYWTh6l1CaGIGXlkXh5lV9PStw6+NHLWvb2a8r3+AasDrVsN1g/G/Sw7ry6UMv+c6xWeme3pmjAgHma2qd9eAfEVggggAACCCCAAAIIIIAAAggggAACCNQgQLBqeHrEZbD61XbNmj1d73iP1anb7lmu/2jzqsbUU6hqtRrxYNV3nM655S579N/RxClHI59vntisKQvnKr/E+syh1BsXav7g6+RMNBxoyhFAAAEEEEAAAQQQQAABBBBAAAEEECBYDSqQ4HK5vjU9O+IyWC3IUd9V6xTsQfq6zlQt92vQYLWWQfOdiWuVplwzQ/Oz+qm9bwBrOvDUI4AAAggggAACCCCAAAIIIIAAAggg4CPAjFXD0yEeg9XCN0Zq+I6DAUdaX6Gq1XBlsNpX3/uv8VJuhgqTl6rPDbu1I7tQKQGf5alY3ZS8erFubms4CCGUH986RcPf3lURJjtaZSt34oPq4ghhY0oQQAABBBBAAAEEEEAAAQQQQAABBBCoRYBg1fAUib9g1a0Pltyr6Uf9D7Q+Q1X/YNUENHLBquRRwZqRGrvPWkG29OsnD21XdqpJ/6hFAAEEEEAAAQQQQAABBBBAAAEEEEAguADBquGZEXfBasl+5Tw5Vm806aIbOtylm1NT9f1ruiilVf1O3Sz+aI5en7nVTNPRR9/77Uxd38Jss5CrS47rg5emaPpfCqVG/TV7ylTdFql9hdwpChFAAAEEEEAAAQQQQAABBBBAAAEE7CBAsGo4ivEXrHrkOe+Qo35z1KBqxW63zl0wAHU4dXkTg/owSz1fuaWqL7kKsy02QwABBBBAAAEEEEAAAQQQQAABBBBAwBIgWDU8D+IuWDU8PsoRQAABBBBAAAEEEEAAAQQQQAABBBBAoHYBgtXajfwqCFYNwShHAAEEEEAAAQQQQAABBBBAAAEEEEDAhgIEq4aDSrBqCEY5AggggAACCCCAAAIIIIAAAggggAACNhQgWDUcVIJVQzDKEUAAAQQQQAABBBBAAAEEEEAAAQQQsKEAwarhoBKsGoJRjgACCCCAAAIIIIAAAggggAACCCCAgA0FCFYNB5Vg1RCMcgQQQAABBBBAAAEEEEAAAQQQQAABBGwoQLBqOKgEq4ZglCOAAAIIIIAAAggggAACCCCAAAIIIGBDAYJVw0ElWDUEoxwBBBBAAAEEEEAAAQQQQAABBBBAAAEbChCsGg4qwaohGOUIIIAAAggggAACCCCAAAIIIIAAAgjYUIBg1XBQCVYNwShHAAEEEEAAAQQQQAABBBBAAAEEEEDAhgIEq4aDSrBqCEY5AggggAACCCCAAAIIIIAAAggggAACNhQgWDUc1FgIVg8fPmzYa8oRQAABBBBAAAEEEEAAAQQQQAABBBBAoD4FWrduXefmkpKS6txGOA18djJfzYqvktPpVEJCgnETCS6X61vTrWIhWPV4PKbdph4BBBBAAAEEEEAAAQQQQAABBBBAAAEE6lGguNES9RMAACAASURBVLi4zq0RrNaZ0KwBglUzL6oRQAABBBBAAAEEEEAAAQQQQAABBBCobwGCVUNRZqwaglGOAAIIIIAAAggggAACCCCAAAIIIICADQUIVg0HlWDVEIxyBBBAAAEEEEAAAQQQQAABBBBAAAEEbChAsGo4qASrhmCUI4AAAggggAACCCCAAAIIIIAAAgggYEMBglXDQSVYNQSjHAEEEEAAAQQQQAABBBBAAAEEEEAAARsKEKwaDirBqiEY5QgggAACCCCAAAIIIIAAAggggAACCNhQgGDVcFAJVg3BKEcAAQQQQAABBBBAAAEEEEAAAQQQQMCGAgSrhoN6UQWrJW4d2rVev9uzW57L05XRP0PdW4YG9uUH8/Tx6s90wbe8WVddPWWKfnBlaG0EVJW4VVSwQ7sPHtL+w/t1vPl1uumqzureo4+6X+UMs1E2QwABBBBAAAEEEEAAAQQQQAABBBBAwFyAYNXQ7KIJVktOaOuLYzTnb+5KocSb9PhPn1F629rRPn8hXX8+erdaftdRUVz8ySZ9M2CF7hnYrvYGqlS49q3RnNdW6JPzwTd1thmhmZnD1P0y46bZAAEEEEAAAQQQQAABBBBAAAEEEEAAAWMBglVDsoslWPWc+UR5OU9o/df+QI5r52vjsO6qjEslXfDo9Nlv/Ar/uuzH+uLqX6vXPZUharDPpEvVNMmhS2sYhxPvP6kRW3fLU17TKFmdm1o98OjEmSJVRL8Gwa/hsFOOAAIIIIAAAggggAACCCCAAAIIIICAnwDBquEJYftgteSEtqzcqJb3jdZNjT5R7uIq4WqbyVo/Pl2+KwIcys1QwaaK2NNQVGr809/qnv6XB93Oc2CpRq9dryLru03T9fi/jVb6NT6P/Z9369CHS/XM1i1lNUO0eNJodWts3I06bVCQ01uPrRmqF3eOU2ooLZ3cpMn3HdWIivoCLe79mNb6bDt0yU6Nu963sVPaNHmgjmZW/TyUHVKDAAIIxIgA178YGQi6gQACCCCAAAJREwi4H4paT+y747DuOe3LwZFFToBg1dDW1sGq7+P/TTM0Z+y4gHC1XY9crRnc2U/Neuz/s82GkD7ljcdUszxAySGtmTtGedas2aY1B6a+AWxyz1ytyPDvY/i9C2FL64I996g6WrFoSKFnaUD6bH5lEOsNZvWidmaXxbJ/WqzeY4/q5xsWaOAVpX04tXmyBj6Tr8DANYQ+UoIAAgjEhADXv5gYBjqBAAIIIIAAAlEUCLwfimJnbLrr8O45bYrBYUVYgGDVENi2wWqwNVWrhKsbE4dpwYQRAbNBvzl3Vl/7rwRgpJrYuJma+60tULb5gaVKX7teHjmUMXiDxvcIVlS+K492r7pP0/7skRKHaPH/Ga1uiUbdCLvYG3geHaFNHVd4/60IR6tp0aqfo9vV8ZmjuqNsxqoVrL73I9+ZqNYM1hXqWB6sesNb6fbvPqujfnVhd5sNEUAAgQYX4PrX4OTsEAEEEEAAAQRiTCDY/VCMdTHuuxPWPWfcHzUHEC0BglVDeVsGq36hqkM39R6n5E8XlK6vWh6ulhTpRNNktavmEfviY3/Skb+aLgfgUMsfXK+2TYIPQtGWMRqx81DoQWlFENtZ4x/LVcbVhoMbVrnP4/ntqz7eH6xBKzB9T3fsvEPvef8tXTqgtmC1/Pt3fFg1gA2r02yEAAIIREGA618U0NklAggggAACCMSUQPD7oZjqYtx3Jrx7zrg/bA4gagIEq4b0tgtWq4aqffM05/Z2cu9drBGvbZRLkqPtNK34WZoqX0MViPblpn/XR7mfGWp2VYe8X6ln2+CbHVjXT+MKJAVZ1zXoFl9u0bRFC7Rb0pCh72pMN8PuhFPut25L7WugVgao5Rf7EILV44vV+8M7vDNhAwPYcDrNNggggEDDC3D9a3hz9ogAAggggAACsSVQ3f1QbPUyvnsT1j1n2fJ78X3k9D5aAgSrhvK2ClarCVV91yt1OIM//l+VLSLB6u/v1bhPPVLSOK14IkPJtY3VXzdq9IuLdUgODRv2prKurW2Dun+/fN1Tv5aGla6V6vu9Xk9u0oIOv60ISKVQg9UROnpfTTNb634MtIAAAghEXMBaN7rsD0Rc/yKuzQ4QQAABBBBAIBYFargfisXuxmWfwrrnrHyvSVweM52OugDBquEQ2CZYrcdQ1SKsDFYHquvmn0ovpOvI1St0z41/1B+y/qpOAZ+9oGLVPGPVtf1JDXnHmn/6I017Yqb6JtU8WO6dM5Wx5UNJaZo5dZr6OA0H17g8yAzVGt7u6H1B1ZrAnVgvowp8xL9sjdVnO+rZn68N3KgsvDXuMhsggAACURDg+hcFdHaJAAIIIIAAAjElUNP90LjrY6qrcduZsO45fV4YHbcHTsejKkCwashvi2C1nkPVSAWrOrNNM+fP0Q5J7brN14qh3VXt66uKP1Hugie0vljSVdO0cUyaIp6rWn8NW9lRmxYMVKuK86j25QBKSwNnrD6m0pmu3i+r7bFH9fMqF3mWAjD8PyzlCCAQgwJc/2JwUOgSAggggAACCDSogP/9UIPu+qLZWXj3nBcNDwdabwIEq4aUcR+sRiBUjViwKo8OrMvSuIIT1kqvuql3rmamJweGq8VF2pg3RouOWy/PStawYbnKurbaCNZwxKsvt0LOFR03aUH/yljVqvYuAXB0RGVIGrSJqj9Irf9+TL5zU62ZrFX/ckmwWm/DR0MIIBA1Aa5/UaNnxwgggAACCCAQIwIEq5EfiPDuOSPfL/ZgNwGCVcMRjetgNUKhauSCVUnFB5T73Hit/7p0oJxJaRp+y3266dpkOc8W6ZNPN2jD3m06cL5sIC8bocWjh6lbxKerGp44lCOAAAIIIIAAAggggAACCCCAAAII2EqAYNVwOOM2WI1gqBrRYNVq3H1Aa5Y9rjyXNSO1ui+HurXsrAOuA1JiN2UNnaNh15KuGp7elCOAAAIIIIAAAggggAACCCCAAAIIhChAsBoiVHlZfAarLm3NzdKcv7lLH6nvm6c5t7eT58BSjV67XkXWp85hWjBhhLo1NgQpK4/Ey6v8elLi1qFda5S3daN2e3wDVodats3QmP7D1PeqIuUtGK813tmtyUpPn6PHe7cL74DYCgEEEEAAAQQQQAABBBBAAAEEEEAAgRoECFYNT4+4DFbdH2rO3Jna6j1Wp/rcmavHW2/UuHoKVa1WIx6s+o5TsVvuskf/HY2dcjTy+ebft2jaCwu0u8T6zKFuPX+pZwd2kzPRcKApRwABBBBAAAEEEEAAAQQQQAABBBBAgGA1qECCy+X61vTsiMtg9cBSpa9dr2AP0td1pmq5X4MGq7UMmu9MXKs0udM0PZuZpna+AazpwFOPAAIIIIAAAggggAACCCCAAAIIIICAjwAzVg1Ph3gMVou2jNGInYcCjrS+QlWr4cpg9Q51XpstLfuxvrj61+rV/Y/Kn1ikDgGfvaxidVWHvF+pZ1vDQQih/MT7T2rE1t0VYbKj5Wgtzh6izo4QNqYEAQQQQAABBBBAAAEEEEAAAQQQQACBWgQIVg1PkfgLVt3a8dJ9mlnof6D1Gar6B6smoJELViWPDqwbo3EF1gqypV9Dhr6rMd1M+kctAggggAACCCCAAAIIIIAAAggggAACwQUIVg3PjLgLVksOKPfp8drSuLO6d+irm7pep+u+21nJLet36mZx/jz9YfZ7ZpqOW9T55elKTTLbLOTqkhPa8ZtpmnmkSGqUrpmTJqtPpPYVcqcoRAABBBBAAAEEEEAAAQQQQAABBBCwgwDBquEoxl+w6pHnvEOO+s1Rg6oVnz2rf14wAL20mVo0MagPs9TjdktVX3IVZltshgACCCCAAAIIIIAAAggggAACCCCAgCVAsGp4HsRdsGp4fJQjgAACCCCAAAIIIIAAAggggAACCCCAQO0CBKu1G/lVEKwaglGOAAIIIIAAAggggAACCCCAAAIIIICADQUIVg0HlWDVEIxyBBBAAAEEEEAAAQQQQAABBBBAAAEEbChAsGo4qASrhmCUI4AAAggggAACCCCAAAIIIIAAAgggYEMBglXDQSVYNQSjHAEEEEAAAQQQQAABBBBAAAEEEEAAARsKEKwaDirBqiEY5QgggAACCCCAAAIIIIAAAggggAACCNhQgGDVcFAJVg3BKEcAAQQQQAABBBBAAAEEEEAAAQQQQMCGAgSrhoNKsGoIRjkCCCCAAAIIIIAAAggggAACCCCAAAI2FCBYNRxUglVDMMoRQAABBBBAAAEEEEAAAQQQQAABBBCwoQDBquGgEqwaglGOAAIIIIAAAggggAACCCCAAAIIIICADQUIVg0HlWDVEIxyBBBAAAEEEEAAAQQQQAABBBBAAAEEbChAsGo4qLEQrB4+fNiw15QjgAACCCCAAAIIIIAAAggggAACCCCAQH0KtG7dus7NJSUl1bmNcBr47GS+mhVfJafTqYSEBOMmElwu17emW8VCsGraZ+oRQAABBBBAAAEEEEAAAQQQQAABBBBAoH4Fzpw5U+cGCVbrTEgDCCCAAAIIIIAAAggggAACCCCAAAIIIBBPAgSrhqPFjFVDMMoRQAABBBBAAAEEEEAAAQQQQAABBBCwoQDBquGgEqwaglGOAAIIIIAAAggggAACCCCAAAIIIICADQUIVg0HlWDVEIxyBBBAAAEEEEAAAQQQQAABBBBAAAEEbChAsGo4qASrhmCUI4AAAggggAACCCCAAAIIIIAAAgggYEMBglXDQSVYNQSjHAEEEEAAAQQQQAABBBBAAAEEEEAAARsKEKwaDirBqiEY5QgggAACCCCAAAIIIIAAAggggAACCNhQgGDVcFAvqmC1xK2DH72itbvz5Wk5QPdnDFaPVqGBnXxvjnb9Zr8u+JY7r1PKk9PU48rQ2gioKnGrcN8Hyv/8zyr4S4GONU9Vrw7/ohv+9Tb16OAMs1E2QwABBBBAAAEEEEAAAQQQQAABBBBAwFyAYNXQ7KIJVkuO652ckZr1hbtSKPFmTZ0wTwPa1Y722aK+OnAkXa06OyqKiz/eKM+gNRp0XwgNVNmF69OVenr9S9p7Pvi+nW1G6ZmRmepxee19owIBBBBAAAEEEEAAAQQQQAABBBBAAIG6ChCsGgpeLMGq5/ReLVs4Ua+c9QdydH1eWx7pocq4VNIFj/7X7fErLMrNUGHyUvW5tzJEDfaZ5JCzhUOX1jAOx7dO0fC3d6liD41S1KWZ1QOPjp8uVEX0axD8Gg475QgggAACCCCAAAIIIIAAAggggAACCPgJEKwanhC2D1ZLjuuNvFfV6oFs9Wq0VznPVQlX20zVxsf7q6WP2+c56frTBv9g1YS18fj1GjTQt8XKrT0FOcpatU6F1kfN+mvq0GwN6OLz2P95tw5+kKOn395cVvOgljyRrdQmJj2oe+2+RT2VtXK48vZM1A9Cae7kRk2494hGVtTv0/M9s7TaZ9vhL+3RxB9Kp16foLtnfeTznVv01JsLlXFFKDuiBgEEEIgxAa5/MTYgdAcBBBBAAAEEGlwg4H6owXtg3x1++rx6jir/zdr3d+fA37mVmac940P6Dd6+XhxZnQUIVg0JbR2s+j7+32yw5o2bFBCutu+5XL8b0sVPzXrs/783GUL6lDfOrmZ5gJKDWjl7pJZZs2ab1RyY+gawKTcu1+oH/PsYfu9C2NL6oTj7iDpZsWhWaRha89cpbRx/t36xszKI9Qaz8rmoe38YHPEGqD/aNUGzNEMLB4W4wG1tu+f7CCCAQNQEuP5FjZ4dI4AAAggggECMCATeD8VIx+K/G1UCa+8kpXfT9NaiDLWSFaxuU1qok6HiX4MjaCABglVDaNsGq8HWVK0Srr6amKmFk0cFzAb95pxbVVYCMFK9pIlTSX5rC5RtXpCjvqvWySOH7h/ypib1DFZUviuP8vPu1ZTPPVLig1ryTLZSE426EXax92J9dKTe6rjc+29tf/Gy6mcpTZ1mHam4qFvB6rZbfUNZ66K/XJ3eXKhOr1T9XthdZUMEEEAgqgJc/6LKz84RQAABBBBAIAYEgt0PxUC3bNGFUlvfSUmVv1dnyJoQJc3whqx8IVB/AgSrhpa2DFb9QlWHevWZpJS9c0vXVy0PV0sKdbxpitpX84h98bFPdLDIdDkAh1pf373aNgvfGKnhOw6GHpRWBLFdNCl7ue5PNhzcsMpL/9p4xJqpemXVx/uDNVj+V7I0bfP5a1n1weoMabY1u7WyrVtmvMXs1bDGio0QQCC6Alz/ouvP3hFAAAEEEEAg+gLB74ei3y+b9sB3BqvfEgHW8Ros5WdTHg6rfgQIVg0dbResVg1V71qleX3by73nOQ1b/5pckhztZmj1pH5qX4PVyQ3j9H7OAUPNbkpevVg3tw2+WcGaWzV2n6Qg67oG3eLLzZryy7nKl/STh7YrO9WwO+GU+z1q4BOyVrMcQGWA6v8YQm3Bqje4tdr07m+b0lhjNZzRYhsEEIiiANe/KOKzawQQQAABBBCICYHq7odionN264T3d+dfSOUTk6xgNa9T2bIAUsByfHY7fo6nwQQIVg2pbRWsVhOq+q5X6mge/PH/qmwRCVbX9dPYvR6pxSStnjZYKbWNVdFrysp5TgflUOYj7+rRrrVtUPfvB75YSipfANv3e95Zpsmr1HN7WtlSAaEGq4EvqbJ+ACzvyKzVuo8eLSCAQIMJWDeyXP8ajJsdIYAAAggggEAMCtRwPxSDvY3jLpWvYSuVvxA66MHwArE4HuPY6jrBquF42CZYrcdQ1SKsDFYz9P13xkuL+upg8hoN6rVbrw8vVJeAzxapWDXPWHW9N0UZf9gl6VbNmDZbd7aoebDcO6Yr/Y3tkvpp9vQZuq254eAalweZoVrDxdn7F7GVgTuxLvZp26tfYzXjCv9tCFaNB4oNEEAgygJc/6I8AOweAQQQQAABBKIuUNP9UO0vQI569+OkA9YEpiytzvR5MXR1PSdYjZMxjf1uEqwajpEtgtV6DlUjFazq9LuaPmeWPpDUPvV5rX6oh6p9fdW5vcqZO1GvnJPUYYa2jOsnp+HYGpdXeZSgdPvalwMorQucsZoln4u/d/2XI3pqZZq2Zfo8+s9SAMbDxAYIIBBrAlz/Ym1E6A8CCCCAAAIINLQAb6iPhHj5i6WDvVC66qP/LAUQiRG4ONskWDUc97gPViMQqkYsWJVHBWse0th9x62VXtWrz3LNHpASGK6eK9SrL47Uc8esl2elKPOR5Xq0a7URrOGIV19e3czRmi7mla1V/UFa9pc1n91VPLZQZZHtGh9nqLejoyEEEEAgUgJc/yIlS7sIIIAAAgggEC8CBKuRGKngs4Jv0VPed5RULhHg3XfvpyrWW41EX2jz4hEgWDUc67gOViMUqkYuWJV0br9y5o/VK2dLB8rZop8e7vOAenVLUfOzhfr449/r1T3vquB82UBePkpLsjOVGvFlAAxPHMoRQAABBBBAAAEEEEAAAQQQQAABBGwlQLBqOJxxG6xGMFSNaLBqNf7Vfq1cMkHLTlkzUqv7cii1VRcVnNovJV6nRzPnK7NrxBcDMDx7KEcAAQQQQAABBBBAAAEEEEAAAQQQsIsAwarhSMZnsOrSO4uHa9YX7tJH6u9apXl928tTkKOsVetUaH3aPFMLJ49SahNDkLLySLy8yq8nJW4d/OhlLXv7NeV7fANWh1q2G6yfDXpYd15dqGX/OVYrvbNbUzRgwDxN7dM+vANiKwQQQAABBBBAAAEEEEAAAQQQQAABBGoQIFg1PD3iMlj9artmzZ6ud7zH6tRt9yzXf7R5VWPqKVS1Wo14sOo7Tufccpc9+u9o4pSjkc83T2zWlIVzlV9ifeZQ6o0LNX/wdXImGg405QgggAACCCCAAAIIIIAAAggggAACCBCsBhVIcLlc35qeHXEZrBbkqO+qdQr2IH1dZ6qW+zVosFrLoPnOxLVKU66ZoflZ/dTeN4A1HXjqEUAAAQQQQAABBBBAAAEEEEAAAQQQ8BFgxqrh6RCPwWrhGyM1fMfBgCOtr1DVargyWO2r7/3XeCk3Q4XJS9Xnht3akV2olIDP8lSsbkpevVg3tzUchBDKj2+douFv76oIkx2tspU78UF1cYSwMSUIIIAAAggggAACCCCAAAIIIIAAAgjUIkCwaniKxF+w6tYHS+7V9KP+B1qfoap/sGoCGrlgVfKoYM1Ijd1nrSBb+vWTh7YrO9Wkf9QigAACCCCAAAIIIIAAAggggAACCCAQXIBg1fDMiLtgtWS/cp4cqzeadNENHe7Szamp+v41XZTSqn6nbhZ/NEevz9xqpunoo+/9dqaub2G2WcjVJcf1wUtTNP0vhVKj/po9Zapui9S+Qu4UhQgggAACCCCAAAIIIIAAAggggAACdhAgWDUcxfgLVj3ynHfIUb85alC1Yrdb5y4YgDqcuryJQX2YpZ6v3FLVl1yF2RabIYAAAggggAACCCCAAAIIIIAAAgggYAkQrBqeB3EXrBoeH+UIIIAAAggggAACCCCAAAIIIIAAAgggULsAwWrtRn4VBKuGYJQjgAACCCCAAAIIIIAAAggggAACCCBgQwGCVcNBJVg1BKMcAQQQQAABBBBAAAEEEEAAAQQQQAABGwoQrBoOKsGqIRjlCCCAAAIIIIAAAggggAACCCCAAAII2FCAYNVwUAlWDcEoRwABBBBAAAEEEEAAAQQQQAABBBBAwIYCBKuGg0qwaghGOQIIIIAAAggggAACCCCAAAIIIIAAAjYUIFg1HFSCVUMwyhFAAAEEEEAAAQQQQAABBBBAAAEEELChAMGq4aASrBqCUY4AAggggAACCCCAAAIIIIAAAggggIANBQhWDQeVYNUQjHIEEEAAAQQQQAABBBBAAAEEEEAAAQRsKECwajioBKuGYJQjgAACCCCAAAIIIIAAAggggAACCCBgQwGCVcNBJVg1BKMcAQQQQAABBBBAAAEEEEAAAQQQQAABGwoQrBoOaiwEq4cPHzbsNeUIIIAAAggggAACCCCAAAIIIIAAAgggUJ8CrVu3rnNzSUlJdW4jnAY+O5mvZsVXyel0KiEhwbiJBJfL9a3pVrEQrHo8HtNuU48AAggggAACCCCAAAIIIIAAAggggAAC9ShQXFxc59YIVutMaNYAwaqZF9UIIIAAAggggAACCCCAAAIIIIAAAgjUtwDBqqEoM1YNwShHAAEEEEAAAQQQQAABBBBAAAEEEEDAhgIEq4aDSrBqCEY5AggggAACCCCAAAIIIIAAAggggAACNhQgWDUcVIJVQzDKEUAAAQQQQAABBBBAAAEEEEAAAQQQsKEAwarhoBKsGoJRjgACCCCAAAIIIIAAAggggAACCCCAgA0FCFYNB5Vg1RCMcgQQQAABBBBAAAEEEEAAAQQQQAABBGwoQLBqOKgEq4ZglCOAAAIIIIAAAggggAACCCCAAAIIIGBDAYJVw0G9qILVErcO7Vqv3+3ZLc/l6cron6HuLUMD+/KDefp49We64FverKuunjJFP7gytDYCqkrcKirYod0HD2n/4f063vw63XRVZ3Xv0Ufdr3KG2SibIYAAAggggAACCCCAAAIIIIAAAgggYC5AsGpodtEEqyUntPXFMZrzN3elUOJNevynzyi9be1on7+Qrj8fvVstv+uoKC7+ZJO+GbBC9wxsV3sDVSpc+9Zozmsr9Mn54Js624zQzMxh6n6ZcdNsgAACCCCAAAIIIIAAAggggAACCCCAgLEAwaoh2cUSrHrOfKK8nCe0/mt/IMe187VxWHdVxqWSLnh0+uw3foV/XfZjfXH1r9XrnsoQNdhn0qVqmuTQpTWMw4n3n9SIrbvlKa9plKzOTa0eeHTiTJEqol+D4Ndw2ClHAAEEEEAAAQQQQAABBBBAAAEEEEDAT4Bg1fCEsH2wWnJCW1ZuVMv7RuumRp8od3GVcLXNZK0fny7fFQEO5WaoYFNF7GkoKjX+6W91T//Lg27nObBUo9euV5H13abpevzfRiv9Gp/H/s+7dejDpXpm65aymiFaPGm0ujU27kadNijI6a3H1gzVizvHKTWUlk5u0uT7jmpERX2BFvd+TGt9th26ZKfGXV/6QWn7Zd8c9qJ2Zoe0l1B6Qg0CCCDQsAJc/xrWm70hgAACCCCAQOwJBNwPxV4X475HhveccX+8HEDUBAhWDeltHaz6Pv7fNENzxo4LCFfb9cjVmsGd/dSsx/4/22wI6VPeeEw1ywOUHNKauWOUZ82abVpzYOobwCb3zNWKDP8+ht+7ELa0Lthzj6qjFYtmVoah1W95SpsmD9Sz+ZVBrDc4lU9g+qfF6j32qH6+YYF6/3GyBh4dURamlm57NKT9hNB3ShBAAIEGFeD616Dc7AwBBBBAAAEEYlAg8H4oBjsZ510yu+cceEWcHy7dj6oAwaohv22D1WBrqlYJVzcmDtOCCSMCZoN+c+6svvZfCcBINbFxMzX3W1ugbPMDS5W+dr08cihj8AaN7xGsqHxXHu1edZ+m/dkjJQ7R4v8zWt0SjboRdvGpzaXB56aOK3wC0Bpi1c2TNUe3q+MzR3VH2YxVK1h970e+oaw1g3WFOm4YoaP3Wf8uEBf7sIeIDRFAIEYErOsl178YGQy6gQACCCCAAAJREQh2PxSVjth4p2b3nPyubeNToUEOjWDVkNmWwapfqOrQTb3HKfnTBaXrq5aHqyVFOtE0We2qecS++NifdOSvpssBONTyB9erbZPgg1C0ZYxG7DwUelBaEcR21vjHcpVxteHghlXuM4O0fdXH+4M1aAWm7+mOnXfoPe+/pUsHVBusLr9d7488qo7D1motSwGENUJshAACsSLA9S9WRoJ+IIAAAggggEC0BILfD0WrN/bcr+E9J5OY7HkaNOBREawaYtsuWK0aqvbN05zb28m9d7FGvLZRLkmOttO04mdpqnwNVSDal5v+6NCNlQAAFQJJREFUXR/lfmao2VUd8n6lnm2Db3ZgXT+NK5AUZF3XoFt8uUXTFi3QbklDhr6rMd0MuxNOud+6LbU/pl8ZoJZf7EMJVp+VntykBf1bSSrdx/tp5f8dTqfZBgEEEGh4Aa5/DW/OHhFAAAEEEEAgtgSqux+KrV7Gd2+M7zkJVuN7wGOg9wSrhoNgq2C1mlDVd71ShzP44/9V2SISrP7+Xo371CMljdOKJzKUXNtY/XWjRr+4WIfk0LBhbyrr2to2qPv3vcsAPJPv31DZy6V8v9fLCkY7/Fa9P7yjbK1Uk2DV9yVXpbNbV3QkWK376NECAgg0mIC1bjTXvwbjZkcIIIAAAgggEIMCNdwPxWBv47NL4dxzEqzG51jHUK8JVg0HwzbBaj2GqhZhZbA6UF03/1R6IV1Hrl6he278o/6Q9Vd1CvjsBRWr5hmrru1Pasg71vzTH2naEzPVN6nmwXLvnKmMLR9KStPMqdPUx2k4uMblQWao1vB2R+8Lqsof5/fZ19AlO3XHhzWtsVq5ZIC1GcGq8UCxAQIIRFmA61+UB4DdI4AAAggggEDUBWq6Hxp3fdS7Z4sOhHfPyRqrthj8KB4Ewaohvi2C1XoOVSMVrOrMNs2cP0c7JLXrNl8rhnZXta+vKv5EuQue0PpiSVdN08YxaYp4rmr9NWxlR21aMFDWQ/qlX7UvB1BaFzhj9TG9WDabVZLV9tij+vmGBeq03neGKksBGP5flnIEEIg5Aa5/MTckdAgBBBBAAAEEGljA/36ogXd+kewu9HtOXhR9kZwSETpMglVD2LgPViMQqkYsWJVHB9ZlaVzBCWulV93UO1cz05MDw9XiIm3MG6NFx62XZyVr2LBcZV1bbQRrOOLVl1c3c9S7BMDREZUhadAmqv4gtf77Ma31qbVmspb+5bLK98qWGqi3A6EhBBBAoEEFuP41KDc7QwABBBBAAIEYFCBYjfygmNxzRr437MG+AgSrhmMb18FqhELVyAWrkooPKPe58Vr/delAOZPSNPyW+3TTtclyni3SJ59u0Ia923TgfNlAXjZCi0cPU7eIT1c1PHEoRwABBBBAAAEEEEAAAQQQQAABBBCwlQDBquFwxm2wGsFQNaLBqtW4+4DWLHtceS5rRmp1Xw51a9lZB1wHpMRuyho6R8OuJV01PL0pRwABBBBAAAEEEEAAAQQQQAABBBAIUYBgNUSo8rL4DFZd2pqbpTl/c5c+Ut83T3NubyfPgaUavXa9iqxPncO0YMIIdWtsCFJWHomXV/n1pMStQ7vWKG/rRu32+AasDrVsm6Ex/Yep71VFylswXmu8s1uTlZ4+R4/3bhfeAbEVAggggAACCCCAAAIIIIAAAggggAACNQgQrBqeHnEZrLo/1Jy5M7XVe6xO9bkzV4+33qhx9RSqWq1GPFj1Hadit9xlj/47GjvlaOTzzb9v0bQXFmh3ifWZQ916/lLPDuwmZ6LhQFOOAAIIIIAAAggggAACCCCAAAIIIIAAwWpQgQSXy/Wt6dkRl8HqgaVKX7tewR6kr+tM1XK/Bg1Waxk035m4Vmlyp2l6NjNN7XwDWNOBpx4BBBBAAAEEEEAAAQQQQAABBBBAAAEfAWasGp4O8RisFm0ZoxE7DwUcaX2FqlbDlcHqHeq8Nlta9mN9cfWv1av7H5U/sUgdAj57WcXqqg55v1LPtoaDEEL5ifef1IituyvCZEfL0VqcPUSdHSFsTAkCCCCAAAIIIIAAAggggAACCCCAAAK1CBCsGp4i8ResurXjpfs0s9D/QOszVPUPVk1AIxesSh4dWDdG4wqsFWRLv4YMfVdjupn0j1oEEEAAAQQQQAABBBBAAAEEEEAAAQSCCxCsGp4ZcReslhxQ7tPjtaVxZ3Xv0Fc3db1O1323s5Jb1u/UzeL8efrD7PfMNB23qPPL05WaZLZZyNUlJ7TjN9M080iR1ChdMydNVp9I7SvkTlGIAAIIIIAAAggggAACCCCAAAIIIGAHAYJVw1GMv2DVI895hxz1m6MGVSs+e1b/vGAAemkztWhiUB9mqcftlqq+5CrMttgMAQQQQAABBBBAAAEEEEAAAQQQQAABS4Bg1fA8iLtg1fD4KEcAAQQQQAABBBBAAAEEEEAAAQQQQACB2gUIVms38qsgWDUEoxwBBBBAAAEEEEAAAQQQQAABBBBAAAEbChCsGg4qwaohGOUIIIAAAggggAACCCCAAAIIIIAAAgjYUIBg1XBQCVYNwShHAAEEEEAAAQQQQAABBBBAAAEEEEDAhgIEq4aDSrBqCEY5AggggAACCCCAAAIIIIAAAggggAACNhQgWDUcVIJVQzDKEUAAAQQQQAABBBBAAAEEEEAAAQQQsKEAwarhoBKsGoJRjgACCCCAAAIIIIAAAggggAACCCCAgA0FCFYNB5Vg1RCMcgQQQAABBBBAAAEEEEAAAQQQQAABBGwoQLBqOKgEq4ZglCOAAAIIIIAAAggggAACCCCAAAIIIGBDAYJVw0ElWDUEoxwBBBBAAAEEEEAAAQQQQAABBBBAAAEbChCsGg4qwaohGOUIIIAAAggggAACCCCAAAIIIIAAAgjYUIBg1XBQYyFYPXz4sGGvKUcAAQQQQAABBBBAAAEEEEAAAQQQQACB+hRo3bp1nZtLSkqqcxvhNPDZyXw1K75KTqdTCQkJxk0kuFyub023ioVg1bTP1COAAAIIIIAAAggggAACCCCAAAIIIIBA/QqcOXOmzg0SrNaZkAYQQAABBBBAAAEEEEAAAQQQQAABBBBAIJ4ECFYNR4sZq4ZglCOAAAIIIIAAAggggAACCCCAAAIIIGBDAYJVw0ElWDUEoxwBBBBAAAEEEEAAAQQQQAABBBBAAAEbChCsGg4qwaohGOUIIIAAAggggAACCCCAAAIIIIAAAgjYUIBg1XBQCVYNwShHAAEEEEAAAQQQQAABBBBAAAEEEEDAhgIEq4aDSrBqCEY5AggggAACCCCAAAIIIIAAAggggAACNhQgWDUcVIJVQzDKEUAAAQQQQAABBBBAAAEEEEAAAQQQsKEAwarhoF5UwWqJWwc/ekVrd+fL03KA7s8YrB6tQgM7+d4c7frNfl3wLXdep5Qnp6nHlaG1EVBV4lbhvg+U//mfVfCXAh1rnqpeHf5FN/zrberRwRlmo2yGAAIIIIAAAggggAACCCCAAAIIIICAuQDBqqHZRROslhzXOzkjNesLd6VQ4s2aOmGeBrSrHe2zRX114Ei6WnV2VBQXf7xRnkFrNOi+EBqosgvXpyv19PqXtPd88H0724zSMyMz1ePy2vtGBQIIIIAAAggggAACCCCAAAIIIIAAAnUVIFg1FLxYglXP6b1atnCiXjnrD+To+ry2PNJDlXGppAse/a/b41dYlJuhwuSl6nNvZYga7DPJIWcLhy6tYRyOb52i4W/vUsUeGqWoSzOrBx4dP12oiujXIPg1HHbKEUAAAQQQQAABBBBAAAEEEEAAAQQQ8BMgWDU8IWwfrJYc1xt5r6rVA9nq1Wivcp6rEq62maqNj/dXSx+3z3PS9acN/sGqCWvj8es1aKBvi5VbewpylLVqnQqtj5r119Sh2RrQxeex//NuHfwgR0+/vbms5kEteSJbqU1MelD32n2Leipr5XDl7ZmoH4TS3MmNmnDvEY2sqN+n53tmabXPtsNf2qOJV1p1v9BHVdvMzNOe8SHtKZTeUIMAAgg0nADXv4azZk8IIIAAAgggEJsCAfdDsdnNuO5VqPecP4zro6TzMSBAsGo4CLYOVn0f/282WPPGTQoIV9v3XK7fDenip2Y99v/fmwwhfcobZ1ezPEDJQa2cPVLLrFmzzWoOTH0D2JQbl2v1A/59DL93IWxpXbBnH1EnKxbN2qOJtV6YT2nj+Lv1i52VQaw3mJVPWPrp8+o56oieenOhMq7w78Op15/XhzdPDPg8hJ5SggACCERZgOtflAeA3SOAAAIIIIBA1AUC74ei3iXbdaBu95y24+CAIipAsGrIa9tgNdiaqlXC1VcTM7Vw8qiA2aDfnHOrykoARqqXNHEqyW9tgbLNC3LUd9U6eeTQ/UPe1KSewYrKd+VRft69mvK5R0p8UEueyVZqolE3wi4+9foE3X10pN7quNz7b20zSa36WUpTp1lHlFY2Y9UKVrfd6hvKWjNYl6tT1WD10+c1oeghLRwU4lvEwj4qNkQAAQTqX4DrX/2b0iICCCCAAAIIxJdAsPuh+DqC2O9tne45Y//w6GGMCRCsGg6ILYNVv1DVoV59Jill79zS9VXLw9WSQh1vmqL21TxiX3zsEx0sMl0OwKHW13evts3CN0Zq+I6DoQelFUFsF03KXq77kw0HN6zy0r+EHbFmqnof2/d9vD9Yg1Zguk1pe9K0zftv6dIBoQWr5duGuNxAWMfDRggggECkBLj+RUqWdhFAAAEEEEAgXgSC3w/FS+/jo591ueeMjyOkl7ElQLBqOB62C1arhqp3rdK8vu3l3vOchq1/TS5JjnYztHpSP7WvwerkhnF6P+eAoWY3Ja9erJvbBt+sYM2tGrtPUpB1XYNu8eVmTfnlXOVL+slD25WdatidcMr91m3xCVmrWQ6gMkD1D0lDCVZL/+o2g9mq4YwT2yCAQNQFuP5FfQjoAAIIIIAAAghEWaC6+6Eod8tWu6/LPaetIDiYBhMIFqw+/PDD1e7/5ZdfDvheUlJSg/XXd0efncxXs+Kr5HQ6lZCQYNyHBJfL9a3pVrYKVqsJVX3XK3U0D/74f1W3iASr6/pp7F6P1GKSVk8brJTaBqvoNWXlPKeDcijzkXf1aNfaNqj7973LAMyq8mqpshdL+X7vlhlvaWHyKvXcnla2VIBpsMps1bqPFi0ggEDUBKx1o7n+RY2fHSOAAAIIIIBADAjUcD8UA72zRxfqdM9pDwKOouEFqpuxGixcDRaqWj0mWG34cav7HusxVLU6UxmsZuj774yXFvXVweQ1GtRrt14fXqguAZ8tUrFqnrHqem+KMv6wS9KtmjFttu5sUfNhu3dMV/ob2yX10+zpM3Rb87oz1dxCkBmqNbzd0fuCqpWBLQ5/aY/StteyxqrfD4hIHxftI4AAAvUrwPWvfj1pDQEEEEAAAQTiT6Cm+6HaX4Acf8cbjR7X6Z4zGh1mn7YQqGkpAN9wtbpQlWA1Hk+Deg5VIxWs6vS7mj5nlj6Q1D71ea1+qIeqfX3Vub3KmTtRr5yT1GGGtozrJ2ekx8YKO/M66a1FGap8lVTtywGUditwxmqW8ipffGW1PeqInip7eZX1A2J5x7dYBiDSY0r7CCDQAAJc/xoAmV0ggAACCCCAQEwL8ERi5IfH7J4z8v1hD3YVqG2NVStcrSlUJViNtzMjAqFqxIJVeVSw5iGN3XfcWulVvfos1+wBKYHh6rlCvfriSD13zHp5VooyH1muR7tWG8HW24hVF3Z6lwA4OrIyJA26x6o/SK3/ztJqn1prJmvpXy6t7y1Xp7KQtd4OgIYQQACBqAhw/YsKOztFAAEEEEAAgRgSIFiN/GCY3HNGvjfswb4CtQWroRw5SwGEohQLNREKVSMXrEo6t18588fqlbOlgM4W/fRwnwfUq1uKmp8t1Mcf/16v7nlXBefLgC8fpSXZmUqN+DIAsTCg9AEBBBBAAAEEEEAAAQQQQAABBBBAIFoCBKuG8nH78qoIhqoRDVatxr/ar5VLJmjZKWtGanVfDqW26qKCU/ulxOv0aOZ8ZXaN+GIAhmcP5QgggAACCCCAAAIIIIAAAggggAACdhEgWDUcycpg9ZiubXOjEhISDVuIRrlL7ywerllfuEsfqb9rleb1bS9PQY6yVq1TofVp80wtnDxKqU3C618kXl7l15MStw5+9LKWvf2a8j2+AatDLdsN1s8GPaw7ry7Usv8cq5Xe2a0pGjBgnqb2aR/eAbEVAggggAACCCCAAAIIIIAAAggggAACNQjEa7D67bcl+n9f/l81K75STqdTCQkJxuOc4HK5vjXdqiJYveTv6tD6GjX/TkvTJhq+/qvtmjV7ut7x7tmp2+5Zrv9o86rG1FOoarUa8WDVV+2cW+6yR/8dTZxyNPL55onNmrJwrvJLrM8cSr1xoeYPvk7OeMi/G/7MYI8IIIAAAggggAACCCCAAAIIIIAAAmEKxGuw+tU/Xfrif/6iZhfaRidY/Z+vjql5G4c6t/lh7M9aLchR31XrFOxB+rrOVC0/7xo0WK3lZPediWuVplwzQ/Oz+qm9bwAb5v9h2AwBBBBAAAEEEEAAAQQQQAABBBBAAAFLIB6DVWu26qEvP9VXX3rUunmUZqweP35cjZK+UVKrpmrXoqOcjstiNmAtfGOkhu84GHDG11eoajVcGaz21ff+a7yUm6HC5KXqc8Nu7cguVErAZ3kqVjclr16sm9vW//8Zj2+douFv76oIkx2tspU78UF1cdT/vmgRAQQQQAABBBBAAAEEEEAAAQQQQODiE4inYNUKVN2ef+jE6aM6c+prnT9zqdq3bx+dGatWsOp2u9WkxSVq0baxEr9jnTzGKwtcfGccR4wAAggggAACCCCAAAIIIIAAAggggAACDSyQoJJ/Sqf/Xqxzpy94A9WoB6vWmqt8IYAAAggggAACCCCAAAIIIIAAAggggAAC8SBgvawqasHq2bNndezYMe+MVYLVeDhd6CMCCCCAAAIIIIAAAggggAACCCCAAAIIWALlweqVV16pZs2aef/b9CvB5XIZTze1glQrWD1x4oS++uorlZR4Xz/PFwIIIIAAAggggAACCCCAAAIIIIAAAgggEPMCiYmJat68udq1a9fwwWpxcbFOnjyp06dP65tvvol5LDqIAAIIIIAAAggggAACCCCAAAIIIIAAAghYApdeeqlatGihK664Qo0bN264GavWzq0w9R//+IdcLpe+/vprZq1yTiKAAAIIIIAAAggggAACCCCAAAIIIIBAzAtYs1WbNm2qli1b6rLLLvOGrOF8hbUUgLUj6/H/f/7zn95w9cyZM97/feHCBdZbDWcU2AYBBBBAAAEEEEAAAQQQQAABBBBAAAEEIipgraN6ySWX6Dvf+Y6SkpK8oar1v62gNZyvsINV33DVeoGVNWvVmsXKeqvhDAPbIIAAAggggAACCCCAAAIIIIAAAggggEAkBawA1Zqdas1WdTqddQpVrX7+f9WmEhg6ap0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7" t="35893" r="92549" b="60436"/>
          <a:stretch/>
        </p:blipFill>
        <p:spPr bwMode="auto">
          <a:xfrm>
            <a:off x="3831523" y="1156579"/>
            <a:ext cx="186574" cy="236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72" t="5783" r="40100" b="71222"/>
          <a:stretch/>
        </p:blipFill>
        <p:spPr bwMode="auto">
          <a:xfrm>
            <a:off x="3204015" y="2945412"/>
            <a:ext cx="2735969" cy="1478410"/>
          </a:xfrm>
          <a:prstGeom prst="rect">
            <a:avLst/>
          </a:prstGeom>
          <a:solidFill>
            <a:srgbClr val="000000">
              <a:shade val="95000"/>
            </a:srgbClr>
          </a:solidFill>
          <a:ln w="38100">
            <a:solidFill>
              <a:srgbClr val="F9A713"/>
            </a:solidFill>
            <a:miter lim="800000"/>
            <a:headEnd/>
            <a:tailEnd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  <a:extLst/>
        </p:spPr>
      </p:pic>
      <p:cxnSp>
        <p:nvCxnSpPr>
          <p:cNvPr id="23" name="22 Conector recto de flecha"/>
          <p:cNvCxnSpPr/>
          <p:nvPr/>
        </p:nvCxnSpPr>
        <p:spPr>
          <a:xfrm>
            <a:off x="951132" y="3526577"/>
            <a:ext cx="2252883" cy="0"/>
          </a:xfrm>
          <a:prstGeom prst="straightConnector1">
            <a:avLst/>
          </a:prstGeom>
          <a:ln>
            <a:solidFill>
              <a:srgbClr val="36A1B0"/>
            </a:solidFill>
            <a:headEnd type="none"/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5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7" t="35893" r="92549" b="60436"/>
          <a:stretch/>
        </p:blipFill>
        <p:spPr bwMode="auto">
          <a:xfrm>
            <a:off x="778957" y="3470049"/>
            <a:ext cx="129434" cy="16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2000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85" y="1749349"/>
            <a:ext cx="8425067" cy="41631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Salones – Asignar Facultad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0900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realizar la asignación de una facultad a un salón, presione el icono «       » correspondiente al </a:t>
            </a:r>
            <a:r>
              <a:rPr lang="es-CO" sz="1600" dirty="0" smtClean="0"/>
              <a:t>salón y en </a:t>
            </a:r>
            <a:r>
              <a:rPr lang="es-CO" sz="1600" dirty="0"/>
              <a:t>la ventana desplegada presione el botón «Asignar»</a:t>
            </a:r>
          </a:p>
        </p:txBody>
      </p: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8" name="AutoShape 6" descr="data:image/png;base64,iVBORw0KGgoAAAANSUhEUgAABVYAAAKjCAYAAAD2wVQ2AAAgAElEQVR4Xuy9CbRUxbX/v0EQRFCIiiBRIBicQSNihCCGGBGjEkXUGMAHoj+fsy6fmjAkAYnD4++sz6cCTyU+o6JBjYhJeIoBBzAKxolIAA0yOKEioiL3v77Vvc+trq4zdfe93X37e9ZiAd11qnZ96tzm8rm7djWrq6urE14kQAIkQAIkQAIkQAIkQAIkQAIkQAIkQAIkQAIkQAKJCTSjWE3Mig1JgARIgARIgARIgARIgARIgARIgARIgARIgARIwBCgWOWDQAIkQAIkQAIkQAIkQAIkQAIkQAIkQAIkQAIkQAIpCVCspgTG5iRAAiRAAiRAAiRAAiRAAiRAAiRAAiRAAiRAAiRAscpngARIgARIgARIgARIgARIgARIgARIgARIgARIgARSEqBYTQmMzUmABEiABEiABEiABEiABEiABEiABJoegYcfflhOPPHEpjcxzogESKDBCFCsNhhadkwCJEACJEACJEACJEACJEACJEACJFAtBChWq2WlGCcJVA4BitXKWQtGQgIkQAIkQAI1S+C5556T3XffXb797W/XLANOnARIgARIgARIoLwEKFbLy5+jk0A1EqBYrcZVY8wkQAIk0AAE7rzzTjnzzDMboGd2SQLRBB588EG5/fbb5ZFHHpEddtiBuEiABEiABEiABEigLAQoVsuCnYOSQFUToFit6uVj8CRAAiRQOgIUq6VjyZ7SEZg7d64cdthhlKrpsLE1CZAACZAACZBAiQmUW6x+/fXX8tVXX8mWLVvMr2+++Ua2bt0qdXV1ZqbNmjWT5s2byzbbbGN+tWzZUrbddlvzOy8SIIHyEKBYLQ93jkoCJEACFUcgrVjF1u3x48fLK6+8YuYydOhQueGGGwI5NmzYMJk1a5Z579NPP5XrrrtO7r33XtmwYYN0795dLr/8chk+fLggW/H+++/38jj11FNlv/32kwkTJnjfR/+vv/66eX/IkCEyduzYnHaXXHKJrFq1KohD30Qs6Hfw4MHefrVP+83+/fub/jWjMizuAw44QH7961/n9YvXTj75ZNl3333NnMEPcdiX3QZ/fvXVV/P6UaZ4A/ffd999smLFCsP0tNNOE8xZL18fiA9tdB5Yp65du+bFctddd8mcOXNk8uTJJuYk7JTb008/Le3bt5eRI0fmsLDnh/7QfurUqTJ79uzgGbr00kuD8bS/GTNm5EhX8MOF54cXCZAACZAACZAACZSKQDnEKkTq5s2bzS+I1EIuSNbWrVubXxCtvEiABBqPAMVq47HmSCRAAiRQ0QTSiFWI0kGDBsnNN99sMg1VnEIEqvjbaaed5MMPPzRzhgD817/+ZSQbhB6k4vnnn2/uR13Nd99917RzhZm+B4F75ZVX5vHD2OhrxIgR0qFDB1m8eHHQBuMNHDjQiFyNA28i1hNOOMG0+8tf/uJdE5XG9pjgA0mr29V1Tq7c23HHHXNEpA4AgQlpiJhx75QpU+Saa67JkcF2G/wZshgC2L5wPy6wfPbZZ+Xuu+82dUkx39NPP10GDBgQyExfH5jHJ598krNOkKDPPPNMTn3TPn36yMcffywzZ840McexgwQdNWqUmReEtcbzk5/8JJC99vx0fX7xi18EDCBzr7rqqiAWrMOxxx5rpP306dMDDCqkbYlc0V9cDI4ESIAESIAESKAqCDSmWP3iiy9k06ZNJkPVvZCZGndpFqvbDmK1TZs2st1228V1wfdJgARKQIBitQQQ2QUJkAAJNAUCacQqhBcyDe3sSTCA8FLZZYtVW6gpK/SBS6Wd3o/fbWEWNpbdD2KB9LznnnsCqQlJB9kH8WiLVbwO+Yl+kYFqZ2O6fbrzGzNmjJGdkKlp5Z4rViEW58+fL3/4wx8CoemKVRWx7vOFe3/605/KvHnzcjI5IY0POuigQEz6uKMve23wZwhZcNCMX5WkyGS1Y4hiZ7PReBHnxIkTAylqx4M1tsfUe1RY43dde8jxyy67LMgwTsu+KXx9cg4kQAIkQAIkQAINT6AxxOqXX34pGzdujBSqkKbIXtWSAFoOQMsAtGjRItj+Dwnrk6woD9CuXTtp1apVycB9+OiFMkkmyo3H7xT06XutZANmO2qMMfwxL5Ub+syTQYsvkl6lnlQJ+kvPpbLnUwIkZemCYrUs2DkoCZAACVQegTRiVQUeMgmRneirj+lmrGLL+tlnny39+vXzysxixSq2uCNzU+UgRN8pp5xitsfbYhWZmBCSkHao7elux0ccYTIX7X//+98bUZhW7rliFeMge3fhwoVe8RgmRXGfSmNf7Law9PWBe3FQlGb3Yp2wNjov7R9SFBnItliNYtejRw95+eWXI+uk2vGgvZsli7E1k3X58uXBOqAcAbJhVSSnZV95X22MiARIgARIgARIoBIJNLRYxffQn3/+ec7UNTsVchS/IFFRa/Wjjz4yv9AeWa14T7f8Y6dWp06dzNZ/vKaXT7AiexVJBaW4yiVWSxF7YX1UtohML1YLo8C7oglQrPIJqXgCU/90m7y2dlniOH951Hny3V33DG3/j3Vvy2+fuiVxf/t16imX/vicxO3ZkASqlUAasYo5an1MyDFkFEKy2vUxbbGK9pBhf/zjH01NVl89UG2D392MVWwHd68jjjjCZMyqBIV8Q3kBbO9X8Qs5Z8eBtig3oGJORaF7En2YWLVf1+38blzjxo3LiV/f94lVzBOvn3XWWUZQuxmrqFVqX48//nhQSsDlpO1s6Yj+3D7Aza6bqnxsMfqjH/3IlGlA7VoVq3Hs3PX2fR3Y84tqr++5vLGuKIFAsVqtnzKMmwRIgARIgAQqm0BDiVWIUpRiwu96qVDV3yFPIVLXrl0r69evN21VtrrUcA+kas+ePaVz585B9qqKVVewIsMVpZ+KPeQqXqxCRI6RmSbgETIdmZ7rZ8uFV4pMvGmoZPJcbVlptxeRUdNl8QUiN1ywQrrvOVkmvz1B5t40VCTIlF1t9S8i/TLvo9+lN/WRad3m5mTTYjTEPHjSgizC/jLhiRvlB89fKPfKIFkxabJk3snG6rYfNUJG3CMy6InuMu1+kUFvT5bJeyLGLjL7gsEyeaGuTMj9khlvaEdrBcHj/hXS/Z6ZWU4iI+5aLBcdKCJ47xiNSaT/xOx8XrlB+ozNUM0w6iVivTbirrnSfbonHjOWHbdUdAZuZX86hEdHsVqtK1dDcY++9yKB3EwiV9tv105G9j1JvrdH71BCf3tnidz74kOy4YvPYinquDNG3hDblg1IoNoJpBWr9nwhWR944AFzOJVmLYaJM8gxZH4ia9Kuv4n+fMIsaSkASFaIUmytxz16OJQdB0Qmtt9jizsuSN6rr7467xCkqIzVO+64wwjdtHIvTKza2/pHjx4diMyojNWosbWOrUpbFaO6vd8ulwAGygftkXmMXygzgIxWd+t+FLtSiVU8HxDvyDJ21wHCF3VvtYwEa6xW+6cO4ycBEiABEiCByiLQEGIVh1IhCUFlpytUQQDSFQkB+P4HQhVlAMJqqCox9INt/kgQ+Na3vmUEK7b+4/IJVrSHXIWQLfSKE6u23MSfx8h0WXzqinCxuv5D+bDjTlnh+qHMvmCSyPgzZMUxY0RUNmZlJ0oQnLFysCVP0X6wzDsyX6ba8/tw/YeyU8ds6QLIyPmDZG63aTJ4UveM+M1K2SDWY1bIGdnXM1K2u0yHWD1mngzKSlLz+p8H5Uhdc/8FvcQ3nhGhehl5Wt9XRpBKVkLbPFRAD5J5faZJdzN2RkQrG12PiTJJBq88IyNc8+ZjjZUjtQt9CnifS4Bilc9ExROAWMX1u1X1h9KEBf3zrn3k/IGjY8Xqzc/MSNwfxqJYrfjHhAGWgEAasQqxp9mD9tBhGYmQbji53s4M9cnLYsUqpCLKAWB7PcoAIAtUhZ9mseIwJr0gNSF43UOswsSqvc2+VGIVsaCvv//97+abahWhUWJVJal9WJfOCXJZ5anbB4T2tddeGxzAhXuUj5Y5QKkGPWhM78cBWqjdGsVOSy+AuX1BhuoBW3Y8vpqsuA8ZxXPmzDHlEdx10EPPkMGMZ4litQRf+OyCBEiABEiABEggIFBqsYoDqiBV9bKlqv75s88+k7feekvef/99b93VuOVBKQBkokKs7r333rHZq5CrhR5sFSdWg4xLK5PUvBaasZqdXZCpiQxPiNXcuqY6LsTqvMOz2Z2WcLVrvobxMqL3nkzGJ8RqTq3YrHANlcAQq9YccrNgsyNqJmn2r/Z4eWI1jkeQjZrJhO2SzboNMlizY9hiNdV8KrRmbNyzXqnvU6xW6sowroAAxOoeHTrL0rX/kD+ufdNLpl/7LtJ9x87mvSRi9ZJHfysLN6yWHq13kOWbP83rE/3hfe03qVhFmYHPvsytmaPZs/Z77VptH1quwG7XeYddpXP7TkF8GzdvlGXrlwd/79mxh7Rt3TYv/jUb1sqaT9flvF5I26Tj+eatg0fN1RfnsrVvmznvtuOukSUd7Mmhn2eWLZBPN280L+/VaU8Z2LN/6FeROy80DOPja/vZ5o3y1tq3pU837NeQSJEfFgSY/d9bC+Ssw09P/NWObGv3WrzyFdkNvNp3Cp1D0gHSiFWtg/nYY48F9VIh+4477jhvxqoKMLsmKF6DHIMM1atYsYoYUA5g5cqV5qf+uFQcoraoCkObiW57tw+x8olVPbFeM3JLKVYRD+JA3JCXyBqNEqtoj/eReesyxSFeeuiWrw8Izf333997yBjKAXTr1s2UAQAPvf+1116LZafSViUqYkRsCxYs8MYDxiNGjBDfM6QMfOuA5wWZ0eeeey7FatIvbrYjARIgARIgARJIRKCUYhWZqh9//HEwrk+q4k1IVSQg4FCrYi7UUe3Vq5fJXsVllxFws19Ro7WQzNVYsaoTUFEK2RiRsSoqO42I/YH8NchYLZFYtbbWm+32Up+xmkpE+sSqlSEarFvIeMnE6khZoeUFtCSCc3CWCl0tHUCxWsxXTOnupVgtHUv21EAEVNpNfupmeXPDe14RCkH6n0ddmEguqSibvfRJeefjNd7M1Z902lvat2or/3bo8FSC7/Glc2Xq/OmBtL247ymBOMN701580MwBsR7bKzerS/Gh3X88daOZJ8Tu42OnBfIUAvHaP98qt775f/LbQ0+Tnx9yYo541T603AHa4YprC7YqrX9x4HFy9g9ON/1ivNv/erdc9cpjcu7eP5TLjjzXO57ODX1gLb6/a08z7opP1hjhHSamEaedPYyM4w1fbgxiueXwM2PFI8Y+8dHJgjUb0nOAPLfqZbOm9xx1sZzad5j3qbQ5okHU3GwGaKvPBv78/LplZp0w59uPHxcpc91ALn5oglnH50fdmljM3jH/brn+xd8Hz4b+MAGc8YMAXetCawKnEasYC5mFV1xxhRFx+Mm3u63e3hqObFFsc0ebAw88UCD/IAVnzJiRk8UaJlZ9NVYRA2qO4po6dWog75CxefjhhwfCUeOwMznt9fAdBAWh547p1pANq7GKvu3DsnSssFIA+j6k8IABA8yckohVZaosfUx9YlUzd/XgKF+pBM2E1fshq90SAojbZadMUMcV8eAbfJW0aO/Go88Qnglc7jPkE6uIf9CgQeZQMmasNtA/vOyWBEiABEiABGqUQKnEKrbz4/tB3/Z/CFaVrGiH78lwQFXc1v+4JYEo/e53vyv4QTkuV6za/WN8fA+YtuaquwVexN6OL2Zr/oox2YxSZF1O7y5zx4tM8m2vX3yRGLGa3UKfyXbFtvXojNX6OqoJSgE42+61PEFkxqoVa7BN3ydWnVIAJpN2t9xt/kE5hESlADJiNShtoCUCTBmC+vIEdrmFRKUA4rJj4x4svh9LgGI1FhEbVAoBSKXz5t8ZGs5X4/+aKlRX6tk3JykpEDaYxok+XKGI9yD+4jJgkaWrpQ8g/a4/aXIwHERf11tOkrj5Yn7fv+dcc19cW+0TbV0hqaJ30XkPeLNjNTDfvBEDBPZvjr08dG18cap09DG0O4Ik/9bUo42Afvq83wdv4f4ktXaVTxK5ue2VPzD9220x/oTHrzGCFHJ13tjpXvHsTt7m7a5v3EOsz4Yrne9/cZaMeup6c/vDx08IFfdR/acVq9qX1rvEdnH3ECh3PGSMvvvuu0a42RmicfPm++EElOnuu+9uyiCU+4L4RIZrmjXWZwhCmRcJkAAJkAAJkAAJlItAqcTqBx98EBxU5WaqqljdunWrka+LFi0qOlsVvCBJu3TpYso34fKJVVuu4kCrXXbZJSXqjMysP7TJOkwJPeUcvlR/cFPO1nk9EMpsR7cOr+o3QSaYA6tGy7CFX8tPrO3q9ZmyxR1eNWLiBHNgVafR/WXt7hPrD7rSUgCokWofdmUfXpUjKB0OVhkA+34drzuyZY10XSFnGEm7QrrLTJmZPfzKe3jVqAkyIXtYVqYmbPYALrvMQrZkQOThVRSrKZ/x9M0pVtMz4x1lIlBrYlWzIYHblWiQfHGyNI1YxRgqM11JqYeHxWVBRgnlqEfGF6f2FScd9V5kkT4y9q5gGLzullHwxeCTpWGxhrVVuetbp7C+7MxTtFl13kOJhCzaholV+z2XR9Iv2ULFatL+2Y4ESIAESIAESIAESIAEKplAKcQqfsiMDFRcYVIVr2/ZskVWr14tr776akG1VV2OWmf1kEMOMW9B3KpcDSsL0KZNG/PDcF6NSCCv5mwjjs2hGoQAxWqDYGWnDUGg1sTqYV0PkjfWv22yIXHZWYgNIVZRo/THD2QySzUrUzMrk4g/n1gtJE6IymPvOsNsbY/LJEWZiP3u/DcTM7JbwQx1T8PqpbrPZSnEKvpU2RmXYavjH3HLKfKboy6Qsx+dYrb1o1RDnLjWe6PEqv01EifefV+jFKsN8cnFPkmABEiABEiABEiABKqFQLFiFXVSP/roIzPdKKnavHlzk9GK+vpvvPFGycTqbrvtJipWIVOTyFXUZG3VqlW1LFH1x0mxWv1r6MyAYrXJLWnTnVAtitXT+g6TkTMvMjVHsdX80ZE3mQOdChGWSZ4MCD8ITdRZxfZ9MIfctUsRhPUTtj5xgs/OWIVgnLYkUzMz6bb6E+4a6z3ULMl2+HKIVQhsCNU3Ln1Cpv7pNvnlC/eZtY0rtUCxmuQJZhsSIAESIAESIAESIAESKJxAsWIVW/u/+uqrQKzqtn/7d0hV/F3FKurs6z2FRy6y7bbbmjMMtHa9Zqn65KpdEgCZrjvvvHMxQ/NeEqhpAhSrNb38lTd51PP8y7K/ysoNa8whT7ZcK1SsIgPyP/98qzkx3haElV5jFdmXODEeWZnH33tBcEgSmJS6xqo+CXadzo8ufdJkjiKzcmDP/rEPi5uxqlvk04jV1878nyADNerwKTcYyMq31r4dHFyF9yErIS+jrlKL1SSZpyi5gAs1YN/bsNYcvIUriQhGuyQZq245h9jFyzaotYxVfBP7ySefmIOieJEACZAACZAACaQjkKkjKDLhiRtlaMd097qtS9lXcZHw7lonUIxY/eKLL2TDhg0GoS1S8XeVqXhd/4xSADh7YMmSJSURq3p4Fc4xsEsA2GIVf8ZllwbA33EQ7XbbbVfry8/5k0BBBChWC8LGmxqCALad/27Rw7L6kzXew4AKEau2lETMqFWKreLf26O3VItYRdx2VifqZyKDNY2wjGur62nXC8W2dpw2bx8KFbXuYYdXgXXU5dZY1X6SHAaFeJ9etiDnoCa7PEDcvEshVm1mcaULtLQC2OoFxsgSTipDk9RY1YzjtF+ntSRWceBT79695ZprrpGxY8emRcX2JEACJEACJJBHwJz+fA9eHiHTrUNXchpmDxoxrXCYyYENBDJ7gIxMnFt/OEuJhyqlDC1lX95pNgKPzLjZA232nC6L7VPAi2Cfc5CO9mMdlJO66+CwmwZ8/lIHVTk3FCNW47JVIVRtwQrJuW7dOnnxxRdl8+bNRUNAvVQcJtujR4+82qoYyxasGMyWq8h23WmnnYqOgR2QQC0SoFitxVWvoDlDND22dK7ct/SJQC4N7PY9OWSPA+WInv1zTqFPK1bR9zkPjZePN39m+tZL62A2tFj1be+GFNNM1Khl8LVDNq9mN+LeOGmY9vAqjedXj18jV73ymPmre2hWVMxhh1dhLr886jxTwsB3uXHaNVbjapbqGs4YeUPQtcrLOFFpC9g4IYrOwySs8oo7aAt9gNGcZc/mHLRlr2uSOMLEqvaTpqyAux61JFavu+46gVzF77xIgARIgARIoBQE6sVquDRN0qYUsejJ3A0pVksSZ2N1UpViVU8dd0W9nqIeIfCjuFKsRj51hYpVbOWHWMXl2/5vZ6qqXEXbjRs3yl/+8hdBtmux1/bbb28SB7p162akqZupGlcSAGIVgpUXCZBAOgIUq+l4sXWJCEB+3f7Xu43Ag5D6Uc8fyMF79I48Gb0QsdquddvgICSMg4OgIJ6O7naw2Yp98zMz5HerFufNCkLv/IGjTWZr2kvFHu6D3Dut1zGmCwg1t7yBr28Vwr06fVf+48hzc+SyLT2jxCrk5H0vzpLz5t9phvjTydck2s6PtrZwTHJolc5B64Uio3bCUefLZ5s3mu3517/4+9At+W6cKhbtg7Si5K5KWbQ5rtdgE8q1f77VrHPUnDEuROSop64396DswLG9BuewttfGXlO07dlpT7ONf9aSOeb5wbM1+djLQ+9Xrmc+OE7wgwPUr9XL7hvP3c3Dr4zsR2vKIit1aK+jDed5y/5qvpbwvN05fEqoxI57losRq88995w5URRbj6IubL9/8sknTZPdd99dBg8eLDvssEPoLVH9Qoxi+5R74Sf1vj7RV9Sl92m/UfPRvvQenP762muvmSwBd2y8N3fu3CDWo48+OpKTywilCr797W/HLV/o+xobePv60ZIIbge+EgmFsEG/4GWPH1WGwWUZxRZcwR0X2CNm5R/2fNjz1JjCGMQ90zqGu+5xzxpiQKzu3FxO7pqEsSj1M1Pww8YbSaDGCWSkaX/p32+BLPBmLGaE2Ip+/WXBwgVVn7FaVctdhWI1Oos3K1cLyVylWI18dAsVq/g3+vPPPzd9++qpuqUA8HdcqLP6xz/+UTZt2lT0lxS28uN78b333jtHrKpQdX/HgHbWKjJe8b0PLxIggXQEKFbT8WLrEhDQ7fmQm5cdeW6kTLWHSytWca9KQgirwXsNMCINYhUnsUPiNYRYxbgQfve++JA8ufIlMxYuyLdzBpweK70gKF9bu8zcM6z3kJxt7ngN7z/+1jORW/QhDSH97Csqa9RdVgjcdq3aJT6pHpx/+9QtoU+HnVFqN4qKEzG88/Ea0zwsdhX0D7z5TMAZYveiw0dHimRfvFF87DWx49+vU08ZtFf/RAIemaZ62etqv4730eelPz7Hy9LHCw336NDZZHlDDhdzFSpWIbdOO+00M/SKFSu8UhPfbI4ePVqefvppU1AfdZxeeeUVc8/VV18tw4cPzws9rl9km06ZMsU75SOOOEJmzJiRE0vc9qbHH3/cyC67X9987Lj0HgixY489VvTvGtSDDz4oV1xxhfkr5o26W5i3Lz4fo1WrVhmm559/vvz6178uaHlx380332zGR0aEew0bNsysi+9yxy2EDfoF+3Hjxskll1xihtEx77vvPiPX7ctl6WMLkThq1CjDBixx6fP02GOPmf9URD0fOp7GFMUAz+rMmTO9tXh/9KMfmXFdTnHPGsZHVos7N/SHy7dOeF3XUp/LhnpmCnrQeBMJkIBkxOoImTBxhUye1D2/HIARWitkwsTuMnnSTI9Y1UxEC2a/CTL3pqGiG3TNGG/jte5yb58xMjNoWp+9mL91PDez0X2/v1MuIMkY5nPMqbEa3DdeZNIxk2VBNjbt387WFemfU5s1TCKWItZ0PHLjinusc+cEziNlxQWDZbIj1uPm4RtHn6ewshL+9+OfIQkTq1aZCsTjlqrIzAHPdXaOCzXqEGZOf5IngT2xFiKK4xYp5fuFitX169fLN998E0hVDGtv/VeRqq/hd0hNfD/wzDPPlKQUQIsWLaRjx44yYMAA2WabbczMtQSAK1XtGqx6kBXuwf28SIAE0hGgWE3Hi61LQEBPnsdhPeY/kMv+Ki+vXWa269vZibolXGt8QqKt+XRdaAS+7FLIOUi3248fZ05i/8+jLpRpLz4o7Vu1ld8ed4W89M4Sk3mI6431b8sOrdtKlx06yW7tO8Vm0JYABbsggYoiUKhYhSyDMMQ3hT5JCvlzwgknmLnefffdQdYkXocowmvPPvtsXhZnXL8qznTblcKE+IQww0/cH3nkkUCuunIvDL72C6Hmmw/imj17tplzlFiFVD377LPz6rhCpo0YMUIGDhwo06dPD8KAVFu5cmWexLvrrrvk8ssvL1iu9unTRw4//HDDGYcjuFmrkIq4Zs2aFcSCtXnggQfkqquukqFDhwYlEwphg07DxCoYv/zyyzkCPIlYRcyQzvPmzQvuVckI0bl8+fK85fXNUxuFvYeM1NNPP92si9un1unF+/Pnz5fFi/N3P6D/MOnue0+fGd86ob2upZawaKhnpqI+mBgMCVQRgUB0PdFdph0zWbo7NVQD8ThmhQwe64pVXwZi/lbwTB/9pf/C7nJGUMfVs2U8JEMzT8Z52iUdwytW3RqzllyrF7j58frEailjDSuNoFnGegCXCtAk9W/zxSbWcJqscDKWk8zD95irtHXFd/iXRLJnyCdW8+adXTd7bF2j/v1EBo2vP7DMZYj48tfTic37fBaRhVvCz4lCxCqyTj/44AMjVXFpxqpmqdrZqpCX+nfc9+abb8obb7xRksOrMDayVn/4wx+aJAbE4ROrvpIAinDnnXeWli1blpAouyKBpk+AYrXpr3HFzXCfqccE2YUIDhmGp/QaIp9u3mhOddfsRpxQjwvbrmcvfTIQnsjKQ8YhrtuevVuuP2myyRDtvDfCphQAACAASURBVMOuOdmv9jZx1HDFFmxsnf7+PeeabFVbxOoW+7ianhUHswQBIRMY3J9ft0weHXlTbEZtCYasui40YxWMFp33QORW/aqbnBVwIWIVMqt79+5y++23G4EEIeRm26kY9Mki3H/QQQfJyJEjczIyk/QbJlYxJWQ04qf1dpZkWrEKYQZ5astP9I0DASAbISqjxKq289Vx1dg181CFmk8wY0xtHybcwp47za7FfT/96U9NVq2b+RolHHXt3GzeNGwQm0+sQox+/PHHeYI5iVgNW0vcO3XqVJk8eXKeqC9ErCJ2ZehmI4MjXvvDH/5g6pn5sm9xfxqxGvb14IujoZ6Zav4MY+wkUG4C9QLNl7WYkYnzjpwrN+5xr/Rxxapmsz5RL6zMfJzsQpVteeLPzUL0iavsa17he099VmvSMcLEam5sWVnmZN6688oTcSWO1StWvXIvK30lN1M479mKy/rUzMuE8/A+u9l7NfPXzfL1x7QiJxPY9wzli1W/0HSFsMrXPNGbxzFb8sLJhLbX+AfPa/brRdLLmkiDH2KW4EOiELGKbfyffPKJV6zactXNYIVYhVQtpVht3bq19O3bV7p06WKyVuPEKt7HpVmrKKmEWq28SIAEkhOgWE3Oii1LRADCc/HKV/KyQnWbM7ZkX/bY1ebke62Lag8N+Ym6ltjSv3f73Uw73d6vdUeR7XrILSeb97u17ywbvvjMCFtky3bfsbPZWt62VVsjYlWqQvAO6TnAxJV0S7XW6oQUPq3vsKoTbnrgUbG1OUv0aFRkN1qCAs/HbSddmbh0RUVOJiaoQsQqxBuyGpHNpzLTlYPIqsNPze2MyDg+SfqNEqvof8yYMSarUUVvWrEKUYYSB3Y5AJ2jvhcmVsNkXNi8o6Qf7lHRbIviOIbKAL9DDttM7XvjxoYgVvGtzNOwwVg+sYrXhwwZYrJxbSmZRKwicxMXpGbS+rOFitUwgQkuv/jFL2Ts2LHmWVPO7rqkEau4FxnRvgxY9/W4dSv0mUnyXLENCZCAn4Atorpg2/SfB9Vv4zfyaZ4Mgjh9DyUBfKUAPP16xarn0CJX4HmkYai0KnAMv1gNOWjJ3eLtxOv2VepYfWI1uvyA5AtKa3nCBWCupEw6j6ivqfxSBtnWSbfNuxI47u8ajNMubs4rVKSGSWfrmZwok2TwpAWSPBu38T51ChGrkKqQq5qpimhdiYr3IDr1ECu8D7H69ttvy9KlS+XLL78sySQhVlHaqnPnznliNazWKuuslgQ9O6lhAhSrNbz4lTR1ZKBCpn68+TNTEgDXbw89TaYteVy+v2vPQKTqn3FwDw7rQRvUG+3Qup307/q9oDalnpz+2pn/I//31gIjPfWwIlfM4kCpXx1+hhzctbe8tGqJGfvUvpmtsSg/8NjSuebPZx1+uvkdYljLB/zHUzeag7BQSxV96H2VxDYsFq11e/LeA/MOyaqG+BsjRj1EK+oArcaIo7HGKESsQpoiW0+zMiG83KzIpELTnmeSfuPEqvs+4kA9zv79++chxSFGWufVvg/y7LbbbgvqgCJL8Z133pEzzzwzp6aqK8/iYnMDSMIoTqS5fdpZv5ibbl13Myvj+rXfL4QN4goTq5Dt6B/b91FKApI0iViF4D7uuONMRjFqxyI7Gf+JcOu12kzixCr6uvLKK3Mw4mAs/OAAp+vamdh2JjBiVvnqq8mbVqza8l7no2t5zTXXGJHrY+r7nIhb28b6bOE4JFArBHIy/JwM1Pr6lBdJr4jDg3JrdtaT0yzQ+vqn9XVXTasEYjWsbx0l7RihNVatmrAiIdu7Y8RqqWP1idXQGqYJDncKr3+azXjN1lhNOo80XyM5fbqZwCLZWr/5PQaZxEmFqSPnc57hnO5zM1RDRXD2noxMXW0OcquvEYw309W3TcMsTdtCxCrKUn311VeRh1ZBpLpidcuWLbJ69Wp5/vnnS1JjFfNEKQBNaoDEhTS1s1bjDrLadtttzfdtxV7mObB/uFRsh7yfBCqYAMVqBS9OLYSGjM///POtRpIi6xS1UH/8wOUmUxV1V5Fdiqv9du3MSe8QqTjY6bCuB5nT5ndt3c5s8UcdVd2irafTo60eAgQZ+vMHfmH6wmFSKmYxJra/4zr+3guMxF3xyRp5fOw0ue/FWWYMFacYC5eKX10fZDL26vTdqpOTEKvvfbIu8pCnWngGo+YIRp99+Xmiw6maAqu0YlUFkL1FGuLt1ltvzalHmUQa2vyS9hsnL31iFWULunbtmrdcBxxwQLBF3r5PD1uyxTEyLCHT7MOqKlGsaoaqXcMUog21Z+3yBnHyLUysJmUD2FFiFcIX9WYhSCFak4hV9Kl1YOfMmRMcvhVWFxft48Sq7wAv9IeyDxDq2BqnFzJUkZ2iWdi6hV8zWO0HLK1Yxb1uLVVf7dUkX1dxa9sUPrc4BxKoJAK5ss2WTWLKAAQHGvnEXc5BP5ZgcgRk8WLVk+3qQEw6RsOL1dLFWl6xGj+PQp7jvJINCZ+h2DIMGkxRYjU64zdnvu4hV9IwvJIyLkSs4uAqCEu7xqqbsWofWqXlASA98f3En/70J5PxWuyF8fH9CnYEQZDiUrGKg7V8UlVf07ZJD7DK+6FBTgY1Pv/myaCgDrRnZlj3+YNk8QVdZPYFk0Ssur3FcrDvR5zTukHm58ri/NdzD1PL+UGTqR1tXdm55vwQIZi/1pDW9mEHC7rPeea+FWMWy0UHZu51f0iRiclz6JvnsLlSMmRf8QQoVuMZsUUDEUAN1d/MnybImIRYRVZgn24HmhqomlUKaYmt/DhUCm3uOepicw8ubPNHlurqT9YYCYtDrjTDEFvbIUfbtm4rKlpxD/rFhVPUNeP17AGjZOTMi8w46OfSw8eYA65QYgDj/X7pHFMiAJIV4nXwXgNk1FPX5xy05SLC9vE5y541feilpQY08zXshHc9Md53Ev3Nw6+MLDdw8UMTTNkDvXwnzEMyo2btMyv/liOJER94/vyQE/O2u7sn1//bocO9QtZtp3Nx+UBY/vapWyKfLMTuiwU3aQmGuW89a7KZ9YIohwgf2fekPBnq44n7UBbiu7vumReLOxdtgJIScWuHtr45+sbCmuGHBqvOeyi0zEDYeHbQeKbP/sHpRZUqSCtWIdZQZ1RPZUc8euo9aq5qBqi9lTzJx0nSfuPEKmTYvffeG0jeJCIK8dn9IjPxnHPOySl1gKxEZDJGiVWtTerLYPQxSMII2QeQwm7N1zCmkHOoYQphqRdKIyAmu1ZrnHyzxy2EDcaOEqt4XzNAkZG53377RbINmy/6uPbaa032q69WbZxYRb8qSvXQKojVGTNm5EhVzfx1JT3G7dChQ94hVoWIVff58a19QzwzSb4+2YYESCCcgJvFGAjK8SKT7MOs8sRqRF3PEorVpPUrK0GsljrWiisFEPeFFHL4WM5tOc9R8mcor8ZqTL1YFUxJM1Z9h2PFTTd433NoVuJ7S9SwELG6dm3mMGQtBWAfXqUSVbNV7axVPVwKu2Lef/99UxpAa56mnQ7GQRkAfK946KGHmtt92aqavarvaRkA/R0xderUKWJ437Pmr6sbOYdArNpVdtPOOqK99+C8+rrVuNM9UC+Qmubrb4V1QGD9OEtvulBWnHqjDBW7Tb0UHfnOhTJ45Rmy+ILMvILMXfPvgNWnNX9boAaZ5W4MdjmZjva8l8oNF6yQkTk7BUrIkV0lIkCxmggTG5WSAKTYhMevMdvnf3fyVabeKqQlMk7XfLJW9rvz30zG6jkDMlvvbemFe5etX24Oqtr45UbzHrbr40K9VEgq7ReHU2n9VLwPqQopqmIWmasQsLg0CxViDpmpdw6fYsSfW8tVyxP851EXhtZhPeGusUaoQlSe0Xe4qdk6760FpqwBrjcufcL8jrgxF2To6gWRO7BnfzMXiDmUMThv/p0574eVG9B6qdoYovqHe/XP4WdLZmTtDur5A2nXum0QH5iAgTs/yNh7X3zICEBcmunrCkm0u/mZGYbbn06+Rnp27OEVfbqOlzz624A94umyQydzkJbKUqwPhLl9aQkDXb+z+55sDjhDeYZZS+YE96K/3xxbz9blib6vO/6XJkYIePdy54xnUoUt1g4SH4Ldt3Z4Tec4+ambA0mP2r32WOin6y0nmS7sDGs3Fnc88L+47ymmGQ5m0+fXxyvN125asQqxA2nnbq3HVvNevXoFAtCtderGpNvrVRgm7TdOrLoyqhCxqluwMScIMpQBQJxxWZW+7dz2vFXcXXbZZWb7ehwj31bwqLXV8XHIlFuDdMqUKWJvKY8Sju64NvOkbBBnnFhFGzBAOYCrr75azj777NCDwZC9ef/993tr9kbVFU0jVhGPZqFqJq3yVumJerfumuIHDa7ULUSs2mUcUOLAdzhWqZ+ZNJ8VbEsCJOAnkLc9PFsOYMQokZn3dJfpmr2VJ7LCT0N3T2tPKj29hzWFSCtXmCUdoyEzVlXOuTU4C4215IdXhYlPPXBKs9cSMs9/ouIP0crln/wZKu7wKus5DoJ2pJrLQNsF5TEmilw5WCZ7DwgrQNCV+AOpELG6Zs2aSKnqy1a1M1rXrVsny5Ytk3fffVe++OKLgmaEEgD4HnqfffaRdu3a5UjVqHIAmrFq11lFfdawK2yLf30GqFPmIShXkZvJOWLUCJkpTsZqtv60GbvfCBkhK6S7yWR1sjStEhhhGakaP+KdJBPzMlZzX3czbBGrJ4v2lRvkwndGmr6S9ZsVudO7y9wxK2SwydDNimSPWMZc5h2ezVjF19GVIhMDYYoYp0l354DDQPTmyNaCHiHeVAQBitUi4PHW9AS0liruvHfEDfL0sgVy4qOTI7M/04+SuQMS0a7R+vyoW41Ew5gH79Fb1ny6zsg4iE/I3eN6DTav+UQb4p65aJbgkKp9Ou4Z1Ft1Y1O5CfHlnh6vWYfIeLQvHKilYkwP39L3IfeQwatXlDjTurLa9qNLn8yReHoIE96HwHUFrS0s0Qb1aW1xqtnA2j/EMdbQlZIYB3LUnadvHe2YsT6Q4bhsJvbrEIyD7hpjyjmEja8ZoOjHlZU2T4j2uBhtZr46qyrRw5ji9X2mHmOyaK8/aXIeArt/3zPj3rDtlT8wL9mx60FtYIIrKvM17mspjVj1bU3W/t339O/uqepor/IK260h7dL0GyVWNQPSzpwtRKwiRggsZC7iQCEIP9S4jBOruA8Zo8ga8B3apbFr5qj2Z8drrxeyeGfPni32tv6o9Qw7AAn3pDkECdL75ptvDjJcXeZJ2GDMJGJVnwW0R+Zz3MFgPlZRAjqtWEUcdiat1jZ1t+nb6+B7rxCxquuE5wP1Y8Fi8eL67Hy8X+pnJu7zge+TAAnEE8ivu2nJAHubrCdDMHNvbo1JO4tJBWNS6am1TYMDhUz4KjasLageQZh0jAYVqyWO1c9D65HWc3dFdtSq569ZRnys6LdAFmRrrCZl7h1HBaVva7xH2CZ9hnwZpXnz9vSfOGM1qPNqP8+O+A0RzuG1a+O//krVotRi1ZWqmsGqv2sdVHzvs2jRIiNXC7mw4wc/iEXWKi4VpW59VTdj1Rarel+cWPWJSo05V3RmPnPmHTlXzIFlQSanXYtYSwGcISuOscShlaHZ/X57O399n+72fh+3xALUvjlPauLNXPlqJKiMkJn3ZCsFZ2WvuCIXzzrEalaQBp/rIfWRU4nVhs76LeRBrNF7KFZrdOHLNW0VaZBly9a+bTL+7G37UXFBQiGzVQWS3RaS7drjrggyWDUTFLLKbY+27Vu1NXVbsW3e3kqufUJcnT9wdE44EK7H3nVGcFDWoL365203V6nnk3YQl7OXPhXUfdXObbkYJlbBSOXrw8dPyMuWVWFoz9fuy86MxPwfGXuXF7Ut+tw5+MZAFqcrDEshVm0mtuC1paktXO3JQDR+a+rRwUu2aEwrVlGuQrNSfWLVzhL2cdX3w2K1BTIC9q2tPTefWMX7Ni9XqKf5Wk8jViGp8A2gfaCPjuXLGtQDipCNiAxN1H+CGBo/frysXLkyOLgoTb8q+SCd7AsyDCUAVNbqe5B7yODUEgUuGxxghexOVx5C9iLD095Cn0SsahvEcemll8q+++5rRDIyHpE1ev755wd1XRGLlkBAJiQkHhghs3XixIlGqroiEXEimxG/7EsF5ciRI3P61zYqC1VcKnP74Cb0gXbIwLTHLYQNxk0iVtFOY8Ofw8Qq3kM2Mp4b+3lCli6Y4nWfgC5ErGIszaRFNi3+s4MSEO4BYMpWy0/Y4xcqVpUFSg6cdtpp5vlwr7TPTJrPA7YlARJIT8AnhfLqYKJb79Zrty6fblPN1mddKIItooPm95Exb08I/pMeROkeXpVziFFuLT+3NqKbFVoZYjUzs1LFmttXLo/cOobpDlDy3QsJNEam12emJZhH1NPmPwDLF2eyZ+giuUH6jJ1pniet5WjGd2qduu+nEavoLu8Qq5wanPUHri2wJ++RTem/Eou7oxCx6isFgC3/tkS1BStkqi1W8feNGzfKSy+9JP/4xz9STwD3f//73zfZqipqbbFqZ6yi1qqbwYq/49Lfo0oBhIlKDTon6zL7HEDEQqzmCNm8GqsQq3Zd1vqsUXxNBcLR6rP0YjU8U9ydt/s5af4u02Vut2n587TEqnLycUyXsRqSVZv66eENpSBAsVoKiuwjMQEVQ7YodDMjwzrz1S3VtujvoE49TY1U93CpqODsOOx2kGR2fVR9D+JSLwhbV5iFZWBGxZBErEK4IbMXly9r1a4HqqLYFqtxglDjc6WkLelUSmKLv12+wBWOxYpVCGiUg8DlZmaqMMU6aEkFH1tbwNrxpRWrdnufWMXYyEhVee8+y4hD6/+6cWoGMLKHVd7GbeUPE6saQ9z9cV+oScWq1pi0t5O7fUNGLV26NMiyg6iDlEP2o32hPuvkyZONdEzbr0o+d2xs3f7Zz34WnJ6u78edcAqhCVHlykMVxehXRXISsYpx0Q6yD1JWL2S/nnvuuV5RpgdOQVrrBbEGEeueeB+WgatZv746o8FnWY8egXiGcPQd3AQhfMopp+SMWwgbjJlUrKItnh2I5CixijWBxIT4DXue3OeiULFqlwRABjJiW758uffLSUsw2DK6ULGKAZAB69bEdQdO88zEfQbwfRIgARIgARKodQKFiFX78CpXpqpE9ZUDsGuyogQA6rWjjn/aq0WLFtKvXz/p2bNnIEdteZpGrCLOjh3D95WHlQJQUXjGysFeCVrxYjUoVYHSA+4K5EtMn0BGRm6YWL1hz8myWLf5o3v8MOz+7nKjlgbI/gAmccaqN6s27ZPD9qUiQLFaKpLsJxEBFUNo7KvlGdUJsv+mzp/uFacqSCFELzp8tLy19u2gNimk5F679pDLHrs6kKXaPkys4vXuO3YWHL6EUgG4UC7APpAK0s89TMrO+MQ92s9hXQ+SvTrtGXrgk0+G4n4Ve5Ckdnajndmo2agQnv/zwoNBBq4tVm3RiHao4xp2hW3Dt2Nx52nHU6hYRU3Udq3aBbVoUUP0tL7DglIDaaSoHZ9dazVNHzZ//DlMrLp1a7Wuq65LWBYq1mTlhjUmeziMubtGPrGqdYTD6t4m+sLMNkoqVtP06WsL0YRLM0SL7a8a7oc01q1dboapL34IOpwSG8UIHPHLl8lYDUxKESOkp/4HpJaep0KfmVIwZx8kQAIkQAIk0JQJFCJWP/zwQ3PwlJ2JatdQxZ/dw6vcg65w/6uvvmrkatoDrFBTFd9f7rHHHmZp3DIAaWqstmzZ0vxAPPzyZXXWb8+HWJ3WbW62pmlYKYBsNrrJ7K6EUgD++qUBA5/EdLb42xmr3sOrUGPVylz11YbNy1i1D7tyDq+Kyxxuyl+jlTg3itVKXJUmHJOezF7ICeaQYvZhRzYmzST9/q49BSfWQ6yizie2++PSQ5fwZ7T91eFnmEOsfGUF0Ma3xT3Jsrj1Lt17fHVBk2SsQpLaWad2JifE2jMr/2YOeQrrK00mbVhbW6xiXvbBYLbUK1SsaokGlcx6QNNZh2cOMUsjRcNKGqTpwx0zTKzaZRbsOqlausKttYt+Xelqxxv17NliFbJeS2P4JH+S59Vt01hitZDYeE8+AQhV/HIPpyIrEiABEiABEiABEiCBwggUIlbxw3BknPrEalSNVUSoghXyE+WM8EPzTZs2JQ4e/e+1117m4FgIVlzFiFUcgrXjjjvGjp9XoiIo4xB20FQFH14V1DO2p22V2wipZZrDIOSQLrFqJPvb14/pzYKdVF8swy7P4baNXTA2aFACFKsNipedl5oAtjzj8glRW64+v25ZXhsVqva2a1/ZAAi+Nze8J5C0kFcq9pLOBXIV2bUvvPOKtzSBe6BSUrHqSluUIei8w67mVHnNikwiVuPqeCYVq4hn5MyLgixglYr3vTirqMOrIB1/NvPCIDNZM2zTSFFbVNq80/SB9U5SCgDtbGZ6MBiyUAd2+55oBqv9/LjS1ZazaBd2AJUtVn951Hly/L0XhJYhSPq82u0oVguhVr57kK2JOqy8SIAESIAESIAESIAESkOgELEKEYrvy4oRq7h38+bNpsbq888/n2gykKr4XvDII480MhR94CpGrKK/Nm3aJBq/1I0iMzZLPRj7I4ESEqBYLSFMdtXwBLRmpU+IQuzt2rqdrNv8WSCbIEnP6Dtc3tuwVu5b+kSi+qtumYC4rfNxs4aAvP3Ze+SXL9xnmrqHQiUVq7jXzcRE5q9mq+L9sL7s7NKwzEudh10z1C4n4Gasoj2E4KC7xuTw7t/1e/La2mUyY+QNcWhy4rXr1fq28tuSM67Gqn2/ik4E01BiVeulYgw8P7856gJThzasfrB7aJULKmyN3FIAYVnMseBDGlCsFkqO95EACZAACZAACZAACTQFAoWIVWzjRzmAYsQq2H3wwQemHEBYLXeXL8Zr3bq19OjRw9RX7dChQ87hVSgpgF9pSgGgDADKAZTlcjJH8w5YK0tQHJQE4glQrMYzYosKIQCJ97tFD8vjbz0TKUg14/TobgfLyL4nBdHPe2uBLFj1N/l482eh92vWKwQtDsNCCQGIsmP3GiiHdO0dWZsUAyFTFdexvQbnUVOZVoxY9ZUasDNQw8Rq3On1GmzYwVF43ydW8bp9j/bjzjHsEQrLjg2rkRp1UJQ9xgl3jQ0yae3szziximcMV+dsXV1bmMYJaVuW4pnp0LqdqZ/qXton1k3r96LNsrVvB4dYhYljX41Ve662RC7ky5ZitRBqvIcESIAESIAESIAESKCpEChErGLu77//vpGYYYdXxdVYRSkB1NjHry+//DIxToy37bbbyj777GMOg8VW/kIzVtHXLrvsknhsNiQBEsgQoFjlk1DxBCDufvvULcGhTAgY4imsPqpOSA+O0r+v+GRNbMaqe5iVZsHaGbKogfnTXkd7JSuEIC5f+QCVYq78SpKxastBWzraNT0xblhfvjIC39ujd97a25mtdgYpGoaJVbxni1v8vVixasfhHox13vw7TdxhtUht0eu2iROrGLfLDp2C9bNZx4nVqAO9bNCadY2auO4VdkCZtvOJVTeTd97Y6YEYTvvFTbGalhjbkwAJkAAJkAAJkAAJNCUChYpVlAKAHA0Tq26tVfvwKvBbvXq1LFq0yGS+FnIh0/SQQw6RLl26mNvtLFX7z998800gXvFnzWjFPZCyLDNVCH3eU+sEKFZr/Qmo8PnbGYOQdcN6DzHb+nFoD644uZpmepCquLrv2Nn8joOvLjvyXCOpkMm4bP1yWbRqSZAxi/aXHj4mJzsV0uzJlS/J706+SmxxaZ/c7h5mpLIMY3506ZPStnXbIGydvy057Xqcruyzsxfdbeg2SwhZN0Z7W7lbBxYBqTh0Y9Rgww6MiloDX8aqHQeyj+2sT7euqzt/sDnnofEmW9V3UFiYWMV9az5dZw5Hu+74XwZrF1ar1TcnxPatqUebt1zhre117Xx80QaHu2nJCN/c7f7fuPSJIAxbRLv3pfkaoFhNQ4ttSYAESIAESIAESIAEmhqBQsUqygF89NFHwWFUyFB1JavKVZWqYAex+dVXX8mLL74o77zzjmzZsqUgpC1atJA99thD+vbta7byYyxcbvaqilUtE2CL1W9961vlKwNQ0Kx5EwlUBgGK1cpYB0YRQkDF2y8OPC7nECCIJNQW9dVaLRSmfbJ9XB/Iipy99CmZtuRx2bv9bnLtcVfId3fdU2zBpRmzmimLv985fIpphwtZntNefDDYso7XbFkLyYb+IY+1HMGlPz7H3ItxHnjzGVFJi3gue+zqvL5QwkDvwX0Qi5CHyg0Srn2rtqIx6gFfp/YdloMA66AHgvmEsjbW+aONLyPT7tQWvT7ekI9nDxiVI5rRDgJzwuPXmDINuBAzDhrD9btVi83veF7+48hz8+61xXPYGqvEtuesbeMycXX+7vOq6/0fT91o1hMxn9H72Jy1wXq7ZS6wPni23lq3XKbOn57zvGv9YJSdcDOSk/D3zT+NWL3rrkyZg7Fjx3pRRr3/r3/9Sx544IHQL7OTTz7ZnHSPU1HxCyff49L7DjvsMMEv93rwwQfNS8OHD895CxkEiAc/gffFW2i/iA1jrlq1yow3ZMgQQez2T/q1b51T3NzRj85X5+8DFcYAbRHTnDlzBCfU4iCDfv365cUVCj/hG2CKNcQ4uLp27WrWxGV/3XXXmdfd9YpbEzsMbIl78sknZb/99pPBg/PLrGC+7777rjfy3XffPS+mhFNkMxIgARIgARIggRokUKhYBSqIVYhRrbXqZqnaYhWCc8OGDbJ+/Xp57733zO8QrMVcKAnQsWNH2W233czv+D4QgteWqL66q5CvkLEQq7xIgATSE6BYTc+MdzQiARWrEEWn9TpG+nQ7UD7bvNFkjiKzD6/bh1UVEpr28ejImwLpmbQfCK37Xpwl2J6uW9YhihEckwAAIABJREFUOV9atUQ+3bwx6GavTnvmlQ7QLEl3rM477GqyZNHPZ19+HrzdrtX2QXy496V3lgTZsogDGbXuZd9jvwep+dbat3Oa+2LUBhCy9qUx+jhp375yCHb7sPmjja9MgTsW7sdYNucdWrc1nLVGqnuPOw9f/D079jBCNqxtVGw6J+0jar7u2rjrrfeiLzzzyKgNe1bwunt/EoZuf2nE6ty5c+W0006Ta665Jk9WQmJefvnlct9993lFGIThscceKwceeKC0b98+b16TJ082NaIg5aZMmRJsidL7cM/LL7+ct1Vp2LDMDwRmzZqV0yfE2xVXXGG+eV2yZImRtvZVSL+Qn3fffbcMHTpU9t9/f3MS7L333mu6feyxx0z8uLTvxx9/3MjFuLnb8ev8jzjiiJx4MY9XXnnFjD19+vTgPcRwwgknmPdOP/10M8+wuHzPftLXIIcHDhxoDkjAOkIk4zXwwLiIWy9sSxs3blwgi/X1uDWxYwHr2bNnm/EWL8788MS+sO6YM54n9zrggAPk17/+ddKpsR0JkAAJkAAJkECNEyhGrG7evNl872WLVVeyfvbZZ0aiIjsV39NBdELGaiZpMfgxFkQqslchcfE9M7JYUTe1bdu2oeUBIFYhYXEQFi8SIIH0BChW0zPjHY1IALLozAfHRWam6hb+tNmr9tb/3x53RcF1KYEDQu3aP98qP+r5A+/BVY2IjEORQMEE0ohVDDJmzBh55plnzC+VlSrdIN5s6WcH5crGsIDDxCrau1IRr4WJVbyOjMr58+cbGawZoTquxpO0X4g6SFRboOJefCM9aNAg843pX/7yF9N9mFhV0Rq1WO787bY+ea2C0RcXhOvKlSu9QjrtA6Oi05XbkKVnn312jlAPE6txa6IxgelBBx0k5557rpHsPm5h6552XmxPAiRAAiRAAiRAAsWIVdD7+OOPc7JW8RrEKYTq2rVrTVYr/owDqgrd9p90lSBYW7VqJe3atTM/oO7UqZMRrMhOxaVlANCO2apJqbIdCeQToFjlU1EVBJA9uHjlKybW1Z+uNVmK+3TMbKlHpuW8ZX81pQFwErteqLNpX9g6/eaG92TXbBu0PaPv8JKKUMTpy1asCsgMsuYJpBWrKr2QKahZoir3fBmlCrhYsQqpigxGNyPWJ9ggenv37m2EHMbFPW7Wo8aTpF/MuXv37t4sTMwPmbx33HGHzJgxw2RyNpRYxVi2tIxjqhx82aNpH3xwRoaFymP7fnfrv0+sJlkT7VMzW/E8jR492ghyOyMW7ShW064g25MACZAACZAACYQRKFasYjs/vk9CBir+vHHjRrP7ClmqEKqlyExNu3qayQrBiuxVfH8GwYrSAchwhXTFn3mRAAkURoBitTBuvKsCCWA7/NPLFsib65bLa2uXmcOnVL6+sf5t2fDFZ7JHh87mtajt4hU4NYZEAo1CIK1YRVB2liL+jozQ22+/PbKuZZwE1MmGZaxCkk6dOtVs/7YFrk+wIbsU7SFTVei5QtaOJ65fne+zzz4bbPePWpyGEqvar7LWLNrly/NLgmh8yDBGPVifEE3zgOm6QNJq7diw+31iNcmaaH8/+tGPjBjHmMp+xYoVOWUgKFbTrB7bkgAJkAAJkAAJRBEoVqyib4hUfM+1evVqI1lRIqBSLkhWZLFih1WXLl2kW7duRrTyIgESKJwAxWrh7HgnCZAACTQpAoWIVQDQLFX82c5eDYOjUlDrgNrtbFEXJVZxKBHKDbjZsujLrrHap08fUwdU62zaok7HteVnXL9R2/N9801bY/XUU08NpLQtMO2+IYiRsYtvhB955BEjGZPIxbSxRz3c4HnzzTebJsjgPfzww009XfdwKZ9YTbIm6NcV4Zot7Ip7zB3/eYHUty8eXNWkPp44GRIgARIgARJoFAKlEKsI9A9/+IO8//77jRJzoYMge/WnP/1pobfX9n3PT5Fmh42XK5+rk3Hfr20UnL0IxSqfAhIoIYEPPvjA/AOKf6S23247+fyLL8zvK995R7Zv00babL998P7OO+8s76xaJbvsvHPQDqHYbbUPDRH3YAy8vt322wf3430dC7+j3RtvvGHGxPXG66/LPvvuG4zfbY89gvbvf/CBfL5pk2mncaNv+0Jf+h7iw59xYZwvPv/cxIzXNn3+eTAf/Bn9alvEjLH26No1p2/Uqhw5cmTwms4PL2h7nQv46Rj2/HUOmJeysFmBie/CWoGRzl+5oK29bogZa6W/o72OhdiQDYk56DgYuxqvQsWq1lXFnO16q2EMog5w0oOrcG+UWMVBUJrBqAdouXJRD9iyD6zyZT268jOq37RyMkys+qQy5ox54Zc9fz28Sg+tgshELVNIaEhVXI0tVjEm1v3JJ5+UhQsXmnVHfBDdKnvRxhWrSdcE99qZrfosob4r1tPOug07vIoHV1XjpxBjJgESIAESIIHyEiiVWEXW6qOPPtrgdVQLpYW6qscff3zB2apr/3eYdD7tYWf4K2Vh3TjJfCfbhK5/3SfDdl8hlwZzWyv3nXyuyHWz5LTcM3Gb0KQ5lTQEKFbT0GJbEoghgH+IP1i/Xta//74cPnCgzMJhLuecI++sXCmLFi+WjrvsIgMGDpTbb7vNnJ6tp2jf+l//Jef++7/L0/Pnmyw0HDKDa8iQIUaQ6nXiiScKxthnn33MrwvPP1+GDR8uhxx8sPx/111n+j8a97z+upF8n3/+uaxauVLGT5hg7nv9tdfkmCFDjNzF++gDf54zZ46MGjVK7rnnHjkCmWdDhgRjzp0zx/x5/QcfGImKbLMn5syRfffbTxDPHbffHryGdpg3+oOwRDxggbaQjeBxYzbLTQe4cvJkE59eEJiLX3rJxI7xUFNRx8fvmM+wk07KmT+y1fbbZx8jOCFccd9ZZ59t5gxB+tobbxiuuBYtWiSHHHKI+TPmjzifnDNHdu7Y0XDXdvpnrCfWDFvEfzVxojw0a5YZSyUq3se9iPf11183fYNLNV6FilXMNYnYUyalKAWg8tE+QOvCCy80Q2jGKt5DZqfvUhmL93zxhPWr0tWWtW7/yKxU4VnqUgA6vpu1CeGIw7nc+rF2bFFt7AO89B78hyDNpQdqnX/++UGGsCtWk64Jxu3Ro4eRtb7LLsWQ5tlLMx+2JQESIAESIAESqD0CpRKrIPfOO++Y+vuVeGGX0R7ZpJS08T03uZn0m3ii/O7dXLFoXn/1d7LmgdOkU9pOq6r9Wln7r07SiVK1qlatIYOlWG1Iuuy75gioWN24aZMRlps2bpQ+ffsa0bdi1Soj3VQYos1rr70mhx5yiODPq1askF06djSCE2IREhQCEZJSZZ8tVgEXgrZN27Zy1VVXyd8WLzYCEZmTKl8xLuQtZCYyQyH+Jo4fL4teeslkviLrEiJy1kMPmXF/M2mStG3TxrSH8MRrkI7oE/dAYOLPeE/FqopR9L/4xRfNHFasXCndu3UzYhUXxCPm8/769UYof69Pn+DZcMUq3tDDaXTeiBPzQN+4wMWev8pM9IWxcUGcQTRhXGSYqkwF/6efflp+8pOfmHaQq5DXfQ4+2IhlzAsX7jv73//dSHHIqhcWLZL99tvPZOBCeKNvSFWIZlyQzV27dTN9T5s2rSqf/WoUq/YBWgodYlW3jUPyudvTIcntw5d8YjWsX92eHlZHFl9jAwYMCOrMllqsYo66Dd+Wi0mEL55VbNl3D39Cn5gvPo/sS+W1/ZrOx61Tq21cyWmL1TRropmt4Pztb+d+1zpixAjzOaTlHShWq/LjhkGTAAmQAAmQQEUSKKVYxQT/+c9/Fl3fvtSgUBrrO9/5TkHdZjJVJU+qms6wPf667hmxmt0qbw9Sv23+OZnSbJ4Mek6kX3Y7/aA/NZN5P14oclg/GT9podRNEJnSrJ+MtzqIut/eju9m09bfh0zTzvLzB61Oh6sIdt+zsm/tjFXz55+Lnat74n1rZNbPMioZcjmYB14I+i8IN2+qEgIUq1WyUAyzOghAtr35+utGVnbceWcjMf7rv/9bTho2TFauWmXeQyYlJOT2229vMhshA5HlCQm6R7duRqRiuzteg9CDyNOsTchQXCpnTzzpJHlp0SI5+JBDzD0YA2OiL4yBCzIFmbAqANEnxOCzzzxj3oegeOjhh80Y++67b9CfbmdHBimEI6Qh2mAOe++7rxGzuCA90admbWJedowaOzI8hwweLHPmzs3J6PSJVXCE4IVw7ta1q5G7+DMyRZE5iwtzROxoC+Gr74PXzrvsYlhoO7u0Afp7Zv58MxfMAfPEnHA/1glj4QJbzNuUQMiuFb7RUvbgiX6VI7Jakf2Kvu3SBtXx5GairEaxirhVwuHP2DYPsarZk+5BR3Z7FZNhGbS+fnG/1vScN29eziFKeE8zXfVQrYYQqxCUgwYNMocO2Fvi8UziNXsrvj5/yFbFDyeiMm2TPqvIJPXV0tW4bHlri9U0axJ10JZ7UBfFatKVYzsSIAESIAESIIE4AqUWqxgPmav4nm3Lli1xwzfo+9j+D6laaKYqgjPS8pFh0VmpWfn4Pbv+qBGtf8sKWYhVFaiZwgGZLFhbZq6Vtd/uVJ/5mrMdP//+AJxpN0uGaTatNW73GW5GbVamHrBQ1uw5NWdeOdm3wdiDZF6zfvI3S6SKM9fcedT3XzehyRVIaNBntdo6p1itthVjvCTQxAi4NVab2PSqajrVKlZVaGLbv4pVSMZevXrJ9OnTvWsAOTh06FCTvRlVmkC3rmu/6Exrynbo0MHUOkUmM6TiHXfcYTKW7WzWtDVW0b8e4BVVz1X7HTdunECa4kK27HHHHSeI6/LLLzeZnmFxFfNganYsmOCwLYwDJpg3SmjYdXZtsZp0TTCf3r17m6zzsWPH5oXqZgVTrBazmryXBEiABEiABEjAJtAQYhX9o8SS2fGWTRJpbOpIJsEPv/G9WTFXcrFqyU3zDbQtPCFGp0p3q5QAhOTUPeszP4MYczJftfxA/v31cwp/z0hPQTZsveQMXvvxvPpsWxdQjljNjVskI3klK5HdeRheb1+aM2Yx/HlvZRKgWK3MdWFUJEACJNDoBIoRq7otW3+PCh5ibMKECWIfVOVrD4F3//33BzVTo+6DQBw9erTgwCLIONRbPeuss/LKAOg4kJZ///vfjXhN2q89N4yHv+MbZGTF4oKoPfPMM4PDp/Ca27f+PYqPcnHn796DOSxYsEBmzJgRZM66cbVv314GDhyYF1exDxfELp4XrWGLcTB/SFF76z6kJ+QrygokXZNTTjnFSOobb7wxrwyAxg3hvf/++5vx0jx7xc6b95MACZAACZAACTRtAg0lVpUavofC96CNeeF7Jl+Jp0JiiBSrRoKKLHy3u0x1tstnxgoXo14hicOxTFkAiFBbmEaJVYzjbOvP9pHJJvXMWsdwtvkHJQQoVgt5VGrqHorVmlpuTpYESIAEwgkUI1bJlQRIgARIgARIgARIgASqnUBDi1Xwee+99+Sll16StWvXNiiuTp06ycEHHyy77bZbycaJrbEaiFUnYzUngviM1bwM1piM1/AJZiTrikvqBHVc3YzV0Pvy6qqukEvrUAqAGasle5iaUEcUq01oMTkVEiABEiiGAMVqMfR4LwmQAAmQAAmQAAmQQLUTaAyxqoxwsBUODy21YIVQRamqQg+oilvDTOanZp/Wtw7qi2YzVsWqRZqb6ZpMrPZ7VQ+W0hqs8aUAMuL3e7KwbpyYDf9WDVQjVu06rsE2/jXS/brO8vMD6ssE5PSTssaqXdKApQDinqam8T7FatNYR86CBEiABIomQLFaNEJ2QAIkQAIkQAIkQAIkUMUEGlOsKqb169fL8uXLTa36jRs3FkSvbdu20q1bN8E5Ah07diyojzQ3ZcTjw84tlmzNqY0qIsPrJWnutv5MF/k1VnO381/5XFZ+CvrpLtPyMkddwVv/9xMDweuUCBCRYLt/VrKOD26z5pKXvfpzsWde33/+PChW0zxV1duWYrV6146RkwAJkEBJCVCslhQnOyMBEiABEiABEiABEqgyAuUQqzYiHHK1bt06c9jVhg0bjGjdvHmzbNmyxTRr0aKFtG7dWiBSUeMeh1HtuuuuRR9KVWXLxHBJoKIIUKxW1HIwGBIgARIoHwGK1fKx58gkQAIkQAIkQAIkQALlJ1BusVp+AoyABEggLQGK1bTE2J4ESIAESIAESIAESIAESIAESIAESKDJEaBYbXJLygmRQIMToFhtcMQcgARIgARIgARIgARIgARIgARIgARIoNIJUKxW+goxPhKoPAIUq5W3JoyIBEiABEiABEiABEiABEiABEiABEigkQlQrDYycA5HAk2AAMVqE1hEToEESIAESIAESIAESIAESIAESIAESIAESIAESKBxCVCsNi5vjkYCJEACJEACJEACJEACJEACJEACJEACJEACJNAECFCsNoFF5BRIgARIgARIgARIgARIgARIgARIgARIgARIgAQalwDFauPy5mgkQAIkQAIkQAIkQAIkQAIkQAIkQAIkQAIkQAJNgADFahNYRE6BBEiABEiABEiABEiABEiABEiABEiABEiABEigcQk02/T4z+oad0iORgIkQAIkQAIkQAIk0OQINBOR4LtK/CXiink79874xs3im4hIokb1Q4c2xySbpw0x0z6HUYmegCDO6PmBUfJv+p35hYWaFGnSdkkfGkwkaZ/edv6bkz1HbpBJA4lZb9NNgr4SNDH9pGCUat4FP8O4MST4RHNKhif1V1WqycetYdKJZPuJZGn1lbTbFM96Uk65XZbocz3psx4bpD7kzRJ96cR253xAp/vMTPi5kHQtg+5S3+CZpuffrHgY+S1K9rVSijkl/LwsZJ4F3YN/M5P/C+sfopK4NLVYUvyDWND6izT75Kqin4ACh+ZtJEACJEACJEACJEACTYZAmu/D07RNACjV//eSjp20XZr/36XpM8G8TZOEfTZL+v++pO0wdqK2zfI8dNKp5bazJprUE4S284jjOhHDKO7K6zPhAsT1ax7iBH0laBL0k6itSPTXj9NJwj49Vib8gUnaZ9Au5sFL2h+IJ/7CiFtAdLZNgkZWk9A4nYcs6Xzy2qGfkJgS9ll2sRobZ/brJrZdkqVxZpvo8y3ssQ4JKGmfQbglmVj+DwOT4HDbNK+gWNL84xc511LNCV9nTUmslmI+ib9JiHkak/zDHPdAJ/2mIa6f8PebfTq16Ceg8NF5JwmQAAmQAAmQAAmQQPUTSCObEn9/qw2j/+NTVyfSPPb77mxfSceObOfIiqL6THpzyCMS3B7dTzJG2f8XNo+QMXYYiUKvE6lrXgKx6gyWaGydj8vOP790jLTPpIHEfIkHg8f8Jz/RcOme9eh5F8g9b7ohX8uJ5pPtLOGzbv5nG/t5kOmzrq5Omsd/eCT7fDYgU4jV2M+Y7CSSzsfbLuRrOWGfuc1ibkrYZ2Z9EjRO0CQjspqL1JXihzfObBP9uxL1GeP/4U3SZzP7hCZ/mCOf0oSf6VF9JP6AjPtyKUEsQTp+sVI00UMWN6HsQ5Dia9/bYyljSfgBGDqzUqyR+YQtwfNbij5KFUv0o9Cs7nqK1QRfLWxCAiRAAiRAAiRAAiQQRSDN/3HStE1CPU1/STOGIv9vYr2Z5vt+b5xpgvfACG6P6SfpMKZdwmyVRH02F2kGSMVeBZZfyFvviP80FvRsJIKgJk9kawgLkzaa4D/EscNZD2Rs2+yaRLZz3kzaZ95yZzML3dfT9Jf0WU+6joilVFl4BnvCr5vY/+c7E0jKyNsuImO17hsR2ZriC7NEnzGpxGrcZ0f2uUrKKHK2BT7r3rFDHsLUcSb4TIhdwRKJslRbQ6KCKsWc0nyRx8US94zFAg7PDE9ya9Am9cMR0nsp+ilmjbaKbN2U5B+XhHRKMR/zYV+CrOLwkJsdeH6PUjxJCaGwGQmQAAmQAAmQAAmQAAkkJVCqb6iTjme1a7ShG2egxKMkbYj/QSRtWwD+/FtKNZg/8FTTKSQUlBrYdhvZtmMbqQuTq40LtB5xIfMpyZoW2knpAi6ZK0r1ABU670LuC2P1jXzVanfZ2qJDSrmaPAYd+dOtzc2TvaWumWz6Bn9Orh+2SnP5Ulo20ldG8riSUyi0Zeme8UwElTS3QpnwvkonUFe3VVo0byPb7HyeJVcrPeri4tu+RXNphZ8fy9gD+FVWHEveTQIkQAIkQAIkQAIkQAIkUDUEyvDfHwzZqoW03L2d1H1ThvGrZm2qONCKXFZ/UM3qvpGv23xXpGVHEUHmaqVeFQm1UmExLhIoM4Gtsk2zNtKm0xVSt3VjmWNpnOFRJcP8XK3FWfvz06pxmHMUEiABEiABEiABEiABEiCBGiRg6nm2aiGturQLLwdQg1w45TIRqNsiX263p3zTchdplqocQJni5bAkQAIVT6Cu7htp2Xx7abPrZTUjVnVRKFYr/vFkgCRAAiRAAiRAAiRAAiRAAtVMgGK1mlevCcZOsdoEF5VTIoHyEqBYLS9/jk4CJEACJEACJEACJEACJEACTZYAxWqTXdrqnBjFanWuG6MmgQomQLFawYvD0EiABEiABEiABEiABEiABEigmglQrFbz6jXB2ClWm+CickokUF4CFKvl5c/RSYAESIAESIAESIAESIAESKDJEqBYbbJLW50To1itznVj1CRQwQQoVit4cRgaCZAACZAACZAACZAACZAACVQzAYrVal69Jhg7xWoTXFROiQTKS4Bitbz8OToJkAAJkAAJkAAJkAAJkAAJNFkCFKtNdmmrc2IUq9W5boyaBCqYAMVqBS8OQyMBEiABEiABEiABEiABEiCBaiZAsVrNq9cEY6dYbYKLyimRQHkJUKyWlz9HJwESIAESIAESIAESIAESIIEmS4BitckubXVOjGK1OteNUZNABROgWK3gxWFoJEACJEACJEACJEACJEACJFDNBChWq3n1mmDsFKtNcFE5JRIoLwGK1fLy5+gkQAIkQAIkQAIkQAIkQAIk0GQJUKw22aWtzolRrFbnujFqEqhgAhSrFbw4DI0ESIAESIAESIAESIAESIAEqpkAxWo1r14TjJ1itQkuKqdEAuUlQLFaXv4cnQRIgARIgARIgARIgARIgASaLAGK1Sa7tNU5MYrV6lw3Rk0CFUyAYrWCF4ehkQAJkAAJkAAJkAAJkAAJkEA1E6BYrebVa4KxU6w2wUXllEigvARqWqx+9NFHdeXFz9FJgARIgARIgARIgARIgARIgARIgARIgARIgARIoLoINKNYra4FY7QkQAIkQAIkQAIkQAIkQAIkQAIkQAIkQAIkQALlJ0CxWv41YAQkQAIkQAIkQAIkQAIkQAIkQAIkQAIkQAIkQAJVRoBitcoWjOGSAAmQAAmQAAmQAAmQAAmQAAmQAAmQAAmQAAmUnwDFavnXgBGQAAmQAAmQAAmQAAmQAAmQAAmQAAmQAAmQAAlUGQGK1SpbMIZLAiRAAiRAAiRAAiRAAiRAAiRAAiRAAiRAAiRQfgIUq+VfA0ZAAiRAAiRAAiRAAiRAAiRAAiRAAiRAAiRAAiRQZQQoVqtswRguCZAACZAACZAACZAACZAACZAACZAACZAACZBA+QlQrJZ/DRgBCZAACZAACZAACZAACZAACZAACZAACZAACZBAlRGgWK2yBWO4JEACJEACJEACJEACJEACJEACJEACJEACJEAC5SdQErG6eeun8kXdJ/LV1k1SJ3XlnxUjIAESIAESIAESIAESIAESIAESIAESIAESIAESIAGLQDNpJts2byPbNdtRWjffoWg2RYvVz7aul+UfrpTrn3pEnn5zsXzx9ZdFB8UOSIAESIAESIAESIAESIAESIAESIAESIAESIAESKCUBLZr2UoG7dNXLvzxUOmxUzdp17xjUd0XJVaRqfrmh2/K0JvGUagWtQy8mQRIgARIgARIgARIgARIgARIgARIgARIgARIoDEIQLDOvmCK7L3T3kVlrhYlVj/+5l256P7bZM6rCxpjzhyDBEiABEiABEiABEiABEiABEiABEiABEiABEiABIom8JNeA+S6U86WDtvsXnBfRYnVdV+/JX0nncds1YLx80YSIAESIAESIAESIAESIAESIAESIAESIAESIIHGJoCs1Rcn3iK7ttyr4KGLEqtrv35Tek04q+DBeSMJkAAJkAAJkAAJkAAJkAAJkAAJkAAJkAAJkAAJlIPA0sl3SKeWexc8NMVqweh4IwmQAAmQAAmQAAmQAAmQAAmQAAmQAAmQAAmQQLUSoFit1pVj3CRAAiRAAiRAAiRAAiRAAiRAAiRAAiRAAiRAAmUjUDaxunXrVln/zTKWAijb0nNgEiABEiABEiABEiABEiABEiABEiABEiABEiCBQglArHbcpqc0b968oC4KLgXw9ddfy4eyvIHEahe5+PSzZPPdv5L/KmhavIkESIAESIAESIAESIAESIAESIAESIAESIAESIAEwglArO4kPaRly5YFYSpIrNbV1cnmzZvlkxarGkCsdpGLL3lQrt39dbns4rFyfUHT4k0kQAIkQAIkQAIkQAIkQAIkQAIkQAIkQAIkQAIkEC1Wd9zSVVq3bi3NmjVLjapgsfr555/Lxlb/KrFYzUrVvdqJbHqBYjX1cvIGEiABEiABEiABEiABEiABEiABEiABEiABEiCBJASQsdr2y2/L9ttvX+1i1ZKqmDnFapL1ZxsSIAESIAESIAESIAESIAESIAESIAESIAESIIECCJRNrG7cuFE+b726RBmrjlStGLH6G3n1v0+UvUXkzYUHyAF32yt0ujx1/aXywzYiG96aKrtcl/NmAUvZkLdk5iF5c0g45pF3yfvD95WXH+wnR/054T1laZZZk4PeLXw9Lr5koVyLjGnnyl//iAlWDa+yLBIHJQESIAESIAESIAESIAESIAESIAESIIGKIACxuv0PIvdfAAAgAElEQVTmLtK2bdvGzVgtnVj1SFUL7eYvvxT5+gNZufaf8n9L7pbrnnpBVjYa+nqxmi9Po94rMsDTZ8vX/URm/L+hclaRXWVurzyxesdvXpXR8rC0/NWvSjLDTCfFidWMVBX5P0cgh70eGjjFagnXlF2RAAmQAAmQAAmQAAmQAAmQAAmQAAmQQMMQqHKxGi1Vfcg2f/iC/Nf9Y+WypQ0DNLfXjJDstOkzaS/OYVqQnwfuIhvatBMpdcZqycVqY7BKN0bFilXfoWlpRWna9unQsTUJkAAJkAAJkAAJkAAJkAAJkAAJkAAJkEAJCFSxWE0vVQNeX6+WRx48Q05+ZnUJEEZ1kRWra/8p0mmXnK3wGTH4T3mz03ekkyNWzXud7H7/WZ99qtJt4etyUL9DpX22mW41z92K/lmQPZnXp12DNqZPN2NVpeYMOTEbZ3acLsiU/Y6IWPEiPo8ojIrHzGH312XGu/vK6GBbvfZZX0LBTD2YR30GsJKLK7Hgbtt/c+FUWXOgXQogXZ+Z/t5PlCmcaI2DzNfoOKJ5ZWmYNah/XvBqUJ4g6r0G/gph9yRAAiRAAiRAAiRAAiRAAiRAAiRAAiRQrQSqWKyKSK/fyKtnnSh7tywA/5dL5KorR8jE9QXcm/iWrFh962F5efcTrdqdurX+YZF+J+aIVZVkl108Vq4342RF4qfZbe8qwWwxajJUd6nfgu5krGYkni07s6JubdI+c0sBqBQMxKUZ7zsipr9/ZmrHygsSzMERq3HxqPC0xai5Z4f6PnMzVp35GGyZmMJqm/q25+fO6zuZ+rjKKEGfwVq1iT48Ldkaa03a+LnF8so+M3ZmdP38/ySdh+c+gxl21vOU+HlnQxIgARIgARIgARIgARIgARIgARIgARKoHQLVLVaxTkXI1bV//5XsfvPDDbjaKlanym/l/8m1O/4pUxPUiK5d5JH/94ochlIBMaUAckRcVpKttQ+ScjNCfWLVkpKYcI6YjO3TI1Zz+st9P08c+sRqRDy+zE+3T59YzT1cK7oubL7c1MzaQ7OlGTJiNXdtUtSazckCrc8cDnvY8tc4V6xGzS2WV+T6ZsRqfv8/ljUVf9hYA37psmsSIAESIAESIAESIAESIAESIAESIAESiCFQ/WI1TK5uWiLX//6PsnnPA6Vbm53koO/sK3t3cE5rt7M+G+RRqReruywdkJWpQ+UNbBk3klU88g6BONvd8ZLG6qu/mUSs5pQWyE42J2NVRV72vZw+PWI15+CoAsRqRDw+6dkoYjV7SFdGpmYzVj3PRVgWbOgj5M0ATbrGPpkbw1tEfDJey0bUx6nC1y41oK+dLhcfebdc/+cG+cJgpyRAAiRAAiRAAiRAAiRAAiRAAiRAAiRQ9QSahlj1yVWPNO12yKVyx7BT5YcdWmUXbrX874SjZVSDlQOwxGpW1ElOHU83K9KSbdYW9PBsRp8E1W3wEtT6dLfR5z21sbK2AcSqk7Fqx1Q+sZrhf9C79WI1Lpu4Pm773rsdxPZ7kimVgHIBida4dGI1J8s53AJn44vPsq36Tz9OgARIgARIgARIgARIgARIgARIgARIgASKINB0xKorV8OyUTv+TB695JcypANuaGh5ZIvVu832+xM+eUHW7rVvdpt17vt6SJQr80ovVh0JWHaxmhtP+cRqvgjPWQsfp+CLL6lY9ZUY8GWYpiwFsPvr9TVtQzJWc8SqlotYKDK6X72Ez0wnai5FfNrwVhIgARIgARIgARIgARIgARIgARIgARJoQgSalli15erX1uFJ7oL1u03ePX2AdJLV8sgNR8vJbzTUijriVA95ck6yr5d34QcVFV8KwJLI7tb0cojVTuHxFCpW0xw0lfjwKkvQR2f+ZrON7UO79LHKOTwq/FAs/xonPLwqgVhtH2TIWgei/fPA/EO+PIddNdRXCPslARIgARIgARIgARIgARIgARIgARIggWol0PTEqsrV07rI9CvGyvXelcmKpdZvyPX/frJc1mCr54hVPdAoEFxuxioCsetdZreLP9tF3h9+qLSH5PujyC+HR9VDtfuol5d64n1mqk6mbiOLVUQQFU8SsZo5uf479bVnXW4isiHJoWB71dfd3fDWw/Ly7idmSwFgO7+zFrE1eZ321nOVG0vaNc7v1+4vEa+cw7Q8ZQgsDiZsq0xBg315sGMSIAESIAESIAESIAESIAESIAESIAESqGICTVOsYkE6dpFu61fLyiix+unD8t1f/SqkTRWvKkMnARIgARIgARIgARIgARIgARIgARIgARIgARJoUAJNV6xGYstkrHZ44Wg55P7VDQqYnZMACZAACZAACZAACZAACZAACZAACZAACZAACTQ9ArUpVjteI//4xU5y28VhpQKa3kJzRiRAAiRAAiRAAiRAAiRAAiRAAiRAAiRAAiRAAqUjUJNitdvpD8iDmy6WQx5ktmrpHiX2RAIkQAIkQAIkQAIkQAIkQAIkQAIkQAIkQAK1Q6AGxeqh8ovj95b/ffRu1latneecMyUBEiABEiABEiABEiABEiABEiABEiABEiCBkhKoPbEaeahVSdmyMxIgARIgARIgARIgARIgARIgARIgARIgARIggSZKoPbEahNdSE6LBEiABEiABEiABEiABEiABEiABEiABEiABEig8QhQrDYea45EAiRAAiRAAiRAAiRAAiRAAiRAAiRAAiRAAiTQRAhQrDaRheQ0SIAESIAESIAESIAESIAESIAESIAESIAESIAEGo8AxWrjseZIJEACJEACJEACJEACJEACJEACJEACJEACJEACTYQAxWoTWUhOgwRIgARIgARIgARIgARIgARIgARIgARIgARIoPEIUKw2HmuORAIkQAIkQAIkQAIkQAIkQAIkQAIkQAIkQAIk0EQIUKw2kYXkNEiABEiABEiABEiABEiABEiABEiABEiABEiABBqPQNnFauNNlSORAAmQAAmQAAmQAAmQAAmQAAmQAAmQAAmQAAmQQOkIbL+5i7Rt21aaNWuWutNmH330UV3au+rq6mTjxo3yeevVsk/Hw9LezvYkQAIkQAIkQAIkQAIkQAIkQAIkQAIkQAIkQAIkUFYCb6x/TihWy7oEHJwESIAESIAESIAESIAESIAESIAESIAESIAESKDaCFCsVtuKMV4SIAESIAESIAESIAESIAESIAESIAESIAESIIGyE6BYLfsSMAASIAESIAESIAESIAESIAESIAESIAESIAESIIFqI0CxWm0rxnhJgARIgARIgARIgARIgARIgARIgARIgARIgATKToBitexLwABIgARIgARIgARIgARIgARIgARIgARIgARIgASqjQDFarWtGOMlARIgARIgARIgARIgARIgARIgARIgARIgARIoOwGK1bIvAQMgARIgARIgARIgARIgARIgARIgARIgARIgARKoNgIUq9W2YoyXBEiABEiABEiABEiABEiABEiABEiABEiABEig7AQoVsu+BAyABEiABEiABEiABEiABEiABEiABEiABEiABEig2ghQrFbbijFeEiABEiABEiABEiABEiABEiABEiABEiABEiCBshOgWC37EjAAEiABEiABEiABEiABEiABEiABEiABEiABEiCBaiNAsVptK8Z4SYAESIAESIAESIAESIAESIAESIAESIAESIAEyk6AYrXsS8AASIAESIAESIAESIAESIAESIAESIAESIAESIAEqo0AxWq1rRjjJQESIAESIAESIAESIAESIAESIAESIAESIAESKDsBitWyLwEDaGwCmzZtkjVr1sinn34qW7dubezhOV4NEmjevLnssMMO0rlzZ2nTpk0NEuCUK4EAP/sqYRVqKwZ+9tXWenO2JEACJEACJEACJFCLBChWa3HVa3jOEAtvvfWW7LrrrkZw4T99vEigoQlA4OPZW7duney1116Uqw0NnP3nEeBnHx+KchDgZ185qHNMEiABEiABEiABEiCBxiRAsdqYtDlW2QksX75ctttuO+nQoYNss8020qxZs7LHxACaPoG6ujr55ptv5OOPP5YvvvhCevTo0fQnzRlWFAF+9lXUctRMMPzsq5ml5kRJgARIgARIgARIoGYJUKzW7NLX5sRffvllkzHYqlWrIFuVcrU2n4XGmjXEAi5kbn355ZcmY/qggw5qrOE5DgkYAvzs44PQ2AT42dfYxDkeCZAACZAACZAACZBAOQhQrJaDOscsG4GXXnpJDjjgAGnZsiWzVcu2CrU5MCTD119/La+++qocfPDBtQmBsy4bAX72lQ19zQ/Mz76afwQIgARIgARIgARIgASaNAGK1Sa9vJycSwByoXfv3tKiRQvCIYFGJwCxunTpUorVRifPAfnZx2egnAT42VdO+hybBEiABEiABEiABEigIQlQrDYkXfZdcQQoFypuSWoqoC1btsiSJUsoVmtq1Stjsvzsq4x1qNUo+NlXqyvPeZMACZAACZAACZBA0ydAsdr015gztAhQLvBxKCcByoVy0q/tsfnZV9vrX+7Z87Ov3CvA8UmABEiABEiABEiABBqKAMVqQ5FlvxVJgHKhIpelZoKiXKiZpa64ifKzr+KWpKYC4mdfTS03J0sCJEACJEACJEACNUWAYrWmlpuTpVzgM1BOApQL5aRf22Pzs6+217/cs+dnX7lXgOOTAAmQAAmQAAmQAAk0FAGK1YYiy34rkgDlQkUuS80ERblQM0tdcRPlZ1/FLUlNBcTPvppabk6WBEiABEiABEiABGqKAMVqTS03J0u5wGegnAQoF8pJv7bH5mdfba9/uWfPz75yrwDHJwESIAESIAESIAESaCgCFKsNRTas3/Wz5cJjJsuCkPdH3LVYLjqw0KCWyg19xshMESmun0LHr/z7SiMX1svccefJtH945nvURHlg7P6yfs54OW/GsnAg3z1DbrlI5KZzp4m/1WCZ+MAZsr/p4e8y7eRJMjcC7+DxD8gZvaL4Z2L+1ylx7Sp/Das5wlqVCx8+eqEMnhT2qSfSf+JcufH4nUREP8P6y4QnbpShHat5tSsr9lJ89o0/+WT/5xU+z6YMlo7ZzyqJ+zx6f66M9332ZT8/c8glaGs+b/86IBuDfXf2s7p75nNZwvoKbukpZ9x6pQzeJWLttA9frMFt/Lx1CdbqZ19lfQowGhIgARIgARIgARIggYYgQLHaEFRD+6wXnzJquiy+oN6E1YuHYoQCxWrccpZCLvz9rpNl0lO2+MyOmv0Pt4y+RS6Qm0L+o29FaNo/KwM8/5HPjKH/yc+I1VhZETF5Fb3xAjaOIN8vhkCtyoXg863fBJl701CBQjXXKzdIn7H4UZD+MIhitZjnK+reUnz2jT95vOfzKvuDHyMaJf6zauk0OfnKudJz9C1y5RDbnGf7CSQtPHuytpJKrPo/c5Nyz3w2o3W4hOXnbT7NWv3sS/pcsR0JkAAJkAAJkAAJkED1EqBYbdS1ixCfQSYrxWpDLkkp5IL5j7VkM6Bygs1kKT37g+LFKrqtF7iHyguFilUnQ4titfRP15QpU2TJkiU5Hffu3VvGjRuXN1ityoVQsRpkqFKslv7JzO2xFJ99frGa/awyn4kxYtX64VOuVNVYLUk7dLXJasUPquLa3tLl/hQZq8WIVf0h10SRKyfJCje2Gvu85WdfQ3/Vsn8SIAESIAESIAESIIFqIECx2qir9KHMvmCwTF4o4masumEsvamPjLknP7j6LbO52V6m5agRMuKemZlSAJePkJnXZDLBcq4gYyw8e7ZRkTTyYKWQC5lspO7WVv38SYRvTbXaRmSsolX9OEWI1WC44rNeG3mpqmY4SFUIBvuCVIVcdS+K1dyM1fpM/REyffFF0sspBdD9/vjPwZzPyn4jZITMlJkLs6J2Ny29Uv8Dq6A9dg0cPi/ImG3qn5Ol+OzzitWsTOxutv/HfM7ktPV/iQc/uMqK1Uy/0W0bTayaDFoxn/0dQ7NkEWttfN7ys69q/plioCRAAiRAAiRAAiRAAg1IgGK1AeGGdm1tf9U2dk1Ub1kAd8tsIAzq6xPagqGLiKwWX+3CeKlbDiSNNWYp5EImVqfuqVNvL67Gqskc7RxeCsAnVkNrrNpbZ0NB1sZ/9BvrOXLHsTO3wrJVcU/Ni9WQBar//KsvBXDxxSLXX4+6rFYWv/M5OPIdrd2aafOD5+truZo+o8TqSaOl/0MzTL3r/Bqv/z979x8fRX3ve/wdLu5BiFFBBQQDtHAqkVOF0lJAqoKtRsVoW9pyQU4TrGApKEfFKyqHWsSLHqpC0aASThGKllOVolKr4E9AHqVCvTFeCxWIP+Dgw9yWLpquGO5j9ufs7/1uZpOdySv/qMl3vvOd52ec3X3vd77jveukE9e+tGusRq9/bghW061rLSnjuqn2mbmR9VrTzX7tONdbrn3t9arDfhFAAAEEEEAAAQSKRYBgtQgqET/j6nY9duFm/cB60EvceoQJywikCAxiD36RQsFq/LICcTO1bOu7FgFBmw3BiXAh5WDDawFG1t0buiPdw1RsWzNjtc3qXugd2WdupZutSrCaeE2zRGLXtVC4+UH4AXyjFQ1WM1wHo8Fqipn4uQerHeM66cS1L+NSAHutB1j10YZMy5Y4OmM19mCqNpmxmnS9ji39krxUQccJVrn2FfrVhf4RQAABBBBAAAEEil2AYLVoKhQLGL5TPVq/WZn+CdrpAoPkYDXNwSU8OKtoCNpgIE6EC5mGGbmNNf0HfYLVNihzu+wishxAqrVVIwPq8DNWEx9eJSl+/dUBenR4jVarLYPVjnGddOLaly5YVTR0/IHen5HhQXuOBquh8NJa5zT9wwJj4euvr842yzTzZSPtXQgp7xjoOMGqpca1r11ectgpAggggAACCCCAQJEIEKy2ZSEit7GmCBfsoWg0WE3ZLjzglA+7ioWzqWastuWhFuu+nAgXVnzvNvVdtkAXnZp8lE4Gq448vCo6xI71Qb89zr/IA6xSra1KsBq+Rb8og9XWPDCwPc60/PbpxLXPqWA1lwdS/TrNw6uCAecHP1Dwy6uV0tRlCxS8QyD87/HXZdvDsFoVrKaZnZo2KO5Y11uuffn9P8lWCCCAAAIIIIAAAt4QIFhtyzpG1wdM8UE+GpRKsRmrqdYWDD/kxdY+sj5gbG3WyFIAqdcOtK/n2paHXwz7ciJcWPG97yU/DTp4cLncmmpTyLAUQChU/edgaHDRqU58SHeij2KooLvHwIzV+IdXSbYH+gVD1xQzVh1ZYzXxYVaSsqyx6rXrpBPXvnTBamg2pxVyZpmxav3vG1425Z+rf6H4W+jDIah9BmiKtoc+OqRD63+iO34vBdeqDj/YKv6aae0oRX9Zll9Je3VJu13CjFi+yEpL2FGvfe5+xWL0CCCAAAIIIIAAArkIEKzmouRgG3v4marbSEgat+5qtGHkydnhXyQ+BMv+ROybJ2v1otVJu0h+SIz3HtKSqVxOhAuh217TPAAlHAooGDT8Of1QrHbXS0vS9aOLgk+eHhLsIeFBWSl6tQcMqXdKsOrg/8Z5d9VRw4Vs1z0pcm2LPbzKehjVgMeGq2ZVMnfsYVNS6mtlOEg9R1LcdXK0Jk+RVq/aIllLonxjs4Zf3TGuk05c+9I+vEqRkDPDtcoemKa7hqZ6eFTKtv+sqdUDtGLlc3EPnEq6XT+xv0zX7uBpFvkyK/6cC4a2wTVkL9JpCadjaJ8DbNfr2DVbtuA374uGRzbsqNc+j5SPw0AAAQQQQAABBBDIIECwyunRoQScCBc6FBgH66gA4YKjnCk6S3jInxWs8hMU4NrHidCeAlz72lOffSOAAAIIIIAAAggUUoBgtZC69F10AoQLRVeSDjUgwoVCl5tgNZ0w175Cn3v0n0mAax/nBwIIIIAAAggggIBXBQhWvVpZjiulAOECJ0Z7ChAuFFqfYJVgtdDnGP3nI8C1Lx81tkEAAQQQQAABBBBwgwDBqhuqxBgdEyBYdYySjvIQIFzIA41NHBHg2ucII53kKcC1L084NkMAAQQQQAABBBAoegGC1aIvEQN0UoBwwUlN+jIVIFwwFaO9UwJc+5ySpJ98BLj25aPGNggggAACCCCAAAJuECBYdUOVGKNjAoQLjlHSUR4ChAt5oLGJIwJc+xxhpJM8Bbj25QnHZggggAACCCCAAAJFL0CwWvQlYoBOChAuOKlJX6YChAumYrR3SoBrn1OS9JOPANe+fNTYBgEEEEAAAQQQQMANAgSrbqgSY3RMgHDBMUo6ykOAcCEPNDZxRIBrnyOMdJKnANe+POHYDAEEEEAAAQQQQKDoBQhWi75EDNBJgZ07d+qss86Sz+dzslv6QiAngUAgoLfeektDhw7NqT2NEHBKgGufU5L0k48A17581NgGAQQQQAABBBBAwA0CBKtuqBJjdEzgL3/5i0pLS3XaaaeppKTEsX7pCIFsAseOHdOhQ4fk9/v1xS9+MVtz/o6AowJc+xzlpDMDAa59Blg0RQABBBBAAAEEEHCdAMGq60rGgFsj8Mknn+idd95Rnz591KNHD3Xq1ImAtTWgbJtVwAoVWlpa9PHHH+uDDz7Ql770JXXt2jXrdjRAwEkBrn1OatJXLgJc+3JRog0CCCCAAAIIIICA2wUIVt1eQcZvLGAFDAcOHNDhw4eDgRc/CBRawArwy8rK1Lt3b0LVQmPTf1oBrn2cHG0twLWvrcXZHwIIIIAAAggggEBbCxCstrU4+0MAAQQQQAABBBBAAAEEEEAAAQQQQAAB1wsQrLq+hBwAAggggAACCCCAAAIIIIAAAggggAACCLS1AMFqW4uzPwQQQAABBBBAAAEEEEAAAQQQQAABBBBwvQDBqutLyAEggAACCCCAAAIIIIAAAggggAACCCCAQFsLEKy2tTj7QwABBBBAAAEEEEAAAQQQQAABBBBAAAHXCxCsur6EHAACCCCAAAIIIIAAAggggAACCCCAAAIItLUAwWpbi7M/BBBAAAEEEEAAAQQQQAABBBBAAAEEEHC9AMGq60vIASCAAAIIIIAAAggggAACCCCAAAIIIIBAWwsQrLa1OPtDAAEEEEAAAQQQQAABBBBAAAEEEEAAAdcLEKy6voQcAAIIIIAAAggggAACCCCAAAIIIIAAAgi0tQDBaluLsz8EEEAAAQQQQAABBBBAAAEEEEAAAQQQcL0AwarrS8gBIIAAAggggAACCCCAAAIIIIAAAggggEBbCxCstrU4+0MAAQQQQAABBBBAAAEEEEAAAQQQQAAB1wsQrLq+hBwAAggggAACCCCAAAIIIIAAAggggAACCLS1AMFqW4uzPwQQQAABBBBAAAEEEEAAAQQQQAABBBBwvYDrg9UlbyzRS++9pM9aPnN9MUwP4LhOx+n8M87XrGGzTDelPQIIIIAAAggggAACCCCAAAIIIIAAAgi0QsDVwaoVqm4/uF0lnUpUUlLSCgZ3bnrs2DEdazmmEb1GEK66s4SMGgEEEEAAAQQQQAABBBBAAAEEEEDApQKuDla/vf7b6vpPXTtkqBo536xw9ZN/fKInqp5w6SnIsBFAAAEEEEAAAQQQQAABBBBAAAEEEHCfgKuD1fFPjtdJXU9yn7rDI/7rJ3/Vhis3ONwr3SGAAAIIIIAAAggggAACCCCAAAIIIIBAOgGCVQ+cGwSrHigih4AAAggggAACCCCAAAIIIIAAAggg4CoBglVXlSv1YAlWPVBEDgEBBBBAAAEEEEAAAQQQQAABBBBAwFUCBKuuKhfBqgfKxSEggAACCCCAAAIIIIAAAggggAACCHhAgGDVA0VkxqoHisghIIAAAggggAACCCCAAAIIIIAAAgi4SoBg1VXlSj1YglUPFJFDQAABBBBAAAEEEEAAAQQQQAABBBBwlUAHDVav1qKLztPpwVJ9qJefu1mPuKps8YMlWHVx8Rg6AggggAACCCCAAAIIIIAAAggggIArBQhWcw5WL9Et4yaqorO9zp+o4f9O013727f2BKvt68/eEUAAAQQQQAABBBBAAAEEEEAAAQQ6ngDBak7BajhUVYPWbrpLz0bOkyGL9GgftfuMV4LVjvc/LkeMAAIIIIAAAggggAACCCCAAAIIINC+AgSrOQSrV5/7qM77p4RQ1apbv1u0/MyT9IfgUgLW8gKD9Nemk1TR/a96+f/+VV89s0Jdo/WNX3Ig2Ge38B+Pxvq2fj/oHw06qXuF/vrBVbq5PvsJQrCa3YgWCCCAAAIIIIAAAggggAACCCCAAAIIOCnQQYJV+5qq2fiS11y1ws6v/mOtpv0hOlc1RSehfZzUZLU73fbvoW2CQape1lWvPSJZM11P2h36d4Vmw/Y/HOo/bYibYdgEq9lqyt8RQAABBBBAAAEEEEAAAQQQQAABBBBwVoBgNcmzNcHqV/XX4JqrVsga+ffQDi756nJN/Kc/hMPU+J1af6vS+miwmj3Ejd+eYNXZ/ynoDQEEEEAAAQQQQAABBBBAAAEEEEAAgWwCBKuOBquDtDu6LMB5Oj2x7yPhGauR3wfXaA21+iQ40zU0Y3XQX3NbAiDSDcFqttOcvyOAAAIIIIAAAggggAACCCCAAAIIIOCsQAcJVhPR7EsDJM9QTWqdbo3V4Lqq9lmq9mA1fsaqvc/o+qrhoDVxxirBqrMnOb0hgAACCCCAAAIIIIAAAggggAACCCDgtADBag4Pr4qsg1qhhAdYBWecnqSG6O3/8TNWQ+utWmushtZRPem/QzNR49ZbDYazkbVZmbHq9AlOfwgggAACCCCAAAIIIIAAAggggAACCBRCgGA1p2DVog+FoxWd48vw4QeR2/atgDQSrErqd4uWn1mhrpHmccsAJMyY/UA6LxzQfnQGSwEU4kSnTwQQQAABBBBAAAEEEEAAAQQQQAABBJwUIFjNOVh1kt3Zvlhj1VlPekMAAQQQQAABBBBAAAEEEEAAAQQQQCCbQMeHs0wAACAASURBVAcNVrOxuOvvBKvuqhejRQABBBBAAAEEEEAAAQQQQAABBBBwvwDBqvtrKIJVDxSRQ0AAAQQQQAABBBBAAAEEEEAAAQQQcJUAwaqrypV6sASrHigih4AAAggggAACCCCAAAIIIIAAAggg4CoBglVXlYtg1QPl4hAQQAABBBBAAAEEEEAAAQQQQAABBDwgQLDqgSIyY9UDReQQEEAAAQQQQAABBBBAAAEEEEAAAQRcJUCw6qpypR4swaoHisghIIAAAggggAACCCCAAAIIIIAAAgi4SoBg1VXlIlj1QLk4BAQQQAABBBBAAAEEEEAAAQQQQAABDwi4Olj99vpvq+s/dVVJSYkHSpHfIRw7dkyf/OMTPVH1RH4dsBUCCCCAAAIIIIAAAggggAACCCCAAAIIGAu4Olhd8sYSbT+4XSWdSjpkuGqFqsdajmlErxGaNWyWcfHZAAEEEEAAAQQQQAABBBBAAAEEEEAAAQTyE3B1sGodshWuvvTeS/qs5bP8BFy81XGdjtP5Z5xPqOriGjJ0BBBAAAEEEEAAAQQQQAABBBBAAAF3Crg+WHUnO6NGAAEEEEAAAQQQQAABBBBAAAEEEEAAATcLEKy6uXqMHQEEEEAAAQQQQAABBBBAAAEEEEAAAQTaRYBgtV3Y2SkCCCCAAAIIIIAAAggggAACCCCAAAIIuFmAYNXN1WPsCCCAAAIIIIAAAggggAACCCCAAAIIINAuAgSr7cLOThFAAAEEEEAAAQQQQAABBBBAAAEEEEDAzQIEq26uHmNHAAEEEEAAAQQQQAABBBBAAAEEEEDAxQKHDx9u9ejLyspa3Uc+HRCs5qPGNggggAACCCCAAAIIIIAAAggggAACCCDQagGCVUPCY8eOye/360iXDzT4tJGGW9McAQQQQAABBBBAAAEEEEAAAQQQQAABBLwgQLBqWEWCVUMwmiOAAAIIIIAAAggggAACCCCAAAIIIOBBAYJVw6ISrBqC0RwBBBBAAAEEEEAAAQQQQAABBBBAAAEPChCsGhaVYNUQjOYIIIAAAggggAACCCCAAAIIIIAAAgh4UIBg1bCoBKuGYDRHAAEEEEAAAQQQQAABBBBAAAEEEEDAgwIEq4ZFJVg1BKM5AggggAACCCCAAAIIIIAAAggggAACHhTIFqz+9re/1eWXX57xyMvKytpF5u1D29StuY9KS0tVUlJiPIaSpqamY6ZbEayaitEeAQQQQAABBBBAAAEEEEAAAQQQQAAB7wlkClatUDXykylcJVj13nnBESGAAAIIIIAAAggggAACCCCAAAIIIIBABoF0wao9VM0WrhKscoq1WuDj316ni+7YIo26Xc8tqVKPVvdIBwgggAACCCCAAAIIIIAAAggggAACCBROIFWwmipUzRSuEqwWrj7t3PPHWj/rIv1sa8IwWht+Hlqv6y75mbZE+3lT9w2v0erW9tuOWm8uGa6aVdYAJqtux/X6cnAsEb/Ruv3ZedICy9L69/tVdVo7DpZdI4AAAm0qEL7GW1fIR3bo+nNCO49+oTalTjtmha6arf8J78vRPls/KnpAAAEEEEAAgY4uEHs/lCwR+Yxo//zIZ8a8z5hI3pDYQXvkDUnZR/ygIjmC/T1y9uOOnEv27CH7VrQonEC2NVZz2TPBai5KrmtjC1WjF6BUv3PgwIIXm72aGg0kHeizLbtIuHDHLoq8MLZlGdgXAggUq4D9g0TsDSDBarHWi3EhgAACCCCAgPMCkfdD8RNtou+H4iboOL/3DtOj7bP56HnP6f7LQ/fCRidCFdmX7wSr3jgzCVYN69hRHl4VvfAkfatjC1eti9IP9oZmn9odIxerXfdp+NWrbX8Jv4jINmP1NumOxO0j+wxeFDdLo7ZoS2TWbHt8y5TlHAm9GEqTp0irV22Rohfr9DNWz309vPRBtO9w2JDOjBmuhv+n0hwBBIpHIH6GRuRNblKwmmp2QbrXg1G3q+7CzaqxlpCR/QNKitkgCXdH7B01Wlu2Wtt9R9WjfqOVCXdlmM0YKB5lRoIAAggggAACxSyQOlhV9P2P9XnwKu0N3jFqvbeZqr2X1Cju03Q4KIzdLRk7Xt6/BOPT0J2w1rtDW6hq/SXxfWcs0I4Yhj+Pp3o/agtjk+wj7zNzyT6sJQ/j2o3W6HDWYdVv7CuRu2DDY7JlH3H7HTVao7du0RbC+KL5H55g1bAUHS1YTbwgJV2UbMHq5Eee04C60NIBo6+fLd13bzBwDV7kFQ5ZrYtDJEwdVa3vbF2p39gufHHfJKXrO+EiaVhCh5uHw1PZjit6gUsTrK4aq81TYkshfBBZRmDKrZq86k6tDocE0fC1CMNkhxHpDgEEPC0Q+yARevMYeuPaJ7K2dvDNqpLeCKd7PRg973YNuONnoTfNkZA0cWmZ8OvK1H0XhZZpSbGP6N+S3hBzW5WnT0cODgEEEEAAgXYRyGXGaixYrf7uFq38r3BA+PXXwpOZRmv2bOnee4OfskNL0EWDQJaciwWrWSwSbs+PfR6PnzgWl29YGUT5o6GJY8H3lX2iyybmln3Y84KEjMSq5s2TtXpRir7nPad5uiP0PJpwzZVyGcJ2OanZaViAYNXwVCBYTfi2Jxp+hi7skf/JYxeXFB9QoxeySLAau/DFfZOU0HfkQ3iqsNewjM41Dx+LgmGvohfX0DeGOa6xGvnWasq9un3P7GAwzTeOzpWInhBAoL0FbOtAPTtAK6y7FKbU6bn+K0JvEuNCz9xeD0KvNaN1+yNjtfnqFGt2J35BlWIfAx4LzQqIvqbEzRiJrJXd3nbsHwEEEEAAAQS8IWC2xmo0QE24dT15KaU0M2G9gWZ4FHlaRD+P24PVhHwjxeSuSC1yyz4yTcRK/vwf7dserEbOBd6zGp4XhW9OsGpoTLCaJlgNz/iJfNuT28Ulx2A13LfCs5uKKVhNvoUgfELFfYuV5uFVibcZhC+UibcXELIa/k9KcwQQKDKB+AX2I6Fo/PIpkRmrWYLVuNeayaqLBLVJM1YzzYqNf6OcjMWM1SI7gRgOAggggAACHhDIJfRLeEbHhwlL6yV9MW09/DOXfj3Al9MhGFqk+jwemdyVmG/Yg9WE2/5zyz5SBauxtV+jn/kT+04VrEZrznvWnE6LNmhEsGqI3NGCVeW8xmoBZ6wWbbAaW282eiFMu0bOPGlBaL2c2O0bUtC3Zq8uit5SYHsyNt9EGf7fSXMEEChOgcQnlybM2DCZsZpzsBoKaKNLqsTtI/sMhOJ0ZFQIIIAAAggg4F6BXEK/dA8/jn3u/E71aP1mpf25Hrn06141s5GnX2NVkcBy1O167MLN+kHw1voUn8fT3ZE77zlFl5GytrOF3E4EqxddLD33u/DR2vsmWDU7BdqpdSRY3bVrl/EIzjnnnOA2ZWVlxts6scHbh7apW3MflZaWqqSkxLjLkqampmOmW3WUYFWyPaQqGq6m+J3tW56CrbFarMGq7eL8nLUQdfBksoetkTVn42esRoPV4HGdq9eCC5RL+m61Rv/Xytgi1NFvq/gmyvT/U9ojgEAxCSQGq7Y7H8JvTHNeYzXnYDV0i3/qNVYTZqwmvMbEHkBYTIaMBQEEEEAAAQTcLZBLABr5LPlVXTb8D3p6R+QW8VhgGA1WWWM19elgyyfsd7raH84dDVYTP48nPJw7cY3VtGv35/R8mRRrrJ4efqi3pGiwmuK5AIlrrEafU8DDq4rmkkCwaliKjhOsxoeEcUz2WayZnpqXy5PxIg+ysu8g7inQsbXzim0pgMjFOf0TByNrpiYuBRCZvRo66NFTJkurVgcf9BV7oYyBsBSA4f+kNEcAgSITSA5W4768S1ovyjb8NK8HoWVnMi0FkKKPpNumbF8WRpvzRVaRnTwMBwEEEEAAAY8ImASro3V75IHH9qNPs3Sc1YTPjDaoVBlF8M+R93nx7wHtn8cn33O79t70s+Bn8+hPdJ3b+LuuJk+ZrNWrgo9T1e33DNDPbrL+PfITXt5K4fA06WGp8af15EfqpKtrgg9nDY7U3vez9yvybICErUIPMPPI/yFuPgyCVcPqdaxgNQecuIc3heZs8oMAAggggAACCCCAAAIIIIAAAgi4SoB8w1XlKpbBEqwaVoJgNQGMC4/hGURzBBBAAAEEEEAAAQQQQAABBBAoOgHyjaIriRsGRLBqWCWCVUMwmiOAAAIIIIAAAggggAACCCCAAAIIIOBBAYJVw6ISrBqC0RwBBBBAAAEEEEAAAQQQQAABBBBAAAEPChCsGhaVYNUQjOYIIIAAAggggAACCCCAAAIIIIAAAgh4UIBg1bCoBKuGYDRHAAEEEEAAAQQQQAABBBBAAAEEEEDAgwIEq4ZFJVg1BKM5AggggAACCCCAAAIIIIAAAggggAACHhQgWDUsKsGqIRjNEUAAAQQQQAABBBBAAAEEEEAAAQQQ8KAAwaphUQlWDcFojgACCCCAAAIIIIAAAggggAACCCCAgAcFCFYNi0qwaghGcwQQQAABBBBAAAEEEEAAAQQQQAABBDwoQLBqWFSCVUMwmiOAAAIIIIAAAggggAACCCCAAAIIIOBBAYJVw6ISrBqC0RwBBBBAAAEEEEAAAQQQQAABBBBAAAEPChCsGhaVYNUQjOYIIIAAAggggAACCCCAAAIIIIAAAgh4UIBg1bCoxRCsvvvuu4ajpjkCCCCAAAIIIIAAAggggAACCCCAAAIIOClwyimnBLvbtWuXcbfnnHNOcJuysjLjbZ3Y4O1D29StuY9KS0tVUlJi3GVJU1PTMdOtCFZNxWiPAAIIIIAAAggggAACCCCAAAIIIICA9wQIVg1rWgzBaiAQMBw1zRFAAAEEEEAAAQQQQAABBBBAAAEEEEDASYHm5uZgd8xYzVGVYDVHKJohgAACCCCAAAIIIIAAAggggAACCCDgYQGCVcPiEqwagtEcAQQQQAABBBBAAAEEEEAAAQQQQAABDwoQrBoWlWDVEIzmCCCAAAIIIIAAAggggAACCCCAAAIIeFCAYNWwqASrhmA0RwABBBBAAAEEEEAAAQQQQAABBBBAwIMCBKuGRSVYNQSjOQIIIIAAAggggAACCCCAAAIIIIAAAh4UIFg1LCrBqiEYzRFAAAEEEEAAAQQQQAABBBBAAAEEEPCgAMGqYVEJVg3BaI4AAggggAACCCCAAAIIIIAAAggggIAHBQhWDYvaoYLVFr/2vL5Ov96xXYGTK1V1aZWGds8N7KOX79YfV7+tz+3Nuw3WGXPm6Mun59ZHUqsWvxrrX9X23Xv01rtv6cAJZ2lEn4EaOmyMhvYpzbNTNkMAAQQQQAABBBBAAAEEEEAAAQQQQMBcgGDV0KzDBKstB7Xpoela+IE/JtRphG788Z2q7Jkd7Z0HKvXnfRep+xd80cbNOzfos8tW6uLxvbJ3kNCi6c01WvjkSu08mnrT0lOrNX/KJA09ybhrNkAAAQQQQAABBBBAAAEEEEAAAQQQQMBYgGDVkKyjBKuBwztVt+wmrfskHsh35j1aP2moYnGppM8D+tuRz+Iavvfwd/X+Gb/QyItjIWqq30nHqWuZT8dlqMPBl25V9abtCkTadC7XwK7WCAI6eLhR0ejXIPg1LDvNEUAAAQQQQAABBBBAAAEEEEAAAQQQiBMgWDU8ITwfrLYc1MZV69X9imka0XmnapcmhKun3qB1syplXxFgT22V6jdEY09DUanLj3+liy89OeV2gYblmrZ2nRqtv3at1I3fm6bKL9pu+z/q157XluvOTRvDbSZo6expquhiPIxWbVC/bJSuWTNRD22dqSGZevrTUo26dm20xcQHt2rm2dZ/1mvpqGsU+4sU/FvvDbrhiru0LbHPSQ9p64yMe2rV8bAxAggg4LgA1z/HSekQAQQQQAABBFwmkPb9kMuOo5iHG2c8Urc8tVjjT0v9mVt8ri7mSrpmbASrhqXydLBqv/2/a5UWXjszKVztNaxWa64cGKdm3fb/9jOGkLbmXaanWR6gZY/WLJquOmvWbNfMgak9gC0fXquVVfFjzH90OWx5aINuWLRP/a1YdEokKE21nRWerlT/yIU9eMHfF7zQD1g3StfIFpba/hZ6EYj9fPzMUm396szwi0MO46MJAggg0O4CXP/avQQMAAEEEEAAAQTaWSD9+6HEz3ztPFD37t76bH7FPlWHJzx9/MwNGr/5fG1YPF49gpOZXtQF2SZDuffoGXk7CRCsGsJ7NlhNtaZqQri6vtMkLb6uOmk26GefHtEn8SsBGKl26tJNJ8StLRDevGG5KteuU0A+VV35lGYNS9UosquAtj96heb+OSB1mqCl/z5NFZ2MhpF34+DFel+1NvRfGfxn2pmkVli6qn/4om7t7mNtuGGhdHMoWH3xXHsom/CiGxndn5bqhvf/pxZf2iPv8bIhAggg0OYCXP/anJwdIoAAAggggECRCWR4P0Sw6kytrM/mCzXX9nnZ9rla1oQoaW4wZOUHAecECFYNLT0ZrMaFqj6NGDVT5bsWh9ZXjYSrLY062LVcvdLcYt/84Z+09z3T5QB86v7ls9Xz+NRFaNw4XdVb9+QelEaD2IGadU2tqs4wLG5eza1wdLz2WTNVg7ftx74dy9pdcKZr6MJ+YFkuwSrfsGU1pQECCLhDgOufO+rEKBFAAAEEEECgcAK290MEfQVits9gTViGQcphKb8CDYtuvSVAsGpYT88Fq4mh6rg6LTy/l/xvLFX1k+vVJMnXc65W/mSsYo+hSkb7aMO/aUvt24aag9W37uca3jP1Zg2PX6iZ9ZJSrOuacouPNmruksXaLmnCxBc0vcJwOPk0j7vVwBayBtdNTfNju6CPvHVD8Ns0a43WbDNWk799y2fAbIMAAgi0owDXv3bEZ9cIIIAAAgggUBQCKd4PFcW4vDaI4Gf1u6TwZ24lzBgOPifFvhyf146f42kzAYJVQ2pPBatpQlX7eqW+0tS3/yeyFSRY/c0lmrkrIJXN1MqbqlSerVbvrde0h5Zqj3yaNOlZ1ZyZbYPW/z24DMCdCY+WCi+Abf9bJECN22PwQv+Szg+vsZo5WGW2auurRQ8IIFA0Alz/iqYUDAQBBBBAAAEE2knA9n6IpQCcrEFowtNd28IPhE436SlhPVYnR0BfHUuAYNWw3p4JVh0MVS3CWLA6XoOf+bH0QKX2nrFSF3/tD/pdzXsakPS7B9SszDNWm165VROet+afnqu5N83XuLLMxfJvna+qja9JGqv5N8/VmFLD4ho3TzFDNcPFObIWa2wNVoM1Vq1v1167IP36rcZjZwMEEECg7QS4/rWdNXtCAAEEEEAAgeIUyPR+iGDVqZpZE5Ku0drwZKeMvRKsOoXe4fshWDU8BTwRrDocqhYqWNXhzZp/z0K9KqlXxT1aOXGo0j6+qnmnahffpHXNkvrM1frpY1XwXDVp8XFLIsNyAMFbPqSHIk8htP23Em9DCP5tn255arGsF1nrNoWV/UPLBvCDAAIIuE6A65/rSsaAEUAAAQQQQMBhgQzvh4Y4vKuO2l1yeB2TSLz1n6UAOupZ4vxxE6wamro+WC1AqFqwYFUBNTxeo5n1B62VXjViVK3mV5Ynh6vNjVpfN11LDlgPzyrXpEm1qjkzbQRrWPH0zdOFnZku5vFLB4yMBqdS+Js12+4mPrhVM4O3LdieZHiaY8OnIwQQQKBNBbj+tSk3O0MAAQQQQACBIhRI/36oCAfrwiEFw9I1iQOPfO6OLREQbDHyFm1YPF5MXXJhoYtsyASrhgVxdbBaoFC1cMGqpOYG1d47S+s+CRWqtGysJo++QiPOLFfpkUbt3PWUnnpjsxqOhgt5UrWWTpukioJPVzU8cWiOAAIIIIAAAggggAACCCCAAAIIIOApAYJVw3K6NlgtYKha0GDV6tzfoDUP36i6JmtGarofnyq6D1RDU4PUqUI1Exdq0pmkq4anN80RQAABBBBAAAEEEEAAAQQQQAABBHIUIFjNESrSzJ3BapM21dZo4Qf+0C314+q08PxeCjQs17S169Ro/bZ0khZfV62KLoYg4eaFeHhV3Eha/Nrz+hrVbVqv7QF7wOpT955Vmn7pJI3r06i6xbO0Jji7tVyVlQt146he+R0QWyGAAAIIIIAAAggggAACCCCAAAIIIJBBgGDV8PRwZbDqf00LF83XpuCxlmrMN2t14ynrNdOhUNXqteDBqr1OzX75w7f++7qUytfZ9sf/3qi5DyzW9hbrdz5VDP8P3TW+QqWdDAtNcwQQQAABBBBAAAEEEEAAAQQQQAABBAhWUwqUNDU1HTM9O1wZrDYsV+XadUp1I31rZ6pG/No0WM1SNPtMXKtp+YC5umvKWPWyB7Cmhac9AggggAACCCCAAAIIIIAAAggggAACNgFmrBqeDm4MVhs3Tlf11j1JR+pUqGp1HAtWL9DAtTOkh7+r98/4hUYO/YO2Xd+ovkm/+6WaNVh9636u4T0Ni5BD84Mv3arqTdujYbKv+zQtnTFBA305bEwTBBBAAAEEEEAAAQQQQAABBBBAAAEEsggQrBqeIu4LVv169ZErNH9//IE6GarGB6smoIULVqWAGh6frpn11gqyoZ8JE1/Q9AqT8dEWAQQQQAABBBBAAAEEEEAAAQQQQACB1AIEq4ZnhuuC1ZYG1f50ljZ2GaihfcdpxOCzdNYXBqq8u7NTN5u33a3fLXjRTNM3WgN/eZuGlJltlnPrloN69T/nav7eRqlzpebPvkFjCrWvnAdFQwQQQAABBBBAAAEEEEAAAQQQQAABLwgQrBpW0X3BakCBoz75nM1RU6o1Hzmif3xuAHpcN514vEH7PJsG/H4p8SFXefbFZggggAACCCCAAAIIIIAAAggggAACCFgCBKuG54HrglXD46M5AggggAACCCCAAAIIIIAAAggggAACCGQXIFjNbhTXgmDVEIzmCCCAAAIIIIAAAggggAACCCCAAAIIeFCAYNWwqASrhmA0RwABBBBAAAEEEEAAAQQQQAABBBBAwIMCBKuGRSVYNQSjOQIIIIAAAggggAACCCCAAAIIIIAAAh4UIFg1LCrBqiEYzRFAAAEEEEAAAQQQQAABBBBAAAEEEPCgAMGqYVEJVg3BaI4AAggggAACCCCAAAIIIIAAAggggIAHBQhWDYtKsGoIRnMEEEAAAQQQQAABBBBAAAEEEEAAAQQ8KECwalhUglVDMJojgAACCCCAAAIIIIAAAggggAACCCDgQQGCVcOiEqwagtEcAQQQQAABBBBAAAEEEEAAAQQQQAABDwoQrBoWlWDVEIzmCCCAAAIIIIAAAggggAACCCCAAAIIeFCAYNWwqASrhmA0RwABBBBAAAEEEEAAAQQQQAABBBBAwIMCBKuGRS2GYPXdd981HDXNEUAAAQQQQAABBBBAAAEEEEAAAQQQQMBJgVNOOSXY3a5du4y7Peecc4LblJWVGW/rxAZvH9qmbs19VFpaqpKSEuMuS5qamo6ZblUMwarpmGmPAAIIIIAAAggggAACCCCAAAIIIIAAAs4KHD58mGDVhJRg1USLtggggAACCCCAAAIIIIAAAggggAACCHhTgGDVsK4Eq4ZgNEcAAQQQQAABBBBAAAEEEEAAAQQQQMCDAgSrhkUlWDUEozkCCCCAAAIIIIAAAggggAACCCCAAAIeFCBYNSwqwaohGM0RQAABBBBAAAEEEEAAAQQQQAABBBDwoADBqmFRCVYNwWiOAAIIIIAAAggggAACCCCAAAIIIICABwUIVg2LSrBqCEZzBBBAAAEEEEAAAQQQQAABBBBAAAEEPChAsGpYVIJVQzCaI4AAAggggAACCCCAAAIIIIAAAggg4EEBglXDonaoYLXFr91bHtPa7dsU6H6Zvl11pYb1yA3s0IsL9fp/vqXP7c1Lz1K/W+dq2Om59ZHUqsWv/W++rG3v/Fn1f6nXhycM0ci+/6yvfPU8DetbmmenbIYAAggggAACCCCAAAIIIIAAAggggIC5AMGqoVmHCVZbDuj5ZVN1x/v+mFCnr+vm6+7WZb2yo729ZJwa9laqx0BftHHzH9crcPkaXX5FDh0k7KJp1yr9dN0jeuNo6n2Xnnq17pw6RcNOzj42WiCAAAIIIIAAAggggAACCCCAAAIIINBaAYJVQ8GOEqwG/vaGHr7/ej12JB7IN/g+bfzhMMXiUkmfB/T//IG4ho21VdpfvlxjLomFqKl+J/lUeqJPx2Wow4FNczT5968ruofO/TSomzWCgA78bb+i0a9B8GtYdpojgAACCCCAAAIIIIAAAggggAACCCAQJ0CwanhCeD5YbTmgp+ueUI/vzNDIzm9o2b0J4eqpN2v9jZequ83tnWWV+tNT8cGqCWuXWet0+Xh7j7GtA/XLVPPo49pv/arbpbp54gxdNsh22/9Rv3a/vEw//f0z4Tbf14M3zdCQ401G0Pq2by4ZrppVk1W343p9OVN3u+7T8KtXR1tMfmSHrj/H+s83dd/wGsX+IkX/dmi9rrvkZ9oS3mr0vOd0/+U5rsnQ+kOjBwQQQMAZAa5/zjjSCwIIIIAAAgi4VyDt+yH3HlLRjjz4OXqvpkY/o2f4zF20B8HA3CBAsGpYJU8Hq/bb/7tdqbtnzk4KV3sPX6FfTxgUp2bd9v9/NhhC2pp3mZFmeYCW3Vq1YKoetmbNdsscmNoD2H5fW6HV34kfY/6jy2FL64K9YK8GWLFoTSQoTbWddSFfoQHP3q+q0yQFX1T36vZn79eAx4arRnXaMSscy0b/NlV7L6nR3kiYGnxx2KyxkT5yGB5NEEAAgfYX4PrX/jVgBAgggAACCCDQvgLp3w8FPx/y46DAx1o/6yL9bGts8lNwMlTKz9zhz+cO7p2uOpYAwaphvT0brKZaUzUhXH2i0xTdf8PVSbNBP/vUr4SVAIxU/8fxpSqLW1sgvHn9Mo179HEF5NO3Jzyr2cNTNYrsKqBtdZdoYsL+OwAAIABJREFUzjsBqdP39eCdMzSkk9Ew8m788W+v00X7puq5/iuC/4yGo4k9WmFp3QA9t6RKofmm1sX+Dum2ULC6+Rv2UDbyojtPWhBqE3qxTXgxznvUbIgAAgi0oQDXvzbEZlcIIIAAAgggUJQCGd4PEaw6WzHrM/odGqsBd+zV2PCMVStYTf2Zm2DVWf2O1xvBqmHNPRmsxoWqPo0cM1v93lgUWl81Eq627NeBrv3UO80t9s0f7tTuRtPlAHw65eyhafvc//RUTX51d+5BaTSIHaTZM1bo2+WGxc2reeibsL3WTNXTE281yNJhcKarNG9JlT7IcJE/93XrRWFe6Pb/pBfjvAbNRggggED7CnD9a19/9o4AAggggAAC7S9gez/EQm9OlsOajLRZY3eM1ebgP0PL9RGsOmlMX3YBglXD88FzwWpiqPqtR3X3uN7y77hXk9Y9qSZJvl7ztHr2heqdwerQUzP10rIGQ80Kla9eqq/3TL1Z/Zpv6No3JaVY1zXlFh89ozn/sUjbJP3gqlc0Y4jhcPJpHrduiy1kDa6bmubHtq5OZL3UjBf5D+PXZdUU25IB+YyZbRBAAIH2EuD6117y7BcBBBBAAAEEikUgxfuhYhmaF8YR+2wdCVgJVr1Q12I+BoJVw+p4KlhNE6ra1yv1nZD69v9EtoIEq49fqGvfCEgnztbquVeqX7ZaNT6pmmX3ard8mvLDF/Sjwdk2aP3fg8sA3BF5rFS4v3Dwaf9bygdO2dZLTbsUwKqx2jzlZxqQ8JArRf+79cdADwgggECbC3D9a3NydogAAggggAACRSbA8zOcL4gVWr8yNrw8H8Gq88D0mEqAYNXwvPBMsOpgqGoRxoLVKv3L87OkJeO0u3yNLh+5Xb+dvF+Dkn63RM3KPGO16cU5qvrd65K+oXlzF+ibJ2Yulv/V21T59CuSLtSC2+bpvBMMi2vcPMUM1aQnD8Y6jazFGluDNYc1Vq1gtTa0XEDk9hDrG7gV/Z8LLQ3ADwIIIOACAa5/LigSQ0QAAQQQQACBggpkej/EGqvO0AcfULUqua/Jj+zQ2FdYY9UZZXpJFCBYNTwnPBGsOhyqFipY1d9e0G0L79DLknoPuU+rrxqmtI+v+vQNLVt0vR77VFLfedo480KVGtbWuHnK9U4zLAcQvOVDqguv8RJcLzX830r3hMLgjNXNGvtsZEHtUP+bLyRYNa4XGyCAQPsJcP1rP3v2jAACCCCAAALFIZDh/ZC1Big/Tgskz1itkW1ZvWA99ur26Gdtp/dPfx1FgGDVsNKuD1YLEKoWLFhVQPVrrtK1bx6wVnrVyDErtOCyfsnh6qf79cRDU3Xvh9bDs/ppyg9X6EeD00awhhVP3zzdzNHkbyJjfcQvHTDadhG3Lvo1Wm3bnfWt2vXnSEnLDbDGqmM1pCMEEGg7Aa5/bWfNnhBAAAEEEECgOAXSvx8qzvG6e1TxwaqU/jO3u4+T0be3AMGqYQVcHawWKFQtXLAq6dO3tOyea/XYkVChSk+8UP865jsaWdFPJxzZrz/+8Td6YscLqj8aLuTJV+vBGVM0pODLABieODRHAAEEEEAAAQQQQAABBBBAAAEEEPCUAMGqYTldG6wWMFQtaLBqdf73t7Tqwev08MfWjNR0Pz4N6TFI9R+/JXU6Sz+aco+mDC74YgCGZw/NEUAAAQQQQAABBBBAAAEEEEAAAQS8IkCwalhJdwarTXp+6WTd8b4/dEv9tx7V3eN6K1C/TDWPPq791m9PmKL7b7haQ443BAk3L8TDq+JG0uLX7i2/1MO/f1LbAvaA1afuva7UTy7/V33zjP16+H9fq1XB2a39dNlld+vmMb3zOyC2QgABBBBAAAEEEEAAAQQQQAABBBBAIIMAwarh6eHKYPXvr+iOBbfp+eCxluq8i1fof536hKY7FKpavRY8WLXX6VO//OFb/33Hl8rX2fbHg89ozv2LtK3F+p1PQ752v+658iyVdjIsNM0RQAABBBBAAAEEEEAAAQQQQAABBBAgWE0pUNLU1HTM9OxwZbBav0zjHn1cqW6kb+1M1YhfmwarWYpmn4lrNe33xXm6p+ZC9bYHsKaFpz0CCCCAAAIIIIAAAggggAACCCCAAAI2AWasGp4ObgxW9z89VZNf3Z10pE6FqlbHsWB1nL70X7Ok2irtL1+uMV/Zrldn7Fe/pN/VqVkVKl+9VF/vaViEHJof2DRHk3//ejRM9vWYodrrv69Bvhw2pgkCCCCAAAIIIIAAAggggAACCCCAAAJZBAhWDU8R9wWrfr384CW6bV/8gToZqsYHqyaghQtWpYDq10zVtW9aK8iGfn5w1SuaMcRkfLRFAAEEEEAAAQQQQAABBBBAAAEEEEAgtQDBquGZ4bpgteUtLbv1Wj19/CB9pe+39PUhQ/QvXxykfj2cnbrZvGWhfjt/k5mmb4y+9Kv5OvtEs81ybt1yQC8/Mke3/WW/1PlSLZhzs84r1L5yHhQNEUAAAQQQQAABBBBAAAEEEEAAAQS8IECwalhF9wWrAQWO+uRzNkdNqdbs9+vTzw1AfaU6+XiD9nk2DfzdLyU+5CrPvtgMAQQQQAABBBBAAAEEEEAAAQQQQAABS4Bg1fA8cF2wanh8NEcAAQQQQAABBBBAAAEEEEAAAQQQQACB7AIEq9mN4loQrBqC0RwBBBBAAAEEEEAAAQQQQAABBBBAAAEPChCsGhaVYNUQjOYIIIAAAggggAACCCCAAAIIIIAAAgh4UIBg1bCoBKuGYDRHAAEEEEAAAQQQQAABBBBAAAEEEEDAgwIEq4ZFJVg1BKM5AggggAACCCCAAAIIIIAAAggggAACHhQgWDUsKsGqIRjNEUAAAQQQQAABBBBAAAEEEEAAAQQQ8KAAwaphUQlWDcFojgACCCCAAAIIIIAAAggggAACCCCAgAcFIsFqaw6trKysNZvnve3bh7apW3MflZaWqqSkxLifkqampmOmWxGsmorRHgEEEEAAAQQQQAABBBBAAAEEEEAAAe8JEKwa1pRg1RCM5ggggAACCCCAAAIIIIAAAggggAACCHhQgGDVsKgEq4ZgNEcAAQQQQAABBBBAAAEEEEAAAQQQQMCDAgSrhkUlWDUEozkCCCCAAAIIIIAAAggggAACCCCAAAIeFCBYNSxqMQSr7777ruGoaY4AAggggAACCCCAAAIIIIAAAggggAACTgqccsopre6Oh1e1mtCsg0AgYLYBrRFAAAEEEEAAAQQQQAABBBBAAAEEEEDAUYHm5uZW90ew2mpCsw4IVs28aI0AAggggAACCCCAAAIIIIAAAggggIDTAgSrhqLFsBQAwaph0WiOAAIIIIAAAggggAACCCCAAAIIIICAwwIEq4agBKuGYDRHAAEEEEAAAQQQQAABBBBAAAEEEEDAgwIEq4ZFJVg1BKM5AggggAACCCCAAAIIIIAAAggggAACHhQgWDUsKsGqIRjNEUAAAQQQQAABBBBAAAEEEEAAAQQQ8KAAwaphUQlWDcFojgACCCCAAAIIIIAAAggggAACCCCAgAcFCFYNi0qwaghGcwQQQAABBBBAAAEEEEAAAQQQQAABBDwoQLBqWNQOFay2+LXn9XX69Y7tCpxcqapLqzS0e25gH718t/64+m19bm/ebbDOmDNHXz49tz6SWrX41Vj/qrbv3qO33n1LB044SyP6DNTQYWM0tE9pnp2yGQIIIIAAAggggAACCCCAAAIIIIAAAuYCBKuGZh0mWG05qE0PTdfCD/wxoU4jdOOP71Rlz+xo7zxQqT/vu0jdv+CLNm7euUGfXbZSF4/vlb2DhBZNb67RwidXaufR1JuWnlqt+VMmaehJxl2zAQIIIIAAAggggAACCCCAAAIIIIAAAsYCBKuGZB0lWA0c3qm6ZTdp3SfxQL4z79H6SUMVi0slfR7Q3458FtfwvYe/q/fP+IVGXhwLUVP9TjpOXct8Oi5DHQ6+dKuqN21XINKmc7kGdrVGENDBw42KRr8Gwa9h2WmOAAIIIIAAAggggAACCCCAAAIIIIBAnADBquEJ4flgteWgNq5ar+5XTNOIzjtVuzQhXD31Bq2bVSn7igB7aqtUvyEaexqKSl1+/CtdfOnJKbcLNCzXtLXr1Gj9tWulbvzeNFV+0Xbb/1G/9ry2XHdu2hhuM0FLZ09TRRfjYbRqg/plo3TNmol6aOtMDcnU05+WatS1a6MtJj64VTPPtv6zXktHXaPYX6To39Ju06ohszECCCDQtgJc/9rWm70hgAACCCCAQPEJ8NmuwDX5WBtuGK+7ttl2M/IWbVg8Xj0yfeYu8Kjo3tsCBKuG9fV0sGq//b9rlRZeOzMpXO01rFZrrhwYp2bd9v/2M4aQtuZdpqdZHqBlj9Ysmq46a9Zs18yBqT2ALR9eq5VV8WPMf3Q5bHlog25YtE/9rVh0SiQoTbWdFZ6uVP+nFmv8aZKCL6r7dMtTizVg3Shdo4e0dUY4lo38bcX5emnqXeofCWCtfV2xT9XZAtwchk0TBBBAoO0EuP61nTV7QgABBBBAAIHiFEj/fij4+ZAfBwSsYHWhdHP4M7etx+BkqFSfuSOfzx3YO110TAGCVcO6ezZYTbWmakK4ur7TJC2+rjppNuhnnx7RJ/ErARipdurSTSfErS0Q3rxhuSrXrlNAPlVd+ZRmDUvVKLKrgLY/eoXm/jkgdZqgpf8+TRWdjIaRd+OPn7lB4/dVa0P/lcF/RsPRxB6tsHRV//C3ZdYfYxd9K1h98Vx7KBt+0Q0Gq/YgNfQN3L6MAW7eh8KGCCCAQGEEuP4VxpVeEUAAAQQQQMA9AhneDxGsOlVG63P0i7ogxUQkK1hN+ZmbYNUp/A7bD8GqYek9GazGhao+jRg1U+W7FofWV42Eqy2NOti1XL3S3GLf/OGftPc90+UAfOr+5bPV8/jURWjcOF3VW/fkHpRGg9iBmnVNrarOMCxuXs1tQWdvw9mkwZmu0tzF43Ug3UU+TbD60tgNWnxpj7xGzEYIIIBAuwtw/Wv3EjAABBBAAAEEEGhnAdv7IT7ZOVSL4B2edym2EsDI4B2iVnBNsOqQMd0kCRCsGp4UngtWE0PVcXVaeH4v+d9Yquon16tJkq/nXK38yVjFHkOVjPbRhn/Tltq3DTUHq2/dzzW8Z+rNGh6/UDPrJaVY1zXlFh9t1Nwli7Vd0oSJL2h6heFw8mked2t+jrNJbevqjLw1FJCmvcgnLgUQ3jayXT5DZhsEEECg3QS4/rUbPTtGAAEEEEAAgSIRSPF+qEhG5v5hJCydF7y7dPP5wbtG005mYsaq++vezkdAsGpYAE8Fq2lCVft6pb7S1Lf/J7IVJFj9zSWauSsglc3UypuqVJ6tVu+t17SHlmqPfJo06VnVnJltg9b/PXihvtO+MrakSaG1Uu1/SxmEBi/6L+n88BqraW9LOGB/4NVETZy0VopbNqD1x0EPCCCAQJsKcP1rU252hgACCCCAAAJFKGB7P8RSAIWqT2xd27TL7xGsFgq/w/RLsGpYas8Eqw6GqhZhLFgdr8HP/Fh6oFJ7z1ipi7/2B/2u5j0NSPrdA2pW5hmrTa/cqgnPW/NPz9Xcm+ZrXFnmYvm3zlfVxtckjdX8m+dqTKlhcY2bp5ihmuHhUpG1WGNrsOawxmrSRT79YtzGw2cDBBBAoI0EuP61ETS7QQABBBBAAIGiFcj0fohgtVBlI1gtlCz9xgQIVg3PBk8Eqw6HqoUKVnV4s+bfs1CvSupVcY9WThyqtI+vat6p2sU3aV2zpD5ztX76WBU8V01afNySyLAcQPCWD+mhyELatv9W2icUVmvfFSvVPxyw2m9lYB0ew/95aY4AAu0nwPWv/ezZMwIIIIAAAggUh0CG90NDimOErh9F4uflxKUArlHo7tLgT7Ae+6JrsLr+4DmAdhMgWDWkd32wWoBQtWDBqgJqeLxGM+sPWiu9asSoWs2vLE8OV5sbtb5uupYcsB6eVa5Jk2pVc2baCNaw4umbW+uiruyf/BCp5G8iY33ELx0QW0hbsr5Ju0Zrbbub+OBWzTw7csGP/GViLJh17EjoCAEEECi8ANe/whuzBwQQQAABBBAoboH074eKe9xuGp31Of2aNZER2z8/Z/jM7aYDZKxFJ0CwalgSVwerBQpVCxesSmpuUO29s7Tuk1ChSsvGavLoKzTizHKVHmnUzl1P6ak3NqvhaLiQJ1Vr6bRJqij4dFXDE4fmCCCAAAIIIIAAAggggAACCCCAAAKeEiBYNSyna4PVAoaqBQ1Wrc79DVrz8I2qa7JmpKb78ami+0A1NDVInSpUM3GhJp1Jump4etMcAQQQQAABBBBAAAEEEEAAAQQQQCBHAYLVHKEizdwZrDZpU22NFn7gD91SP65OC8/vpUDDck1bu06N1m9LJ2nxddWq6GIIEm5eiIdXxY2kxa89r69R3ab12h6wB6w+de9ZpemXTtK4Po2qWzxLa4KzW8tVWblQN47qld8BsRUCCCCAAAIIIIAAAggggAACCCCAAAIZBAhWDU8PVwar/te0cNF8bQoea6nGfLNWN56yXjMdClWtXgserNrr1OyXP3zrv69LqXydbX/8742a+8BibW+xfudTxfD/0F3jK1TaybDQNEcAAQQQQAABBBBAAAEEEEAAAQQQQIBgNaVASVNT0zHTs8OVwWrDclWuXadUN9K3dqZqxK9Ng9UsRbPPxLWalg+Yq7umjFUvewBrWnjaI4AAAggggAACCCCAAAIIIIAAAgggYBNgxqrh6eDGYLVx43RVb92TdKROhapWx7Fg9QINXDtDevi7ev+MX2jk0D9o2/WN6pv0u1+qWYPVt+7nGt7TsAg5ND/40q2q3rQ9Gib7uk/T0hkTNNCXw8Y0QQABBBBAAAEEEEAAAQQQQAABBBBAIIsAwarhKeK+YNWvVx+5QvP3xx+ok6FqfLBqAlq4YFUKqOHx6ZpZb60gG/qZMPEFTa8wGR9tEUAAAQQQQAABBBBAAAEEEEAAAQQQSC1AsGp4ZrguWG1pUO1PZ2ljl4Ea2necRgw+S2d9YaDKuzs7dbN529363YIXzTR9ozXwl7dpSJnZZjm3bjmoV/9zrubvbZQ6V2r+7Bs0plD7ynlQNEQAAQQQQAABBBBAAAEEEEAAAQQQ8IIAwaphFd0XrAYUOOqTz9kcNaVa85Ej+sfnBqDHddOJxxu0z7NpwO+XEh9ylWdfbIYAAggggAACCCCAAAIIIIAAAggggIAlQLBqeB64Llg1PD6aI4AAAggggAACCCCAAAIIIIAAAggggEB2AYLV7EZxLQhWDcFojgACCCCAAAIIIIAAAggggAACCCCAgAcFCFYNi0qwaghGcwQQQAABBBBAAAEEEEAAAQQQQAABBDwoQLBqWFSCVUMwmiOAAAIIIIAAAggggAACCCCAAAIIIOBBAYJVw6ISrBqC0RwBBBBAAAEEEEAAAQQQQAABBBBAAAEPChCsGhaVYNUQjOYIIIAAAggggAACCCCAAAIIIIAAAgh4UIBg1bCoBKuGYDRHAAEEEEAAAQQQQAABBBBAAAEEEEDAgwIEq4ZFJVg1BKM5AggggAACCCCAAAIIIIAAAggggAACHhQgWDUsKsGqIRjNEUAAAQQQQAABBBBAAAEEEEAAAQQQ8KAAwaphUQlWDcFojgACCCCAAAIIIIAAAggggAACCCCAgAcFCFYNi0qwaghGcwQQQAABBBBAAAEEEEAAAQQQQAABBDwoQLBqWNRiCFbfffddw1HTHAEEEEAAAQQQQAABBBBAAAEEEEAAAQScFDjllFNa3V1ZWVmr+8ing7cPbVO35j4qLS1VSUmJcRclTU1Nx0y3KoZg1XTMtEcAAQQQQAABBBBAAAEEEEAAAQQQQAABZwUOHz7c6g4JVltNSAcIIIAAAggggAACCCCAAAIIIIAAAggg4CYBglXDajFj1RCM5ggggAACCCCAAAIIIIAAAggggAACCHhQgGDVsKgEq4ZgNEcAAQQQQAABBBBAAAEEEEAAAQQQQMCDAgSrhkUlWDUEozkCCCCAAAIIIIAAAggggAACCCCAAAIeFCBYNSwqwaohGM0RQAABBBBAAAEEEEAAAQQQQAABBBDwoADBqmFRCVYNwWiOAAIIIIAAAggggAACCCCAAAIIIICABwUIVg2LSrBqCEZzBBBAAAEEEEAAAQQQQAABBBBAAAEEPChAsGpY1A4VrLb4tXvLY1q7fZsC3S/Tt6uu1LAeuYEdenGhXv/Pt/S5vXnpWep361wNOz23PpJatfi1/82Xte2dP6v+L/X68IQhGtn3n/WVr56nYX1L8+yUzRBAAAEEEEAAAQQQQAABBBBAAAEEEDAXIFg1NOswwWrLAT2/bKrueN8fE+r0dd183d26rFd2tLeXjFPD3kr1GOiLNm7+43oFLl+jy6/IoYOEXTTtWqWfrntEbxxNve/SU6/WnVOnaNjJ2cdGCwQQQAABBBBAAAEEEEAAAQQQQAABBForQLBqKNhRgtXA397Qw/dfr8eOxAP5Bt+njT8cplhcKunzgP6fPxDXsLG2SvvLl2vMJbEQNdXvJJ9KT/TpuAx1OLBpjib//nVF99C5nwZ1s0YQ0IG/7Vc0+jUIfg3LTnMEEEAAAQQQQAABBBBAAAEEEEAAAQTiBAhWDU8IzwerLQf0dN0T6vGdGRrZ+Q0tuzchXD31Zq2/8VJ1t7m9s6xSf3oqPlg1Ye0ya50uH2/vMbZ1oH6Zah59XPutX3W7VDdPnKHLBtlu+z/q1+6Xl+mnv38m3Ob7evCmGRpyvMkIWt/2zSXDVbNqsup2XK8v59LdofW67pK9mhpt/6buG16j1bZtJz+yQ9efE/tFcB+q045ZOe0hl1HQBgEEEGh7Aa5/bW/OHhFAAAEEEECguASS3g8V1/BcPZpd92n41ZFP1qN1+7P3q+o064iyf+Z29XEz+HYTIFg1pPd0sGq//b/blbp75uykcLX38BX69YRBcWrWbf//Z4MhpK15lxlplgdo2a1VC6bqYWvWbLfMgak9gO33tRVa/Z34MeY/uhy2tF4UF+zVACsWrYkPQ1Nv/bHWz7pIP9saC2KTQtPgi8He4IvAua9fp4vu2BLqagrBag4VoQkCCBStANe/oi0NA0MAAQQQQACBNhJIfj/URjv2/m4SAuuPf3udLnphrJ5bUqUPEicq2T5zh4JXfhDIT4Bg1dDNs8FqqjVVE8LVJzpN0f03XJ00G/SzT/1KWAnASPV/HF+qsri1BcKb1y/TuEcfV0A+fXvCs5o9PFWjyK4C2lZ3iea8E5A6fV8P3jlDQzoZDSPvxsGL9b6peq7/iuA/s80otdrfobEacMdejQ3PWLWC1c3fsIey1rdpKzQg+u2aFNlPtv7zPhA2RAABBAoswPWvwMB0jwACCCCAAAJFL5Dq/VDRD9olAwzZztP9l0eeuh37XD3gseyfuV1ymAyzyAQIVg0L4slgNS5U9WnkmNnq98ai0PqqkXC1Zb8OdO2n3mlusW/+cKd2N5ouB+DTKWcPTdvn/qenavKru3MPSqNB7CDNnrFC3y43LG5ezUPfNu61Zqqennh7f6oOrQv7Zo3dMVabg/8MLR1AsJoXPhshgICrBLj+uapcDBYBBBBAAAEECiCQ+v1QAXZEl5aAbQarcpjMBBoC+QgQrBqqeS5YTQxVv/Wo7h7XW/4d92rSuifVJMnXa55Wz75QvTNYHXpqpl5a1mCoWaHy1Uv19Z6pN6tf8w1d+6akFOu6ptzio2c05z8WaZukH1z1imYMMRxOPs3jbjWwhay2tVHt3cYC1MgLKsFqPuxsgwAC7hPg+ue+mjFiBBBAAAEEEHBWIN37IWf3Qm9BgeBn9Z9J854LzmDNZTITcgjkI0CwaqjmqWA1TahqX6/Ud0Lq2/8T2QoSrD5+oa59IyCdOFur516pftlq1fikapbdq93yacoPX9CPBmfboPV/D96eH1n/NNJdeB1U+99GWxfz8kc1/JWx4aUCCFZbr08PCCDgGgFrDSuuf64pFwNFAAEEEEAAgQIIZHg/VIC9deAuI2vYSvYHQhOsduBTosCHTrBqCOyZYNXBUDX4ZVB0xmqV/uX5WdKScdpdvkaXj9yu307er0FJv1uiZmWesdr04hxV/e51Sd/QvLkL9M0TMxfL/+ptqnz6FUkXasFt83TeCYbFNW6eYoZqhqc7Bh9QtSp5J9bFfuwr2dd7YY1V4wKxAQIIFIkA178iKQTDQAABBBBAAIF2E8j0fuj6NHc8tttgXbtjawJTjVaneOgzwapri1r0AydYNSyRJ4JVh0PVQgWr+tsLum3hHXpZUu8h92n1VcOU9vFVn76hZYuu12OfSuo7TxtnXqhSw9oaN7e+cawbEHzCYGRpbCn7cgCh/STPWK1RXezBVymeUEiwalwhNkAAgaIU4PpXlGVhUAgggAACCCDQhgLx74facMee3lWmz8zBYDvLZ25P43BwBRMgWDWkdX2wWoBQtWDBqgKqX3OVrn3zgLXSq0aOWaEFl/VLDlc/3a8nHpqqez+0Hp7VT1N+uEI/Gpw2gjWsePrm1oV5Rf/Qei32n9wC0MQX0vA3a7aO7LctWL/OrV/HDo+OEEAAgQIJcP0rECzdIoAAAggggIBrBAhWC1Gq1LOCR+v2Z+9X1WnZP3MXYkz06X0BglXDGrs6WC1QqFq4YFXSp29p2T3X6rEjoUKVnnih/nXMdzSyop9OOLJff/zjb/TEjhdUfzRcyJOv1oMzpmhIwZcBMDxxaI4AAggggAACCCCAAAIIIIAAAggg4CkBglXDcro2WC1gqFrQYNXq/O9vadWD1+nhj60Zqel+fBrSY5DqP35L6nSWfjTlHk0ZXPDFAAzPHpojgAACCCCAAAIIIIAAAggggAACCHhFgGDVsJLuDFab9PzSybrjfX/olvpvPaq7x/VWoH6Zah5kh1JjAAAgAElEQVR9XPut354wRfffcLWGHG8IEm5eiIdXxY2kxa/dW36ph3//pLYF7AGrT917XamfXP6v+uYZ+/Xw/75Wq4KzW/vpssvu1s1jeud3QGyFAAIIIIAAAggggAACCCCAAAIIIIBABgGCVcPTw5XB6t9f0R0LbtPzwWMt1XkXr9D/OvUJTXcoVLV6LXiwaq/Tp375w7f++44vla+z7Y8Hn9Gc+xdpW4v1O5+GfO1+3XPlWSrtZFhomiOAAAIIIIAAAggggAACCCCAAAIIIECwmlKgpKmp6Zjp2eHKYLV+mcY9+rhS3Ujf2pmqEb82DVazFM0+E9dq2u+L83RPzYXqbQ9gTQtPewQQQAABBBBAAAEEEEAAAQQQQAABBGwCzFg1PB3cGKzuf3qqJr+6O+lInQpVrY5jweo4fem/Zkm1VdpfvlxjvrJdr87Yr35Jv6tTsypUvnqpvt7TsAg5ND+waY4m//71aJjs6zFDtdd/X4N8OWxMEwQQQAABBBBAAAEEEEAAAQQQQAABBLIIEKwaniLuC1b9evnBS3TbvvgDdTJUjQ9WTUALF6xKAdWvmapr37RWkA39/OCqVzRjiMn4aIsAAggggAACCCCAAAIIIIAAAggggEBqAYJVwzPDdcFqy1taduu1evr4QfpK32/p60OG6F++OEj9ejg7dbN5y0L9dv4mM03fGH3pV/N19olmm+XcuuWAXn5kjm77y36p86VaMOdmnVeofeU8KBoigAACCCCAAAIIIIAAAggggAACCHhBgGDVsIruC1YDChz1yedsjppSrdnv16efG4D6SnXy8Qbt82wa+LtfSnzIVZ59sRkCCCCAAAIIIIAAAggggAACCCCAAAKWAMGq4XngumDV8PhojgACCCCAAAIIIIAAAggggAACCCCAAALZBQhWsxvFtSBYNQSjOQIIIIAAAggggAACCCCAAAIIIIAAAh4UIFg1LCrBqiEYzRFAAAEEEEAAAQQQQAABBBBAAAEEEPCgAMGqYVEJVg3BaI4AAggggAACCCCAAAIIIIAAAggggIAHBQhWDYtKsGoIRnMEEEAAAQQQQAABBBBAAAEEEEAAAQQ8KECwalhUglVDMJojgAACCCCAAAIIIIAAAggggAACCCDgQQGCVcOiEqwagtEcAQQQQAABBBBAAAEEEEAAAQQQQAABDwoQrBoWlWDVEIzmCCCAAAIIIIAAAggggAACCCCAAAIIeFCAYNWwqASrhmA0RwABBBBAAAEEEEAAAQQQQAABBBBAwIMCBKuGRSVYNQSjOQIIIIAAAggggAACCCCAAAIIIIAAAh4UIFg1LCrBqiEYzRFAAAEEEEAAAQQQQAABBBBAAAEEEPCgAMGqYVGLIVh99913DUdNcwQQQAABBBBAAAEEEEAAAQQQQAABBBBwUuCUU05pdXdlZWWt7iOfDt4+tE3dmvuotLRUJSUlxl2UNDU1HTPdqhiC1UAgYDps2iOAAAIIIIAAAggggAACCCCAAAIIIICAgwLNzc2t7o1gtdWEZh0QrJp50RoBBBBAAAEEEEAAAQQQQAABBBBAAAGnBQhWDUWZsWoIRnMEEEAAAQQQQAABBBBAAAEEEEAAAQQ8KECwalhUglVDMJojgAACCCCAAAIIIIAAAggggAACCCDgQQGCVcOiEqwagtEcAQQQQAABBBBAAAEEEEAAAQQQQAABDwoQrBoWlWDVEIzmCCCAAAIIIIAAAggggAACCCCAAAIIeFCAYNWwqASrhmA0RwABBBBAAAEEEEAAAQQQQAABBBBAwIMCBKuGRSVYNQSjOQIIIIAAAggggAACCCCAAAIIIIAAAh4UIFg1LGqHClZb/Nrz+jr9esd2BU6uVNWlVRraPTewj16+W39c/bY+tzfvNlhnzJmjL5+eWx9JrVr8aqx/Vdt379Fb776lAyecpRF9BmrosDEa2qc0z07ZDAEEEEAAAQQQQAABBBBAAAEEEEAAAXMBglVDsw4TrLYc1KaHpmvhB/6YUKcRuvHHd6qyZ3a0dx6o1J/3XaTuX/BFGzfv3KDPLlupi8f3yt5BQoumN9do4ZMrtfNo6k1LT63W/CmTNPQk467ZAAEEEEAAAQQQQAABBBBAAAEEEEAAAWMBglVDso4SrAYO71Tdspu07pN4IN+Z92j9pKGKxaWSPg/ob0c+i2v43sPf1ftn/EIjL46FqKl+Jx2nrmU+HZehDgdfulXVm7YrEGnTuVwDu1ojCOjg4UZFo1+D4New7DRHAAEEEEAAAQQQQAABBBBAAAEEEEAgToBg1fCE8Hyw2nJQG1etV/crpmlE552qXZoQrp56g9bNqpR9RYA9tVWq3xCNPQ1FpS4//pUuvvTklNsFGpZr2tp1arT+2rVSN35vmiq/aLvt/6hfe15brjs3bQy3maCls6epoovxMFq1Qf2yUbpmzUQ9tHWmhuTS06ENuuGKfaqOtq/X0lHXaK1t24kPbtXMs61fxP9t5K0btPjSHrnshTYIIIBA8Qlw/Su+mjAiBBBAAAEEEGhbgaT3Q227e0/v7U9LNera2CfrdJ+rLYPY3zwtwsEVWIBg1RDY08Gq/fb/rlVaeO3MpHC117BarblyYJyaddv/288YQtqad5meZnmAlj1as2i66qxZs10zB6b2ALZ8eK1WVsWPMf/R5bCl9aK4aJ/6W7HolEgYmmm7j7XhhvG6a1ssiA0Gs3pIW2eEY9ngi8E+3fLUXGnReO2L9Bt8AX5J5z+1WONPy2FsNEEAAQSKSoDrX1GVg8EggAACCCCAQDsIJL8faodBeHSX1qSkleof+bwc/Vy9WAPWpfvMzWdrj54MbXZYBKuG1J4NVlOtqZoQrq7vNEmLr6tOmg362adH9En8SgBGqp26dNMJcWsLhDdvWK7KtesUkE9VVz6lWcNSNYrsKqDtj16huX8OSJ0maOm/T1NFJ6Nh5N3442du0Ph91drQf2Xwn9FwNE2PVvuFOl/979ynC8IzVq1g9cVz7aFs+AVhxfl66RFp7uLxisxRtdqu7M+s1bwLxoYIINBuAlz/2o2eHSOAAAIIIIBAkQikej9UJENz/zCsIHVVf22Ifn62QuyF0s2hYDXlZ24mLbm/7u18BASrhgXwZLAaF6r6NGLUTJXvWhxaXzUSrrY06mDXcvVKc4t984d/0t73TJcD8Kn7l89Wz+NTF6Fx43RVb92Te1AaDWIHatY1tao6w7C4eTUPfdsYnFHaO/H2/lQdWoHpi7pg6wV6MfjP0NIBaYPVpIu8bX/BZQL4QQABBNwiwPXPLZVinAgggAACCCBQKIHU74cKtbcO32/w7tLQRKUD6SYzEax2+NOktQAEq4aCngtWE0PVcXVaeH4v+d9Yquon16tJkq/nXK38yVjFHkOVjPbRhn/Tltq3DTUHq2/dzzW8Z+rNGh6/UDPrJaVY1zXlFh9t1Nwli7Vd0oSJL2h6heFw8mketzZO9tAzFqBGXlBNgtXwLSO6xfYNXD6DZhsEEECg7QW4/rW9OXtEAAEEEEAAgeISSPd+qLhG6YHR2NZZjTyjJPfJTB44fg6hTQUIVg25PRWspglV7euV+kpT3/6fyFaQYPU3l2jmroBUNlMrb6pSebZavbde0x5aqj3yadKkZ1VzZrYNWv/34DIAd26L72hSaK1U+9+CF/O+v9Ko1y4ILxVgFqxG+wr33fqR0wMCCCDQhgLWm1uuf20Izq4QQAABBBBAoOgEMrwfKrqxemVAtmeUsBSAV4pafMdBsGpYE88Eqw6GqhZhLFgdr8HP/Fh6oFJ7z1ipi7/2B/2u5j0NSPrdA2pW5hmrTa/cqgnPW/NPz9Xcm+ZrXFnmYvm3zlfVxtckjdX8m+dqTKlhcY2bp5ihmuHpjsEHVK1J3on1JMILXku/3ktwke01sQddGQ+TDRBAAIF2FuD6184FYPcIIIAAAggg0O4Cmd4PzWSZN0fqE3n+Sey5J6yx6ggsnWQUIFg1PEE8Eaw6HKoWKljV4c2af89CvSqpV8U9WjlxqNI+vqp5p2oX36R1zZL6zNX66WNV8Fw1aWFsSyL7cgChUy55xuo1Cs10Df5Enl5oPbxq6j5Vh9diNTxdaY4AAggUoQDXvyIsCkNCAAEEEEAAgTYViH8/1Ka79vLOgp+jpYcin59t/y1rolOqz9ysserlM6JNjo1g1ZDZ9cFqAULVggWrCqjh8RrNrD9orfSqEaNqNb+yPDlcbW7U+rrpWnLAenhWuSZNqlXNmWkjWMOKp29ufeO4sv8GLb60R1yj5G/JUvWR+EJq/fc1Wmtras1knSnrhcH+21CDyDoxjh0MHSGAAAJtJsD1r82o2RECCCCAAAIIFKkAwWqhChO/XN9I3RINTtN85ma2cKFK0WH6JVg1LLWrg9UChaqFC1YlNTeo9t5ZWvdJqFClZWM1efQVGnFmuUqPNGrnrqf01Bub1XA0XMiTqrV02iRVFHy6quGJQ3MEEEAAAQQQQAABBBBAAAEEEEAAAU8JEKwaltO1wWoBQ9WCBqtW5/4GrXn4RtU1WTNS0/34VNF9oBqaGqROFaqZuFCTziRdNTy9aY4AAggggAACCCCAAAIIIIAAAgggkKMAwWqOUJFm7gxWm7SptkYLP/CHbqkfV6eF5/dSoGG5pq1dp0brt6WTtPi6alV0MQQJNy/Ew6viRtLi157X16hu03ptD9gDVp+696zS9EsnaVyfRtUtnqU1wdmt5aqsXKgbR/XK74DYCgEEEEAAAQQQQAABBBBAAAEEEEAAgQwCBKuGp4crg1X/a1q4aL42BY+1VGO+WasbT1mvmQ6FqlavBQ9W7XVq9ssfvvXf16VUvs62P/73Rs19YLG2t1i/86li+H/orvEVKu1kWGiaI4AAAggggAACCCCAAAIIIIAAAgggQLCaUqCkqanpmOnZ4cpgtWG5KteuU6ob6Vs7UzXi16bBapai2WfiWk3LB8zVXVPGqpc9gDUtPO0RQAABBBBAAAEEEEAAAQQQQAABBBCwCTBj1fB0cGOw2rhxuqq37kk6UqdCVavjWLB6gQaunSE9/F29f8YvNHLoH7Tt+kb1TfrdL9Wswepb93MN72lYhByaH3zpVlVv2h4Nk33dp2npjAka6MthY5oggAACCCCAAAIIIIAAAggggAACCCCQRYBg1fAUcV+w6terj1yh+fvjD9TJUDU+WDUBLVywKgXU8Ph0zay3VpAN/UyY+IKmV5iMj7YIIIAAAggggAACCCCAAAIIIIAAAgikFiBYNTwzXBestjSo9qeztLHLQA3tO04jBp+ls74wUOXdnZ262bztbv1uwYtmmr7RGvjL2zSkzGyznFu3HNSr/zlX8/c2Sp0rNX/2DRpTqH3lPCgaIoAAAggggAACCCCAAAIIIIAAAgh4QYBg1bCK7gtWAwoc9cnnbI6aUq35yBH943MD0OO66cTjDdrn2TTg90uJD7nKsy82QwABBBBAAAEEEEAAAQQQQAABBBBAwBIgWDU8D1wXrBoeH80RQAABBBBAAAEEEEAAAQQQQAABBBBAILsAwWp2o7gWBKuGYDRHAAEEEEAAAQQQQAABBBBAAAEEEEDAgwIEq4ZFJVg1BKM5Agj8//buPT6q6t77+DcRp1yGoFwEFBOocCqY1oIcFSxeAl4il4iWY3mBUQIKNOV2UDhF5EGKeIBSBRoJIqFyKVJOFUSkXkAFJfAU0XICPhYKJLVA8TCn4CDpCPF57cltJjNJZk0ymZnNJ/9QJ7+99trvtbuz883aayOAAAIIIIAAAggggAACCCCAAAI2FCBYNRxUglVDMMoRQAABBBBAAAEEEEAAAQQQQAABBBCwoQDBquGgEqwaglGOAAIIIIAAAggggAACCCCAAAIIIICADQUIVg0HlWDVEIxyBBBAAAEEEEAAAQQQQAABBBBAAAEEbChAsGo4qASrhmCUI4AAAggggAACCCCAAAIIIIAAAgggYEMBglXDQSVYNQSjHAEEEEAAAQQQQAABBBBAAAEEEEAAARsKEKwaDirBqiEY5QgggAACCCCAAAIIIIAAAggggAACCNhQgGDVcFAJVg3BKEcAAQQQQAABBBBAAAEEEEAAAQQQQMCGAgSrhoNKsGoIRjkCCCCAAAIIIIAAAggggAACCCCAAAI2FCBYNRzUWAhWDx8+bNhryhFAAAEEEEAAAQQQQAABBBBAAAEEEECgPgVat25d5+aSkpLq3EY4DXx2Ml/Niq+S0+lUQkKCcRMJLpfrW9OtYiFYNe0z9QgggAACCCCAAAIIIIAAAggggAACCCBQvwJnzpypc4MEq3UmpAEEEEAAAQQQQAABBBBAAAEEEEAAAQQQiCcBglXD0WLGqiEY5QgggAACCCCAAAIIIIAAAggggAACCNhQgGDVcFAJVg3BKEcAAQQQQAABBBBAAAEEEEAAAQQQQMCGAgSrhoNKsGoIRjkCCCCAAAIIIIAAAggggAACCCCAAAI2FCBYNRxUglVDMMoRQAABBBBAAAEEEEAAAQQQQAABBBCwoQDBquGgEqwaglGOAAIIIIAAAggggAACCCCAAAIIIICADQUIVg0HlWDVEIxyBBBAAAEEEEAAAQQQQAABBBBAAAEEbChAsGo4qBdVsFri1sGPXtHa3fnytByg+zMGq0er0MBOvjdHu36zXxd8y53XKeXJaepxZWhtBFSVuFW47wPlf/5nFfylQMeap6pXh3/RDf96m3p0cIbZKJshgAACCCCAAAIIIIAAAggggAACCCBgLkCwamh20QSrJcf1Ts5IzfrCXSmUeLOmTpinAe1qR/tsUV8dOJKuVp0dFcXFH2+UZ9AaDbovhAaq7ML16Uo9vf4l7T0ffN/ONqP0zMhM9bi89r5RgQACCCCAAAIIIIAAAggggAACCCCAQF0FCFYNBS+WYNVzeq+WLZyoV876Azm6Pq8tj/RQZVwq6YJH/+v2+BUW5WaoMHmp+txbGaIG+0xyyNnCoUtrGIfjW6do+Nu7VLGHRinq0szqgUfHTxeqIvo1CH4Nh51yBBBAAAEEEEAAAQQQQAABBBBAAAEE/AQIVg1PCNsHqyXH9Ubeq2r1QLZ6NdqrnOeqhKttpmrj4/3V0sft85x0/WmDf7Bqwtp4/HoNGujbYuXWnoIcZa1ap0Lro2b9NXVotgZ08Xns/7xbBz/I0dNvby6reVBLnshWahOTHtS9dt+inspaOVx5eybqB6E0d3KjJtx7RCMr6vfp+Z5ZWu2z7fCX9mjiD60PqnwvM097xoe0l1B6Qg0CCCDQsAJc/xrWm70hgAACCCCAQOwJBNwPxV4X47ZHnz6vnqPKf7O+RU+9uVAZVwT5vdr6iN+t43aYY6njBKuGo2HrYNX38f9mgzVv3KSAcLV9z+X63ZAufmrWY///vckQ0qe8cXY1ywOUHNTK2SO1zJo126zmwNQ3gE25cblWP+Dfx/B7F8KW1g/F2UfUyYpFs8rD0Jq2O6WN4+/WL3ZWBrHeYFY+gan3h8ER7w+BTq/01PKOb2nhIGuB29KQ9ciM8v8OoX+UIIAAAjEjwPUvZoaCjiCAAAIIIIBAlAQC74ei1BH77bZKYH3q9Qm6+900vbUoQ628v0tvU1qok6Hsp8MRRUiAYNUQ1rbBarA1VauEq68mZmrh5FEBs0G/OedWlZUAjFQvaeJUkt/aAmWbF+So76p18sih+4e8qUk9gxWV78qj/Lx7NeVzj5T4oJY8k63URKNuhF3svVgfHam3Oi73/lvbbFKrfpbS1GnWkYqLuhWsbrvVN5S1LvrL1enNkTpyr/Vv+V/ZpNLtZ5QFrWF3mw0RQACBBhfg+tfg5OwQAQQQQAABBGJMINj9UIx1MW67E/i7cvnv1QuVIWtClDTDG7LyhUD9CRCsGlraMlj1C1Ud6tVnklL2zi1dX7U8XC0p1PGmKWpfzSP2xcc+0cEi0+UAHGp9ffdq2yx8Y6SG7zgYelBaEcR20aTs5bo/2XBwwyov/WvjEWum6pVVH+8P1mD5X8nStM3nr2XVB6uVgWppa9b+ZknTq34eVufZCAEEEGhAAa5/DYjNrhBAAAEEEEAgJgWC3w/FZFft0CnfGax+SwRYB2ewlJ8dLDiGiAkQrBrS2i5YrRqq3rVK8/q2l3vPcxq2/jW5JDnazdDqSf3UvgarkxvG6f2cA4aa3ZS8erFubht8s4I1t2rsPklB1nUNusWXmzXll3OVL+knD21Xdqphd8Ip93vUwCdk9a6NGvhVGaD6P4ZQe7Dqs85q76fKHmUIp8NsgwACCERHgOtfdNzZKwIIIIAAAgjEjkB190Ox00Mb9cT7u/ovpPJl9KxgNa9Txe/SAcvx2ejQOZSGFSBYNfS2VbBaTajqu16po3nwx/+rskUkWF3XT2P3eqQWk7R62mCl1DZWRa8pK+c5HZRDmY+8q0e71rZB3b/vXQZg1kf+DZUtgO37vVusi3nyKvXcnla2VIBpsFq+i9Lwdls/1lit++jRAgIINJiAdSPL9a/BuNkRAggggAACCMSgQA33QzHY2zjuUvkatlLlC6GDHA4vEIvjMY6trhOsGo6HbYLVegxVLcLKYDVD339nvLSorw4mr9GgXrv1+vBCdQn4bJGKVfOMVdd7U5Txh12SbtWMabN1Z4uaB8u9Y7rS39guqZ9mT5+h25obDq5xeZAZqjVcnL1/EVsZuBPrYp+2vZo1VlemaVvmEY30WWCbNVaNB4oNEEAgygJc/6I8AOweAQQQQAABBKIuUNP90MRqnniMeqfjrgNlT3qWTXaqsfsEq3E3urHaYYJVw5GxRbBaz6FqpIJVnX5X0+fM0geS2qc+r9UP9VC1r686t1c5cyfqlXOSOszQlnH95DQcW+PyKo8SlG5f+3IApXWBM1azlFf54ivv+i9H9JT35VVZ0kvlL7Yq/UFR+d/GvWYDBBBAIMoCXP+iPADsHgEEEEAAAQSiLsAb6iMxBOUvlg72Qumqj/6zFEAkRuDibJNg1XDc4z5YjUCoGrFgVR4VrHlIY/cdt1Z6Va8+yzV7QEpguHquUK++OFLPHbNenpWizEeW69Gu1UawhiNefbl1IV7eMfCR/Jou5pWtVf1B6rOGallRxWMLZWvDlC844F1WYBDvMay3gaQhBBBoYAGufw0Mzu4QQAABBBBAIOYECFYjMSTBZwXfoqfetF7+XLlEgHffvLskEkNwUbZJsGo47HEdrEYoVI1csCrp3H7lzB+rV86WDpSzRT893OcB9eqWouZnC/Xxx7/Xq3veVcH5soG8fJSWZGcqNeLLABieOJQjgAACCCCAAAIIIIAAAggggAACCNhKgGDVcDjjNliNYKga0WDVavyr/Vq5ZIKWnbJmpFb35VBqqy4qOLVfSrxOj2bOV2bXiC8GYHj2UI4AAggggAACCCCAAAIIIIAAAgggYBcBglXDkYzPYNWldxYP16wv3KWP1N+1SvP6tpenIEdZq9ap0Pq0eaYWTh6l1CaGIGXlkXh5lV9PStw6+NHLWvb2a8r3+AasDrVsN1g/G/Sw7ry6UMv+c6xWeme3pmjAgHma2qd9eAfEVggggAACCCCAAAIIIIAAAggggAACCNQgQLBqeHrEZbD61XbNmj1d73iP1anb7lmu/2jzqsbUU6hqtRrxYNV3nM655S579N/RxClHI59vntisKQvnKr/E+syh1BsXav7g6+RMNBxoyhFAAAEEEEAAAQQQQAABBBBAAAEEECBYDSqQ4HK5vjU9O+IyWC3IUd9V6xTsQfq6zlQt92vQYLWWQfOdiWuVplwzQ/Oz+qm9bwBrOvDUI4AAAggggAACCCCAAAIIIIAAAggg4CPAjFXD0yEeg9XCN0Zq+I6DAUdaX6Gq1XBlsNpX3/uv8VJuhgqTl6rPDbu1I7tQKQGf5alY3ZS8erFubms4CCGUH986RcPf3lURJjtaZSt34oPq4ghhY0oQQAABBBBAAAEEEEAAAQQQQAABBBCoRYBg1fAUib9g1a0Pltyr6Uf9D7Q+Q1X/YNUENHLBquRRwZqRGrvPWkG29OsnD21XdqpJ/6hFAAEEEEAAAQQQQAABBBBAAAEEEEAguADBquGZEXfBasl+5Tw5Vm806aIbOtylm1NT9f1ruiilVf1O3Sz+aI5en7nVTNPRR9/77Uxd38Jss5CrS47rg5emaPpfCqVG/TV7ylTdFql9hdwpChFAAAEEEEAAAQQQQAABBBBAAAEE7CBAsGo4ivEXrHrkOe+Qo35z1KBqxW63zl0wAHU4dXkTg/owSz1fuaWqL7kKsy02QwABBBBAAAEEEEAAAQQQQAABBBBAwBIgWDU8D+IuWDU8PsoRQAABBBBAAAEEEEAAAQQQQAABBBBAoHYBgtXajfwqCFYNwShHAAEEEEAAAQQQQAABBBBAAAEEEEDAhgIEq4aDSrBqCEY5AggggAACCCCAAAIIIIAAAggggAACNhQgWDUcVIJVQzDKEUAAAQQQQAABBBBAAAEEEEAAAQQQsKEAwarhoBKsGoJRjgACCCCAAAIIIIAAAggggAACCCCAgA0FCFYNB5Vg1RCMcgQQQAABBBBAAAEEEEAAAQQQQAABBGwoQLBqOKgEq4ZglCOAAAIIIIAAAggggAACCCCAAAIIIGBDAYJVw0ElWDUEoxwBBBBAAAEEEEAAAQQQQAABBBBAAAEbChCsGg4qwaohGOUIIIAAAggggAACCCCAAAIIIIAAAgjYUIBg1XBQCVYNwShHAAEEEEAAAQQQQAABBBBAAAEEEEDAhgIEq4aDSrBqCEY5AggggAACCCCAAAIIIIAAAggggAACNhQgWDUc1FgIVg8fPmzYa8oRQAABBBBAAAEEEEAAAQQQQAABBBBAoD4FWrduXefmkpKS6txGOA18djJfzYqvktPpVEJCgnETCS6X61vTrWIhWPV4PKbdph4BBBBAAAEEEEAAAQQQQAABBBBAAAEE6lGguNES9RMAACAASURBVLi4zq0RrNaZ0KwBglUzL6oRQAABBBBAAAEEEEAAAQQQQAABBBCobwGCVUNRZqwaglGOAAIIIIAAAggggAACCCCAAAIIIICADQUIVg0HlWDVEIxyBBBAAAEEEEAAAQQQQAABBBBAAAEEbChAsGo4qASrhmCUI4AAAggggAACCCCAAAIIIIAAAgggYEMBglXDQSVYNQSjHAEEEEAAAQQQQAABBBBAAAEEEEAAARsKEKwaDirBqiEY5QgggAACCCCAAAIIIIAAAggggAACCNhQgGDVcFAJVg3BKEcAAQQQQAABBBBAAAEEEEAAAQQQQMCGAgSrhoN6UQWrJW4d2rVev9uzW57L05XRP0PdW4YG9uUH8/Tx6s90wbe8WVddPWWKfnBlaG0EVJW4VVSwQ7sPHtL+w/t1vPl1uumqzureo4+6X+UMs1E2QwABBBBAAAEEEEAAAQQQQAABBBBAwFyAYNXQ7KIJVktOaOuLYzTnb+5KocSb9PhPn1F629rRPn8hXX8+erdaftdRUVz8ySZ9M2CF7hnYrvYGqlS49q3RnNdW6JPzwTd1thmhmZnD1P0y46bZAAEEEEAAAQQQQAABBBBAAAEEEEAAAWMBglVDsoslWPWc+UR5OU9o/df+QI5r52vjsO6qjEslXfDo9Nlv/Ar/uuzH+uLqX6vXPZUharDPpEvVNMmhS2sYhxPvP6kRW3fLU17TKFmdm1o98OjEmSJVRL8Gwa/hsFOOAAIIIIAAAggggAACCCCAAAIIIICAnwDBquEJYftgteSEtqzcqJb3jdZNjT5R7uIq4WqbyVo/Pl2+KwIcys1QwaaK2NNQVGr809/qnv6XB93Oc2CpRq9dryLru03T9fi/jVb6NT6P/Z9369CHS/XM1i1lNUO0eNJodWts3I06bVCQ01uPrRmqF3eOU2ooLZ3cpMn3HdWIivoCLe79mNb6bDt0yU6Nu963sVPaNHmgjmZW/TyUHVKDAAIIxIgA178YGQi6gQACCCCAAAJREwi4H4paT+y747DuOe3LwZFFToBg1dDW1sGq7+P/TTM0Z+y4gHC1XY9crRnc2U/Neuz/s82GkD7ljcdUszxAySGtmTtGedas2aY1B6a+AWxyz1ytyPDvY/i9C2FL64I996g6WrFoSKFnaUD6bH5lEOsNZvWidmaXxbJ/WqzeY4/q5xsWaOAVpX04tXmyBj6Tr8DANYQ+UoIAAgjEhADXv5gYBjqBAAIIIIAAAlEUCLwfimJnbLrr8O45bYrBYUVYgGDVENi2wWqwNVWrhKsbE4dpwYQRAbNBvzl3Vl/7rwRgpJrYuJma+60tULb5gaVKX7teHjmUMXiDxvcIVlS+K492r7pP0/7skRKHaPH/Ga1uiUbdCLvYG3geHaFNHVd4/60IR6tp0aqfo9vV8ZmjuqNsxqoVrL73I9+ZqNYM1hXqWB6sesNb6fbvPqujfnVhd5sNEUAAgQYX4PrX4OTsEAEEEEAAAQRiTCDY/VCMdTHuuxPWPWfcHzUHEC0BglVDeVsGq36hqkM39R6n5E8XlK6vWh6ulhTpRNNktavmEfviY3/Skb+aLgfgUMsfXK+2TYIPQtGWMRqx81DoQWlFENtZ4x/LVcbVhoMbVrnP4/ntqz7eH6xBKzB9T3fsvEPvef8tXTqgtmC1/Pt3fFg1gA2r02yEAAIIREGA618U0NklAggggAACCMSUQPD7oZjqYtx3Jrx7zrg/bA4gagIEq4b0tgtWq4aqffM05/Z2cu9drBGvbZRLkqPtNK34WZoqX0MViPblpn/XR7mfGWp2VYe8X6ln2+CbHVjXT+MKJAVZ1zXoFl9u0bRFC7Rb0pCh72pMN8PuhFPut25L7WugVgao5Rf7EILV44vV+8M7vDNhAwPYcDrNNggggEDDC3D9a3hz9ogAAggggAACsSVQ3f1QbPUyvnsT1j1n2fJ78X3k9D5aAgSrhvK2ClarCVV91yt1OIM//l+VLSLB6u/v1bhPPVLSOK14IkPJtY3VXzdq9IuLdUgODRv2prKurW2Dun+/fN1Tv5aGla6V6vu9Xk9u0oIOv60ISKVQg9UROnpfTTNb634MtIAAAghEXMBaN7rsD0Rc/yKuzQ4QQAABBBBAIBYFargfisXuxmWfwrrnrHyvSVweM52OugDBquEQ2CZYrcdQ1SKsDFYHquvmn0ovpOvI1St0z41/1B+y/qpOAZ+9oGLVPGPVtf1JDXnHmn/6I017Yqb6JtU8WO6dM5Wx5UNJaZo5dZr6OA0H17g8yAzVGt7u6H1B1ZrAnVgvowp8xL9sjdVnO+rZn68N3KgsvDXuMhsggAACURDg+hcFdHaJAAIIIIAAAjElUNP90LjrY6qrcduZsO45fV4YHbcHTsejKkCwashvi2C1nkPVSAWrOrNNM+fP0Q5J7brN14qh3VXt66uKP1Hugie0vljSVdO0cUyaIp6rWn8NW9lRmxYMVKuK86j25QBKSwNnrD6m0pmu3i+r7bFH9fMqF3mWAjD8PyzlCCAQgwJc/2JwUOgSAggggAACCDSogP/9UIPu+qLZWXj3nBcNDwdabwIEq4aUcR+sRiBUjViwKo8OrMvSuIIT1kqvuql3rmamJweGq8VF2pg3RouOWy/PStawYbnKurbaCNZwxKsvt0LOFR03aUH/yljVqvYuAXB0RGVIGrSJqj9Irf9+TL5zU62ZrFX/ckmwWm/DR0MIIBA1Aa5/UaNnxwgggAACCCAQIwIEq5EfiPDuOSPfL/ZgNwGCVcMRjetgNUKhauSCVUnFB5T73Hit/7p0oJxJaRp+y3266dpkOc8W6ZNPN2jD3m06cL5sIC8bocWjh6lbxKerGp44lCOAAAIIIIAAAggggAACCCCAAAII2EqAYNVwOOM2WI1gqBrRYNVq3H1Aa5Y9rjyXNSO1ui+HurXsrAOuA1JiN2UNnaNh15KuGp7elCOAAAIIIIAAAggggAACCCCAAAIIhChAsBoiVHlZfAarLm3NzdKcv7lLH6nvm6c5t7eT58BSjV67XkXWp85hWjBhhLo1NgQpK4/Ey6v8elLi1qFda5S3daN2e3wDVodats3QmP7D1PeqIuUtGK813tmtyUpPn6PHe7cL74DYCgEEEEAAAQQQQAABBBBAAAEEEEAAgRoECFYNT4+4DFbdH2rO3Jna6j1Wp/rcmavHW2/UuHoKVa1WIx6s+o5TsVvuskf/HY2dcjTy+ebft2jaCwu0u8T6zKFuPX+pZwd2kzPRcKApRwABBBBAAAEEEEAAAQQQQAABBBBAgGA1qECCy+X61vTsiMtg9cBSpa9dr2AP0td1pmq5X4MGq7UMmu9MXKs0udM0PZuZpna+AazpwFOPAAIIIIAAAggggAACCCCAAAIIIICAjwAzVg1Ph3gMVou2jNGInYcCjrS+QlWr4cpg9Q51XpstLfuxvrj61+rV/Y/Kn1ikDgGfvaxidVWHvF+pZ1vDQQih/MT7T2rE1t0VYbKj5Wgtzh6izo4QNqYEAQQQQAABBBBAAAEEEEAAAQQQQACBWgQIVg1PkfgLVt3a8dJ9mlnof6D1Gar6B6smoJELViWPDqwbo3EF1gqypV9Dhr6rMd1M+kctAggggAACCCCAAAIIIIAAAggggAACwQUIVg3PjLgLVksOKPfp8drSuLO6d+irm7pep+u+21nJLet36mZx/jz9YfZ7ZpqOW9T55elKTTLbLOTqkhPa8ZtpmnmkSGqUrpmTJqtPpPYVcqcoRAABBBBAAAEEEEAAAQQQQAABBBCwgwDBquEoxl+w6pHnvEOO+s1Rg6oVnz2rf14wAL20mVo0MagPs9TjdktVX3IVZltshgACCCCAAAIIIIAAAggggAACCCCAgCVAsGp4HsRdsGp4fJQjgAACCCCAAAIIIIAAAggggAACCCCAQO0CBKu1G/lVEKwaglGOAAIIIIAAAggggAACCCCAAAIIIICADQUIVg0HlWDVEIxyBBBAAAEEEEAAAQQQQAABBBBAAAEEbChAsGo4qASrhmCUI4AAAggggAACCCCAAAIIIIAAAgggYEMBglXDQSVYNQSjHAEEEEAAAQQQQAABBBBAAAEEEEAAARsKEKwaDirBqiEY5QgggAACCCCAAAIIIIAAAggggAACCNhQgGDVcFAJVg3BKEcAAQQQQAABBBBAAAEEEEAAAQQQQMCGAgSrhoNKsGoIRjkCCCCAAAIIIIAAAggggAACCCCAAAI2FCBYNRxUglVDMMoRQAABBBBAAAEEEEAAAQQQQAABBBCwoQDBquGgEqwaglGOAAIIIIAAAggggAACCCCAAAIIIICADQUIVg0HlWDVEIxyBBBAAAEEEEAAAQQQQAABBBBAAAEEbChAsGo4qLEQrB4+fNiw15QjgAACCCCAAAIIIIAAAggggAACCCCAQH0KtG7dus7NJSUl1bmNcBr47GS+mhVfJafTqYSEBOMmElwu17emW8VCsGraZ+oRQAABBBBAAAEEEEAAAQQQQAABBBBAoH4Fzpw5U+cGCVbrTEgDCCCAAAIIIIAAAggggAACCCCAAAIIIBBPAgSrhqPFjFVDMMoRQAABBBBAAAEEEEAAAQQQQAABBBCwoQDBquGgEqwaglGOAAIIIIAAAggggAACCCCAAAIIIICADQUIVg0HlWDVEIxyBBBAAAEEEEAAAQQQQAABBBBAAAEEbChAsGo4qASrhmCUI4AAAggggAACCCCAAAIIIIAAAgggYEMBglXDQSVYNQSjHAEEEEAAAQQQQAABBBBAAAEEEEAAARsKEKwaDirBqiEY5QgggAACCCCAAAIIIIAAAggggAACCNhQgGDVcFAvqmC1xK2DH72itbvz5Wk5QPdnDFaPVqGBnXxvjnb9Zr8u+JY7r1PKk9PU48rQ2gioKnGrcN8Hyv/8zyr4S4GONU9Vrw7/ohv+9Tb16OAMs1E2QwABBBBAAAEEEEAAAQQQQAABBBBAwFyAYNXQ7KIJVkuO652ckZr1hbtSKPFmTZ0wTwPa1Y722aK+OnAkXa06OyqKiz/eKM+gNRp0XwgNVNmF69OVenr9S9p7Pvi+nW1G6ZmRmepxee19owIBBBBAAAEEEEAAAQQQQAABBBBAAIG6ChCsGgpeLMGq5/ReLVs4Ua+c9QdydH1eWx7pocq4VNIFj/7X7fErLMrNUGHyUvW5tzJEDfaZ5JCzhUOX1jAOx7dO0fC3d6liD41S1KWZ1QOPjp8uVEX0axD8Gg475QgggAACCCCAAAIIIIAAAggggAACCPgJEKwanhC2D1ZLjuuNvFfV6oFs9Wq0VznPVQlX20zVxsf7q6WP2+c56frTBv9g1YS18fj1GjTQt8XKrT0FOcpatU6F1kfN+mvq0GwN6OLz2P95tw5+kKOn395cVvOgljyRrdQmJj2oe+2+RT2VtXK48vZM1A9Cae7kRk2494hGVtTv0/M9s7TaZ9vhL+3RxB9Kp16foLtnfeTznVv01JsLlXFFKDuiBgEEEIgxAa5/MTYgdAcBBBBAAAEEGlwg4H6owXtg3x1++rx6jir/zdr3d+fA37mVmac940P6Dd6+XhxZnQUIVg0JbR2s+j7+32yw5o2bFBCutu+5XL8b0sVPzXrs/783GUL6lDfOrmZ5gJKDWjl7pJZZs2ab1RyY+gawKTcu1+oH/PsYfu9C2NL6oTj7iDpZsWhWaRha89cpbRx/t36xszKI9Qaz8rmoe38YHPEGqD/aNUGzNEMLB4W4wG1tu+f7CCCAQNQEuP5FjZ4dI4AAAggggECMCATeD8VIx+K/G1UCa+8kpXfT9NaiDLWSFaxuU1qok6HiX4MjaCABglVDaNsGq8HWVK0Srr6amKmFk0cFzAb95pxbVVYCMFK9pIlTSX5rC5RtXpCjvqvWySOH7h/ypib1DFZUviuP8vPu1ZTPPVLig1ryTLZSE426EXax92J9dKTe6rjc+29tf/Gy6mcpTZ1mHam4qFvB6rZbfUNZ66K/XJ3eXKhOr1T9XthdZUMEEEAgqgJc/6LKz84RQAABBBBAIAYEgt0PxUC3bNGFUlvfSUmVv1dnyJoQJc3whqx8IVB/AgSrhpa2DFb9QlWHevWZpJS9c0vXVy0PV0sKdbxpitpX84h98bFPdLDIdDkAh1pf373aNgvfGKnhOw6GHpRWBLFdNCl7ue5PNhzcsMpL/9p4xJqpemXVx/uDNVj+V7I0bfP5a1n1weoMabY1u7WyrVtmvMXs1bDGio0QQCC6Alz/ouvP3hFAAAEEEEAg+gLB74ei3y+b9sB3BqvfEgHW8Ros5WdTHg6rfgQIVg0dbResVg1V71qleX3by73nOQ1b/5pckhztZmj1pH5qX4PVyQ3j9H7OAUPNbkpevVg3tw2+WcGaWzV2n6Qg67oG3eLLzZryy7nKl/STh7YrO9WwO+GU+z1q4BOyVrMcQGWA6v8YQm3Bqje4tdr07m+b0lhjNZzRYhsEEIiiANe/KOKzawQQQAABBBCICYHq7odionN264T3d+dfSOUTk6xgNa9T2bIAUsByfHY7fo6nwQQIVg2pbRWsVhOq+q5X6mge/PH/qmwRCVbX9dPYvR6pxSStnjZYKbWNVdFrysp5TgflUOYj7+rRrrVtUPfvB75YSipfANv3e95Zpsmr1HN7WtlSAaEGq4EvqbJ+ACzvyKzVuo8eLSCAQIMJWDeyXP8ajJsdIYAAAggggEAMCtRwPxSDvY3jLpWvYSuVvxA66MHwArE4HuPY6jrBquF42CZYrcdQ1SKsDFYz9P13xkuL+upg8hoN6rVbrw8vVJeAzxapWDXPWHW9N0UZf9gl6VbNmDZbd7aoebDcO6Yr/Y3tkvpp9vQZuq254eAalweZoVrDxdn7F7GVgTuxLvZp26tfYzXjCv9tCFaNB4oNEEAgygJc/6I8AOweAQQQQAABBKIuUNP9UO0vQI569+OkA9YEpiytzvR5MXR1PSdYjZMxjf1uEqwajpEtgtV6DlUjFazq9LuaPmeWPpDUPvV5rX6oh6p9fdW5vcqZO1GvnJPUYYa2jOsnp+HYGpdXeZSgdPvalwMorQucsZoln4u/d/2XI3pqZZq2Zfo8+s9SAMbDxAYIIBBrAlz/Ym1E6A8CCCCAAAIINLQAb6iPhHj5i6WDvVC66qP/LAUQiRG4ONskWDUc97gPViMQqkYsWJVHBWse0th9x62VXtWrz3LNHpASGK6eK9SrL47Uc8esl2elKPOR5Xq0a7URrOGIV19e3czRmi7mla1V/UFa9pc1n91VPLZQZZHtGh9nqLejoyEEEEAgUgJc/yIlS7sIIIAAAgggEC8CBKuRGKngs4Jv0VPed5RULhHg3XfvpyrWW41EX2jz4hEgWDUc67gOViMUqkYuWJV0br9y5o/VK2dLB8rZop8e7vOAenVLUfOzhfr449/r1T3vquB82UBePkpLsjOVGvFlAAxPHMoRQAABBBBAAAEEEEAAAQQQQAABBGwlQLBqOJxxG6xGMFSNaLBqNf7Vfq1cMkHLTlkzUqv7cii1VRcVnNovJV6nRzPnK7NrxBcDMDx7KEcAAQQQQAABBBBAAAEEEEAAAQQQsIsAwarhSMZnsOrSO4uHa9YX7tJH6u9apXl928tTkKOsVetUaH3aPFMLJ49SahNDkLLySLy8yq8nJW4d/OhlLXv7NeV7fANWh1q2G6yfDXpYd15dqGX/OVYrvbNbUzRgwDxN7dM+vANiKwQQQAABBBBAAAEEEEAAAQQQQAABBGoQIFg1PD3iMlj9artmzZ6ud7zH6tRt9yzXf7R5VWPqKVS1Wo14sOo7Tufccpc9+u9o4pSjkc83T2zWlIVzlV9ifeZQ6o0LNX/wdXImGg405QgggAACCCCAAAIIIIAAAggggAACCBCsBhVIcLlc35qeHXEZrBbkqO+qdQr2IH1dZ6qW+zVosFrLoPnOxLVKU66ZoflZ/dTeN4A1HXjqEUAAAQQQQAABBBBAAAEEEEAAAQQQ8BFgxqrh6RCPwWrhGyM1fMfBgCOtr1DVargyWO2r7/3XeCk3Q4XJS9Xnht3akV2olIDP8lSsbkpevVg3tzUchBDKj2+douFv76oIkx2tspU78UF1cYSwMSUIIIAAAggggAACCCCAAAIIIIAAAgjUIkCwaniKxF+w6tYHS+7V9KP+B1qfoap/sGoCGrlgVfKoYM1Ijd1nrSBb+vWTh7YrO9Wkf9QigAACCCCAAAIIIIAAAggggAACCCAQXIBg1fDMiLtgtWS/cp4cqzeadNENHe7Szamp+v41XZTSqn6nbhZ/NEevz9xqpunoo+/9dqaub2G2WcjVJcf1wUtTNP0vhVKj/po9Zapui9S+Qu4UhQgggAACCCCAAAIIIIAAAggggAACdhAgWDUcxfgLVj3ynHfIUb85alC1Yrdb5y4YgDqcuryJQX2YpZ6v3FLVl1yF2RabIYAAAggggAACCCCAAAIIIIAAAgggYAkQrBqeB3EXrBoeH+UIIIAAAggggAACCCCAAAIIIIAAAgggULsAwWrtRn4VBKuGYJQjgAACCCCAAAIIIIAAAggggAACCCBgQwGCVcNBJVg1BKMcAQQQQAABBBBAAAEEEEAAAQQQQAABGwoQrBoOKsGqIRjlCCCAAAIIIIAAAggggAACCCCAAAII2FCAYNVwUAlWDcEoRwABBBBAAAEEEEAAAQQQQAABBBBAwIYCBKuGg0qwaghGOQIIIIAAAggggAACCCCAAAIIIIAAAjYUIFg1HFSCVUMwyhFAAAEEEEAAAQQQQAABBBBAAAEEELChAMGq4aASrBqCUY4AAggggAACCCCAAAIIIIAAAggggIANBQhWDQeVYNUQjHIEEEAAAQQQQAABBBBAAAEEEEAAAQRsKECwajioBKuGYJQjgAACCCCAAAIIIIAAAggggAACCCBgQwGCVcNBJVg1BKMcAQQQQAABBBBAAAEEEEAAAQQQQAABGwoQrBoOaiwEq4cPHzbsNeUIIIAAAggggAACCCCAAAIIIIAAAgggUJ8CrVu3rnNzSUlJdW4jnAY+O5mvZsVXyel0KiEhwbiJBJfL9a3pVrEQrHo8HtNuU48AAggggAACCCCAAAIIIIAAAggggAAC9ShQXFxc59YIVutMaNYAwaqZF9UIIIAAAggggAACCCCAAAIIIIAAAgjUtwDBqqEoM1YNwShHAAEEEEAAAQQQQAABBBBAAAEEEEDAhgIEq4aDSrBqCEY5AggggAACCCCAAAIIIIAAAggggAACNhQgWDUcVIJVQzDKEUAAAQQQQAABBBBAAAEEEEAAAQQQsKEAwarhoBKsGoJRjgACCCCAAAIIIIAAAggggAACCCCAgA0FCFYNB5Vg1RCMcgQQQAABBBBAAAEEEEAAAQQQQAABBGwoQLBqOKgEq4ZglCOAAAIIIIAAAggggAACCCCAAAIIIGBDAYJVw0G9qILVErcO7Vqv3+3ZLc/l6cron6HuLUMD+/KDefp49We64FverKuunjJFP7gytDYCqkrcKirYod0HD2n/4f063vw63XRVZ3Xv0Ufdr3KG2SibIYAAAggggAACCCCAAAIIIIAAAgggYC5AsGpodtEEqyUntPXFMZrzN3elUOJNevynzyi9be1on7+Qrj8fvVstv+uoKC7+ZJO+GbBC9wxsV3sDVSpc+9Zozmsr9Mn54Js624zQzMxh6n6ZcdNsgAACCCCAAAIIIIAAAggggAACCCCAgLEAwaoh2cUSrHrOfKK8nCe0/mt/IMe187VxWHdVxqWSLnh0+uw3foV/XfZjfXH1r9XrnsoQNdhn0qVqmuTQpTWMw4n3n9SIrbvlKa9plKzOTa0eeHTiTJEqol+D4Ndw2ClHAAEEEEAAAQQQQAABBBBAAAEEEEDAT4Bg1fCEsH2wWnJCW1ZuVMv7RuumRp8od3GVcLXNZK0fny7fFQEO5WaoYFNF7GkoKjX+6W91T//Lg27nObBUo9euV5H13abpevzfRiv9Gp/H/s+7dejDpXpm65aymiFaPGm0ujU27kadNijI6a3H1gzVizvHKTWUlk5u0uT7jmpERX2BFvd+TGt9th26ZKfGXV/6QWn7Zd8c9qJ2Zoe0l1B6Qg0CCCDQsAJc/xrWm70hgAACCCCAQOwJBNwPxV4X475HhveccX+8HEDUBAhWDeltHaz6Pv7fNENzxo4LCFfb9cjVmsGd/dSsx/4/22wI6VPeeEw1ywOUHNKauWOUZ82abVpzYOobwCb3zNWKDP8+ht+7ELa0Lthzj6qjFYtmVoah1W95SpsmD9Sz+ZVBrDc4lU9g+qfF6j32qH6+YYF6/3GyBh4dURamlm57NKT9hNB3ShBAAIEGFeD616Dc7AwBBBBAAAEEYlAg8H4oBjsZ510yu+cceEWcHy7dj6oAwaohv22D1WBrqlYJVzcmDtOCCSMCZoN+c+6svvZfCcBINbFxMzX3W1ugbPMDS5W+dr08cihj8AaN7xGsqHxXHu1edZ+m/dkjJQ7R4v8zWt0SjboRdvGpzaXB56aOK3wC0Bpi1c2TNUe3q+MzR3VH2YxVK1h970e+oaw1g3WFOm4YoaP3Wf8uEBf7sIeIDRFAIEYErOsl178YGQy6gQACCCCAAAJREQh2PxSVjth4p2b3nPyubeNToUEOjWDVkNmWwapfqOrQTb3HKfnTBaXrq5aHqyVFOtE0We2qecS++NifdOSvpssBONTyB9erbZPgg1C0ZYxG7DwUelBaEcR21vjHcpVxteHghlXuM4O0fdXH+4M1aAWm7+mOnXfoPe+/pUsHVBusLr9d7488qo7D1motSwGENUJshAACsSLA9S9WRoJ+IIAAAggggEC0BILfD0WrN/bcr+E9J5OY7HkaNOBREawaYtsuWK0aqvbN05zb28m9d7FGvLZRLkmOttO04mdpqnwNVSDal5v+6NCNlQAAFQJJREFUXR/lfmao2VUd8n6lnm2Db3ZgXT+NK5AUZF3XoFt8uUXTFi3QbklDhr6rMd0MuxNOud+6LbU/pl8ZoJZf7EMJVp+VntykBf1bSSrdx/tp5f8dTqfZBgEEEGh4Aa5/DW/OHhFAAAEEEEAgtgSqux+KrV7Gd2+M7zkJVuN7wGOg9wSrhoNgq2C1mlDVd71ShzP44/9V2SISrP7+Xo371CMljdOKJzKUXNtY/XWjRr+4WIfk0LBhbyrr2to2qPv3vcsAPJPv31DZy6V8v9fLCkY7/Fa9P7yjbK1Uk2DV9yVXpbNbV3QkWK376NECAgg0mIC1bjTXvwbjZkcIIIAAAgggEIMCNdwPxWBv47NL4dxzEqzG51jHUK8JVg0HwzbBaj2GqhZhZbA6UF03/1R6IV1Hrl6he278o/6Q9Vd1CvjsBRWr5hmrru1Pasg71vzTH2naEzPVN6nmwXLvnKmMLR9KStPMqdPUx2k4uMblQWao1vB2R+8Lqsof5/fZ19AlO3XHhzWtsVq5ZIC1GcGq8UCxAQIIRFmA61+UB4DdI4AAAggggEDUBWq6Hxp3fdS7Z4sOhHfPyRqrthj8KB4Ewaohvi2C1XoOVSMVrOrMNs2cP0c7JLXrNl8rhnZXta+vKv5EuQue0PpiSVdN08YxaYp4rmr9NWxlR21aMFDWQ/qlX7UvB1BaFzhj9TG9WDabVZLV9tij+vmGBeq03neGKksBGP5flnIEEIg5Aa5/MTckdAgBBBBAAAEEGljA/36ogXd+kewu9HtOXhR9kZwSETpMglVD2LgPViMQqkYsWJVHB9ZlaVzBCWulV93UO1cz05MDw9XiIm3MG6NFx62XZyVr2LBcZV1bbQRrOOLVl1c3c9S7BMDREZUhadAmqv4gtf77Ma31qbVmspb+5bLK98qWGqi3A6EhBBBAoEEFuP41KDc7QwABBBBAAIEYFCBYjfygmNxzRr437MG+AgSrhmMb18FqhELVyAWrkooPKPe58Vr/delAOZPSNPyW+3TTtclyni3SJ59u0Ia923TgfNlAXjZCi0cPU7eIT1c1PHEoRwABBBBAAAEEEEAAAQQQQAABBBCwlQDBquFwxm2wGsFQNaLBqtW4+4DWLHtceS5rRmp1Xw51a9lZB1wHpMRuyho6R8OuJV01PL0pRwABBBBAAAEEEEAAAQQQQAABBBAIUYBgNUSo8rL4DFZd2pqbpTl/c5c+Ut83T3NubyfPgaUavXa9iqxPncO0YMIIdWtsCFJWHomXV/n1pMStQ7vWKG/rRu32+AasDrVsm6Ex/Yep71VFylswXmu8s1uTlZ4+R4/3bhfeAbEVAggggAACCCCAAAIIIIAAAggggAACNQgQrBqeHnEZrLo/1Jy5M7XVe6xO9bkzV4+33qhx9RSqWq1GPFj1Hadit9xlj/47GjvlaOTzzb9v0bQXFmh3ifWZQ916/lLPDuwmZ6LhQFOOAAIIIIAAAggggAACCCCAAAIIIIAAwWpQgQSXy/Wt6dkRl8HqgaVKX7tewR6kr+tM1XK/Bg1Waxk035m4Vmlyp2l6NjNN7XwDWNOBpx4BBBBAAAEEEEAAAQQQQAABBBBAAAEfAWasGp4O8RisFm0ZoxE7DwUcaX2FqlbDlcHqHeq8Nlta9mN9cfWv1av7H5U/sUgdAj57WcXqqg55v1LPtoaDEEL5ifef1IituyvCZEfL0VqcPUSdHSFsTAkCCCCAAAIIIIAAAggggAACCCCAAAK1CBCsGp4i8ResurXjpfs0s9D/QOszVPUPVk1AIxesSh4dWDdG4wqsFWRLv4YMfVdjupn0j1oEEEAAAQQQQAABBBBAAAEEEEAAAQSCCxCsGp4ZcReslhxQ7tPjtaVxZ3Xv0Fc3db1O1323s5Jb1u/UzeL8efrD7PfMNB23qPPL05WaZLZZyNUlJ7TjN9M080iR1ChdMydNVp9I7SvkTlGIAAIIIIAAAggggAACCCCAAAIIIGAHAYJVw1GMv2DVI895hxz1m6MGVSs+e1b/vGAAemkztWhiUB9mqcftlqq+5CrMttgMAQQQQAABBBBAAAEEEEAAAQQQQAABS4Bg1fA8iLtg1fD4KEcAAQQQQAABBBBAAAEEEEAAAQQQQACB2gUIVms38qsgWDUEoxwBBBBAAAEEEEAAAQQQQAABBBBAAAEbChCsGg4qwaohGOUIIIAAAggggAACCCCAAAIIIIAAAgjYUIBg1XBQCVYNwShHAAEEEEAAAQQQQAABBBBAAAEEEEDAhgIEq4aDSrBqCEY5AggggAACCCCAAAIIIIAAAggggAACNhQgWDUcVIJVQzDKEUAAAQQQQAABBBBAAAEEEEAAAQQQsKEAwarhoBKsGoJRjgACCCCAAAIIIIAAAggggAACCCCAgA0FCFYNB5Vg1RCMcgQQQAABBBBAAAEEEEAAAQQQQAABBGwoQLBqOKgEq4ZglCOAAAIIIIAAAggggAACCCCAAAIIIGBDAYJVw0ElWDUEoxwBBBBAAAEEEEAAAQQQQAABBBBAAAEbChCsGg4qwaohGOUIIIAAAggggAACCCCAAAIIIIAAAgjYUIBg1XBQYyFYPXz4sGGvKUcAAQQQQAABBBBAAAEEEEAAAQQQQACB+hRo3bp1nZtLSkqqcxvhNPDZyXw1K75KTqdTCQkJxk0kuFyub023ioVg1bTP1COAAAIIIIAAAggggAACCCCAAAIIIIBA/QqcOXOmzg0SrNaZkAYQQAABBBBAAAEEEEAAAQQQQAABBBBAIJ4ECFYNR4sZq4ZglCOAAAIIIIAAAggggAACCCCAAAIIIGBDAYJVw0ElWDUEoxwBBBBAAAEEEEAAAQQQQAABBBBAAAEbChCsGg4qwaohGOUIIIAAAggggAACCCCAAAIIIIAAAgjYUIBg1XBQCVYNwShHAAEEEEAAAQQQQAABBBBAAAEEEEDAhgIEq4aDSrBqCEY5AggggAACCCCAAAIIIIAAAggggAACNhQgWDUcVIJVQzDKEUAAAQQQQAABBBBAAAEEEEAAAQQQsKEAwarhoF5UwWqJWwc/ekVrd+fL03KA7s8YrB6tQgM7+d4c7frNfl3wLXdep5Qnp6nHlaG1EVBV4lbhvg+U//mfVfCXAh1rnqpeHf5FN/zrberRwRlmo2yGAAIIIIAAAggggAACCCCAAAIIIICAuQDBqqHZRROslhzXOzkjNesLd6VQ4s2aOmGeBrSrHe2zRX114Ei6WnV2VBQXf7xRnkFrNOi+EBqosgvXpyv19PqXtPd88H0724zSMyMz1ePy2vtGBQIIIIAAAggggAACCCCAAAIIIIAAAnUVIFg1FLxYglXP6b1atnCiXjnrD+To+ry2PNJDlXGppAse/a/b41dYlJuhwuSl6nNvZYga7DPJIWcLhy6tYRyOb52i4W/vUsUeGqWoSzOrBx4dP12oiujXIPg1HHbKEUAAAQQQQAABBBBAAAEEEEAAAQQQ8BMgWDU8IWwfrJYc1xt5r6rVA9nq1Wivcp6rEq62maqNj/dXSx+3z3PS9acN/sGqCWvj8es1aKBvi5VbewpylLVqnQqtj5r119Sh2RrQxeex//NuHfwgR0+/vbms5kEteSJbqU1MelD32n2Leipr5XDl7ZmoH4TS3MmNmnDvEY2sqN+n53tmabXPtsNf2qOJV1p1v9BHVdvMzNOe8SHtKZTeUIMAAgg0nADXv4azZk8IIIAAAgggEJsCAfdDsdnNuO5VqPecP4zro6TzMSBAsGo4CLYOVn0f/282WPPGTQoIV9v3XK7fDenip2Y99v/fmwwhfcobZ1ezPEDJQa2cPVLLrFmzzWoOTH0D2JQbl2v1A/59DL93IWxpXbBnH1EnKxbN2qOJtV6YT2nj+Lv1i52VQaw3mJVPWPrp8+o56oieenOhMq7w78Op15/XhzdPDPg8hJ5SggACCERZgOtflAeA3SOAAAIIIIBA1AUC74ei3iXbdaBu95y24+CAIipAsGrIa9tgNdiaqlXC1VcTM7Vw8qiA2aDfnHOrykoARqqXNHEqyW9tgbLNC3LUd9U6eeTQ/UPe1KSewYrKd+VRft69mvK5R0p8UEueyVZqolE3wi4+9foE3X10pN7quNz7b20zSa36WUpTp1lHlFY2Y9UKVrfd6hvKWjNYl6tT1WD10+c1oeghLRwU4lvEwj4qNkQAAQTqX4DrX/2b0iICCCCAAAIIxJdAsPuh+DqC2O9tne45Y//w6GGMCRCsGg6ILYNVv1DVoV59Jill79zS9VXLw9WSQh1vmqL21TxiX3zsEx0sMl0OwKHW13evts3CN0Zq+I6DoQelFUFsF03KXq77kw0HN6zy0r+EHbFmqnof2/d9vD9Yg1Zguk1pe9K0zftv6dIBoQWr5duGuNxAWMfDRggggECkBLj+RUqWdhFAAAEEEEAgXgSC3w/FS+/jo591ueeMjyOkl7ElQLBqOB62C1arhqp3rdK8vu3l3vOchq1/TS5JjnYztHpSP7WvwerkhnF6P+eAoWY3Ja9erJvbBt+sYM2tGrtPUpB1XYNu8eVmTfnlXOVL+slD25WdatidcMr91m3xCVmrWQ6gMkD1D0lDCVZL/+o2g9mq4YwT2yCAQNQFuP5FfQjoAAIIIIAAAghEWaC6+6Eod8tWu6/LPaetIDiYBhMIFqw+/PDD1e7/5ZdfDvheUlJSg/XXd0efncxXs+Kr5HQ6lZCQYNyHBJfL9a3pVrYKVqsJVX3XK3U0D/74f1W3iASr6/pp7F6P1GKSVk8brJTaBqvoNWXlPKeDcijzkXf1aNfaNqj7973LAMyq8mqpshdL+X7vlhlvaWHyKvXcnla2VIBpsMps1bqPFi0ggEDUBKx1o7n+RY2fHSOAAAIIIIBADAjUcD8UA72zRxfqdM9pDwKOouEFqpuxGixcDRaqWj0mWG34cav7HusxVLU6UxmsZuj774yXFvXVweQ1GtRrt14fXqguAZ8tUrFqnrHqem+KMv6wS9KtmjFttu5sUfNhu3dMV/ob2yX10+zpM3Rb87oz1dxCkBmqNbzd0fuCqpWBLQ5/aY/StteyxqrfD4hIHxftI4AAAvUrwPWvfj1pDQEEEEAAAQTiT6Cm+6HaX4Acf8cbjR7X6Z4zGh1mn7YQqGkpAN9wtbpQlWA1Hk+Deg5VIxWs6vS7mj5nlj6Q1D71ea1+qIeqfX3Vub3KmTtRr5yT1GGGtozrJ2ekx8YKO/M66a1FGap8lVTtywGUditwxmqW8ipffGW1PeqInip7eZX1A2J5x7dYBiDSY0r7CCDQAAJc/xoAmV0ggAACCCCAQEwL8ERi5IfH7J4z8v1hD3YVqG2NVStcrSlUJViNtzMjAqFqxIJVeVSw5iGN3XfcWulVvfos1+wBKYHh6rlCvfriSD13zHp5VooyH1muR7tWG8HW24hVF3Z6lwA4OrIyJA26x6o/SK3/ztJqn1prJmvpXy6t7y1Xp7KQtd4OgIYQQACBqAhw/YsKOztFAAEEEEAAgRgSIFiN/GCY3HNGvjfswb4CtQWroRw5SwGEohQLNREKVSMXrEo6t18588fqlbOlgM4W/fRwnwfUq1uKmp8t1Mcf/16v7nlXBefLgC8fpSXZmUqN+DIAsTCg9AEBBBBAAAEEEEAAAQQQQAABBBBAIFoCBKuG8nH78qoIhqoRDVatxr/ar5VLJmjZKWtGanVfDqW26qKCU/ulxOv0aOZ8ZXaN+GIAhmcP5QgggAACCCCAAAIIIIAAAggggAACdhEgWDUcycpg9ZiubXOjEhISDVuIRrlL7ywerllfuEsfqb9rleb1bS9PQY6yVq1TofVp80wtnDxKqU3C618kXl7l15MStw5+9LKWvf2a8j2+AatDLdsN1s8GPaw7ry7Usv8cq5Xe2a0pGjBgnqb2aR/eAbEVAggggAACCCCAAAIIIIAAAggggAACNQjEa7D67bcl+n9f/l81K75STqdTCQkJxuOc4HK5vjXdqiJYveTv6tD6GjX/TkvTJhq+/qvtmjV7ut7x7tmp2+5Zrv9o86rG1FOoarUa8WDVV+2cW+6yR/8dTZxyNPL55onNmrJwrvJLrM8cSr1xoeYPvk7OeMi/G/7MYI8IIIAAAggggAACCCCAAAIIIIAAAmEKxGuw+tU/Xfrif/6iZhfaRidY/Z+vjql5G4c6t/lh7M9aLchR31XrFOxB+rrOVC0/7xo0WK3lZPediWuVplwzQ/Oz+qm9bwAb5v9h2AwBBBBAAAEEEEAAAQQQQAABBBBAAAFLIB6DVWu26qEvP9VXX3rUunmUZqweP35cjZK+UVKrpmrXoqOcjstiNmAtfGOkhu84GHDG11eoajVcGaz21ff+a7yUm6HC5KXqc8Nu7cguVErAZ3kqVjclr16sm9vW//8Zj2+douFv76oIkx2tspU78UF1cdT/vmgRAQQQQAABBBBAAAEEEEAAAQQQQODiE4inYNUKVN2ef+jE6aM6c+prnT9zqdq3bx+dGatWsOp2u9WkxSVq0baxEr9jnTzGKwtcfGccR4wAAggggAACCCCAAAIIIIAAAggggAACDSyQoJJ/Sqf/Xqxzpy94A9WoB6vWmqt8IYAAAggggAACCCCAAAIIIIAAAggggAAC8SBgvawqasHq2bNndezYMe+MVYLVeDhd6CMCCCCAAAIIIIAAAggggAACCCCAAAIIWALlweqVV16pZs2aef/b9CvB5XIZTze1glQrWD1x4oS++uorlZR4Xz/PFwIIIIAAAggggAACCCCAAAIIIIAAAgggEPMCiYmJat68udq1a9fwwWpxcbFOnjyp06dP65tvvol5LDqIAAIIIIAAAggggAACCCCAAAIIIIAAAghYApdeeqlatGihK664Qo0bN264GavWzq0w9R//+IdcLpe+/vprZq1yTiKAAAIIIIAAAggggAACCCCAAAIIIIBAzAtYs1WbNm2qli1b6rLLLvOGrOF8hbUUgLUj6/H/f/7zn95w9cyZM97/feHCBdZbDWcU2AYBBBBAAAEEEEAAAQQQQAABBBBAAAEEIipgraN6ySWX6Dvf+Y6SkpK8oar1v62gNZyvsINV33DVeoGVNWvVmsXKeqvhDAPbIIAAAggggAACCCCAAAIIIIAAAggggEAkBawA1Zqdas1WdTqddQpVrX7+f9WmEhg6ap0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pic>
        <p:nvPicPr>
          <p:cNvPr id="19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5" t="35674" r="90473" b="60533"/>
          <a:stretch/>
        </p:blipFill>
        <p:spPr bwMode="auto">
          <a:xfrm>
            <a:off x="917722" y="3460070"/>
            <a:ext cx="179918" cy="172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895336" y="3427297"/>
            <a:ext cx="193277" cy="25732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69" t="5393" r="26574" b="39131"/>
          <a:stretch/>
        </p:blipFill>
        <p:spPr bwMode="auto">
          <a:xfrm>
            <a:off x="3110948" y="2096020"/>
            <a:ext cx="5105143" cy="2899996"/>
          </a:xfrm>
          <a:prstGeom prst="rect">
            <a:avLst/>
          </a:prstGeom>
          <a:solidFill>
            <a:srgbClr val="000000">
              <a:shade val="95000"/>
            </a:srgbClr>
          </a:solidFill>
          <a:ln w="38100">
            <a:solidFill>
              <a:srgbClr val="F9A713"/>
            </a:solidFill>
            <a:miter lim="800000"/>
            <a:headEnd/>
            <a:tailEnd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1" name="20 Rectángulo redondeado"/>
          <p:cNvSpPr/>
          <p:nvPr/>
        </p:nvSpPr>
        <p:spPr>
          <a:xfrm>
            <a:off x="3144893" y="2537315"/>
            <a:ext cx="681672" cy="354971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26" name="25 Grupo"/>
          <p:cNvGrpSpPr/>
          <p:nvPr/>
        </p:nvGrpSpPr>
        <p:grpSpPr>
          <a:xfrm rot="5400000" flipV="1">
            <a:off x="1961396" y="2035236"/>
            <a:ext cx="667284" cy="2381385"/>
            <a:chOff x="5729176" y="1782308"/>
            <a:chExt cx="1191284" cy="1140874"/>
          </a:xfrm>
        </p:grpSpPr>
        <p:cxnSp>
          <p:nvCxnSpPr>
            <p:cNvPr id="28" name="27 Conector recto de flecha"/>
            <p:cNvCxnSpPr/>
            <p:nvPr/>
          </p:nvCxnSpPr>
          <p:spPr>
            <a:xfrm>
              <a:off x="6917812" y="1782308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9" name="28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23" name="22 Conector recto de flecha"/>
          <p:cNvCxnSpPr/>
          <p:nvPr/>
        </p:nvCxnSpPr>
        <p:spPr>
          <a:xfrm>
            <a:off x="991974" y="1463040"/>
            <a:ext cx="0" cy="1924500"/>
          </a:xfrm>
          <a:prstGeom prst="straightConnector1">
            <a:avLst/>
          </a:prstGeom>
          <a:ln>
            <a:solidFill>
              <a:srgbClr val="36A1B0"/>
            </a:solidFill>
            <a:headEnd type="none"/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4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5" t="35674" r="90473" b="60533"/>
          <a:stretch/>
        </p:blipFill>
        <p:spPr bwMode="auto">
          <a:xfrm>
            <a:off x="6598053" y="1142777"/>
            <a:ext cx="254000" cy="243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4313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85" y="1749349"/>
            <a:ext cx="8425067" cy="41631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Salones – Asignar Facultad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0900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Complete la información solicitada en el formulario </a:t>
            </a:r>
            <a:r>
              <a:rPr lang="es-CO" sz="1600" dirty="0" smtClean="0"/>
              <a:t>desplegado </a:t>
            </a:r>
            <a:r>
              <a:rPr lang="es-CO" sz="1600" dirty="0"/>
              <a:t>y finalice presionando el botón «Guardar</a:t>
            </a:r>
            <a:r>
              <a:rPr lang="es-CO" sz="1600" dirty="0" smtClean="0"/>
              <a:t>»</a:t>
            </a:r>
            <a:endParaRPr lang="es-CO" sz="1600" dirty="0"/>
          </a:p>
        </p:txBody>
      </p: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8" name="AutoShape 6" descr="data:image/png;base64,iVBORw0KGgoAAAANSUhEUgAABVYAAAKjCAYAAAD2wVQ2AAAgAElEQVR4Xuy9CbRUxbX/v0EQRFCIiiBRIBicQSNihCCGGBGjEkXUGMAHoj+fsy6fmjAkAYnD4++sz6cCTyU+o6JBjYhJeIoBBzAKxolIAA0yOKEioiL3v77Vvc+trq4zdfe93X37e9ZiAd11qnZ96tzm8rm7djWrq6urE14kQAIkQAIkQAIkQAIkQAIkQAIkQAIkQAIkQAIkQAKJCTSjWE3Mig1JgARIgARIgARIgARIgARIgARIgARIgARIgARIwBCgWOWDQAIkQAIkQAIkQAIkQAIkQAIkQAIkQAIkQAIkQAIpCVCspgTG5iRAAiRAAiRAAiRAAiRAAiRAAiRAAiRAAiRAAiRAscpngARIgARIgARIgARIgARIgARIgARIgARIgARIgARSEqBYTQmMzUmABEiABEiABEiABEiABEiABEiABJoegYcfflhOPPHEpjcxzogESKDBCFCsNhhadkwCJEACJEACJEACJEACJEACJEACJFAtBChWq2WlGCcJVA4BitXKWQtGQgIkQAIkQAI1S+C5556T3XffXb797W/XLANOnARIgARIgARIoLwEKFbLy5+jk0A1EqBYrcZVY8wkQAIk0AAE7rzzTjnzzDMboGd2SQLRBB588EG5/fbb5ZFHHpEddtiBuEiABEiABEiABEigLAQoVsuCnYOSQFUToFit6uVj8CRAAiRQOgIUq6VjyZ7SEZg7d64cdthhlKrpsLE1CZAACZAACZBAiQmUW6x+/fXX8tVXX8mWLVvMr2+++Ua2bt0qdXV1ZqbNmjWT5s2byzbbbGN+tWzZUrbddlvzOy8SIIHyEKBYLQ93jkoCJEACFUcgrVjF1u3x48fLK6+8YuYydOhQueGGGwI5NmzYMJk1a5Z579NPP5XrrrtO7r33XtmwYYN0795dLr/8chk+fLggW/H+++/38jj11FNlv/32kwkTJnjfR/+vv/66eX/IkCEyduzYnHaXXHKJrFq1KohD30Qs6Hfw4MHefrVP+83+/fub/jWjMizuAw44QH7961/n9YvXTj75ZNl3333NnMEPcdiX3QZ/fvXVV/P6UaZ4A/ffd999smLFCsP0tNNOE8xZL18fiA9tdB5Yp65du+bFctddd8mcOXNk8uTJJuYk7JTb008/Le3bt5eRI0fmsLDnh/7QfurUqTJ79uzgGbr00kuD8bS/GTNm5EhX8MOF54cXCZAACZAACZAACZSKQDnEKkTq5s2bzS+I1EIuSNbWrVubXxCtvEiABBqPAMVq47HmSCRAAiRQ0QTSiFWI0kGDBsnNN99sMg1VnEIEqvjbaaed5MMPPzRzhgD817/+ZSQbhB6k4vnnn2/uR13Nd99917RzhZm+B4F75ZVX5vHD2OhrxIgR0qFDB1m8eHHQBuMNHDjQiFyNA28i1hNOOMG0+8tf/uJdE5XG9pjgA0mr29V1Tq7c23HHHXNEpA4AgQlpiJhx75QpU+Saa67JkcF2G/wZshgC2L5wPy6wfPbZZ+Xuu+82dUkx39NPP10GDBgQyExfH5jHJ598krNOkKDPPPNMTn3TPn36yMcffywzZ840McexgwQdNWqUmReEtcbzk5/8JJC99vx0fX7xi18EDCBzr7rqqiAWrMOxxx5rpP306dMDDCqkbYlc0V9cDI4ESIAESIAESKAqCDSmWP3iiy9k06ZNJkPVvZCZGndpFqvbDmK1TZs2st1228V1wfdJgARKQIBitQQQ2QUJkAAJNAUCacQqhBcyDe3sSTCA8FLZZYtVW6gpK/SBS6Wd3o/fbWEWNpbdD2KB9LznnnsCqQlJB9kH8WiLVbwO+Yl+kYFqZ2O6fbrzGzNmjJGdkKlp5Z4rViEW58+fL3/4wx8CoemKVRWx7vOFe3/605/KvHnzcjI5IY0POuigQEz6uKMve23wZwhZcNCMX5WkyGS1Y4hiZ7PReBHnxIkTAylqx4M1tsfUe1RY43dde8jxyy67LMgwTsu+KXx9cg4kQAIkQAIkQAINT6AxxOqXX34pGzdujBSqkKbIXtWSAFoOQMsAtGjRItj+Dwnrk6woD9CuXTtp1apVycB9+OiFMkkmyo3H7xT06XutZANmO2qMMfwxL5Ub+syTQYsvkl6lnlQJ+kvPpbLnUwIkZemCYrUs2DkoCZAACVQegTRiVQUeMgmRneirj+lmrGLL+tlnny39+vXzysxixSq2uCNzU+UgRN8pp5xitsfbYhWZmBCSkHao7elux0ccYTIX7X//+98bUZhW7rliFeMge3fhwoVe8RgmRXGfSmNf7Law9PWBe3FQlGb3Yp2wNjov7R9SFBnItliNYtejRw95+eWXI+uk2vGgvZsli7E1k3X58uXBOqAcAbJhVSSnZV95X22MiARIgARIgARIoBIJNLRYxffQn3/+ec7UNTsVchS/IFFRa/Wjjz4yv9AeWa14T7f8Y6dWp06dzNZ/vKaXT7AiexVJBaW4yiVWSxF7YX1UtohML1YLo8C7oglQrPIJqXgCU/90m7y2dlniOH951Hny3V33DG3/j3Vvy2+fuiVxf/t16imX/vicxO3ZkASqlUAasYo5an1MyDFkFEKy2vUxbbGK9pBhf/zjH01NVl89UG2D392MVWwHd68jjjjCZMyqBIV8Q3kBbO9X8Qs5Z8eBtig3oGJORaF7En2YWLVf1+38blzjxo3LiV/f94lVzBOvn3XWWUZQuxmrqFVqX48//nhQSsDlpO1s6Yj+3D7Aza6bqnxsMfqjH/3IlGlA7VoVq3Hs3PX2fR3Y84tqr++5vLGuKIFAsVqtnzKMmwRIgARIgAQqm0BDiVWIUpRiwu96qVDV3yFPIVLXrl0r69evN21VtrrUcA+kas+ePaVz585B9qqKVVewIsMVpZ+KPeQqXqxCRI6RmSbgETIdmZ7rZ8uFV4pMvGmoZPJcbVlptxeRUdNl8QUiN1ywQrrvOVkmvz1B5t40VCTIlF1t9S8i/TLvo9+lN/WRad3m5mTTYjTEPHjSgizC/jLhiRvlB89fKPfKIFkxabJk3snG6rYfNUJG3CMy6InuMu1+kUFvT5bJeyLGLjL7gsEyeaGuTMj9khlvaEdrBcHj/hXS/Z6ZWU4iI+5aLBcdKCJ47xiNSaT/xOx8XrlB+ozNUM0w6iVivTbirrnSfbonHjOWHbdUdAZuZX86hEdHsVqtK1dDcY++9yKB3EwiV9tv105G9j1JvrdH71BCf3tnidz74kOy4YvPYinquDNG3hDblg1IoNoJpBWr9nwhWR944AFzOJVmLYaJM8gxZH4ia9Kuv4n+fMIsaSkASFaIUmytxz16OJQdB0Qmtt9jizsuSN6rr7467xCkqIzVO+64wwjdtHIvTKza2/pHjx4diMyojNWosbWOrUpbFaO6vd8ulwAGygftkXmMXygzgIxWd+t+FLtSiVU8HxDvyDJ21wHCF3VvtYwEa6xW+6cO4ycBEiABEiCByiLQEGIVh1IhCUFlpytUQQDSFQkB+P4HQhVlAMJqqCox9INt/kgQ+Na3vmUEK7b+4/IJVrSHXIWQLfSKE6u23MSfx8h0WXzqinCxuv5D+bDjTlnh+qHMvmCSyPgzZMUxY0RUNmZlJ0oQnLFysCVP0X6wzDsyX6ba8/tw/YeyU8ds6QLIyPmDZG63aTJ4UveM+M1K2SDWY1bIGdnXM1K2u0yHWD1mngzKSlLz+p8H5Uhdc/8FvcQ3nhGhehl5Wt9XRpBKVkLbPFRAD5J5faZJdzN2RkQrG12PiTJJBq88IyNc8+ZjjZUjtQt9CnifS4Bilc9ExROAWMX1u1X1h9KEBf3zrn3k/IGjY8Xqzc/MSNwfxqJYrfjHhAGWgEAasQqxp9mD9tBhGYmQbji53s4M9cnLYsUqpCLKAWB7PcoAIAtUhZ9mseIwJr0gNSF43UOswsSqvc2+VGIVsaCvv//97+abahWhUWJVJal9WJfOCXJZ5anbB4T2tddeGxzAhXuUj5Y5QKkGPWhM78cBWqjdGsVOSy+AuX1BhuoBW3Y8vpqsuA8ZxXPmzDHlEdx10EPPkMGMZ4litQRf+OyCBEiABEiABEggIFBqsYoDqiBV9bKlqv75s88+k7feekvef/99b93VuOVBKQBkokKs7r333rHZq5CrhR5sFSdWg4xLK5PUvBaasZqdXZCpiQxPiNXcuqY6LsTqvMOz2Z2WcLVrvobxMqL3nkzGJ8RqTq3YrHANlcAQq9YccrNgsyNqJmn2r/Z4eWI1jkeQjZrJhO2SzboNMlizY9hiNdV8KrRmbNyzXqnvU6xW6sowroAAxOoeHTrL0rX/kD+ufdNLpl/7LtJ9x87mvSRi9ZJHfysLN6yWHq13kOWbP83rE/3hfe03qVhFmYHPvsytmaPZs/Z77VptH1quwG7XeYddpXP7TkF8GzdvlGXrlwd/79mxh7Rt3TYv/jUb1sqaT9flvF5I26Tj+eatg0fN1RfnsrVvmznvtuOukSUd7Mmhn2eWLZBPN280L+/VaU8Z2LN/6FeROy80DOPja/vZ5o3y1tq3pU837NeQSJEfFgSY/d9bC+Ssw09P/NWObGv3WrzyFdkNvNp3Cp1D0gHSiFWtg/nYY48F9VIh+4477jhvxqoKMLsmKF6DHIMM1atYsYoYUA5g5cqV5qf+uFQcoraoCkObiW57tw+x8olVPbFeM3JLKVYRD+JA3JCXyBqNEqtoj/eReesyxSFeeuiWrw8Izf333997yBjKAXTr1s2UAQAPvf+1116LZafSViUqYkRsCxYs8MYDxiNGjBDfM6QMfOuA5wWZ0eeeey7FatIvbrYjARIgARIgARJIRKCUYhWZqh9//HEwrk+q4k1IVSQg4FCrYi7UUe3Vq5fJXsVllxFws19Ro7WQzNVYsaoTUFEK2RiRsSoqO42I/YH8NchYLZFYtbbWm+32Up+xmkpE+sSqlSEarFvIeMnE6khZoeUFtCSCc3CWCl0tHUCxWsxXTOnupVgtHUv21EAEVNpNfupmeXPDe14RCkH6n0ddmEguqSibvfRJeefjNd7M1Z902lvat2or/3bo8FSC7/Glc2Xq/OmBtL247ymBOMN701580MwBsR7bKzerS/Gh3X88daOZJ8Tu42OnBfIUAvHaP98qt775f/LbQ0+Tnx9yYo541T603AHa4YprC7YqrX9x4HFy9g9ON/1ivNv/erdc9cpjcu7eP5TLjjzXO57ODX1gLb6/a08z7opP1hjhHSamEaedPYyM4w1fbgxiueXwM2PFI8Y+8dHJgjUb0nOAPLfqZbOm9xx1sZzad5j3qbQ5okHU3GwGaKvPBv78/LplZp0w59uPHxcpc91ALn5oglnH50fdmljM3jH/brn+xd8Hz4b+MAGc8YMAXetCawKnEasYC5mFV1xxhRFx+Mm3u63e3hqObFFsc0ebAw88UCD/IAVnzJiRk8UaJlZ9NVYRA2qO4po6dWog75CxefjhhwfCUeOwMznt9fAdBAWh547p1pANq7GKvu3DsnSssFIA+j6k8IABA8yckohVZaosfUx9YlUzd/XgKF+pBM2E1fshq90SAojbZadMUMcV8eAbfJW0aO/Go88Qnglc7jPkE6uIf9CgQeZQMmasNtA/vOyWBEiABEiABGqUQKnEKrbz4/tB3/Z/CFaVrGiH78lwQFXc1v+4JYEo/e53vyv4QTkuV6za/WN8fA+YtuaquwVexN6OL2Zr/oox2YxSZF1O7y5zx4tM8m2vX3yRGLGa3UKfyXbFtvXojNX6OqoJSgE42+61PEFkxqoVa7BN3ydWnVIAJpN2t9xt/kE5hESlADJiNShtoCUCTBmC+vIEdrmFRKUA4rJj4x4svh9LgGI1FhEbVAoBSKXz5t8ZGs5X4/+aKlRX6tk3JykpEDaYxok+XKGI9yD+4jJgkaWrpQ8g/a4/aXIwHERf11tOkrj5Yn7fv+dcc19cW+0TbV0hqaJ30XkPeLNjNTDfvBEDBPZvjr08dG18cap09DG0O4Ik/9bUo42Afvq83wdv4f4ktXaVTxK5ue2VPzD9220x/oTHrzGCFHJ13tjpXvHsTt7m7a5v3EOsz4Yrne9/cZaMeup6c/vDx08IFfdR/acVq9qX1rvEdnH3ECh3PGSMvvvuu0a42RmicfPm++EElOnuu+9uyiCU+4L4RIZrmjXWZwhCmRcJkAAJkAAJkAAJlItAqcTqBx98EBxU5WaqqljdunWrka+LFi0qOlsVvCBJu3TpYso34fKJVVuu4kCrXXbZJSXqjMysP7TJOkwJPeUcvlR/cFPO1nk9EMpsR7cOr+o3QSaYA6tGy7CFX8tPrO3q9ZmyxR1eNWLiBHNgVafR/WXt7hPrD7rSUgCokWofdmUfXpUjKB0OVhkA+34drzuyZY10XSFnGEm7QrrLTJmZPfzKe3jVqAkyIXtYVqYmbPYALrvMQrZkQOThVRSrKZ/x9M0pVtMz4x1lIlBrYlWzIYHblWiQfHGyNI1YxRgqM11JqYeHxWVBRgnlqEfGF6f2FScd9V5kkT4y9q5gGLzullHwxeCTpWGxhrVVuetbp7C+7MxTtFl13kOJhCzaholV+z2XR9Iv2ULFatL+2Y4ESIAESIAESIAESIAEKplAKcQqfsiMDFRcYVIVr2/ZskVWr14tr776akG1VV2OWmf1kEMOMW9B3KpcDSsL0KZNG/PDcF6NSCCv5mwjjs2hGoQAxWqDYGWnDUGg1sTqYV0PkjfWv22yIXHZWYgNIVZRo/THD2QySzUrUzMrk4g/n1gtJE6IymPvOsNsbY/LJEWZiP3u/DcTM7JbwQx1T8PqpbrPZSnEKvpU2RmXYavjH3HLKfKboy6Qsx+dYrb1o1RDnLjWe6PEqv01EifefV+jFKsN8cnFPkmABEiABEiABEiABKqFQLFiFXVSP/roIzPdKKnavHlzk9GK+vpvvPFGycTqbrvtJipWIVOTyFXUZG3VqlW1LFH1x0mxWv1r6MyAYrXJLWnTnVAtitXT+g6TkTMvMjVHsdX80ZE3mQOdChGWSZ4MCD8ITdRZxfZ9MIfctUsRhPUTtj5xgs/OWIVgnLYkUzMz6bb6E+4a6z3ULMl2+HKIVQhsCNU3Ln1Cpv7pNvnlC/eZtY0rtUCxmuQJZhsSIAESIAESIAESIAESKJxAsWIVW/u/+uqrQKzqtn/7d0hV/F3FKurs6z2FRy6y7bbbmjMMtHa9Zqn65KpdEgCZrjvvvHMxQ/NeEqhpAhSrNb38lTd51PP8y7K/ysoNa8whT7ZcK1SsIgPyP/98qzkx3haElV5jFdmXODEeWZnH33tBcEgSmJS6xqo+CXadzo8ufdJkjiKzcmDP/rEPi5uxqlvk04jV1878nyADNerwKTcYyMq31r4dHFyF9yErIS+jrlKL1SSZpyi5gAs1YN/bsNYcvIUriQhGuyQZq245h9jFyzaotYxVfBP7ySefmIOieJEACZAACZAACaQjkKkjKDLhiRtlaMd097qtS9lXcZHw7lonUIxY/eKLL2TDhg0GoS1S8XeVqXhd/4xSADh7YMmSJSURq3p4Fc4xsEsA2GIVf8ZllwbA33EQ7XbbbVfry8/5k0BBBChWC8LGmxqCALad/27Rw7L6kzXew4AKEau2lETMqFWKreLf26O3VItYRdx2VifqZyKDNY2wjGur62nXC8W2dpw2bx8KFbXuYYdXgXXU5dZY1X6SHAaFeJ9etiDnoCa7PEDcvEshVm1mcaULtLQC2OoFxsgSTipDk9RY1YzjtF+ntSRWceBT79695ZprrpGxY8emRcX2JEACJEACJJBHwJz+fA9eHiHTrUNXchpmDxoxrXCYyYENBDJ7gIxMnFt/OEuJhyqlDC1lX95pNgKPzLjZA232nC6L7VPAi2Cfc5CO9mMdlJO66+CwmwZ8/lIHVTk3FCNW47JVIVRtwQrJuW7dOnnxxRdl8+bNRUNAvVQcJtujR4+82qoYyxasGMyWq8h23WmnnYqOgR2QQC0SoFitxVWvoDlDND22dK7ct/SJQC4N7PY9OWSPA+WInv1zTqFPK1bR9zkPjZePN39m+tZL62A2tFj1be+GFNNM1Khl8LVDNq9mN+LeOGmY9vAqjedXj18jV73ymPmre2hWVMxhh1dhLr886jxTwsB3uXHaNVbjapbqGs4YeUPQtcrLOFFpC9g4IYrOwySs8oo7aAt9gNGcZc/mHLRlr2uSOMLEqvaTpqyAux61JFavu+46gVzF77xIgARIgARIoBQE6sVquDRN0qYUsejJ3A0pVksSZ2N1UpViVU8dd0W9nqIeIfCjuFKsRj51hYpVbOWHWMXl2/5vZ6qqXEXbjRs3yl/+8hdBtmux1/bbb28SB7p162akqZupGlcSAGIVgpUXCZBAOgIUq+l4sXWJCEB+3f7Xu43Ag5D6Uc8fyMF79I48Gb0QsdquddvgICSMg4OgIJ6O7naw2Yp98zMz5HerFufNCkLv/IGjTWZr2kvFHu6D3Dut1zGmCwg1t7yBr28Vwr06fVf+48hzc+SyLT2jxCrk5H0vzpLz5t9phvjTydck2s6PtrZwTHJolc5B64Uio3bCUefLZ5s3mu3517/4+9At+W6cKhbtg7Si5K5KWbQ5rtdgE8q1f77VrHPUnDEuROSop64396DswLG9BuewttfGXlO07dlpT7ONf9aSOeb5wbM1+djLQ+9Xrmc+OE7wgwPUr9XL7hvP3c3Dr4zsR2vKIit1aK+jDed5y/5qvpbwvN05fEqoxI57losRq88995w5URRbj6IubL9/8sknTZPdd99dBg8eLDvssEPoLVH9Qoxi+5R74Sf1vj7RV9Sl92m/UfPRvvQenP762muvmSwBd2y8N3fu3CDWo48+OpKTywilCr797W/HLV/o+xobePv60ZIIbge+EgmFsEG/4GWPH1WGwWUZxRZcwR0X2CNm5R/2fNjz1JjCGMQ90zqGu+5xzxpiQKzu3FxO7pqEsSj1M1Pww8YbSaDGCWSkaX/p32+BLPBmLGaE2Ip+/WXBwgVVn7FaVctdhWI1Oos3K1cLyVylWI18dAsVq/g3+vPPPzd9++qpuqUA8HdcqLP6xz/+UTZt2lT0lxS28uN78b333jtHrKpQdX/HgHbWKjJe8b0PLxIggXQEKFbT8WLrEhDQ7fmQm5cdeW6kTLWHSytWca9KQgirwXsNMCINYhUnsUPiNYRYxbgQfve++JA8ufIlMxYuyLdzBpweK70gKF9bu8zcM6z3kJxt7ngN7z/+1jORW/QhDSH97Csqa9RdVgjcdq3aJT6pHpx/+9QtoU+HnVFqN4qKEzG88/Ea0zwsdhX0D7z5TMAZYveiw0dHimRfvFF87DWx49+vU08ZtFf/RAIemaZ62etqv4730eelPz7Hy9LHCw336NDZZHlDDhdzFSpWIbdOO+00M/SKFSu8UhPfbI4ePVqefvppU1AfdZxeeeUVc8/VV18tw4cPzws9rl9km06ZMsU75SOOOEJmzJiRE0vc9qbHH3/cyC67X9987Lj0HgixY489VvTvGtSDDz4oV1xxhfkr5o26W5i3Lz4fo1WrVhmm559/vvz6178uaHlx380332zGR0aEew0bNsysi+9yxy2EDfoF+3Hjxskll1xihtEx77vvPiPX7ctl6WMLkThq1CjDBixx6fP02GOPmf9URD0fOp7GFMUAz+rMmTO9tXh/9KMfmXFdTnHPGsZHVos7N/SHy7dOeF3XUp/LhnpmCnrQeBMJkIBkxOoImTBxhUye1D2/HIARWitkwsTuMnnSTI9Y1UxEC2a/CTL3pqGiG3TNGG/jte5yb58xMjNoWp+9mL91PDez0X2/v1MuIMkY5nPMqbEa3DdeZNIxk2VBNjbt387WFemfU5s1TCKWItZ0PHLjinusc+cEziNlxQWDZbIj1uPm4RtHn6ewshL+9+OfIQkTq1aZCsTjlqrIzAHPdXaOCzXqEGZOf5IngT2xFiKK4xYp5fuFitX169fLN998E0hVDGtv/VeRqq/hd0hNfD/wzDPPlKQUQIsWLaRjx44yYMAA2WabbczMtQSAK1XtGqx6kBXuwf28SIAE0hGgWE3Hi61LQEBPnsdhPeY/kMv+Ki+vXWa269vZibolXGt8QqKt+XRdaAS+7FLIOUi3248fZ05i/8+jLpRpLz4o7Vu1ld8ed4W89M4Sk3mI6431b8sOrdtKlx06yW7tO8Vm0JYABbsggYoiUKhYhSyDMMQ3hT5JCvlzwgknmLnefffdQdYkXocowmvPPvtsXhZnXL8qznTblcKE+IQww0/cH3nkkUCuunIvDL72C6Hmmw/imj17tplzlFiFVD377LPz6rhCpo0YMUIGDhwo06dPD8KAVFu5cmWexLvrrrvk8ssvL1iu9unTRw4//HDDGYcjuFmrkIq4Zs2aFcSCtXnggQfkqquukqFDhwYlEwphg07DxCoYv/zyyzkCPIlYRcyQzvPmzQvuVckI0bl8+fK85fXNUxuFvYeM1NNPP92si9un1unF+/Pnz5fFi/N3P6D/MOnue0+fGd86ob2upZawaKhnpqI+mBgMCVQRgUB0PdFdph0zWbo7NVQD8ThmhQwe64pVXwZi/lbwTB/9pf/C7nJGUMfVs2U8JEMzT8Z52iUdwytW3RqzllyrF7j58frEailjDSuNoFnGegCXCtAk9W/zxSbWcJqscDKWk8zD95irtHXFd/iXRLJnyCdW8+adXTd7bF2j/v1EBo2vP7DMZYj48tfTic37fBaRhVvCz4lCxCqyTj/44AMjVXFpxqpmqdrZqpCX+nfc9+abb8obb7xRksOrMDayVn/4wx+aJAbE4ROrvpIAinDnnXeWli1blpAouyKBpk+AYrXpr3HFzXCfqccE2YUIDhmGp/QaIp9u3mhOddfsRpxQjwvbrmcvfTIQnsjKQ8YhrtuevVuuP2myyRDtvDfCphQAACAASURBVMOuOdmv9jZx1HDFFmxsnf7+PeeabFVbxOoW+7ianhUHswQBIRMY3J9ft0weHXlTbEZtCYasui40YxWMFp33QORW/aqbnBVwIWIVMqt79+5y++23G4EEIeRm26kY9Mki3H/QQQfJyJEjczIyk/QbJlYxJWQ04qf1dpZkWrEKYQZ5astP9I0DASAbISqjxKq289Vx1dg181CFmk8wY0xtHybcwp47za7FfT/96U9NVq2b+RolHHXt3GzeNGwQm0+sQox+/PHHeYI5iVgNW0vcO3XqVJk8eXKeqC9ErCJ2ZehmI4MjXvvDH/5g6pn5sm9xfxqxGvb14IujoZ6Zav4MY+wkUG4C9QLNl7WYkYnzjpwrN+5xr/Rxxapmsz5RL6zMfJzsQpVteeLPzUL0iavsa17he099VmvSMcLEam5sWVnmZN6688oTcSWO1StWvXIvK30lN1M479mKy/rUzMuE8/A+u9l7NfPXzfL1x7QiJxPY9wzli1W/0HSFsMrXPNGbxzFb8sLJhLbX+AfPa/brRdLLmkiDH2KW4EOiELGKbfyffPKJV6zactXNYIVYhVQtpVht3bq19O3bV7p06WKyVuPEKt7HpVmrKKmEWq28SIAEkhOgWE3Oii1LRADCc/HKV/KyQnWbM7ZkX/bY1ebke62Lag8N+Ym6ltjSv3f73Uw73d6vdUeR7XrILSeb97u17ywbvvjMCFtky3bfsbPZWt62VVsjYlWqQvAO6TnAxJV0S7XW6oQUPq3vsKoTbnrgUbG1OUv0aFRkN1qCAs/HbSddmbh0RUVOJiaoQsQqxBuyGpHNpzLTlYPIqsNPze2MyDg+SfqNEqvof8yYMSarUUVvWrEKUYYSB3Y5AJ2jvhcmVsNkXNi8o6Qf7lHRbIviOIbKAL9DDttM7XvjxoYgVvGtzNOwwVg+sYrXhwwZYrJxbSmZRKwicxMXpGbS+rOFitUwgQkuv/jFL2Ts2LHmWVPO7rqkEau4FxnRvgxY9/W4dSv0mUnyXLENCZCAn4Atorpg2/SfB9Vv4zfyaZ4Mgjh9DyUBfKUAPP16xarn0CJX4HmkYai0KnAMv1gNOWjJ3eLtxOv2VepYfWI1uvyA5AtKa3nCBWCupEw6j6ivqfxSBtnWSbfNuxI47u8ajNMubs4rVKSGSWfrmZwok2TwpAWSPBu38T51ChGrkKqQq5qpimhdiYr3IDr1ECu8D7H69ttvy9KlS+XLL78sySQhVlHaqnPnznliNazWKuuslgQ9O6lhAhSrNbz4lTR1ZKBCpn68+TNTEgDXbw89TaYteVy+v2vPQKTqn3FwDw7rQRvUG+3Qup307/q9oDalnpz+2pn/I//31gIjPfWwIlfM4kCpXx1+hhzctbe8tGqJGfvUvpmtsSg/8NjSuebPZx1+uvkdYljLB/zHUzeag7BQSxV96H2VxDYsFq11e/LeA/MOyaqG+BsjRj1EK+oArcaIo7HGKESsQpoiW0+zMiG83KzIpELTnmeSfuPEqvs+4kA9zv79++chxSFGWufVvg/y7LbbbgvqgCJL8Z133pEzzzwzp6aqK8/iYnMDSMIoTqS5fdpZv5ibbl13Myvj+rXfL4QN4goTq5Dt6B/b91FKApI0iViF4D7uuONMRjFqxyI7Gf+JcOu12kzixCr6uvLKK3Mw4mAs/OAAp+vamdh2JjBiVvnqq8mbVqza8l7no2t5zTXXGJHrY+r7nIhb28b6bOE4JFArBHIy/JwM1Pr6lBdJr4jDg3JrdtaT0yzQ+vqn9XVXTasEYjWsbx0l7RihNVatmrAiIdu7Y8RqqWP1idXQGqYJDncKr3+azXjN1lhNOo80XyM5fbqZwCLZWr/5PQaZxEmFqSPnc57hnO5zM1RDRXD2noxMXW0OcquvEYw309W3TcMsTdtCxCrKUn311VeRh1ZBpLpidcuWLbJ69Wp5/vnnS1JjFfNEKQBNaoDEhTS1s1bjDrLadtttzfdtxV7mObB/uFRsh7yfBCqYAMVqBS9OLYSGjM///POtRpIi6xS1UH/8wOUmUxV1V5Fdiqv9du3MSe8QqTjY6bCuB5nT5ndt3c5s8UcdVd2irafTo60eAgQZ+vMHfmH6wmFSKmYxJra/4zr+3guMxF3xyRp5fOw0ue/FWWYMFacYC5eKX10fZDL26vTdqpOTEKvvfbIu8pCnWngGo+YIRp99+Xmiw6maAqu0YlUFkL1FGuLt1ltvzalHmUQa2vyS9hsnL31iFWULunbtmrdcBxxwQLBF3r5PD1uyxTEyLCHT7MOqKlGsaoaqXcMUog21Z+3yBnHyLUysJmUD2FFiFcIX9WYhSCFak4hV9Kl1YOfMmRMcvhVWFxft48Sq7wAv9IeyDxDq2BqnFzJUkZ2iWdi6hV8zWO0HLK1Yxb1uLVVf7dUkX1dxa9sUPrc4BxKoJAK5ss2WTWLKAAQHGvnEXc5BP5ZgcgRk8WLVk+3qQEw6RsOL1dLFWl6xGj+PQp7jvJINCZ+h2DIMGkxRYjU64zdnvu4hV9IwvJIyLkSs4uAqCEu7xqqbsWofWqXlASA98f3En/70J5PxWuyF8fH9CnYEQZDiUrGKg7V8UlVf07ZJD7DK+6FBTgY1Pv/myaCgDrRnZlj3+YNk8QVdZPYFk0Ssur3FcrDvR5zTukHm58ri/NdzD1PL+UGTqR1tXdm55vwQIZi/1pDW9mEHC7rPeea+FWMWy0UHZu51f0iRiclz6JvnsLlSMmRf8QQoVuMZsUUDEUAN1d/MnybImIRYRVZgn24HmhqomlUKaYmt/DhUCm3uOepicw8ubPNHlurqT9YYCYtDrjTDEFvbIUfbtm4rKlpxD/rFhVPUNeP17AGjZOTMi8w46OfSw8eYA65QYgDj/X7pHFMiAJIV4nXwXgNk1FPX5xy05SLC9vE5y541feilpQY08zXshHc9Md53Ev3Nw6+MLDdw8UMTTNkDvXwnzEMyo2btMyv/liOJER94/vyQE/O2u7sn1//bocO9QtZtp3Nx+UBY/vapWyKfLMTuiwU3aQmGuW89a7KZ9YIohwgf2fekPBnq44n7UBbiu7vumReLOxdtgJIScWuHtr45+sbCmuGHBqvOeyi0zEDYeHbQeKbP/sHpRZUqSCtWIdZQZ1RPZUc8euo9aq5qBqi9lTzJx0nSfuPEKmTYvffeG0jeJCIK8dn9IjPxnHPOySl1gKxEZDJGiVWtTerLYPQxSMII2QeQwm7N1zCmkHOoYQphqRdKIyAmu1ZrnHyzxy2EDcaOEqt4XzNAkZG53377RbINmy/6uPbaa032q69WbZxYRb8qSvXQKojVGTNm5EhVzfx1JT3G7dChQ94hVoWIVff58a19QzwzSb4+2YYESCCcgJvFGAjK8SKT7MOs8sRqRF3PEorVpPUrK0GsljrWiisFEPeFFHL4WM5tOc9R8mcor8ZqTL1YFUxJM1Z9h2PFTTd433NoVuJ7S9SwELG6dm3mMGQtBWAfXqUSVbNV7axVPVwKu2Lef/99UxpAa56mnQ7GQRkAfK946KGHmtt92aqavarvaRkA/R0xderUKWJ437Pmr6sbOYdArNpVdtPOOqK99+C8+rrVuNM9UC+Qmubrb4V1QGD9OEtvulBWnHqjDBW7Tb0UHfnOhTJ45Rmy+ILMvILMXfPvgNWnNX9boAaZ5W4MdjmZjva8l8oNF6yQkTk7BUrIkV0lIkCxmggTG5WSAKTYhMevMdvnf3fyVabeKqQlMk7XfLJW9rvz30zG6jkDMlvvbemFe5etX24Oqtr45UbzHrbr40K9VEgq7ReHU2n9VLwPqQopqmIWmasQsLg0CxViDpmpdw6fYsSfW8tVyxP851EXhtZhPeGusUaoQlSe0Xe4qdk6760FpqwBrjcufcL8jrgxF2To6gWRO7BnfzMXiDmUMThv/p0574eVG9B6qdoYovqHe/XP4WdLZmTtDur5A2nXum0QH5iAgTs/yNh7X3zICEBcmunrCkm0u/mZGYbbn06+Rnp27OEVfbqOlzz624A94umyQydzkJbKUqwPhLl9aQkDXb+z+55sDjhDeYZZS+YE96K/3xxbz9blib6vO/6XJkYIePdy54xnUoUt1g4SH4Ldt3Z4Tec4+ambA0mP2r32WOin6y0nmS7sDGs3Fnc88L+47ymmGQ5m0+fXxyvN125asQqxA2nnbq3HVvNevXoFAtCtderGpNvrVRgm7TdOrLoyqhCxqluwMScIMpQBQJxxWZW+7dz2vFXcXXbZZWb7ehwj31bwqLXV8XHIlFuDdMqUKWJvKY8Sju64NvOkbBBnnFhFGzBAOYCrr75azj777NCDwZC9ef/993tr9kbVFU0jVhGPZqFqJq3yVumJerfumuIHDa7ULUSs2mUcUOLAdzhWqZ+ZNJ8VbEsCJOAnkLc9PFsOYMQokZn3dJfpmr2VJ7LCT0N3T2tPKj29hzWFSCtXmCUdoyEzVlXOuTU4C4215IdXhYlPPXBKs9cSMs9/ouIP0crln/wZKu7wKus5DoJ2pJrLQNsF5TEmilw5WCZ7DwgrQNCV+AOpELG6Zs2aSKnqy1a1M1rXrVsny5Ytk3fffVe++OKLgmaEEgD4HnqfffaRdu3a5UjVqHIAmrFq11lFfdawK2yLf30GqFPmIShXkZvJOWLUCJkpTsZqtv60GbvfCBkhK6S7yWR1sjStEhhhGakaP+KdJBPzMlZzX3czbBGrJ4v2lRvkwndGmr6S9ZsVudO7y9wxK2SwydDNimSPWMZc5h2ezVjF19GVIhMDYYoYp0l354DDQPTmyNaCHiHeVAQBitUi4PHW9AS0liruvHfEDfL0sgVy4qOTI7M/04+SuQMS0a7R+vyoW41Ew5gH79Fb1ny6zsg4iE/I3eN6DTav+UQb4p65aJbgkKp9Ou4Z1Ft1Y1O5CfHlnh6vWYfIeLQvHKilYkwP39L3IfeQwatXlDjTurLa9qNLn8yReHoIE96HwHUFrS0s0Qb1aW1xqtnA2j/EMdbQlZIYB3LUnadvHe2YsT6Q4bhsJvbrEIyD7hpjyjmEja8ZoOjHlZU2T4j2uBhtZr46qyrRw5ji9X2mHmOyaK8/aXIeArt/3zPj3rDtlT8wL9mx60FtYIIrKvM17mspjVj1bU3W/t339O/uqepor/IK260h7dL0GyVWNQPSzpwtRKwiRggsZC7iQCEIP9S4jBOruA8Zo8ga8B3apbFr5qj2Z8drrxeyeGfPni32tv6o9Qw7AAn3pDkECdL75ptvDjJcXeZJ2GDMJGJVnwW0R+Zz3MFgPlZRAjqtWEUcdiat1jZ1t+nb6+B7rxCxquuE5wP1Y8Fi8eL67Hy8X+pnJu7zge+TAAnEE8ivu2nJAHubrCdDMHNvbo1JO4tJBWNS6am1TYMDhUz4KjasLageQZh0jAYVqyWO1c9D65HWc3dFdtSq569ZRnys6LdAFmRrrCZl7h1HBaVva7xH2CZ9hnwZpXnz9vSfOGM1qPNqP8+O+A0RzuG1a+O//krVotRi1ZWqmsGqv2sdVHzvs2jRIiNXC7mw4wc/iEXWKi4VpW59VTdj1Rarel+cWPWJSo05V3RmPnPmHTlXzIFlQSanXYtYSwGcISuOscShlaHZ/X57O399n+72fh+3xALUvjlPauLNXPlqJKiMkJn3ZCsFZ2WvuCIXzzrEalaQBp/rIfWRU4nVhs76LeRBrNF7KFZrdOHLNW0VaZBly9a+bTL+7G37UXFBQiGzVQWS3RaS7drjrggyWDUTFLLKbY+27Vu1NXVbsW3e3kqufUJcnT9wdE44EK7H3nVGcFDWoL365203V6nnk3YQl7OXPhXUfdXObbkYJlbBSOXrw8dPyMuWVWFoz9fuy86MxPwfGXuXF7Ut+tw5+MZAFqcrDEshVm0mtuC1paktXO3JQDR+a+rRwUu2aEwrVlGuQrNSfWLVzhL2cdX3w2K1BTIC9q2tPTefWMX7Ni9XqKf5Wk8jViGp8A2gfaCPjuXLGtQDipCNiAxN1H+CGBo/frysXLkyOLgoTb8q+SCd7AsyDCUAVNbqe5B7yODUEgUuGxxghexOVx5C9iLD095Cn0SsahvEcemll8q+++5rRDIyHpE1ev755wd1XRGLlkBAJiQkHhghs3XixIlGqroiEXEimxG/7EsF5ciRI3P61zYqC1VcKnP74Cb0gXbIwLTHLYQNxk0iVtFOY8Ofw8Qq3kM2Mp4b+3lCli6Y4nWfgC5ErGIszaRFNi3+s4MSEO4BYMpWy0/Y4xcqVpUFSg6cdtpp5vlwr7TPTJrPA7YlARJIT8AnhfLqYKJb79Zrty6fblPN1mddKIItooPm95Exb08I/pMeROkeXpVziFFuLT+3NqKbFVoZYjUzs1LFmttXLo/cOobpDlDy3QsJNEam12emJZhH1NPmPwDLF2eyZ+giuUH6jJ1pniet5WjGd2qduu+nEavoLu8Qq5wanPUHri2wJ++RTem/Eou7oxCx6isFgC3/tkS1BStkqi1W8feNGzfKSy+9JP/4xz9STwD3f//73zfZqipqbbFqZ6yi1qqbwYq/49Lfo0oBhIlKDTon6zL7HEDEQqzmCNm8GqsQq3Zd1vqsUXxNBcLR6rP0YjU8U9ydt/s5af4u02Vut2n587TEqnLycUyXsRqSVZv66eENpSBAsVoKiuwjMQEVQ7YodDMjwzrz1S3VtujvoE49TY1U93CpqODsOOx2kGR2fVR9D+JSLwhbV5iFZWBGxZBErEK4IbMXly9r1a4HqqLYFqtxglDjc6WkLelUSmKLv12+wBWOxYpVCGiUg8DlZmaqMMU6aEkFH1tbwNrxpRWrdnufWMXYyEhVee8+y4hD6/+6cWoGMLKHVd7GbeUPE6saQ9z9cV+oScWq1pi0t5O7fUNGLV26NMiyg6iDlEP2o32hPuvkyZONdEzbr0o+d2xs3f7Zz34WnJ6u78edcAqhCVHlykMVxehXRXISsYpx0Q6yD1JWL2S/nnvuuV5RpgdOQVrrBbEGEeueeB+WgatZv746o8FnWY8egXiGcPQd3AQhfMopp+SMWwgbjJlUrKItnh2I5CixijWBxIT4DXue3OeiULFqlwRABjJiW758uffLSUsw2DK6ULGKAZAB69bEdQdO88zEfQbwfRIgARIgARKodQKFiFX78CpXpqpE9ZUDsGuyogQA6rWjjn/aq0WLFtKvXz/p2bNnIEdteZpGrCLOjh3D95WHlQJQUXjGysFeCVrxYjUoVYHSA+4K5EtMn0BGRm6YWL1hz8myWLf5o3v8MOz+7nKjlgbI/gAmccaqN6s27ZPD9qUiQLFaKpLsJxEBFUNo7KvlGdUJsv+mzp/uFacqSCFELzp8tLy19u2gNimk5F679pDLHrs6kKXaPkys4vXuO3YWHL6EUgG4UC7APpAK0s89TMrO+MQ92s9hXQ+SvTrtGXrgk0+G4n4Ve5Ckdnajndmo2agQnv/zwoNBBq4tVm3RiHao4xp2hW3Dt2Nx52nHU6hYRU3Udq3aBbVoUUP0tL7DglIDaaSoHZ9dazVNHzZ//DlMrLp1a7Wuq65LWBYq1mTlhjUmeziMubtGPrGqdYTD6t4m+sLMNkoqVtP06WsL0YRLM0SL7a8a7oc01q1dboapL34IOpwSG8UIHPHLl8lYDUxKESOkp/4HpJaep0KfmVIwZx8kQAIkQAIk0JQJFCJWP/zwQ3PwlJ2JatdQxZ/dw6vcg65w/6uvvmrkatoDrFBTFd9f7rHHHmZp3DIAaWqstmzZ0vxAPPzyZXXWb8+HWJ3WbW62pmlYKYBsNrrJ7K6EUgD++qUBA5/EdLb42xmr3sOrUGPVylz11YbNy1i1D7tyDq+Kyxxuyl+jlTg3itVKXJUmHJOezF7ICeaQYvZhRzYmzST9/q49BSfWQ6yizie2++PSQ5fwZ7T91eFnmEOsfGUF0Ma3xT3Jsrj1Lt17fHVBk2SsQpLaWad2JifE2jMr/2YOeQrrK00mbVhbW6xiXvbBYLbUK1SsaokGlcx6QNNZh2cOMUsjRcNKGqTpwx0zTKzaZRbsOqlausKttYt+Xelqxxv17NliFbJeS2P4JH+S59Vt01hitZDYeE8+AQhV/HIPpyIrEiABEiABEiABEiCBwggUIlbxw3BknPrEalSNVUSoghXyE+WM8EPzTZs2JQ4e/e+1117m4FgIVlzFiFUcgrXjjjvGjp9XoiIo4xB20FQFH14V1DO2p22V2wipZZrDIOSQLrFqJPvb14/pzYKdVF8swy7P4baNXTA2aFACFKsNipedl5oAtjzj8glRW64+v25ZXhsVqva2a1/ZAAi+Nze8J5C0kFcq9pLOBXIV2bUvvPOKtzSBe6BSUrHqSluUIei8w67mVHnNikwiVuPqeCYVq4hn5MyLgixglYr3vTirqMOrIB1/NvPCIDNZM2zTSFFbVNq80/SB9U5SCgDtbGZ6MBiyUAd2+55oBqv9/LjS1ZazaBd2AJUtVn951Hly/L0XhJYhSPq82u0oVguhVr57kK2JOqy8SIAESIAESIAESIAESkOgELEKEYrvy4oRq7h38+bNpsbq888/n2gykKr4XvDII480MhR94CpGrKK/Nm3aJBq/1I0iMzZLPRj7I4ESEqBYLSFMdtXwBLRmpU+IQuzt2rqdrNv8WSCbIEnP6Dtc3tuwVu5b+kSi+qtumYC4rfNxs4aAvP3Ze+SXL9xnmrqHQiUVq7jXzcRE5q9mq+L9sL7s7NKwzEudh10z1C4n4Gasoj2E4KC7xuTw7t/1e/La2mUyY+QNcWhy4rXr1fq28tuSM67Gqn2/ik4E01BiVeulYgw8P7856gJThzasfrB7aJULKmyN3FIAYVnMseBDGlCsFkqO95EACZAACZAACZAACTQFAoWIVWzjRzmAYsQq2H3wwQemHEBYLXeXL8Zr3bq19OjRw9RX7dChQ87hVSgpgF9pSgGgDADKAZTlcjJH8w5YK0tQHJQE4glQrMYzYosKIQCJ97tFD8vjbz0TKUg14/TobgfLyL4nBdHPe2uBLFj1N/l482eh92vWKwQtDsNCCQGIsmP3GiiHdO0dWZsUAyFTFdexvQbnUVOZVoxY9ZUasDNQw8Rq3On1GmzYwVF43ydW8bp9j/bjzjHsEQrLjg2rkRp1UJQ9xgl3jQ0yae3szziximcMV+dsXV1bmMYJaVuW4pnp0LqdqZ/qXton1k3r96LNsrVvB4dYhYljX41Ve662RC7ky5ZitRBqvIcESIAESIAESIAESKCpEChErGLu77//vpGYYYdXxdVYRSkB1NjHry+//DIxToy37bbbyj777GMOg8VW/kIzVtHXLrvsknhsNiQBEsgQoFjlk1DxBCDufvvULcGhTAgY4imsPqpOSA+O0r+v+GRNbMaqe5iVZsHaGbKogfnTXkd7JSuEIC5f+QCVYq78SpKxastBWzraNT0xblhfvjIC39ujd97a25mtdgYpGoaJVbxni1v8vVixasfhHox13vw7TdxhtUht0eu2iROrGLfLDp2C9bNZx4nVqAO9bNCadY2auO4VdkCZtvOJVTeTd97Y6YEYTvvFTbGalhjbkwAJkAAJkAAJkAAJNCUChYpVlAKAHA0Tq26tVfvwKvBbvXq1LFq0yGS+FnIh0/SQQw6RLl26mNvtLFX7z998800gXvFnzWjFPZCyLDNVCH3eU+sEKFZr/Qmo8PnbGYOQdcN6DzHb+nFoD644uZpmepCquLrv2Nn8joOvLjvyXCOpkMm4bP1yWbRqSZAxi/aXHj4mJzsV0uzJlS/J706+SmxxaZ/c7h5mpLIMY3506ZPStnXbIGydvy057Xqcruyzsxfdbeg2SwhZN0Z7W7lbBxYBqTh0Y9Rgww6MiloDX8aqHQeyj+2sT7euqzt/sDnnofEmW9V3UFiYWMV9az5dZw5Hu+74XwZrF1ar1TcnxPatqUebt1zhre117Xx80QaHu2nJCN/c7f7fuPSJIAxbRLv3pfkaoFhNQ4ttSYAESIAESIAESIAEmhqBQsUqygF89NFHwWFUyFB1JavKVZWqYAex+dVXX8mLL74o77zzjmzZsqUgpC1atJA99thD+vbta7byYyxcbvaqilUtE2CL1W9961vlKwNQ0Kx5EwlUBgGK1cpYB0YRQkDF2y8OPC7nECCIJNQW9dVaLRSmfbJ9XB/Iipy99CmZtuRx2bv9bnLtcVfId3fdU2zBpRmzmimLv985fIpphwtZntNefDDYso7XbFkLyYb+IY+1HMGlPz7H3ItxHnjzGVFJi3gue+zqvL5QwkDvwX0Qi5CHyg0Srn2rtqIx6gFfp/YdloMA66AHgvmEsjbW+aONLyPT7tQWvT7ekI9nDxiVI5rRDgJzwuPXmDINuBAzDhrD9btVi83veF7+48hz8+61xXPYGqvEtuesbeMycXX+7vOq6/0fT91o1hMxn9H72Jy1wXq7ZS6wPni23lq3XKbOn57zvGv9YJSdcDOSk/D3zT+NWL3rrkyZg7Fjx3pRRr3/r3/9Sx544IHQL7OTTz7ZnHSPU1HxCyff49L7DjvsMMEv93rwwQfNS8OHD895CxkEiAc/gffFW2i/iA1jrlq1yow3ZMgQQez2T/q1b51T3NzRj85X5+8DFcYAbRHTnDlzBCfU4iCDfv365cUVCj/hG2CKNcQ4uLp27WrWxGV/3XXXmdfd9YpbEzsMbIl78sknZb/99pPBg/PLrGC+7777rjfy3XffPS+mhFNkMxIgARIgARIggRokUKhYBSqIVYhRrbXqZqnaYhWCc8OGDbJ+/Xp57733zO8QrMVcKAnQsWNH2W233czv+D4QgteWqL66q5CvkLEQq7xIgATSE6BYTc+MdzQiARWrEEWn9TpG+nQ7UD7bvNFkjiKzD6/bh1UVEpr28ejImwLpmbQfCK37Xpwl2J6uW9YhihEckwAAIABJREFUOV9atUQ+3bwx6GavTnvmlQ7QLEl3rM477GqyZNHPZ19+HrzdrtX2QXy496V3lgTZsogDGbXuZd9jvwep+dbat3Oa+2LUBhCy9qUx+jhp375yCHb7sPmjja9MgTsW7sdYNucdWrc1nLVGqnuPOw9f/D079jBCNqxtVGw6J+0jar7u2rjrrfeiLzzzyKgNe1bwunt/EoZuf2nE6ty5c+W0006Ta665Jk9WQmJefvnlct9993lFGIThscceKwceeKC0b98+b16TJ082NaIg5aZMmRJsidL7cM/LL7+ct1Vp2LDMDwRmzZqV0yfE2xVXXGG+eV2yZImRtvZVSL+Qn3fffbcMHTpU9t9/f3MS7L333mu6feyxx0z8uLTvxx9/3MjFuLnb8ev8jzjiiJx4MY9XXnnFjD19+vTgPcRwwgknmPdOP/10M8+wuHzPftLXIIcHDhxoDkjAOkIk4zXwwLiIWy9sSxs3blwgi/X1uDWxYwHr2bNnm/EWL8788MS+sO6YM54n9zrggAPk17/+ddKpsR0JkAAJkAAJkECNEyhGrG7evNl872WLVVeyfvbZZ0aiIjsV39NBdELGaiZpMfgxFkQqslchcfE9M7JYUTe1bdu2oeUBIFYhYXEQFi8SIIH0BChW0zPjHY1IALLozAfHRWam6hb+tNmr9tb/3x53RcF1KYEDQu3aP98qP+r5A+/BVY2IjEORQMEE0ohVDDJmzBh55plnzC+VlSrdIN5s6WcH5crGsIDDxCrau1IRr4WJVbyOjMr58+cbGawZoTquxpO0X4g6SFRboOJefCM9aNAg843pX/7yF9N9mFhV0Rq1WO787bY+ea2C0RcXhOvKlSu9QjrtA6Oi05XbkKVnn312jlAPE6txa6IxgelBBx0k5557rpHsPm5h6552XmxPAiRAAiRAAiRAAsWIVdD7+OOPc7JW8RrEKYTq2rVrTVYr/owDqgrd9p90lSBYW7VqJe3atTM/oO7UqZMRrMhOxaVlANCO2apJqbIdCeQToFjlU1EVBJA9uHjlKybW1Z+uNVmK+3TMbKlHpuW8ZX81pQFwErteqLNpX9g6/eaG92TXbBu0PaPv8JKKUMTpy1asCsgMsuYJpBWrKr2QKahZoir3fBmlCrhYsQqpigxGNyPWJ9ggenv37m2EHMbFPW7Wo8aTpF/MuXv37t4sTMwPmbx33HGHzJgxw2RyNpRYxVi2tIxjqhx82aNpH3xwRoaFymP7fnfrv0+sJlkT7VMzW/E8jR492ghyOyMW7ShW064g25MACZAACZAACYQRKFasYjs/vk9CBir+vHHjRrP7ClmqEKqlyExNu3qayQrBiuxVfH8GwYrSAchwhXTFn3mRAAkURoBitTBuvKsCCWA7/NPLFsib65bLa2uXmcOnVL6+sf5t2fDFZ7JHh87mtajt4hU4NYZEAo1CIK1YRVB2liL+jozQ22+/PbKuZZwE1MmGZaxCkk6dOtVs/7YFrk+wIbsU7SFTVei5QtaOJ65fne+zzz4bbPePWpyGEqvar7LWLNrly/NLgmh8yDBGPVifEE3zgOm6QNJq7diw+31iNcmaaH8/+tGPjBjHmMp+xYoVOWUgKFbTrB7bkgAJkAAJkAAJRBEoVqyib4hUfM+1evVqI1lRIqBSLkhWZLFih1WXLl2kW7duRrTyIgESKJwAxWrh7HgnCZAACTQpAoWIVQDQLFX82c5eDYOjUlDrgNrtbFEXJVZxKBHKDbjZsujLrrHap08fUwdU62zaok7HteVnXL9R2/N9801bY/XUU08NpLQtMO2+IYiRsYtvhB955BEjGZPIxbSxRz3c4HnzzTebJsjgPfzww009XfdwKZ9YTbIm6NcV4Zot7Ip7zB3/eYHUty8eXNWkPp44GRIgARIgARJoFAKlEKsI9A9/+IO8//77jRJzoYMge/WnP/1pobfX9n3PT5Fmh42XK5+rk3Hfr20UnL0IxSqfAhIoIYEPPvjA/AOKf6S23247+fyLL8zvK995R7Zv00babL998P7OO+8s76xaJbvsvHPQDqHYbbUPDRH3YAy8vt322wf3430dC7+j3RtvvGHGxPXG66/LPvvuG4zfbY89gvbvf/CBfL5pk2mncaNv+0Jf+h7iw59xYZwvPv/cxIzXNn3+eTAf/Bn9alvEjLH26No1p2/Uqhw5cmTwms4PL2h7nQv46Rj2/HUOmJeysFmBie/CWoGRzl+5oK29bogZa6W/o72OhdiQDYk56DgYuxqvQsWq1lXFnO16q2EMog5w0oOrcG+UWMVBUJrBqAdouXJRD9iyD6zyZT268jOq37RyMkys+qQy5ox54Zc9fz28Sg+tgshELVNIaEhVXI0tVjEm1v3JJ5+UhQsXmnVHfBDdKnvRxhWrSdcE99qZrfosob4r1tPOug07vIoHV1XjpxBjJgESIAESIIHyEiiVWEXW6qOPPtrgdVQLpYW6qscff3zB2apr/3eYdD7tYWf4K2Vh3TjJfCfbhK5/3SfDdl8hlwZzWyv3nXyuyHWz5LTcM3Gb0KQ5lTQEKFbT0GJbEoghgH+IP1i/Xta//74cPnCgzMJhLuecI++sXCmLFi+WjrvsIgMGDpTbb7vNnJ6tp2jf+l//Jef++7/L0/Pnmyw0HDKDa8iQIUaQ6nXiiScKxthnn33MrwvPP1+GDR8uhxx8sPx/111n+j8a97z+upF8n3/+uaxauVLGT5hg7nv9tdfkmCFDjNzF++gDf54zZ46MGjVK7rnnHjkCmWdDhgRjzp0zx/x5/QcfGImKbLMn5syRfffbTxDPHbffHryGdpg3+oOwRDxggbaQjeBxYzbLTQe4cvJkE59eEJiLX3rJxI7xUFNRx8fvmM+wk07KmT+y1fbbZx8jOCFccd9ZZ59t5gxB+tobbxiuuBYtWiSHHHKI+TPmjzifnDNHdu7Y0XDXdvpnrCfWDFvEfzVxojw0a5YZSyUq3se9iPf11183fYNLNV6FilXMNYnYUyalKAWg8tE+QOvCCy80Q2jGKt5DZqfvUhmL93zxhPWr0tWWtW7/yKxU4VnqUgA6vpu1CeGIw7nc+rF2bFFt7AO89B78hyDNpQdqnX/++UGGsCtWk64Jxu3Ro4eRtb7LLsWQ5tlLMx+2JQESIAESIAESqD0CpRKrIPfOO++Y+vuVeGGX0R7ZpJS08T03uZn0m3ii/O7dXLFoXn/1d7LmgdOkU9pOq6r9Wln7r07SiVK1qlatIYOlWG1Iuuy75gioWN24aZMRlps2bpQ+ffsa0bdi1Soj3VQYos1rr70mhx5yiODPq1askF06djSCE2IREhQCEZJSZZ8tVgEXgrZN27Zy1VVXyd8WLzYCEZmTKl8xLuQtZCYyQyH+Jo4fL4teeslkviLrEiJy1kMPmXF/M2mStG3TxrSH8MRrkI7oE/dAYOLPeE/FqopR9L/4xRfNHFasXCndu3UzYhUXxCPm8/769UYof69Pn+DZcMUq3tDDaXTeiBPzQN+4wMWev8pM9IWxcUGcQTRhXGSYqkwF/6efflp+8pOfmHaQq5DXfQ4+2IhlzAsX7jv73//dSHHIqhcWLZL99tvPZOBCeKNvSFWIZlyQzV27dTN9T5s2rSqf/WoUq/YBWgodYlW3jUPyudvTIcntw5d8YjWsX92eHlZHFl9jAwYMCOrMllqsYo66Dd+Wi0mEL55VbNl3D39Cn5gvPo/sS+W1/ZrOx61Tq21cyWmL1TRropmt4Pztb+d+1zpixAjzOaTlHShWq/LjhkGTAAmQAAmQQEUSKKVYxQT/+c9/Fl3fvtSgUBrrO9/5TkHdZjJVJU+qms6wPf667hmxmt0qbw9Sv23+OZnSbJ4Mek6kX3Y7/aA/NZN5P14oclg/GT9podRNEJnSrJ+MtzqIut/eju9m09bfh0zTzvLzB61Oh6sIdt+zsm/tjFXz55+Lnat74n1rZNbPMioZcjmYB14I+i8IN2+qEgIUq1WyUAyzOghAtr35+utGVnbceWcjMf7rv/9bTho2TFauWmXeQyYlJOT2229vMhshA5HlCQm6R7duRqRiuzteg9CDyNOsTchQXCpnTzzpJHlp0SI5+JBDzD0YA2OiL4yBCzIFmbAqANEnxOCzzzxj3oegeOjhh80Y++67b9CfbmdHBimEI6Qh2mAOe++7rxGzuCA90admbWJedowaOzI8hwweLHPmzs3J6PSJVXCE4IVw7ta1q5G7+DMyRZE5iwtzROxoC+Gr74PXzrvsYlhoO7u0Afp7Zv58MxfMAfPEnHA/1glj4QJbzNuUQMiuFb7RUvbgiX6VI7Jakf2Kvu3SBtXx5GairEaxirhVwuHP2DYPsarZk+5BR3Z7FZNhGbS+fnG/1vScN29eziFKeE8zXfVQrYYQqxCUgwYNMocO2Fvi8UziNXsrvj5/yFbFDyeiMm2TPqvIJPXV0tW4bHlri9U0axJ10JZ7UBfFatKVYzsSIAESIAESIIE4AqUWqxgPmav4nm3Lli1xwzfo+9j+D6laaKYqgjPS8pFh0VmpWfn4Pbv+qBGtf8sKWYhVFaiZwgGZLFhbZq6Vtd/uVJ/5mrMdP//+AJxpN0uGaTatNW73GW5GbVamHrBQ1uw5NWdeOdm3wdiDZF6zfvI3S6SKM9fcedT3XzehyRVIaNBntdo6p1itthVjvCTQxAi4NVab2PSqajrVKlZVaGLbv4pVSMZevXrJ9OnTvWsAOTh06FCTvRlVmkC3rmu/6Exrynbo0MHUOkUmM6TiHXfcYTKW7WzWtDVW0b8e4BVVz1X7HTdunECa4kK27HHHHSeI6/LLLzeZnmFxFfNganYsmOCwLYwDJpg3SmjYdXZtsZp0TTCf3r17m6zzsWPH5oXqZgVTrBazmryXBEiABEiABEjAJtAQYhX9o8SS2fGWTRJpbOpIJsEPv/G9WTFXcrFqyU3zDbQtPCFGp0p3q5QAhOTUPeszP4MYczJftfxA/v31cwp/z0hPQTZsveQMXvvxvPpsWxdQjljNjVskI3klK5HdeRheb1+aM2Yx/HlvZRKgWK3MdWFUJEACJNDoBIoRq7otW3+PCh5ibMKECWIfVOVrD4F3//33BzVTo+6DQBw9erTgwCLIONRbPeuss/LKAOg4kJZ///vfjXhN2q89N4yHv+MbZGTF4oKoPfPMM4PDp/Ca27f+PYqPcnHn796DOSxYsEBmzJgRZM66cbVv314GDhyYF1exDxfELp4XrWGLcTB/SFF76z6kJ+QrygokXZNTTjnFSOobb7wxrwyAxg3hvf/++5vx0jx7xc6b95MACZAACZAACTRtAg0lVpUavofC96CNeeF7Jl+Jp0JiiBSrRoKKLHy3u0x1tstnxgoXo14hicOxTFkAiFBbmEaJVYzjbOvP9pHJJvXMWsdwtvkHJQQoVgt5VGrqHorVmlpuTpYESIAEwgkUI1bJlQRIgARIgARIgARIgASqnUBDi1Xwee+99+Sll16StWvXNiiuTp06ycEHHyy77bZbycaJrbEaiFUnYzUngviM1bwM1piM1/AJZiTrikvqBHVc3YzV0Pvy6qqukEvrUAqAGasle5iaUEcUq01oMTkVEiABEiiGAMVqMfR4LwmQAAmQAAmQAAmQQLUTaAyxqoxwsBUODy21YIVQRamqQg+oilvDTOanZp/Wtw7qi2YzVsWqRZqb6ZpMrPZ7VQ+W0hqs8aUAMuL3e7KwbpyYDf9WDVQjVu06rsE2/jXS/brO8vMD6ssE5PSTssaqXdKApQDinqam8T7FatNYR86CBEiABIomQLFaNEJ2QAIkQAIkQAIkQAIkUMUEGlOsKqb169fL8uXLTa36jRs3FkSvbdu20q1bN8E5Ah07diyojzQ3ZcTjw84tlmzNqY0qIsPrJWnutv5MF/k1VnO381/5XFZ+CvrpLtPyMkddwVv/9xMDweuUCBCRYLt/VrKOD26z5pKXvfpzsWde33/+PChW0zxV1duWYrV6146RkwAJkEBJCVCslhQnOyMBEiABEiABEiABEqgyAuUQqzYiHHK1bt06c9jVhg0bjGjdvHmzbNmyxTRr0aKFtG7dWiBSUeMeh1HtuuuuRR9KVWXLxHBJoKIIUKxW1HIwGBIgARIoHwGK1fKx58gkQAIkQAIkQAIkQALlJ1BusVp+AoyABEggLQGK1bTE2J4ESIAESIAESIAESIAESIAESIAESKDJEaBYbXJLygmRQIMToFhtcMQcgARIgARIgARIgARIgARIgARIgARIoNIJUKxW+goxPhKoPAIUq5W3JoyIBEiABEiABEiABEiABEiABEiABEigkQlQrDYycA5HAk2AAMVqE1hEToEESIAESIAESIAESIAESIAESIAESIAESIAESKBxCVCsNi5vjkYCJEACJEACJEACJEACJEACJEACJEACJEACJNAECFCsNoFF5BRIgARIgARIgARIgARIgARIgARIgARIgARIgAQalwDFauPy5mgkQAIkQAIkQAIkQAIkQAIkQAIkQAIkQAIkQAJNgADFahNYRE6BBEiABEiABEiABEiABEiABEiABEiABEiABEigcQk02/T4z+oad0iORgIkQAIkQAIkQAIk0OQINBOR4LtK/CXiink79874xs3im4hIokb1Q4c2xySbpw0x0z6HUYmegCDO6PmBUfJv+p35hYWaFGnSdkkfGkwkaZ/edv6bkz1HbpBJA4lZb9NNgr4SNDH9pGCUat4FP8O4MST4RHNKhif1V1WqycetYdKJZPuJZGn1lbTbFM96Uk65XZbocz3psx4bpD7kzRJ96cR253xAp/vMTPi5kHQtg+5S3+CZpuffrHgY+S1K9rVSijkl/LwsZJ4F3YN/M5P/C+sfopK4NLVYUvyDWND6izT75Kqin4ACh+ZtJEACJEACJEACJEACTYZAmu/D07RNACjV//eSjp20XZr/36XpM8G8TZOEfTZL+v++pO0wdqK2zfI8dNKp5bazJprUE4S284jjOhHDKO7K6zPhAsT1ax7iBH0laBL0k6itSPTXj9NJwj49Vib8gUnaZ9Au5sFL2h+IJ/7CiFtAdLZNgkZWk9A4nYcs6Xzy2qGfkJgS9ll2sRobZ/brJrZdkqVxZpvo8y3ssQ4JKGmfQbglmVj+DwOT4HDbNK+gWNL84xc511LNCV9nTUmslmI+ib9JiHkak/zDHPdAJ/2mIa6f8PebfTq16Ceg8NF5JwmQAAmQAAmQAAmQQPUTSCObEn9/qw2j/+NTVyfSPPb77mxfSceObOfIiqL6THpzyCMS3B7dTzJG2f8XNo+QMXYYiUKvE6lrXgKx6gyWaGydj8vOP790jLTPpIHEfIkHg8f8Jz/RcOme9eh5F8g9b7ohX8uJ5pPtLOGzbv5nG/t5kOmzrq5Omsd/eCT7fDYgU4jV2M+Y7CSSzsfbLuRrOWGfuc1ibkrYZ2Z9EjRO0CQjspqL1JXihzfObBP9uxL1GeP/4U3SZzP7hCZ/mCOf0oSf6VF9JP6AjPtyKUEsQTp+sVI00UMWN6HsQ5Dia9/bYyljSfgBGDqzUqyR+YQtwfNbij5KFUv0o9Cs7nqK1QRfLWxCAiRAAiRAAiRAAiQQRSDN/3HStE1CPU1/STOGIv9vYr2Z5vt+b5xpgvfACG6P6SfpMKZdwmyVRH02F2kGSMVeBZZfyFvviP80FvRsJIKgJk9kawgLkzaa4D/EscNZD2Rs2+yaRLZz3kzaZ95yZzML3dfT9Jf0WU+6joilVFl4BnvCr5vY/+c7E0jKyNsuImO17hsR2ZriC7NEnzGpxGrcZ0f2uUrKKHK2BT7r3rFDHsLUcSb4TIhdwRKJslRbQ6KCKsWc0nyRx8US94zFAg7PDE9ya9Am9cMR0nsp+ilmjbaKbN2U5B+XhHRKMR/zYV+CrOLwkJsdeH6PUjxJCaGwGQmQAAmQAAmQAAmQAAkkJVCqb6iTjme1a7ShG2egxKMkbYj/QSRtWwD+/FtKNZg/8FTTKSQUlBrYdhvZtmMbqQuTq40LtB5xIfMpyZoW2knpAi6ZK0r1ABU670LuC2P1jXzVanfZ2qJDSrmaPAYd+dOtzc2TvaWumWz6Bn9Orh+2SnP5Ulo20ldG8riSUyi0Zeme8UwElTS3QpnwvkonUFe3VVo0byPb7HyeJVcrPeri4tu+RXNphZ8fy9gD+FVWHEveTQIkQAIkQAIkQAIkQAIkUDUEyvDfHwzZqoW03L2d1H1ThvGrZm2qONCKXFZ/UM3qvpGv23xXpGVHEUHmaqVeFQm1UmExLhIoM4Gtsk2zNtKm0xVSt3VjmWNpnOFRJcP8XK3FWfvz06pxmHMUEiABEiABEiABEiABEiCBGiRg6nm2aiGturQLLwdQg1w45TIRqNsiX263p3zTchdplqocQJni5bAkQAIVT6Cu7htp2Xx7abPrZTUjVnVRKFYr/vFkgCRAAiRAAiRAAiRAAiRAAtVMgGK1mlevCcZOsdoEF5VTIoHyEqBYLS9/jk4CJEACJEACJEACJEACJEACTZYAxWqTXdrqnBjFanWuG6MmgQomQLFawYvD0EiABEiABEiABEiABEiABEigmglQrFbz6jXB2ClWm+CickokUF4CFKvl5c/RSYAESIAESIAESIAESIAESKDJEqBYbbJLW50To1itznVj1CRQwQQoVit4cRgaCZAACZAACZAACZAACZAACVQzAYrVal69Jhg7xWoTXFROiQTKS4Bitbz8OToJkAAJkAAJkAAJkAAJkAAJNFkCFKtNdmmrc2IUq9W5boyaBCqYAMVqBS8OQyMBEiABEiABEiABEiABEiCBaiZAsVrNq9cEY6dYbYKLyimRQHkJUKyWlz9HJwESIAESIAESIAESIAESIIEmS4BitckubXVOjGK1OteNUZNABROgWK3gxWFoJEACJEACJEACJEACJEACJFDNBChWq3n1mmDsFKtNcFE5JRIoLwGK1fLy5+gkQAIkQAIkQAIkQAIkQAIk0GQJUKw22aWtzolRrFbnujFqEqhgAhSrFbw4DI0ESIAESIAESIAESIAESIAEqpkAxWo1r14TjJ1itQkuKqdEAuUlQLFaXv4cnQRIgARIgARIgARIgARIgASaLAGK1Sa7tNU5MYrV6lw3Rk0CFUyAYrWCF4ehkQAJkAAJkAAJkAAJkAAJkEA1E6BYrebVa4KxU6w2wUXllEigvARqWqx+9NFHdeXFz9FJgARIgARIgARIgARIgARIgARIgARIgARIgARIoLoINKNYra4FY7QkQAIkQAIkQAIkQAIkQAIkQAIkQAIkQAIkQALlJ0CxWv41YAQkQAIkQAIkQAIkQAIkQAIkQAIkQAIkQAIkQAJVRoBitcoWjOGSAAmQAAmQAAmQAAmQAAmQAAmQAAmQAAmQAAmUnwDFavnXgBGQAAmQAAmQAAmQAAmQAAmQAAmQAAmQAAmQAAlUGQGK1SpbMIZLAiRAAiRAAiRAAiRAAiRAAiRAAiRAAiRAAiRQfgIUq+VfA0ZAAiRAAiRAAiRAAiRAAiRAAiRAAiRAAiRAAiRQZQQoVqtswRguCZAACZAACZAACZAACZAACZAACZAACZAACZBA+QlQrJZ/DRgBCZAACZAACZAACZAACZAACZAACZAACZAACZBAlRGgWK2yBWO4JEACJEACJEACJEACJEACJEACJEACJEACJEAC5SdQErG6eeun8kXdJ/LV1k1SJ3XlnxUjIAESIAESIAESIAESIAESIAESIAESIAESIAESIAGLQDNpJts2byPbNdtRWjffoWg2RYvVz7aul+UfrpTrn3pEnn5zsXzx9ZdFB8UOSIAESIAESIAESIAESIAESIAESIAESIAESIAESKCUBLZr2UoG7dNXLvzxUOmxUzdp17xjUd0XJVaRqfrmh2/K0JvGUagWtQy8mQRIgARIgARIgARIgARIgARIgARIgARIgARIoDEIQLDOvmCK7L3T3kVlrhYlVj/+5l256P7bZM6rCxpjzhyDBEiABEiABEiABEiABEiABEiABEiABEiABEiABIom8JNeA+S6U86WDtvsXnBfRYnVdV+/JX0nncds1YLx80YSIAESIAESIAESIAESIAESIAESIAESIAESIIHGJoCs1Rcn3iK7ttyr4KGLEqtrv35Tek04q+DBeSMJkAAJkAAJkAAJkAAJkAAJkAAJkAAJkAAJkAAJlIPA0sl3SKeWexc8NMVqweh4IwmQAAmQAAmQAAmQAAmQAAmQAAmQAAmQAAmQQLUSoFit1pVj3CRAAiRAAiRAAiRAAiRAAiRAAiRAAiRAAiRAAmUjUDaxunXrVln/zTKWAijb0nNgEiABEiABEiABEiABEiABEiABEiABEiABEiCBQglArHbcpqc0b968oC4KLgXw9ddfy4eyvIHEahe5+PSzZPPdv5L/KmhavIkESIAESIAESIAESIAESIAESIAESIAESIAESIAEwglArO4kPaRly5YFYSpIrNbV1cnmzZvlkxarGkCsdpGLL3lQrt39dbns4rFyfUHT4k0kQAIkQAIkQAIkQAIkQAIkQAIkQAIkQAIkQAIkEC1Wd9zSVVq3bi3NmjVLjapgsfr555/Lxlb/KrFYzUrVvdqJbHqBYjX1cvIGEiABEiABEiABEiABEiABEiABEiABEiABEiCBJASQsdr2y2/L9ttvX+1i1ZKqmDnFapL1ZxsSIAESIAESIAESIAESIAESIAESIAESIAESIIECCJRNrG7cuFE+b726RBmrjlStGLH6G3n1v0+UvUXkzYUHyAF32yt0ujx1/aXywzYiG96aKrtcl/NmAUvZkLdk5iF5c0g45pF3yfvD95WXH+wnR/054T1laZZZk4PeLXw9Lr5koVyLjGnnyl//iAlWDa+yLBIHJQESIAESIAESIAESIAESIAESIAESIIGKIACxuv0PIvdfAAAgAElEQVTmLtK2bdvGzVgtnVj1SFUL7eYvvxT5+gNZufaf8n9L7pbrnnpBVjYa+nqxmi9Po94rMsDTZ8vX/URm/L+hclaRXWVurzyxesdvXpXR8rC0/NWvSjLDTCfFidWMVBX5P0cgh70eGjjFagnXlF2RAAmQAAmQAAmQAAmQAAmQAAmQAAmQQMMQqHKxGi1Vfcg2f/iC/Nf9Y+WypQ0DNLfXjJDstOkzaS/OYVqQnwfuIhvatBMpdcZqycVqY7BKN0bFilXfoWlpRWna9unQsTUJkAAJkAAJkAAJkAAJkAAJkAAJkAAJkEAJCFSxWE0vVQNeX6+WRx48Q05+ZnUJEEZ1kRWra/8p0mmXnK3wGTH4T3mz03ekkyNWzXud7H7/WZ99qtJt4etyUL9DpX22mW41z92K/lmQPZnXp12DNqZPN2NVpeYMOTEbZ3acLsiU/Y6IWPEiPo8ojIrHzGH312XGu/vK6GBbvfZZX0LBTD2YR30GsJKLK7Hgbtt/c+FUWXOgXQogXZ+Z/t5PlCmcaI2DzNfoOKJ5ZWmYNah/XvBqUJ4g6r0G/gph9yRAAiRAAiRAAiRAAiRAAiRAAiRAAiRQrQSqWKyKSK/fyKtnnSh7tywA/5dL5KorR8jE9QXcm/iWrFh962F5efcTrdqdurX+YZF+J+aIVZVkl108Vq4342RF4qfZbe8qwWwxajJUd6nfgu5krGYkni07s6JubdI+c0sBqBQMxKUZ7zsipr9/ZmrHygsSzMERq3HxqPC0xai5Z4f6PnMzVp35GGyZmMJqm/q25+fO6zuZ+rjKKEGfwVq1iT48Ldkaa03a+LnF8so+M3ZmdP38/ySdh+c+gxl21vOU+HlnQxIgARIgARIgARIgARIgARIgARIgARKoHQLVLVaxTkXI1bV//5XsfvPDDbjaKlanym/l/8m1O/4pUxPUiK5d5JH/94ochlIBMaUAckRcVpKttQ+ScjNCfWLVkpKYcI6YjO3TI1Zz+st9P08c+sRqRDy+zE+3T59YzT1cK7oubL7c1MzaQ7OlGTJiNXdtUtSazckCrc8cDnvY8tc4V6xGzS2WV+T6ZsRqfv8/ljUVf9hYA37psmsSIAESIAESIAESIAESIAESIAESIAESiCFQ/WI1TK5uWiLX//6PsnnPA6Vbm53koO/sK3t3cE5rt7M+G+RRqReruywdkJWpQ+UNbBk3klU88g6BONvd8ZLG6qu/mUSs5pQWyE42J2NVRV72vZw+PWI15+CoAsRqRDw+6dkoYjV7SFdGpmYzVj3PRVgWbOgj5M0ATbrGPpkbw1tEfDJey0bUx6nC1y41oK+dLhcfebdc/+cG+cJgpyRAAiRAAiRAAiRAAiRAAiRAAiRAAiRQ9QSahlj1yVWPNO12yKVyx7BT5YcdWmUXbrX874SjZVSDlQOwxGpW1ElOHU83K9KSbdYW9PBsRp8E1W3wEtT6dLfR5z21sbK2AcSqk7Fqx1Q+sZrhf9C79WI1Lpu4Pm773rsdxPZ7kimVgHIBida4dGI1J8s53AJn44vPsq36Tz9OgARIgARIgARIgARIgARIgARIgARIgASKINB0xKorV8OyUTv+TB695JcypANuaGh5ZIvVu832+xM+eUHW7rVvdpt17vt6SJQr80ovVh0JWHaxmhtP+cRqvgjPWQsfp+CLL6lY9ZUY8GWYpiwFsPvr9TVtQzJWc8SqlotYKDK6X72Ez0wnai5FfNrwVhIgARIgARIgARIgARIgARIgARIgARJoQgSalli15erX1uFJ7oL1u03ePX2AdJLV8sgNR8vJbzTUijriVA95ck6yr5d34QcVFV8KwJLI7tb0cojVTuHxFCpW0xw0lfjwKkvQR2f+ZrON7UO79LHKOTwq/FAs/xonPLwqgVhtH2TIWgei/fPA/EO+PIddNdRXCPslARIgARIgARIgARIgARIgARIgARIggWol0PTEqsrV07rI9CvGyvXelcmKpdZvyPX/frJc1mCr54hVPdAoEFxuxioCsetdZreLP9tF3h9+qLSH5PujyC+HR9VDtfuol5d64n1mqk6mbiOLVUQQFU8SsZo5uf479bVnXW4isiHJoWB71dfd3fDWw/Ly7idmSwFgO7+zFrE1eZ321nOVG0vaNc7v1+4vEa+cw7Q8ZQgsDiZsq0xBg315sGMSIAESIAESIAESIAESIAESIAESIAESqGICTVOsYkE6dpFu61fLyiix+unD8t1f/SqkTRWvKkMnARIgARIgARIgARIgARIgARIgARIgARIgARJoUAJNV6xGYstkrHZ44Wg55P7VDQqYnZMACZAACZAACZAACZAACZAACZAACZAACZAACTQ9ArUpVjteI//4xU5y28VhpQKa3kJzRiRAAiRAAiRAAiRAAiRAAiRAAiRAAiRAAiRAAqUjUJNitdvpD8iDmy6WQx5ktmrpHiX2RAIkQAIkQAIkQAIkQAIkQAIkQAIkQAIkQAK1Q6AGxeqh8ovj95b/ffRu1latneecMyUBEiABEiABEiABEiABEiABEiABEiABEiCBkhKoPbEaeahVSdmyMxIgARIgARIgARIgARIgARIgARIgARIgARIggSZKoPbEahNdSE6LBEiABEiABEiABEiABEiABEiABEiABEiABEig8QhQrDYea45EAiRAAiRAAiRAAiRAAiRAAiRAAiRAAiRAAiTQRAhQrDaRheQ0SIAESIAESIAESIAESIAESIAESIAESIAESIAEGo8AxWrjseZIJEACJEACJEACJEACJEACJEACJEACJEACJEACTYQAxWoTWUhOgwRIgARIgARIgARIgARIgARIgARIgARIgARIoPEIUKw2HmuORAIkQAIkQAIkQAIkQAIkQAIkQAIkQAIkQAIk0EQIUKw2kYXkNEiABEiABEiABEiABEiABEiABEiABEiABEiABBqPQNnFauNNlSORAAmQAAmQAAmQAAmQAAmQAAmQAAmQAAmQAAmQQOkIbL+5i7Rt21aaNWuWutNmH330UV3au+rq6mTjxo3yeevVsk/Hw9LezvYkQAIkQAIkQAIkQAIkQAIkQAIkQAIkQAIkQAIkUFYCb6x/TihWy7oEHJwESIAESIAESIAESIAESIAESIAESIAESIAESKDaCFCsVtuKMV4SIAESIAESIAESIAESIAESIAESIAESIAESIIGyE6BYLfsSMAASIAESIAESIAESIAESIAESIAESIAESIAESIIFqI0CxWm0rxnhJgARIgARIgARIgARIgARIgARIgARIgARIgATKToBitexLwABIgARIgARIgARIgARIgARIgARIgARIgARIgASqjQDFarWtGOMlARIgARIgARIgARIgARIgARIgARIgARIgARIoOwGK1bIvAQMgARIgARIgARIgARIgARIgARIgARIgARIgARKoNgIUq9W2YoyXBEiABEiABEiABEiABEiABEiABEiABEiABEig7AQoVsu+BAyABEiABEiABEiABEiABEiABEiABEiABEiABEig2ghQrFbbijFeEiABEiABEiABEiABEiABEiABEiABEiABEiCBshOgWC37EjAAEiABEiABEiABEiABEiABEiABEiABEiABEiCBaiNAsVptK8Z4SYAESIAESIAESIAESIAESIAESIAESIAESIAEyk6AYrXsS8AASIAESIAESIAESIAESIAESIAESIAESIAESIAEqo0AxWq1rRjjJQESIAESIAESIAESIAESIAESIAESIAESIAESKDsBitWyLwEDaGwCmzZtkjVr1sinn34qW7dubezhOV4NEmjevLnssMMO0rlzZ2nTpk0NEuCUK4EAP/sqYRVqKwZ+9tXWenO2JEACJEACJEACJFCLBChWa3HVa3jOEAtvvfWW7LrrrkZw4T99vEigoQlA4OPZW7duney1116Uqw0NnP3nEeBnHx+KchDgZ185qHNMEiABEiABEiABEiCBxiRAsdqYtDlW2QksX75ctttuO+nQoYNss8020qxZs7LHxACaPoG6ujr55ptv5OOPP5YvvvhCevTo0fQnzRlWFAF+9lXUctRMMPzsq5ml5kRJgARIgARIgARIoGYJUKzW7NLX5sRffvllkzHYqlWrIFuVcrU2n4XGmjXEAi5kbn355ZcmY/qggw5qrOE5DgkYAvzs44PQ2AT42dfYxDkeCZAACZAACZAACZBAOQhQrJaDOscsG4GXXnpJDjjgAGnZsiWzVcu2CrU5MCTD119/La+++qocfPDBtQmBsy4bAX72lQ19zQ/Mz76afwQIgARIgARIgARIgASaNAGK1Sa9vJycSwByoXfv3tKiRQvCIYFGJwCxunTpUorVRifPAfnZx2egnAT42VdO+hybBEiABEiABEiABEigIQlQrDYkXfZdcQQoFypuSWoqoC1btsiSJUsoVmtq1Stjsvzsq4x1qNUo+NlXqyvPeZMACZAACZAACZBA0ydAsdr015gztAhQLvBxKCcByoVy0q/tsfnZV9vrX+7Z87Ov3CvA8UmABEiABEiABEiABBqKAMVqQ5FlvxVJgHKhIpelZoKiXKiZpa64ifKzr+KWpKYC4mdfTS03J0sCJEACJEACJEACNUWAYrWmlpuTpVzgM1BOApQL5aRf22Pzs6+217/cs+dnX7lXgOOTAAmQAAmQAAmQAAk0FAGK1YYiy34rkgDlQkUuS80ERblQM0tdcRPlZ1/FLUlNBcTPvppabk6WBEiABEiABEiABGqKAMVqTS03J0u5wGegnAQoF8pJv7bH5mdfba9/uWfPz75yrwDHJwESIAESIAESIAESaCgCFKsNRTas3/Wz5cJjJsuCkPdH3LVYLjqw0KCWyg19xshMESmun0LHr/z7SiMX1svccefJtH945nvURHlg7P6yfs54OW/GsnAg3z1DbrlI5KZzp4m/1WCZ+MAZsr/p4e8y7eRJMjcC7+DxD8gZvaL4Z2L+1ylx7Sp/Das5wlqVCx8+eqEMnhT2qSfSf+JcufH4nUREP8P6y4QnbpShHat5tSsr9lJ89o0/+WT/5xU+z6YMlo7ZzyqJ+zx6f66M9332ZT8/c8glaGs+b/86IBuDfXf2s7p75nNZwvoKbukpZ9x6pQzeJWLttA9frMFt/Lx1CdbqZ19lfQowGhIgARIgARIgARIggYYgQLHaEFRD+6wXnzJquiy+oN6E1YuHYoQCxWrccpZCLvz9rpNl0lO2+MyOmv0Pt4y+RS6Qm0L+o29FaNo/KwM8/5HPjKH/yc+I1VhZETF5Fb3xAjaOIN8vhkCtyoXg863fBJl701CBQjXXKzdIn7H4UZD+MIhitZjnK+reUnz2jT95vOfzKvuDHyMaJf6zauk0OfnKudJz9C1y5RDbnGf7CSQtPHuytpJKrPo/c5Nyz3w2o3W4hOXnbT7NWv3sS/pcsR0JkAAJkAAJkAAJkED1EqBYbdS1ixCfQSYrxWpDLkkp5IL5j7VkM6Bygs1kKT37g+LFKrqtF7iHyguFilUnQ4titfRP15QpU2TJkiU5Hffu3VvGjRuXN1ityoVQsRpkqFKslv7JzO2xFJ99frGa/awyn4kxYtX64VOuVNVYLUk7dLXJasUPquLa3tLl/hQZq8WIVf0h10SRKyfJCje2Gvu85WdfQ3/Vsn8SIAESIAESIAESIIFqIECx2qir9KHMvmCwTF4o4masumEsvamPjLknP7j6LbO52V6m5agRMuKemZlSAJePkJnXZDLBcq4gYyw8e7ZRkTTyYKWQC5lspO7WVv38SYRvTbXaRmSsolX9OEWI1WC44rNeG3mpqmY4SFUIBvuCVIVcdS+K1dyM1fpM/REyffFF0sspBdD9/vjPwZzPyn4jZITMlJkLs6J2Ny29Uv8Dq6A9dg0cPi/ImG3qn5Ol+OzzitWsTOxutv/HfM7ktPV/iQc/uMqK1Uy/0W0bTayaDFoxn/0dQ7NkEWttfN7ys69q/plioCRAAiRAAiRAAiRAAg1IgGK1AeGGdm1tf9U2dk1Ub1kAd8tsIAzq6xPagqGLiKwWX+3CeKlbDiSNNWYp5EImVqfuqVNvL67Gqskc7RxeCsAnVkNrrNpbZ0NB1sZ/9BvrOXLHsTO3wrJVcU/Ni9WQBar//KsvBXDxxSLXX4+6rFYWv/M5OPIdrd2aafOD5+truZo+o8TqSaOl/0MzTL3r/Bqv/z979x8fRX3ve/wdLu5BiFFBBQQDtHAqkVOF0lJAqoKtRsVoW9pyQU4TrGApKEfFKyqHWsSLHqpC0aASThGKllOVolKr4E9AHqVCvTFeCxWIP+Dgw9yWLpquGO5j9ufs7/1uZpOdySv/qMl3vvOd52ec3X3vd77jveukE9e+tGusRq9/bghW061rLSnjuqn2mbmR9VrTzX7tONdbrn3t9arDfhFAAAEEEEAAAQSKRYBgtQgqET/j6nY9duFm/cB60EvceoQJywikCAxiD36RQsFq/LICcTO1bOu7FgFBmw3BiXAh5WDDawFG1t0buiPdw1RsWzNjtc3qXugd2WdupZutSrCaeE2zRGLXtVC4+UH4AXyjFQ1WM1wHo8Fqipn4uQerHeM66cS1L+NSAHutB1j10YZMy5Y4OmM19mCqNpmxmnS9ji39krxUQccJVrn2FfrVhf4RQAABBBBAAAEEil2AYLVoKhQLGL5TPVq/WZn+CdrpAoPkYDXNwSU8OKtoCNpgIE6EC5mGGbmNNf0HfYLVNihzu+wishxAqrVVIwPq8DNWEx9eJSl+/dUBenR4jVarLYPVjnGddOLaly5YVTR0/IHen5HhQXuOBquh8NJa5zT9wwJj4euvr842yzTzZSPtXQgp7xjoOMGqpca1r11ectgpAggggAACCCCAQJEIEKy2ZSEit7GmCBfsoWg0WE3ZLjzglA+7ioWzqWastuWhFuu+nAgXVnzvNvVdtkAXnZp8lE4Gq448vCo6xI71Qb89zr/IA6xSra1KsBq+Rb8og9XWPDCwPc60/PbpxLXPqWA1lwdS/TrNw6uCAecHP1Dwy6uV0tRlCxS8QyD87/HXZdvDsFoVrKaZnZo2KO5Y11uuffn9P8lWCCCAAAIIIIAAAt4QIFhtyzpG1wdM8UE+GpRKsRmrqdYWDD/kxdY+sj5gbG3WyFIAqdcOtK/n2paHXwz7ciJcWPG97yU/DTp4cLncmmpTyLAUQChU/edgaHDRqU58SHeij2KooLvHwIzV+IdXSbYH+gVD1xQzVh1ZYzXxYVaSsqyx6rXrpBPXvnTBamg2pxVyZpmxav3vG1425Z+rf6H4W+jDIah9BmiKtoc+OqRD63+iO34vBdeqDj/YKv6aae0oRX9Zll9Je3VJu13CjFi+yEpL2FGvfe5+xWL0CCCAAAIIIIAAArkIEKzmouRgG3v4marbSEgat+5qtGHkydnhXyQ+BMv+ROybJ2v1otVJu0h+SIz3HtKSqVxOhAuh217TPAAlHAooGDT8Of1QrHbXS0vS9aOLgk+eHhLsIeFBWSl6tQcMqXdKsOrg/8Z5d9VRw4Vs1z0pcm2LPbzKehjVgMeGq2ZVMnfsYVNS6mtlOEg9R1LcdXK0Jk+RVq/aIllLonxjs4Zf3TGuk05c+9I+vEqRkDPDtcoemKa7hqZ6eFTKtv+sqdUDtGLlc3EPnEq6XT+xv0zX7uBpFvkyK/6cC4a2wTVkL9JpCadjaJ8DbNfr2DVbtuA374uGRzbsqNc+j5SPw0AAAQQQQAABBBDIIECwyunRoQScCBc6FBgH66gA4YKjnCk6S3jInxWs8hMU4NrHidCeAlz72lOffSOAAAIIIIAAAggUUoBgtZC69F10AoQLRVeSDjUgwoVCl5tgNZ0w175Cn3v0n0mAax/nBwIIIIAAAggggIBXBQhWvVpZjiulAOECJ0Z7ChAuFFqfYJVgtdDnGP3nI8C1Lx81tkEAAQQQQAABBBBwgwDBqhuqxBgdEyBYdYySjvIQIFzIA41NHBHg2ucII53kKcC1L084NkMAAQQQQAABBBAoegGC1aIvEQN0UoBwwUlN+jIVIFwwFaO9UwJc+5ySpJ98BLj25aPGNggggAACCCCAAAJuECBYdUOVGKNjAoQLjlHSUR4ChAt5oLGJIwJc+xxhpJM8Bbj25QnHZggggAACCCCAAAJFL0CwWvQlYoBOChAuOKlJX6YChAumYrR3SoBrn1OS9JOPANe+fNTYBgEEEEAAAQQQQMANAgSrbqgSY3RMgHDBMUo6ykOAcCEPNDZxRIBrnyOMdJKnANe+POHYDAEEEEAAAQQQQKDoBQhWi75EDNBJgZ07d+qss86Sz+dzslv6QiAngUAgoLfeektDhw7NqT2NEHBKgGufU5L0k48A17581NgGAQQQQAABBBBAwA0CBKtuqBJjdEzgL3/5i0pLS3XaaaeppKTEsX7pCIFsAseOHdOhQ4fk9/v1xS9+MVtz/o6AowJc+xzlpDMDAa59Blg0RQABBBBAAAEEEHCdAMGq60rGgFsj8Mknn+idd95Rnz591KNHD3Xq1ImAtTWgbJtVwAoVWlpa9PHHH+uDDz7Ql770JXXt2jXrdjRAwEkBrn1OatJXLgJc+3JRog0CCCCAAAIIIICA2wUIVt1eQcZvLGAFDAcOHNDhw4eDgRc/CBRawArwy8rK1Lt3b0LVQmPTf1oBrn2cHG0twLWvrcXZHwIIIIAAAggggEBbCxCstrU4+0MAAQQQQAABBBBAAAEEEEAAAQQQQAAB1wsQrLq+hBwAAggggAACCCCAAAIIIIAAAggggAACCLS1AMFqW4uzPwQQQAABBBBAAAEEEEAAAQQQQAABBBBwvQDBqutLyAEggAACCCCAAAIIIIAAAggggAACCCCAQFsLEKy2tTj7QwABBBBAAAEEEEAAAQQQQAABBBBAAAHXCxCsur6EHAACCCCAAAIIIIAAAggggAACCCCAAAIItLUAwWpbi7M/BBBAAAEEEEAAAQQQQAABBBBAAAEEEHC9AMGq60vIASCAAAIIIIAAAggggAACCCCAAAIIIIBAWwsQrLa1OPtDAAEEEEAAAQQQQAABBBBAAAEEEEAAAdcLEKy6voQcAAIIIIAAAggggAACCCCAAAIIIIAAAgi0tQDBaluLsz8EEEAAAQQQQAABBBBAAAEEEEAAAQQQcL0AwarrS8gBIIAAAggggAACCCCAAAIIIIAAAggggEBbCxCstrU4+0MAAQQQQAABBBBAAAEEEEAAAQQQQAAB1wsQrLq+hBwAAggggAACCCCAAAIIIIAAAggggAACCLS1AMFqW4uzPwQQQAABBBBAAAEEEEAAAQQQQAABBBBwvYDrg9UlbyzRS++9pM9aPnN9MUwP4LhOx+n8M87XrGGzTDelPQIIIIAAAggggAACCCCAAAIIIIAAAgi0QsDVwaoVqm4/uF0lnUpUUlLSCgZ3bnrs2DEdazmmEb1GEK66s4SMGgEEEEAAAQQQQAABBBBAAAEEEEDApQKuDla/vf7b6vpPXTtkqBo536xw9ZN/fKInqp5w6SnIsBFAAAEEEEAAAQQQQAABBBBAAAEEEHCfgKuD1fFPjtdJXU9yn7rDI/7rJ3/Vhis3ONwr3SGAAAIIIIAAAggggAACCCCAAAIIIIBAOgGCVQ+cGwSrHigih4AAAggggAACCCCAAAIIIIAAAggg4CoBglVXlSv1YAlWPVBEDgEBBBBAAAEEEEAAAQQQQAABBBBAwFUCBKuuKhfBqgfKxSEggAACCCCAAAIIIIAAAggggAACCHhAgGDVA0VkxqoHisghIIAAAggggAACCCCAAAIIIIAAAgi4SoBg1VXlSj1YglUPFJFDQAABBBBAAAEEEEAAAQQQQAABBBBwlUAHDVav1qKLztPpwVJ9qJefu1mPuKps8YMlWHVx8Rg6AggggAACCCCAAAIIIIAAAggggIArBQhWcw5WL9Et4yaqorO9zp+o4f9O013727f2BKvt68/eEUAAAQQQQAABBBBAAAEEEEAAAQQ6ngDBak7BajhUVYPWbrpLz0bOkyGL9GgftfuMV4LVjvc/LkeMAAIIIIAAAggggAACCCCAAAIIINC+AgSrOQSrV5/7qM77p4RQ1apbv1u0/MyT9IfgUgLW8gKD9Nemk1TR/a96+f/+VV89s0Jdo/WNX3Ig2Ge38B+Pxvq2fj/oHw06qXuF/vrBVbq5PvsJQrCa3YgWCCCAAAIIIIAAAggggAACCCCAAAIIOCnQQYJV+5qq2fiS11y1ws6v/mOtpv0hOlc1RSehfZzUZLU73fbvoW2CQape1lWvPSJZM11P2h36d4Vmw/Y/HOo/bYibYdgEq9lqyt8RQAABBBBAAAEEEEAAAQQQQAABBBBwVoBgNcmzNcHqV/XX4JqrVsga+ffQDi756nJN/Kc/hMPU+J1af6vS+miwmj3Ejd+eYNXZ/ynoDQEEEEAAAQQQQAABBBBAAAEEEEAAgWwCBKuOBquDtDu6LMB5Oj2x7yPhGauR3wfXaA21+iQ40zU0Y3XQX3NbAiDSDcFqttOcvyOAAAIIIIAAAggggAACCCCAAAIIIOCsQAcJVhPR7EsDJM9QTWqdbo3V4Lqq9lmq9mA1fsaqvc/o+qrhoDVxxirBqrMnOb0hgAACCCCAAAIIIIAAAggggAACCCDgtADBag4Pr4qsg1qhhAdYBWecnqSG6O3/8TNWQ+utWmushtZRPem/QzNR49ZbDYazkbVZmbHq9AlOfwgggAACCCCAAAIIIIAAAggggAACCBRCgGA1p2DVog+FoxWd48vw4QeR2/atgDQSrErqd4uWn1mhrpHmccsAJMyY/UA6LxzQfnQGSwEU4kSnTwQQQAABBBBAAAEEEEAAAQQQQAABBJwUIFjNOVh1kt3Zvlhj1VlPekMAAQQQQAABBBBAAAEEEEAAAQQQQCCbQMeHs0wAACAASURBVAcNVrOxuOvvBKvuqhejRQABBBBAAAEEEEAAAQQQQAABBBBwvwDBqvtrKIJVDxSRQ0AAAQQQQAABBBBAAAEEEEAAAQQQcJUAwaqrypV6sASrHigih4AAAggggAACCCCAAAIIIIAAAggg4CoBglVXlYtg1QPl4hAQQAABBBBAAAEEEEAAAQQQQAABBDwgQLDqgSIyY9UDReQQEEAAAQQQQAABBBBAAAEEEEAAAQRcJUCw6qpypR4swaoHisghIIAAAggggAACCCCAAAIIIIAAAgi4SoBg1VXlIlj1QLk4BAQQQAABBBBAAAEEEEAAAQQQQAABDwi4Olj99vpvq+s/dVVJSYkHSpHfIRw7dkyf/OMTPVH1RH4dsBUCCCCAAAIIIIAAAggggAACCCCAAAIIGAu4Olhd8sYSbT+4XSWdSjpkuGqFqsdajmlErxGaNWyWcfHZAAEEEEAAAQQQQAABBBBAAAEEEEAAAQTyE3B1sGodshWuvvTeS/qs5bP8BFy81XGdjtP5Z5xPqOriGjJ0BBBAAAEEEEAAAQQQQAABBBBAAAF3Crg+WHUnO6NGAAEEEEAAAQQQQAABBBBAAAEEEEAAATcLEKy6uXqMHQEEEEAAAQQQQAABBBBAAAEEEEAAAQTaRYBgtV3Y2SkCCCCAAAIIIIAAAggggAACCCCAAAIIuFmAYNXN1WPsCCCAAAIIIIAAAggggAACCCCAAAIIINAuAgSr7cLOThFAAAEEEEAAAQQQQAABBBBAAAEEEEDAzQIEq26uHmNHAAEEEEAAAQQQQAABBBBAAAEEEEDAxQKHDx9u9ejLyspa3Uc+HRCs5qPGNggggAACCCCAAAIIIIAAAggggAACCCDQagGCVUPCY8eOye/360iXDzT4tJGGW9McAQQQQAABBBBAAAEEEEAAAQQQQAABBLwgQLBqWEWCVUMwmiOAAAIIIIAAAggggAACCCCAAAIIIOBBAYJVw6ISrBqC0RwBBBBAAAEEEEAAAQQQQAABBBBAAAEPChCsGhaVYNUQjOYIIIAAAggggAACCCCAAAIIIIAAAgh4UIBg1bCoBKuGYDRHAAEEEEAAAQQQQAABBBBAAAEEEEDAgwIEq4ZFJVg1BKM5AggggAACCCCAAAIIIIAAAggggAACHhTIFqz+9re/1eWXX57xyMvKytpF5u1D29StuY9KS0tVUlJiPIaSpqamY6ZbEayaitEeAQQQQAABBBBAAAEEEEAAAQQQQAAB7wlkClatUDXykylcJVj13nnBESGAAAIIIIAAAggggAACCCCAAAIIIIBABoF0wao9VM0WrhKscoq1WuDj316ni+7YIo26Xc8tqVKPVvdIBwgggAACCCCAAAIIIIAAAggggAACCBROIFWwmipUzRSuEqwWrj7t3PPHWj/rIv1sa8IwWht+Hlqv6y75mbZE+3lT9w2v0erW9tuOWm8uGa6aVdYAJqtux/X6cnAsEb/Ruv3ZedICy9L69/tVdVo7DpZdI4AAAm0qEL7GW1fIR3bo+nNCO49+oTalTjtmha6arf8J78vRPls/KnpAAAEEEEAAgY4uEHs/lCwR+Yxo//zIZ8a8z5hI3pDYQXvkDUnZR/ygIjmC/T1y9uOOnEv27CH7VrQonEC2NVZz2TPBai5KrmtjC1WjF6BUv3PgwIIXm72aGg0kHeizLbtIuHDHLoq8MLZlGdgXAggUq4D9g0TsDSDBarHWi3EhgAACCCCAgPMCkfdD8RNtou+H4iboOL/3DtOj7bP56HnP6f7LQ/fCRidCFdmX7wSr3jgzCVYN69hRHl4VvfAkfatjC1eti9IP9oZmn9odIxerXfdp+NWrbX8Jv4jINmP1NumOxO0j+wxeFDdLo7ZoS2TWbHt8y5TlHAm9GEqTp0irV22Rohfr9DNWz309vPRBtO9w2JDOjBmuhv+n0hwBBIpHIH6GRuRNblKwmmp2QbrXg1G3q+7CzaqxlpCR/QNKitkgCXdH7B01Wlu2Wtt9R9WjfqOVCXdlmM0YKB5lRoIAAggggAACxSyQOlhV9P2P9XnwKu0N3jFqvbeZqr2X1Cju03Q4KIzdLRk7Xt6/BOPT0J2w1rtDW6hq/SXxfWcs0I4Yhj+Pp3o/agtjk+wj7zNzyT6sJQ/j2o3W6HDWYdVv7CuRu2DDY7JlH3H7HTVao7du0RbC+KL5H55g1bAUHS1YTbwgJV2UbMHq5Eee04C60NIBo6+fLd13bzBwDV7kFQ5ZrYtDJEwdVa3vbF2p39gufHHfJKXrO+EiaVhCh5uHw1PZjit6gUsTrK4aq81TYkshfBBZRmDKrZq86k6tDocE0fC1CMNkhxHpDgEEPC0Q+yARevMYeuPaJ7K2dvDNqpLeCKd7PRg973YNuONnoTfNkZA0cWmZ8OvK1H0XhZZpSbGP6N+S3hBzW5WnT0cODgEEEEAAgXYRyGXGaixYrf7uFq38r3BA+PXXwpOZRmv2bOnee4OfskNL0EWDQJaciwWrWSwSbs+PfR6PnzgWl29YGUT5o6GJY8H3lX2iyybmln3Y84KEjMSq5s2TtXpRir7nPad5uiP0PJpwzZVyGcJ2OanZaViAYNXwVCBYTfi2Jxp+hi7skf/JYxeXFB9QoxeySLAau/DFfZOU0HfkQ3iqsNewjM41Dx+LgmGvohfX0DeGOa6xGvnWasq9un3P7GAwzTeOzpWInhBAoL0FbOtAPTtAK6y7FKbU6bn+K0JvEuNCz9xeD0KvNaN1+yNjtfnqFGt2J35BlWIfAx4LzQqIvqbEzRiJrJXd3nbsHwEEEEAAAQS8IWC2xmo0QE24dT15KaU0M2G9gWZ4FHlaRD+P24PVhHwjxeSuSC1yyz4yTcRK/vwf7dserEbOBd6zGp4XhW9OsGpoTLCaJlgNz/iJfNuT28Ulx2A13LfCs5uKKVhNvoUgfELFfYuV5uFVibcZhC+UibcXELIa/k9KcwQQKDKB+AX2I6Fo/PIpkRmrWYLVuNeayaqLBLVJM1YzzYqNf6OcjMWM1SI7gRgOAggggAACHhDIJfRLeEbHhwlL6yV9MW09/DOXfj3Al9MhGFqk+jwemdyVmG/Yg9WE2/5zyz5SBauxtV+jn/kT+04VrEZrznvWnE6LNmhEsGqI3NGCVeW8xmoBZ6wWbbAaW282eiFMu0bOPGlBaL2c2O0bUtC3Zq8uit5SYHsyNt9EGf7fSXMEEChOgcQnlybM2DCZsZpzsBoKaKNLqsTtI/sMhOJ0ZFQIIIAAAggg4F6BXEK/dA8/jn3u/E71aP1mpf25Hrn06141s5GnX2NVkcBy1O167MLN+kHw1voUn8fT3ZE77zlFl5GytrOF3E4EqxddLD33u/DR2vsmWDU7BdqpdSRY3bVrl/EIzjnnnOA2ZWVlxts6scHbh7apW3MflZaWqqSkxLjLkqampmOmW3WUYFWyPaQqGq6m+J3tW56CrbFarMGq7eL8nLUQdfBksoetkTVn42esRoPV4HGdq9eCC5RL+m61Rv/Xytgi1NFvq/gmyvT/U9ojgEAxCSQGq7Y7H8JvTHNeYzXnYDV0i3/qNVYTZqwmvMbEHkBYTIaMBQEEEEAAAQTcLZBLABr5LPlVXTb8D3p6R+QW8VhgGA1WWWM19elgyyfsd7raH84dDVYTP48nPJw7cY3VtGv35/R8mRRrrJ4efqi3pGiwmuK5AIlrrEafU8DDq4rmkkCwaliKjhOsxoeEcUz2WayZnpqXy5PxIg+ysu8g7inQsbXzim0pgMjFOf0TByNrpiYuBRCZvRo66NFTJkurVgcf9BV7oYyBsBSA4f+kNEcAgSITSA5W4768S1ovyjb8NK8HoWVnMi0FkKKPpNumbF8WRpvzRVaRnTwMBwEEEEAAAY8ImASro3V75IHH9qNPs3Sc1YTPjDaoVBlF8M+R93nx7wHtn8cn33O79t70s+Bn8+hPdJ3b+LuuJk+ZrNWrgo9T1e33DNDPbrL+PfITXt5K4fA06WGp8af15EfqpKtrgg9nDY7U3vez9yvybICErUIPMPPI/yFuPgyCVcPqdaxgNQecuIc3heZs8oMAAggggAACCCCAAAIIIIAAAgi4SoB8w1XlKpbBEqwaVoJgNQGMC4/hGURzBBBAAAEEEEAAAQQQQAABBBAoOgHyjaIriRsGRLBqWCWCVUMwmiOAAAIIIIAAAggggAACCCCAAAIIIOBBAYJVw6ISrBqC0RwBBBBAAAEEEEAAAQQQQAABBBBAAAEPChCsGhaVYNUQjOYIIIAAAggggAACCCCAAAIIIIAAAgh4UIBg1bCoBKuGYDRHAAEEEEAAAQQQQAABBBBAAAEEEEDAgwIEq4ZFJVg1BKM5AggggAACCCCAAAIIIIAAAggggAACHhQgWDUsKsGqIRjNEUAAAQQQQAABBBBAAAEEEEAAAQQQ8KAAwaphUQlWDcFojgACCCCAAAIIIIAAAggggAACCCCAgAcFCFYNi0qwaghGcwQQQAABBBBAAAEEEEAAAQQQQAABBDwoQLBqWFSCVUMwmiOAAAIIIIAAAggggAACCCCAAAIIIOBBAYJVw6ISrBqC0RwBBBBAAAEEEEAAAQQQQAABBBBAAAEPChCsGhaVYNUQjOYIIIAAAggggAACCCCAAAIIIIAAAgh4UIBg1bCoxRCsvvvuu4ajpjkCCCCAAAIIIIAAAggggAACCCCAAAIIOClwyimnBLvbtWuXcbfnnHNOcJuysjLjbZ3Y4O1D29StuY9KS0tVUlJi3GVJU1PTMdOtCFZNxWiPAAIIIIAAAggggAACCCCAAAIIIICA9wQIVg1rWgzBaiAQMBw1zRFAAAEEEEAAAQQQQAABBBBAAAEEEEDASYHm5uZgd8xYzVGVYDVHKJohgAACCCCAAAIIIIAAAggggAACCCDgYQGCVcPiEqwagtEcAQQQQAABBBBAAAEEEEAAAQQQQAABDwoQrBoWlWDVEIzmCCCAAAIIIIAAAggggAACCCCAAAIIeFCAYNWwqASrhmA0RwABBBBAAAEEEEAAAQQQQAABBBBAwIMCBKuGRSVYNQSjOQIIIIAAAggggAACCCCAAAIIIIAAAh4UIFg1LCrBqiEYzRFAAAEEEEAAAQQQQAABBBBAAAEEEPCgAMGqYVEJVg3BaI4AAggggAACCCCAAAIIIIAAAggggIAHBQhWDYvaoYLVFr/2vL5Ov96xXYGTK1V1aZWGds8N7KOX79YfV7+tz+3Nuw3WGXPm6Mun59ZHUqsWvxrrX9X23Xv01rtv6cAJZ2lEn4EaOmyMhvYpzbNTNkMAAQQQQAABBBBAAAEEEEAAAQQQQMBcgGDV0KzDBKstB7Xpoela+IE/JtRphG788Z2q7Jkd7Z0HKvXnfRep+xd80cbNOzfos8tW6uLxvbJ3kNCi6c01WvjkSu08mnrT0lOrNX/KJA09ybhrNkAAAQQQQAABBBBAAAEEEEAAAQQQQMBYgGDVkKyjBKuBwztVt+wmrfskHsh35j1aP2moYnGppM8D+tuRz+Iavvfwd/X+Gb/QyItjIWqq30nHqWuZT8dlqMPBl25V9abtCkTadC7XwK7WCAI6eLhR0ejXIPg1LDvNEUAAAQQQQAABBBBAAAEEEEAAAQQQiBMgWDU8ITwfrLYc1MZV69X9imka0XmnapcmhKun3qB1syplXxFgT22V6jdEY09DUanLj3+liy89OeV2gYblmrZ2nRqtv3at1I3fm6bKL9pu+z/q157XluvOTRvDbSZo6expquhiPIxWbVC/bJSuWTNRD22dqSGZevrTUo26dm20xcQHt2rm2dZ/1mvpqGsU+4sU/FvvDbrhiru0LbHPSQ9p64yMe2rV8bAxAggg4LgA1z/HSekQAQQQQAABBFwmkPb9kMuOo5iHG2c8Urc8tVjjT0v9mVt8ri7mSrpmbASrhqXydLBqv/2/a5UWXjszKVztNaxWa64cGKdm3fb/9jOGkLbmXaanWR6gZY/WLJquOmvWbNfMgak9gC0fXquVVfFjzH90OWx5aINuWLRP/a1YdEokKE21nRWerlT/yIU9eMHfF7zQD1g3StfIFpba/hZ6EYj9fPzMUm396szwi0MO46MJAggg0O4CXP/avQQMAAEEEEAAAQTaWSD9+6HEz3ztPFD37t76bH7FPlWHJzx9/MwNGr/5fG1YPF49gpOZXtQF2SZDuffoGXk7CRCsGsJ7NlhNtaZqQri6vtMkLb6uOmk26GefHtEn8SsBGKl26tJNJ8StLRDevGG5KteuU0A+VV35lGYNS9UosquAtj96heb+OSB1mqCl/z5NFZ2MhpF34+DFel+1NvRfGfxn2pmkVli6qn/4om7t7mNtuGGhdHMoWH3xXHsom/CiGxndn5bqhvf/pxZf2iPv8bIhAggg0OYCXP/anJwdIoAAAggggECRCWR4P0Sw6kytrM/mCzXX9nnZ9rla1oQoaW4wZOUHAecECFYNLT0ZrMaFqj6NGDVT5bsWh9ZXjYSrLY062LVcvdLcYt/84Z+09z3T5QB86v7ls9Xz+NRFaNw4XdVb9+QelEaD2IGadU2tqs4wLG5eza1wdLz2WTNVg7ftx74dy9pdcKZr6MJ+YFkuwSrfsGU1pQECCLhDgOufO+rEKBFAAAEEEECgcAK290MEfQVits9gTViGQcphKb8CDYtuvSVAsGpYT88Fq4mh6rg6LTy/l/xvLFX1k+vVJMnXc65W/mSsYo+hSkb7aMO/aUvt24aag9W37uca3jP1Zg2PX6iZ9ZJSrOuacouPNmruksXaLmnCxBc0vcJwOPk0j7vVwBayBtdNTfNju6CPvHVD8Ns0a43WbDNWk799y2fAbIMAAgi0owDXv3bEZ9cIIIAAAgggUBQCKd4PFcW4vDaI4Gf1u6TwZ24lzBgOPifFvhyf146f42kzAYJVQ2pPBatpQlX7eqW+0tS3/yeyFSRY/c0lmrkrIJXN1MqbqlSerVbvrde0h5Zqj3yaNOlZ1ZyZbYPW/z24DMCdCY+WCi+Abf9bJECN22PwQv+Szg+vsZo5WGW2auurRQ8IIFA0Alz/iqYUDAQBBBBAAAEE2knA9n6IpQCcrEFowtNd28IPhE436SlhPVYnR0BfHUuAYNWw3p4JVh0MVS3CWLA6XoOf+bH0QKX2nrFSF3/tD/pdzXsakPS7B9SszDNWm165VROet+afnqu5N83XuLLMxfJvna+qja9JGqv5N8/VmFLD4ho3TzFDNcPFObIWa2wNVoM1Vq1v1167IP36rcZjZwMEEECg7QS4/rWdNXtCAAEEEEAAgeIUyPR+iGDVqZpZE5Ku0drwZKeMvRKsOoXe4fshWDU8BTwRrDocqhYqWNXhzZp/z0K9KqlXxT1aOXGo0j6+qnmnahffpHXNkvrM1frpY1XwXDVp8XFLIsNyAMFbPqSHIk8htP23Em9DCP5tn255arGsF1nrNoWV/UPLBvCDAAIIuE6A65/rSsaAEUAAAQQQQMBhgQzvh4Y4vKuO2l1yeB2TSLz1n6UAOupZ4vxxE6wamro+WC1AqFqwYFUBNTxeo5n1B62VXjViVK3mV5Ynh6vNjVpfN11LDlgPzyrXpEm1qjkzbQRrWPH0zdOFnZku5vFLB4yMBqdS+Js12+4mPrhVM4O3LdieZHiaY8OnIwQQQKBNBbj+tSk3O0MAAQQQQACBIhRI/36oCAfrwiEFw9I1iQOPfO6OLREQbDHyFm1YPF5MXXJhoYtsyASrhgVxdbBaoFC1cMGqpOYG1d47S+s+CRWqtGysJo++QiPOLFfpkUbt3PWUnnpjsxqOhgt5UrWWTpukioJPVzU8cWiOAAIIIIAAAggggAACCCCAAAIIIOApAYJVw3K6NlgtYKha0GDV6tzfoDUP36i6JmtGarofnyq6D1RDU4PUqUI1Exdq0pmkq4anN80RQAABBBBAAAEEEEAAAQQQQAABBHIUIFjNESrSzJ3BapM21dZo4Qf+0C314+q08PxeCjQs17S169Ro/bZ0khZfV62KLoYg4eaFeHhV3Eha/Nrz+hrVbVqv7QF7wOpT955Vmn7pJI3r06i6xbO0Jji7tVyVlQt146he+R0QWyGAAAIIIIAAAggggAACCCCAAAIIIJBBgGDV8PRwZbDqf00LF83XpuCxlmrMN2t14ynrNdOhUNXqteDBqr1OzX75w7f++7qUytfZ9sf/3qi5DyzW9hbrdz5VDP8P3TW+QqWdDAtNcwQQQAABBBBAAAEEEEAAAQQQQAABBAhWUwqUNDU1HTM9O1wZrDYsV+XadUp1I31rZ6pG/No0WM1SNPtMXKtp+YC5umvKWPWyB7Cmhac9AggggAACCCCAAAIIIIAAAggggAACNgFmrBqeDm4MVhs3Tlf11j1JR+pUqGp1HAtWL9DAtTOkh7+r98/4hUYO/YO2Xd+ovkm/+6WaNVh9636u4T0Ni5BD84Mv3arqTdujYbKv+zQtnTFBA305bEwTBBBAAAEEEEAAAQQQQAABBBBAAAEEsggQrBqeIu4LVv169ZErNH9//IE6GarGB6smoIULVqWAGh6frpn11gqyoZ8JE1/Q9AqT8dEWAQQQQAABBBBAAAEEEEAAAQQQQACB1AIEq4ZnhuuC1ZYG1f50ljZ2GaihfcdpxOCzdNYXBqq8u7NTN5u33a3fLXjRTNM3WgN/eZuGlJltlnPrloN69T/nav7eRqlzpebPvkFjCrWvnAdFQwQQQAABBBBAAAEEEEAAAQQQQAABLwgQrBpW0X3BakCBoz75nM1RU6o1Hzmif3xuAHpcN514vEH7PJsG/H4p8SFXefbFZggggAACCCCAAAIIIIAAAggggAACCFgCBKuG54HrglXD46M5AggggAACCCCAAAIIIIAAAggggAACCGQXIFjNbhTXgmDVEIzmCCCAAAIIIIAAAggggAACCCCAAAIIeFCAYNWwqASrhmA0RwABBBBAAAEEEEAAAQQQQAABBBBAwIMCBKuGRSVYNQSjOQIIIIAAAggggAACCCCAAAIIIIAAAh4UIFg1LCrBqiEYzRFAAAEEEEAAAQQQQAABBBBAAAEEEPCgAMGqYVEJVg3BaI4AAggggAACCCCAAAIIIIAAAggggIAHBQhWDYtKsGoIRnMEEEAAAQQQQAABBBBAAAEEEEAAAQQ8KECwalhUglVDMJojgAACCCCAAAIIIIAAAggggAACCCDgQQGCVcOiEqwagtEcAQQQQAABBBBAAAEEEEAAAQQQQAABDwoQrBoWlWDVEIzmCCCAAAIIIIAAAggggAACCCCAAAIIeFCAYNWwqASrhmA0RwABBBBAAAEEEEAAAQQQQAABBBBAwIMCBKuGRS2GYPXdd981HDXNEUAAAQQQQAABBBBAAAEEEEAAAQQQQMBJgVNOOSXY3a5du4y7Peecc4LblJWVGW/rxAZvH9qmbs19VFpaqpKSEuMuS5qamo6ZblUMwarpmGmPAAIIIIAAAggggAACCCCAAAIIIIAAAs4KHD58mGDVhJRg1USLtggggAACCCCAAAIIIIAAAggggAACCHhTgGDVsK4Eq4ZgNEcAAQQQQAABBBBAAAEEEEAAAQQQQMCDAgSrhkUlWDUEozkCCCCAAAIIIIAAAggggAACCCCAAAIeFCBYNSwqwaohGM0RQAABBBBAAAEEEEAAAQQQQAABBBDwoADBqmFRCVYNwWiOAAIIIIAAAggggAACCCCAAAIIIICABwUIVg2LSrBqCEZzBBBAAAEEEEAAAQQQQAABBBBAAAEEPChAsGpYVIJVQzCaI4AAAggggAACCCCAAAIIIIAAAggg4EEBglXDonaoYLXFr91bHtPa7dsU6H6Zvl11pYb1yA3s0IsL9fp/vqXP7c1Lz1K/W+dq2Om59ZHUqsWv/W++rG3v/Fn1f6nXhycM0ci+/6yvfPU8DetbmmenbIYAAggggAACCCCAAAIIIIAAAggggIC5AMGqoVmHCVZbDuj5ZVN1x/v+mFCnr+vm6+7WZb2yo729ZJwa9laqx0BftHHzH9crcPkaXX5FDh0k7KJp1yr9dN0jeuNo6n2Xnnq17pw6RcNOzj42WiCAAAIIIIAAAggggAACCCCAAAIIINBaAYJVQ8GOEqwG/vaGHr7/ej12JB7IN/g+bfzhMMXiUkmfB/T//IG4ho21VdpfvlxjLomFqKl+J/lUeqJPx2Wow4FNczT5968ruofO/TSomzWCgA78bb+i0a9B8GtYdpojgAACCCCAAAIIIIAAAggggAACCCAQJ0CwanhCeD5YbTmgp+ueUI/vzNDIzm9o2b0J4eqpN2v9jZequ83tnWWV+tNT8cGqCWuXWet0+Xh7j7GtA/XLVPPo49pv/arbpbp54gxdNsh22/9Rv3a/vEw//f0z4Tbf14M3zdCQ401G0Pq2by4ZrppVk1W343p9OVN3u+7T8KtXR1tMfmSHrj/H+s83dd/wGsX+IkX/dmi9rrvkZ9oS3mr0vOd0/+U5rsnQ+kOjBwQQQMAZAa5/zjjSCwIIIIAAAgi4VyDt+yH3HlLRjjz4OXqvpkY/o2f4zF20B8HA3CBAsGpYJU8Hq/bb/7tdqbtnzk4KV3sPX6FfTxgUp2bd9v9/NhhC2pp3mZFmeYCW3Vq1YKoetmbNdsscmNoD2H5fW6HV34kfY/6jy2FL64K9YK8GWLFoTSQoTbWddSFfoQHP3q+q0yQFX1T36vZn79eAx4arRnXaMSscy0b/NlV7L6nR3kiYGnxx2KyxkT5yGB5NEEAAgfYX4PrX/jVgBAgggAACCCDQvgLp3w8FPx/y46DAx1o/6yL9bGts8lNwMlTKz9zhz+cO7p2uOpYAwaphvT0brKZaUzUhXH2i0xTdf8PVSbNBP/vUr4SVAIxU/8fxpSqLW1sgvHn9Mo179HEF5NO3Jzyr2cNTNYrsKqBtdZdoYsL+OwAAIABJREFUzjsBqdP39eCdMzSkk9Ew8m788W+v00X7puq5/iuC/4yGo4k9WmFp3QA9t6RKofmm1sX+Dum2ULC6+Rv2UDbyojtPWhBqE3qxTXgxznvUbIgAAgi0oQDXvzbEZlcIIIAAAgggUJQCGd4PEaw6WzHrM/odGqsBd+zV2PCMVStYTf2Zm2DVWf2O1xvBqmHNPRmsxoWqPo0cM1v93lgUWl81Eq627NeBrv3UO80t9s0f7tTuRtPlAHw65eyhafvc//RUTX51d+5BaTSIHaTZM1bo2+WGxc2reeibsL3WTNXTE281yNJhcKarNG9JlT7IcJE/93XrRWFe6Pb/pBfjvAbNRggggED7CnD9a19/9o4AAggggAAC7S9gez/EQm9OlsOajLRZY3eM1ebgP0PL9RGsOmlMX3YBglXD88FzwWpiqPqtR3X3uN7y77hXk9Y9qSZJvl7ztHr2heqdwerQUzP10rIGQ80Kla9eqq/3TL1Z/Zpv6No3JaVY1zXlFh89ozn/sUjbJP3gqlc0Y4jhcPJpHrduiy1kDa6bmubHtq5OZL3UjBf5D+PXZdUU25IB+YyZbRBAAIH2EuD6117y7BcBBBBAAAEEikUgxfuhYhmaF8YR+2wdCVgJVr1Q12I+BoJVw+p4KlhNE6ra1yv1nZD69v9EtoIEq49fqGvfCEgnztbquVeqX7ZaNT6pmmX3ard8mvLDF/Sjwdk2aP3fg8sA3BF5rFS4v3Dwaf9bygdO2dZLTbsUwKqx2jzlZxqQ8JArRf+79cdADwgggECbC3D9a3NydogAAggggAACRSbA8zOcL4gVWr8yNrw8H8Gq88D0mEqAYNXwvPBMsOpgqGoRxoLVKv3L87OkJeO0u3yNLh+5Xb+dvF+Dkn63RM3KPGO16cU5qvrd65K+oXlzF+ibJ2Yulv/V21T59CuSLtSC2+bpvBMMi2vcPMUM1aQnD8Y6jazFGluDNYc1Vq1gtTa0XEDk9hDrG7gV/Z8LLQ3ADwIIIOACAa5/LigSQ0QAAQQQQACBggpkej/EGqvO0AcfULUqua/Jj+zQ2FdYY9UZZXpJFCBYNTwnPBGsOhyqFipY1d9e0G0L79DLknoPuU+rrxqmtI+v+vQNLVt0vR77VFLfedo480KVGtbWuHnK9U4zLAcQvOVDqguv8RJcLzX830r3hMLgjNXNGvtsZEHtUP+bLyRYNa4XGyCAQPsJcP1rP3v2jAACCCCAAALFIZDh/ZC1Big/Tgskz1itkW1ZvWA99ur26Gdtp/dPfx1FgGDVsNKuD1YLEKoWLFhVQPVrrtK1bx6wVnrVyDErtOCyfsnh6qf79cRDU3Xvh9bDs/ppyg9X6EeD00awhhVP3zzdzNHkbyJjfcQvHTDadhG3Lvo1Wm3bnfWt2vXnSEnLDbDGqmM1pCMEEGg7Aa5/bWfNnhBAAAEEEECgOAXSvx8qzvG6e1TxwaqU/jO3u4+T0be3AMGqYQVcHawWKFQtXLAq6dO3tOyea/XYkVChSk+8UP865jsaWdFPJxzZrz/+8Td6YscLqj8aLuTJV+vBGVM0pODLABieODRHAAEEEEAAAQQQQAABBBBAAAEEEPCUAMGqYTldG6wWMFQtaLBqdf73t7Tqwev08MfWjNR0Pz4N6TFI9R+/JXU6Sz+aco+mDC74YgCGZw/NEUAAAQQQQAABBBBAAAEEEEAAAQS8IkCwalhJdwarTXp+6WTd8b4/dEv9tx7V3eN6K1C/TDWPPq791m9PmKL7b7haQ443BAk3L8TDq+JG0uLX7i2/1MO/f1LbAvaA1afuva7UTy7/V33zjP16+H9fq1XB2a39dNlld+vmMb3zOyC2QgABBBBAAAEEEEAAAQQQQAABBBBAIIMAwarh6eHKYPXvr+iOBbfp+eCxluq8i1fof536hKY7FKpavRY8WLXX6VO//OFb/33Hl8rX2fbHg89ozv2LtK3F+p1PQ752v+658iyVdjIsNM0RQAABBBBAAAEEEEAAAQQQQAABBBAgWE0pUNLU1HTM9OxwZbBav0zjHn1cqW6kb+1M1YhfmwarWYpmn4lrNe33xXm6p+ZC9bYHsKaFpz0CCCCAAAIIIIAAAggggAACCCCAAAI2AWasGp4ObgxW9z89VZNf3Z10pE6FqlbHsWB1nL70X7Ok2irtL1+uMV/Zrldn7Fe/pN/VqVkVKl+9VF/vaViEHJof2DRHk3//ejRM9vWYodrrv69Bvhw2pgkCCCCAAAIIIIAAAggggAACCCCAAAJZBAhWDU8R9wWrfr384CW6bV/8gToZqsYHqyaghQtWpYDq10zVtW9aK8iGfn5w1SuaMcRkfLRFAAEEEEAAAQQQQAABBBBAAAEEEEAgtQDBquGZ4bpgteUtLbv1Wj19/CB9pe+39PUhQ/QvXxykfj2cnbrZvGWhfjt/k5mmb4y+9Kv5OvtEs81ybt1yQC8/Mke3/WW/1PlSLZhzs84r1L5yHhQNEUAAAQQQQAABBBBAAAEEEEAAAQS8IECwalhF9wWrAQWO+uRzNkdNqdbs9+vTzw1AfaU6+XiD9nk2DfzdLyU+5CrPvtgMAQQQQAABBBBAAAEEEEAAAQQQQAABS4Bg1fA8cF2wanh8NEcAAQQQQAABBBBAAAEEEEAAAQQQQACB7AIEq9mN4loQrBqC0RwBBBBAAAEEEEAAAQQQQAABBBBAAAEPChCsGhaVYNUQjOYIIIAAAggggAACCCCAAAIIIIAAAgh4UIBg1bCoBKuGYDRHAAEEEEAAAQQQQAABBBBAAAEEEEDAgwIEq4ZFJVg1BKM5AggggAACCCCAAAIIIIAAAggggAACHhQgWDUsKsGqIRjNEUAAAQQQQAABBBBAAAEEEEAAAQQQ8KAAwaphUQlWDcFojgACCCCAAAIIIIAAAggggAACCCCAgAcFIsFqaw6trKysNZvnve3bh7apW3MflZaWqqSkxLifkqampmOmWxGsmorRHgEEEEAAAQQQQAABBBBAAAEEEEAAAe8JEKwa1pRg1RCM5ggggAACCCCAAAIIIIAAAggggAACCHhQgGDVsKgEq4ZgNEcAAQQQQAABBBBAAAEEEEAAAQQQQMCDAgSrhkUlWDUEozkCCCCAAAIIIIAAAggggAACCCCAAAIeFCBYNSxqMQSr7777ruGoaY4AAggggAACCCCAAAIIIIAAAggggAACTgqccsopre6Oh1e1mtCsg0AgYLYBrRFAAAEEEEAAAQQQQAABBBBAAAEEEEDAUYHm5uZW90ew2mpCsw4IVs28aI0AAggggAACCCCAAAIIIIAAAggggIDTAgSrhqLFsBQAwaph0WiOAAIIIIAAAggggAACCCCAAAIIIICAwwIEq4agBKuGYDRHAAEEEEAAAQQQQAABBBBAAAEEEEDAgwIEq4ZFJVg1BKM5AggggAACCCCAAAIIIIAAAggggAACHhQgWDUsKsGqIRjNEUAAAQQQQAABBBBAAAEEEEAAAQQQ8KAAwaphUQlWDcFojgACCCCAAAIIIIAAAggggAACCCCAgAcFCFYNi0qwaghGcwQQQAABBBBAAAEEEEAAAQQQQAABBDwoQLBqWNQOFay2+LXn9XX69Y7tCpxcqapLqzS0e25gH718t/64+m19bm/ebbDOmDNHXz49tz6SWrX41Vj/qrbv3qO33n1LB044SyP6DNTQYWM0tE9pnp2yGQIIIIAAAggggAACCCCAAAIIIIAAAuYCBKuGZh0mWG05qE0PTdfCD/wxoU4jdOOP71Rlz+xo7zxQqT/vu0jdv+CLNm7euUGfXbZSF4/vlb2DhBZNb67RwidXaufR1JuWnlqt+VMmaehJxl2zAQIIIIAAAggggAACCCCAAAIIIIAAAsYCBKuGZB0lWA0c3qm6ZTdp3SfxQL4z79H6SUMVi0slfR7Q3458FtfwvYe/q/fP+IVGXhwLUVP9TjpOXct8Oi5DHQ6+dKuqN21XINKmc7kGdrVGENDBw42KRr8Gwa9h2WmOAAIIIIAAAggggAACCCCAAAIIIIBAnADBquEJ4flgteWgNq5ar+5XTNOIzjtVuzQhXD31Bq2bVSn7igB7aqtUvyEaexqKSl1+/CtdfOnJKbcLNCzXtLXr1Gj9tWulbvzeNFV+0Xbb/1G/9ry2XHdu2hhuM0FLZ09TRRfjYbRqg/plo3TNmol6aOtMDcnU05+WatS1a6MtJj64VTPPtv6zXktHXaPYX6To39Ju06ohszECCCDQtgJc/9rWm70hgAACCCCAQPEJ8NmuwDX5WBtuGK+7ttl2M/IWbVg8Xj0yfeYu8Kjo3tsCBKuG9fV0sGq//b9rlRZeOzMpXO01rFZrrhwYp2bd9v/2M4aQtuZdpqdZHqBlj9Ysmq46a9Zs18yBqT2ALR9eq5VV8WPMf3Q5bHlog25YtE/9rVh0SiQoTbWdFZ6uVP+nFmv8aZKCL6r7dMtTizVg3Shdo4e0dUY4lo38bcX5emnqXeofCWCtfV2xT9XZAtwchk0TBBBAoO0EuP61nTV7QgABBBBAAIHiFEj/fij4+ZAfBwSsYHWhdHP4M7etx+BkqFSfuSOfzx3YO110TAGCVcO6ezZYTbWmakK4ur7TJC2+rjppNuhnnx7RJ/ErARipdurSTSfErS0Q3rxhuSrXrlNAPlVd+ZRmDUvVKLKrgLY/eoXm/jkgdZqgpf8+TRWdjIaRd+OPn7lB4/dVa0P/lcF/RsPRxB6tsHRV//C3ZdYfYxd9K1h98Vx7KBt+0Q0Gq/YgNfQN3L6MAW7eh8KGCCCAQGEEuP4VxpVeEUAAAQQQQMA9AhneDxGsOlVG63P0i7ogxUQkK1hN+ZmbYNUp/A7bD8GqYek9GazGhao+jRg1U+W7FofWV42Eqy2NOti1XL3S3GLf/OGftPc90+UAfOr+5bPV8/jURWjcOF3VW/fkHpRGg9iBmnVNrarOMCxuXs1tQWdvw9mkwZmu0tzF43Ug3UU+TbD60tgNWnxpj7xGzEYIIIBAuwtw/Wv3EjAABBBAAAEEEGhnAdv7IT7ZOVSL4B2edym2EsDI4B2iVnBNsOqQMd0kCRCsGp4UngtWE0PVcXVaeH4v+d9Yquon16tJkq/nXK38yVjFHkOVjPbRhn/Tltq3DTUHq2/dzzW8Z+rNGh6/UDPrJaVY1zXlFh9t1Nwli7Vd0oSJL2h6heFw8mked2t+jrNJbevqjLw1FJCmvcgnLgUQ3jayXT5DZhsEEECg3QS4/rUbPTtGAAEEEEAAgSIRSPF+qEhG5v5hJCydF7y7dPP5wbtG005mYsaq++vezkdAsGpYAE8Fq2lCVft6pb7S1Lf/J7IVJFj9zSWauSsglc3UypuqVJ6tVu+t17SHlmqPfJo06VnVnJltg9b/PXihvtO+MrakSaG1Uu1/SxmEBi/6L+n88BqraW9LOGB/4NVETZy0VopbNqD1x0EPCCCAQJsKcP1rU252hgACCCCAAAJFKGB7P8RSAIWqT2xd27TL7xGsFgq/w/RLsGpYas8Eqw6GqhZhLFgdr8HP/Fh6oFJ7z1ipi7/2B/2u5j0NSPrdA2pW5hmrTa/cqgnPW/NPz9Xcm+ZrXFnmYvm3zlfVxtckjdX8m+dqTKlhcY2bp5ihmuHhUpG1WGNrsOawxmrSRT79YtzGw2cDBBBAoI0EuP61ETS7QQABBBBAAIGiFcj0fohgtVBlI1gtlCz9xgQIVg3PBk8Eqw6HqoUKVnV4s+bfs1CvSupVcY9WThyqtI+vat6p2sU3aV2zpD5ztX76WBU8V01afNySyLAcQPCWD+mhyELatv9W2icUVmvfFSvVPxyw2m9lYB0ew/95aY4AAu0nwPWv/ezZMwIIIIAAAggUh0CG90NDimOErh9F4uflxKUArlHo7tLgT7Ae+6JrsLr+4DmAdhMgWDWkd32wWoBQtWDBqgJqeLxGM+sPWiu9asSoWs2vLE8OV5sbtb5uupYcsB6eVa5Jk2pVc2baCNaw4umbW+uiruyf/BCp5G8iY33ELx0QW0hbsr5Ju0Zrbbub+OBWzTw7csGP/GViLJh17EjoCAEEECi8ANe/whuzBwQQQAABBBAoboH074eKe9xuGp31Of2aNZER2z8/Z/jM7aYDZKxFJ0CwalgSVwerBQpVCxesSmpuUO29s7Tuk1ChSsvGavLoKzTizHKVHmnUzl1P6ak3NqvhaLiQJ1Vr6bRJqij4dFXDE4fmCCCAAAIIIIAAAggggAACCCCAAAKeEiBYNSyna4PVAoaqBQ1Wrc79DVrz8I2qa7JmpKb78ami+0A1NDVInSpUM3GhJp1Jump4etMcAQQQQAABBBBAAAEEEEAAAQQQQCBHAYLVHKEizdwZrDZpU22NFn7gD91SP65OC8/vpUDDck1bu06N1m9LJ2nxddWq6GIIEm5eiIdXxY2kxa89r69R3ab12h6wB6w+de9ZpemXTtK4Po2qWzxLa4KzW8tVWblQN47qld8BsRUCCCCAAAIIIIAAAggggAACCCCAAAIZBAhWDU8PVwar/te0cNF8bQoea6nGfLNWN56yXjMdClWtXgserNrr1OyXP3zrv69LqXydbX/8742a+8BibW+xfudTxfD/0F3jK1TaybDQNEcAAQQQQAABBBBAAAEEEEAAAQQQQIBgNaVASVNT0zHTs8OVwWrDclWuXadUN9K3dqZqxK9Ng9UsRbPPxLWalg+Yq7umjFUvewBrWnjaI4AAAggggAACCCCAAAIIIIAAAgggYBNgxqrh6eDGYLVx43RVb92TdKROhapWx7Fg9QINXDtDevi7ev+MX2jk0D9o2/WN6pv0u1+qWYPVt+7nGt7TsAg5ND/40q2q3rQ9Gib7uk/T0hkTNNCXw8Y0QQABBBBAAAEEEEAAAQQQQAABBBBAIIsAwarhKeK+YNWvVx+5QvP3xx+ok6FqfLBqAlq4YFUKqOHx6ZpZb60gG/qZMPEFTa8wGR9tEUAAAQQQQAABBBBAAAEEEEAAAQQQSC1AsGp4ZrguWG1pUO1PZ2ljl4Ea2necRgw+S2d9YaDKuzs7dbN529363YIXzTR9ozXwl7dpSJnZZjm3bjmoV/9zrubvbZQ6V2r+7Bs0plD7ynlQNEQAAQQQQAABBBBAAAEEEEAAAQQQ8IIAwaphFd0XrAYUOOqTz9kcNaVa85Ej+sfnBqDHddOJxxu0z7NpwO+XEh9ylWdfbIYAAggggAACCCCAAAIIIIAAAggggIAlQLBqeB64Llg1PD6aI4AAAggggAACCCCAAAIIIIAAAggggEB2AYLV7EZxLQhWDcFojgACCCCAAAIIIIAAAggggAACCCCAgAcFCFYNi0qwaghGcwQQQAABBBBAAAEEEEAAAQQQQAABBDwoQLBqWFSCVUMwmiOAAAIIIIAAAggggAACCCCAAAIIIOBBAYJVw6ISrBqC0RwBBBBAAAEEEEAAAQQQQAABBBBAAAEPChCsGhaVYNUQjOYIIIAAAggggAACCCCAAAIIIIAAAgh4UIBg1bCoBKuGYDRHAAEEEEAAAQQQQAABBBBAAAEEEEDAgwIEq4ZFJVg1BKM5AggggAACCCCAAAIIIIAAAggggAACHhQgWDUsKsGqIRjNEUAAAQQQQAABBBBAAAEEEEAAAQQQ8KAAwaphUQlWDcFojgACCCCAAAIIIIAAAggggAACCCCAgAcFCFYNi0qwaghGcwQQQAABBBBAAAEEEEAAAQQQQAABBDwoQLBqWNRiCFbfffddw1HTHAEEEEAAAQQQQAABBBBAAAEEEEAAAQScFDjllFNa3V1ZWVmr+8ing7cPbVO35j4qLS1VSUmJcRclTU1Nx0y3KoZg1XTMtEcAAQQQQAABBBBAAAEEEEAAAQQQQAABZwUOHz7c6g4JVltNSAcIIIAAAggggAACCCCAAAIIIIAAAggg4CYBglXDajFj1RCM5ggggAACCCCAAAIIIIAAAggggAACCHhQgGDVsKgEq4ZgNEcAAQQQQAABBBBAAAEEEEAAAQQQQMCDAgSrhkUlWDUEozkCCCCAAAIIIIAAAggggAACCCCAAAIeFCBYNSwqwaohGM0RQAABBBBAAAEEEEAAAQQQQAABBBDwoADBqmFRCVYNwWiOAAIIIIAAAggggAACCCCAAAIIIICABwUIVg2LSrBqCEZzBBBAAAEEEEAAAQQQQAABBBBAAAEEPChAsGpY1A4VrLb4tXvLY1q7fZsC3S/Tt6uu1LAeuYEdenGhXv/Pt/S5vXnpWep361wNOz23PpJatfi1/82Xte2dP6v+L/X68IQhGtn3n/WVr56nYX1L8+yUzRBAAAEEEEAAAQQQQAABBBBAAAEEEDAXIFg1NOswwWrLAT2/bKrueN8fE+r0dd183d26rFd2tLeXjFPD3kr1GOiLNm7+43oFLl+jy6/IoYOEXTTtWqWfrntEbxxNve/SU6/WnVOnaNjJ2cdGCwQQQAABBBBAAAEEEEAAAQQQQAABBForQLBqKNhRgtXA397Qw/dfr8eOxAP5Bt+njT8cplhcKunzgP6fPxDXsLG2SvvLl2vMJbEQNdXvJJ9KT/TpuAx1OLBpjib//nVF99C5nwZ1s0YQ0IG/7Vc0+jUIfg3LTnMEEEAAAQQQQAABBBBAAAEEEEAAAQTiBAhWDU8IzwerLQf0dN0T6vGdGRrZ+Q0tuzchXD31Zq2/8VJ1t7m9s6xSf3oqPlg1Ye0ya50uH2/vMbZ1oH6Zah59XPutX3W7VDdPnKHLBtlu+z/q1+6Xl+mnv38m3Ob7evCmGRpyvMkIWt/2zSXDVbNqsup2XK8v59LdofW67pK9mhpt/6buG16j1bZtJz+yQ9efE/tFcB+q045ZOe0hl1HQBgEEEGh7Aa5/bW/OHhFAAAEEEECguASS3g8V1/BcPZpd92n41ZFP1qN1+7P3q+o064iyf+Z29XEz+HYTIFg1pPd0sGq//b/blbp75uykcLX38BX69YRBcWrWbf//Z4MhpK15lxlplgdo2a1VC6bqYWvWbLfMgak9gO33tRVa/Z34MeY/uhy2tF4UF+zVACsWrYkPQ1Nv/bHWz7pIP9saC2KTQtPgi8He4IvAua9fp4vu2BLqagrBag4VoQkCCBStANe/oi0NA0MAAQQQQACBNhJIfj/URjv2/m4SAuuPf3udLnphrJ5bUqUPEicq2T5zh4JXfhDIT4Bg1dDNs8FqqjVVE8LVJzpN0f03XJ00G/SzT/1KWAnASPV/HF+qsri1BcKb1y/TuEcfV0A+fXvCs5o9PFWjyK4C2lZ3iea8E5A6fV8P3jlDQzoZDSPvxsGL9b6peq7/iuA/s80otdrfobEacMdejQ3PWLWC1c3fsIey1rdpKzQg+u2aFNlPtv7zPhA2RAABBAoswPWvwMB0jwACCCCAAAJFL5Dq/VDRD9olAwzZztP9l0eeuh37XD3gseyfuV1ymAyzyAQIVg0L4slgNS5U9WnkmNnq98ai0PqqkXC1Zb8OdO2n3mlusW/+cKd2N5ouB+DTKWcPTdvn/qenavKru3MPSqNB7CDNnrFC3y43LG5ezUPfNu61Zqqennh7f6oOrQv7Zo3dMVabg/8MLR1AsJoXPhshgICrBLj+uapcDBYBBBBAAAEECiCQ+v1QAXZEl5aAbQarcpjMBBoC+QgQrBqqeS5YTQxVv/Wo7h7XW/4d92rSuifVJMnXa55Wz75QvTNYHXpqpl5a1mCoWaHy1Uv19Z6pN6tf8w1d+6akFOu6ptzio2c05z8WaZukH1z1imYMMRxOPs3jbjWwhay2tVHt3cYC1MgLKsFqPuxsgwAC7hPg+ue+mjFiBBBAAAEEEHBWIN37IWf3Qm9BgeBn9Z9J854LzmDNZTITcgjkI0CwaqjmqWA1TahqX6/Ud0Lq2/8T2QoSrD5+oa59IyCdOFur516pftlq1fikapbdq93yacoPX9CPBmfboPV/D96eH1n/NNJdeB1U+99GWxfz8kc1/JWx4aUCCFZbr08PCCDgGgFrDSuuf64pFwNFAAEEEEAAgQIIZHg/VIC9deAuI2vYSvYHQhOsduBTosCHTrBqCOyZYNXBUDX4ZVB0xmqV/uX5WdKScdpdvkaXj9yu307er0FJv1uiZmWesdr04hxV/e51Sd/QvLkL9M0TMxfL/+ptqnz6FUkXasFt83TeCYbFNW6eYoZqhqc7Bh9QtSp5J9bFfuwr2dd7YY1V4wKxAQIIFIkA178iKQTDQAABBBBAAIF2E8j0fuj6NHc8tttgXbtjawJTjVaneOgzwapri1r0AydYNSyRJ4JVh0PVQgWr+tsLum3hHXpZUu8h92n1VcOU9vFVn76hZYuu12OfSuo7TxtnXqhSw9oaN7e+cawbEHzCYGRpbCn7cgCh/STPWK1RXezBVymeUEiwalwhNkAAgaIU4PpXlGVhUAgggAACCCDQhgLx74facMee3lWmz8zBYDvLZ25P43BwBRMgWDWkdX2wWoBQtWDBqgKqX3OVrn3zgLXSq0aOWaEFl/VLDlc/3a8nHpqqez+0Hp7VT1N+uEI/Gpw2gjWsePrm1oV5Rf/Qei32n9wC0MQX0vA3a7aO7LctWL/OrV/HDo+OEEAAgQIJcP0rECzdIoAAAggggIBrBAhWC1Gq1LOCR+v2Z+9X1WnZP3MXYkz06X0BglXDGrs6WC1QqFq4YFXSp29p2T3X6rEjoUKVnnih/nXMdzSyop9OOLJff/zjb/TEjhdUfzRcyJOv1oMzpmhIwZcBMDxxaI4AAggggAACCCCAAAIIIIAAAggg4CkBglXDcro2WC1gqFrQYNXq/O9vadWD1+nhj60Zqel+fBrSY5DqP35L6nSWfjTlHk0ZXPDFAAzPHpojgAACCCCAAAIIIIAAAggggAACCHhFgGDVsJLuDFab9PzSybrjfX/olvpvPaq7x/VWoH6Zah5kh1JjAAAgAElEQVR9XPut354wRfffcLWGHG8IEm5eiIdXxY2kxa/dW36ph3//pLYF7AGrT917XamfXP6v+uYZ+/Xw/75Wq4KzW/vpssvu1s1jeud3QGyFAAIIIIAAAggggAACCCCAAAIIIIBABgGCVcPTw5XB6t9f0R0LbtPzwWMt1XkXr9D/OvUJTXcoVLV6LXiwaq/Tp375w7f++44vla+z7Y8Hn9Gc+xdpW4v1O5+GfO1+3XPlWSrtZFhomiOAAAIIIIAAAggggAACCCCAAAIIIECwmlKgpKmp6Zjp2eHKYLV+mcY9+rhS3Ujf2pmqEb82DVazFM0+E9dq2u+L83RPzYXqbQ9gTQtPewQQQAABBBBAAAEEEEAAAQQQQAABBGwCzFg1PB3cGKzuf3qqJr+6O+lInQpVrY5jweo4fem/Zkm1VdpfvlxjvrJdr87Yr35Jv6tTsypUvnqpvt7TsAg5ND+waY4m//71aJjs6zFDtdd/X4N8OWxMEwQQQAABBBBAAAEEEEAAAQQQQAABBLIIEKwaniLuC1b9evnBS3TbvvgDdTJUjQ9WTUALF6xKAdWvmapr37RWkA39/OCqVzRjiMn4aIsAAggggAACCCCAAAIIIIAAAggggEBqAYJVwzPDdcFqy1taduu1evr4QfpK32/p60OG6F++OEj9ejg7dbN5y0L9dv4mM03fGH3pV/N19olmm+XcuuWAXn5kjm77y36p86VaMOdmnVeofeU8KBoigAACCCCAAAIIIIAAAggggAACCHhBgGDVsIruC1YDChz1yedsjppSrdnv16efG4D6SnXy8Qbt82wa+LtfSnzIVZ59sRkCCCCAAAIIIIAAAggggAACCCCAAAKWAMGq4XngumDV8PhojgACCCCAAAIIIIAAAggggAACCCCAAALZBQhWsxvFtSBYNQSjOQIIIIAAAggggAACCCCAAAIIIIAAAh4UIFg1LCrBqiEYzRFAAAEEEEAAAQQQQAABBBBAAAEEEPCgAMGqYVEJVg3BaI4AAggggAACCCCAAAIIIIAAAggggIAHBQhWDYtKsGoIRnMEEEAAAQQQQAABBBBAAAEEEEAAAQQ8KECwalhUglVDMJojgAACCCCAAAIIIIAAAggggAACCCDgQQGCVcOiEqwagtEcAQQQQAABBBBAAAEEEEAAAQQQQAABDwoQrBoWlWDVEIzmCCCAAAIIIIAAAggggAACCCCAAAIIeFCAYNWwqASrhmA0RwABBBBAAAEEEEAAAQQQQAABBBBAwIMCBKuGRSVYNQSjOQIIIIAAAggggAACCCCAAAIIIIAAAh4UIFg1LCrBqiEYzRFAAAEEEEAAAQQQQAABBBBAAAEEEPCgAMGqYVGLIVh99913DUdNcwQQQAABBBBAAAEEEEAAAQQQQAABBBBwUuCUU05pdXdlZWWt7iOfDt4+tE3dmvuotLRUJSUlxl2UNDU1HTPdqhiC1UAgYDps2iOAAAIIIIAAAggggAACCCCAAAIIIICAgwLNzc2t7o1gtdWEZh0QrJp50RoBBBBAAAEEEEAAAQQQQAABBBBAAAGnBQhWDUWZsWoIRnMEEEAAAQQQQAABBBBAAAEEEEAAAQQ8KECwalhUglVDMJojgAACCCCAAAIIIIAAAggggAACCCDgQQGCVcOiEqwagtEcAQQQQAABBBBAAAEEEEAAAQQQQAABDwoQrBoWlWDVEIzmCCCAAAIIIIAAAggggAACCCCAAAIIeFCAYNWwqASrhmA0RwABBBBAAAEEEEAAAQQQQAABBBBAwIMCBKuGRSVYNQSjOQIIIIAAAggggAACCCCAAAIIIIAAAh4UIFg1LGqHClZb/Nrz+jr9esd2BU6uVNWlVRraPTewj16+W39c/bY+tzfvNlhnzJmjL5+eWx9JrVr8aqx/Vdt379Fb776lAyecpRF9BmrosDEa2qc0z07ZDAEEEEAAAQQQQAABBBBAAAEEEEAAAXMBglVDsw4TrLYc1KaHpmvhB/6YUKcRuvHHd6qyZ3a0dx6o1J/3XaTuX/BFGzfv3KDPLlupi8f3yt5BQoumN9do4ZMrtfNo6k1LT63W/CmTNPQk467ZAAEEEEAAAQQQQAABBBBAAAEEEEAAAWMBglVDso4SrAYO71Tdspu07pN4IN+Z92j9pKGKxaWSPg/ob0c+i2v43sPf1ftn/EIjL46FqKl+Jx2nrmU+HZehDgdfulXVm7YrEGnTuVwDu1ojCOjg4UZFo1+D4New7DRHAAEEEEAAAQQQQAABBBBAAAEEEEAgToBg1fCE8Hyw2nJQG1etV/crpmlE552qXZoQrp56g9bNqpR9RYA9tVWq3xCNPQ1FpS4//pUuvvTklNsFGpZr2tp1arT+2rVSN35vmiq/aLvt/6hfe15brjs3bQy3maCls6epoovxMFq1Qf2yUbpmzUQ9tHWmhuTS06ENuuGKfaqOtq/X0lHXaK1t24kPbtXMs61fxP9t5K0btPjSHrnshTYIIIBA8Qlw/Su+mjAiBBBAAAEEEGhbgaT3Q227e0/v7U9LNera2CfrdJ+rLYPY3zwtwsEVWIBg1RDY08Gq/fb/rlVaeO3MpHC117BarblyYJyaddv/288YQtqad5meZnmAlj1as2i66qxZs10zB6b2ALZ8eK1WVsWPMf/R5bCl9aK4aJ/6W7HolEgYmmm7j7XhhvG6a1ssiA0Gs3pIW2eEY9ngi8E+3fLUXGnReO2L9Bt8AX5J5z+1WONPy2FsNEEAAQSKSoDrX1GVg8EggAACCCCAQDsIJL8faodBeHSX1qSkleof+bwc/Vy9WAPWpfvMzWdrj54MbXZYBKuG1J4NVlOtqZoQrq7vNEmLr6tOmg362adH9En8SgBGqp26dNMJcWsLhDdvWK7KtesUkE9VVz6lWcNSNYrsKqDtj16huX8OSJ0maOm/T1NFJ6Nh5N3442du0Ph91drQf2Xwn9FwNE2PVvuFOl/979ynC8IzVq1g9cVz7aFs+AVhxfl66RFp7uLxisxRtdqu7M+s1bwLxoYIINBuAlz/2o2eHSOAAAIIIIBAkQikej9UJENz/zCsIHVVf22Ifn62QuyF0s2hYDXlZ24mLbm/7u18BASrhgXwZLAaF6r6NGLUTJXvWhxaXzUSrrY06mDXcvVKc4t984d/0t73TJcD8Kn7l89Wz+NTF6Fx43RVb92Te1AaDWIHatY1tao6w7C4eTUPfdsYnFHaO/H2/lQdWoHpi7pg6wV6MfjP0NIBaYPVpIu8bX/BZQL4QQABBNwiwPXPLZVinAgggAACCCBQKIHU74cKtbcO32/w7tLQRKUD6SYzEax2+NOktQAEq4aCngtWE0PVcXVaeH4v+d9Yquon16tJkq/nXK38yVjFHkOVjPbRhn/Tltq3DTUHq2/dzzW8Z+rNGh6/UDPrJaVY1zXlFh9t1Nwli7Vd0oSJL2h6heFw8mketzZO9tAzFqBGXlBNgtXwLSO6xfYNXD6DZhsEEECg7QW4/rW9OXtEAAEEEEAAgeISSPd+qLhG6YHR2NZZjTyjJPfJTB44fg6hTQUIVg25PRWspglV7euV+kpT3/6fyFaQYPU3l2jmroBUNlMrb6pSebZavbde0x5aqj3yadKkZ1VzZrYNWv/34DIAd26L72hSaK1U+9+CF/O+v9Ko1y4ILxVgFqxG+wr33fqR0wMCCCDQhgLWm1uuf20Izq4QQAABBBBAoOgEMrwfKrqxemVAtmeUsBSAV4pafMdBsGpYE88Eqw6GqhZhLFgdr8HP/Fh6oFJ7z1ipi7/2B/2u5j0NSPrdA2pW5hmrTa/cqgnPW/NPz9Xcm+ZrXFnmYvm3zlfVxtckjdX8m+dqTKlhcY2bp5ihmuHpjsEHVK1J3on1JMILXku/3ktwke01sQddGQ+TDRBAAIF2FuD6184FYPcIIIAAAggg0O4Cmd4PzWSZN0fqE3n+Sey5J6yx6ggsnWQUIFg1PEE8Eaw6HKoWKljV4c2af89CvSqpV8U9WjlxqNI+vqp5p2oX36R1zZL6zNX66WNV8Fw1aWFsSyL7cgChUy55xuo1Cs10Df5Enl5oPbxq6j5Vh9diNTxdaY4AAggUoQDXvyIsCkNCAAEEEEAAgTYViH8/1Ka79vLOgp+jpYcin59t/y1rolOqz9ysserlM6JNjo1g1ZDZ9cFqAULVggWrCqjh8RrNrD9orfSqEaNqNb+yPDlcbW7U+rrpWnLAenhWuSZNqlXNmWkjWMOKp29ufeO4sv8GLb60R1yj5G/JUvWR+EJq/fc1Wmtras1knSnrhcH+21CDyDoxjh0MHSGAAAJtJsD1r82o2RECCCCAAAIIFKkAwWqhChO/XN9I3RINTtN85ma2cKFK0WH6JVg1LLWrg9UChaqFC1YlNTeo9t5ZWvdJqFClZWM1efQVGnFmuUqPNGrnrqf01Bub1XA0XMiTqrV02iRVFHy6quGJQ3MEEEAAAQQQQAABBBBAAAEEEEAAAU8JEKwaltO1wWoBQ9WCBqtW5/4GrXn4RtU1WTNS0/34VNF9oBqaGqROFaqZuFCTziRdNTy9aY4AAggggAACCCCAAAIIIIAAAgggkKMAwWqOUJFm7gxWm7SptkYLP/CHbqkfV6eF5/dSoGG5pq1dp0brt6WTtPi6alV0MQQJNy/Ew6viRtLi157X16hu03ptD9gDVp+696zS9EsnaVyfRtUtnqU1wdmt5aqsXKgbR/XK74DYCgEEEEAAAQQQQAABBBBAAAEEEEAAgQwCBKuGp4crg1X/a1q4aL42BY+1VGO+WasbT1mvmQ6FqlavBQ9W7XVq9ssfvvXf16VUvs62P/73Rs19YLG2t1i/86li+H/orvEVKu1kWGiaI4AAAggggAACCCCAAAIIIIAAAgggQLCaUqCkqanpmOnZ4cpgtWG5KteuU6ob6Vs7UzXi16bBapai2WfiWk3LB8zVXVPGqpc9gDUtPO0RQAABBBBAAAEEEEAAAQQQQAABBBCwCTBj1fB0cGOw2rhxuqq37kk6UqdCVavjWLB6gQaunSE9/F29f8YvNHLoH7Tt+kb1TfrdL9Wswepb93MN72lYhByaH3zpVlVv2h4Nk33dp2npjAka6MthY5oggAACCCCAAAIIIIAAAggggAACCCCQRYBg1fAUcV+w6terj1yh+fvjD9TJUDU+WDUBLVywKgXU8Ph0zay3VpAN/UyY+IKmV5iMj7YIIIAAAggggAACCCCAAAIIIIAAAgikFiBYNTwzXBestjSo9qeztLHLQA3tO04jBp+ls74wUOXdnZ262bztbv1uwYtmmr7RGvjL2zSkzGyznFu3HNSr/zlX8/c2Sp0rNX/2DRpTqH3lPCgaIoAAAggggAACCCCAAAIIIIAAAgh4QYBg1bCK7gtWAwoc9cnnbI6aUq35yBH943MD0OO66cTjDdrn2TTg90uJD7nKsy82QwABBBBAAAEEEEAAAQQQQAABBBBAwBIgWDU8D1wXrBoeH80RQAABBBBAAAEEEEAAAQQQQAABBBBAILsAwWp2o7gWBKuGYDRHAAEEEEAAAQQQQAABBBBAAAEEEEDAgwIEq4ZFJVg1BKM5Agj8//buPT6q6t77+DcRp1yGoFwEFBOocCqY1oIcFSxeAl4il4iWY3mBUQIKNOV2UDhF5EGKeIBSBRoJIqFyKVJOFUSkXkAFJfAU0XICPhYKJLVA8TCn4CDpCPF57cltJjNJZk0ymZnNJ/9QJ7+99trvtbuz883aayOAAAIIIIAAAggggAACCCCAAAI2FCBYNRxUglVDMMoRQAABBBBAAAEEEEAAAQQQQAABBBCwoQDBquGgEqwaglGOAAIIIIAAAggggAACCCCAAAIIIICADQUIVg0HlWDVEIxyBBBAAAEEEEAAAQQQQAABBBBAAAEEbChAsGo4qASrhmCUI4AAAggggAACCCCAAAIIIIAAAgggYEMBglXDQSVYNQSjHAEEEEAAAQQQQAABBBBAAAEEEEAAARsKEKwaDirBqiEY5QgggAACCCCAAAIIIIAAAggggAACCNhQgGDVcFAJVg3BKEcAAQQQQAABBBBAAAEEEEAAAQQQQMCGAgSrhoNKsGoIRjkCCCCAAAIIIIAAAggggAACCCCAAAI2FCBYNRzUWAhWDx8+bNhryhFAAAEEEEAAAQQQQAABBBBAAAEEEECgPgVat25d5+aSkpLq3EY4DXx2Ml/Niq+S0+lUQkKCcRMJLpfrW9OtYiFYNe0z9QgggAACCCCAAAIIIIAAAggggAACCCBQvwJnzpypc4MEq3UmpAEEEEAAAQQQQAABBBBAAAEEEEAAAQQQiCcBglXD0WLGqiEY5QgggAACCCCAAAIIIIAAAggggAACCNhQgGDVcFAJVg3BKEcAAQQQQAABBBBAAAEEEEAAAQQQQMCGAgSrhoNKsGoIRjkCCCCAAAIIIIAAAggggAACCCCAAAI2FCBYNRxUglVDMMoRQAABBBBAAAEEEEAAAQQQQAABBBCwoQDBquGgEqwaglGOAAIIIIAAAggggAACCCCAAAIIIICADQUIVg0HlWDVEIxyBBBAAAEEEEAAAQQQQAABBBBAAAEEbChAsGo4qBdVsFri1sGPXtHa3fnytByg+zMGq0er0MBOvjdHu36zXxd8y53XKeXJaepxZWhtBFSVuFW47wPlf/5nFfylQMeap6pXh3/RDf96m3p0cIbZKJshgAACCCCAAAIIIIAAAggggAACCCBgLkCwamh20QSrJcf1Ts5IzfrCXSmUeLOmTpinAe1qR/tsUV8dOJKuVp0dFcXFH2+UZ9AaDbovhAaq7ML16Uo9vf4l7T0ffN/ONqP0zMhM9bi89r5RgQACCCCAAAIIIIAAAggggAACCCCAQF0FCFYNBS+WYNVzeq+WLZyoV876Azm6Pq8tj/RQZVwq6YJH/+v2+BUW5WaoMHmp+txbGaIG+0xyyNnCoUtrGIfjW6do+Nu7VLGHRinq0szqgUfHTxeqIvo1CH4Nh51yBBBAAAEEEEAAAQQQQAABBBBAAAEE/AQIVg1PCNsHqyXH9Ubeq2r1QLZ6NdqrnOeqhKttpmrj4/3V0sft85x0/WmDf7Bqwtp4/HoNGujbYuXWnoIcZa1ap0Lro2b9NXVotgZ08Xns/7xbBz/I0dNvby6reVBLnshWahOTHtS9dt+inspaOVx5eybqB6E0d3KjJtx7RCMr6vfp+Z5ZWu2z7fCX9mjiD60PqnwvM097xoe0l1B6Qg0CCCDQsAJc/xrWm70hgAACCCCAQOwJBNwPxV4X47ZHnz6vnqPKf7O+RU+9uVAZVwT5vdr6iN+t43aYY6njBKuGo2HrYNX38f9mgzVv3KSAcLV9z+X63ZAufmrWY///vckQ0qe8cXY1ywOUHNTK2SO1zJo126zmwNQ3gE25cblWP+Dfx/B7F8KW1g/F2UfUyYpFs8rD0Jq2O6WN4+/WL3ZWBrHeYFY+gan3h8ER7w+BTq/01PKOb2nhIGuB29KQ9ciM8v8OoX+UIIAAAjEjwPUvZoaCjiCAAAIIIIBAlAQC74ei1BH77bZKYH3q9Qm6+900vbUoQ628v0tvU1qok6Hsp8MRRUiAYNUQ1rbBarA1VauEq68mZmrh5FEBs0G/OedWlZUAjFQvaeJUkt/aAmWbF+So76p18sih+4e8qUk9gxWV78qj/Lx7NeVzj5T4oJY8k63URKNuhF3svVgfHam3Oi73/lvbbFKrfpbS1GnWkYqLuhWsbrvVN5S1LvrL1enNkTpyr/Vv+V/ZpNLtZ5QFrWF3mw0RQACBBhfg+tfg5OwQAQQQQAABBGJMINj9UIx1MW67E/i7cvnv1QuVIWtClDTDG7LyhUD9CRCsGlraMlj1C1Ud6tVnklL2zi1dX7U8XC0p1PGmKWpfzSP2xcc+0cEi0+UAHGp9ffdq2yx8Y6SG7zgYelBaEcR20aTs5bo/2XBwwyov/WvjEWum6pVVH+8P1mD5X8nStM3nr2XVB6uVgWppa9b+ZknTq34eVufZCAEEEGhAAa5/DYjNrhBAAAEEEEAgJgWC3w/FZFft0CnfGax+SwRYB2ewlJ8dLDiGiAkQrBrS2i5YrRqq3rVK8/q2l3vPcxq2/jW5JDnazdDqSf3UvgarkxvG6f2cA4aa3ZS8erFubht8s4I1t2rsPklB1nUNusWXmzXll3OVL+knD21Xdqphd8Ip93vUwCdk9a6NGvhVGaD6P4ZQe7Dqs85q76fKHmUIp8NsgwACCERHgOtfdNzZKwIIIIAAAgjEjkB190Ox00Mb9cT7u/ovpPJl9KxgNa9Txe/SAcvx2ejQOZSGFSBYNfS2VbBaTajqu16po3nwx/+rskUkWF3XT2P3eqQWk7R62mCl1DZWRa8pK+c5HZRDmY+8q0e71rZB3b/vXQZg1kf+DZUtgO37vVusi3nyKvXcnla2VIBpsFq+i9Lwdls/1lit++jRAgIINJiAdSPL9a/BuNkRAggggAACCMSgQA33QzHY2zjuUvkatlLlC6GDHA4vEIvjMY6trhOsGo6HbYLVegxVLcLKYDVD339nvLSorw4mr9GgXrv1+vBCdQn4bJGKVfOMVdd7U5Txh12SbtWMabN1Z4uaB8u9Y7rS39guqZ9mT5+h25obDq5xeZAZqjVcnL1/EVsZuBPrYp+2vZo1VlemaVvmEY30WWCbNVaNB4oNEEAgygJc/6I8AOweAQQQQAABBKIuUNP90MRqnniMeqfjrgNlT3qWTXaqsfsEq3E3urHaYYJVw5GxRbBaz6FqpIJVnX5X0+fM0geS2qc+r9UP9VC1r686t1c5cyfqlXOSOszQlnH95DQcW+PyKo8SlG5f+3IApXWBM1azlFf54ivv+i9H9JT35VVZ0kvlL7Yq/UFR+d/GvWYDBBBAIMoCXP+iPADsHgEEEEAAAQSiLsAb6iMxBOUvlg72Qumqj/6zFEAkRuDibJNg1XDc4z5YjUCoGrFgVR4VrHlIY/cdt1Z6Va8+yzV7QEpguHquUK++OFLPHbNenpWizEeW69Gu1UawhiNefbl1IV7eMfCR/Jou5pWtVf1B6rOGallRxWMLZWvDlC844F1WYBDvMay3gaQhBBBoYAGufw0Mzu4QQAABBBBAIOYECFYjMSTBZwXfoqfetF7+XLlEgHffvLskEkNwUbZJsGo47HEdrEYoVI1csCrp3H7lzB+rV86WDpSzRT893OcB9eqWouZnC/Xxx7/Xq3veVcH5soG8fJSWZGcqNeLLABieOJQjgAACCCCAAAIIIIAAAggggAACCNhKgGDVcDjjNliNYKga0WDVavyr/Vq5ZIKWnbJmpFb35VBqqy4qOLVfSrxOj2bOV2bXiC8GYHj2UI4AAggggAACCCCAAAIIIIAAAgggYBcBglXDkYzPYNWldxYP16wv3KWP1N+1SvP6tpenIEdZq9ap0Pq0eaYWTh6l1CaGIGXlkXh5lV9PStw6+NHLWvb2a8r3+AasDrVsN1g/G/Sw7ry6UMv+c6xWeme3pmjAgHma2qd9eAfEVggggAACCCCAAAIIIIAAAggggAACCNQgQLBqeHrEZbD61XbNmj1d73iP1anb7lmu/2jzqsbUU6hqtRrxYNV3nM655S579N/RxClHI59vntisKQvnKr/E+syh1BsXav7g6+RMNBxoyhFAAAEEEEAAAQQQQAABBBBAAAEEECBYDSqQ4HK5vjU9O+IyWC3IUd9V6xTsQfq6zlQt92vQYLWWQfOdiWuVplwzQ/Oz+qm9bwBrOvDUI4AAAggggAACCCCAAAIIIIAAAggg4CPAjFXD0yEeg9XCN0Zq+I6DAUdaX6Gq1XBlsNpX3/uv8VJuhgqTl6rPDbu1I7tQKQGf5alY3ZS8erFubms4CCGUH986RcPf3lURJjtaZSt34oPq4ghhY0oQQAABBBBAAAEEEEAAAQQQQAABBBCoRYBg1fAUib9g1a0Pltyr6Uf9D7Q+Q1X/YNUENHLBquRRwZqRGrvPWkG29OsnD21XdqpJ/6hFAAEEEEAAAQQQQAABBBBAAAEEEEAguADBquGZEXfBasl+5Tw5Vm806aIbOtylm1NT9f1ruiilVf1O3Sz+aI5en7nVTNPRR9/77Uxd38Jss5CrS47rg5emaPpfCqVG/TV7ylTdFql9hdwpChFAAAEEEEAAAQQQQAABBBBAAAEE7CBAsGo4ivEXrHrkOe+Qo35z1KBqxW63zl0wAHU4dXkTg/owSz1fuaWqL7kKsy02QwABBBBAAAEEEEAAAQQQQAABBBBAwBIgWDU8D+IuWDU8PsoRQAABBBBAAAEEEEAAAQQQQAABBBBAoHYBgtXajfwqCFYNwShHAAEEEEAAAQQQQAABBBBAAAEEEEDAhgIEq4aDSrBqCEY5AggggAACCCCAAAIIIIAAAggggAACNhQgWDUcVIJVQzDKEUAAAQQQQAABBBBAAAEEEEAAAQQQsKEAwarhoBKsGoJRjgACCCCAAAIIIIAAAggggAACCCCAgA0FCFYNB5Vg1RCMcgQQQAABBBBAAAEEEEAAAQQQQAABBGwoQLBqOKgEq4ZglCOAAAIIIIAAAggggAACCCCAAAIIIGBDAYJVw0ElWDUEoxwBBBBAAAEEEEAAAQQQQAABBBBAAAEbChCsGg4qwaohGOUIIIAAAggggAACCCCAAAIIIIAAAgjYUIBg1XBQCVYNwShHAAEEEEAAAQQQQAABBBBAAAEEEEDAhgIEq4aDSrBqCEY5AggggAACCCCAAAIIIIAAAggggAACNhQgWDUc1FgIVg8fPmzYa8oRQAABBBBAAAEEEEAAAQQQQAABBBBAoD4FWrduXefmkpKS6txGOA18djJfzYqvktPpVEJCgnETCS6X61vTrWIhWPV4PKbdph4BBBBAAAEEEEAAAQQQQAABBBBAAAEE6lGguNES9RMAACAASURBVLi4zq0RrNaZ0KwBglUzL6oRQAABBBBAAAEEEEAAAQQQQAABBBCobwGCVUNRZqwaglGOAAIIIIAAAggggAACCCCAAAIIIICADQUIVg0HlWDVEIxyBBBAAAEEEEAAAQQQQAABBBBAAAEEbChAsGo4qASrhmCUI4AAAggggAACCCCAAAIIIIAAAgggYEMBglXDQSVYNQSjHAEEEEAAAQQQQAABBBBAAAEEEEAAARsKEKwaDirBqiEY5QgggAACCCCAAAIIIIAAAggggAACCNhQgGDVcFAJVg3BKEcAAQQQQAABBBBAAAEEEEAAAQQQQMCGAgSrhoN6UQWrJW4d2rVev9uzW57L05XRP0PdW4YG9uUH8/Tx6s90wbe8WVddPWWKfnBlaG0EVJW4VVSwQ7sPHtL+w/t1vPl1uumqzureo4+6X+UMs1E2QwABBBBAAAEEEEAAAQQQQAABBBBAwFyAYNXQ7KIJVktOaOuLYzTnb+5KocSb9PhPn1F629rRPn8hXX8+erdaftdRUVz8ySZ9M2CF7hnYrvYGqlS49q3RnNdW6JPzwTd1thmhmZnD1P0y46bZAAEEEEAAAQQQQAABBBBAAAEEEEAAAWMBglVDsoslWPWc+UR5OU9o/df+QI5r52vjsO6qjEslXfDo9Nlv/Ar/uuzH+uLqX6vXPZUharDPpEvVNMmhS2sYhxPvP6kRW3fLU17TKFmdm1o98OjEmSJVRL8Gwa/hsFOOAAIIIIAAAggggAACCCCAAAIIIICAnwDBquEJYftgteSEtqzcqJb3jdZNjT5R7uIq4WqbyVo/Pl2+KwIcys1QwaaK2NNQVGr809/qnv6XB93Oc2CpRq9dryLru03T9fi/jVb6NT6P/Z9369CHS/XM1i1lNUO0eNJodWts3I06bVCQ01uPrRmqF3eOU2ooLZ3cpMn3HdWIivoCLe79mNb6bDt0yU6Nu963sVPaNHmgjmZW/TyUHVKDAAIIxIgA178YGQi6gQACCCCAAAJREwi4H4paT+y747DuOe3LwZFFToBg1dDW1sGq7+P/TTM0Z+y4gHC1XY9crRnc2U/Neuz/s82GkD7ljcdUszxAySGtmTtGedas2aY1B6a+AWxyz1ytyPDvY/i9C2FL64I996g6WrFoSKFnaUD6bH5lEOsNZvWidmaXxbJ/WqzeY4/q5xsWaOAVpX04tXmyBj6Tr8DANYQ+UoIAAgjEhADXv5gYBjqBAAIIIIAAAlEUCLwfimJnbLrr8O45bYrBYUVYgGDVENi2wWqwNVWrhKsbE4dpwYQRAbNBvzl3Vl/7rwRgpJrYuJma+60tULb5gaVKX7teHjmUMXiDxvcIVlS+K492r7pP0/7skRKHaPH/Ga1uiUbdCLvYG3geHaFNHVd4/60IR6tp0aqfo9vV8ZmjuqNsxqoVrL73I9+ZqNYM1hXqWB6sesNb6fbvPqujfnVhd5sNEUAAgQYX4PrX4OTsEAEEEEAAAQRiTCDY/VCMdTHuuxPWPWfcHzUHEC0BglVDeVsGq36hqkM39R6n5E8XlK6vWh6ulhTpRNNktavmEfviY3/Skb+aLgfgUMsfXK+2TYIPQtGWMRqx81DoQWlFENtZ4x/LVcbVhoMbVrnP4/ntqz7eH6xBKzB9T3fsvEPvef8tXTqgtmC1/Pt3fFg1gA2r02yEAAIIREGA618U0NklAggggAACCMSUQPD7oZjqYtx3Jrx7zrg/bA4gagIEq4b0tgtWq4aqffM05/Z2cu9drBGvbZRLkqPtNK34WZoqX0MViPblpn/XR7mfGWp2VYe8X6ln2+CbHVjXT+MKJAVZ1zXoFl9u0bRFC7Rb0pCh72pMN8PuhFPut25L7WugVgao5Rf7EILV44vV+8M7vDNhAwPYcDrNNggggEDDC3D9a3hz9ogAAggggAACsSVQ3f1QbPUyvnsT1j1n2fJ78X3k9D5aAgSrhvK2ClarCVV91yt1OIM//l+VLSLB6u/v1bhPPVLSOK14IkPJtY3VXzdq9IuLdUgODRv2prKurW2Dun+/fN1Tv5aGla6V6vu9Xk9u0oIOv60ISKVQg9UROnpfTTNb634MtIAAAghEXMBaN7rsD0Rc/yKuzQ4QQAABBBBAIBYFargfisXuxmWfwrrnrHyvSVweM52OugDBquEQ2CZYrcdQ1SKsDFYHquvmn0ovpOvI1St0z41/1B+y/qpOAZ+9oGLVPGPVtf1JDXnHmn/6I017Yqb6JtU8WO6dM5Wx5UNJaZo5dZr6OA0H17g8yAzVGt7u6H1B1ZrAnVgvowp8xL9sjdVnO+rZn68N3KgsvDXuMhsggAACURDg+hcFdHaJAAIIIIAAAjElUNP90LjrY6qrcduZsO45fV4YHbcHTsejKkCwashvi2C1nkPVSAWrOrNNM+fP0Q5J7brN14qh3VXt66uKP1Hugie0vljSVdO0cUyaIp6rWn8NW9lRmxYMVKuK86j25QBKSwNnrD6m0pmu3i+r7bFH9fMqF3mWAjD8PyzlCCAQgwJc/2JwUOgSAggggAACCDSogP/9UIPu+qLZWXj3nBcNDwdabwIEq4aUcR+sRiBUjViwKo8OrMvSuIIT1kqvuql3rmamJweGq8VF2pg3RouOWy/PStawYbnKurbaCNZwxKsvt0LOFR03aUH/yljVqvYuAXB0RGVIGrSJqj9Irf9+TL5zU62ZrFX/ckmwWm/DR0MIIBA1Aa5/UaNnxwgggAACCCAQIwIEq5EfiPDuOSPfL/ZgNwGCVcMRjetgNUKhauSCVUnFB5T73Hit/7p0oJxJaRp+y3266dpkOc8W6ZNPN2jD3m06cL5sIC8bocWjh6lbxKerGp44lCOAAAIIIIAAAggggAACCCCAAAII2EqAYNVwOOM2WI1gqBrRYNVq3H1Aa5Y9rjyXNSO1ui+HurXsrAOuA1JiN2UNnaNh15KuGp7elCOAAAIIIIAAAggggAACCCCAAAIIhChAsBoiVHlZfAarLm3NzdKcv7lLH6nvm6c5t7eT58BSjV67XkXWp85hWjBhhLo1NgQpK4/Ey6v8elLi1qFda5S3daN2e3wDVodats3QmP7D1PeqIuUtGK813tmtyUpPn6PHe7cL74DYCgEEEEAAAQQQQAABBBBAAAEEEEAAgRoECFYNT4+4DFbdH2rO3Jna6j1Wp/rcmavHW2/UuHoKVa1WIx6s+o5TsVvuskf/HY2dcjTy+ebft2jaCwu0u8T6zKFuPX+pZwd2kzPRcKApRwABBBBAAAEEEEAAAQQQQAABBBBAgGA1qECCy+X61vTsiMtg9cBSpa9dr2AP0td1pmq5X4MGq7UMmu9MXKs0udM0PZuZpna+AazpwFOPAAIIIIAAAggggAACCCCAAAIIIICAjwAzVg1Ph3gMVou2jNGInYcCjrS+QlWr4cpg9Q51XpstLfuxvrj61+rV/Y/Kn1ikDgGfvaxidVWHvF+pZ1vDQQih/MT7T2rE1t0VYbKj5Wgtzh6izo4QNqYEAQQQQAABBBBAAAEEEEAAAQQQQACBWgQIVg1PkfgLVt3a8dJ9mlnof6D1Gar6B6smoJELViWPDqwbo3EF1gqypV9Dhr6rMd1M+kctAggggAACCCCAAAIIIIAAAggggAACwQUIVg3PjLgLVksOKPfp8drSuLO6d+irm7pep+u+21nJLet36mZx/jz9YfZ7ZpqOW9T55elKTTLbLOTqkhPa8ZtpmnmkSGqUrpmTJqtPpPYVcqcoRAABBBBAAAEEEEAAAQQQQAABBBCwgwDBquEoxl+w6pHnvEOO+s1Rg6oVnz2rf14wAL20mVo0MagPs9TjdktVX3IVZltshgACCCCAAAIIIIAAAggggAACCCCAgCVAsGp4HsRdsGp4fJQjgAACCCCAAAIIIIAAAggggAACCCCAQO0CBKu1G/lVEKwaglGOAAIIIIAAAggggAACCCCAAAIIIICADQUIVg0HlWDVEIxyBBBAAAEEEEAAAQQQQAABBBBAAAEEbChAsGo4qASrhmCUI4AAAggggAACCCCAAAIIIIAAAgggYEMBglXDQSVYNQSjHAEEEEAAAQQQQAABBBBAAAEEEEAAARsKEKwaDirBqiEY5QgggAACCCCAAAIIIIAAAggggAACCNhQgGDVcFAJVg3BKEcAAQQQQAABBBBAAAEEEEAAAQQQQMCGAgSrhoNKsGoIRjkCCCCAAAIIIIAAAggggAACCCCAAAI2FCBYNRxUglVDMMoRQAABBBBAAAEEEEAAAQQQQAABBBCwoQDBquGgEqwaglGOAAIIIIAAAggggAACCCCAAAIIIICADQUIVg0HlWDVEIxyBBBAAAEEEEAAAQQQQAABBBBAAAEEbChAsGo4qLEQrB4+fNiw15QjgAACCCCAAAIIIIAAAggggAACCCCAQH0KtG7dus7NJSUl1bmNcBr47GS+mhVfJafTqYSEBOMmElwu17emW8VCsGraZ+oRQAABBBBAAAEEEEAAAQQQQAABBBBAoH4Fzpw5U+cGCVbrTEgDCCCAAAIIIIAAAggggAACCCCAAAIIIBBPAgSrhqPFjFVDMMoRQAABBBBAAAEEEEAAAQQQQAABBBCwoQDBquGgEqwaglGOAAIIIIAAAggggAACCCCAAAIIIICADQUIVg0HlWDVEIxyBBBAAAEEEEAAAQQQQAABBBBAAAEEbChAsGo4qASrhmCUI4AAAggggAACCCCAAAIIIIAAAgggYEMBglXDQSVYNQSjHAEEEEAAAQQQQAABBBBAAAEEEEAAARsKEKwaDirBqiEY5QgggAACCCCAAAIIIIAAAggggAACCNhQgGDVcFAvqmC1xK2DH72itbvz5Wk5QPdnDFaPVqGBnXxvjnb9Zr8u+JY7r1PKk9PU48rQ2gioKnGrcN8Hyv/8zyr4S4GONU9Vrw7/ohv+9Tb16OAMs1E2QwABBBBAAAEEEEAAAQQQQAABBBBAwFyAYNXQ7KIJVkuO652ckZr1hbtSKPFmTZ0wTwPa1Y722aK+OnAkXa06OyqKiz/eKM+gNRp0XwgNVNmF69OVenr9S9p7Pvi+nW1G6ZmRmepxee19owIBBBBAAAEEEEAAAQQQQAABBBBAAIG6ChCsGgpeLMGq5/ReLVs4Ua+c9QdydH1eWx7pocq4VNIFj/7X7fErLMrNUGHyUvW5tzJEDfaZ5JCzhUOX1jAOx7dO0fC3d6liD41S1KWZ1QOPjp8uVEX0axD8Gg475QgggAACCCCAAAIIIIAAAggggAACCPgJEKwanhC2D1ZLjuuNvFfV6oFs9Wq0VznPVQlX20zVxsf7q6WP2+c56frTBv9g1YS18fj1GjTQt8XKrT0FOcpatU6F1kfN+mvq0GwN6OLz2P95tw5+kKOn395cVvOgljyRrdQmJj2oe+2+RT2VtXK48vZM1A9Cae7kRk2494hGVtTv0/M9s7TaZ9vhL+3RxB9Kp16foLtnfeTznVv01JsLlXFFKDuiBgEEEIgxAa5/MTYgdAcBBBBAAAEEGlwg4H6owXtg3x1++rx6jir/zdr3d+fA37mVmac940P6Dd6+XhxZnQUIVg0JbR2s+j7+32yw5o2bFBCutu+5XL8b0sVPzXrs/783GUL6lDfOrmZ5gJKDWjl7pJZZs2ab1RyY+gawKTcu1+oH/PsYfu9C2NL6oTj7iDpZsWhWaRha89cpbRx/t36xszKI9Qaz8rmoe38YHPEGqD/aNUGzNEMLB4W4wG1tu+f7CCCAQNQEuP5FjZ4dI4AAAggggECMCATeD8VIx+K/G1UCa+8kpXfT9NaiDLWSFaxuU1qok6HiX4MjaCABglVDaNsGq8HWVK0Srr6amKmFk0cFzAb95pxbVVYCMFK9pIlTSX5rC5RtXpCjvqvWySOH7h/ypib1DFZUviuP8vPu1ZTPPVLig1ryTLZSE426EXax92J9dKTe6rjc+29tf/Gy6mcpTZ1mHam4qFvB6rZbfUNZ66K/XJ3eXKhOr1T9XthdZUMEEEAgqgJc/6LKz84RQAABBBBAIAYEgt0PxUC3bNGFUlvfSUmVv1dnyJoQJc3whqx8IVB/AgSrhpa2DFb9QlWHevWZpJS9c0vXVy0PV0sKdbxpitpX84h98bFPdLDIdDkAh1pf373aNgvfGKnhOw6GHpRWBLFdNCl7ue5PNhzcsMpL/9p4xJqpemXVx/uDNVj+V7I0bfP5a1n1weoMabY1u7WyrVtmvMXs1bDGio0QQCC6Alz/ouvP3hFAAAEEEEAg+gLB74ei3y+b9sB3BqvfEgHW8Ros5WdTHg6rfgQIVg0dbResVg1V71qleX3by73nOQ1b/5pckhztZmj1pH5qX4PVyQ3j9H7OAUPNbkpevVg3tw2+WcGaWzV2n6Qg67oG3eLLzZryy7nKl/STh7YrO9WwO+GU+z1q4BOyVrMcQGWA6v8YQm3Bqje4tdr07m+b0lhjNZzRYhsEEIiiANe/KOKzawQQQAABBBCICYHq7odionN264T3d+dfSOUTk6xgNa9T2bIAUsByfHY7fo6nwQQIVg2pbRWsVhOq+q5X6mge/PH/qmwRCVbX9dPYvR6pxSStnjZYKbWNVdFrysp5TgflUOYj7+rRrrVtUPfvB75YSipfANv3e95Zpsmr1HN7WtlSAaEGq4EvqbJ+ACzvyKzVuo8eLSCAQIMJWDeyXP8ajJsdIYAAAggggEAMCtRwPxSDvY3jLpWvYSuVvxA66MHwArE4HuPY6jrBquF42CZYrcdQ1SKsDFYz9P13xkuL+upg8hoN6rVbrw8vVJeAzxapWDXPWHW9N0UZf9gl6VbNmDZbd7aoebDcO6Yr/Y3tkvpp9vQZuq254eAalweZoVrDxdn7F7GVgTuxLvZp26tfYzXjCv9tCFaNB4oNEEAgygJc/6I8AOweAQQQQAABBKIuUNP9UO0vQI569+OkA9YEpiytzvR5MXR1PSdYjZMxjf1uEqwajpEtgtV6DlUjFazq9LuaPmeWPpDUPvV5rX6oh6p9fdW5vcqZO1GvnJPUYYa2jOsnp+HYGpdXeZSgdPvalwMorQucsZoln4u/d/2XI3pqZZq2Zfo8+s9SAMbDxAYIIBBrAlz/Ym1E6A8CCCCAAAIINLQAb6iPhHj5i6WDvVC66qP/LAUQiRG4ONskWDUc97gPViMQqkYsWJVHBWse0th9x62VXtWrz3LNHpASGK6eK9SrL47Uc8esl2elKPOR5Xq0a7URrOGIV19e3czRmi7mla1V/UFa9pc1n91VPLZQZZHtGh9nqLejoyEEEEAgUgJc/yIlS7sIIIAAAgggEC8CBKuRGKngs4Jv0VPed5RULhHg3XfvpyrWW41EX2jz4hEgWDUc67gOViMUqkYuWJV0br9y5o/VK2dLB8rZop8e7vOAenVLUfOzhfr449/r1T3vquB82UBePkpLsjOVGvFlAAxPHMoRQAABBBBAAAEEEEAAAQQQQAABBGwlQLBqOJxxG6xGMFSNaLBqNf7Vfq1cMkHLTlkzUqv7cii1VRcVnNovJV6nRzPnK7NrxBcDMDx7KEcAAQQQQAABBBBAAAEEEEAAAQQQsIsAwarhSMZnsOrSO4uHa9YX7tJH6u9apXl928tTkKOsVetUaH3aPFMLJ49SahNDkLLySLy8yq8nJW4d/OhlLXv7NeV7fANWh1q2G6yfDXpYd15dqGX/OVYrvbNbUzRgwDxN7dM+vANiKwQQQAABBBBAAAEEEEAAAQQQQAABBGoQIFg1PD3iMlj9artmzZ6ud7zH6tRt9yzXf7R5VWPqKVS1Wo14sOo7Tufccpc9+u9o4pSjkc83T2zWlIVzlV9ifeZQ6o0LNX/wdXImGg405QgggAACCCCAAAIIIIAAAggggAACCBCsBhVIcLlc35qeHXEZrBbkqO+qdQr2IH1dZ6qW+zVosFrLoPnOxLVKU66ZoflZ/dTeN4A1HXjqEUAAAQQQQAABBBBAAAEEEEAAAQQQ8BFgxqrh6RCPwWrhGyM1fMfBgCOtr1DVargyWO2r7/3XeCk3Q4XJS9Xnht3akV2olIDP8lSsbkpevVg3tzUchBDKj2+douFv76oIkx2tspU78UF1cYSwMSUIIIAAAggggAACCCCAAAIIIIAAAgjUIkCwaniKxF+w6tYHS+7V9KP+B1qfoap/sGoCGrlgVfKoYM1Ijd1nrSBb+vWTh7YrO9Wkf9QigAACCCCAAAIIIIAAAggggAACCCAQXIBg1fDMiLtgtWS/cp4cqzeadNENHe7Szamp+v41XZTSqn6nbhZ/NEevz9xqpunoo+/9dqaub2G2WcjVJcf1wUtTNP0vhVKj/po9Zapui9S+Qu4UhQgggAACCCCAAAIIIIAAAggggAACdhAgWDUcxfgLVj3ynHfIUb85alC1Yrdb5y4YgDqcuryJQX2YpZ6v3FLVl1yF2RabIYAAAggggAACCCCAAAIIIIAAAgggYAkQrBqeB3EXrBoeH+UIIIAAAggggAACCCCAAAIIIIAAAgggULsAwWrtRn4VBKuGYJQjgAACCCCAAAIIIIAAAggggAACCCBgQwGCVcNBJVg1BKMcAQQQQAABBBBAAAEEEEAAAQQQQAABGwoQrBoOKsGqIRjlCCCAAAIIIIAAAggggAACCCCAAAII2FCAYNVwUAlWDcEoRwABBBBAAAEEEEAAAQQQQAABBBBAwIYCBKuGg0qwaghGOQIIIIAAAggggAACCCCAAAIIIIAAAjYUIFg1HFSCVUMwyhFAAAEEEEAAAQQQQAABBBBAAAEEELChAMGq4aASrBqCUY4AAggggAACCCCAAAIIIIAAAggggIANBQhWDQeVYNUQjHIEEEAAAQQQQAABBBBAAAEEEEAAAQRsKECwajioBKuGYJQjgAACCCCAAAIIIIAAAggggAACCCBgQwGCVcNBJVg1BKMcAQQQQAABBBBAAAEEEEAAAQQQQAABGwoQrBoOaiwEq4cPHzbsNeUIIIAAAggggAACCCCAAAIIIIAAAgggUJ8CrVu3rnNzSUlJdW4jnAY+O5mvZsVXyel0KiEhwbiJBJfL9a3pVrEQrHo8HtNuU48AAggggAACCCCAAAIIIIAAAggggAAC9ShQXFxc59YIVutMaNYAwaqZF9UIIIAAAggggAACCCCAAAIIIIAAAgjUtwDBqqEoM1YNwShHAAEEEEAAAQQQQAABBBBAAAEEEEDAhgIEq4aDSrBqCEY5AggggAACCCCAAAIIIIAAAggggAACNhQgWDUcVIJVQzDKEUAAAQQQQAABBBBAAAEEEEAAAQQQsKEAwarhoBKsGoJRjgACCCCAAAIIIIAAAggggAACCCCAgA0FCFYNB5Vg1RCMcgQQQAABBBBAAAEEEEAAAQQQQAABBGwoQLBqOKgEq4ZglCOAAAIIIIAAAggggAACCCCAAAIIIGBDAYJVw0G9qILVErcO7Vqv3+3ZLc/l6cron6HuLUMD+/KDefp49We64FverKuunjJFP7gytDYCqkrcKirYod0HD2n/4f063vw63XRVZ3Xv0Ufdr3KG2SibIYAAAggggAACCCCAAAIIIIAAAgggYC5AsGpodtEEqyUntPXFMZrzN3elUOJNevynzyi9be1on7+Qrj8fvVstv+uoKC7+ZJO+GbBC9wxsV3sDVSpc+9Zozmsr9Mn54Js624zQzMxh6n6ZcdNsgAACCCCAAAIIIIAAAggggAACCCCAgLEAwaoh2cUSrHrOfKK8nCe0/mt/IMe187VxWHdVxqWSLnh0+uw3foV/XfZjfXH1r9XrnsoQNdhn0qVqmuTQpTWMw4n3n9SIrbvlKa9plKzOTa0eeHTiTJEqol+D4Ndw2ClHAAEEEEAAAQQQQAABBBBAAAEEEEDAT4Bg1fCEsH2wWnJCW1ZuVMv7RuumRp8od3GVcLXNZK0fny7fFQEO5WaoYFNF7GkoKjX+6W91T//Lg27nObBUo9euV5H13abpevzfRiv9Gp/H/s+7dejDpXpm65aymiFaPGm0ujU27kadNijI6a3H1gzVizvHKTWUlk5u0uT7jmpERX2BFvd+TGt9th26ZKfGXV/6QWn7Zd8c9qJ2Zoe0l1B6Qg0CCCDQsAJc/xrWm70hgAACCCCAQOwJBNwPxV4X475HhveccX+8HEDUBAhWDeltHaz6Pv7fNENzxo4LCFfb9cjVmsGd/dSsx/4/22wI6VPeeEw1ywOUHNKauWOUZ82abVpzYOobwCb3zNWKDP8+ht+7ELa0Lthzj6qjFYtmVoah1W95SpsmD9Sz+ZVBrDc4lU9g+qfF6j32qH6+YYF6/3GyBh4dURamlm57NKT9hNB3ShBAAIEGFeD616Dc7AwBBBBAAAEEYlAg8H4oBjsZ510yu+cceEWcHy7dj6oAwaohv22D1WBrqlYJVzcmDtOCCSMCZoN+c+6svvZfCcBINbFxMzX3W1ugbPMDS5W+dr08cihj8AaN7xGsqHxXHu1edZ+m/dkjJQ7R4v8zWt0SjboRdvGpzaXB56aOK3wC0Bpi1c2TNUe3q+MzR3VH2YxVK1h970e+oaw1g3WFOm4YoaP3Wf8uEBf7sIeIDRFAIEYErOsl178YGQy6gQACCCCAAAJREQh2PxSVjth4p2b3nPyubeNToUEOjWDVkNmWwapfqOrQTb3HKfnTBaXrq5aHqyVFOtE0We2qecS++NifdOSvpssBONTyB9erbZPgg1C0ZYxG7DwUelBaEcR21vjHcpVxteHghlXuM4O0fdXH+4M1aAWm7+mOnXfoPe+/pUsHVBusLr9d7488qo7D1motSwGENUJshAACsSLA9S9WRoJ+IIAAAggggEC0BILfD0WrN/bcr+E9J5OY7HkaNOBREawaYtsuWK0aqvbN05zb28m9d7FGvLZRLkmOttO04mdpqnwNVSDal5v+6NCNlQAAFQJJREFUXR/lfmao2VUd8n6lnm2Db3ZgXT+NK5AUZF3XoFt8uUXTFi3QbklDhr6rMd0MuxNOud+6LbU/pl8ZoJZf7EMJVp+VntykBf1bSSrdx/tp5f8dTqfZBgEEEGh4Aa5/DW/OHhFAAAEEEEAgtgSqux+KrV7Gd2+M7zkJVuN7wGOg9wSrhoNgq2C1mlDVd71ShzP44/9V2SISrP7+Xo371CMljdOKJzKUXNtY/XWjRr+4WIfk0LBhbyrr2to2qPv3vcsAPJPv31DZy6V8v9fLCkY7/Fa9P7yjbK1Uk2DV9yVXpbNbV3QkWK376NECAgg0mIC1bjTXvwbjZkcIIIAAAgggEIMCNdwPxWBv47NL4dxzEqzG51jHUK8JVg0HwzbBaj2GqhZhZbA6UF03/1R6IV1Hrl6he278o/6Q9Vd1CvjsBRWr5hmrru1Pasg71vzTH2naEzPVN6nmwXLvnKmMLR9KStPMqdPUx2k4uMblQWao1vB2R+8Lqsof5/fZ19AlO3XHhzWtsVq5ZIC1GcGq8UCxAQIIRFmA61+UB4DdI4AAAggggEDUBWq6Hxp3fdS7Z4sOhHfPyRqrthj8KB4Ewaohvi2C1XoOVSMVrOrMNs2cP0c7JLXrNl8rhnZXta+vKv5EuQue0PpiSVdN08YxaYp4rmr9NWxlR21aMFDWQ/qlX7UvB1BaFzhj9TG9WDabVZLV9tij+vmGBeq03neGKksBGP5flnIEEIg5Aa5/MTckdAgBBBBAAAEEGljA/36ogXd+kewu9HtOXhR9kZwSETpMglVD2LgPViMQqkYsWJVHB9ZlaVzBCWulV93UO1cz05MDw9XiIm3MG6NFx62XZyVr2LBcZV1bbQRrOOLVl1c3c9S7BMDREZUhadAmqv4gtf77Ma31qbVmspb+5bLK98qWGqi3A6EhBBBAoEEFuP41KDc7QwABBBBAAIEYFCBYjfygmNxzRr437MG+AgSrhmMb18FqhELVyAWrkooPKPe58Vr/delAOZPSNPyW+3TTtclyni3SJ59u0Ia923TgfNlAXjZCi0cPU7eIT1c1PHEoRwABBBBAAAEEEEAAAQQQQAABBBCwlQDBquFwxm2wGsFQNaLBqtW4+4DWLHtceS5rRmp1Xw51a9lZB1wHpMRuyho6R8OuJV01PL0pRwABBBBAAAEEEEAAAQQQQAABBBAIUYBgNUSo8rL4DFZd2pqbpTl/c5c+Ut83T3NubyfPgaUavXa9iqxPncO0YMIIdWtsCFJWHomXV/n1pMStQ7vWKG/rRu32+AasDrVsm6Ex/Yep71VFylswXmu8s1uTlZ4+R4/3bhfeAbEVAggggAACCCCAAAIIIIAAAggggAACNQgQrBqeHnEZrLo/1Jy5M7XVe6xO9bkzV4+33qhx9RSqWq1GPFj1Hadit9xlj/47GjvlaOTzzb9v0bQXFmh3ifWZQ916/lLPDuwmZ6LhQFOOAAIIIIAAAggggAACCCCAAAIIIIAAwWpQgQSXy/Wt6dkRl8HqgaVKX7tewR6kr+tM1XK/Bg1Waxk035m4Vmlyp2l6NjNN7XwDWNOBpx4BBBBAAAEEEEAAAQQQQAABBBBAAAEfAWasGp4O8RisFm0ZoxE7DwUcaX2FqlbDlcHqHeq8Nlta9mN9cfWv1av7H5U/sUgdAj57WcXqqg55v1LPtoaDEEL5ifef1IituyvCZEfL0VqcPUSdHSFsTAkCCCCAAAIIIIAAAggggAACCCCAAAK1CBCsGp4i8ResurXjpfs0s9D/QOszVPUPVk1AIxesSh4dWDdG4wqsFWRLv4YMfVdjupn0j1oEEEAAAQQQQAABBBBAAAEEEEAAAQSCCxCsGp4ZcReslhxQ7tPjtaVxZ3Xv0Fc3db1O1323s5Jb1u/UzeL8efrD7PfMNB23qPPL05WaZLZZyNUlJ7TjN9M080iR1ChdMydNVp9I7SvkTlGIAAIIIIAAAggggAACCCCAAAIIIGAHAYJVw1GMv2DVI895hxz1m6MGVSs+e1b/vGAAemkztWhiUB9mqcftlqq+5CrMttgMAQQQQAABBBBAAAEEEEAAAQQQQAABS4Bg1fA8iLtg1fD4KEcAAQQQQAABBBBAAAEEEEAAAQQQQACB2gUIVms38qsgWDUEoxwBBBBAAAEEEEAAAQQQQAABBBBAAAEbChCsGg4qwaohGOUIIIAAAggggAACCCCAAAIIIIAAAgjYUIBg1XBQCVYNwShHAAEEEEAAAQQQQAABBBBAAAEEEEDAhgIEq4aDSrBqCEY5AggggAACCCCAAAIIIIAAAggggAACNhQgWDUcVIJVQzDKEUAAAQQQQAABBBBAAAEEEEAAAQQQsKEAwarhoBKsGoJRjgACCCCAAAIIIIAAAggggAACCCCAgA0FCFYNB5Vg1RCMcgQQQAABBBBAAAEEEEAAAQQQQAABBGwoQLBqOKgEq4ZglCOAAAIIIIAAAggggAACCCCAAAIIIGBDAYJVw0ElWDUEoxwBBBBAAAEEEEAAAQQQQAABBBBAAAEbChCsGg4qwaohGOUIIIAAAggggAACCCCAAAIIIIAAAgjYUIBg1XBQYyFYPXz4sGGvKUcAAQQQQAABBBBAAAEEEEAAAQQQQACB+hRo3bp1nZtLSkqqcxvhNPDZyXw1K75KTqdTCQkJxk0kuFyub023ioVg1bTP1COAAAIIIIAAAggggAACCCCAAAIIIIBA/QqcOXOmzg0SrNaZkAYQQAABBBBAAAEEEEAAAQQQQAABBBBAIJ4ECFYNR4sZq4ZglCOAAAIIIIAAAggggAACCCCAAAIIIGBDAYJVw0ElWDUEoxwBBBBAAAEEEEAAAQQQQAABBBBAAAEbChCsGg4qwaohGOUIIIAAAggggAACCCCAAAIIIIAAAgjYUIBg1XBQCVYNwShHAAEEEEAAAQQQQAABBBBAAAEEEEDAhgIEq4aDSrBqCEY5AggggAACCCCAAAIIIIAAAggggAACNhQgWDUcVIJVQzDKEUAAAQQQQAABBBBAAAEEEEAAAQQQsKEAwarhoF5UwWqJWwc/ekVrd+fL03KA7s8YrB6tQgM7+d4c7frNfl3wLXdep5Qnp6nHlaG1EVBV4lbhvg+U//mfVfCXAh1rnqpeHf5FN/zrberRwRlmo2yGAAIIIIAAAggggAACCCCAAAIIIICAuQDBqqHZRROslhzXOzkjNesLd6VQ4s2aOmGeBrSrHe2zRX114Ei6WnV2VBQXf7xRnkFrNOi+EBqosgvXpyv19PqXtPd88H0724zSMyMz1ePy2vtGBQIIIIAAAggggAACCCCAAAIIIIAAAnUVIFg1FLxYglXP6b1atnCiXjnrD+To+ry2PNJDlXGppAse/a/b41dYlJuhwuSl6nNvZYga7DPJIWcLhy6tYRyOb52i4W/vUsUeGqWoSzOrBx4dP12oiujXIPg1HHbKEUAAAQQQQAABBBBAAAEEEEAAAQQQ8BMgWDU8IWwfrJYc1xt5r6rVA9nq1Wivcp6rEq62maqNj/dXSx+3z3PS9acN/sGqCWvj8es1aKBvi5VbewpylLVqnQqtj5r119Sh2RrQxeex//NuHfwgR0+/vbms5kEteSJbqU1MelD32n2Leipr5XDl7ZmoH4TS3MmNmnDvEY2sqN+n53tmabXPtsNf2qOJV1p1v9BHVdvMzNOe8SHtKZTeUIMAAgg0nADXv4azZk8IIIAAAgggEJsCAfdDsdnNuO5VqPecP4zro6TzMSBAsGo4CLYOVn0f/282WPPGTQoIV9v3XK7fDenip2Y99v/fmwwhfcobZ1ezPEDJQa2cPVLLrFmzzWoOTH0D2JQbl2v1A/59DL93IWxpXbBnH1EnKxbN2qOJtV6YT2nj+Lv1i52VQaw3mJVPWPrp8+o56oieenOhMq7w78Op15/XhzdPDPg8hJ5SggACCERZgOtflAeA3SOAAAIIIIBA1AUC74ei3iXbdaBu95y24+CAIipAsGrIa9tgNdiaqlXC1VcTM7Vw8qiA2aDfnHOrykoARqqXNHEqyW9tgbLNC3LUd9U6eeTQ/UPe1KSewYrKd+VRft69mvK5R0p8UEueyVZqolE3wi4+9foE3X10pN7quNz7b20zSa36WUpTp1lHlFY2Y9UKVrfd6hvKWjNYl6tT1WD10+c1oeghLRwU4lvEwj4qNkQAAQTqX4DrX/2b0iICCCCAAAIIxJdAsPuh+DqC2O9tne45Y//w6GGMCRCsGg6ILYNVv1DVoV59Jill79zS9VXLw9WSQh1vmqL21TxiX3zsEx0sMl0OwKHW13evts3CN0Zq+I6DoQelFUFsF03KXq77kw0HN6zy0r+EHbFmqnof2/d9vD9Yg1Zguk1pe9K0zftv6dIBoQWr5duGuNxAWMfDRggggECkBLj+RUqWdhFAAAEEEEAgXgSC3w/FS+/jo591ueeMjyOkl7ElQLBqOB62C1arhqp3rdK8vu3l3vOchq1/TS5JjnYztHpSP7WvwerkhnF6P+eAoWY3Ja9erJvbBt+sYM2tGrtPUpB1XYNu8eVmTfnlXOVL+slD25WdatidcMr91m3xCVmrWQ6gMkD1D0lDCVZL/+o2g9mq4YwT2yCAQNQFuP5FfQjoAAIIIIAAAghEWaC6+6Eod8tWu6/LPaetIDiYBhMIFqw+/PDD1e7/5ZdfDvheUlJSg/XXd0efncxXs+Kr5HQ6lZCQYNyHBJfL9a3pVrYKVqsJVX3XK3U0D/74f1W3iASr6/pp7F6P1GKSVk8brJTaBqvoNWXlPKeDcijzkXf1aNfaNqj7973LAMyq8mqpshdL+X7vlhlvaWHyKvXcnla2VIBpsMps1bqPFi0ggEDUBKx1o7n+RY2fHSOAAAIIIIBADAjUcD8UA72zRxfqdM9pDwKOouEFqpuxGixcDRaqWj0mWG34cav7HusxVLU6UxmsZuj774yXFvXVweQ1GtRrt14fXqguAZ8tUrFqnrHqem+KMv6wS9KtmjFttu5sUfNhu3dMV/ob2yX10+zpM3Rb87oz1dxCkBmqNbzd0fuCqpWBLQ5/aY/StteyxqrfD4hIHxftI4AAAvUrwPWvfj1pDQEEEEAAAQTiT6Cm+6HaX4Acf8cbjR7X6Z4zGh1mn7YQqGkpAN9wtbpQlWA1Hk+Deg5VIxWs6vS7mj5nlj6Q1D71ea1+qIeqfX3Vub3KmTtRr5yT1GGGtozrJ2ekx8YKO/M66a1FGap8lVTtywGUditwxmqW8ipffGW1PeqInip7eZX1A2J5x7dYBiDSY0r7CCDQAAJc/xoAmV0ggAACCCCAQEwL8ERi5IfH7J4z8v1hD3YVqG2NVStcrSlUJViNtzMjAqFqxIJVeVSw5iGN3XfcWulVvfos1+wBKYHh6rlCvfriSD13zHp5VooyH1muR7tWG8HW24hVF3Z6lwA4OrIyJA26x6o/SK3/ztJqn1prJmvpXy6t7y1Xp7KQtd4OgIYQQACBqAhw/YsKOztFAAEEEEAAgRgSIFiN/GCY3HNGvjfswb4CtQWroRw5SwGEohQLNREKVSMXrEo6t18588fqlbOlgM4W/fRwnwfUq1uKmp8t1Mcf/16v7nlXBefLgC8fpSXZmUqN+DIAsTCg9AEBBBBAAAEEEEAAAQQQQAABBBBAIFoCBKuG8nH78qoIhqoRDVatxr/ar5VLJmjZKWtGanVfDqW26qKCU/ulxOv0aOZ8ZXaN+GIAhmcP5QgggAACCCCAAAIIIIAAAggggAACdhEgWDUcycpg9ZiubXOjEhISDVuIRrlL7ywerllfuEsfqb9rleb1bS9PQY6yVq1TofVp80wtnDxKqU3C618kXl7l15MStw5+9LKWvf2a8j2+AatDLdsN1s8GPaw7ry7Usv8cq5Xe2a0pGjBgnqb2aR/eAbEVAggggAACCCCAAAIIIIAAAggggAACNQjEa7D67bcl+n9f/l81K75STqdTCQkJxuOc4HK5vjXdqiJYveTv6tD6GjX/TkvTJhq+/qvtmjV7ut7x7tmp2+5Zrv9o86rG1FOoarUa8WDVV+2cW+6yR/8dTZxyNPL55onNmrJwrvJLrM8cSr1xoeYPvk7OeMi/G/7MYI8IIIAAAggggAACCCCAAAIIIIAAAmEKxGuw+tU/Xfrif/6iZhfaRidY/Z+vjql5G4c6t/lh7M9aLchR31XrFOxB+rrOVC0/7xo0WK3lZPediWuVplwzQ/Oz+qm9bwAb5v9h2AwBBBBAAAEEEEAAAQQQQAABBBBAAAFLIB6DVWu26qEvP9VXX3rUunmUZqweP35cjZK+UVKrpmrXoqOcjstiNmAtfGOkhu84GHDG11eoajVcGaz21ff+a7yUm6HC5KXqc8Nu7cguVErAZ3kqVjclr16sm9vW//8Zj2+douFv76oIkx2tspU78UF1cdT/vmgRAQQQQAABBBBAAAEEEEAAAQQQQODiE4inYNUKVN2ef+jE6aM6c+prnT9zqdq3bx+dGatWsOp2u9WkxSVq0baxEr9jnTzGKwtcfGccR4wAAggggAACCCCAAAIIIIAAAggggAACDSyQoJJ/Sqf/Xqxzpy94A9WoB6vWmqt8IYAAAggggAACCCCAAAIIIIAAAggggAAC8SBgvawqasHq2bNndezYMe+MVYLVeDhd6CMCCCCAAAIIIIAAAggggAACCCCAAAIIWALlweqVV16pZs2aef/b9CvB5XIZTze1glQrWD1x4oS++uorlZR4Xz/PFwIIIIAAAggggAACCCCAAAIIIIAAAgggEPMCiYmJat68udq1a9fwwWpxcbFOnjyp06dP65tvvol5LDqIAAIIIIAAAggggAACCCCAAAIIIIAAAghYApdeeqlatGihK664Qo0bN264GavWzq0w9R//+IdcLpe+/vprZq1yTiKAAAIIIIAAAggggAACCCCAAAIIIIBAzAtYs1WbNm2qli1b6rLLLvOGrOF8hbUUgLUj6/H/f/7zn95w9cyZM97/feHCBdZbDWcU2AYBBBBAAAEEEEAAAQQQQAABBBBAAAEEIipgraN6ySWX6Dvf+Y6SkpK8oar1v62gNZyvsINV33DVeoGVNWvVmsXKeqvhDAPbIIAAAggggAACCCCAAAIIIIAAAggggEAkBawA1Zqdas1WdTqddQpVrX7+f9WmEhg6ap0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pic>
        <p:nvPicPr>
          <p:cNvPr id="19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5" t="35674" r="90473" b="60533"/>
          <a:stretch/>
        </p:blipFill>
        <p:spPr bwMode="auto">
          <a:xfrm>
            <a:off x="917722" y="3460070"/>
            <a:ext cx="179918" cy="172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895336" y="3427297"/>
            <a:ext cx="193277" cy="25732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88" t="5951" r="38213" b="46024"/>
          <a:stretch/>
        </p:blipFill>
        <p:spPr bwMode="auto">
          <a:xfrm>
            <a:off x="3485729" y="2188299"/>
            <a:ext cx="2804217" cy="2716262"/>
          </a:xfrm>
          <a:prstGeom prst="rect">
            <a:avLst/>
          </a:prstGeom>
          <a:solidFill>
            <a:srgbClr val="000000">
              <a:shade val="95000"/>
            </a:srgbClr>
          </a:solidFill>
          <a:ln w="38100">
            <a:solidFill>
              <a:srgbClr val="F9A713"/>
            </a:solidFill>
            <a:miter lim="800000"/>
            <a:headEnd/>
            <a:tailEnd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  <a:extLst/>
        </p:spPr>
      </p:pic>
      <p:cxnSp>
        <p:nvCxnSpPr>
          <p:cNvPr id="35" name="34 Conector recto de flecha"/>
          <p:cNvCxnSpPr/>
          <p:nvPr/>
        </p:nvCxnSpPr>
        <p:spPr>
          <a:xfrm>
            <a:off x="1147335" y="3564519"/>
            <a:ext cx="2311482" cy="0"/>
          </a:xfrm>
          <a:prstGeom prst="straightConnector1">
            <a:avLst/>
          </a:prstGeom>
          <a:ln>
            <a:solidFill>
              <a:srgbClr val="36A1B0"/>
            </a:solidFill>
            <a:headEnd type="none"/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6" name="35 Conector recto de flecha"/>
          <p:cNvCxnSpPr/>
          <p:nvPr/>
        </p:nvCxnSpPr>
        <p:spPr>
          <a:xfrm>
            <a:off x="991974" y="1463040"/>
            <a:ext cx="0" cy="1924500"/>
          </a:xfrm>
          <a:prstGeom prst="straightConnector1">
            <a:avLst/>
          </a:prstGeom>
          <a:ln>
            <a:solidFill>
              <a:srgbClr val="36A1B0"/>
            </a:solidFill>
            <a:headEnd type="none"/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9863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6D0C3B8B-6F4A-44A9-B04E-5C7A886184AC}"/>
</file>

<file path=customXml/itemProps2.xml><?xml version="1.0" encoding="utf-8"?>
<ds:datastoreItem xmlns:ds="http://schemas.openxmlformats.org/officeDocument/2006/customXml" ds:itemID="{5631FBAE-00B7-41E9-909D-6DAF994661BA}"/>
</file>

<file path=customXml/itemProps3.xml><?xml version="1.0" encoding="utf-8"?>
<ds:datastoreItem xmlns:ds="http://schemas.openxmlformats.org/officeDocument/2006/customXml" ds:itemID="{04420F31-6B78-460A-A29B-1C346C129078}"/>
</file>

<file path=docProps/app.xml><?xml version="1.0" encoding="utf-8"?>
<Properties xmlns="http://schemas.openxmlformats.org/officeDocument/2006/extended-properties" xmlns:vt="http://schemas.openxmlformats.org/officeDocument/2006/docPropsVTypes">
  <TotalTime>873</TotalTime>
  <Words>240</Words>
  <Application>Microsoft Office PowerPoint</Application>
  <PresentationFormat>Presentación en pantalla (4:3)</PresentationFormat>
  <Paragraphs>21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54</cp:revision>
  <dcterms:created xsi:type="dcterms:W3CDTF">2017-01-26T20:10:20Z</dcterms:created>
  <dcterms:modified xsi:type="dcterms:W3CDTF">2018-06-01T21:28:28Z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