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71" r:id="rId3"/>
    <p:sldId id="272" r:id="rId4"/>
    <p:sldId id="273" r:id="rId5"/>
    <p:sldId id="261" r:id="rId6"/>
    <p:sldId id="267" r:id="rId7"/>
    <p:sldId id="274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19/04/2018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19/04/2018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REPORTES CRÉDITOS DE MATRICULADOS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52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61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28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1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</a:t>
            </a:r>
            <a:r>
              <a:rPr lang="es-CO" sz="1600" dirty="0" smtClean="0"/>
              <a:t>módulo “Crédito”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55991" y="290510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6841" y="1504790"/>
            <a:ext cx="509150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59" y="1930571"/>
            <a:ext cx="8286994" cy="41070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la opción «Crédito Interno»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131691" y="297343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46852" y="1504790"/>
            <a:ext cx="872573" cy="198136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7" y="198471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406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892471"/>
            <a:ext cx="8475488" cy="4200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Acceder a la opción «Reportes»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017641" y="2882329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37965" y="1504790"/>
            <a:ext cx="537451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831327" y="194009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46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2177988"/>
            <a:ext cx="840017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seleccione la opción «Reportes créditos de matriculados»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139307" y="3210323"/>
            <a:ext cx="2643809" cy="1321904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41520" y="1571625"/>
            <a:ext cx="0" cy="152897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64652" y="223513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9743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20" y="1924693"/>
            <a:ext cx="8324240" cy="41255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aplicar los filtros necesarios y presionar el botón </a:t>
            </a:r>
            <a:r>
              <a:rPr lang="es-CO" sz="1600" dirty="0" smtClean="0"/>
              <a:t>«Generar»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60375" y="2876550"/>
            <a:ext cx="8131175" cy="895350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61040" y="1551587"/>
            <a:ext cx="0" cy="122847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83702" y="196867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3884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5" y="2025354"/>
            <a:ext cx="8343458" cy="4135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se podrá Imprimir y generar el un documento en Excel, para ello seleccione el botón correspondiente a la acción deseada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134225" y="3638550"/>
            <a:ext cx="1362075" cy="321986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74176" y="2072979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 flipH="1">
            <a:off x="4546839" y="1760536"/>
            <a:ext cx="2558809" cy="2039007"/>
            <a:chOff x="5729176" y="177590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621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F7BA518-E160-4E79-AEC4-2BF970980F58}"/>
</file>

<file path=customXml/itemProps2.xml><?xml version="1.0" encoding="utf-8"?>
<ds:datastoreItem xmlns:ds="http://schemas.openxmlformats.org/officeDocument/2006/customXml" ds:itemID="{C5B0C2BE-5F96-4E3C-BF3A-0C470AFDD7B8}"/>
</file>

<file path=customXml/itemProps3.xml><?xml version="1.0" encoding="utf-8"?>
<ds:datastoreItem xmlns:ds="http://schemas.openxmlformats.org/officeDocument/2006/customXml" ds:itemID="{47E79D2E-098E-4D1E-B79C-9C01592DEDAE}"/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145</Words>
  <Application>Microsoft Office PowerPoint</Application>
  <PresentationFormat>Presentación en pantalla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Andrea Pastori R.</dc:creator>
  <cp:lastModifiedBy>Andrea Pastori Rojas</cp:lastModifiedBy>
  <cp:revision>50</cp:revision>
  <dcterms:created xsi:type="dcterms:W3CDTF">2017-01-26T20:10:20Z</dcterms:created>
  <dcterms:modified xsi:type="dcterms:W3CDTF">2018-04-19T15:04:21Z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