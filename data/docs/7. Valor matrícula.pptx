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71" r:id="rId7"/>
    <p:sldId id="262" r:id="rId8"/>
    <p:sldId id="272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0" autoAdjust="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690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INFORME DE INSCRIPCIONES Y MATRICULAS – VALOR MATRÍCULA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7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«Rectoría»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62162" y="1603320"/>
            <a:ext cx="700088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1113182" y="2990107"/>
            <a:ext cx="824948" cy="6774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3" t="21893" r="68805" b="35086"/>
          <a:stretch/>
        </p:blipFill>
        <p:spPr bwMode="auto">
          <a:xfrm>
            <a:off x="1186769" y="3029137"/>
            <a:ext cx="635764" cy="63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13540" y="298534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83" y="1708002"/>
            <a:ext cx="8483600" cy="42045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el informe </a:t>
            </a:r>
            <a:r>
              <a:rPr lang="es-CO" sz="1600" dirty="0" smtClean="0"/>
              <a:t>«Valor Matrícula»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42182" y="1562483"/>
            <a:ext cx="479777" cy="2568129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818843" y="176840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021961" y="3688069"/>
            <a:ext cx="1007364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36566"/>
            <a:ext cx="8377952" cy="41399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crear el reporte deberá aplicar los filtros solicitados de: Año, Periodo y Fecha. Posteriormente presionar el botón «Generar», este creará el reporte en un documento PDF para su visualización.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54395" y="2953768"/>
            <a:ext cx="6741536" cy="5344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329160" y="1790632"/>
            <a:ext cx="0" cy="114367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7" t="8092" r="11884"/>
          <a:stretch/>
        </p:blipFill>
        <p:spPr bwMode="auto">
          <a:xfrm>
            <a:off x="403225" y="1477350"/>
            <a:ext cx="8337550" cy="48183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887944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Reporte Generado </a:t>
            </a:r>
            <a:endParaRPr lang="es-CO" sz="1600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9" name="7 Rectángulo"/>
          <p:cNvSpPr/>
          <p:nvPr/>
        </p:nvSpPr>
        <p:spPr>
          <a:xfrm>
            <a:off x="6191372" y="1954160"/>
            <a:ext cx="1569079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5115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C2630FE5-3444-406E-8289-5E9E57C0721D}"/>
</file>

<file path=customXml/itemProps2.xml><?xml version="1.0" encoding="utf-8"?>
<ds:datastoreItem xmlns:ds="http://schemas.openxmlformats.org/officeDocument/2006/customXml" ds:itemID="{ED1A051D-6C36-48E9-8C78-12983F76FB17}"/>
</file>

<file path=customXml/itemProps3.xml><?xml version="1.0" encoding="utf-8"?>
<ds:datastoreItem xmlns:ds="http://schemas.openxmlformats.org/officeDocument/2006/customXml" ds:itemID="{8255D2D3-69DC-46BC-AC16-A73043226561}"/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133</Words>
  <Application>Microsoft Office PowerPoint</Application>
  <PresentationFormat>Presentación en pantalla (4:3)</PresentationFormat>
  <Paragraphs>13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50</cp:revision>
  <dcterms:created xsi:type="dcterms:W3CDTF">2017-01-26T20:10:20Z</dcterms:created>
  <dcterms:modified xsi:type="dcterms:W3CDTF">2018-02-26T21:42:51Z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