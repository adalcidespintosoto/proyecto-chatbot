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ESTUDIANTES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 EDAD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«Estudiantes»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19"/>
            <a:ext cx="1745060" cy="206562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161612" y="3040207"/>
            <a:ext cx="1501060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presionar el botón «Ver» el la sección «Distribución de estudiantes </a:t>
            </a:r>
            <a:r>
              <a:rPr lang="es-CO" sz="1600" dirty="0" smtClean="0"/>
              <a:t>por edad»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5220155" y="1581912"/>
            <a:ext cx="385116" cy="223745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929583" y="3503898"/>
            <a:ext cx="3227832" cy="63093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75898"/>
            <a:ext cx="8377953" cy="4152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</a:t>
            </a:r>
            <a:r>
              <a:rPr lang="es-CO" sz="1600" dirty="0" smtClean="0"/>
              <a:t>Año</a:t>
            </a:r>
            <a:r>
              <a:rPr lang="es-CO" sz="1600" dirty="0"/>
              <a:t> </a:t>
            </a:r>
            <a:r>
              <a:rPr lang="es-CO" sz="1600" dirty="0" smtClean="0"/>
              <a:t>y</a:t>
            </a:r>
            <a:r>
              <a:rPr lang="es-CO" sz="1600" dirty="0" smtClean="0"/>
              <a:t> Periodo, </a:t>
            </a:r>
            <a:r>
              <a:rPr lang="es-CO" sz="1600" dirty="0" smtClean="0"/>
              <a:t>y posteriormente presione el botón «Generar»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5" y="1499857"/>
            <a:ext cx="0" cy="13622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80360"/>
            <a:ext cx="574243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F2A13C60-6F6C-499D-9FEA-EC7F3D3A8750}"/>
</file>

<file path=customXml/itemProps2.xml><?xml version="1.0" encoding="utf-8"?>
<ds:datastoreItem xmlns:ds="http://schemas.openxmlformats.org/officeDocument/2006/customXml" ds:itemID="{2EEFD509-28B4-48C8-8C77-F6FD4E8AE2E5}"/>
</file>

<file path=customXml/itemProps3.xml><?xml version="1.0" encoding="utf-8"?>
<ds:datastoreItem xmlns:ds="http://schemas.openxmlformats.org/officeDocument/2006/customXml" ds:itemID="{463E6FEC-06B9-4E3F-80CE-48D27A19B186}"/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131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56</cp:revision>
  <dcterms:created xsi:type="dcterms:W3CDTF">2017-01-26T20:10:20Z</dcterms:created>
  <dcterms:modified xsi:type="dcterms:W3CDTF">2018-02-26T21:51:21Z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