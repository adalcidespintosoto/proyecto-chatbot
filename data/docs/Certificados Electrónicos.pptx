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9" r:id="rId2"/>
    <p:sldId id="265" r:id="rId3"/>
    <p:sldId id="266" r:id="rId4"/>
    <p:sldId id="268" r:id="rId5"/>
    <p:sldId id="267" r:id="rId6"/>
    <p:sldId id="273" r:id="rId7"/>
    <p:sldId id="274" r:id="rId8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22/02/2018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4FC2F0-45E8-461B-87BF-1D692BC061F3}" type="slidenum">
              <a:rPr lang="es-CO" smtClean="0"/>
              <a:t>7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96056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22/02/2018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PORTAL DE ESTUDIANTES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GENERAR LA SOLICITUD Y DESCARGA DE CERTIFICADOS ELECTRÓNICOS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</a:t>
            </a:r>
            <a:r>
              <a:rPr lang="es-CO" sz="1600" dirty="0" smtClean="0"/>
              <a:t>Estudiantes»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2996" y="393175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5 Grupo"/>
          <p:cNvGrpSpPr/>
          <p:nvPr/>
        </p:nvGrpSpPr>
        <p:grpSpPr>
          <a:xfrm>
            <a:off x="3169213" y="1590261"/>
            <a:ext cx="1402787" cy="3269974"/>
            <a:chOff x="5729176" y="1775902"/>
            <a:chExt cx="1191284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53" y="2047108"/>
            <a:ext cx="8411375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8057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</a:t>
            </a:r>
            <a:r>
              <a:rPr lang="es-CO" sz="1600" dirty="0" smtClean="0"/>
              <a:t>portal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«Certificados»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2424322" y="1623200"/>
            <a:ext cx="517663" cy="1557038"/>
            <a:chOff x="5729176" y="1790468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90468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961610" y="2726926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pastori\Desktop\FireShot Capture 7 - Certificados - http___10.0.3.167_estudiantes_index.php_certificado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69" y="2130062"/>
            <a:ext cx="8609947" cy="42608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Certificados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267026" y="1166236"/>
            <a:ext cx="8394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la solicitud de un </a:t>
            </a:r>
            <a:r>
              <a:rPr lang="es-CO" sz="1600" dirty="0"/>
              <a:t>certificado electrónico </a:t>
            </a:r>
            <a:r>
              <a:rPr lang="es-CO" sz="1600" dirty="0" smtClean="0"/>
              <a:t>o físico, seleccionar el icono «     » ubicado a la derecha del certificado deseado, </a:t>
            </a:r>
            <a:r>
              <a:rPr lang="es-CO" sz="1600" dirty="0"/>
              <a:t>s</a:t>
            </a:r>
            <a:r>
              <a:rPr lang="es-CO" sz="1600" dirty="0" smtClean="0"/>
              <a:t>e desplegará una ventana en la que seleccionará el Programa y el Período, posteriormente se deberá finalizar la solicitud presionando el botón «Generar»</a:t>
            </a:r>
          </a:p>
        </p:txBody>
      </p:sp>
      <p:cxnSp>
        <p:nvCxnSpPr>
          <p:cNvPr id="16" name="15 Conector recto de flecha"/>
          <p:cNvCxnSpPr/>
          <p:nvPr/>
        </p:nvCxnSpPr>
        <p:spPr>
          <a:xfrm>
            <a:off x="4335272" y="3673066"/>
            <a:ext cx="795528" cy="0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646" y="1260421"/>
            <a:ext cx="2000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3985401" y="3503526"/>
            <a:ext cx="324471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8" t="15942" r="35871" b="29687"/>
          <a:stretch/>
        </p:blipFill>
        <p:spPr bwMode="auto">
          <a:xfrm>
            <a:off x="5168661" y="2224504"/>
            <a:ext cx="3304088" cy="3578812"/>
          </a:xfrm>
          <a:prstGeom prst="rect">
            <a:avLst/>
          </a:prstGeom>
          <a:noFill/>
          <a:ln w="28575">
            <a:solidFill>
              <a:srgbClr val="F9A713"/>
            </a:solidFill>
            <a:miter lim="800000"/>
            <a:headEnd/>
            <a:tailEnd/>
          </a:ln>
          <a:effectLst>
            <a:outerShdw blurRad="88900" dist="50800" sx="104000" sy="104000" algn="t" rotWithShape="0">
              <a:prstClr val="black">
                <a:alpha val="3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17" name="16 Grupo"/>
          <p:cNvGrpSpPr/>
          <p:nvPr/>
        </p:nvGrpSpPr>
        <p:grpSpPr>
          <a:xfrm flipH="1">
            <a:off x="2926076" y="1957766"/>
            <a:ext cx="1034935" cy="172800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03156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9555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pastori\Desktop\FireShot Capture 7 - Certificados - http___10.0.3.167_estudiantes_index.php_certificado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69" y="2130062"/>
            <a:ext cx="8609947" cy="42608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Certificados</a:t>
            </a:r>
            <a:endParaRPr lang="es-CO" sz="2200" b="1" dirty="0"/>
          </a:p>
        </p:txBody>
      </p:sp>
      <p:grpSp>
        <p:nvGrpSpPr>
          <p:cNvPr id="13" name="12 Grupo"/>
          <p:cNvGrpSpPr/>
          <p:nvPr/>
        </p:nvGrpSpPr>
        <p:grpSpPr>
          <a:xfrm flipH="1">
            <a:off x="7416799" y="1714500"/>
            <a:ext cx="821286" cy="1721717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03156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15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9" name="CuadroTexto 2"/>
          <p:cNvSpPr txBox="1"/>
          <p:nvPr/>
        </p:nvSpPr>
        <p:spPr>
          <a:xfrm>
            <a:off x="876299" y="1288776"/>
            <a:ext cx="77974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</a:t>
            </a:r>
            <a:r>
              <a:rPr lang="es-CO" sz="1600" dirty="0" smtClean="0"/>
              <a:t>descargar un </a:t>
            </a:r>
            <a:r>
              <a:rPr lang="es-CO" sz="1600" dirty="0" smtClean="0"/>
              <a:t>certificado electrónico presionar el icono «      </a:t>
            </a:r>
            <a:r>
              <a:rPr lang="es-CO" sz="1600" dirty="0"/>
              <a:t>» ubicado a la derecha del </a:t>
            </a:r>
            <a:r>
              <a:rPr lang="es-CO" sz="1600"/>
              <a:t>certificado </a:t>
            </a:r>
            <a:r>
              <a:rPr lang="es-CO" sz="1600" smtClean="0"/>
              <a:t>deseado.</a:t>
            </a:r>
            <a:endParaRPr lang="es-CO" sz="1600" dirty="0" smtClean="0"/>
          </a:p>
        </p:txBody>
      </p:sp>
      <p:sp>
        <p:nvSpPr>
          <p:cNvPr id="21" name="20 Rectángulo redondeado"/>
          <p:cNvSpPr/>
          <p:nvPr/>
        </p:nvSpPr>
        <p:spPr>
          <a:xfrm>
            <a:off x="8251217" y="3261516"/>
            <a:ext cx="324471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229" y="1364976"/>
            <a:ext cx="228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114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FBA8BF88-5A6B-4300-BD5A-D3046BCE1F20}"/>
</file>

<file path=customXml/itemProps2.xml><?xml version="1.0" encoding="utf-8"?>
<ds:datastoreItem xmlns:ds="http://schemas.openxmlformats.org/officeDocument/2006/customXml" ds:itemID="{56937CAC-3AB6-49E3-A7E7-AA14FA2A837B}"/>
</file>

<file path=customXml/itemProps3.xml><?xml version="1.0" encoding="utf-8"?>
<ds:datastoreItem xmlns:ds="http://schemas.openxmlformats.org/officeDocument/2006/customXml" ds:itemID="{C6C8F148-3545-4390-8A11-875362ADF358}"/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149</Words>
  <Application>Microsoft Office PowerPoint</Application>
  <PresentationFormat>Presentación en pantalla (4:3)</PresentationFormat>
  <Paragraphs>14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49</cp:revision>
  <dcterms:created xsi:type="dcterms:W3CDTF">2017-01-26T20:10:20Z</dcterms:created>
  <dcterms:modified xsi:type="dcterms:W3CDTF">2018-02-22T20:22:51Z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