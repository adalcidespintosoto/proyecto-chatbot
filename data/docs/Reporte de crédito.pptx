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5" r:id="rId3"/>
    <p:sldId id="266" r:id="rId4"/>
    <p:sldId id="268" r:id="rId5"/>
    <p:sldId id="267" r:id="rId6"/>
    <p:sldId id="269" r:id="rId7"/>
    <p:sldId id="271" r:id="rId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DE CRÉDITOS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</a:t>
            </a:r>
            <a:r>
              <a:rPr lang="es-CO" sz="1600" dirty="0" smtClean="0"/>
              <a:t>«</a:t>
            </a:r>
            <a:r>
              <a:rPr lang="es-CO" sz="1600" dirty="0" smtClean="0"/>
              <a:t>Financiera</a:t>
            </a:r>
            <a:r>
              <a:rPr lang="es-CO" sz="1600" dirty="0" smtClean="0"/>
              <a:t>» </a:t>
            </a:r>
            <a:r>
              <a:rPr lang="es-CO" sz="1600" dirty="0" smtClean="0"/>
              <a:t>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780425" y="1447800"/>
            <a:ext cx="505888" cy="3558539"/>
            <a:chOff x="5729176" y="178116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116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426687" y="4543425"/>
            <a:ext cx="2353738" cy="9258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75897"/>
            <a:ext cx="8377950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</a:t>
            </a:r>
            <a:r>
              <a:rPr lang="es-CO" sz="1600" dirty="0" smtClean="0"/>
              <a:t>los filtros de búsqueda y posteriormente </a:t>
            </a:r>
            <a:r>
              <a:rPr lang="es-CO" sz="1600" dirty="0" smtClean="0"/>
              <a:t>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5" y="1499857"/>
            <a:ext cx="0" cy="136221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74245" y="2741212"/>
            <a:ext cx="8083345" cy="876632"/>
          </a:xfrm>
          <a:prstGeom prst="roundRect">
            <a:avLst>
              <a:gd name="adj" fmla="val 768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0F864B53-D9FC-4AB7-9A67-6037BD34CAFD}"/>
</file>

<file path=customXml/itemProps2.xml><?xml version="1.0" encoding="utf-8"?>
<ds:datastoreItem xmlns:ds="http://schemas.openxmlformats.org/officeDocument/2006/customXml" ds:itemID="{6DC5A1AC-7623-4758-9DFA-7737C12D91B0}"/>
</file>

<file path=customXml/itemProps3.xml><?xml version="1.0" encoding="utf-8"?>
<ds:datastoreItem xmlns:ds="http://schemas.openxmlformats.org/officeDocument/2006/customXml" ds:itemID="{285B91A5-DAF3-4E8A-84B9-4B0F631A2319}"/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107</Words>
  <Application>Microsoft Office PowerPoint</Application>
  <PresentationFormat>Presentación en pantalla (4:3)</PresentationFormat>
  <Paragraphs>13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66</cp:revision>
  <dcterms:created xsi:type="dcterms:W3CDTF">2017-01-26T20:10:20Z</dcterms:created>
  <dcterms:modified xsi:type="dcterms:W3CDTF">2018-02-26T22:05:24Z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