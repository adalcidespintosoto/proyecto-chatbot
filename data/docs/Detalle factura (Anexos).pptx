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5" r:id="rId3"/>
    <p:sldId id="266" r:id="rId4"/>
    <p:sldId id="268" r:id="rId5"/>
    <p:sldId id="267" r:id="rId6"/>
    <p:sldId id="273" r:id="rId7"/>
    <p:sldId id="274" r:id="rId8"/>
    <p:sldId id="271" r:id="rId9"/>
    <p:sldId id="262" r:id="rId10"/>
    <p:sldId id="275" r:id="rId11"/>
    <p:sldId id="276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14/02/2018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14/02/2018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EL DETALLE DE FACTURAS (ANEXOS)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0362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«Crédito»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13540" y="2994868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7"/>
            <a:ext cx="8400178" cy="41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</a:t>
            </a:r>
            <a:r>
              <a:rPr lang="es-CO" sz="1600" dirty="0" smtClean="0"/>
              <a:t>acceder </a:t>
            </a:r>
            <a:r>
              <a:rPr lang="es-CO" sz="1600" dirty="0" smtClean="0"/>
              <a:t>a la sección «Crédito Empresarial»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482568" y="1552960"/>
            <a:ext cx="339118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69311" y="2795258"/>
            <a:ext cx="1251138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05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Ingresar el módulo «App»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76450" y="1495810"/>
            <a:ext cx="1009650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73836" y="2709532"/>
            <a:ext cx="103593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758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7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el </a:t>
            </a:r>
            <a:r>
              <a:rPr lang="es-CO" sz="1600" dirty="0"/>
              <a:t>icono «Factura (Anexos</a:t>
            </a:r>
            <a:r>
              <a:rPr lang="es-CO" sz="1600" dirty="0" smtClean="0"/>
              <a:t>)»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67175" y="1504790"/>
            <a:ext cx="504825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81541" y="2706519"/>
            <a:ext cx="103593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300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</a:t>
            </a:r>
            <a:r>
              <a:rPr lang="es-CO" sz="1600" dirty="0" smtClean="0"/>
              <a:t>generar el detalle de la factura digite el No. de factura o No. Interno y presione el botón «Visualizar»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16295" y="2934718"/>
            <a:ext cx="2765055" cy="46570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3242825" y="1751011"/>
            <a:ext cx="1329175" cy="1441410"/>
            <a:chOff x="5729176" y="1788714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3" cy="4152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visualizar los recibos correspondientes a la factura presione el botón «Recibos de Caja» en la sección de «Datos de la factura»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91351" y="4639694"/>
            <a:ext cx="922268" cy="32283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7604885" y="1655189"/>
            <a:ext cx="0" cy="298450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7" name="16 Grupo"/>
          <p:cNvGrpSpPr/>
          <p:nvPr/>
        </p:nvGrpSpPr>
        <p:grpSpPr>
          <a:xfrm flipV="1">
            <a:off x="6305550" y="3505198"/>
            <a:ext cx="895350" cy="1111989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86" b="92476"/>
          <a:stretch/>
        </p:blipFill>
        <p:spPr bwMode="auto">
          <a:xfrm>
            <a:off x="7667627" y="2044543"/>
            <a:ext cx="793750" cy="24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018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2" y="2025028"/>
            <a:ext cx="8376478" cy="41514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imprimir las ordenes internas asociadas a la factura consultada, presione el botón «Imprimir Anexo»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806360" y="5196285"/>
            <a:ext cx="922268" cy="32283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95742" y="1721198"/>
            <a:ext cx="3171585" cy="3656384"/>
            <a:chOff x="5729176" y="1779411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9411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18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938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3C677934-70EF-4F12-84B6-86669AB2DDCC}"/>
</file>

<file path=customXml/itemProps2.xml><?xml version="1.0" encoding="utf-8"?>
<ds:datastoreItem xmlns:ds="http://schemas.openxmlformats.org/officeDocument/2006/customXml" ds:itemID="{25ACB160-9034-4D7C-9C2C-CB222469C2EA}"/>
</file>

<file path=customXml/itemProps3.xml><?xml version="1.0" encoding="utf-8"?>
<ds:datastoreItem xmlns:ds="http://schemas.openxmlformats.org/officeDocument/2006/customXml" ds:itemID="{854F0422-DB87-4938-AEAA-3976EB6D7DD7}"/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175</Words>
  <Application>Microsoft Office PowerPoint</Application>
  <PresentationFormat>Presentación en pantalla (4:3)</PresentationFormat>
  <Paragraphs>14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53</cp:revision>
  <dcterms:created xsi:type="dcterms:W3CDTF">2017-01-26T20:10:20Z</dcterms:created>
  <dcterms:modified xsi:type="dcterms:W3CDTF">2018-02-14T16:30:41Z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