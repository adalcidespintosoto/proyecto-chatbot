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DE DISTRIBUCIÓN POR ESCOLARIDAD DE LOS MIEMBROS DE LA FAMILIA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«Bienestar institucional»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780425" y="1447801"/>
            <a:ext cx="505888" cy="2249718"/>
            <a:chOff x="5729176" y="178116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116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361137" y="3040207"/>
            <a:ext cx="2353738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8979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presionar el botón «Ver» el la sección «Distribución por escolaridad de los miembros de la familia»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966445" y="1748979"/>
            <a:ext cx="368269" cy="186186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344531" y="2858410"/>
            <a:ext cx="3146208" cy="1504870"/>
          </a:xfrm>
          <a:prstGeom prst="roundRect">
            <a:avLst>
              <a:gd name="adj" fmla="val 693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75897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</a:t>
            </a:r>
            <a:r>
              <a:rPr lang="es-CO" sz="1600" dirty="0" smtClean="0"/>
              <a:t>año y periodo, </a:t>
            </a:r>
            <a:r>
              <a:rPr lang="es-CO" sz="1600" dirty="0" smtClean="0"/>
              <a:t>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5" y="1499857"/>
            <a:ext cx="0" cy="136221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2880360"/>
            <a:ext cx="5220462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FAF540F-3E80-4E48-B9F1-2099276EF348}"/>
</file>

<file path=customXml/itemProps2.xml><?xml version="1.0" encoding="utf-8"?>
<ds:datastoreItem xmlns:ds="http://schemas.openxmlformats.org/officeDocument/2006/customXml" ds:itemID="{73B5A57E-4294-42B3-983A-B2CEF2FC6953}"/>
</file>

<file path=customXml/itemProps3.xml><?xml version="1.0" encoding="utf-8"?>
<ds:datastoreItem xmlns:ds="http://schemas.openxmlformats.org/officeDocument/2006/customXml" ds:itemID="{16875ABE-FEA8-455C-8E8F-3CE54CDB9F04}"/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141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62</cp:revision>
  <dcterms:created xsi:type="dcterms:W3CDTF">2017-01-26T20:10:20Z</dcterms:created>
  <dcterms:modified xsi:type="dcterms:W3CDTF">2018-02-26T21:59:34Z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