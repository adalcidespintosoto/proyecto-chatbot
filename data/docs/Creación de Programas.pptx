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9" r:id="rId2"/>
    <p:sldId id="265" r:id="rId3"/>
    <p:sldId id="266" r:id="rId4"/>
    <p:sldId id="268" r:id="rId5"/>
    <p:sldId id="267" r:id="rId6"/>
    <p:sldId id="271" r:id="rId7"/>
    <p:sldId id="262" r:id="rId8"/>
    <p:sldId id="272" r:id="rId9"/>
    <p:sldId id="273" r:id="rId10"/>
    <p:sldId id="274" r:id="rId11"/>
    <p:sldId id="275" r:id="rId12"/>
    <p:sldId id="276" r:id="rId13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669" autoAdjust="0"/>
  </p:normalViewPr>
  <p:slideViewPr>
    <p:cSldViewPr snapToGrid="0" snapToObjects="1" showGuides="1">
      <p:cViewPr>
        <p:scale>
          <a:sx n="100" d="100"/>
          <a:sy n="100" d="100"/>
        </p:scale>
        <p:origin x="-702" y="-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REALIZAR </a:t>
            </a:r>
            <a:r>
              <a:rPr lang="es-CO" sz="2800" b="1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LA CREACIÓN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DE PROGRAMAS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seleccione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9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«Servicios Externos»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062162" y="1603320"/>
            <a:ext cx="700088" cy="1823804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976964" y="3003631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1646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escoger la sección «Agregar Programas»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092004" y="1551815"/>
            <a:ext cx="383325" cy="169647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940804" y="2803259"/>
            <a:ext cx="1096718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2120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24299"/>
            <a:ext cx="8377952" cy="41521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Seleccionar en el menú el nivel de programa que desea agregar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90387" y="2903409"/>
            <a:ext cx="1237245" cy="2294756"/>
          </a:xfrm>
          <a:prstGeom prst="roundRect">
            <a:avLst>
              <a:gd name="adj" fmla="val 7789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grpSp>
        <p:nvGrpSpPr>
          <p:cNvPr id="9" name="8 Grupo"/>
          <p:cNvGrpSpPr/>
          <p:nvPr/>
        </p:nvGrpSpPr>
        <p:grpSpPr>
          <a:xfrm>
            <a:off x="1714276" y="1572769"/>
            <a:ext cx="772892" cy="2318004"/>
            <a:chOff x="5729176" y="1775902"/>
            <a:chExt cx="1191284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24299"/>
            <a:ext cx="8377952" cy="41521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agregar un nuevo programa presionar el botón «Nuevo»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837944" y="2925286"/>
            <a:ext cx="493776" cy="256031"/>
          </a:xfrm>
          <a:prstGeom prst="roundRect">
            <a:avLst>
              <a:gd name="adj" fmla="val 7789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grpSp>
        <p:nvGrpSpPr>
          <p:cNvPr id="9" name="8 Grupo"/>
          <p:cNvGrpSpPr/>
          <p:nvPr/>
        </p:nvGrpSpPr>
        <p:grpSpPr>
          <a:xfrm>
            <a:off x="2369091" y="1562830"/>
            <a:ext cx="1344168" cy="1490471"/>
            <a:chOff x="5729176" y="1775902"/>
            <a:chExt cx="1191284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3305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24298"/>
            <a:ext cx="8377952" cy="41521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ventana desplegada ingrese el nombre del Programa y presione el botón «Guardar»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807208" y="2631121"/>
            <a:ext cx="3438144" cy="786384"/>
          </a:xfrm>
          <a:prstGeom prst="roundRect">
            <a:avLst>
              <a:gd name="adj" fmla="val 7789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19176" y="1542984"/>
            <a:ext cx="0" cy="106565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" name="AutoShape 4" descr="data:image/png;base64,iVBORw0KGgoAAAANSUhEUgAABVYAAAKlCAYAAAAgmLcrAAAgAElEQVR4Xuy9CbRU1Zn3/dwJEC5wLzMyC4KADCJOqGBQ4xTFxCSaSJI3avt1Z+Xr2Ole7feud6UXK1nfuzq90m+b9Pul01lq3k7QaBKNaBSNCQZUHKLIEEEQZJ6nC1zGO33rv6uec/c5dU7VqVOn5v/pVN9L1T57+O1dWPzq2c+uWbRoUZfwIgESIAESIAESIAESIAESIAESIAESIAESIAESIAESCE2ghmI1NCsWJAESIAESIAESIAESIAESIAESIAESIAESIAESIAFDgGKVC4EESIAESIAESIAESIAESIAESIAESIAESIAESIAEsiRAsZolMBYnARIgARIgARIgARIgARIgARIgARIgARIgARIgAYpVrgESIAESIAESIAESIAESIAESIAESIAESIAESIAESyJIAxWqWwFicBEiABEiABEiABEiABEiABEiABEig8ghs2LBBJk+eXHkD44hIgATyRoBiNW9oWTEJkAAJkAAJkAAJkAAJkAAJkAAJkEC5EKBYLZeZYj9JoHQIUKyWzlywJyRAAiRAAiRQtQR27twp/fv3l379+lUtAw6cBEiABEiABEiguAQoVovLn62TQDkSoFgtx1ljn0mABEggDwTef/99ufTSS/NQM6skgfQEPvzwQ3nvvffknnvukZ49exIXCZAACZAACZAACRSFAMVqUbCzURIoawIUq2U9few8CZAACcRHgGI1PpasKTsCmzdvllGjRlGqZoeNpUmABEiABEiABGImUGyx2tHRIXh0dnaaR1dXl/PAUGtqapxHbW2t4FFXV2cevEiABIpDgGK1ONzZKgmQAAmUHIFsxSq2bi9btkz27dtnxnLRRRfJzTff7Mixp59+Wu6++27z2tmzZ+Wtt96SNWvWyJkzZ6S5uVmuvvpqmTp1qiBa8S9/+Ysvj4svvliGDBli2vG7UP/BgwfN6xdeeKHMmjXLVeyVV16RlpYWpx/6IvoyePBgmTBhgm+9Wqf94ujRo039GlEZ1O+hQ4fKddddl1Lvn/70JzNetIt7d+3aJTfddJOrnF0Gv+/fvz+lHmWKFzCOdevWydGjRw3TadOmyVVXXeXc41cH+ocyOg7MU1NTU0pfVq1aJR9//LHMnz/f9DkMO+W2bds26dWrl8yYMcPFwh4f6kP5lStXykcffeSsoTlz5jjtaX133nmnS7qCHy7w5EUCJEACJEACJEACcREohliFSG1vbzcPyNQoFwRrfX29eVCyRiHIe0ggOgGK1ejseCcJkAAJVBSBbMQqROl//dd/yS233GIiDVWcQgSq+Pv+978vDz/8sGEEAXj8+HEj2SD0IGWXLl1q7kdezWPHjply69evNz+nTJlifuprEKcQfN4LbaOuZ599Vs477zx58MEHnSJo72c/+5kRudoPvIi+PvXUU6bc1772Nd85VGlstwnRCEmr29V1TNpXrQhC0RaR+jwEJqQh+ox7V6xYITfeeKNLBttl8Dtksbcu3I8LknL79u3y2c9+1uQlxXh/+9vfypgxYxyZ6VcHxgEm9jyhz1//+tdd+U1/+tOfyunTp+Vzn/uc6XMmdpCgaB/MIKy1PxMnTnRkrz0+nZ9rr73WYYC+vf76605fMA9PPvmkkfYLFixw5gr8cNkSuaLejBwMCZAACZAACZBAUQgUUqy2tbUJHhCr3guRqZkuRLP6XRCrDQ0N5sGLBEgg/wQoVvPPmC2QAAmQQFkQyEasQngh0tCOnsQgIbxUdtli1RZqCgN14FJpp/d7hVlQW3Y96AvkLCSjikhIOsi+1atXu8QqnofcRcQoIlD9JGhQm0uWLDHSEJGS2co9r1iFWIQYhajVA5u8YlVFrHcB4V7IYYhhOycppPFPfvITR0z6cUdd9tzg95kzZxoOGvGrkhRi2+5DOnY2G+0v+vnaa685UtTuD6KJ7Tb1HhXWiObVeYAIRoSzRhhny74s3oDsJAmQAAmQAAmQQNEJFEKsIjL13LlzaYWqpgDwpgSAcNUUAPiJC8/5SVYI1h49epgo1riuUxuXynKZJ7dM6u1U6fdcXO1pPYVow7/P++Xtn26VcQ9eKUPjHlQM9WXPpbTHEwOSolRBsVoU7GyUBEiABEqPQDZiVQUeIgnHjx/vmx/TG7GKLeuzZ882Zf1kJoj4CbOwYhVb3CEoVQ5C9EGAPvPMMy6xikhMCEnUu2XLlpQt8OhHUJvIBYpt6IiezFbuecUq2tHoXY3GDCtWVRp7UwmgTltY+olV3IuDojS6F/N01113OeNCHSgDKYoIZFuspmP3wx/+UP76r/86bZ5Uuz8o742SRdsayfqtb33LmQdEwSIaVkVytuxL793GHpEACZAACZAACZQigXyLVXyGhlS1L41OVTmKn4hixc4hPDSqFc/rln/sNmpsbDTSVAUr6vQTrIhcRfk4rmKJ1Tj6Hq2O0haR2YvVaBR4V3oCFKtcISVPYOWWP8uB1sOh+3nt+MtlYOOAwPKHW4/I61veDV3fkMaBMmf8ZaHLsyAJlCuBbMQqxqj5MZFPExGFkKx2fkxbrKI8ZNimTZtMTla/fKBaBj/tLd66HdzLdezYsSZiViUo5NtLL71k5JuKX8g5ux8oi3QDKiRVFHpPog8Sq/bzup3f26+5c+f6blH3E6sYJ56/9NJLTTSmV6yCrX19+ctfdlIJeDlpOVs6oj5vHeBm501VPrYYRZqHW2+91eSuVbGaiZ13vv3eB/b40pXX17y8Ma9IJ0GxWq5/y7DfJEACJEACJFDaBPIlViFK8TnG3vbv3e6vMrW1tVVOnjzpHF4VRAxSdeDAgdK3b1+XXEV5r2CFfIVczTX/amaxChG5RNaaTk+XBYj0PPmRLF0hMu+WiyQR52rLSru8iMxYIA9eIfL20qPSNGCFrDgyVxbecpGIEyl7wqofW98Sr6Pe/e/8VFY1LXRF06I19Hnx8sROOZFRMvfeW2T0rqWyVsbJ0eUrJPFKsq/e8jOmy/Q1IuPubZJVfxEZd2SFrBiAPvaVj5YulhVabdD9yfYu6mPNInj8pUWa16xNchKZfseDcuUwEcFrT2ifREbNS45n39vy0+cTVBOMhopYz02/Y6E0feDTH9OW3W8p6Qjc0v7bIbh3FKvlOnNV1O/n1rwskJth5Gqvhh4yY8QUGd4ffyv5X3uP7ZM1u9fLmTb3N4V+pbXdO2fcXEXEOdRqJZCtWLU5QbIikhOHU2nUYpA4w4dKRH4iatLOv4n6colYhWSFKMXWegg5PRzK7geiObH9HlvccUHy3nDDDSmHIKWLWAUntJWt3AsSq/a2/ueee84RmUHb+IM46Xwg9ypEsUpbFaO6vd9Ol4B7lA/YjBw50ohbpBlARKt36346dnGJVayPRx55xEQZe+cBwhdSGHOLizlWq/VvK46bBEiABEiABPJDIB9iFVv/EYSgstMvfyo+/xw5csREqEKwaiqAdKNEPRCl+NyHswYgWLH1375swYrykKu5pAbIJFZtuYnfl8gCefDio8Fi9eQpOdWnd1K4npKPli4XmTtLWp5YIqKyMSk7kYJgVstiS56i/GLZekGqTLUZnDp5Snr3SaYugIzcPk4WNq2SxcubE+I3KWWdvj7RIrOSzyekbLMsgFh9YquMu/cWgSQ1z38yziV1zf1XDBW/9owI1cvI0+66EoJUkhLa5qECepxs/ekqaTJtJ0S0stH5mCfLZXHLrIRwTRmP1ZZLaufnPVSNtVKsVuOsl9mYIVZxrTu2J2PPp/U/X64YOzOjWH1n2+rQ9aFRitWM6FmgAghkI1YhFTV60B56UEQipNtDDz3k2ibuJy9zFauQikgHgLqRBgBRoCr8NIoVhzHpBakJwes9xCpIrNrb7OMSq+gL6jpw4ID50K0iNJ1YVUlqH9alY4JcVnnqrQNC+80333QO4MI9ykfTHECs6kFjev+QIUNM7tZ07DT1guZB1f5AhuoBW3Z//HKy4h4IevQF6RG886CHnkHIqzyugLceh0ACJEACJEACJFAiBOIWq9jGj893etlSVX/HZ9TDhw+bKFW/g6wyodGcqxCrgwYNyhi9Crka9WCrTGLVibi0IknNc4ERq8nROZGaiCiFWHXnNdV2IVa3jklGd1rC1c75GsTLiN41iYhPiFVXrtikcA2UwBCr1hjcUbDJFjWSNPlHu70UsZqJhxONmoik7ZuMunUiWJNt2GI1q/GUaM7YTGu9VF+nWC3VmWG/HAIQq/3Pa5T9rUfk49ZDvmRG9eorTT37mtfCiNVXNr4uO8+ckOb6nnK0/WxKnagPr2u9YcUq0gyc63BHwmr0rP1aj7oegekK7HKNPRulb69Gp3/n2s/J4ZNHnD8P7DNAetS7v5XEiyfOtErr2VbXuKKUDdue37i18XRj9esn6mrs1Sh9ezamTelgDw71bD+8Q862J9gjFcTYgaMD30XecZl7Alj6lUU76Of5TYnI6HQR0kGdwP3bDu+QS8fMDP1uR7S199rTss+sETyCxhC2gWzEqubBxNZ0zZcK2YcT3P0iViEkcdk5QfEc5Bi2duuVq1hFH5AOoKWlRZAGAJeKQ80bareH13Xbu5331U+s6on1Or44xar2A/2GvITcTCdWUR6vNzU1pTBFHXqomF8dEJoQpX6HjCEdAOpEGgDw0PvBVWWrvZ5sdiptVaKiHBjt2LHDtz9g/Oyzz4rfGlIGfvMAeY7I6Msvv5wRq2Hf3CxHAiRAAiRAAiQQikCcYhWRqohA1ctPquK1Q4cOmc+uKJ/LBWGKMwcQvYrLjlb1pgZAmSiRqxnFqg5ARSlkY5qIVVHZaUTsaNnhRKzGJFatrfVmu710R6xmJSL9xKoVIerMW0B74cTqdDmq6QU0JYLn4CwVupo6gGI1l3dMfPdSrMbHkjXliYBKu+Vb3pVDZ074ilAI0k+PvyKUXFJR9tH+zXLsdKtv5OqFjYOkV10PmTlySlaCb9P+zbJy+weOtL1qxFRHnOG1VbvXmzGgrxOHTvAlhnK/3/KOGSfE7pdnLXDkKQTim5+8K38+tE2uHzFNpo2Y7BKvWqGmO0A5XJnKgq1K62uGTZTZo2eaetHeeztWyxv7Nsllg8bK1Rdc7tuejg11YC5G9hlo2m05e8II7yAxjX7a0cOIOD7Tcc7py61jZmUUj2j76Y0rBHN24cDRsrNln5nTz46/Ui4eMcWXsc0RBdKNzWaAsro28Puuk4fNPGHMn5l0bVqZ6+3Iy+uXmXl8YMatocXs+9tXy1u7P3TWhn6ZAM74IkDnOmpO4GzEKtpCZOEf/vAHI+LwQc67rd7eGo5v4rHNHWWGDRsmx44dM9vx77zzTlcUa5BYhbD1uyDlcK1cudKRd4jYHDNmjCMctR92JKddl99BUH55Xb05ZINyrKJubGP3XkGpALQc5OXjjz9uRGMYsapMlaUfUz+xqpG7enCUX6oEjYTV+5cuXepEwaZjp0yQxxX9gThXSYv7vP3RNYQ1gcu7hvzEKvoPoTtt2jSK1Tz9d5fVkgAJkAAJkEC1EohLrGq+VL/t/7Zg7ezsNPnwEdnqd/BUNvOgOVdxloFeQXIVfYBczTbnqncLvIi9HV/M1vyWS5IRpYi6/KBJFs4VWe63vf7BK8WI1eQW+kS0K7atp49Y7c6jGiIVgGfbvaYnSBuxavXV2abvJ1Y9qQBMJG1f9zZ/Jx1CqFQACbHqpDbQFAEmDUF3egI73UKoVACZomOzWWQs60uAYpULo2wIQCq9tH1VYH+/M/e+rMbilXr2zWFSCgQ1pv1EHV6hiNcg/jJFwCJKV1MfQPrdPGW+0xxE3yPv/koyjRfje3TNS+a+TGW1TpT1CkkVvQ9e/gXf6FjtmN+40QcI7E9NvCZwbvz6qdLRj6FdEST591cuNgL6v13+Becl3B8m167yCSM3v7ficVO/XRbtL9v0hhGkkKtfm7XAVzx7B2/z9s5vpkWsa8Mrnf+ye738dsvb5va7J80NFPfp6s9WrGpdkF+4EAXpPQTK2x6iHiHcIGLtCNFM4+brwQSUKUQ10iAU+4L4RFqDbOZY1xCEMi8SIAESIAESIAESKBaBuMTqqVOnnG39fpGqeA7SE+X27NmTc7QqeEGSIh3A8OHDDT4/qWo/hxQCffrYpyqFoZ6Qmd2HNlmHKeF21+FLiYOinJykeoCUHghltqNbh1eNmitzzYFVM2Xyzk6ZaG1X746Uze3wqunz5poDqxpnjpLW/vO6D7rSVADIkWofdmUfXuUSlB4OVhoA+35trxnRska6tsgsI2lbpFnWytrk4Ve+h1fNmCtzk4dlJXLCJgvbaRaSKQPSHl5FsRpmYedUhmI1J3y8uZAEqk2sajQkGHslGiRfJlmajVhFGyozvZJSDw/LFAWZTiinWyd+/dS6MklHvRdRpPfMusNpBs970yj49cFPlgb1Naisyl2/eQqqy448RZmHLv9iKCGLskFi1X7NyyPs+zSqWA1bP8uRAAmQAAmQAAmQAAmQQCkTiEOs4kvmc+cSKcqCpCpeQ7TqiRMnZP/+/ZFyq3o5Qqw2NjbKiBEjzEv2AVhBkavItYovw3kVkEBKztkCts2m8kKAYjUvWFlpPghUm1gd1TRMDp48YqIhcdlRiPkQq8j3+YsP/2Da0qhMjawMI/78xGqUfkJUPrlqidnanimSFGkifrzqOdNnRLeCGfKehs01GodYRdsqOzNF2Or74v+8+2u5bvwV8ruNr5tt/UjVkElc673pxKr9Hskk3v3eoxSr+fibi3WSAAmQAAmQAAmQAAmUC4FcxaqdVzWdVMVrEKvIrYp0UFEOrfIy1YjV888/33kpjFyNmm+1XOa05PpJsVpyU5JrhyhWcyXI+wtGoBrF6rQRU+TZtS+bnKPYav6l6beYg5miCMswEwXhB6GJPKvYvg/mkLt2KoKgeoLmJ5PgsyNWIRhX7d9kmgi7rf6pVc/7HmoWZjt8McQqBDaE6jfn3Csrt/xZ/rh7nZnbTKkWKFbDrGCWIQESIAESIAESIAESIIHoBHIVq34pAFSw2j/xO2Rq3GIVZx9o7nqNUvWTq3YEK4Rs7969o0PjnSRQ5QQoVqt8AZTa8JHP85PDO6TlTKs55MmWa1HFKiIgceATTnK3BWGp51hF9CVOjEdU5i/XLnUOSQKTuHOs6jqw83Q+PGehiRxFZOXYgaMzLhVvxKpukc9GrH5j1p1OBGq6w6e8nYGsBCc9uAqvQ1ZCXqa74harYSJPkXIBF3LAIiIYB2/hCiOCUS5MxKo3nUPGyUsWqLaIVUQHnDlzxhwUxYsESIAESIAESIAESIAEchGrOIAKny1x+clUfV5fQ8QqcuXj8M44Ilb18CqcYxAkVYNSAiAdANIC8CIBEsieAMVq9sx4R54IQDKt271Bjp894XsYUBSxaktJdBu5SrFVfHj/YVIuYhX9tqM6kT8TEazZCMtMZXVK7Xyh2NaO0+btQ6HSTX3Q4VVgne7y5ljVesIcBoX+QqpOHDrBacJOD5Bp3HGIVZtZptQFmloBbPUCY0QJh5WhYXKsasRxNm9VfMhatWqVzJo1K5vbyrYsPsT+5Cc/kRtuuKFqxly2k8WOkwAJkAAJkECJEji18WV5wnWKj6ej9iEzJToGdstNIBexmilaFULVFq74/N3a2iq7d++O5fAqiFEcJtvc3GwG5ZWr9p911Poco1b5TiCB6AQoVqOz450xEIBoQpTquv0fO3JpTNNwGdF/mImS7FHfw2klW7GKul9cv0zOtJ81deuleTDzLVb9tndDimkkajp8fuXASaMbcW8maZjt4VXan9c2vSFv7Etsx/cempWuz0GHV2Es146/3KQw8Lu8/bRzrGbKWapzeOeMm52qVV5mEpW2gM0kRFF5kIRVXpkO2kIdYPTx4R2ug7bseQ3TjyCxqvWETStgf1ut8DRi1e+1GN7uJVXF22+/bSIEPv3pT5dUv9gZEiABEiABEiCB0iVg58xEL1WsTr/9r+TK4TWejutp59NlgXW6eemOjj0DgahiFRGnEKu4MkWr2usIh1xt3bpVEO2a69WjRw8ZOnSoIB0ALm8KgEwpAZAOAIKVFwmQQHYEKFaz48XSMRGA/Hpvx2oj8CCkLhg42kSR9u3VGNhCFLHas76HcxAS2sFBUBBPE5qGm63Y72xbLeuO7UlpE0LvirEzTZ+yvVTs4T7IvWlDLzRVQKh50xv41a1CeGjjALn6gstdctmWnunEKuTkut3r5aXtq0wTX5l6Q6jt/ChrC8cwh1bpGDRfKCJq542/3KReQF1v7f4wcEu+t58qFu2DtNLJXZWyKKNRq0j7gHlON2a0CxH52y1vm+4j7QDut0W+PTf2nKIsJDGeW79vs1k/WFvzJ14TeL9yfWH9HwVfHCB/rV523Vh3t06dn7YezSmLqNSLhk4wnLce3mHeS1hvt0+5PlBi6wcse2y2RPWLWA0rWXft2mVOFB00aFDat8yhQ4dky5Ytpkzfvn1lwoQJgg+BQVe6enGK6rFjx1JuxTf1fnWirnSX3qf1phuP1qX34EPxgQMHTJSAt228tnnzZnPqK67x48en5eRlhFQFYBX10r7179/ftx60p9vW7DZGjhyZ0mQUNqgEvOz2tU2/Nrws07HFWkJduLD2wEr5B60Pe1DapyAGmda0tuGd90xrDX3A2L1j83LyTkAQi7jXTNS1xvtIgARIoJIJeKUqxnp6EyJWd8k0iNXkPxtc5fa9LT99fq1Mv+NB5/VKZlQJY4sqVs+ePWv+u47Lm0tVn/N7HukANm3aFItYRcQq0gDgM1EmqeqXEgD347MPLxIggewIUKxmx4ulYyCg2/MhNyEO08lUu7lsxSruVUkIYTVh0Ggj0iBWcRI7JF4+xCrahfBbs3u9bG7Za9rCBfl22eiZaaUXykFQHmg9bO6ZMmyCa5u7vr7p8La0W/QhDSH97Ctd1Kh3WiFwe9b1DH1SPTi/vuXdwNVhR5TahdL1E304drrVFA/quwr6Dw9tdzhD7F45ZmZakezX33R87Dmx+z+kcaCMGzQqlIBHpKle9rzaz+N11Dln/GW+LP14oWD/8xpNlLedEsGvgqCcSvq8LVbDClW0A7n13HPPmSa/+c1vSs+ePVOax4fNF154QbZv326+SceHNuSTwjV//nyZMmVKyj2Z6n3nnXfkjTfe8GU1ZswYuf322119+dd//de0f4PdfffdRnbZ9fqNx+6X3gMh9vTTT4v+WRtav369LFuWyKuLgwQgMPfv3y9+/fNjBHGMQw0uu+wymTt3btr+B724YsUK+fOf/2y4L1y4MKXYb37zGzMvfpe33ShsUC/YX3PNNXLFFVeYZrTNO++804hm+/Ky9GMLkbhkyRLDBixx6Xq65557zD8o0q0PbU/7lI4B1jP66SeBFy9ebObTyynTWkP7f//3f2+Es71uUB8uv3nC8zqXui7ztWYiLTTeRAIkQAJVQMArV09vekWefB1i9QG5Ymi3UAMKUzYpVkfNWyi3TOotpzYulcXLm2XBg+Nk60+XyFoZJXPvvUUu6pOElyyvKIOEbKKencliiIhN1Hc0VDun5KOli8WdwcAdVZvaz2RTMxbIg1cMTY5D2xcfcZy5DRGN6LUWTrL+Yi6lqGL15MmTAklqrxHd+u9NAaB/xuft06dPy7Zt22JJBVBbWyt9+vQxn420HypYwxxkpfcXkz/bJoFyJECxWo6zVuZ91pPncVgPLhxWta/1sNmub0cn6pZwzfEJidZ6NiHa/C6/6FLIOUi3z0y61pzE/unxV8iq3eulV10PuX7SNUaAol5cB08eEUS49uvZaGRvpgjaMp8Gdr/KCKTLqWSL1UsuucRFJoxg/cMf/iAQPJBzn/rUp2Ty5MmuOvDtPcQVLshOjb7E8xBF69atk6985SspUZyZ6n333XflzTfflL/7u79ztffJJ5/I8uXLjVT9/Oc/70Qw/tu//ZtcffXVcvnll6edfa0X9/uNB/1CZAHG/MUvflFGjBhhcmP96le/cv6MBvDB/OWXXzZ1zJw502kTZSEF8aH3tttuc55/8sknjShcsGCBqVOv1atXy2uvvSazZ8+Wa6+9NuuV+7Of/cxEcoLzAw88kBK1+swzz5g677rrLqduzA2k8MqVK2XixIkmFy2uKGxwn5c92tyxY4eZI/TJjvL1svRji/uRyuHee+917kWfIe8hOr/xjW+kcPIbpxYKeg0RqagT8+KtE689+uijMm3aNNm5c6d8/etf950bv/5rQe9rumb85gn36FzqfORrzWS9yHgDCZAACVQBAa8ww5BtsXrlsO5UAFrWSRWQjFjtFqIeoWrSCiRkqSNTPVJWEe9/56eyZI19f7egdAtciE9vO0nhKXNl4S0XiZ4D763Tt58nP5KlT6wQo1MtAZranxBtSKIuSYrgxNiS4yiyXI0iVjUNgJ9UxchssQp5aR9ehS+LcaBqHIdXoS1EnY4dO9YEMaAdW6z6SVbcY3/eZzqAKvjLjEOMnQDFauxIWWEmAv975RNOdCHKIsLw4uSWZpzqrtGNOKEeF7Zdf7R/syM8EZWHiENcf96xWm6eMt8I0sakENX27W3iyOGKLdjYOv3ompdMtKotYnWLfaacnpnGVo6vIxIY3HedPCxfmn5Lxojachxjrn3WiFUwevDyL6Tdqp9rW/m43ytVg76x/uCDDxwBGEaooq+Qi//xH/8hN910k+zZs8dsh//Sl77kGsaaNWuMGLz//vtTpB7uhyy6+OKLTUSjXmHqheSD+HvooYdSsOFDKqL/5syZ44jURx55xPXnINZaL4QZ+nHrrbe6iuLQqwsvvNCIyi984QuOWP31r3/t/Bk3aLnrr78+pSlt42/+5m+MXMSH+FdeecVEKvqlU9DyfgzTrRlI5ueff96whzxE6gWbM+599tlnTRWf+9znUqrSudNxRmGDSr3s0SbEKCJ4R48e7WIM2Wiz9OC2d1QAACAASURBVP7Zrz7tOMoiUhXRvV6O6caZ7jVlqAy0LURLI8UDhPRjjz0md9xxh1xwwQUpDP36b/fXHmvQ+wHlvf3I15rJx99BrJMESIAEKoWAN3fm6Y9flafe2CXTPnO/XJEUq06ZUxvl5Sdfl53WAVYp8tQB4y8VE9LSiiZNyk23kMS2jUTKAa9YTYl4Td7f7E1N4KlX+6n1JbqpUaienLHePoVoY54sT0buXilDrcWRaFfcUbwFXjxRxCryo+IzTVC0KobgjV7FnyFT4xar9fX15rNpv379UsQq+pFJruJzabo0XQWeDjZHAmVBgGK1LKapsjoJ4bmnZV9KVKhuc8aW7Fc3vWFOvte8qDYByE/ktcSW/kG9+ppyur1f844i2vWn7/7avN7Uq1HOtJ0zwhbRsk09+5qt5cinichUlaoQvBcOHG2ey7SlWvujuTqR53LaiCllJ9z0wKMwuTkraxWGH42moMD6uG3K/NCpK8K3kN+SQRLV/lCFrUvYhvThhx8aYRhWqqLnH3/8sRGMkHKI6kOE5s033+wkzUeZ3//+9+YD2nXXXRd6sGHqRUTl2rVrBVu//S5IV5y0qgdUPfXUUzJ9+nTftAP2/VovokNff/11Mzb9gKlj1NeQxgD5NSGUseVf/wyZhnv1z5kG/qc//ckUCWKEaEzIvzD9t9sCA1wQzDZTu0ymttEuhCGibqOwQVte9tomPvjj0DTw1ChdL0vvn1Hfiy++6PDClrcwV7pxpnsN2/Nw2Jl3XYML5DveMzZnb1/8+q9l/F577733TNStHc2M8t7nM81b1DUThiXLkAAJkEA1E1BBhshA2fuu/O79A744jGSbfof8FXIEJMVaoDgMysXqfT6onK8YzUJQhrrfPxJVI001DUHg2rDaSIjVnY4ILqX1FEWsQqpCrmZKA4BoVV0LKIvUAUeOHDH/3W9vb48FA8Qqdio1NjYK2ssUseoNwGCe1VimgZVUGQGK1Sqb8FIdLiJQIVPPtJ81KQFwXT9imqzav0lG9hnoiFT9HQf34LAelEG+0V71PWV0/+FObko9Of0bs+4UHIQE6amHFXnFLA6Uum7MJSaCFdIX18UjEvkekSYA9+G6dExiK6+dPuD3W94xB2Ehlyrq0PtKlbPdL811O3XQmJRDssqh/4Xoox6ile4ArUL0I2obmaQqPgAePXpUpk6daiJOx40bx4T1UWHzPhIgARIgARIggaohgB0G2Enwuyf+Xf7lP38t02/7ulw5osEVlWgLNP29O3dpyEjNUMITtSciXlNzrLrb0Qly52jtnrbUXLD2/dmJ1fRtnDD9XetaManpEYqxoKKI1VOnTpno03SHVvlFrEKsYgcPcq7HJVYhRvUzfVAqAHD1Rq7qc3V1dYJ0ALleZv4/GedKOZFrnbyfBEqVAMVqqc5MlfQLEZ84xR2SFFGnyIX6iw//YCJVkXcV0aW4ejX0MCe9Q6TiYKdRTcPMafON9T3MFn/kUdUt2no6PcrqIUCQoc98+EdTFw6TUjGLNrH9Hdcv1y41Erfl7An58qwFsm73etOGilO0hUvFr04RIhmHNg4oOzkJsXribGvaQ56qZBkGDhOMznWcC3U4Vamx8tv+j+fwAU4/SCGfE7a5+20BL7XxsD8kQAIkQAIkQAIkUIoE/vmf/1mee3ezfGrSYEes2nk07fyapze9nN0W+LjFqp0nVexDp8KI2ZBiNWQbzlx6DuwS8aQaKPCkRxGr2P1l7/iyJSq67ydVVXpC0uNgVAQ85HqhTmzlR+onCFK97H8D4DlvFKtdLuwBVok0FVaPXblxsZ62yrgH/cW+uQvzvn2cPHhFX/loKfI/WIe45QrCuh/9XNWUODzOvlKfdx+mpmk0UsaJSvwOcXPG7z24rXs9px46l/rFRcslD8qVwxI99X45keiTz6FvrvdyjPBYVWgCFKuhUbFg3ASQQ/VP2z8QRExCrCIq8PymYSYHqkaVQlpiKz8OlUKZz46/0tyDC9v8EaV6/OwJI2FxyJVGGGJrO+QotvuraMU9qBcXTlHXiNfZY2bIs2tfNu2gnjljLjEHXCHFANr7y/7NJkUAJCvE64RBo+W3W952HbTlZYPt4x8f3mHq0EtTDWjka9AJ73pivN9J9LdOnZ823cDL65eZtAd6+Z0wD8mMnLXbW/a6JDH6B57TRkxO2e7uPbl+5sgpvkLWW07H4uUDYfn6lnfTLin03a8vuElTMGw+tMNEM+sFUQ4RPmPElBQZ6scT9yEtBPL4ei/vWPR1pJTINHco6zdGv7YwZ/jS4KHLvxiYZiCoPbvPWNOzR880dWSSqpCrOHgHp7F/+9vfjvutzfpIgARIgARIgARIoKoIfPu7/0vO7t9icsmrVNWfdhRjkFjVHKkpOVHDpgIIGbGakrPVmaX4xGrYNnwXSMCBXYVcTFHEKlJP6eWNWtU/axoAbzoAfG5H9LNGvWaTksvmgnaQBqCpqcl1CGpQKgB9HnXY/3ZAPUgjEHz5CXb3+gk1X45YtbPshrozXCFL2LtyBfs+nxiTIzXNlwMtMstHDO9/Z6kcvfgWucgcwKZluu+ffmypLG6ZJQ8mU4A4kbtzRZbbdVrjtwWq83eAtw/mz1tl3L1eAb1f3l56VKZbh9GFA8RScRKgWI2TJusKRQBSbNmmN8z2+bumXm/yrUJaIuIUW+9/vOo5E7F62ejE1ntbeuHewyePmIOq8Dtewz24IJQgqbRebO3X/Kl4HVIVUlTFLCJXIWBxaRQqxBwiU2+fcr0Rf95crpqe4NPjrwjMw/rUqueNUIWonDViiunX1kM7TVoDXN+cc6/5iX5jLIjQ1Qsid0wyzyvEHETxS9tXuV4PSjeg+VK1MET12IGjXfxsyYyo3XEDRxtprf0DEzDwjg8yds3u9UYA4tJIX6+QRLl3tq023L4y9QYZ2GeAryzUeXxl4+sOe/SnX89Gc5CWylLMD4S5fWkKA52/2SOmOutg/b7Nzr2o71MTuw9D8vJE3TdNutb0EQLee3nHjDWpwhZzt/3wDiPY/eYOz+kYl29515H0yN1rt4V6Hnn3V6YKO8La2xdve+B/1YipphgOZtP1q7y8KQD0gxOEqj6QKB9SFYdG8SIBEiABEiABEiABEohOYOX7a+XR/+8Rc3AixJk+vJGKpza+LE+saJYFKcIm5OFVSYG61hUdGHR4lbedoIjTXO+3pZoYQbVC5qZuAXek6edl3Ce/8S/jEcTRZyT6nVHEKgIWvAebBUWp+olXiNnDhw+btABRI1eRAqC5uVkGDx7snA2QTqqCUNBBVviCIOgK2uLfHQHqSfPgHN7mjuScPmO6rBVPxOqJxCFs5ho1XabLUWkykayeKE3rQLigiFTtP/q7XOalRKy6n/dG2KKvPlG0+96Wpcemm7rC1Zt8b33QJAsvaZHFJkI3KZJ9xDLGsnVMMmIVInWFyDxHmKKPq6TJI1Yd0RvuyIHobwzemZYAxSoXSEEJaC5VNPq56Tcbcfj0xhVpoz+jdhAS0c7R+sCMW41EQ5uQrq1nW43chPiE3IX0wnN+og39XrtnveCQqsF9Bjj5Vr19U7kJ8eU9PV6jDhHxaF84UEvFmB6+pa9D7iGCVy8/0aivaV5Z/fPDcxa6JJ4ewoTXIXC9gtYWliiD/LS2ONVoYK0f4hhz6JWSaAdy1DtOv3m0+4z5wbzgspnYz2O+/mvVEpPOIah9jQBFPV5ZafOEaM/UR5uZX55VlehBTPH8/175hImivXnK/BQEdv1+a8Z7w/dWPG6esvuuB7WBCS5Evjb27ON882xv/cfvyP+En3v37jUnmffq1SvqW4z3kQAJkAAJkAAJkAAJYMvu6dPyVw88IMOHDzdSFduwvZGrAHV60ysBYrV7268TsRYQvZl6AFa3dEqfI9WnDXTK3orv2uIcVsz6RbvuFFf0rbeNMVuNQHNFEiJTrNleXn6pALIVq3Z6CE0JgAOw9uzZI8eOHYv0nsJhqkOHDjVRq3plK1ZxH+7JJFb9RKW26RadCZm69YKFYg4scyI5k5J1wAIrFcAsaXnCEodWhGbzX+zt/N11erf3+4ELLUDtm1OkJl50y1cjQWW6rF2jIjjxZYJ4RS7WPsRqUpA60amWHLbZZSVW8x31G2klVudNFKvVOe9FG7WKNMgyiDxE/Nnb9tN1DBIKka0qkOyykGw3TrzGiVzUSFDIKm95lO1V18PkbcW2eXsrudYJcXXF2ETErF4Qrk+uWuIclDVu0KiU7eYq9fykHca7cf8WJ++r1mvLxSCxCkYqX++eNDclWlaFoT1euy47MhLjv2fWHb6obdHnHYNfG4ji9ArDOMSqzcQWvLY0tYWrPRiIxu+vXOw8ZW+xz1asIl2FRqX6iVU7StiPq74e1FdbIKPDfnNrj81PrOJ1m9c/XnWvkd32Byk7UlXlKsTqL3/5y6L9XcCGSYAESIAESIAESKCSCNxzzz1y/vnnu8SqN3IVqQCeWDHAJ2I1ScKTbzQlNUCymDv3Ig59gpQKd3hVUG5MfR6y00iw5dHEKroYpo1bRu6QpU+skJ32IvCRTYVeI1EiVv1SAfjl2fVGsWJs+hxyreLzOSJXs71Qx8iRI03EtIpa1OHd7q+5Vu3X7DLabrpUAEGiUu91RV0m84RCxGJNuYRsSo5VrGE7L2t31CjEqiMcrTrjF6vBUd3ecZs1fqQ7Mtv8WRbIwqZVqeO0xKpy8uOYXcRqQFRttouH5WMhQLEaC0ZWEpaAiiFbFHojI4Pq8stbqmVR37DGgSZHqvdwqXR9s/thl4Mks/Oj6msQl3pB2HqFWVAEZro+hBGrEG6I7MXlF7Vq5wNVUWyL1UyCUPvnlZJ21KtKSWzxt9MXeIVjrmIVAhrpIHB5IzNVmGIeNKWCH1tbwNr9y1as2uX9xCraRkSqynvvWkY/NP+vt58aAYzoYZW36SKScX+QWNU+4P6vXfZ5V54kP6mKU0f37dsnTz/9dNi3LsuRAAmQAAmQAAmQAAmkIXD33XfLsGHDTMSgRqz6pQVAFbodPDagyQOjms3hNrHVWpUVRRGr9uFV6eRputeQAgCfzw8cOJA1d6yzUaNGGbHqlxIMFdqpwew/e8Uq+tinT/C+8qBUACoKZ7Us9pWgJS9WzZcaR2VuSg5T0EqVmH4CGRG5QWL15gErZI9u80eVeM/+pVlu0dQAyS8kQkes+kbVZr10eENMBChWYwLJasIRUDGE0n65PNPVgui/lds/8BWnKkghRK8cM9NEw2puUkhJRJu+uukNR5Zq+SCxiuebevYVHL6EVAG4kC7APpAK0s97mJQd8Yl7tJ5RTcNMNC1ynnqvMGIVktSObrQjGzUaFcJz9a71TgSuLVZt0Yhyfv3QfgVtw1fJiHq947T7E1WsIidqz7qeTi5a5BCdNmKKk2ogGylq98/OtZpNHeARRqx689ZqXledl6AoVMxJy5lWEz0cxNy7VvzEquYR1ry3A/o0p5z0qdv/8RMPiFV8I/6b3/wm3BuXpUiABEiABEiABEiABNIS+PznP29SAahYhVy1UwL4nRSfNdKkQJV57lPOU9MDZF0zb0gSiCJWcfAUghlwBclTv8Or7PL4jL5//34jV7M9wKpnz54mYhUHV+HypgDwey4ovyr62bt37zTrwS+qs3t7PsTqqiZdn0GpAJJRzVIqqQD885c6EPwkpmeLvx2x6nt4FXKsWpGrfrlhUyJW7cOuPIdXZYoc5hu6sAQoVgvLu+pb05PZ7RPMw0KB5LIPO7Lv00jSkX0GCk6sh1hFnk9s98elhy7hd5S9bswl5hArv7QCKOO3xT1MP735Lr33+OUFDStW7ahTO5ITYm17y15zyFNQXdlE0gaVtcUqxmUfDGYfZhVVrGqKBo241QOaLh2TSMmQjRQNSmmQTR3eNoMiVu00C3aeVE1d4c21i3q90tXub7q1Z4tVyHpNjWFLfu8HKY1YtaWqRqw+88wzYZY1y5AACZAACZAACZAACWQgcNdddzkRq7Zc9TvIClVFi1rVA4Cw/T95OnhStu70HmjFGYtEIIpYRX5UfL7WeU13cFXQIVf4DN/S0iI7d+7M6gAr1IdIVeRXhWDFlYtYxdoNcwZDSroHJ41D0EFTJXx4lb6HXCvGeo8F5DJ1MQg4pEukO2ewf/nuRn2jYJd3J8uwU4N4y0Za7LwpNgIUq7GhZEWFIIAtz7j8hKgtV3edPJxSRoWqve3aL20ABN+hMycEkhbySsVe2PFBriK6dtexfb6pCbwHKoUVq15pizQEjT0bzanyGhUZRqxmyuMZVqyiP8+ufdmJAlapuG73+pwOr4J0fGbtUicyWSNss5Gitqi0eWdTR1ixinI2Mz0YDFGoY5qGi0aw2uvHK11tOYtydl5Y+z5brF47/nL55dqlrjQEiFa1P0zZaQBssapbjX7729+GXdYsRwIkQAIkQAIkQAIkkIbAZz/7WSdiNVPUqgq4aEDdgsrUQakaDaXPXVHEKj5bI0eqzmsUsYp7IWeRY3XXrl2hxoN2IFMvuOACI0NV2uYiVlFfQ0NDqPbjLpQ2YjPuxlgfCcRIgGI1RpisKv8ENGelnxCF2Gus7yGt7ecc2QRJOmvEFBMhuG7/x6Hyr3rTBGTaOp9p1BCQ721fI3/cvc4U9R4KFVas4l5vJCYifzVaFa8H1WVHlwZFXuo47JyhdjoBb8QqyoPrf61a4uI9uv9wOdB6WO6ccXMmNK7+2vlq/bby21I0U45V+34VnehMvsSq5ktFG1g/142/wuShDcof7D20ygsqaI68qQC8UcwLpt9kqrJzKOlhVSpW8cFPUwEsWbIk4xyxAAmQAAmQAAmQAAmQQGYCCxYsMGIVUkrFKn5686yiJvtU+Mw1s0QhCUQRq/icffr0adPNTFI1KGIV9yJXK3KsHjlyJNSQURfWWHNzswwcOFDOO+885/Aqv63+XuHqPdwKjaIOpLAoyuWJHA06vK0ofWOjJJCGAMUql0fZEDBydPcG2XR4W1pBqhGnE5qGy4wRU5zxbT20U3Yc2ytn2s8G3q9RrxC0OAwLKQQgyiYOHCvnNw1Nm5sUDSFSFdfEoRNSuKpMy0Ws+qUasCNQg8RqptPrtbNBB0fhdT+xiufte7Qe7xiDFllQdGxQjtR0B0XZbTy16nknktaO/swkVrHGcGleXVuYZhLStizFmulV39PkT/VeWifmTdtRjhpNHSSO/XKs2mO984IrZOr5k02TEKp68qfmVcVPFavI30SxWjZ//bGjJEACJEACJEACJU4AYhWHV6lYDUoHgGFQrJbuZEYRqxiNHmAVNccqPqMfPHjQPDStQBhKaA8idPDgweaB9Rc1YjXTwVVh+sMyJFCNBChWq3HWy2zMEHevb3nXOZQJ3Yd4CsqPqsPTg6P0zy1nT2SMWPUeZqVRsHaELHJgXjR0gq9khRDE5Zc+QKWYHUGJsmEiVm05aEtHO6dnurr80ggM7596ZKgd2WpHkKLuILGK12xxiz/nKlbtfngPxtJDyYJykdqi11smk1hFu/16NjrzZ7POJFbTHehlv+U06ho5cb1X0AFlWs5PrLoieet6yldn3SF9evR2pKodsYoPaXhoKoDnn3++zP42YHdJgARIgARIgARIoDQJ3HHHHSliVSNWIb4grfQAI4rV0pxD9CqqWEUqAHzGDhKrfpGsaE8jWI8fPy579uwRHIQV5cKBU+eff77069fP3B4UsaqHbPnJV0hZzdMapQ+8hwSqlQDFarXOfJmM244YhKybMmyC2X6OQ3twZZKr2QwTUhVXU8/ETxx8dfUFl5uoQrR5+OQR2dOy34mYRfk5Yy5xRadCmm1u2St3Tb1ebHFpn9zuPcxIZRnafHjOQulRnzhwC5eO35acdj5Or+yzoxe929BtlhCy3j7a28q9eWDRFxWH3j5qX4MOjEo3B34Rq3Y/EH1sR31687p6xw82L65fZqJV/Q4KCxKruK/1bKs5HO2mSdc6cxeUq9VvTOjb91cuNi95hbeW17nz44syONxNU0b4jd2u/5tz7nW64YjoLpEJjQPlizM/kyJWVaraYvWFF17I5i3CsiRAAiRAAiRAAiRAAgEEbr/9dkes2ukAIFX9DrCKdngV8eebQFSxqukAdF4x5/a2fz/hirFAcOLe3bt3y7Fjx8yusygX2uvfv7+MGDHCRLDa+Va1Hd3NZv/ZTgdQ1DQAUQbNe0igRAhQrJbIRLAb/gRUvF0zbKLrECCIJOQW9cu1GpWlfbJ9pjoQFblx/xZZtX+TDOrVV26ceI0MbBwgdqSlRsxqpCz+fPuU6005XIjyXLV7vbNlHc/ZshaSDfVDHms6gjnjLzP3op0PD20XlbToz6ub3kipCykM9B7cB7EIeajcIO961fUQ7aMe8HWxlUIB92Ee9EAwP6GsvHT8KOMXkWlztUWvH2/Ix9ljZrhEM8pBYC7b9IZJ04ALfcZBY7jWHdtjfmK9QIrbkhrP2+I5aI5VYttj1rKZInF1/N71qvP9+y3vmPlEn2cNneiaG8y3N80F5gdrC1J/5fYPXOtd8wcj7YQTkdyWSJo/slejfOXSz5kPZhqx6hWre/fuld/97neZljpfJwESIAESIAESIAESCEHgM5/5jCvHKqJVNR0AxWoIgCVSJKpYRfeRZ1XFaKZcqyh35swZk0LgxIkT5icEay4XhGqfPn2kb9++5qceaOWXWxXt2M/jXohVXiRAAtkToFjNnhnvKCABFasQddOGXijnNw2Ts+3nTOQoIvvwvH1YVZSuaR1fmn6LIz3D1gOhtW73esH2dN2yDskJgYl+6gWZOnbgaFe1GiXpbauxZ6OJkkU95zq66+hR18PpH+5FG5rLFf2AfPNe9j32a5CaqN++/Pqor6Mt+9I++nHSuv3SIdjlg8aPMn5pCrxt4f7th3e4OPes7yFjBo525S617/OOw6//A/sMMEI2qGy6vumYtI504/XOjXe+nbXTZ4AZIyJqg9YKnj904nBivXThf10ytO8QX7GKLUqaCoBiNew7neVIgARIgARIgARIID0BiFXNserNs0qxWj6rJxexikAGpATAFSRW8TokKqJTIVY1itSOHI1KS9vUaFmIVUSxQrL26NEjMD0A2kZZfBHAiwRIIHsCFKvZM+MdBSQA2fTC+j+mjUzVLfzZRq/aW/+vn3RNoIwLM1wItTc/eVcuGDja9+CqMHWwDAnkQgAfiHDZ3zzb+VX1ACuK1Vwo814SIAESIAESIAES8Cdw2223ORGrFKvlu0pyEasYtUat2nl08ZkcQrW1tdW8fu7cOXPuQdRt/2HpQrBClkKqIhq1sbHR/K65fvXfD/gzo1XDUmU5EkglQLHKVVEWBBA9uKclETV5/GyrieAb3CexpR6RllsP7zCpAXASu17Is2lf2Dp96MwJaUzmMEXZWSOmxCpC0U+/aMWygMxOljWBMGIVUlVzrCIVwIsvvljWY2bnSYAESIAESIAESKBUCFCslspM5NaPXMUqghkQiaoBDpCokKmIUoVcjSMyNdsRquTFwVQ45AoPCFbNxcrcqtkSZXkScBOgWOWKqBgC2A6PbeiHWo/KgdbD5vApla8HTx6RM23npP95jea5dNvFKwYIB1JVBChWq2q6OVgSIAESIAESIIESI0CxWmITErE7uYpVNHvq1Cmz1f/48eNGsiKwoVQuSFYIVWz9Ry7WpqYmI1p5kQAJRCdAsRqdHe8kARIggZIhkI1YxTfn+/btY8RqycweO0ICJEACJEACJFDuBChWy30GE/2PQ6yino8++shEqZbyhdyrF110USl3sXT7tmuFLHp0mcx/YJHMHVm63WTPCkOAYrUwnNlKlRDAt5P4Dyj+I9VQXy9t7e3mZ8uxY9KjoUEaevRwXsc3g8daWsw3hFoOmOyyWofiQ1m0gedRl96P17UO/ES5gwcPmjZx4ffBgwc77Tf17++UR33n2tpMOe036rYv3K+voX/4HZfp+7lzps94Dr/rePA76tWy6DPa6t/U5Kp7zZo1MmPGDOc5HR+e0PI6FvRL27DHr2PAuJSFzQpM/C7MFRjp+JULytrzhj6Dtf5EeW3r0KFDsmfPHpk+fbphqlwKveQpVgtNnO2RAAmQAAmQAAmUOgFsxz569KiJzMPWZ78LZVpaWqRfv345Hd5DsVrqqyFc/+ISq/j3ycaNG/OeRzXcqFJLIa/qpEmTIkertq57Wn7wzAZPxfPl/kVzZVTUTpXqfcfXydP/66jMccbWKut+/aLITXfLtH6l2mn2q5AEKFYLSZttVTwB/If41MmTRp6OGTtW1n/4ocy+7DIj5SDfIBlHjxkj7/35zzJz5kxZvXq1+fnun/8sl192mWzbvt1sx8CHO1wTJkwQiDu9Jk+ebL5FHTRokBGlS196SaZMnSrnDx8ub731lqkf90BEQvIhMhFtz503z9x38MABufDCC03/8DrqwX/0P/74YyM3ITnHjhkjEy680Glz88cfm99Pnjol7W1tcv7555vyg4cMEfTn/ffec55DOYwbr0NYoj9oC2UhOsHjlltvda2DFcuXm/7pZVjt3ZtI6t7WZk6y1PbxE69PnjLFNX7wGjJ4sGFc39Bg7rt09mwzZgjSg4cOGa64du/eLSNGjDC/Y/zo5+bNm6V3nz6Gu5bT3zGfmLOVK1fKdfPmyfoNG2TwoEGORMXruBf9BXfUDS6FvoovVtfKI7Pvk8UisvDR9+ShmYUmwPZIgARIgARIgARIwE3gwIEDsnPnTvP5bvTo0YJDpewLW7Tx2RDydcyYMdLc3BwZIcVqZHQldWNcYtX8u+XYMfPvjFK88G9G/XdWtv3buXyRPPbaZLnr226xaJ4/cJf8wxemSWO2lZZV+VZpPd4ojZSqZTVr+ewsxWo+6bLuqiOgYhURjUZenjsn548YYUTf0ZYWI91UGKIMPuyNxHNtbdJyJG0ucAAAIABJREFU9KgRkRCcEIuQoBCI+I+xyj5brAIuBC0iN2+44QbZu2ePHDh40Nyv8hXtQt5CZkKaQvzNmzvX1A+hiqhLiMgN69eb+/60fLkRjSgP4Ynn0D6iMXEPZCOew2sqVlWMov49u3ebMWCszU1N3ZGtffqY8YAJRPLw88931oZXrOIFSGJcOm70E+PQ6FdwscevMhN1oW1cN954o2zfvt20C74qU8F/27ZtMnHiRFMOchXyGnIaY8C4cOE+W4rv2r1bhiQFMeQ06oZUhWjGBZmMiFbUvWDBgoKv/WKL1cPPf0tu+u6biXF/9XF572+nF5wBGyQBEiABEiABEiABmwA+H+3fv9/IU69cxaGekK7IgwnpOmBA4mDcqBfFalRypXVfnGIVI4O0/+STT0pqkBdccEHkLxESkaqSIlXNALE9/q3mhFhNbpW3B969bX6nrFi0VcY9IPJYcjv9uC2LZOv4+0UefUyWfep+WTRPZMWix2SZVUG6++3t+N5o2u77EGn6A3nmQ6vSqSqCva9Z0bd2xKr5/RmxY3Un3/UPcve0hEqGXHbGgSec+ktqCbAzMROgWI0ZKKurbgKQbYcOHjSysk/v3uab7/fef1+mTJ5stsvjNURSQuBhOxJEKWQgojwhYSHmIDLxO55DBCYiPVUwQobiUjkLwQiZCXmrW/LRJn5fu3atKQvxh0hYFYCoE99Q7ti+3bwOaYooTLSBKFitT5OYI0IU/UXfUAZjGDR4sBGzuCA9TT+TUZu6zcobcYoI2Qnjx8vmLVtcEZ1+YhUcdYs+6gcTyFFEiiJyFhekMfqOsvg2WF+HfEXfwRsXWNipDVCfRgZjDCiLMeF+zJN+qwy2GLeemqlSW8cFnphn5YioVvQZddupDQr1jiiuWD0sS/72JvmefEe+M+F78r2fL5TH33tIqFYLNftshwRIgARIgARIIIiAn1zF9v8dO3aYL/3jkKpom2K1MtZg3GIVVPBvFchVrLtiXtj+D6kaNVIVfTfS8qMp6aNSk/JxuJ1/1IjWvUkhC7GqAjWROCARBWvLzFZp7dfYHfnq2o6fer/D1ZRbL1M0mtZqt+kDb0RtUqYOuV/+YcBK17hc0bdO2+Nk66LHZK8lUsUzVvc4uutfNK/iEiQUcymXXNsUqyU3JewQCVQXAW+O1eoafXyjLapYPbBEvnXr90T+6RX54ehfyOwHFqdJB9CdMgCjv/qfXpF/ku/KTd8dl5Sxide3Os+/6YmATUrclcruavnOSz+UBYlAY+vK1E6y6OpHTH/tC3364R0Dk09l6k9qm+j7/dtukvt+rq95RXOmOj1jnPMdeeVHC0R71N1ipjFmaCfK2E3jytzdvvj1M2Mb8b0HWBMJkAAJkAAJBBGw5WpjY6M5pR0Rq3FJVbRLsVoZ6y8fYhVkENBhdrwlg0QKTQvBIgjA0eCZqO2HF6uW3ERjLuEJMbpSmq1UAhCSKwd0R346/XNFvmr6gdT7u8cT/JqRnoJo2G7J6Tw3fmt3tK0XjkusuvstkpC8kpTI3nEYXkfmuNqMyp73lS4BitXSnRv2jARIgARCEyimWE2kAZCk4EzKNr90AEkB+6b1WncKAZWPlqxLqSO1bnfbSVyh2hGRpPRz5YRNuTddf7zT013WlrNrfzRb7vu5LYBDjNGRlCpZPXI21BjTtJPD2BPjsQWriPj0Jxzf0EucBUmABEiABEggJwKIFty1a5dJjYULaaKGDRuWU532zRSrsaEsakX5Eqs6KKSfQDq4Ql5IZzZqVDwRk2nFqpGgIvd/u1lWerbLJ8YbLEZ9hSQOxzJpAdB3W5imE6tox7OtP1lHIprUh7y24dnm76QQoFgt5HIty7YoVsty2thpEiABEnATKJ5YTZWdqSIx0dfE897oTa84TNbnE/2YkKga2arjD2o/UzvJ/mxOjQZ19zO4P6lrUEWmf4TqYkcUZxqjSupkC3ZEcDKSNleW5v6wYxfPeJJS1h3Zmzq/4drgO5kESIAESIAE8k+AEav5Z1wpLeRbrILTiRMnTCq11tbWvGJDdDbSl/Xt2ze2djLmWHXEqidi1dWDzBGrKRGsGSJegweYkKxHr1okyOPqjVgNvC8lr+pRmbMIqQAYsRrbYqqgiihWK2gyORQSIIHqJVA0seoX+egr3rrzsHq3tfuKzJRo1bD3hy0XvFbC9cfv/qBoXW+fwpbTNrz3hx1jmujhgOGHGrvfnIuIv/j20c++gr1637scOQmQAAmQQH4JMMdqfvlWWu2FEKvKDAdbIXo1bsEKoYoo1ebm5rxMTyLyU6NPu5tw8osmI1bFykXqjnQNJ1YfO6AHS2kO1sypABLid7jcv2iumBhdKweqEat2HldnG/8/SPNbP5BnhnSnCXDVk2WOVTulAVMB5GUJllylFKslNyXsEAmQAAlkT6BYYtU/ctIvIjNY8rmFXHde0O48p+DhyeeZgsiTSsAnFUHaiNcM9SFvqrs/2YhVbzRnhjH69D2U8EyRm0HtaN+DmLpZpow9K7GaqY3s1zrvIAESIAESIIGwBPykakNDg7kdOVaxLfv48eOx5FplKoCws1La5QopVpUEDlE7cuSItLS0mEOKo1w4QBgHDQ8YMEBwmG++r4R43OBpxpKtrtyoIjK1W5K6t/UnqkjNserezj//gaT8FNTTJKtSIke7u+Ld8j/ZEbyeFAEi4mz3T0rWZU411lhSolefEXvk3fWnjoNiNd8rsTTqp1gtjXlgL0iABEggJwLFEauZZKdPXtGMwjN76egGF1bgquxM3m2lHggnev2mK1hk+onRVFkb3Pe4xWp3nlQR+9CpUGMPKVbDtZHTsufNJEACJEACJJCWAKIBIU8hnHBQlUpVvQmHWO3evVsQOYiDfXKJ8KNYrYzFWAyxapPD4VYQrfh55swZI1qxTpEjGFdtba3U19cLRGqvXr3MYVQQqbkeSlUZs8dRkEBxCFCsFoc7WyUBEiCBWAkUQ6zqwVOuw590VCnpAIK3r4eSeRJ8vxtkyHZ88pZqPeH6EyxWu3OpOjXKkr+9Sb4nms81SMAG9T18KoBQfc917GHEaug2Yn0bsDISIAESIAEScBGAjII0RY5JiCi/C2UQKdivXz8jrKJeFKtRyZXWfcUWq6VFg70hARIIQ4BiNQwlliEBEiCBEidQeLEacFq9wyk1HUBC+nkOZlJhujLD9nPn8Cs7ChaNJfsx4XF572+nm9ZDtRMgB536QvQndUkEHUrlFanBka2+ffeRlKHGmEyfEHYrf+ixhxGrofmW+BuL3SMBEiABEiCBkAQoVkOCKvFiFKslPkHsHgmUIAGK1RKcFHaJBEiABLIlUHCxmpR9b/ps7de+J7aCp08HoFGv4pw8nyYvqE+b/oIxdUt9UDuLrRQA3WIRI9B+Z8pTas9Ud2qEq62crKl5aNPV6ZWzQQI7/BgDUw5EHXsYsao5cTO2ke1KZ3kSIAESIAESKE0CFKulOS/Z9opiNVtiLE8CJECxyjVAAiRAAhVAoNBiNVWa+kBMCjhxyVdPXtavPi6vjH1MbvruOHn8vYdkelCUpVO9N6+rN4LV0bryyOz7ZLH+MaUdEVFR69SdrEuWyLdu/Z68aWTvfFk2+z7J5vAqlL1/201y38+1Yo3GdfctuE6VqcnyLjnpL3LNs9mwzGXsocRqWL6Yc14kQAIkQAIkUP4EKFbLfw4xAorVyphHjoIECkmAYrWQtNkWCZAACeSJQKHFapzDMJJ2s+YfjbNmd135byeb6Nb8jDP/Y8xPv1krCZAACZAACZQ7AYrVcp9B9p8ESIAEohGgWI3GjXeRAAmQQEkRKAexmrolHghTt7TnCrZQ7aT2s3BitXhjzHV2eD8JkAAJkAAJVCYBitXKnFeOigRIgAQyEaBYzUSIr5MACZBAGRAoB7EqPqkBQqUUyJZ/odpJ6VfhxGrBWGbLnuVJgARIgARIoEoJUKxW6cRz2CRAAlVPgGK16pcAAZAACVQCgbIQqwCt0tOBHpQjNcdZKVQ7rm4WUKwWkmWOU8HbSYAESIAESKAaCFCsVsMsc4wkQAIkkEqAYpWrggRIgAQqgEDZiNUKYM0hkAAJkAAJkAAJkICXAMUq1wQJkAAJVCeBmv/x5Wld1Tl0jpoESIAEKodAV/Jv8i7pEvwO0drZJdLZ2SUdnV3S3oFHp3mca++SAy2nZem7uysHAEdCAiRAAiRAAiRAAkUkcOvVY2XogN7SUF9rHvV1eNRIXV2t1NbWSG2NSG1NjYj5X43g11gv3/ribiSGHpsuxdEvfPiNox4dE+rqViOYn+iiJM5+xcA8Dk6xDSm2iuIAE1MdpTQm9iWmSc2qmpr/fkMOf19k1RQLkwAJkAAJ5IuA+eAHoZr8SAi5mhCrIh1dIu2dyUeHSFuHyP5WkVc2RP+4mK9xsF4SIAESIAESIAESKEcCt8zsIUP710hDvRihWl+LnyJ1tQmhWoufSacI9VFj/hB0RZAjKbfgc17aRjJizqoX+Sgcqs5QhTKONaVA2GrdPjZZTcDNYevMvrcZ7oih4di+CYihL7HxiasvcdUTx8Di6EscdST/sstZN8bZlzj4+tdR898/nfNI89c71kwCJEACJBCKgEusJgVriljtSMhVI1ZPiLyynmI1FFwWIgESIAESIAESIIEMBG65pJcMbaqTHpCqdQmpaiJWjViVRNRq0jWkF6tWJGY2QZlhI1ZD1plaLIPgCOM/TKUhOxCmPkRihqwu8wJ2NxjKI/q2naZDocZk9zTrG3yGmbtgN9vhQgHJTDm+KONc2cS2cGKKnM51PGAf15ji6IuK1TBrIqhMXOOJoy/px1Gz6GaK1VymmveSAAmQQCkQCBKrHYhYTT7aELXaIXKuQ2TfCZEXP6RYLYW5Yx9IgARIgARIgATKn8Btl/aU4f2RBqBGGpJSFVGrRqwmo1ZNJgA84KkCg0k9IZA5OY6ARkwTna6t75lnIAaxavxGCFkSokh3fxPpFYp2hRXakToYx8BiEKuxeqk4xhRHHTqoOP49lFtkeKSlEXhTHGxyqQMRPm0xDimXvtjd8Py9GmMPzUoadsWAOFZSzN1idSRAAiRAApEIJKNVE4lWkWsVn5m7zGdn5F3t6sDn6C5pP9Uux7aejNQEbyIBEiABEiABEiABEnATaJ7SJD36NkhNXY3U1NY4P01OVYSsmjDVRH5Vc8XlC9JORFAjndJR11+6antlKVfDz7q2fLYr8Vun1EhbJ0YfXj90SY20S11hUGXRr/AUopaMe3GEZx61x7yPBHDWR21Ng9T2vjxmuVq6bBtqa6Te/L0+ayjfZaU7T+wZCZAACWRHwA5dxZ0m2ar+TP6OHAGn26Vrx7Hs6mZpEiABEiABEiABEiABXwK1kwZKTd8GkTpzSpX7kTy0KmEICylW/SerpqtTOhoGitT1McqTFwmQAAnkTgBfhTRIj8ZrpKvrXO7VlUkNJsC+9tIhFKtlMmHsJgmQAAlkJKB/o5tQ1WQQAkSqClaTeLVLuk63S+f24xmrYwESIAESIAESIAESIIHMBOovGii1EKuQqpZcTUSrdkesloJYxVamjoYB0lnbO28Rq5mJsQQJkEBlEeiSupoGaehzdVWJVcwhxWplrWSOhgRIoNoJUKxW+wrg+EmABEiABEiABIpAgGK1CNDZJAmQQAkRoFgtoclgV0iABEiABCIToFiNjI43kgAJkAAJkAAJkEBUAhSrUcnxPhIggcogQLFaGfPIUZAACZBAtROgWK32FcDxkwAJkAAJkAAJFIEAxWoRoLNJEiCBEiJAsVpCk8GukAAJkAAJRCZAsRoZHW8kARIgARIgARIggagEKFajkuN9JEAClUGAYrUy5pGjIAESIIFqJ0CxWu0rgOMnARIgARIgARIoAgGK1SJAZ5MkQAIlRIBitYQmg10hARIgARKITIBiNTI63kgCJEACJEACJEACUQlQrEYlx/tIgAQqgwDFamXMI0dBAiRAAtVOgGK12lcAx08CJEACJEACJFAEAhSrRYDOJkmABEqIAMVqCU0Gu0ICJEACJBCZAMVqZHS8kQRIgARIgARIgASiEqBYjUqO95EACVQGAYrVyphHjoIESIAEqp0AxWq1rwCOnwRIgARIgARIoAgEKFaLAJ1NkgAJlBABitUSmgx2hQRIgARIIDKBLMTqrrc+itwMbyQBEiABEiABEiABEugmMHr+NKnt2yBSWyNSV5P4WVsjNfhZg4ckHon/5/woCsOuTuloGCCdtb1FRD88FqUnbJQESKBiCFCsVsxUciAkQAIkUNUEshCrnduPVzUqDp4ESIAESIAESIAE4iLAiNW4SLIeEiCB8iRAsVqe88ZekwAJkAAJuAlQrHJFkAAJkAAJkAAJkEDBCVCsFhw5GyQBEigpAhSrJTUd7AwJkAAJkEBEAhSrEcHxNhIgARIgARIgARKIToBiNTo73kkCJFAJBKpYrD788MNMqlIJa5hjIAESqGoCXV2Jv8rxUx+dnZ2CR0dHh3m0t7dLW1ubeRw8eFBeeeWVqmbGwZMACZAACZAACZBAXARuuukmGTJkiDQ0NEh9fb151NXVOY+amhqpra01zeF3PHiRAAmQAAmUP4EaitXyn0SOgARIgAQoVrkGSIAESIAESIAESKB4BChWi8eeLZMACZBAMQlQrBaTPtsmARIggZgIUKzGBJLVkAAJkAAJkAAJkEAEAhSrEaDxFhIgARKoAAIUqxUwiRwCCZAACVCscg2QAAmQAAmQAAmQQPEIUKwWjz1bJgESIIFiEqBYLSZ9tk0CJEACMRGgWI0JJKshARIgARIgARIggQgEKFYjQOMtJEACJFABBChWK2ASOQQSIAESoFjlGiABEiABEiABEiCB4hGgWC0ee7ZMAiRAAsUkQLFaTPpsmwRIgARiIkCxGhNIVkMCJEACJEACJEACEQhQrEaAxltIgARIoAIIUKxWwCRyCCRAAiRAsco1QAIkQAIkQAIkQALFI0CxWjz2bJkESIAEikkgZ7Gq/5gv5iDYNgmUCoGamppS6Qr7UWUEKFarbMI5XBIgARIgARIggZIiQLFaUtPBzpAACZBAwQhEFqv4R7z9KFiP2RAJlCgBSFX7UaLdZLcqlADFaoVOLIdFAiRAAiRAAiRQFgQoVstimthJEiABEoidQGSx2tnZKefOnYu9Q6yQBMqdQI8ePaS2trYow+joapc2OS0dXeekS7qK0gc2WhwCzu6BLjFfenXiy6/OTsHf1R0deHRIR3uHtLe3S1tbuxw6cESWv/pmcTrLVkmABEiABEiABEigwgjMu/FqGTRkgDQ01Et9fb3U1ddJfX2d1NbWSW1drdTWJoMwpEbM/7jTrcJWAIdDAiRQTgRqpEbqanpIg5wndTX1OXU9klg1/2jv7JS2tjb59zd+mVMHeDMJVBKB//uaL0lDQ4MRq4X+sASpeqbrmGzat09WbPpAzrW3VRJajiUsAfXpXclf8KPT2FaRzuTvnV3SdbpdOrcfD1sry5EACZAACZAACZAACaQhUDumn9ScVy9SW5N8COxp4nfNFqYyldnDuJZIgARIoKgEejX0kGsunCkThw2TXjX9c5KrkcUqop8Q+USxWtS1wMZLjADEqvmGuq6u4GL1TNdx2bB3p/xh/bslRoXdKSgBitWC4mZjJEACJEACJEACJAACFKtcByRAAiRQfgRumHK5TB4+SnrV9IvceYrVyOh4IwmkEiiWWEUU+amuI/LoiqWMVK32hUmxWu0rgOMnARIgARIgARIoAgGK1SJAZ5MkQAIkkCMBRK7ed+3N0rtmQOTgOIrVHCeBt5OATaCYYvVk12H5j2UvcEKqnQDFarWvAI6fBEiABEiABEigCAQoVosAnU2SAAmQQAwE/mb+7dKnZiDFagwsWQUJ5EyAYjVnhKwgVwIUq7kS5P0kQAIkQAIkQAIkkDUBitWskfEGEiABEigJAhSrJTEN7AQJJAhQrHIlFJ0AxWrRp4AdIAESIAESIAESqD4CFKvVN+ccMQmQQGUQoFitjHnkKCqEAMVqhUxkOQ+DYrWcZ499JwESIAESIAESKFMCFKtlOnHsNgmQQNUToFit+iVAAKVEgGK1lGajSvtCsVqlE89hkwAJkAAJkAAJFJMAxWox6bNtEiABEohOoKLF6tUTZsmbm1dFp8M7SaDABChWCwyczaUSoFjlqiABEiABEiABEiCBghOgWC04cjZIAiRAArEQqFixCqk6b9Jl8j9f/M9YQLESEigEAYrVQlBmG2kJUKxygZAACZAACZAACZBAwQlQrBYcORskARIggVgIVKRYValaX1sn333hx7GAYiUkUAgCFKuFoMw2KFa5BkiABEiABEiABEigtAhQrJbWfLA3JEACJBCWQMWJVVuqAgLFatilwHKlQIBitRRmocr7wIjVKl8AHD4JkAAJkAAJkEAxCFCsFoM62yQBEiCB3AlUlFj1SlWK1dwXCGsoLIGyFqsX3CH/OHWk9JKzsvXDx+QXn9jsPiXfuH2yDBKRQzt/LD9e7eWafL1tl7z68vPyVlrsM+UrN8+R4cdWyr+8lVJRyp23f+obcolskO++9lphJ7NcW6NYLdeZY79JgARIgARIgATKmADFahlPHrtOAiRQ1QQqRqz6SVXM7JubP5AzbWd5iFVVL/PyGXxliFUfeepIV3+xCvk5+Uw4USpCsZrXFU2xmle8rJwESIAESIAESIAE/AhQrHJdkAAJkEB5EqgIsRokVb1T0t7ZITsO75W3PlktWw7sKM8ZY68rmkAliFVpOyu9zn7iihC96qr75cb+ImcaekprSsTqTLnqgtXylivCNd00U6zm9U1Q8mJ1rTwy+z5ZDAhzviOv/GiBDFQgB5bIt279nrwpV8t3XvqhLBgSP6nDz39LbvrumyJffVze+9vp8TcQVOPup0TGPyey5SmREYVrli2RAAmQAAmQAAkUhgDFamE4sxUSIAESiJtA2YvVsFLVC27d7o/lt6tejcBTtzT7bXcWMQJpUE+R1jxsPU5G/cmhsJF9EYbHW4pKoBLEamvrURnUKPLBC7+UFwzNpAg9e1SksTlFrJqt+o0Wdk86AOc9lSxyaOdKOTEsmQpg/2j5x6mDZa+desC8T7qf86YC8NYncrS7rzO/JP80qtnqjP/7vKiLJN+Nl5NYFZGr/+kV+eEdSbVakWJ1v8i9Y0Se8Uz8ijMil+d7MbB+EiABEiABEiCBQhGgWC0UabZDAiRAAvESKGuxesnoyXLLtLlSX1sXiUo0udqdK/JMiuBMCKRxDZIHsZqou+8+v/yUkYbPm0qQQEWI1Z0bREZNFtHIVBWdOw/K8FEjXWI1IVUtsSnJ91fyi4mEBBVXzlYVseb9l6VYTa0v+Z6VXfLqJpFrp7r7lyh/ypLEJbho4u5SmYlVsaNTK1KsJif46XtEvvaciCwSOfP/xD3rrI8ESIAESIAESKDIBChWizwBbJ4ESIAEIhIoa7GKMf9f874oQ/vhSJxo18rNH8gfNqQ/Ksddc0L8CKLyep50H7RjBFIfaW1tlkGxH5aT7XbpaDx4V3EJVIZY/bHsbLZypiIKdNhJX3Hpd7CU/VwihcBBn/fZSDGR21HEqqc+pw0jVv2iX/vIBif6trjroyCtl41YvVoWflVk8c/f7E4J4CNW1/5ottz381RyGuma2No/ThZ+dbEs1nJzviOP37BM7sOW/+S18NH35KGZIk4qAE+VwfUtlP/x1cXy/6bpg6x+RGY/YJIbiLbjqv7dfxaZu1pkxZ0ic/+byF3/R+SJewqyHNgICZAACZAACZBAYQhQrBaGM1shARIggbgJlL1YBZBc5GrLqRPyoz/+IguuSbFqovIukBPWFmQjaHp9Ih/IZPcp5Cnbi0XE2u7sui+5JdqOhk2RT56tzll0nkVLnECliNUfS1Kmvvy8DNKDqYwE9YlY9XwJkVGsJqNaG+MWqy8/L29Zh2x1pwiosi81ykisfuel+2XrrYl8q0ZsXvmGK8fqNW8n86HaUa0eifmVHVomITXtP5s6R/8iKT0TeVu760xKUHFL0eD6rLyvmURqif89xe6RAAmQAAmQAAnET4BiNX6mrJEESIAECkGgIsRqOrl67PQJw7G+tl769DzPl+kfN7wtb25eFZK3ilVPVF4yjyS26iNa7xKVRb55Uf22O/eUQ66t090CimI15NRUQLGKEavHNc/pJ9J3ajItgHkuDrFqHV4VZ8QqxKprDWnaDztVQQUsskxDKCux+kNZsEfF5tXynUfny7IHug+vciSo65Cr7sOvXCJVyzjSc6E8/t5DMl20vEesOnWmr0/0sKs0fUAkLC8SIAESIAESIIHqJkCxWt3zz9GTAAmUL4GKEatBcvW7L/zYmR3kZMVjZPMw14xllw6gW6zaUXmJSLfElmFB3kiXWPVsLxaR9FF5Vhur3WVNxxmxWr7vuAw9rxixujqZE/jYLmkclNxKn/ySoVW/QPC8DxRNzhGrJkK8t5OXNVN9mgpg07HBMtGbdiAZHevki63YlWcNrNzE6hCR1O3+QRIU4yySWA1YO75b/6thnXGMJEACJEACJEACLgIUq1wQJEACJFCeBCpKrPrJVVus6hR9dtaNMm3Ehc6MbT20S37x1vMhZ9CWnvg9kQ5g89BEGoDvvvaaS5omJOhI6eVXu31Aj0voUKyGnIyKK1Y5YlUkcfBTz+6D3ILEas6HVyXzrb61WiQZOT6u4WywWHUdhtV9eJURq56DsiSZxsOJJq+4FeczoDIUq7YsTYyoBMWqK2K1GhYSx0gCJEACJEACJJANAYrVbGixLAmQAAmUDoGKE6teueonVr1l1u3+WH676tWQs5IqPSef2SB7+08WpAH4sTfCNER0aeoBPRSrISej4opVklhVKenkC/YRq5hAE1GazC1sJtTKP4w/OoI2OdtnDiXeb8OPrZSOXixVAAAgAElEQVR/gUx15TCGUEX6ge78x95UGt76unOp+vRFROx8xxW34PwGVJZiVcQ+ACpFrIbJsZptKgCt00lF4MnRmqzPSQXg2wdNN1AVK4uDJAESIAESIAESSEOAYpXLgwRIgATKk0BFilVbnAaJ1dumz5NLx0w1sxY5FYAJkMO242ZJkTMhcqzq9uJQYrXnLudk9ISI6o7IK8+lx177EShrscoprQwC5SpWscn/R7Plvp9jGroPikpNE5CYJnMw1R0D5bA3B2rYHKue2Q6sz9Uv+yZLqvIwq8p473AUJEACJEACJJADAYrVHODxVhIgARIoIoGKFasqV/9z+a988d4w+SqZM+ESae/skP/54n9mMQXuaFJJ5mAclNzWj4pSDptyRdQlmrK3FmcSq93bm/XeDSKjuiPysug8i5Y4AYrVEp+gauheyYvVapgEjpEESIAESIAESKDaCFCsVtuMc7wkQAKVQqCixWq6SVKxuv/4IQmSr5UyyRxH+RCgWC2fuarYnlKsVuzUcmAkQAIkQAIkQAKlS4BitXTnhj0jARIggXQEqlas3n3ZLTJp2Dj544a35c3Nq7hKSKAkCFCslsQ0VHcnKFare/45ehIgARIgARIggaIQoFgtCnY2SgIkQAI5E6hasfr3n/66tJ49yWjVnJcQK4iTAMVqnDRZVyQCFKuRsPEmEiABEiABEiABEsiFAMVqLvR4LwmQAAkUj0BVitWrJ8ySKy+YIc+t/qNsObCjePTZMgl4CFCsckkUnQDFatGngB0gARIgARIgARKoPgIUq9U35xwxCZBAZRCoSrE6fshoGdZvEFMAVMYarqhRUKxW1HSW52AoVstz3thrEiABEiABEiCBsiZAsVrW08fOkwAJVDGBqhSrVTzfHHqJE6BYLfEJqobuUaxWwyxzjCRAAiRAAiRAAiVGgGK1xCaE3SEBEiCBkAQoVkOCYjESKAQBitVCUGYbaQlQrHKBkAAJkAAJkAAJkEDBCVCsFhw5GyQBEiCBWAhQrMaCkZWQQDwEKFbj4chaciBAsZoDPN5KAiRAAiRAAiRAAtEIUKxG48a7SIAESKDYBChWiz0DbJ8ELAIUq1wORSdAsVr0KWAHSIAESIAESIAEqo8AxWr1zTlHTAIkUBkEKFYrYx45igohQLFaIRNZzsMoE7F66tQp2bt3rxw/flw6OzvLmTj7TgIkQAIkQAIkUEQCtbW10q9fPxk+fLj07t27aD2hWC0aejZMAiRAAjkRoFjNCR9vJoF4CVCsxsuTtUUgUAZiFVJ148aNMnToUPMPIPyDiBcJkAAJkAAJkAAJRCGAL2jx2WL//v0yadKkoslVitUos8d7SIAESKD4BChWiz8H7AEJOASKLVY5FdVLoKsraVS7RPB7Z1eXdHV2mmjQjg48OqSjvUPa29ulra1dDh04IstffbMowLZs2SLnnXeeNDc3S11dndTU1BSlH2yUBEiABEiABEig/Angcw8+5xw9elROnz4t48ePL8qg5t14tQwaMkAaGuqlvr5e6urrpL6+Tmpr66S2rlZqa2vMZx78n/kfP/8UZZ7YKAmQAAn4EehTMzDy38s1Dz/8sMY3haar//HCP9D//Y1fhr6PBUmg0gkUW6wO7jOq0hFzfAEEVKzipz4SUrXDebS1tRmxeu7cOdm3b5+8+OKLReH5wQcfmIiSnj17OtGq/MdFUaaCjZIACZAACZBAWRPQzz/4zHP27FmzI+aSSy4pyphuu+02k46goaHBPCBXjWCtg1yFWK1NiFXrUZSOslESIAESIAEXgYMndwrFKhcFCZQIAYrVEpmIKuxGOYnV999/X6ZNm2b+0UGhWoWLlUMmARIgARIggZgJ4HMQvkBet26dXHrppTHXHq46itVwnFiKBEiABEqNAMVqqc0I+1PVBChWq3r6izr4chOrM2bMMFEcvEiABEiABEiABEggDgIQq2vXrqVYjQMm6yABEiCBKiJQdLFaRaw5VBIIRUC3/BQyEg9S7WTXYWEqgFBTVJGFKFYrclo5KBIgARIgARIggZAEkO5ozZo1FKshebEYCZAACZBAgkDRxSoOH+FFAiSQIICk+RSrXA3FIECxWgzqbJMESIAESIAESKBUCFCslspMsB8kQAIkUF4EKFbLa77Y2wonQLFa4RNcwsOjWC3hyWHXSIAESIAESIAE8k6AYjXviNkACZAACVQkAYrVipxWDqpcCVCsluvMlX+/KVbLfw45AhIgARIgARIggegEKFajs+OdJEACJFDNBChWq3n2OfaSI0CxWnJTUjUdolitmqnmQEmABEiABEiABHwIUKxyWZAACZAACUQhQLEahRrvIYE8EaBYzRNYVpuRAMVqRkQsQAIkQAIkQAIkUMEEKFYreHI5NBIgARLIIwGK1TzCZdUkkC0BitVsibF8XAQoVuMiyXpIgARIgARIgATKkQDFajnOGvtMAiRAAsUnQLFa/DlgD0jAIUCxysVQLAIUq8Uiz3ZJgARIgARIgARKgQDFainMAvtAAiRAAuVHgGK1/OaMPa5gAhSrFTy5JT40itUSnyB2jwRIgARIgARIIK8EKFbzipeVkwAJkEDFEqBYrdip5cDKkQDFajnOWmX0mWK1MuaRoyABEiABEiABEohGgGI1GjfeRQIkQALVToBitdpXAMdfUgQoVktqOqqqMxSrVTXdHCwJkAAJkAAJkICHAMUqlwQJkAAJkEAUAhSrUajxHhLIEwGK1TyBZbUZCVCsZkTEAiRAAiRAAiRAAhVMgGK1gieXQyMBEiCBPBKgWM0jXFZNAtkSKHex+s7ed2TbsW3S0dWR7dBLsnxdTZ2M7T9Wrhh+RUn2L85OUazGSZN1kQAJkAAJkAAJlBuBcharbx1ola0nzklHV1e5YQ/V37qaGhnXt4dcNaQxVHkWIgESIIFCEqBYLSRttkUCGQiUs1iFVN3Vuktqamoqap4hHEc2jqx4uUqxWlHLloMhARIgARIgARLIkkC5ilVI1V0n26S2RqSyPoV3TyB0cWeXyMg+DZSrWa5rFicBEsg/AYrV/DNmCyQQmkA5i9WnP3paGuobQo+1nAq2tbfJ3RfdXU5dzrqvFKtZI+MNJEACJEACJEACFUSgXMXqk1uOSM+6moqVqrrEIFfPdnTJl8cPqKBVx6GQAAlUAgGK1UqYRY6hYgiUs1h9csOT0quhV8XMhT2QM21n5MuTv1yRY3M+rCa3jkGw6qOzs1M6OjqcR1tbm+AfHefOnZN9+/bJiy++WBQm77//vsyYMUPq6+uL0j4bJQESIAESIAESqDwC5SpWf7H5sPSpr628CfEZ0cn2TvnKhIFVMVYOkgRIoHwIVIRY3XR4l/zlwCfymYlXSY+6MBFzO2XFnx6TZTJZ7rr0bpnW1z1hrR8/LT/YvUGk+X5ZNGOU+8UT6+Tp958RGfEPcveFGXK87F0hizaK3H/dXPHU4lkh6M9KafbpS/ksJfY0DgIUq3FQjL8OitWEXKVYjX9tsUYSIAESIAESIIHSIECxWhrzkK4XFKulP0fsIQlUI4GKEKvv790k7+/ZKIN69w8pV1WsikxOEaStsu7tH8gzZ8RHrCZeOzpmkcwdHmK5UKyGgMQiNgGK1dJcDxSrFKuluTLZKxIgARIgARIggbgIUKzGRTJ/9VCs5o8tayYBEohOoKLEKjCEk6sJsSrN82XZ6Wb5hyuniRN7aiJSj8rw5mWyTLwRq63SeqJRGj0RroH4KVajr8wqvZNitTQnnmKVYrU0VyZ7RQIkQAIkQAIkEBcBitW4SOavHorV/LFlzSRAAtEJVJxYDSdXk2J10v0iG91b8E0agFNz5H55TB6zxaqRpMvcpHvd5ZKyO9cskseOapH5cv8kkceSqQAEr9n1GYG7XqaY7f92KgArYtZqbf6kZJRsMhXBBue1+SFSDURfILyzsAQoVgvLO2xrFKsUq2HXCsuRAAmQAAmQAAmUJwGK1dKfN4rV0p8j9pAEqpFARYrVzHJVxeoiGXdgkazsrflSu7f643lHhPrmVU2mE0jmYU3kZRUrZ6umG0iIz7BitekTyFm3LO2ue44cff8x2eukL0hK2PN8csFW42qugDFTrJbmJFKsUqyW5spkr0iABEiABEiABOIiQLEaF8n81UOxmj+2rJkESCA6gYoVq0AyZ9TFcvGQcT50usXqXFkhi7Yn0wEk0wDM8YpQV3Rpd3UmQjUZhWrk5+Ep7rQCViqArMSqNwWB0/5tIh/+QNYPDHFwVvQ1wTuLSIBitYjw0zRNsUqxWpork70iARIgARIgARKIiwDFalwk81cPxWr+2LJmEiCB6AQqVqxOGjhK5o2dGUDGEqvDu7fhj9uXSAOwaMYosaWplIxYRdoAkUQEqyYDmGxFyUZfCLyzNAhUhVhtulZuHzRY5PQ6eWH3xw74WaM/JyM63M+VxqyIUKxSrJbKWmQ/SIAESIAESIAE8kOgGsTqrBHNMrbBy69LDh5pkdeP54drnLVSrMZJk3WRAAnERaAixWp6qQp0tlgVI1FX9r5fphx+TI6OSeQyLUmxetEUWf/RUUFE7ShdAaEPyIprybCefBKoJrHaIG1y8NAL8npLgijFaj5XVua6u7q6TCH81EdnZ6d0dCSkKh5tbW2Cf3ScO3dO9u3bJy+++GLmivNQ4v3335cZM2ZIfX19HmpnlSRAAiRAAiRAAtVIoFrE6oiO0/LCvjPOFF84rEmm9eqUbduOy6oSn3iK1RKfIHaPBKqUQMWJ1cxSNVWsinMwVXdu01Sx+oyIk9u0u45lgTlW9RAqK8fq6e7DrhIHXWm0aXfUbNocq0asPiPD9SAr0ejV4TzAqkLewNUjVntJy+leMrhutzy7I/ERzitW8eeBZ56VVw+YV+XGCQPl8OZXZVUy4rX7y/YTsg3PmzIj5Iwlay8ccbtMQxtnBsrn+vXtXiXntjnthlk6jFgtLbH6wQcfyNSpU6VHjx5hpo9lSIAESIAESIAESCAjAXxx/OGHH8oll1ySsWw+Ctx2220yfPhwaWhoMA98gYxHXV2d1NbWmkdNTY3rgX78YvNh6VNfG6pLiFj1ilXp1yi3D6iV3UmxijIDzx6VVw+hyt5y49h6ObztuJwwArYm2U5Ht4gd1E8+11iXfN4d/eqKkO1sk3U7WgX71SBzL5J2OdOrQXqdcYvedAOhWA01zSxEAiRQYAIVJVbDSVUfsZqMYFVJakpY+VPNnDjy1ZqhXt2i1LnnqL4+We6aNEXWb9QIUxWtidfnT7pfZONKab4U2/u7xeq0vu5yWtv8pEx1pwHAq0wFUOD3TF6bqyaxunvzYRloidBwYhX3jJVeVhoB3DdWEqLUXceFcu0F06TXuYP/P3vvFmRXdeZ5/k9elFdBpi6ALIQzfUEgI2jktoVpEJTKVZTNYMolh2XAjq4JddEPU1HzQrSiXqZU9VLRHbxMRc9DuSdnpssGrHbLHsxgF76okKAxcgUQQiCQVSBhIZQCpTIhL+T9TKx9OWftffY+Z5/77XciFJLy7HX7rW8fKX/57W+pt3ej5j/yJa379aGF5GUHEKuNJVbfeustDQ4O6qqrrnK+ueAFAQhAAAIQgAAEyiFgntZ5//33NTMzo09/+tPldFVy23qJVUd+akE/Oj/nzD1SrF5e1eaQfHXaTHfovnXdmp/xRKyRrP2rrkA1f+5Z9vrt1Z3X9Wlo0ZWopWbJIlZLDi8aQgACVSTQEmL1nalxvTc9oS9t+VwVUdE1BKpPoL3E6i/08lV/oD8ZnNeJt5/T2lCN1eiM1aCMNTuSyUo1ma9Wf6edzNZenb80r83mdyer1X0VW3YAsdpYYnVubk6nTp3S5s2btX79+kwGR/XvUEaAAAQgAAEIQKCVCBihakofTUxM6Pz589q6dav6+/vrssRaidVCNVajM1aXtX5kjebDtVhD2a75wLlZqvNZsdq5mJG5SYEjVpOS4joIQKCWBFpCrNYSGGNBoJoE2k6syssqnfmRJnqDh1fFi9URWQ/1u9uRebQ/Ww5gfMArA/DRgCtYEat5Q7eZaqyahRi5euHCBX300UfON0S8IAABCEAAAhCAQCkEzCP2V1xxhfMYfr2kqpl3rcRqdCmALk150jSuFMDLcrNONzpVB7xH/hUsIxDJ3yoVsOQ99m9L1mL2DLFaDC2uhQAEakUAsVor0owDgQQE2k+sSvIyS+cX16p3Jft4fkCs+tmnofIBUUj9bNTzndvdGq2LXuYqYrWlxGqC24lLIAABCEAAAhCAQNMQqJtY9YRp75z7OH9ArMZlpPqP/E9JN1glAmzYmfqqS26ZgXDGqp+9WswGIVaLocW1EIBArQggVmtFmnEgkIBAW4pV79H8kTXSUkztVOdx/755nXXEql1jNZvx6h5yJa8cQK+WOubdLFXvsCtqrOYPwGbLWE1wO3EJBCAAAQhAAAIQaBoCdROrjjzN1km1a65maqHOSCN+7VTv8Knta5Z1whGr0TVW1wZqt5pDsHoyB1WRsdo0YclEIQCBBAQQqwkgcQkEakWgXcWqZB7hDx5K5X/Neex/cVrTa6QJS5R2+5uSKQPgf8Hta639dVN79QqrgEBOm/w7TI3VxqqxWqv7kXEgAAEIQAACEIBArQjUSqzm1liV/Ef03bW6EtT5n/PSiqa7pYmzH0lGlGb+A+6VAvhIkvWof6ZEgPm63Y9WdNbI2cEOfXB5SuP92XqrxfAlY7UYWlwLAQjUigBitVakGQcCCQi0hVhNwKHRLkGsIlYbLSaZDwQgAAEIQAACrUWgFmK12YkhVpt9B5k/BFqTAGK1NfeVVTUpAcRqY24cYhWx2piRyawgAAEIQAACEGgVAojVwjuJWC3MiCsgAIHaE0Cs1p45I0IglgBitTGDA7GKWG3MyGRWEIAABCAAAQi0CgHEauGdRKwWZsQVEIBA7QkgVmvPnBEhgFhtshhArCJWmyxkmS4EIAABCEAAAk1GALFaeMMQq4UZcQUEIFB7AojV2jNnRAggVpssBhCriNUmC1mmCwEIQAACEIBAkxFArBbeMMRqYUZcAQEI1J4AYrX2zBkRAojVJosBxCpitclClulCAAIQgAAEINBkBBCrhTcMsVqYEVdAAAK1J4BYrT1zRoQAYrXJYgCxilhtspBluhCAAAQgAAEINBkBxGrhDUOsFmbEFRCAQO0JIFZrz5wRIYBYbbIYQKwiVpssZJkuBCAAAQhAAAJNRgCxWnjDEKuFGXEFBCBQewKI1dozZ0QItKRYPfjmQXV3dbfk7i4tL2nvDXtbcm3+otLptPNH87v/a3V1VSsrrlQ1v5aWlrS8vKzFxUWNj4/r6aefbmkmLA4CEIAABCAAAQjUikCpYvXxty6rpzOlVK0mWqdxzP9UF1bSevDT6+o0A4aFAAQgEE0AsUpkQKCBCExOTqqrq0udnZ1KpWr33yMj0mbTE9o4sKVkGscuHNO7M+/WdN4lT7aIhobNtYPXauemnUW0ar5LEavNt2fMGAIQgAAEIACB1iFQqlj99fszend2SR0ptaxcNVJ1NS1dO9CtL1012DqbzkogAIGWIFB3sdoSFFkEBCpIoFnFqkFg5OrZD89qJb1SQSL166oz1amRK0daXqoawojV+sUZI0MAAhCAAAQgAIFSxaohZ+TqmelFrXhPILUazc5USqNr1yBVW21jWQ8EWoRA3cXq8PBwi6BkGRAon0AzZ6yWv3p6qCcBxGo96TM2BCAAAQhAAALtTqAcsdru7Fg/BCAAgXoSQKzWkz5jQyBEALFKSNSLAGK1XuQZFwIQgAAEIAABCEiIVaIAAhCAQHMSQKw2574x6xYlgFht0Y1tgmUhVptgk5giBCAAAQhAAAItSwCx2rJby8IgAIEWJ4BYbfENZnnNRQCx2lz71UqzRay20m6yFghAAAIQgAAEmo0AYrXZdoz5QgACEHAJIFaJBAg0EAHEagNtRptNBbHaZhvOciEAAQhAAAIQaCgCiNWG2g4mAwEIQCAxAcRqYlRcCIHqE0CsVp8xI0QTQKwSGRCAAAQgAAEIQKB+BBCr9WPPyBCAAATKIYBYLYcebSFQYQKI1QoDpbvEBBCriVFxIQQamsDfvfx3evbcs1paXWroeVZ6ct0d3bp7y936ix1/Edn1e//pbzX1y58rvbhY6aGbqr/UmjUa+vIf6hP/4S+bat5MFgLtQACx2g67zBohAIFWJIBYbcVdZU1NSwCx2rRb1/QTR6w2/RayAAjISNVj48eU6kgplUq1FRHzGZZeTWvnNTtz5KqRqtMvPK9UR6fU0dFWXHIWu7qq9OqK1t5+B3K1vSOB1TcgAcRqA24KU4IABCCQgABiNQEkLoFArQggVmtFmnHCBBCrxAQEmp/Anzz5J+rv6W87qervnPkcm1uY04/u/1FgM0/+4e+pa3AtUtWnsrqq5Zlpbfv5PzV/0LMCCLQQAcRqC20mS4EABNqKAGK1rbabxTY6AcRqo+9Q684Psdq6e8vK2ofAfT++T0P9Q+2z4IiVTs1N6amvPxV45/W7/426N2xsay7hxS9d+kCfe/Z/wAQCEGggAojVBtoMpgIBCECgCAKI1SJgcSkEqk0AsVptwvQfRwCxSmxAoPkJIFYlxGqyOEasJuPEVRCoJQHEai1pMxYEIACByhFArFaOJT1BoGwCiNWyEdJBiQQQqyWCoxkEGogAYhWxmjQcEatJSXEdBGpHALFaO9aMBAEIQKCSBBCrlaRJXxAokwBitUyANC+ZAGK1ZHQ0hEDDEECsIlaTBiNiNSkproNA7QggVmvHmpEgAAEIVJIAYrWSNOkLAmUSQKyWCZDmJRNArJaMjoYQaBgCiFXEatJgRKwmJcV1EKgdAcRq7VgzEgQgAIFKEkCsVpImfUGgTAKI1TIB0rxkAojVktHREAINQwCxilhNGoyI1aSkuA4CtSOAWK0da0aCAAQgUEkCTSxWz+nos2M6HEnjRu35/F5tX1sKKtPvCxouuX0pY8a3mTl9UI9ObNMjt23XYGW7bu7eLhzVgXeGc7icO35AY5PZpe3eekC7Nnl/N21OhSJmeJ8O3LKlYVggVhtmK9puIojVtttyFtyCBBCriNWkYY1YTUqK6yBQOwKI1dqxZiQIQAAClSTQ9GJVtjjzyDgy8vwbykq1YmRpMddWciui+0KsRnHxpHrvnoBYzWHliVQnDgZP6OBLh6TNj2jvZ31F7fXTQHIVsVr9e4oRogkgVokMCDQ/gaLF6if/Un9/wzb1W0ufu/yE/v0//7TqMP7dHd/TZ6e+o/2vVXaoqbkpPfX1pwKdvn73v1H3ho3JB/qf/kaf+dOb1WG3mH1VH/zb/03Wz26T91fqlf/Lf9b117+p3/6v/7nUHmLbIVYrjpQOIVA2AcRq2QjpAAIQgEBdCLSkWDUkXbmqEjJXEat1icSEgwYyUgNidUYnXnxUk5+0MlQlOddrnw58akoHXzqpbaFM5Mz7DZK1ilhNGAhcVnECiNWKI6VDCNScQFFi1ZOqCojUr+ovf/8BbVs4ou88/39Wdf4NK1Y9qarX/m/9y4EnMwyu/t//X12pX1ZFcsaCRqxWNQbpHAKNRgCx2mg7wnwgAAEIJCPQsmJVTrbiBU+sBmWpkWkv9O/RpvOHMqUEIrNb5WY5vhFguVv77t4l9+Fxr9+t23TylHvdjU5G5GS2TIEt/yIeRXev9zMoXTl4aN4bsHeP9q0/qTGnFMCoztjveZdk5j0dnqs9z1AwONdO6vat0pj3aLyd1ems18riDD9eb9625+3y3KdtE2OZucfPy7S25hZmEspCjQvjZJm8Hs8+xGqhjwMj1WbTE9o40DhlEQrNmfcrSwCxWlme9AaBehBILlb/nf7jPXdpKDI71bz3BU29+e/1t+9IQQFq3vusTj+zX0a7fvULf68H1vn5ru/piPd1GWn7GenswjZt6zmpJ371t/rpTf9R39v8CRfL8kmdXNimISdj1Z2L946yGbPuWFOXh7Rt3VS27wJgy8tY/XON/PcvqyskVZ3/Fh14TBuHf+2JVfe6Nd5cVq3rjYDtm3xVXTe5Ga+L//THOvt/SAplwcZ9XXpXH37jz3XR9G2L1bj2MnO5QcuvDav/psls2wKcyFitxx3KmBDITwCxSoRAAAIQaE4CbStWxyazdViD2a2+hL1dky+N6XDgMXFP1Ml/BD38SLpf99UXh5bYu2WLZqZnNLjWrpSaK3zHJi3p6MvS3j16sO+QHrffC2TlunO9kJG0wXFzQtPv11+bNY5by9Vdh+nvXj2dm/lrP2K/ycsKtXhmpXYBhp+Tnn7pkDZlyjlkx83K5ugbK5FYzSkFQMZq3McUYrU5P8ArOWvEaiVp0hcE6kOgOLGalaf5ZhsrVj15+qSRpnIF7F3yMl29bNip896j/uG/e5L1vfPf0ekhqySAc92IzjpSN5/8jZ9x+WL1S1r+fx7Su/9f/BiOPP2tLUw/rXmvjZPZOuSVDTBi9PekD7/xpvpsYetI0nWaDn9dUiAzNiNWz+na//pN6YfevDL9GgEbL4Pz7StitT73KKNCIB8BxCrxAQEIQKA5CbSvWDWPh/uPfzti0ZduQbEaruEaFHquCMxe4wrNk+uzWajO9XO3WwckhbJSTf6mJxajHkv3x3PEqj1nE2+Zed8rvR4cN284BtZrrgyvw5WlL/R7YjXn8Kzg9TnzzvTvitV4hkN6OcAv+U2UX6xmDzbLZNbmrNkdi1IALgdfrC592Jl8E7iypQj4YtWPB/P31dXVzK+VlRUtLy/L/L60tKSJiQk9//zzLcWAxUCg2QmUJVbtjFIpkzmaL2M1wMu0HzrtlhBwBOmQ/tnOYLX/LrfkwNDFcI1V8/X7pX/xxWoy+WvPoxZiNRgn9wekpxGjayf9MgJuNunHjkCNErbm/eDXA5mxsaUA/H59sVpYBodjG7Ha7Hc7829FAp0ftQoAACAASURBVHfccYc2bNigrq4u51dnZ6fzq6OjI/MrlUrJ/DIv//dWZMGaIAABCDQTge4rVzSQWl/y53Jq//796WIXbL5h979JHx4eLra5d32uDAx0VKAUgFN3s6Ziddh7zD+bKRsWmqWL1b3avtavK+sXLrDHCSEuVqyeDxZD8HuLFcKJxarJjvUzXjO9WqUW4kMjTqz6B5cFyg2YbhCree8zxGqJH0Mt1Ayx2kKbyVLalkBZYtWiZmTqFxbcQ6wKilX7AKxZK2P1M5KfzZojWr0MV/vwKifjdcBMYk4nMxmr2bIDSTe1lmLVyS7dbGY2qzkrYzWTzeo9pp9frGZLCmTWeN6r5ZojVo3E/Z/V73DySwbYkjUpJQmxmpwVV0KgVgQQq7UizTgQgAAEKkugZcVq9OP9roCMz7A071crY1Wh7FazkQUyP/3H/Se2uaUA4jJWb9imk29O6vZM7VfJfRxf0ZKyWLGak7EaDMKSM1Y/OalH3xmWW37AfSV6xD/mOl+qBuvWeh0jVhOJ1XJqrJqDt3g1LwG7FIBZhclW9bNWzQ/C/B+GmaxVk7F66dIlHT58uHkXzMwh0IIEihOrcTVW3WzSkY8ixKqVifqeX1912aqhamesJhKrR6TNbn1VUxZg/2vhjNV6iNXoGqtOvdMvXtYH//Z9XenVV3XrpOZmrBYnVvNkm/pi9RdX6TN/amq2+gI3nLFqsmK9uqwJ4xqxmhAUl0GghgR2797tZKx2d3fHZq3a2apkrNZwcxgKAhBoaAL9/X7N/9Kn2dPTU3LjliwF4Au2yAOpfLFq1Sstt8ZqslIArli1a7b6h0IFMj8DdVSzNVzz1lh1xKpdq9TPXt1UGbF6Xt4hYF6chaRtIbEaW6fWiNXMAWNu305fH/s1bOPjOlfAFqjP6tWRVeCwMI9voI5uyfdSRRoaOek/+lPL/yxVosaqEW+8mpdAXI1VI1j9EgC+VDVi9eLFi/rpT01lRV4QgECjEEguVuU9rr9NChxg5UrVbV3BUgB+7VT3sCr3IClHrF5x1j2Yynu0f9tCvozVbcqtueqKVfm1WJ1yBEN1zFjNHjKl0AFW2dqprliVfyiVU+90OEHGqiVsY2usuhmpXb/x6rcGxGq2jqtTLiBzUBUZq41y/zEPCJRL4Ktf/aquvvpqR6yG5apdDsCMY5cEKHdc2kMAAhBodgLm+9RyX20tVqPzpcKPwUccEqXd2j15WH77SAkrU3v1kIIPwluHS+XUJi1QY9U/JMrbcTPm6PsHlD1IK1x/dbf2bZXGnKzOUZ158VEdmg+Giz/v7CPw/vuVKQVgDpHyBXB2ZJtBgQzgAgwL9R13c+SI1RDbQDtfnHqHWUW+V+5dWKH2iNUKgaSbogkgVotGRgMINByBosSqmb39GL+/mtkjemLhC7pfTzqlACT3ECmTVarZ9/TegHTaqZ2albDO4/vnz2pksydPp/9Sf29nrJq2gRqu7+m92U9IU9/RfhmZ6vQuzR7REd2lu3pMFuwHuuueWmesehAc8WkyRO2X/+i95GSv/t617pvnf6kP9eXMgVVr7IOtMqUA/lwXQ3262a5ZkZsZyy8DYPq2SgG4MtWpAaDV136p+dEvq3/KlAyQV8eVjNWGuyGZEASKJIBYLRIYl0MAAhDwCCBWS66xWnoMNdqBRaWvhJatRgCx2mo72jzrQaw2z14xUwjEESharLYgyvJqrLYgkJglUQqgffaalTYPAcRq8+wVM4UABBqLAGIVsdpYEcls6koAsVpX/G09OGK1rbefxbcIAcSqhFhNFsyI1WScuAoCtSSAWK0lbcaCAARaiQBiFbHaSvHMWsokgFgtEyDNSyaAWC0ZHQ0h0DAEEKuI1aTBiFhNSorrIFA7AojV2rFmJAhAoLUIIFbrIFZbK4RYTSsRQKy20m4211oQq821X8wWAlEEEKuI1aR3BmI1KSmug0DtCCBWa8eakSAAgdYigFhFrLZWRLOasgggVsvCR+MyCCBWy4BHUwg0CAHEKmI1aSgiVpOS4joI1I4AYrV2rBkJAhBoLQKFxOqpU6e0devWvIvu6ekpGcoHs+c0kFqvVCpVUh+p/fv3p4ttab6BX1lZkVn8MGK1WHxc38IEEKstvLkNvjTEaoNvENODQAICiFXEaoIwcS5BrCYlxXUQqB0BxGrtWDMSBCDQWgTyiVUjVf1XPrmKWG2tmGA1bUyg1cXqsUtzOjuzpJV00T+PiY2KzlRKI4Pd2rmhv40jp/ylI1bLZ0gPEKg3AcQqYjVpDCJWk5LiOgjUjgBitXasGQkCEGgtAnFi1ZaqheQqYrW1YoLVtDGBVharRqqen1tWR0oqLUE+OjCMol1NS5v7u5CrZdw7iNUy4NEUAg1CALGKWE0aiojVpKS4DgK1I4BYrR1rRoIABFqLQJRYjZKq+eQqYrW1YoLVtDGBVharB89+qJ7OVEWlqh8qRq4urKS1d+TKNo6e8paOWC2PH60h0AgE/uTJP1F/T3/J9Z0aYQ3lzMF8js0tzOlH9/8o0M3JP/w9dQ2ulTo6yum+ddqurmp5Zlrbfv5PrbMmVgKBFiCAWG2BTWQJEIBAXQgUqrGaZFKI1SSUuAYCTUCglcXq42emNNBV6JvaTl0z2KluSfMLi/pgKfmmzS6v6sHRoeQNuDJAICtWZ3Xq5z/Q/3jXfTu9aaf++K5RrZk+rWd/8htdSKdlrl1aWtLU1BQUIQCBBiLwdy//nY6NH1OqI9V2ctV8LqVX09p5zU79xY6/COzKe//pbzX9wvNKdXQiV1dXlV5d0drb79An/sNfNlD0MhUIQACxSgxAAAIQKI0AYrWsw6vO6eizY9LWA9q1qbQNoBUEGolAe4vVbu3YPKgRY1XNa3VZb16Y1smEchWxWl4k+2J19rfP6AeT/0p/+q83aHV1Vqd+8d/04hV/oG/ePOwcOGiEqvl18eJF/fSnPy1vUFpDAAIVJ2Dk6rPnntXSasIPz4rPoD4ddnd06+4td+dIVX82Rq5O/fLnSi8u1meCDTJqas0aDX35D5GqDbIfTAMCNgHEKvEAAQhAoDQCiFXEammRQ6uWJNDWYnVwUF/d0K1eb2dn5xd0emJObyd0A4jV8m4JV6zO6dQzP9DkzX+qL1yV1urqqlYv/Ebf+921uWL19DH99PmT5Q1KawhAAAIQgAAEIAABhwBilUCAAAQgUBoBxCpitbTIoVVLEmhrsXrFoO5b1+2UAZidndXbHX3a3ueWDlhZXNCx9+Y0nmfXEavl3RJxNVYv/vN/1dlPPKCb161YGavv69iPf6uTU4jV8qjTGgIQgAAEIAABCLgEEKtEAgQgAIHSCCBWKyFWN+/RhfOH9IazB7u17+5d2mL+eOGoDpw6HNyZ3j165LbtGpQ0c/qgHp27Xfs0prFJt92w+dp5tyf/tdsvNTB9Qgdf8scJjVXa/tMKAgECiFUjVlc1fnlZa9et0YBFZ2JqUkfylPRErJZ3MwXF6pxTZ/WF81I6fYP+4IF/peGVrFidfvt5/XryEzr70i/LG5TWEIAABCAAAQhAAAIOAcQqgQABCECgNAKI1QqI1cOWLD13/IDGPt6jRz4nPf3SIWnzI9r7WaNRzcutyXp4eJ8O3LLFFavn31BGnBrZOj2jwbX+9ZIcmTqp2+8e1Zlnx3Qh09+MTrz4qA71uX3xgkAlCLS1WFWv7rquT+s7VnT28qo2e9mrPtfpmUn94lI8ZcRqeRGYL2P1H1ftGqsXdfzH57TmC+v1HDVWy4NOawhAAAIQgAAEIOARQKwSChCAAARKI+CL1fHxfM+4Rvd9zTXXOG/09PSUNrikD2bPaSC1vuTDY1P79+83hfmKeplv4Fe87KfhCohV+/AqR5ZObPPE6klt+/xebV+bnZ4jXmWJVXOtl8FqXeUK2MwXbtSez98rvf6oTq63RW1Ry+ZiCBQk0N5iVeq/clB3D3doHLFaMFYqfYErVt/Xsf/rFV35zT/QZ/tiaqyOv6Ifv3uVvrB+kcOrKr0J9AcBCEAAAhCAQNsSQKy27dazcAhAoEwCiNWGEqteRqtdTsDJWM0KWj/L1d13I1yD4rbMeKB5mxNoZ7Ha39ujkYEubezv1upHi+oe7tFQJh5WNX7pQ70wEx8gZKyWd/PYh1edHdmrL3+mV6urszr1i/+md7b8se785BqnxurFV36ok/2/r5E1HyJWy0NOawhAAAIQgAAEIJAhgFglGCAAAQiURgCx2khiNSRRnS31v3bDNp1805QE8Oq3mvecGq7K1nQtLQZoBYEMgbYUq/19unNdrzZ2ZQNhZWFeLy91a8dgpzolLc1/rF+Nz2suT6wgVsu7kbKlAEzW6lN63esufeM9euCWYe8pg4t65Yevq+/3/7V6PryIWC0POa0hAAEIQAACEIAAYpUYgAAEIFAmAcRqVcVqghqrdikA73CqbF1Wr47q/I3a44jVQ9rkH2TlH351fhNitcybgOZZAu0nVnt155Y+bTT21HstLS3p/MyCzi2k9KkNA9rcsay3Ls3p+NxK3lBBrJZ3J8XVWF1dXXUyVf3yLWZ/zK+LFxGr5RGnNQQgAAEIQAACEMgSIGOVaIAABCBQGgHEarXEqqmb6mSUZiulOltkHXSVqcdq11gNtMnWVj00v1sPbr6gx8+/Ye00pQBKC3taxRFoO7Ha16tbBjq1xgOyuLis+d4eXd/Xqe5UmFJas/OLOj0xp7eXcgkiVsu7rxCr5fGjNQQgAAEIQAACECiHAGK1HHq0hQAE2pkAYrUssdrOocPaW5FA24nVwCZ2a8fmQY10F9jZlSWdGJ/R6ZBcRayWd0cgVsvjR2sIQAACEIAABCBQDgHEajn0aAsBCLQzAcQqYrWd45+1hwi0tVhdO6B7hteoN0FUTM1M6sjl4IWI1QTg8lyCWC2PH60hAAEIQAACEIBAOQQQq+XQoy0EINDOBBCriNV2jn/WjlitWAwgVstDiVgtjx+tIQABCEAAAhCAQDkEEKvl0KMtBCDQzgQQq4jVdo5/1o5YrVgMIFbLQ5lPrPoHV5l/sDi8qjzOtIYABCAAAQhAAAJRBIxYveaaa9Td3a2urq7Mr87OTnV0dGR+mbapVMr5xQsCEIAABOQctmxe4+PjReMwn7vm1dPTU3Rbv8EHs+c0kFpf8udyav/+/eliRzffwPvfqA8jVovFx/UtTKCtSwGUua+I1fIAJhWr5h+txcVFvf/++3r66afLG5TWEIAABCAAAQhAAAIOgXvvvVdXX301YpV4gAAEIFAkAcQqYrXIkOHyVibQymL14NkP1dOZUjV+tm5+urOwktbekStbOTyqurZixKrJWr148SJitao7QucQgAAEIAABCLQTgXxi1WStmgxVk7lqXmSstlNksFYIQKAQAcQqYrVQjPB+GxFoZbF67NKczs8tqyOlispVI1VX09Lm/i7t3NDfRtFS2aXaYtX0vLq6mvnlP2FgfrdLARw6dEi9vUmOG6vsXOkNAhCAAAQgAAEItBKBjz/+WN/4xjcyGat+OQAjVP1fiNVW2nHWAgEIVJIAYhWxWsl4oq8mJ9DKYtVsjZGrZ2eWtJIuuoJI7M52plIaGexGqpYZ+75YNd2YPxux6pdtMULVl6tGrJp/uC5duqS/+Zu/0S233FLmyDSHAAQgAAEIQAAC7U3glVde0YEDB7Rhw4ZAKQBbrJpsVb+uKhmr7R0vrB4CEAgSQKwiVrknIJAh0Opila1uXAL5xKqRrOYfKztjdXp6WjfeeKP++q//unEXxcwgAAEIQAACEIBAExD4q7/6K73xxhu64oornEOrTMaqkarmz/bhVbZQ5fCqJthYpggBCNSEAGIVsVqTQGOQ5iCAWG2OfWrVWYbrrPrlAOyMVfOPlp+1OjExoW9+85v6zne+06pIWBcEIAABCEAAAhCoKoF/+Id/0A9/+EOtX78+I1WNUPWlKmK1qvjpHAIQaAECiFXEaguEMUuoFAHEaqVI0k8pBOLEqp2xaovVhYUFTU1NOeUAvv71r+umm25Sfz91bkthTxsIQAACEIAABNqHwOzsrF5//XX9+Mc/1vHjxzU0NKSenp5AGYBwtqpfCsAuB9A+xFgpBCAAgXgCiFXEKvcHBDIEEKsEQz0JhMWqX2vVz1j166yaf7j8XyZ71XxzYA5dMH/2s1xN2/CBWPVcG2NDAAIQgAAEIACBWhOwH9f3H+M3gtT8Mo/7m0NABwcHc4Sqna3qZ6z67RGrtd5FxoMABBqdAGIVsdroMcr8akgAsVpD2AyVQyBOrBpZmk+u+vVXzTVhsYpcJdAgAAEIQAACEGhXAuHDpszffbHqH0zlP/Zv/x4+tMrOVkWstms0sW4IQCCOAGIVscrdAYEMAcQqwVBvArYINZI0KmvVzlz1/+xLVfO73wapWu/dZHwIQAACEIAABOpNwBahviA1v9vyNE6qUl+13rvH+BCAQDMQQKwiVpshTpljjQggVmsEmmFiCUTVWTVfs8WpLVPtTFb/Gr8MgP07yCEAAQhAAAIQgEA7EkgiVu3sVbJV2zFKWDMEIFAOgbYXq+XAoy0EWpGAX1PJrslU7XUaATabntDGgS0lD2WkGq/mJxBXDiBKrtpS1S8BEFcKwJDx+25+SqwAAhCAAAQgAAEIxBMI/z/ero/qlwIIlwQIC9Wo2qqUASDqIAABCOQSaHuxOkzGKvcFBDIEmjlj1cydV/MTsOVnOPPUlqd2PVU7U9UvHxAuA4BUbf7YYAUQgAAEIAABCBRHIOrwKr/Oqv+7/bi//edwXdVwX8XNhKshAAEItC6B/v5+Z3Hj4+NFL/Kaa65x2vT09BTd1m/wwew5DaTWq9TkuNT+/fvTxY7uZz4Zq4xYLZYe17cygWYWq628L+22tqisVb9uajgz1RastlT1paxhFydVka3tFlmsFwIQgAAEINDaBKK+qY46wMo+xMqvtxrOZI0Tq6V+497a5FkdBCDQzgQWFhYQq+0cAKwdAjYBxCrx0AgEorJN7QOpbLlqC9e4Q6sQqI2wq8wBAhCAAAQgAIF6EAg/vh/OWPWFqi1b7Wui2tdjHYwJAQhAoFEJIFYpBdCoscm86kAAsVoH6AwZSaCQXA2L1qgDq8JCFcFKsEEAAhCAAAQg0C4E8tVZDddcDYtUP1vVsPKv9f/cLvxYJwQgAIGkBBCriNWkscJ1bUAAsdoGm9xESwyXBDBTtwVq1KP/1FZtog1mqhCAAAQgAAEI1IxAXEkAX5yGH/1HqtZsaxgIAhBocgKIVcRqk4cw068kAcRqJWnSVyUIxGWu2oI1LFz9v9vjk61aid2gDwhAAAIQgAAEmolAVNZqlDC1M1ijMlSpq9pMu85cIQCBWhNArCJWax1zjNfABBCrDbw5bTo1W4jGZbDaYjVKqvrokKttGkQsGwIQgAAEINCmBJIcZuWL1ijhar/XpghZNgQgAIGCBBCriNWCQcIF7UMAsdo+e91sKw1nrtoCNd97zbZO5gsBCEAAAhCAAASqRcAWrfkOpQq/V6350C8EIACBViCAWEWstkIcs4YKEUCsVggk3VSFQFT2qi1Y/UHJTK0KfjqFAAQgAAEIQKBFCEQJVrO0uK+3yLJZBgQgAIGqEECsIlarElh02pwEWl2s/vr9GZ2ZXtRKOl2xDepMpTS6do2+dNVgxfqko3gCUdI0TqQiWIkkCEAAAhCAAAQgkCUQVysVoUqUQAACECidgC9WS+9B6unpKbn5B7PnNJBaH/jhWDGdpfbv31+0ITHfbK+srGh5eVnDiNVieHNtixNoZbFqpOq7s0vqSEmpCu6j+QBaTUvXDnQjVyvItVBXyNRChHgfAhCAAAQgAAEIRBPIV3sVZhCAAAQgUBwBxCpitbiI4eqWJtDKYvXxty6rpzNVUanqB4ORqwsraT346XUtHR+NvDiyUxt5d5gbBCAAAQhAAAKNSiAui7VR58u8IAABCDQaAcQqYrXRYpL51JFAK4vV7/3LhAa6OgrQ7dQ1g53qljS/sKgPlpJvxuzyqr7zmfXJG3BlDIE5vfmz7+voOe/tLbv07a/coH7nrxf14nef1Kt+y1vu18M7rw72M/umfvbYlG79s50KvVN/4rNv6h8ff07a9ZD+aKu7orlT/6jHMovNTvHm+/5MO6/J/v3ib/6LfnLcXsLN+pq/Rq9fH1nmqi136qE/ctklHSfTdvyY/stTryo8D3sGZk6vXPmQbv3wsdDc4tcRNw/5c3XWclYjD/6RbhiY05v/+JieCy3MnpPDRV/Tn33R3e28nHRRx/7LT7LxE4iIm3XHLa/q+QDj4DpGfhfeA/f9aEbe3JXdA8Xtk7y9jH1fcvjcKR19/MOc2Pb3wYkpb98ig/2Wr+nPPjdp8XUiMILxFt3p8Pd6iegzLi5i99csYddD2qWjeuyogv07+/KKrrTH9IZO1N+Ht2b2P9FNXsR9aObs36u5sRUf5/4+FMspJ7ZLiEd7zpH7m+Bzwe4j0R6cGdFDf3SdfvePj+nsaJaZT8jpw7nG/yz371XrcyzR5nERBCBQDgEEajn0aAsBCEAgngBiFbHK/QGBDIH2Fqvd2rF5UCPGqprX6rLevDCtkwnlKmK1MjfS3Kmf6ftTOzxh6knWda5AvXjsu3p56Nv6iiMlXck6eZf/d08SOVL2Zt3/8G0NJ1bN/M/oZr16eSgji4Pr9UXWi/ruTya166GvOHLLtHvyeHBNga95MnlHYM1BdvHjvKotAYY+xyOaWie9Kn8vcvfX348dU9+39iV/HETOw27irOWMRh/6ioZf+66evGyLdcnISf/9DBtl4yMvp5hxfIEYjK/49brxF71Xga+/I918fFJD3j66c59ScJ+8/TXr3CUdiXg/02ee9tn7Ijs1h/Xbo9YPJsL8vBhRiPG4iT+595Dz51d189ce1m2+6I/6mjdsof113j9yzljW0A9MXs5ystAn6i/zeZHsMyjxfejwPqphb+2F4sMirzd/lv/+SXI/Fhov8v3AnKP2N/g1BT5vvRWE1m1TdT53vPvN/7odZ05/4Zgz8v5n39eZT1mf1WaMo1MaNj/muNWKrWRbyFUQgAAEIAABCECgoQggVhGrDRWQTKa+BNparA4O6qsbutXrf285v6DTE3N6G7Faw6B0vwGfsr/RNhLnnVE9vFN68btB+WK+oT+iuzzRarIyzd9HNXxkSqMNJ1aNCDbz36Gpx7LriBZH/rVf0XXvGhE1HCmKHcmRR8jZfccKKkeSZSWus9m+wHtoSC/nEX21EKu5wjDLxhar3x56uTCnTOZzrqA1yy5JZDmCP1cKRrKJEaMye/DKUM3FaqS4ztn/rFgMfBBExY2TGW3/YCT3o8N9f1S7Lh+17vNohqZ1sv7i5X/uDIq5D4OfR4XiI0eA57l/ktyPZn+ihLk/TvR8snMefSfiBxNO4+wPXZz7JkdMR3wOe4MWEqv9UfdDRNz7648ev4b/5DAUBCAAAQhAAAIQqAABxGrJYvWcjj47psORm3Cj9nx+r7avLWWHTL8vaLjk9qWMGd9m5vRBPTqxTY/ctl2ceV5ZtmX1Nn1CB1+a1O1379KWsjoKNm5rsXrFoO5b1+2UAZidndXbHX3a3ueWDlhZXNCx9+Y0noc1GasVDESrKye77JNRGU3mm/8j0i43q9PNYD2j0YdHdcb5vcEyVn159pUbNG1l3kYJlpwMsLiMvLxCLpglFi+ocqVW9tq1uaI7tDdG/FQrY/WGaTdbMjejNjsJX/TkFTQW+0yuaSjz1YmgQEZ0bjxHvm9nd2aaWEzNGow0NVK3wTJWC4m7uAxbd5nRMjSxCP3kmSyXmL7MKIn7C5cEifs4KuI+jMqOzic6/SGT3D9J7sdC+1MoY9WI1bj55hWbEfeGv7bCYjX3PspdqyVu10ZncVfnXxN6hQAEIAABCEAAAtUhgFgtU6xq6wHt2hTcHEdGnn9DuzPvFSNLi7m2OkFh94pYLY7xueMH9EL/I9r72SpraMRqcRsjqWCN1YxYXdX45WWtXbdGfolBM9jE1KSOTMUPi1gtekvyNLDrrIYf67fqrFqPE2cFrC9YG0usBiSIJXecR2fNo9Ghl//odV6xFBCrRxXuxRaSSUSOK6iD2Wr5xrezMp+MqgUZeNzbXWDmUfDAerdkyh6EZVZuG+taT4aaR5MrJVbzrcMI8dz3I8pOBESuJSDlPloesdtuRrL3CHbu+3IfxY+RUHFCuFApgELirmSxGhHPkstprZXRmp33dGTWb3y8mHdy+0vyCVTcfRgRawXjPNn9k+R+dDKK84wXHY/K/CAi3w8KAmI1Z7+C67a5JhGrmQxsJ0M8Ivs18AOG+OzYJPvJNRCAAAQgAAEIQKARCCBWqyBWzca6clUlZK4iVhvhxmj4OSBWi96igmJVvbrruj6t71jR2cur2uxlr/oDTc9M6heXEKtFgy+zQdQ38p6iy9btu/JVr1yAOcCoEcVq6NAtZwGuvHAe9c/JSHWv19ce1s0f5nm0uhoZq5FyL7pmbbVLAWQOTwrEUJ5SAIUye6tRCiAiY9WtfxsMfEdyX/u7yBqrmSvjSgX4F1S4xmrVxGqemqcBoZhZj8kyr0WN1SLvw4h6vgUzVhPeP0nFavGlALJxl1ishverzIzVQDaz88OEYF3hyB+uRB1EWOa/HTSHAAQgAAEIQAACtSKAWK2SWNWFozpw6oInVoOy1M1q3KNN5w9lSglEZrfKPO59SG8EomG39mUe//b63bpNJ0+519242WRLTmbLFPTuyT7G78wpWLzAvd7PrpzRiRcf1aF5b8DePdq3/qTGnFIAozpjv+ddkpm3I/rsudrzDIWzLwW3SmPefJx+Bq0+hvfpwC3eQ+555u0K7E0WE0lO/ye17fP3Sq9b6wnPWUF+CrBwLzZ7NTYZnH+QWfC9cMaq3f7Gzfu0bWJMk590s5yd92StMzNvU0YitBfOJxMvtQAAIABJREFUMBZTxGrRn5GFxarUf+Wg7h7u0DhitWi+lWkQ8XixX2P1psnIb9BNjVXzKHpUZlfgwJ3KTLC0XiIeRfelx106EiFWs4/TOu+XWGPVFitJajoakZnvsd2w5K2uWA3Wos2Cz617mclYLcSpGmI1R3bGxHAZNVQLiddyMlZzDgdzBvPW8PVRnflxNWqsZmuiuvE2HDzky7rLKloKoOj7MFfiFxKreR979w//ylfiwKpdW0h8JyldEb2/hWqsxte8TZSxapXVyP18K5TBWtpHLK0gAAEIQAACEIBAPQkgVuskVscms3VYg9mtvoS9XZMvjemwLRjlyTb5stSr85qRp37dV1/Aedf3ufJuZnpGg2vtR9Rzhe/YZFjeHdIbvXv0YN8hPW6/F8jKded6ISMmg+PmBLgvYf21+X8PrcPvL/+8czN8HZ5zt2ufxhRYT04mcZhfcKaRWcee5M2K8HixGm4fLhFRSKzOTA9q0KrT66/LEc6I1aI/NwuJ1f7eHo0MdGljf7dWP1pU93CPhjKjrGr80od6YSZ+WEoBFL0lEQ3Cp0fbfzePC7tZnO7p5Nmszsxp5Rkp1Eg1VmMedfUkzzc+dUb/PSZjddJkOW7td2p/5j3tPkEmY6Sg8k53z5YMKFA3M6cuprsf+Wo5hje5kCjLlgIwYtXeb6+niJPa/VPKC3KyJ1OpGqsh9tHrs0VlMHsvwCdRxmpYdLr3gR8rdn+FSgHcMBB1arzkPMrtH2jm1bkN/JDCi5uoH1wU2t/c9/0s0ujHz4vvL+5zqNT7MJtJW0hkFlN3Nsn9WGi8Qu9nDqnSLrfGr4MmuOdOKZLIz5/oDOKkYtW5j49OaViTGsrUwfZiy685nNkqygFU4l9P+oAABCAAAQhAoH4EEKv1EquxmYpBsRqu4RqseeqKwew1rtA8uT6bhRqQcU6c5WZC+pIwR/T5InJimytW7TmbrkKZofa4eUM6kJlprgyvw83mDNYqzT/v7LXudSYrdPT9UEZoYM4mKzR3XHve0fVl87ex553bPtg2v1j1ZhLO1vXlM2K16E/NWLHa36c71/VqY1e2y5WFeb281K0dg53qlLQ0/7F+NT6vuTyjIlaL3pKYBqHHde1HREOP2UYfatRgpQBiZZkr2/pvk158MaKqZujR2NzHy63H82PGcB+5Hc7WtsxTy9XZjKhDnszXrf5lP+buzTHq0Xd/c8PyrZAoC9RYjalJau97WPTk5WRHXIxYjaxpaSp6xgpkW2wq9rAvR4L1mc2e0464g9Xy1FiVX6/Wk5qBmyfmMerCYtUSbaEQjBKp9phx2eDRNXTdlmbfIjO0bZFrF7aOrckb6i+ypmtI1Ca5Dz/OZtK6I2QzOx/eebX3A47ojy2Hh6yDynJiLcHj8F6c+T8oKnRfJfuBhl2v2puUVfs4+n4MrtteSmKxGhK4/qFxebOr85SQqNS/LvQDAQhAAAIQgAAEqkEAsdo2YnXYe8w/mykbFpqli1UjKf26sn7hAnucUOgWJVZVcN5O2YV3ht2SB5ZwVPhRezONwNi1FqtZ6VuwFMCMV7bBylgOiFrEatGfh9FitVd3bunTRmNPvdfS0pLOzyzo3EJKn9owoM0dy3rr0pyOz63kHROxWvSW0AACEIAABCAAAQhAAAIQgAAEINDUBBCrVRKr0Y/3uwIyf6ZitTJWFcpuNXFbIIMyacbqDdt08s1J3Z6p/Sq5NWYVrH3q3ypFiVW3XmwwczcqU/dp6XN7NTp+UE/rXqdubJQorq9YTZ6xatbxqFPbdrsyFXBNiQP/a4jVoj94I8VqX69uGejUGq+3xcVlzff26Pq+TnWnwkOkNTu/qNMTc3p7KXd4xGrRW0IDCEAAAhCAAAQgAAEIQAACEIBAUxNArFZBrIZraboC8wUNf94Sq1a90nJrrCYrBeCKVbtmq3+wUqAUQKCOarYGad4aq45YPaRN5gCqTe79EHmoVBliNd+8/fGe1u3aNvGCI1gzAju2LmzCUgDn5R1A5k2+jBqrrmw+rADvj7OHi7n74Wb6OmLVHjtchxaxWvQHb6Eaq1K3dmwe1Eh3ga5XlnRifEanQ3IVsVr0ltAAAhCAAAQgAAEIQAACEIAABCDQ1AQQq2WK1cOR2x9+DD5CrGq3dk8elt8+exiSda3M6faH5D9c7w5lHS6VU5u0QI1VX855czZjOnVIMwdpheuY7ta+rdKY85j9qM68+KgOzQcX7M/bl8nZdytVCmDQe3w/yyF33v4j/u5BW9ksz9y6rA7BjADOXwrAXOvLZ3vVN2YO6crd/HBt2ED7YXfPwyLcZ7p76z7pVFjAe2OYdX1OetrEgykP8KkpHXwplCVcgY+iyclJdXV1qbOzU6lUTspmBUaI7iKdTms2PaGNA1uqNkZBsbp2QPcMr1FvghlMzUzqyOXghYjVBOC4BAIQgAAEIAABCEAAAhCAAAQg0EIEEKsli9XSoyDyEfXSu6OlQyBYv7QxoQQFeyPOsa3FapkbglgtEyDNIQABCEAAAhCAAAQgAAEIQAACTUYAsYpYbbKQjZluvpqu9VphqJZs3vII9ZpjaFzEaukbgVgtnR0tIQABCEAAAhCAAAQgAAEIQAACzUgAsYpYbca4teacfdw/+4h/4ywpWCIhT3mEBpkyYrX0jUCsls6OlhCAAAQgAAEIQAACEIAABCAAgWYkgFitg1htxkBhzu1BoJXF6uNvXVZPZ0rVqByblrSwktaDn17XHoHCKiEAAQhAAAIQgAAEIAABCEAAAhAQYhWxym0AgQyBVharv35/Ru/OLqkjpYrKVSNVV9PStQPd+tJVg0QTBCAAAQhAAAIQgAAEIAABCEAAAm1CALGKWG2TUGeZSQi0slg16zdy9cz0olbSRodW5tWZSml07RqkamVw0gsEIAABCEAAAhCAAAQgAAEIQKBpCCBWEatNE6xMtPoEWl2sVp8gI0AAAhCAAAQgAAEIQAACEIAABCDQLgQQq4jVdol11pmAAGI1ASQugQAEIAABCEAAAhCAAAQgAAEIQAAC5ryVhYWyOfT09JTcxwez5zSQWq9UqrQTZVL79+8v+pnedDqtlZUVLS8vaxixWvLm0bD1CCBWW29PWREEIAABCEAAAhCAAAQgAAEIQAAC1SGAWEWsViey6LUpCSBWm3LbmDQEIAABCEAAAhCAAAQgAAEIQAACdSCAWK2UWJ0+oYMvTer2u3dpi72RF47qwKnD2a8M79OBW7wrnDaH9IZ9fe8ePXLbdkWdLX7u+AGNyWpfh4BhyNYmgFht7f1ldRCAAAQgAAEIQAACEIAABCAAAQhUjgBitSJidUYnXnxUh+Z3a58tVh1xelLbPr9X29eaTTuno8+O6bAjV2X92VexXj+KlquI1coFPj1FE0CsEhkQgAAEIAABCEAAAhCAAAQgAAEIQCAZAcRqmWJ15vRBPXrezzkNilXnvbnbsxmqZk+cDFZp392jOvPsmLT1gHZtym6W02ZiW2TWKmI1WVBzVekEEKuls6MlBCAAAQhAAAIQgAAEIAABCEAAAu1FALFapljNhEtGmIZKAYTiyRWxm8oQq3u05+NDOjTvdrzbF7NRZQVkiV6/VMFWaezUYbedQmUKJN24+RHt/awpROBn4WYXkBmrve6RtlotYrWttpvFQgACEIAABCAAAQhAAAIQgAAEIFAGAcRqTcVqbimAojNWJ2/UHr+0gCNzL2jP52/X5Et+iYGYsgK+eLVqvM5Mz2hwrV3N1czvBQ1/fq+G3j6gsY+zJQmyQji/OC4jFmnaAASaWayaufOCAAQgAAEIQAACEIAABCAAAQhAAAK1ItDf31/2UD09PSX38cHsOQ2k1iuVSpXUR2r//v3pYlum02mtrKxoeXlZwzUSq85j/Mb7ZA6nciVr0WLVPrwqU8PVFat5+8qp9+pTi85M3TETX5KgWN5c3zwEmlmsmnuaFwQgAAEIQAACEIAABCAAAQhAAAIQqBUB4xbLfSFWDcG4UgDWI/rBR+nrLVZ9oWplwHqHa2UEbai8QLZMQLkhQ/tGJYBYbdSdYV4QgAAEIAABCEAAAhCAAAQgAAEINBoBxGo1M1Z9MZnJUrW3v95iNWp8/2uPaPidRzX5Sftgrej5NlpAM5/yCCBWy+NHawhAAAIQgAAEIAABCEAAAhCAAATahwBitYpi1Xn836pTGgwru95qTF3UUBw6/eUpBXDYqp+aOXxKXp3UnFIAueP75Qp2b3XF6qG+fTpwizc3TxJv8g/Lap97pK1Wilhtq+1msRCAAAQgAAEIQAACEIAABCAAAQiUQQCxWjWxmlu7NLtPu7Xv7l3aEnrU3nk/MrvVbRkvVvdqu07o4EuH9EYgGLxxzNeiaqyGxjelCkbfN7Vgb9SeG7bp5JvB/igFUMad1iRNEatNslFMEwIQgAAEIAABCEAAAhCAAAQgAIG6E0CsVkqs1n0rmQAEyieAWC2fIT1AAAIQgAAEIAABCEAAAhCAAAQg0B4EEKuI1faIdFaZiABiNREmLoIABCAAAQhAAAIQgAAEIAABCEAAAkKsIla5DSCQIYBYJRggAAEIQAACEIAABCAAAQhAAAIQgEAyAohVxGqySOGqtiDQ6mL12KU5nZ1Z0ko6XbH97EylNDLYrZ0b+ivWJx1BAAIQgAAEIAABCEAAAhCAAAQg0PgEEKuI1caPUmZYMwKtLFaNVD0/t6yOlJSqIFGjaFfT0ub+LuRqBbnSFQQgAAEIQAACEIAABCAAAQhAoNEJIFYRq40eo8yvhgRaWawePPuhejpTFZWq/tYYubqwktbekStruFsMBQEIQAACEIAABCAAAQhAAAIQgEA9CSBWEav1jD/GbjACrSxWHz8zpYGujgLEO3XNYKe6Jc0vLOqDpeQbNLu8qgdHh5I34MoYAnM69cwTev5d7+1r79AD92yVKbQw99tn9MRz/huSrPcync2e0jM/mNKt+3bqqkZj7MzteenOB3TP9W7piJw1eXO+6d592nlNdgHv/2ZMT52wF3ST7vPX6PVrkXEvzMcuZpzMCOPHNPb0awrPw56BmdMrQw/o1qknQnPLXhVuH7debb9P+77o7ljuWqVrw8zOjGTiQt5cA9tt9Rfdp8VP7+vY2FN6LTJebtId21/T8wH2wfWN/i68N+770ey8+FY2rhW3f/LmGPu+t8d3SM9FxLy/P06sRTHyl2FYfW5Sz/zgrEa+dY+2DjiRGbwP3YDSHZn3FdlnvnhptNuR+UAAAhCAAAQgAAEIQKASBBCriNVKxBF9tAiB9har3dqxeVAjxqqa1+qy3rwwrZMJ5SpitTI3gSPepm71JJsnd4bziB/znifksjLIlmaVmVclejGi64xu0muTQ0FZnFmvN4ojwaYyEssVjcE1Bb4WKZMtdl+8yhW4keO8FpCW7gxM2+c0NSy9Jn8vcgnYYtUIVl8W52MVOQ9PbE7d+YDu1HN64rmhrDR2OnPFpzzZ7PThi9VIAeyu/eyoO6eC/OwJOyxtweiK3nzri3w/tIeZIczXfyfddGJKQ76kjPlhgDPvyTv0QIw4zfSZp33UvAP8/E4C646Qv+Y6Z01y9yaKewIZX4n7iD4gAAEIQAACEIAABCDQSAQQq4jVRopH5lJnAm0tVgcH9dUN3er19mB2fkGnJ+b0NmK1hlHpCp2pW6xsTUdEjboZdSbZ08tedfRfSBaavz+nEQ09N6XRhstYNXLwFQ1961ZN/cD87mYGxotG95ot502Wblg0ultSSLzZfUeP48uyrMR1OvZF3beG9Eqe7N/KidWsvHTEalgAe9mTflxkxKAjHJ/XUCi712djpGK0qA3xs2LKXXsFxKojg7P77N9EkczisqxN7B8fqrlYHX7dE7o2l5y4iObuytdQPNXwE4ShIAABCEAAAhCAAAQgUGsCiFXEaq1jjvEamEBbi9UrBnXfum6nDMDs7Kze7ujT9j63dMDK4oKOvTen8Tx7R8ZqdQLbyfK8bp92rj1VQKwakXVGo/tGdcb5vcFKAfiS7J6tmrEyIKOEp51RqKhMUx91XvEWzNqMFasRAjB77WCu6La2uXJi1c1INRmr92w+55RLeDf0KL8dXUGxmr/sQ/y6PalsxGU1xKqd3ZmZvCVbpz1pasZusIxVI1bzZiDnLbcRLZSr8+lArxCAAAQgAAEIQAACEKg/AcQqYrX+UcgMGoYAYtWI1VWNX17W2nVr5JQa9F4TU5M6MhW/VYjVSoaxXd/RqjOZJ2M1I2Cv8QVrY4nVnHqXntBzxKldN9bD6NeqTCQGvczNcI3VnLqkOZmgZrCwCAtmDecbv2CN1YgauElqrDoIQjVB7dqd9RCrwfq23iZ56zOiPPf9iHIUllzvt7nLrb2bUyM3QY1Vh4v5oUOhGqvW7VmoFABitZKfZfQFAQhAAAIQgAAEINDqBBCriNVWj3HWVwSBthar6tVd1/VpfceKzl5e1WYve9XHNz0zqV9cQqwWEU4VudR53F1ejdU4sXrdGbdcgFNrtRHFatThSO5BQM6j/jnCM1tTdPtHUe97aKuRsRp5UFJ0zdrKZawWCpUI2WtqrBaqPRpRLiIwUkB0eu9UqhRARMZq7KFcTpZunszbQgeyVbjGKmK1UDzyPgQgAAEIQAACEIAABLIEEKuIVe4HCGQItLdYlfqvHNTdwx0aR6zW6a6IeIw4QY3V+/RU5Kn0DXNCeYTA86VkdE3RUM3REmus2lmySWus5l6XlZphyVt5sRpRY9eLxJy1ZMRqdK1Pfx0PDL1SuEZtNUoB5MjOmNguo4Zq5iatglh1Ds0K11j1s2y/NqKzP6HGap0+JBkWAhCAAAQgAAEIQKDBCCBWEasNFpJMp54E2lms9vf2aGSgSxv7u7X60aK6h3s0lNmMVY1f+lAvzMTvDqUAKhG5wbqg7un03unuTlaffahQ8NT77OiNlrEaIws92fr10bP6cUzGqlNzNMmp9gnEWqRY9R63z5YMiK6PmWlrMoMzNUmzWbWjvytQk9MKjbylDez9vr7famXVYL2+3z3wy4hVI/4iT6IPxoabKRrMuo36mjNgpTJWQ3uS95AyR1SWm7EaFp1BZvbdWagUwNYBj59CctU+mMrUiH36NQV+eBG5F5X4XKAPCEAAAhCAAAQgAAEINC4BxCpitXGjk5nVnEBbitX+Pt25rlcbu7K4Vxbm9fJSt3YMdqpT0tL8x/rV+Lzm8uwIYrVS4Rp6bN46xCinPmdEDc+GKwUQ+xi3KzEHvigd+01udU2FDm/KfYzcEoUxY7i8hnTfvp0aLFDL1dm9qEfjM7LRFX+y64l6c4x6xN2PhnDWcH6xalpFlU2QbB45YjBUj9UZOxQbefnZoRsjViNrrEqOWIwWy7bYVOwhYE4mbp/hOuvwNcUscl6R5Rm8q/x1RjGIOQCssFg1fdt1jrMzihKp9nwbJku8Uh9H9AMBCEAAAhCAAAQgAIECBNperBIhEIBAkEBXV5c6OzuVSqVqhiadTms2PaGNA1tKHnNlZSVv28fPTGmgqyN0Ta/u3NKnjcaeeq+lpSWdn1nQuYWUPrVhQJs7lvXWpTkdn8vfP2K15K2jIQQgAAEIQAACEIAABCAAAQhAoCkJtL1YHSZjtSkDl0lXh0DbZaz29eqWgU6t8XAuLi5rvrdH1/d1qjvHK6c1O7+o0xNzensplz9itToxSa8QgAAEIAABCEAAAhCAAAQgAIFGJYBYRaw2amwyrzoQaDuxGmDcrR2bBzXSXQD8ypJOjM/odEiuIlbrELAMCQEIQAACEIAABCAAAQhAAAIQqCMBxCpitY7hx9CNRqCtxeraAd0zvEa9CTZlamZSRy4HL0SsJgDHJRCAAAQgAAEIQAACEIAABCAAgRYigFhFrLZQOLOUcgm0tVgtEx5itUyANIcABCAAAQhAAAIQgAAEIAABCDQZAcQqYrXJQpbpVpMAYrV0uojV0tnREgIQgAAEIAABCEAAAhCAAAQg0IwEEKuI1WaMW+ZcJQKI1dLBIlZLZ0dLCEAAAhCAAAQgAAEIQAACEIBAMxJArCJWmzFumXOVCLSyWD149kP1dKaUqgK7tKSFlbT2jlxZhd7pEgIQgAAEIAABCEAAAhCAAAQgAIFGJIBYRaw2YlwypzoRaGWxeuzSnM7PLasjpYrKVSNVV9PS5v4u7dzQX6edY1gIQAACEIAABCAAAQhAAAIQgAAEak0AsYpYrXXMMV4DE2hlsWqwG7l6dmZJK2mjQyvz6kylNDLYjVStDE56gQAEIAABCEAAAhCAAAQgAAEINA0BxCpitWmClYlWn0Cri9XqE2QECEAAAhCAAAQgAAEIQAACEIAABNqFAGIVsdousc46ExBArCaAxCUQgAAEIAABCEAAAhCAAAQgAAEIQEASYhWxyo0AgQwBxCrBAAEIQAACEIAABCAAAQhAAAIQgAAEkhFArCJWk0UKV7UFAcRqW2wzi4QABCAAAQhAAAIQgAAEIAABCECgAgQQq4jVCoQRXbQKAcRqq+wk64AABCAAAQhAAAIQgAAEIAABCECg2gQQq4jVascY/TcRAcRqE20WU4UABCAAAQhAAAIQgAAEIAABCECgrgQQq2WL1XM6+uyYDuds443a8/m92r62rvvL4BAoigBitShcXAwBCEAAAhCAAAQgAAEIQAACEIBAGxNArJYjVqdP6OBLh/TG8D4duGVLIIxmTh/Uo+eFXG3jm6sZl45YbcZdY84QgAAEIAABCEAAAhCAAAQgAAEI1IMAYrVkseplqkZIVWcjHel6UtvIWq1HXDNmiQSaWayaufOCAAQgAAEIQAACEIAABCAAAQhAAAK1ItDf31/2UD09PSX38cHsOQ2k1iuVSpXUR2r//v3pYlum02mtrKzIWOXhMsXqhc2PaO9nB/NPwc9sDVy1W/vu3iU3z9VI2hc0vHWbTp46pDecr9nvS7pwVAdOeQUHevdo3/qTGpu73cmUdbJj527XPo1pbNK026GpFx/VofngtHZvPaBdm3zp648TGqvQXO15mKa9e/TIbdtVgECxW8T1dSLQzGK1TsgYFgIQgAAEIAABCEAAAhCAAAQgAIE2JbCwsFD2yhGrecVqVGbrjE4Y8SlfSnrXWJLy3PEDGvvYe9+TnfIlbqgEgVt24A354tRp6whWX9zKla9OaYLbNfnSmLJC2JtLnylnILdebCAL15rr56SnXzqkTb6gdYSw3VfZsUQHdSaAWK3zBjA8BCAAAQhAAAIQgAAEIAABCEAAAk1DALFa9YxVVz4qIyPd2HBE58Q2L9sz95rA+xFlBRx5Kre2a7AvyX4vE4mZPu6VXn9UJ9dHZdoWmuuQXo5YS9NEOxMtSACxWhARF0AAAhCAAAQgAAEIQAACEIAABCAAAYcAYrVqYtWXlPukU5UXq/7j/7FiNbLc5I2Zw7T8LFf3PvC/Xkisuo/8uxmx/h0UKlnAjdXUBBCrTb19TB4CEIAABCAAAQhAAAIQgAAEIACBGhJArJYpVoOPzds7V12xWnTGqj81J3N1UrdbZQLc+q3SvrtHdSZfdu0nJ/XoO8OBmqrhbNkaxi5DVYEAYrUKUOkSAhCAAAQgAAEIQAACEIAABCAAgZYkgFgtWaxah0AFapJ6ceId8rR7q5uxGlu31Dn4KUkpgEPK1Fj1rvf7jCwFEFVj1ZQeyKmT6tdf3ZQRq7FzNWL11IVM1qtZaaAWbEveIu21KMRqe+03q4UABCAAAQhAAAIQgAAEIAABCECgdAKI1XLEqsPdO3gqYg/8w6TkHzYVuMZ+hL6AWDXtPFHrdrFbu4cP63BMjVXJO3Bq3hrQOhgrWAbAXJMtEVBorsEyAO5c7EOySg9FWjYCAcRqI+wCc4AABCAAAQhAAAIQgAAEIAABCECgGQggVssWq/XZZiM4X+iPOoCqPvNh1NYggFhtjX1kFRCAAAQgAAEIQAACEIAABCAAAQhUnwBitSnEqpuBenK9J1K9DNhNWw9o16bqBwkjtA+BVherv35/RmemF7WSTldsUztTKY2uXaMvXWWOduMFAQhAAAIQgAAEIAABCEAAAhCAQLsQQKw2hVi16rl6kXnjZrJV2+UmreU6W1msGqn67uySOlJSqoJQjaJdTUvXDnQjVyvIla4gAAEIQAACEIAABCAAAQhAAAKNTgCx2ixitdEjifm1BIFWFquPv3VZPZ2pikpVf9ONXF1YSevBT69riThgERCAAAQgAAEIQAACEIAABCAAAQgUJoBYRawWjhKuaBsCrSxWv/cvExro6iiwl526ZrBT3ZLmFxb1wVLyrZ9dXtV3PrM+eQOuLEjg4rHv6uWhb+srW/uda+dO/UzfP3Iu227LLn37KzfIvBt8b4t2PfQV3TBQcIjaXjD7pn722FHpruya/AmYtT55PDidm7/2sG67JmLd1mVb7vq27tIRff/tUX37K8N69btPSl47uzenf92vh2+a1M8eO6PRh76i4ddyx5Ti2M3pzZ99X0eVZS5vPdaOuEPecr8e3nl1Ltu4660xM/PcebWimJj1BuLBWbcbAxp/Ud/9yavBcaPmkmcfnMax87xZ9z98m4IrK4KLFa+BSSaaz5R25IwdQlyonzhGkfOKW1f0PJz7b2pHaN8v6sXvvqwh716M2s/4eKvtrcloEIAABCAAAQhAAAIQKJUAYhWxWmrs0K4FCbS3WO3Wjs2DGjFW1bxWl/XmhWmdTChXEasVviE8SZYRaY40coWgK0w98bPufj38yTP67k8mMzLVkTy2cKvw1ErtzoilM7pZr14eyspAyROIIWmXs153VFs8+vOw1zvtC9SA2DSCyxOua7McjVi1xbVD1ZPXvtTNrNXsxzvSzccnM6LMFZBh0eaO9WqUrIu8PkjTX9+3h17W948Mh0SmtQ5fOPv77MVLcN5ujJz5VFBkx+1DZiYx83TmdtkSy76oTMTFiteQdC51PuHraEO6AAAgAElEQVQ4TNbPUQ2HxHtUTDmSOtG63FkkFauJ463Um4x2EIAABCAAAQhAAAIQqDEBxCpitcYhx3CNTKCtxergoL66oVu93gbNzi/o9MSc3kas1iFkjUA7o6G7JnVGd7kZikZ2mWRPPzvRljkmC9N+z0ihV4Lysg6LCA3pZ+/t0NRj2Sw+V2SGBaKjUAPZfn5nhcRqf5QUtHlYwjZKrGblanBOfvbwjqnvZ2VsrCh1BehkODO3WLGakwHpysmpW61MXiNWd0lHHssVhg7FUNZzlmtwHwKbFTfPiLgqhkt++VjCfAKTjo6vJOuKmlcx6ypHrMbFW/3vV2YAAQhAAAIQgAAEIACBZAQQq4jVZJHCVW1BoK3F6hWDum9dt1MGYHZ2Vm939Gl7n1s6YGVxQcfem9N4niggY7Vyt4gRPUd0l/OIu/m9oFjduVZv/uyItMvNZs2VaZWbW8k9WVLOZJX6mXvRsi1+lIJi1cvk9eVjjlxMIFZzM1EtyTttSes8ojRyD4oQq27JgqM6F1dWwBfrGbGa4FF5AyNmH5IIyNyM1WK4RGfPljOfwJyTrMvP8j4XVdLA7q2YdbntSs1YdRoniIuS7zsaQgACEIAABCAAAQhAoMoEEKuI1SqHGN03EwHEqhGrqxq/vKy169bILtE5MTWpI1Pxu4lYrVCkW5mp8gRrYbGaW48z51H2Ck2v1G4CotGSYGaNubUpyxGrYckVynwtRawGMjWt/hRVCsCde7xYPapwTVa7bmqOOA7VTbX3NVMCwclYTSZW4/bBreLrvZLWWM3LJf86/aGSzyf/+hL1k1mgV67B/3tYXpew34jVUj8ZaAcBCEAAAhCAAAQg0OwEEKuI1WaPYeZfQQJtLVbVq7uu69P6jhWdvbyqzV72qo93emZSv7iEWK1guEV0ZbL6spmnfuZqIbGaU4/TkXGKOGiourPPo0PduqOBC9xDoq57t/JiNZABGH58vQSxGnuI1LW/i6ix6i6y7IzVqMOvQtm4xYvVkFB0ZhpxWFfCDMriuERlrFZqPgn7iQnQsBQtbl1up4jVen22MC4EIAABCEAAAhCAQL0JIFYRq/WOQcZvIALtLVal/isHdfdwh8YRq/WJyrhMQXMQkslKjKmxasRqpmSAq/Ui65PWZ1HBx8/9zEhfPJpyB9E1VoP1RP25Fy4F4GiuTC3S0XdCB1QlEKvBuq8RLH1ZG5spWm6N1Xu06/IzmVqq9r7ZwjYoVqNrrAaEX54aqY6891+JxGrxXHJkc6Xmk7Cf2LITcRmqfsp+wf0uT6zG1xmu2x3LwBCAAAQgAAEIQAACEEhMALGKWE0cLFzY+gTaWaz29/ZoZKBLG/u7tfrRorqHezSU2fJVjV/6UC/MxMcApQAqf3/kZKw+dkajD7l1VH15eHTd/XIyVv3T4c1bljx0r63nK1qQhmtrPnk8VPfSk8xJTnDPCEbrYK/sqe7S6MO36eqANHQ5Rh1e5Uquc/Ifuc+bifj1UZ35cfgRdS970shwez6ZfSn8SPuTcsXqmU99262vm3kFhW1g3V7JgGAJCJe9iZGHnTq82YOvMl1GHXSWQKwWzyWcxVs4LjIrzzuf5P1ExomXXfzkZXe/oktTeBI5cr9dkpFy1NmTSSczO672cTje6nmnMjYEIAABCEAAAhCAAARKIYBYRayWEje0aVECbSlW+/t057pebezKburKwrxeXurWjsFOdUpamv9Yvxqf11yefUesVv6mCIjVjLyxKnRm5J0n0Ky3GqbGaqwUC2Y8xj5+HRCLrpx7UkYUZlSpK7VssexshSc4w/UzQxmrTx4P75v9aHyMtPMf9e+7TXrxxZyaqYo7cCqBsMyuTxHlEyS775x1h+qxOivzYyThPjhtCs4zCZc57bCFdlg+Fj2f3JqtzvJuM3uQO1Zc1nZUnEm+1E+yroj9NvO469vaMfV9hePJvg+jx44oxVD5jxJ6hAAEIAABCEAAAhCAQNUIIFYRq1ULLjpuPgLtJ1Z7deeWPm009tR7LS0t6fzMgs4tpPSpDQPa3LGsty7N6fjcSt4NRaw2X7wzYwhAAAIQgAAEIAABCEAAAhCAQDkEEKuI1XLih7YtRqDtxGpfr24Z6NQabx8XF5c139uj6/s61Z0Kb25as/OLOj0xp7eXcjcesdpiNwPLgQAEIAABCEAAAhCAAAQgAAEIFCDQ9mKVCIEABIIEurq61NnZqVQqxyxWDVU6ndZsekIbB7ZUbYzv/cuEBro68vTfrR2bBzXSXWAKK0s6MT6j0yG5ilit2tbRMQQgAAEIQAACEIAABCAAAQhAoCEJtL1YHSZjtSEDk0nVh0DbZazamNcO6J7hNepNgH5qZlJHLgcvRKwmAMclEIAABCAAAQhAAAIQgAAEIACBFiKAWEWstlA4s5RyCbS1WC0THmK1TIA0hwAEIAABCEAAAhCAAAQgAAEINBkBxCpitclClulWkwBitXS6iNXS2dESAhCAAAQgAAEIQAACEIAABCDQjAQQq4jVZoxb5lwlAojV0sEiVktnR0sIQAACEIAABCAAAQhAAAIQgEAzEkCsIlabMW6Zc5UItLJYffyty+rpTKkaR3KlJS2spPXgp9dVaWfoFgIQgAAEIAABCEAAAhCAAAQgAIFGI4BYRaw2WkwynzoSaGWx+uv3Z/Tu7JI6UqqoXDVSdTUtXTvQrS9dNVjH3WNoCEAAAhCAAAQgAAEIQAACEIAABGpJALGKWK1lvDFWgxNoZbFq0Bu5emZ6UStpo0Mr8+pMpTS6dg1StTI46QUCEIAABCAAAQhAAAIQgAAEINA0BBCriNWmCVYmWn0CrS5Wq0+QESAAAQhAAAIQgAAEIAABCEAAAhBoFwKIVcRqu8Q660xAALGaABKXQAACEIAABCAAAQhAAAIQgAAEIAABc97KwkLZHHp6ekru44PZcxpIrVcqVdqJMqn9+/cX/UxvOp3WysqKlpeXNYxYLXnzaNh6BBCrrbenrAgCEIAABCAAAQhAAAIQgAAEIACB6hBArCJWqxNZ9NqUBBCrTbltTBoCEIAABCAAAQhAAAIQgAAEIACBOhBArCJW6xB2DNmoBBCrjbozzAsCEIAABCAAAQhAAAIQgAAEIACBRiOAWEWsNlpMMp86EkCs1hE+Q0MAAhCAAAQgAAEIQAACEIAABCDQVAQQq4jVpgpYJltdAojV6vKldwhAAAIQgAAEIAABCEAAAhCAAARahwBiFbHaOtHMSsomgFgtGyEdQAACEIAABCAAAQhAAAIQgAAEINAmBBCrZYvVczr67JgO5wTMjdrz+b3avrZNIolltgSBZharZu68IAABCEAAAhCAAAQgAAEIQAACEIBArQj09/eXPVRPT0/JfXwwe04DqfVKpVIl9ZHav39/utiW6XRaKysrWl5e1nA5YnX6hA6+dEhvDO/TgVu2BKYxc/qgHj0v5Gqxm8P1dSXQzGLV3NO8IAABCEAAAhCAAAQgAAEIQAACEIBArQgYt1juq03FqpepGiFVHaCOdD2pbWStlhtftK8hAcRqDWEzFAQgAAEIQAACEIAABCAAAQhAAAJNTQCxWnLGqitWL2x+RHs/O1ggCNxrtfWAdm1yL3UyWie26ZHbtmtQ5v0XNLx1m06eOiRtfkS3zz2qMevJ5hutcc4dPxB4z/SXfX9GJ158VIfms1PabY3b1NHK5KtOALFadcQMAAEIQAACEIAABCAAAQhAAAIQgECLEECsNoxYHdPh3j2OaJVTRmCT9t29S06BgQtHdeDUBaeswOh4RIkB5/3DMgJ19P0DGvvY7cfoXrckgdVXiwQuy6gOAcRqdbjSKwQgAAEIQAACEIAABCAAAQhAAAKtRwCx2kBiNZPR6ohSZcWqFXfBTFf/jWxG7I4ZOxO29QKWFVWXAGK1unzpHQIQgAAEIAABCEAAAhCAAAQgAIHWIYBYrZpYtR//T1IKIFgqQE55gDEd9mPNq+VaSKw6pQb8Q7W8tnYZgdYJXVZSDQKI1WpQpU8IQAACEIAABCAAAQhAAAIQgAAEWpEAYrVMsXo47vAqT4y6WajFiVVTQ/WFfrt2q1s39eT6R3SvnrZqs/oh6ff/iIbfeVSTn8zWcvUFrV3ftRUDmTVVhgBitTIc6QUCEIAABCAAAQhAAAIQgAAEIACB1ieAWC1ZrFqZoVFy1ap76ovV7EFXXjaqV1PVPbwqm7HqHE5l1Un15ahp74jV83LqrW5f6wVoZixXrB7q26cDtzjVWTPZq5s4wKr17+YKrBCxWgGIdAEBCEAAAhCAAAQgAAEIQAACEIBAWxBArJYjVp0QCT2yb4WNOUzKeTTfEpxvOH/ZrX1bpbF3hr1DpsIZrRF9WvLWEa+TwfjMPO4fKgNgrqIUQFvcyxVZZKuL1WOX5nR2Zkkr6XRFeJlOOlMpjQx2a+eG/or1SUcQgAAEIAABCEAAAhCAAAQgAAEIND4BxGrZYrXxN5kZQiApgVYWq0aqnp9bVkdKSiUFkuA6o2hX09Lm/i7kagJeXAIBCEAAAhCAAAQgAAEIQAACEGgVAohVxGqrxDLrqACBVharB89+qJ7OVEWlqo/cyNWFlbT2jlxZgV2gCwhAAAIQgAAEIAABCEAAAhCAAASagQBiFbHaDHHKHGtEoJXF6uNnpjTQ1VGAZKeuGexUt6T5hUV9sJQc/Ozyqh4cHUregCtjCMzp1DNP6Pl3vbevvUMP3LNVfqGF938zpqdOeO9tv0/7vniV85e53z6jJ57LNNId37pHWwcaDPLsKT3zg+elOx/QPdcHS0cE1uVN+6Z792nnNeG1Bdd07Z0P6E49pyfOjOiBe4Z1YuwpyWtnX+n0r/u073OTeuYHZzXyrXs0/LrFMnPxtTHsvH2RtR/eenzqmS6sfQnMNu56ZcfMzPOLVymKiVmvz87Zc2fdXnyMH9PY068FAUXNJc8+uI3dtZ4dDe/T+zo29pSmcvYvFLOh/QtMyJujv7fmPbPOV4ZyY0LOPKd0676dcqPcfdnXB+M+e43dvz1+3PXmmkwsPadQDJh1v6KhiHsqUX9Tt2bu00R3ZMT+JFlnJEebYQxPZ05RseNP1o+hiGviOCdaJxdBAAIQgAAEIAABCLQEAcQqYrUlAplFVIZAe4vVbu3YPKgRY1XNa3VZb16Y1smEchWxWpkYdARKRsR4wmrYFahR703dsk87ZYTaVEYG5Qi3ykyt7F6M+Dmjm/Ta5FCELL5J99kCzZFArgC1BbEtHv0J2eud8QWqJ5w9FecIQUe4rs32a8RqWOj5AitHGBmp9DvpphNTWcEWKapc+fhaSIg788gntrzF+Ot7YOgVPfHcUJCJ3L59cRzY5whhGSdI4/YhsMER/IPxl73amfNk8AcA7lrD+2fi+TlNDUuvKSsbyxarYXHpsbAldCBW8ojOjMAM7F8BsVqovyLFatT+RLIPrbMssWptfuTnR1R8RcZc2R8TdAABCEAAAhCAAAQg0GQEEKuI1SYLWaZbTQJtLVYHB/XVDd3q9QDPzi/o9MSc3kasVjPkQn27ItWRpdd4bzlCb1T7vqjYrDlHYplEUDtz8XhQXtZwETFD+XLqVk39IJv954qssEA0XUTLrEJitT9KXhqGPg9L+EWJVTNy1Jx8aXXr1BNZGRsrSmMyO4sVqzlCLhgfGQF2h/TcD57XUEymblAeR+9D1KYFZV68XIwWoxHX++v/1pBesTJRKy5WzWIc6Zf9YUNRYnVqRHdMPm/dh7UUq3nukyhBa60zMp6TZqzmE6teBm1UfMVxrv/nDTOAAAQgAAEIQAACEKgVAcQqYrVWscY4TUCgrcXqFYO6b123UwZgdnZWb3f0aXufWzpgZXFBx96b03iePSRjtToB7mSvXednWk5paPtrei2nFICbCag73OzOWFFVnSkm69WSmyar1Jd9cVmQcZ0WFKveY+y2nA7wSCBWczNLLbE2HZa0uY+qO1o46vH2IsSqW7Lgeb0bV1bAF8CmFIAjVqPnkcMxZh+ieWfXHSehnXZ5MkTtfrN7PRj4AUJVxGqMmC8Ub5n3rzuTlfExfWUkfCUzVou+TwrsUcXEalx8xUvnZB8MXAUBCEAAAhCAAAQg0OwEEKuI1WaPYeZfQQKIVSNWVzV+eVlr162RXaJzYmpSR6biYSNWKxiInhx066x6j8jn1F0M1sEM1+NstNqHAXlmySMFSh8UZlhYrHoZpxnZFRI/pYhVO+PVlmyKrgGaX6w+r3BNVvuR9Zz1hepa2vsazFhNJlbj9iFY8dbah8z4oVINEVuVv85vRLatt0c1F6uZWsT2Itz1DVrxmJ3XTAk1VnP7KxzdISGf6D5BrCbhyjUQgAAEIAABCEAAAtUjgFhFrFYvuui56Qi0tVhVr+66rk/rO1Z09vKqNnvZq/4mTs9M6heXEKu1DurgoUtBeeaLH+fwJvtxekeGKVSfs9Yzt8fz6o4GpuAe2LTlvF1TtvAck4jVQMZpQIr6dU6zh1clOTQp9hCpzeciD1fKL1bzC9Co9WWp5CsFkESsxu9D/EFnEeUpCm9TbimHyIO7XPmocg+viswYjc6kTJyxamr0ZrI9R3Um3+FVFctYLeU+QawmCkcuggAEIAABCEAAAhCoGgHEKmK1asFFx81HoL3FqtR/5aDuHu7QOGK1TsEbIYMCNVbPaNQ64MkWq8/pzsxp8XH1Seu0KPdR8VDN11gpnJlktNBLJFatcgCjvwsdUJUgYzVYYzVmT8x6Yh/BL7fG6h/qjsmfB2vtelzs7M4kNVYDIjHPPtxzfVzOaiGxGvcoeHyGqruU7Ps5e+THQEzphBwGBWqP2tK4KLHql1uYGgoeWmbdSMX2l/ceLHSfUGO1bh9hDAwBCEAAAhCAAAQgEE8AsYpY5f6AQIZAO4vV/t4ejQx0aWN/t1Y/WlT3cI+GMmRWNX7pQ70wEx8slAKoxI0UfLw/fKp78JHp7LVOxqqptekfXhV5Insl5ldKHzFiLlRL8qkToUfNYw7MSSZWvbqfv5NuOqGAjLZPq4+qG+o/zu4/ch8tzjyZ+LURnf1JOFPUyzoMnCrvcUtcY9UVq2dHH7BkuekjKGwDp7dHntDusn9++D7t+2KwrmlmJyNkXnCXk4jVp6TwwVmB/cufPXqfnsoeCGYPHhkDEQzCwjFPzdfiRaifRepmWIcze4vvL+4eyn+ffH30rH5cYJ3OvTF5R/ZzIHwQW4L4c5S3KYdgf56YL0bFV2TMlfIZQRsIQAACEIAABCAAgWYmgFhFrDZz/DL3ChNoS7Ha36c71/VqY1cW5srCvF5e6taOwU51Slqa/1i/Gp/XXB7eiNVKBWPoceDA4UVx73kCzSre2TA1VmNlTlC2xT5uH8qkTCxWPQn5Wvjwp1DG6lP+QWCZ7bMFWrxUdCR3n3mM/VhOzVTFHTiVQGxl1ycdG3tKr4XDyuo7R4CF6rE6TX3Bm3AfcqO4kFj1yyvkqR0bJ2+9OY1sf03P5+yDmclNuu9e6amnQxTCDCJqpsbFf7AObHC1ptat80OKSIE5FS9WI2u2Spn+It8PidoC+zPwRenYb8LVeaXgOnM/ByRrnMhyDC4Du85vpFi15KpNrWE+Zyr18Us/EIAABCAAAQhAAAJFE0CsIlaLDhoatC6B9hOrvbpzS582GnvqvZaWlnR+ZkHnFlL61IYBbe5Y1luX5nR8biXvxiNWW/e+YGUQgAAEIAABCEAAAhCAAAQgAIEoAohVxCp3BgQyBNpOrPb16paBTq3xCCwuLmu+t0fX93WqOxUOjLRm5xd1emJOby/lBg1ilRsJAhCAAAQgAAEIQAACEIAABCDQXgQQq4jV9op4VpuXQNuJ1QCNbu3YPKiR7gJBsrKkE+MzOh2Sq4hVbi4IQAACEIAABCAAAQhAAAIQgEB7EUCsIlbbK+JZLWI1jsDaAd0zvEa9CWJkamZSRy4HL0SsJgDHJRCAAAQgAAEIQAACEIAABCAAgRYi0PZitYX2kqVAoCIEurq61NnZqVQq51n4ivQf1Uk6ndZsekIbB7aUPMbKSv4aqI+fmdJAV0fJ/RdqiFgtRIj3IQABCEAAAhCAAAQgAAEIQAACrUWg7cXqMBmrrRXRrKYsAu1dCqAsdEKslseP1hCAAAQgAAEIQAACEIAABCAAgWYjgFhFrDZbzDLfKhJArJYOF7FaOjtaQgACEIAABCAAAQhAAAIQgAAEmpEAYhWx2oxxy5yrRKCVxerBsx+qpzOlahQ4SEtaWElr78iVVdoZuoUABCAAAQhAAAIQgAAEIAABCECg0QggVhGrjRaTzKeOBFpZrB67NKfzc8vqSKmictVI1dW0tLm/Szs39Ndx9xgaAhCAAAQgAAEIQAACEIAABCAAgVoSQKwiVmsZb4zV4ARaWawa9Eaunp1Z0kra6NDKvDpTKY0MdiNVK4OTXiAAAQhAAAIQgAAEIAABCEAAAk1DALGKWG2aYGWi1SfQ6mK1+gQZAQIQgAAEIAABCEAAAhCAAAQgAIF2IYBYRay2S6yzzgQEEKsJIHEJBCAAAQhAAAIQgAAEIAABCEAAAhCQhFhFrHIjQCBDALFKMEAAAhCAAAQgAAEIQAACEIAABCAAgWQEEKuI1WSRwlVtQQCx2hbbzCIhAAEIQAACEIAABCAAAQhAAAIQqAABxCpitQJhRBetQgCx2io7yTogAAEIQAACEIAABCAAAQhAAAIQqDYBxCpitdoxRv9NRACx2kSbxVQhAAEIQAACEIAABCAAAQhAAAIQqCsBxCpita4ByOCNRQCx2lj7wWwgAAEIQAACEIAABCAAAQhAAAIQaFwCiFXEauNGJzOrOQHEas2RMyAEIAABCEAAAhCAAAQgAAEIQAACTUoAsYpYbdLQZdrVINDMYtXMnRcEIAABCEAAAhCAAAQgAAEIQAACEKgVgf7+/rKH6vn/2bvbHzmqO//7n57xeG4dZnzDQmzjGbIbHILxMnspkARDlAeXRSKCoqxESNhHlvgLIvkpf0D+AiQ/2iQEaVFEUIRyRYl+xmyCV4r5GbPELBuPwRgcsD1NPDOe+7lU96eqTnVXd1f3VHe/R0KJp6tPnfM6p9ryp099a3i46TY+W7yi8coeVSqVptqonDx5cqvRd25tbWljY0NOqjxFsNooH8f3sEA3B6s9PC0MDQEEEEAAAQQQQAABBBBAAAEESiiwsrLScq/6N1i9dUEv/fll/cVC+O37ntdjd7dsSwMIdFSAYLWj3JwMAQQQQAABBBBAAAEEEEAAAQS6WIBgtekdq1f0+v85pT9MndDzRw/GlsDC+y/pp1elH/zL0zqyq+DV4Ya58/rGtx5T/KzFnOfK+ef1x7Gf6Ol/miimQVrpKgGC1a6aLjqLAAIIIIAAAggggAACCCCAAALbKECw2mKwKtvOVDf8fFf3tyNY3cbFwql7X4BgtffnmBEigAACCCCAAAIIIIAAAggggEAxAgSrTQerC7rw5k/18mh6x2p8avzjluO/jUoFODtf/6ip++7Xu+95ZQW+st/ZMTrv7Yh13jbyA/3kkSNy95DGdqym3yt9WyfC3az+rlrz1EZb7s7apW/ohE7p1Lz3PoU7VuWNL6vfqTII5nmLWZy00nkBgtXOm3NGBBBAAAEEEEAAAQQQQAABBBDoTgGC1aaDVX/CP3ldz7/nxp/uT7K2qnNrfRBaBrfux0sF+OFnGHgGYWgQVCYC3FSwekp/MMJS93y3/SD21oIWdk14gaz/Y97q7/XjL7E+B69/Y+mnNfr9Dc3/+ZQ+cQNgp/W8IXN3XiT91GuC1X6abcaKAAIIIIAAAggggAACCCCAAAKtCBCsthqsJvS9IDXaZTrv/FmJXa2xUgFekBqVFPBCynf3RHVOg52lbi1XS7BqliNwj71xf7TD1Yk9/QA17KpfF9Z2bCxYzez3d6X/jvexlUXIe8sjQLBanrmgJwgggAACCCCAAAIIIIAAAgggUG4BgtWCg1VvuqOwdOZTP2hNrYOv+A+3al+wKj9Q9UoLePtW3eDXD0ybD1a9h3LFA9tgPOVe8PSutgDBKisEAQQQQAABBBBAAAEEEEAAAQQQyCdAsNpssOqUAPhgKrYzNCJPBKvJnZ+xuWlfsGrbLVtIsHr4fr17cV7fCGu5SnJLIsio75pvAXJUuQR6PVj906cLmru1qo2trcLgBysVzezaqa/faRbdKKx5GkIAAQQQQAABBBBAAAEEEEAAgZIKEKy2Eqy+94m/6zQxu/6Dne6+73l5O1bjD3aK7xRtc7BqnjuoB5u3FICt31elH7jB6styxvfY3d7Yvd2rdxOslvRCz9utXg5WnVD1o8U1DVSkSl6QHMc5Ee3mlnRgfIhwNYcXhyCAAAIIIIAAAggggAACCCDQKwIEq80Gq7bapcaqiG6/9x/stGy8aDxsyiwb4IWURdZYTZzbCVTvnHMftuX077v6Taoea/RwK7m1Xl82+208nCtVt1WUAuiFD4VeDlZ/8debGh6sFBqqBnPuhKsrG1v60Zd298IyYAwIlEjgb3rzhVek7z2nR+4qUbfoCgIIIIAAAggggAACCCDgZAErKy07DA8PN93GZ4tXNF7Zo0qluS1klZMnTzZ8T+/W1pY2Nja0vr6uqRaC1aZHzRsRKKlALwer//6/NzS+Y6CO/KDumhjUkKTllVV9tpZ/ohbXN/Vv/7gn/xs4MkNgSRdf+5lev+K/fPAxPfvEYY1JWnrvNf3sdPCCJOM1XXtTL/z67eBNeuzHT+jweMmQFy/qtZ+/Lj3+rJ64zxlR9PO3sy/olfPx/j7oh4mpcRuHffG+/fp45P/Rcw//g9ma3nzhnCZtBr5T0LbzJufc5ybTfXIbdPs8pxmnLXn9N2YgOufRp6I+NDnOoC+vKGrLGfvbdzwRC1U9qwf11HOPKBy1e86qZs3f+b2z2QYddxxmPmisveSqCvxmqz9LO5r98l1Sfofkgb4AACAASURBVOY6Dtb5pRlv3cfWdeKayGpPvk2O87lrqzpbc/3Y/Q5G11hmP/xr9DHptGXd29ZdrevAtj6iNWq/rkr2CUB3EEAAAQQQQAABBHpQgGCVYLUHlzVDalagv4PVIc3un9C0k6o6P5vruvjJLb2bM1wlWG121cXfFw96/JB191N67oH5KOBzA9Pka1Go5rYRBFPFdKuQVpzQaE4P6u2bk2FYHIZF1qDQDzSNgNgNnhLBY71gLOq8Y3Za1d3S24rCtNzBqi2oNoNX//VWxpka3+KSxsYzQuhUmJsdrGYGx36w7IbaOdtrLVhN9tFYx344Hq5fP5CcSuzWDY3cayI9Zvf1m4/pWff9tc+XN1hN+gVhvxvQ78oOtc3g84qMMNYS6GcH5tF1kFwfwfVju64KuWhpBAEEEEAAAQQQQACBOgIEqwSrXCQIhAJ9HaxOTOg7e4c04mssLq/o/RtLukSw2sErxAuZqg8Zt307O/Y+mPGCVWdTmr971Y1W/d12z06e02k9buwCdW4fz9ix2cHRxE8V9GlW1Z9HffMCqqn47kv3jfYxtBSsBrsnfzypc0bg1nywartNv7VxmuNL7l4Mdtl6/X1MU6fnol25dXas1gtWG2mv2GA1WsfBruN4sJoOTsMwNCNYdXdvvzWZEazGz9dssBpef87aTayn1CXmz83M4/N63dgda667vNdBOli1r7dtu8w5MQIIIIAAAggggEDfCRCsEqz23aJnwNkCfR2sfmFCT+4ecssALC4u6tLAqI6MeqUDNlZXdPbjJV2rsXjYsdqeK8vd/XjI3xWXEazGb4MPbl+3715sTy9ztBqEXU8c1i3j1nt7sJXdXivBanSuXbEAu7lg1QvB5+5NlBBocZzB+JywPBY4Gztjp97xShc8rtPRbewtB6v52ys2WE07Rjuu79GHblmMRNmDoAMZY86zYzWYt1aCVa9MRFWzOYPV2edmNGd84ZEKVlMlCdLXQSpYzVhvOa5IDkEAAQQQQAABBBBAoBABglWC1UIWEo30hgDBqhOsburazXXt2r1T5p3PN6rzOl3NnmeC1SKvAbPOqlEvMk+wWqO+Z5E9bLStWHhphEGy1rhsR7Aa3w1sBmrNBKu2W7KdXrc6zliwGgvaoh28QbD6xH2KAuIat6Pba4RGNXqjoDtfe60Fq+katQcTNXfTpSy8ncFBBeGwZEGTNVbN8xUXrNpr76ZKBRQUvAdfpmStt3jxiEavVo5HAAEEEEAAAQQQQCC/AMEqwWr+1cKRPS/Q18GqRvT4PaPaM7Chyzc3td/fvRpM+q2Fef3uOsFqpy+CWD3JmsFqFMaaD2bqdH/t50sEY+5BXr3Jez6yPTyoDcGqNYTzQmvlfXiV/01D7du2jQCwiXE2FqyOqd5t76mw10JrDees9UkzZtf3y/fwKnvNU3Pnb70awXVLAQTdtO5oje+QLS5YrbFDPNaPKOB3HhoWlGjIu3M7HuhnX1ele3BdOT6I6AUCCCCAAAIIIIBAGwQIVglW27CsaLJbBfo7WJXG7pjQt6YGdI1gdZuWsKWuaI4aq889LG9Hn/nwoW0agfW0xi69YCddEOa5t7Nba6xa6s0GD1pq4uFV6eDKHnCl+p98OJX7lPr56Inw5hsKGGfDwWqwS1YPSuel2ece0T8kBlFzR27GQ5TO1WgvaRm031ywmtjlG9QOvjSjf713Tv9huz2+Tg3VcPg1SgXUDjTj12GWXxiw5y4F4M+N36+po29rftIrJZEd1sevg1iwWmO9OW3ygwACCCCAAAIIIIBAJwQIVglWO7HOOEeXCPRzsDo2Mqzp8R3aNzakzb+vamhqWJPhvG3q2vXP9ceF7ImkFEARizxZb9L484EP9drPo6eDS9HT1N16nDnqMxbRw8bbsAek4U5Lv+bqK+cTdTT9HaaZT4Q3nyCfDGZT4af9QVhBQPiUXgl3DtYMVuXU1HxdyT557ylmnI3UWA3Ds3A3rr0WaaPBqlc71Lm1PaO2aSzQix7g5ezAfOXmY3o2+YC1YH5yBJ2upFMeIghWL83E2nNer11D1ZjBHOezBpqJ9WPz8953Ralb/W0XiKUfQXkGsyyB97va10EUrMbrBIentYStjV+zvAMBBBBAAAEEEEAAgfwCBKsEq/lXC0f2vEBfBqtjozq2e0T7dkTTu7GyrHNrQ5qdGNSgpLXl2/r9tWUt1VgBBKtFXR4Z9SSDwOn0lehEB70Qy6mR+cr55Pm9W+23/ZbgzIcqpXcFJseQrL0ZhmrGjtXwd4nxx8ohZIVNft+mj76tMyk/p+UH/Se+e4G2U9s07ey73//POvjupmXHaGPjNHckJmujBmPKDvqm3NIGth2rWf122jRvSQ9WUfYOSu+IWN/CndJmbeCgJWMdZqyF5LnMUgD2tW3UHXYeHmUZs3v2nOez1aA114+9Rm1yXPYaq3KuUWtZBe86n0/Ul7WdKxW+Ouv/gXnvwVmpsdu/RCjq04l2EEAAAQQQQAABBBBIChCsEqxyVSAQCvRfsDqiYwdHtc9JT/2ftbU1XV1Y0ZWViu7dO679A+v66/UlnV/aqLlSCFa5kBBAAAEEEEAAAQQQQAABBBDoLwGCVYLV/lrxjLamQN8Fq6MjOjo+qJ2+yurqupZHhvXl0UENVZJUW1pcXtX7N5Z0aS3NSLDKxYUAAggggAACCCCAAAIIIIBAfwkQrBKs9teKZ7QEq5kCQ5rdP6HpoTqLZGNNF64t6P1EuEqwysWFAAIIIIAAAggggAACCCCAQH8JEKwSrPbXime0BKtZArvGdXxqp0ZyrJHqwrxO34wfSLCaA45DEEAAAQQQQAABBBBAAAEEEOghAYJVgtUeWs4MpVWBvisF0CqY8X6C1QIxaQoBBBBAAAEEEEAAAQQQQACBLhAgWCVY7YJlShc7JUCw2rw0wWrzdrwTAQQQQAABBBBAAAEEEEAAgW4U6PtgtRsnjT4j0E6BHTt2aHBwUJVK6ulNbTvt1taWFrduaN/4wbad49//94bGdwy0rX2C1bbR0jACCCCAAAIIIIAAAggggAACpRTo+2B1ih2rpVyYdGp7BHp5x+ov/npTw4MVtSMu3pK0srGlH31p9/ZMHGdFAAEEEEAAAQQQQAABBBBAAIGOCxCsEqx2fNFxwvIK9HKw+qdPF/TR4poGKio0XHVC1c0t6cD4kL5+50R5J5eeIYAAAggggAACCCCAAAIIIIBAoQIEqwSrhS4oGutugV4OVp2ZccLVuVur2thy4tBifgYrFc3s2kmoWgwnrSCAAAIIIIAAAggggAACCCDQNQIEqwSrXbNY6Wj7BXo9WG2/IGdAAAEEEEAAAQQQQAABBBBAAIF+ESBYJVjtl7XOOHMIEKzmQOIQBBBAAAEEEEAAAQQQQAABBBBAwHneyspKyw7Dw8NNt/HZ4hWNV/Y0/QDyysmTJxu+p9d5AvnGxobW19fFw6uanjve2IMCBKs9OKkMCQEEEEAAAQQQQAABBBBAAAEE2iJAsMqO1bYsLBrtTgGC1e6cN3qNAAIIIIAAAggggAACCCCAAAKdFyBYJVjt/KrjjKUVIFgt7dTQMQQQQAABBBBAAAEEEEAAAQQQKJkAwSrBasmWJN3ZTgGC1e3U59wIIIAAAggggAACCCCAAAIIINBNAgSrBKvdtF7pa5sFCFbbDEzzCCCAAAIIIIAAAggggAACCCDQMwIEqwSrPbOYGUjrAgSrrRvSAgIIIIAAAggggAACCCCAAAII9IcAwSrBan+sdEaZS6Cbg1Wn7/wggAACCCCAAAIIIIAAAggggAACnRIYGxtr+VTDw8NNt/HZ4hWNV/aoUqk01Ubl5MmTW42+c2trSxsbG1pfX9cUwWqjfBzfwwLdHKw61zQ/CCCAAAIIIIAAAggggAACCCCAQKcEnGyx1R+C1VYFeT8CJREgWC3JRNANBBBAAAEEEEAAAQQQQAABBBAovQDBKjtWS79I6WDnBAhWO2fNmRBAAAEEEEAAAQQQQAABBBBAoLsFCFabDlav6PX/c0p/qDH/377veT12d3cvEHrfXwIEq/0134wWAQQQQAABBBBAAAEEEEAAAQSaFyBYbTFYVTeHp5+8ruffk0586zEdbH4N8c4eEiBY7aHJZCgIIIAAAggggAACCCCAAAIIINBWAYJVglWC1bZeYt3VOMFqd80XvUUAAQQQQAABBBBAAAEEEEAAge0TIFjtQLB65fzz+uPYCd1/45ReXvYmOywTcOuCXvrzy/pLuAa+oh/8y9M6ssv5hVduwNwVu/D+S/rpjfv1k0eOaCL1XrflKCh1X5/XN+6TTr3nFy0Y+YH3Xne3alDIwDvn5CWjn/qBfvJV6TexviXaj7UhKWh7+9YzZ25RgGC1RUDejgACCCCAAAIIIIAAAggggAACfSNAsNpisJpZY9UIGZ1g9dS8EZi6geQn+sG/fEPzfz6lP0yd0PNHvZvx3eD06t1+OForWJ3UOafGq/FeaUEX3vypXnZCUTN4DY/xXx/1z5coBRDvp19DNqt9P3S9OyyF4B3/yf6f6Ol/muibC6jXBkqw2mszyngQQAABBBBAAAEEEEAAAQQQQKBdAgSrLQareWqsuoGlovBU7k7Sd3W/H6zG2gh2mbp1T+sHq8nzp3e0OucJdsBKsb7YgtWwn+lzh8Gvu2PWC3bzjL9di5d2ixfo9WD17PUlXV5Y08bWVmF4g5WKpieG9PDescLapCEEEEAAAQQQQAABBBBAAAEEECi/AMFq2YLV2JqpH6xad8wGu2XDALcdweoROftSvV2uQaeNMgTlX/v00CLQy8GqE6peXVrXQEWqFDj7TkS7uSXtH9tBuFqgK00hgAACCCCAAAIIIIAAAgggUHYBgtWyBast7liNLbh2BquH5vXTD6a8kgP+SWO7Zcu+8umfVaCXg9WXLn+u4cFKoaFqgOiEqysbW3p6+g5WFgIIdFTgU5099ar03RN6+K6OnpiTIYAAAggggAACCCCAAAIiWC1BsFqvxmpUt9Sve+ruSM2usfruHr/OaQHBamYNVydYdevEJnbD3vbru3JxdaVALwerv5iranzHQJ15GdRdE4MakrS8sqrP1vJP4+L6pn40M5n/DRyZIbCk9377ot74yH/5wKN65vh98goteCHaO8E7jzypE1+7U1LiPc7rsfeVBHvxPf32l29Ix57R8S97I1r6n9/qxTPBYKN+PmAEhZ/+1ym9euGAHv3hcd03Hh0TvDd1rJ7UM5Nv6cUzSrzH8XtLk0Y7btvyHL3zxK0OBH29dlanfhPKxw86fFQHLp5XahRZc2BxCBq09cE2Pm/ePb8LXzgeC1W9Nh7QkycelneUJPecVT1k/s5/yXZOyfD2+5ueJfs6c9p7azKa49Tqs1iaY7SuZ0nxY6JWa81b1vpyL5Fjz+iYzljXXzjvwRqdmzauQ9P0sqZ/eFxT/x2tI/dKtaylWvOYPj4xf7b1l7G+ip7PhubD72dyrPb1kL4ew8+E6kPuNZnn86Ekn250AwEEEEAAAQQQ6FsBgtUWg9XMh1dJ+rb/YKfsGqtP64iceqsv6y/hEjQecuX8zg1Hg9e/rRP3SaeCnaKx17wGvmI+PKpesBq+3zvn5CVbLVizb84Zotv942UA4q/17RXV5QPv72B1SLP7JzTtpKrOz+a6Ln5yS+/mDFcJVotZ/G6Q4IcKYaAxFQV/UUDhhaxVN/iT3vutkyLGg8dielRcK07gM6cH9M78ZBhSxcfrn8sPZ4JwKwiKzLDLDHuyg9WPEgFzdrDqBbGT8TDSD7KTu0HdPptBmzW09MNuf+5MRZtDFMbZAlEvvHNCZTMIdkOoxSWNjcfrG4fBWhi81w9Wk8FXLLTelR3K2lZHzWDVErwp8Tu3//PmFwpB/yOH4LxeP7Pn7cjfzesp3Vvr+vOD5Mkg3Hf/nHFufx0spAL6/PNoC8Jjv0v2xx9Gci0Eo7P5tzqf+ebDWfNnVJ2S3pEXjAbruqVgNfw8tH8+FPcJRUsIIIAAAggggAACzQgQrDYdrDbDzXsQKLdAXwerExP6zt4hjfhTtLi8ovdvLOkSwWoHF60XxlWPGrd1O6HThzM68TWldls6YckZHdPxLy/o7Kk5zVh2I3aw83VOFYSaD6n6y2jXqDXYclpyw7aqu+PU2Q34lh6Q5id1LNi964RNb1Q16ezfNbyCsMkNSqvTenT+DcOzTrCaDHD8ncCx+bDtYMzYDWofWw2HVEDoxlKxea+1wzYImL1g7VFNnrkc7c6ts2PVFnyFoeUPJ/VWxm7XhoLVjIDQbSM536kdr/V3N0Z9ia6jpoJVy7ynw8r4tRpbdw3Moz3Q90YSBsyPSmcs/lnXTlawXex8WuYjWGOJ9ZIdtNef0zyfD+Yu9vJ83tETBBBAAAEEEECgfwQIVglW+2e1M9K6An0drH5hQk/uHnLLACwuLurSwKiOjHqlAzZWV3T24yVdqyHIjtW6y6upA9zdjffY6md6u8PcXarybrGPbtVO3zbf1MmLfJMTnJ33dqo6u/uCIC8zODECRTdYnXxS03Nzmjru397uBs6TieA02tHpBasP6cQ9c+F5xxIhZRheOaUAvjrvGZq7PDPG38iO1csziVviG3aIdyIzwDN2VXpe/m3uQVjcRLAalg8oNFi1lyOIBci3vLIL8R3KGZMRlCnImLfs9eW1l71jNbFD1Zg3d39wwjMe6Ee7NbMuoVzHh+c8qCtueZDELtiMxjODzIzgs+5lnthBnnV8ZDkR+4KoLcGq5VquOw4OQAABBBBAAAEEEGiLAMEqwWpbFhaNdqcAwaoTrG7q2s117dq9U0Y5S92ozut0NXteCVaLXPNmzdRkmGLUWQ1qLCZCnlTwV2TXmmwrFq4YIZVipQ/MxqPdbEFQ+FD1xTBk9gLnZzR5Pr7D1xZYRed2dvZm11h1z56oZWmr62kPVs1g2xuHLRhs3CEOnh3Ipb28EhG+T43b+fMFcenxOT2z+dRtz7qzOr17MV5fs86XBRnzll1j1buuJqw1fm3nivcvGcjmCkqNqcx1fDLMzayxnF4j1lvvY8Fq/vkMWq89H/EdvKYPwWqTH5q8DQEEEEAAAQQQ6BIBglWC1S5ZqnSzEwJ9HaxqRI/fM6o9Axu6fHNT+/3dq4H7rYV5/e46wWon1mEsXjRqN8bP7QUZqR2R7kH2W2w73ffofImHbnmxo3ub/8GrWTUwLUHhFy4YZRGc0gdHNJ8onWANrMLgeUZz9YLVGJKlNEPuUgC2+WnGoZVgdcwLip2dwhm3k7urJethU03ucKzbXs5gNTHyVCievZ5bLAWQUVM1GpcRWN/l9SJXUGp0ONfxqWA18QmQ8aVEXf8GdyDbnROfMdYHnHnhtTIfZtZCKYDSfcZt36crZ0YAAQQQQAABBLZbgGCVYHW71yDnL5FAfwer0tgdE/rW1ICuEaxu06q0BA1BjVX3VvX4bdRRjdX4w4tKF6xaAqIg/HGfyp6qbZpVc9OvJftd6VW37mz8luNaAZe3g25SD1yoRnVHw0Ds/9Wj8/9fvLatvwJsIVW+UgCWwLKeg7U2Z41anjE3245Vb124Y3Bq1F6QHrKEmp2pyRncPv+GwodCmVdZWGM1XoM3OsQWctuDbzMszlxffsO16+AmHgZXI6SuX2O10ZqsUY3V789c1q+yrhG/vIb5CVDsfGZ9SZO9Q9WjjV6f+TAq/RH/YG0hWDVq8lJjdZv+uuK0CCCAAAIIIICAL0CwSrDKxYBAKNDPwerYyLCmx3do39iQNv++qqGpYU2GMpu6dv1z/XEhe7FQCqCICym5y9H8sxMqvqroCfXe7kfnz+4Deoyn1JerFEBG+OWHVNbQKFHT0QyK3ADrQnALerrt2rfKv6p3/J2yQRjjHe8Fq+ndv55x9Vi8TmpzwWpth6D27KsXbE+Tj8LIzADPUmP1+Jf9uC3cTWiv0ZkZHp/5yLvVv0YZAduqz771Oyq1ECsh4M+397toXT/s7wZ1z2F98FXWru1o3goNVt2w0HvqfXXSeWhcFGcG83Lia3d6u1dzzmPW8WYbbrkC4/oOzN1j5h916xbXC1aD2/gbn88881E7IH1Sr4Y1ldPBavL68sugTD0px8YafOes+VrEJzJtIIAAAggggAACCNQXIFglWK2/SjiibwT6MlgdG9Wx3SPatyOa5o2VZZ1bG9LsxKAGJa0t39bvry1rqcZKIFgt6jJJ3C5uPpQncbutWcMzCBy9XuR7yE1RPa7ZTuZDk7wwZvxr0tn/ih67FbRlBm+puqS/kXuL8Z0ZT29/VU8qfHjV1+6MumfZ5RYFYnJD1HeSg7E8FClvsBo+hd3pax2HyR96uyPj8+h1JjXPzsO2wgAv6nBglh2UTvpuiXjLD6vjvzXqjFpv8/aPDur8Gm+2jSG2LhP1UN0V64aqfiMZ57M/zMpWXkGSP2/ZNVY9V3vwGg/3TBevPbllLMydkmaw6hzfyDzaj49fw3bT7KDc+fKhqPkMQu3kVRrOR1bJAn/NTx95R2+k+uN/TrllCRL1Xo01lTV/ttq+Hfk84yQIIIAAAggggAACKQGCVYJVLgsEQoH+C1ZHdOzgqPY56an/s7a2pqsLK7qyUtG9e8e1f2Bdf72+pPNLGzVXCsEqFxICCCCAAAIIIIAAAggggAAC/SVAsEqw2l8rntHWFOi7YHV0REfHB7XTV1ldXdfyyLC+PDqooUqSakuLy6t6/8aSLq2lGQlWubgQQAABBBBAAAEEEEAAAQQQ6C8BglWC1f5a8YyWYDVTYEiz+yc0PVRnkWys6cK1Bb2fCFcJVrm4EEAAAQQQQAABBBBAAAEEEOgvAYJVgtX+WvGMlmA1S2DXuI5P7dRIjjVSXZjX6ZvxAwlWc8BxCAIIIIAAAggggAACCCCAAAI9JECwSrDaQ8uZobQq0HelAFoFM95PsFogJk0hgAACCCCAAAIIIIAAAggg0AUCBKsEq12wTOlipwQIVpuXJlht3o53IoAAAggggAACCCCAAAIIINCNAgSrBKvduG7pc5sECFabhyVYbd6OdyKAAAIIIIAAAggggAACCCDQjQIEqwSr3bhu6XObBHo5WH3p8ucaHqyo0ga7LUkrG1t6evqONrROkwgggAACCCCAAAIIIIAAAgggUEaBvg9Wyzgp9AmB7RTYsWOHBgcHVam0I4K0j2xra0uLWze0b/xg00Pf2Nio+d6z15d0dWldAxUVGq46oermlrR/bIce3jvWdP95IwIIIIAAAggggAACCCCAAAIIdJdA3werU+xY7a4VS2/bKtDLO1YdOCdcvbywpo0tJw4t5mewUtH0xBChajGctIIAAggggAACCCCAAAIIIIBA1wgQrBKsds1ipaPtF+j1YLX9gpwBAQQQQAABBBBAAAEEEEAAAQT6RYBglWC1X9Y648whQLCaA4lDEEAAAQQQQAABBBBAAAEEEEAAAUkEqwSrXAgIhAIEqywGBBBAAAEEEEAAAQQQQAABBBBAIJ8AwSrBar6VwlF9IUCw2hfTzCARQAABBBBAAAEEEEAAAQQQQKAAAYJVgtUClhFN9IoAwWqvzCTjQAABBBBAAAEEEEAAAQQQQACBdgsQrBKstnuN0X4XCRCsdtFk0VUEEEAAAQQQQAABBBBAAAEEENhWAYJVgtVtXYCcvFwCBKvlmg96gwACCCCAAAIIIIAAAggggAAC5RUgWCVYLe/qpGcdFyBY7Tg5J0QAAQQQQAABBBBAAAEEEEAAgS4VIFglWO3SpUu32yHQzcGq03d+EEAAAQQQQAABBBBAAAEEEEAAgU4JjI2NtXyq4eHhptv4bPGKxit7VKlUmmqjcvLkya1G37m1taWNjQ05qfIUwWqjfBzfwwLdHKz28LQwNAQQQAABBBBAAAEEEEAAAQQQKKHAyspKy70iWG2ZkAYQKIcAwWo55oFeIIAAAggggAACCCCAAAIIIIBA+QUIVtmxWv5VSg87JkCw2jFqToQAAggggAACCCCAAAIIIIAAAl0uQLBKsNrlS5juFylAsFqkJm0hgAACCCCAAAIIIIAAAggggEAvCxCsEqz28vpmbA0KEKw2CMbhCCCAAAIIIIAAAggggAACCCDQtwIEq00Hqwu68OZP9fJy9tr59n3P67G7vdcX3n9JP70q/eBfntaRXWVeb1f0+v/5o6by9PPWBb3053d1f55jixiye755feNbj+lgEe3RRkqAYJVFgQACCCCAAAIIIIAAAggggAACCOQTIFhtOliNA3vB6d06YQv92hIINhCA5lsL/lENtEuw2pBsNxxMsNoNs0QfEUAAAQQQQAABBBBAAAEEEECgDAIEqx0JVhe0sGtCE2WY8bp9IFitS9TDBxCs9vDkMjQEEEAAAQQQQAABBBBAAAEEEChUgGC1zcHqlfPP69R8fM6+sv8nevqfnJg1XU4gek1y3vvHsRO6/8apsORAVF7ADEBrtWMvWWCWKYj3rna70rejXbn+jlWN/EV/CUoijPxAP3nkiBsi1x67Xx5h6Rs6oVM6Ne+0O6tqqrxC8nyUAij0EyDRWK8Hq3/6dEFzt1a1sbVVGONgpaKZXTv19Tu746uTwgZOQwgggAACCCCAAAIIIIAAAgj0uQDBahuDVWtd1U9e1/Pv/UFOsDnzqRO6JoPDl3W3X5vVCya/EtVldd/7if/nKACdvJTdTuocdeu9xoPVhVsTmjBqwrpjWvqGnj96UHKD1Zf1l6kT3p/lvPeU/jB1Qj8Z+2O6pqwxdqf2rOfzF9fCq0W7oPrnI1ht52dWLwerTqj60eKaBipSpUBEJ6Ld3JIOjA8RrhboSlMIIIAAAggggAACCCCAAAIIlF2AYLXdweqN+8MdnN5i8MJHBcGqglDSCxadB2LNH/KCRjdYNV+P1TRNBKsZ7bjBauw1+YFo1kOnLKUA/EA0XMzBrlRLjdWgz26wWmPsYbCaadF1LQAAIABJREFUOkZSzfMRrLbzQ6WXg9Vf/PWmhgcrhYaqwVw44erKxpZ+9KXd7Zwe2kYAAQQQQAABBBBAAAEEEEAAgRIJEKy2O1i9+hfrdIc7VpOhp3F088Fq1EiqDeelmg+dMoLVBW93rcIdqf4u0yAMLTpYDQLVmucjWG3n50cvB6v//r83NL5joA7foO6aGNSQpOWVVX22ll97cX1T//aPe/K/gSMzBJZ08bWf6fUr/ssHH9OzTxzWmKSl917Tz04HL0gKX0u8x3mr8b7SUC9e1Gs/f116/Fk9cZ8zIn9M1Vk99/A/pLqZGq9xxEGjDVnatY752pt64ddvx1568HvP6ZG7vF/97ewLeuW8Xcs5buYD++thG34/jBmKGnPm4zHpdGL8wXnPTUYmWX1J9VVPxd3yOpRmQdARBBBAAAEEEEAAAQQQ6HYBgtV2B6u2HZn+qkmHnuXasTpz7aXUrlP39v02Bauxtn2j9PkIVtv5odPfweqQZvdPaNpJVZ2fzXVd/OSW3s0ZrhKsFrMy3TAxDBr9wHT3U3rugXm99vM5zfz4CR0ed85lvPbwLl187bT0WPBaMX0puhUnuJzTg3r75mQ8LM4IVs3zu6FnMkj0D7C1m+q7H6qa4aT0N735wiua90Nap51kwJnsQ+p1t915PebMi5zguKrZ5x5ROiaWggD4ig56x7vz6AW6ZrtewPugnjLbcUPTaP5tHrkcip5U2kMAAQQQQAABBBBAAIG+FiBYbXewelVRjVRnqbm7MuU+AEpuDdU6NVbzlgLIaKeVGqtusGr2P6ipGisF8LIUPoyriRqrRvCcqklrPR/Bajs/sfo6WJ2Y0Hf2DmnEB15cXtH7N5Z0iWC1nUsu0bYXllYfinZRygnuPpjxglVns6e/e9WNVsMQVnrzhTnNZAV6HRxB9qmcEPOcJn88q+rPnf/1gsV4kFzj3ZnBqr3dWEv+Ts4pY3dq+Lr7mheGqplg1Q1n/fHkClarmnl8Xq8bYbIZrHq7dKfioaoXv0bnGfd318aC5hwOpVgHdAIBBBBAAAEEEEAAAQR6SYBgtY3BqrNQvAdQmUvGCFL9mqovL0evfyUMKfPXWD2yy9vpam8n/ZpztuiBUcnlHK+xGuu/E6h+VfpN8MCqe6t66c/zunvqD/pDMMYgdLWOXTLHZ9uhmud83/jWY3IelcVP8QJ9Hax+YUJP7h5yywAsLi7q0sCojox6pQM2Vld09uMlXatBzo7V4tejG6c5uzwPPadHdl3MDlbd3ayvK7oFPb4jsj09a7BVJyB+y9upessIMFsOVjPajfXOCE+tO0n9g5vfsSovCK13nvD1Gc0FYawfkgY7Vpv2yOPQ4JRxOAIIIIAAAggggAACCCBQT4BgtaBgtR40ryPQDQIEq06wuqlrN9e1a/dO+Xcqu1N3ozqv09XsWSRYLXKFmzVT/VvCnVAua8eqG6xGt6C74dylmfB2+yJ71mxbsdDSCAEVK32Q3XpWKYCsdr0Krv6PJfBM1m+tVUM1qFfrBMLpGqzGLfs1aqy6JQiccDyYp4KD5lwOzU4e70MAAQQQQAABBBBAAAEEMgQIVglWuTgQCAX6OljViB6/Z1R7BjZ0+eam9vu7VwOcWwvz+t11gtVOXy5hoFizFEByH2b8tvFO9zl9Pq+WafyxUd6u2ns+MmvKNhqsZrcb1C91W6y5kzQqv+A8nKq5GquN7lh1arDaz9vcjtWcDtu/EOgBAggggAACCCCAAAII9JgAwSrBao8taYbTikB/B6vS2B0T+tbUgK4RrLayjFp4ryUQzVVjteTBqrE7M9hJGuywfFynjYd1NRis1mj3ifuMPau1aqz6D7DS955TU8GqGdrmLgXgP9zKP37q6Nuan3xWTp+za6zG6+/GdvDmdWhhZfJWBBBAAAEEEEAAAQQQQMAmQLBKsMqVgUAo0M/B6tjIsKbHd2jf2JA2/76qoalhTYYym7p2/XP9cSF7sVAKoIgLyQvP5u71Qjb5uxrdPx/4MPZU+OC113c/pWcnz8Vu/S9XKQDLA7kcKj8M/Nd75/QfxoOcshTTpQBqt+vUco2VA3DO9+u35d6Sf1dwlminZ1AKoOEdq60Eq34NXae8wMHHgzn3H0x13igx4HQ3EQ5HHrvSDzwzfFMORSxT2kAAAQQQQAABBBBAAAEEfAGCVYJVLgYE+jtYHRvVsd0j2rcjWggbK8s6tzak2YlBDUpaW76t319b1lKNtUKwWtSFlLit++hTeu5hb0dqsi5oUPvTCRDdoO180IdEKFdU15ppJ3MXp7c7d+wR6c03o8duRaeIP4ArFazWaXfyx08oVg4gCBt/nShI8Pizmq3+zH1AmLNjNV1D1etRdvDqzde8E4y64bf5EDED7OBjevYx6bRRC9d71Xi/scs2Pp/ekanwVU/puUR93eiMZSsH0czi4T0IIIAAAggggAACCCBQdgGCVYLVsq9R+tdBgf7bsTqiYwdHtc9JT/2ftbU1XV1Y0ZWViu7dO679A+v66/UlnV/aqDkTBKsdXKicCgEEEEAAAQQQQAABBBBAAIESCBCsEqyWYBnShbII9F2wOjqio+OD2ulPwOrqupZHhvXl0UENVZKzsqXF5VW9f2NJl9bSM0awWpZVTD8QQAABBBBAAAEEEEAAAQQQ6IwAwSrBamdWGmfpCoG+C1ZjszKk2f0Tmh6qM1Uba7pwbUHvJ8JVgtWuWOJ0EgEEEEAAAQQQQAABBBBAAIHCBAhWCVYLW0w01P0CfR2s7hrX8amdGskxjdWFeZ2+GT+QYDUHHIcggAACCCCAAAIIIIAAAggg0EMCBKsEqz20nBlKqwJ9Hay2iEew2iIgb0cAAQQQQAABBBBAAAEEEECgywQIVglWu2zJ0t12ChCsNq9LsNq8He9EAAEEEEAAAQQQQAABBBBAoBsFCFYJVrtx3dLnNgkQrDYPS7DavB3vRAABBBBAAAEEEEAAAQQQQKAbBfo+WJ2cnFSlknr8dzfOJX1GoCWBra0tVatV7dixQ4ODgx29LpxzL27d0L7xgy2Nodabf/HXmxoerKgdV/uWpJWNLf3oS7vb1n8aRgABBBBAAAEEEEAAAQQQQACBcgn0dbDqhDnDw8Puf/wg0O8CzoeB85/zRUMvBqt/+nRBHy2uaaCiQsNVJ1Td3JIOjA/p63dO9PsyYvwIIIAAAggggAACCCCAAAII9I1A3warm5ubGhgYcIOksbEx7dy5s6M79PpmhTHQ0gs4XzCsrq5qaWnJ/ZIhuDY6uZO7EztWnYlwwtW5W6va2HLi0GJ+BisVzezaSahaDCetIIAAAggggAACCCCAAAIIINA1An0ZrDqzE4RHTqCzvr6ujY2Nrpk0OopA0QLODlWnBIATpgbXRtHnqNVep4LVTo6JcyGAAAIIIIAAAggggAACCCCAQG8L9G2w6gQ55n+9Pc2MDoH6Ak6oav5X/x3FHUGwWpwlLSGAAAIIIIAAAggggAACCCCAQGcE+jZYDXidQIcfBBDwBDp5+79pTrDKCkQAAQQQQAABBBBAAAEEEEAAgW4T6PtgtdsmjP4i0IsCBKu9OKuMCQEEEEAAAQQQQAABBBBAAIHeFiBY7e35ZXQIdIUAwWpXTBOdRAABBBBAAAEEEEAAAQQQQAABQ4BgleWAAALbLkCwuu1TQAcQQAABBBBAAAEEEEAAAQQQQKBBAYLVBsE4HAEEihcgWC3elBYRQAABBBBAAAEEEEAAAQQQQKC9AgSr7fWldQQQyCFAsJoDiUMQQAABBBBAAAEEEEAAAQQQQKBUAgSrpZoOOoNAfwoUEazOz8/3Jx6jRgABBBBAAAEEEEAAAQQQQACBbREYGxtr+bzDw8NNt/HZ4hWNV/aoUqk01Ubl5MmTW029kzchgEBpBIoIVjc2NkozHjqCAAIIIIAAAggggAACCCCAAAK9L7C+vt7yIAlWWyakAQT6W4Bgtb/nn9EjgAACCCCAAAIIIIAAAggg0I0CBKvdOGv0GYEeEyBY7bEJZTgIIIAAAggggAACCCCAAAII9IEAwWofTDJDRKDsAgSrZZ8h+ocAAggggAACCCCAAAIIIIAAAkkBglXWBAIIbLsAweq2TwEdQAABBBBAAAEEEEAAAQQQQACBBgUIVhsE43AEEChegGC1eFNaRAABBBBAAAEEEEAAAQQQQACB9goQrLbXl9YRQCCHAMFqDiQOQQABBBBAAAEEEEAAAQQQQACBUgkQrJZqOugMAv0pQLDan/POqBFAAAEEEEAAAQQQQAABBBDoZgGC1W6ePfqOQI8IdCpYPXt9SZcX1rSxtVWY3GCloumJIT28d6ywNmkIAQQQQAABBBBAAAEEEEAAAQTKL0CwWv45oocI9LxAJ4JVJ1S9urSugYpUKVDUiWg3t6T9YzsIVwt0pSkEEEAAAQQQQAABBBBAAAEEyi5AsFr2GaJ/CPSBQCeC1Zcuf67hwUqhoWowNU64urKxpaen7+iD2WKICCCAAAIIIIAAAggggAACCCDgCBCssg4QQGDbBToRrP5irqrxHQN1xjqouyYGNSRpeWVVn63lp1lc39SPZibzv4EjMwSW9N5vX9QbH/kvH3hUzxy/T26hhcX39NtfvqHwpWPP6PiXEyUY3GOqeujEw7qzbMZ+/2X0e+l/fqsXzwQjijp8IDW2hItzqGHjtlN9SCe+Zo76U5099ZYmf3hc9417bX/6X6f0qp7UiXvmdOo379iFDh/VgYvnQ+fYQeZ8XDubbuPIk14fbK8FDbntb6TmyOnbW5PenOZ38Rv1z/fAd0/o4bvSw8pqzzzetblgJ7G1azs+OW/pYx7Qk8HaTKxnY/b16A+P6+BV+9pwp/7oYX10Y290bQRze8FoX/IcY+vCX0fKvq7CfiTXl2Wdun2xXYdlu/boDwIIIIAAAggggAACbRIgWG0TLM0igEB+gXIEq0Oa3T+haSdVdX4213Xxk1t6N2e4SrCaf75rHRkPgvwQaMoJ66Szp15VNQhx3FDqsqaN0FAKwsd4uFRMz1pvxQnZ5vSA3pmfDAMxayDqB26TYUhoCcOCsfoBmRoNVo0A1u3D3HQiwK4TTluDTK+fl2figXfe9lPBajIoTrkEc+Kc94yqU9I7SobL3jFWZ38MQTBonr/ebHtB7WQUkrpvcILsVyV/3rxQNb4WY79r4EuAMBAP5i21/r0QvXpAmn40CNIt8+GM+UPpgQvVKHC39sO89u60+9VD4nUEEEAAAQQQQAABBPpAgGC1DyaZISJQdoFSBKsTE/rO3iGN+FiLyyt6/8aSLhGsdnD5eGFO9aix69ANgmZ04msTbnimMDRK78Z0wq4zmtbkmapmSrdjNejvQ6r+MtpFat9pGndwQ7V5Y4dhOCNR+PXM5FuN7VhtJVjNDDi9HbHBrtMw9swZ3NYNVv0wObY+nJMEweAPJ/VWxm5lu7P8nbVVd4fo1H+n+561+OvN25G/24JXr7VwPh+VzuTcXZ0KVpMWjsEb0kMzl/WWjvk7ue07lp35eaj6YjRPGQGvOcZMvw5+OnAqBBBAAAEEEEAAAQTKKECwWsZZoU8I9JlAKYLVL0zoyd1DbhmAxcVFXRoY1ZFRr3TAxuqKzn68pGs15oUdq+1ZtO4uz3u8oNULTv3QyAlcz0c7P73dgnOaOTGjOfd/S1YKwOjvQvKWd+vOzGg3bq2dlEHg1flgNX+5hWJ3rCZ3KZu7UZ3wPRHM+8syOxiMwsdGgtWwLEVQ+iCx/GsGkcFaaClYjYfY4bXxhQvRdZEKTI2g9ZZx/dTYsRrsPiZYbc/nG60igAACCCCAAAIIdL8AwWr3zyEjQKDrBcoVrG7q2s117dq9U35ZStf3RnVep6vZ1ASrRS5Ds56ocSt1sm6nEWpFAWwQsJYrWI2Fo0bI6t7Cn6pdecDdQWnWRU3uAg202xesRrVszZl1a43uaqyObdPBah0Xr1/x3b1ZAWDeYNVaY9WsK5tc5ok1GdRizR+spp1tNUvTO1b93bbulwsHdSUMlKP1P5EsDxH7MsIIWRWvXRwM0exHVo1aqZxlN4r8NKItBBBAAAEEEEAAAQRqCRCssj4QQGDbBUoRrGpEj98zqj0DG7p8c1P7/d2rAc6thXn97jrBaqcXSxgofXXefXBVVHfUqGepoFyA8+CmMgarXl/jj4rywlP3AUXsWHWXVd1SALa6utYHQKXDvrzBalaAnW/dRyGvWwog9TAxv5WCdqyGJRASu7SDLxlmPoyXNsh82Nb+K5YHvsXrs7JjNd8K4CgEEEAAAQQQQACB/hMgWO2/OWfECJROoBzBqjR2x4S+NTWgawSr27RG0jUh3afLOzVWnWD1DenY8fs05vcuCOKcepG2nYZZT4jv+OBSZQuiEPGYztStjWqrsfrptU91513eA72chyXZgzx7jc1X5TwMzAmhvZ+8O0rDN9SosWoL4PK2XzdYdUPzqD5t2HfLU++TdViLrbFqqQWcWJPuvKYebuUdVEyNVXf0Xt3hmUm9UXXqEPtz6l4zk3p0/nLNmsTuteXseM0oSVB/Pjp+JXFCBBBAAAEEEEAAAQRKJ0CwWropoUMI9J9AGYLVsZFhTY/v0L6xIW3+fVVDU8OaDKdiU9euf64/LmTPDaUAili3yaeYG392d9WZ9TXtT6Av347VjBDOD7W+P3NZv0rtbEwGiH5pBPkPsFp8T2ffuKx3PvpI8m9T90oKJJ5S796m7j2YySwr0HKw6ky1fwt8PLyOP0m+dnBr7j5240Y3JK4ee8Z98JI9CE26WIL4IChOmFrb88cQ3PJeq5ZtfHXXWnvRGLwdovHds7HfZTw0ynYlWUsBBCHtBSlWPiDcxRudu6bn96Z1+dfpmrkEq0V8ptEGAggggAACCCCAQK8LEKz2+gwzPgS6QGBbg9WxUR3bPaJ9OyKojZVlnVsb0uzEoAYlrS3f1u+vLWuphiXBalELLXHbvFFHNVXn0frgoJKVAsgMz7xQcPxr0tnbD8V2kAZ1Q9+YMneWmnVnPesDRx6QLrwj+WGk7Vbv5K5dW0Bn31Fqr7EaBLnuruFkzVu3U374ayyHVPtZ703OdSpwTgS3lp3A7mkt5lk1Qk0fm18wjPTuZ1t5B0mJNZlu0whaCwhWvTmIh+fp9VNnh+3ow9J/LeqhxAPfPDMvrHfrtaZq3vrr0F9/RX0C0A4CCCCAAAIIIIAAAt0kQLDaTbNFXxHoUYHtC1ZHdOzgqPY56an/s7a2pqsLK7qyUtG9e8e1f2Bdf72+pPNLGzX1CVZ7dHEyLAQQQAABBBBAAAEEEEAAAQQyBAhWWRoIILDtAtsWrI6O6Oj4oHb6Aqur61oeGdaXRwc1VEmybGlxeVXv31jSpbU0GcHqti8jOoAAAggggAACCCCAAAIIIIBARwUIVjvKzckQQMAmsG3BaqwzQ5rdP6HpoTpztLGmC9cW9H4iXCVYZW0jgAACCCCAAAIIIIAAAggg0F8CBKv9Nd+MFoFSCpQiWN01ruNTOzWSQ6i6MK/TN+MHEqzmgOMQBBBAAAEEEEAAAQQQQAABBHpIgGC1hyaToSDQrQKlCFZbxCNYbRGQtyOAAAIIIIAAAggggAACCCDQZQIEq102YXQXgV4UIFjtxVllTAgggAACCCCAAAIIIIAAAgj0tgDBam/PL6NDoCsECFa7YproJAIIIIAAAggggAACCCCAAAIIGAIEqywHBBDYdoFOBKsvXf5cw4MVVdow2i1JKxtbenr6jja0TpMIIIAAAggggAACCCCAAAIIIFBGAYLVMs4KfUKgzwQ6Eayevb6kq0vrGqio0HDVCVU3t6T9Yzv08N6xPps5hosAAggggAACCCCAAAIIIIBA/woQrPbv3DNyBEoj0Ilg1RmsE65eXljTxpYThxbzM1ipaHpiiFC1GE5aQQABBBBAAAEEEEAAAQQQQKBrBAhWu2aq6CgCvSvQqWC1dwUZGQIIIIAAAggggAACCCCAAAIIdFqAYLXT4pwPAQRSAgSrLAoEEEAAAQQQQAABBBBAAAEEEOg2AYLVbpsx+otADwoQrPbgpDIkBBBAAAEEEEAAAQQQQAABBHpcgGC1xyeY4SHQDQIEq90wS/QRAQQQQAABBBBAAAEEEEAAAQRMAYJV1gMCCGy7AMHqtk8BHUAAAQQQQAABBBBAAAEEEEAAgQYFCFYbBONwBBAoXoBgtXhTWkQAAQQQQAABBBBAAAEEEEAAgfYKEKy215fWEUAghwDBag4kDkEAAQQQQAABBBBAAAEEEEAAgVIJEKyWajroDAL9KUCw2p/zzqgRQAABBBBAAAEEEEAAAQQQ6GYBgtVunj36jkCPCBQRrM7Pz/eIBsNAAAEEEEAAAQQQQAABBBBAAIFuEBgbG2u5m8PDw0238dniFY1X9qhSqTTVRuXkyZNbTb2TNyGAQGkEighWSzMYOoIAAggggAACCCCAAAIIIIAAAn0hsLKy0vI4CVZbJqQBBPpbgGC1v+ef0SOAAAIIIIAAAggggAACCCDQjQIEq904a/QZgR4TIFjtsQllOAgggAACCCCAAAIIIIAAAgj0gQDBah9MMkNEoOwCBKtlnyH6hwACCCCAAAIIIIAAAggggAACSQGCVdYEAghsuwDB6rZPAR1AAAEEEEAAAQQQQAABBBBAAIEGBQhWGwTjcAQQKF6AYLV4U1pEAAEEEEAAAQQQQAABBBBAAIH2ChCstteX1hFAIIcAwWoOJA5BAAEEEEAAAQQQQAABBBBAAIFSCRCslmo66AwC/SlAsNqf886oEUAAAQQQQAABBBBAAAEEEOhmAYLVbp49+o5Ajwh0Klj906cLmru1qo2trcLkBisVzezaqa/fOVFYmzSEAAIIIIAAAggggAACCCCAAALlFyBYLf8c0UMEel6gE8GqE6p+tLimgYpUKVDUiWg3t6QD40OEqwW60hQCCCCAAAIIIIAAAggggAACZRcgWC37DNE/BPpAoBPB6i/+elPDg5VCQ9VgapxwdWVjSz/60u4+mC2GiAACCCCAAAIIIIAAAggggAACjgDBKusAAQS2XaATweq//+8Nje8YqDPWQd01MaghScsrq/psLT/N4vqm/u0f9+R/A0dmCCzp4ms/0+tX/JcPPqZnnzisMeePixf12s9fV/jS48/qifvcVyT9TW++8Ire9v/04Pee0yN3lQzZ77+Mfi+995p+djoYUdTfg7GxOb9PuDi/Mmzcdqqzeu7hfzAG7Zic0+SPn9DhcV/p7At6RU/puUNzeuHXgVbC6f5/1sF3/2/oHHvVnI9rb6bbOPqU1wfba0FDbvubmn3uEcV6e/YFnZv05jS/i9+of77MeXft5zRjWLjvdN83r8fM31vmyV1hyf7V8XaOf+W8fQ06/Xzw89f0s0sz0foODrX11To+y5qQZDPIsz7q9XfmA/t4wvMlrs9w5OaaMTlqXA+pMfjjN68Ld0yO32PSaeNzIbVe/dfN6y45nzXXa7Cm3YZ9cxmfS+E6SlxPGeO2Ox+M1mCWY+KaD8ZZSHu269Xaf8v4c8x7/uu5mc+56LMt+PywXnWWfqY/Z0v2dwbdQQABBBBAAIGuECBY7YppopMI9LZAOYLVIc3un9C0k6o6P5vruvjJLb2bM1wlWC1mjcYDIP8f2budsE5ucDofBI6x8Mk7rvqQH6a6r1VTwV0xPWy+FScAmdODevvmZBimWQMvPwCYCsNhW5gT/50aDVaNADYMqGIBdh2/GkHf3L1m4C0vJDUDxIz5qRtcplyCuXAsTqu6W3pbyXA5mq9UP/yQLFw3waFhAGOEXU0Gq/WDnnTYa+9nenxuoHYzEfBlBMh5g9Va/TXnJ1Q1g2nZrjvzGjZjdC+otl4PzhcNsTDTO9YJqbOD1RrrNcd8mld12t941RnvB9KD5+ejLywy1qXbZ+dLjNiXHfGAPlzB/hcsbqC8q7HPL9u8BEFmrvYa6X/m+JP+8Xlv7+dcjmDV9mVJxhcozX/C804EEEAAAQQQ6FcBgtV+nXnGjUCJBEoRrE5M6Dt7hzTiuywur+j9G0u6RLDawZWSCEidM7v/kJ/Rcw/vcsMzPRbsvjR2Y956Uy+8FYWVHexwA6cK+jur6s+jXaT2wCvuYA3Q3DNH4cWzk+ca27HaSrCaGXDWCI2KCFZrBqFVzf54UudqBuqJ9eWsLdu68YPfmcfn9bqxK7Vu8Ovumo7m1hpEJlZM+hjLNRAE0Ynx2dtP71J2V0qO4L1ef+uezxqs1ju37XqY0oPnpZlwR7Mzpjnp6Nua93c0h2MKd6zWC1arqjWfeYPVwGC2+rNwd7W3kz59fru5/RoJx3N6Sk/VXcfxRZQ1b164mqO9Bvrf7Pjb+zlXL1j17mYIv5Qz+Wp8ljXw4c6hCCCAAAIIINDnAgSrfb4AGD4CZRAoRbD6hQk9uXvILQOwuLioSwOjOjLqlQ7YWF3R2Y+XdK0GFjtW27OS3F1th7ydqM4/zk/rce/2fyMU83ZrOmHM2+UtBWD091a9W8oTuw5rBV5BYNH5YDX/juBid6xm7PB0A1AnfDd2LtuWZDgPU3o7USYhPDwMmmY0lxGUFhFUuudLhruWkCs6V2J8ltvjs67CIvqbvWNVesoJQa0BnRcUJ3cxm+O2XQ9P6ZzmH/C/RHHafV2a2f265loIVmefy57PfMFq1pc5we3rD3oOdT4KM6/njAC93idr6+3l7X/G+HPMe/aO1eh6bv5zLk+wGi+JEplavsioB87rCCCAAAIIIIBAQoBglSWBAALbLlCuYHVT126ua9funfLLUro+N6rzOl3NpiJYLXIZmXX2jLAiWQfQv13Y25mlRI1CSz3NIrvYYFux0CAZCqdqrGbfgp48bfuC1aiWrXnOXLcWJzrZdLBax8U7TTwYydolaHYprEmZuN08PMYMihoJxC07Vq01VmO1K+M7TNP9rz++eP3K+NoJxpRV41KKjs8tWk1kAAAgAElEQVSsser31wlA0+Mxrs+MWpu2OpY1r4fqrJwvCoIvUYIvVGK7RINduHVqrKbWa8Z8musjsxRALAS37QyO13lOljMIzpEvCK1x/SVqRxfXXp3+Z43f3amc7m+qbEPbPuc82exg1r6L2/b50eDHOocjgAACCCCAAAKuAMEqCwEBBLZdoBTBqkb0+D2j2jOwocs3N7Xf370a4NxamNfvrmdTEay2ZxmFdQofmHf/8R7VHfVCAAUPAYo9SKjWP6Tb08/arSYCC/dgL9C65yPLQ6fYsWq/dd1WP9Qa5tXZOVivBm/s9SjYdB7eFHu4Vo6HV9WsseovmigQUnrHbcPj63ApAPfLjkZ3rOa4Hpzr/XXp8Sfu0Yd+CZCpdyJ/hy4MQN2HU9UvBeA9LM0+n3mCVVvwXOvhR42WAghLChRUCqDZ9mJhfKIURjJYd8d/4ENLKYT4TmV2rG7H3zucEwEEEEAAAQQ6JUCw2ilpzoMAApkC5QhWpbE7JvStqQFdI1jdptVqCYWCGqth0HJYY8lA6o63/TqswU24JQtWLbU8gzDtcZ2uWxvVVmP1b9f+pn+4y3uglz1cdpDSDrYH6uTdURouihp1CW0BSt72G61hGoZrsYAzx629DQWrTm0Qr4bmlFHjs4hb60PPYH1YAsLsHaxPSb+23d5sH38R/bXuCDQtM1xT78t1Pfg1lR+a0dxbTsB6WGbJgOaDVft81g9WMz6b3prUv947p/9IheyWMg+pID34JPNeyF0TNfHp3GqN1cxd3vV26NZYt+6nT72SJ7Yd3smHsXky7hcOr+9+yt3J/DObdd0dq9RY3aa/1DktAggggAACfSFAsNoX08wgESi3QBmC1bGRYU2P79C+sSFt/n1VQ1PDmgzZNnXt+uf640K2IztWi1hjyXqMxp/dXVHm7f3msbdiDw3ygrCylALICPr8UMIeyiRDHD9YkP8E+MWLevP1Ob195Yrk36bt1pl1HlRj1ng0n9ju17UoJFh1ptovy+Deah3emmx/Arw9WDV3HwchcBR+5AkCbcGxPWxNrM1Gg1U/tDGfSh+GYDW86z0MKuqV43Za1d3S/KRfQ9h9sdbu02k9eP6MG6pH/kFomLSt9wApr5Zpvf4WE6zmvx6C8gXBrtDk+ZvbseqpB7tPbTtObaUAaq3HsUekN6/O6Nknoi99wnNYgkKbYzDWZkpttNpeVukD8wsdr461U8fYrCDrr8/vz2juV+kdw40Gq2GAGnzOmaGq/zt7P6I5zdwh7n8ZJGeHrVOj2/mx/a6Iv8ZoAwEEEEAAAQT6ToBgte+mnAEjUD6BbQ1Wx0Z1bPeI9u2IXDZWlnVubUizE4MalLS2fFu/v7aspRp0BKtFravsOn+pOpFmjcxE/dV44FdU35poJzPE80IJN5S5nQwsbAGlWXfW68fBow9K599WEBbYblVOOuQPVu01HoMg140mkjVv3U754a9BZQ1ubO815tMeZCVcLDsfo8Ak763hljm1zln6yeL1vDNrlkpKzkuqTnDg+9ZkKrCL3+Jdu7ZlMLo8QXW9/pqlECI1w8V6S7ixEzPzAVdOa5broU5JjHiwWmO9WksFZD8pPr1es3dBB+GhU/+1Zv1ZY5nZnY3auBm1ar2LPn19FdFe7fq5dcY/6nyILckrtRD9mF8+7LIGs/k+58wx16oV/M/3X9H/fdf2Ge2XBrG41irl0MSnPW9BAAEEEEAAgT4VIFjt04ln2AiUSWD7gtURHTs4qn1Oeur/rK2t6erCiq6sVHTv3nHtH1jXX68v6fzSRk0ygtUyrSj6ggACCCCAAAIIIIAAAggggED7BQhW22/MGRBAoI7AtgWroyM6Oj6onX7/VlfXtTwyrC+PDmqokuz0lhaXV/X+jSVdWksPiGCVZY4AAggggAACCCCAAAIIIIBAfwkQrPbXfDNaBEopsG3BakxjSLP7JzQ9VIdoY00Xri3o/US4SrBayqVFpxBAAAEEEEAAAQQQQAABBBBomwDBattoaRgBBPIKlCJY3TWu41M7NZKj09WFeZ2+GT+QYDUHHIcggAACCCCAAAIIIIAAAggg0EMCBKs9NJkMBYFuFShFsNoiHsFqi4C8HQEEEEAAAQQQQAABBBBAAIEuEyBY7bIJo7sI9KIAwWovzipjQgABBBBAAAEEEEAAAQQQQKC3BQhWe3t+GR0CXSFAsNoV00QnEUAAAQQQQAABBBBAAAEEEEDAECBYZTkggMC2C3QiWP3FX29qeLCiShtGuyVpZWNLP/rS7ja0TpMIIIAAAggggAACCCCAAAIIIFBGAYLVMs4KfUKgzwQ6Eaz+6dMFfbS4poGKCg1XnVB1c0s6MD6kr9850Wczx3ARQAABBBBAAAEEEEAAAQQQ6F8BgtX+nXtGjkBpBDoRrDqDdcLVuVur2thy4tBifgYrFc3s2kmoWgwnrSCAAAIIIIAAAggggAACCCDQNQIEq10zVXQUgd4V6FSw2ruCjAwBBBBAAAEEEEAAAQQQQAABBDotQLDaaXHOhwACKQGCVRYFAggggAACCCCAAAIIIIAAAgh0mwDBarfNGP1FoAcFCFZ7cFIZEgIIIIAAAggggAACCCCAAAI9LkCw2uMTzPAQ6AYBgtVumCX6iAACCCCAAAIIIIAAAggggAACpgDBKusBAQS2XYBgddungA4ggAACCCCAAAIIIIAAAggggECDAgSrDYJxOAIIFC9AsFq8KS0igAACCCCAAAIIIIAAAggggEB7BQhW2+tL6wggkEOAYDUHEocggAACCCCAAAIIIIAAAggggECpBAhWSzUddAaB/hQgWO3PeWfUCCCAAAIIIIAAAggggAACCHSzAMFqN88efUegRwSKCFbn5+d7RINhIIAAAggggAACCCCAAAIIIIBANwiMjY213M3h4eGm2/hs8YrGK3tUqVSaaqNy8uTJrabeyZsQQKA0AkUEqxsbG6UZDx1BAAEEEEAAAQQQQAABBBBAAIHeF1hfX295kASrLRPSAAL9LUCw2t/zz+gRQAABBBBAAAEEEEAAAQQQ6EYBgtVunDX6jECPCRCs9tiEMhwEEEAAAQQQQAABBBBAAAEE+kCAYLUPJpkhIlB2AYLVss8Q/UMAAQQQQAABBBBAAAEEEEAAgaQAwSprAgEEtl2AYHXbp4AOIIAAAggggAACCCCAAAIIIIBAgwIEqw2CcTgCCBQvQLBavCktIoAAAggggAACCCCAAAIIIIBAewUIVtvrS+sIIJBDgGA1BxKHIIAAAggggAACCCCAAAIIIIBAqQQIVks1HXQGgf4UIFjtz3ln1AgggAACCCCAAAIIIIAAAgh0swDBajfPHn1HoEcEOhWsnr2+pMsLa9rY2ipMbrBS0fTEkB7eO1ZYmzSEAAIIIIAAAggggAACCCCAAALlFyBYLf8c0UMEel6gE8GqE6peXVrXQEWqFCjqRLSbW9L+sR2EqwW60hQCCCCAAAIIIIAAAggggAACZRcgWC37DNE/BPpAoBPB6kuXP9fwYKXQUDWYGidcXdnY0tPTd/TBbDHE/hD4VGdPvSp994Qevqs/Rtx1o1x8T7/95WVN//C47hvvut7TYQQQQAABBBBAAAEEekKAYLUnppFBINDdAp0IVn8xV9X4joE6UIO6a2JQQ5KWV1b12Vp+18X1Tf1oZjL/GzgyQ2BJ7/32Rb3xkf/ygUf1zPH75BVa8MK+d4J3HnlSJ752p6TEeyQdOPaMjn+5ZOUZ3CDsDcns27WzOvWbcERxk8NHdeDieQUUsRcdl0elM8n2HKX/OqW3JuPjd3736oV48w8Yoan7ugJPael/fqsLXzgeC1W9Nh7QkycelqPu/rhjquoh83f+S7ZzSgf0aBAE+h6Z4wvn3WvQ3p73mjOWmQ/r9C/zfF6fpv47bRQMM2o/vWxDx6D9cF0Gx/rrNljL9cbtz2vKJXYtOB6/1fxXk6Gqfy3IvG7ifW7ZMUGQp73keqz78edfF6k1mljDwdy74X8919h6yutkrFe/08618eKZj9w1l/rSwdLv4HjbmL/45S/q4//52MrhfIYd0xn3XMkf8/Mt93Vp+ayxjsEc59x0rs+ZzDEm1mz4WW2uT9vnYvJzrNbnpHO9fXU+/JLBuY4bXm91FyQHIIAAAggggAAC2QIEq6wOBBDYdoFyBKtDmt0/oWknVXV+Ntd18ZNbejdnuEqwWswycv+BXn0oHphOeYFfPDD0wqpqED44AUAQnPj/UJ8s2W5Lp/9zekDvzE8aYXHk5o49NQ57aOm+KwyS4uFPMljNDl6i3Y6pYHVxSWPj8WA6DNDM4LBOsJoMOGKh1K7sUNa2mmyBsXlc3f7V6KvTTp72U4GNG/hUvbBYXnD+kRLhcxAKxYLVevOafN0PAv1rwQmolhbHNJbcqeqc60PpgQtVTWbsZM0zTjeEb2Gek/PSWNDljPWMqlPSOwo+CzLmJ+Vfw9XsVE4nxyH+JU30JU46lLT3O7VGE19gRJ936VUf/zz0X098vtVd987bLIGv9XdGF8LPozDoz/6csfbTdhHb3HN+jgXNpT4nw89C7/OMYLWYv4tpBQEEEEAAAQTyCxCs5rfiSAQQaJNAKYLViQl9Z++QRoJ/uy6v6P0bS7pEsNqmWbc164UW1aPGTjD3H+IzOvE16eypt2JhkfMP7DM65u7qcv432qFqaaeDo7CfygmCnf4/pOov4+PIDAzqBIHBbtHpY1W9EYbR8QDKCzIn47tM3RMG/fF2PJrBanIHYhAgeYHco5o8czmahwaDVefMYZ9+OKm3Mna72gzzBII1+9eOYNV0dIPVqiaPvCPdE63hVKCec16Tu4BT4VV4bYT7h8Nw+KHqi5m79lp2TExOvvYa2EEe+CTWh/08xjr2/W27p5PrKWirrpMekOYndcz80uaNqiadffPm51QY7lX1UI11bdsZ3nCw6u/QDz4n616Xtb5oMoPpREgfD1arqvs5Y3wGZX3cWt39+a7Vvtkeweq2/2VGBxBAAAEEEEAgIUCwypJAAIFtFyhFsPqFCT25e8gtA7C4uKhLA6M6MuqVDthYXdHZj5d0rYYUO1bbs4zcUMoIqaKzeLvD9OhxHbzqBaylDladAOO8t1N1wXKrfhg4Nrxj1dmhN6M5I3Q2A6i8O8mCwOeZybfiQaxRxzPYCebenhyEKE0Eq2H5gLYEq/7t07b+tSNYdYMpecF10P53pbf+fsRfj/46nZnUG3P+TuWmglXvy4LLM0ZAmQpWjZDxVrTekgUx8gahLc+zf7HWO1/ykyNasxOxL1qs7dj8LWUp4udoxOlJTc/Naeq4X/7CNZ/Uo/NvxL8ACr4wcNddvN/muQsJVhO1dQOXzPmqud7iX7BYA0x3x2oRnzMZ7mH/sj/HCFbb8/crrSKAAAIIIIBAMQIEq8U40goCCLQgUK5gdVPXbq5r1+6dMjfw3KjO63Q1e5AEqy0sgNRbzZqpiduqzTqr/q3V8neuljlYjYVCRshqhl72UgDOreXpH3cXqXkrfUZw21SwGtt5FoUh0S22igKvGrfzZwZqsR2JNcaXeGhWcidtqOKvgyiwzuhfRg3O4FbvPO0n69TKvO3fHJdTStfZ5ej8zvn/R6t60Q/W3d+5JQNqzWv69VTd4GSwGltX2YFZnnF6t+7nn+e0i1Po2KvzmvVFgv0TI77b3Fy/9n4bnw/1XIP11ICT4+Dsag2+3PG+6HlGk+cTO+sTu0izrjtrsGqpoRqsqwm/nmvcKuuW/FrrPqtEQiPB6sO6s9bnTGocifq0We7mTuNmvoBycCxfAJWuxnaRf0XSFgIIIIAAAgiUSoBgtVTTQWcQ6E+BUgSrGtHj94xqz8CGLt/c1H5/92owI7cW5vW76wSrnV6hySAiOn+0g6/8pQASD91yB5HxUJymdqw6u+miQMp5iFNQ07I9weqYV7PRCQrD3WzGA638ScoXrOasidloDVRb/zq1Y/XEEc0nd1N/4UK4Y9kLVpursVprx6oteLQ9xK3eDlLrlwDNzHO9dWD7MLGGo154KttO7yZ2rDbs5MxdWI5kTjPu/CaC1Rr9jgo1xEtuOMOvd31m11iN10cOa9g2vO4bDFZb+JzJdN9/xbge7J9j5lKhFECn/xbmfAgggAACCCBQT4BgtZ4QryOAQNsFyhGsSmN3TOhbUwO6RrDa9jm3n8Dyj/xgV5771Od4GNU1NVYtO1Rt4VZzD68yTPzAzqnxWXV3HI5F9UxTt0fHdwbGSgHU3bHq7bN1x+DUoLwg2epaZgV47a2xGt0qn+pfO4JVs03j/zs7Dc/oIU3PveWWq7jPvDW/qWDV8vCm2I7VjGsn2CVrXHANBastzHNwynrnS4VmsfVXJ2jL8DfDzPhnTTNOCzp7ak4z35VedQPW9K3+6QDUXue5kFIAlvrI5sPB7Ov+DVkf5tdAjdXwGs/6nKlZY7WGezK0t7RPsLpNfyVzWgQQQAABBBDIJUCwmouJgxBAoJ0CZQhWx0aGNT2+Q/vGhrT591UNTQ1rMhz0pq5d/1x/XMhWoBRAESskWUfS/LMTbrwqObfAu7f0ertAnT8f+ftv9WJqp2dGkFBENxtqI+NBWpawteVg1Q/Bkk8y93aKJUoqJB5o00iN1fAW23CXXrJcgweUGR6f+UipUgY5TOsFdKnXk/3rYLDq1Vt9Qx/5t8OPmfPdhmDVvvPRvhuxZcfEXDXcXuZc2/sbjO1JvZp+IFeDwWqzTsFuS+9Bbslruna/T3wt/nCxV/Wkgt81tWO1TrDq3RbvlJIwrks3QH3Hu+7MkgjJ3xlzk3x4lfnlSeAR7IhuaRzfm9blX8e/NEu2T7Ca4wOSQxBAAAEEEEBg2wQIVreNnhMjgEAgsK3B6tioju0e0b4d0XxsrCzr3NqQZicGNShpbfm2fn9tWUs1poxgtaj1nLht/kgUQkSBgXeu6DZnsyZr8rWi+tVkO5khWjqMaaTGqlu/0np7tudXPRZ/Cnu925/NnXTJY4MwJjsonfQe3mQJ3NK1N40SCDVqYgb1Oc0atLYxBKd0+miWQAh+H+6ONR8ulfFwo2baDwJ+19tyS3N4634qWLXXWM2eV/+28TOGdbhjtfbDkszdjEHgba2JKrnBW13HXPPsHRS0Zz9fIpDPqD0cPOxs+sg7uuzvxI66YKx317+G6/GDupK8hd9vyLa2UyURgoeUJeqphmUxnJq6po3l2rfuWLXWWPU+32IPpArb9j/vprzPxtzXpR+uml2MBa2Jea0VrMbWfbAzPnPHasaXS8GXL6NOmYfFxK53++eY08U8pQByrbcmP9J5GwIIIIAAAgggkBQgWGVNIIDAtgtsX7A6omMHR7XPSU/9n7W1NV1dWNGVlYru3Tuu/QPr+uv1JZ1f2qjpRLC67cuIDiCAAAIIIIAAAggggAACCCDQUQGC1Y5yczIEELAJbFuwOjqio+OD2ul3anV1Xcsjw/ry6KCGKsmebmlxeVXv31jSpbX0KAhWWdsIIIAAAggggAACCCCAAAII9JcAwWp/zTejRaCUAtsWrMY0hjS7f0LTQ3WINtZ04dqC3k+EqwSrpVxadAoBBBBAAAEEEEAAAQQQQACBtgkQrLaNloYRQCCvQCmC1V3jOj61UyM5Ol1dmNfpm/EDCVZzwHEIAggggAACCCCAAAIIIIAAAj0kQLDaQ5PJUBDoVoFSBKst4hGstgjI2xFAAAEEEEAAAQQQQAABBBDoMgGC1S6bMLqLQC8KEKz24qwyJgQQQAABBBBAAAEEEEAAAQR6W8AWrP7qV7/KHPT3v//91GvDw8NNI322eEXjlT2qVFIPisnVZuXkyZNbuY7kIAQQKK0AwWppp4aOIYAAAggggAACCCCAAAIIIIBAhkDWjlVbuGoLVZ1mCVZZXggg0JJAJ4LVly5/ruHBipr7Dqf28Jxvd1Y2tvT09B0tOfBmBBBAAAEEEEAAAQQQQAABBBDoHoFapQDMcDUrVCVY7Z65pqcIlFagE8Hq2etLurq0roGKCg1XnVB1c0vaP7ZDD+8dK60xHUMAAQQQQAABBBBAAAEEEEAAgWIF6tVYdcLVWqEqwWqx80FrCPSlQCeCVQfWCVcvL6xpY6u4CiKDlYqmJ4YIVfty5TJoBBBAAAEEEEAAAQQQQACBfhaoF6zmsaEUQB4ljkEAgUyBTgWrTAECCCCAAAIIIIAAAggggAACCCBQlADBalGStIMAAk0LEKw2TccbEUAAAQQQQAABBBBAAAEEEEBgmwQIVrcJntMigEAkQLDKakAAAQQQQAABBBBAAAEEEEAAgW4TIFjtthmjvwj0oADBag9OKkNCAAEEEEAAAQQQQAABBBBAoMcFCFZ7fIIZHgLdIECw2g2zRB8RQAABBBBAAAEEEEAAAQQQQMAUIFhlPSCAwLYLEKxu+xTQAQQQQAABBBBAAAEEEEAAAQQQaFCAYLVBMA5HAIHiBYoIVovvFS0igAACCCCAAAIIIIAAAggggAAC5RX4bPGKxit7VKlUmupk5eTJk1tNvZM3IYBAaQQIVkszFXQEAQQQQAABBBBAAAEEEEAAAQS6RIBgtUsmim4i0E4BgtV26tI2AggggAACCCCAAAIIIIAAAgj0ogDBai/OKmNCoEEBgtUGwTgcAQQQQAABBBBAAAEEEEAAAQT6XoBgte+XAAAISASrrAIEEEAAAQQQQAABBBBAAAEEEECgMQGC1ca8OBqBnhQgWO3JaWVQCCCAAAIIIIAAAggggAACCCDQRgGC1Tbi0jQC3SJAsNotM0U/EUAAAQQQQAABBBBAAAEEEECgLAIEq2WZCfqBwDYKEKxuIz6nRgABBBBAAAEEEEAAAQQQQACBrhQgWO3KaaPTCBQrQLBarCetIYAAAggggAACCCCAAAIIIIBA7wsQrPb+HDNCBOoKEKzWJeIABBBAAAEEEEAAAQQQQAABBBBAICZAsMqCQAABEayyCBBAAAEEEEAAAQQQQAABBBBAAIHGBAhWG/PiaAR6UsAJVpe2bmrP+BdV0UBPjpFBIYAAAggggAACCCCAAAIIIIAAAkUJbGlTNxY/1lhltyqVSlPNVk6ePLnV1Dt5EwIIlEbACVaXt25pdOe4RocmStMvOoIAAggggAACCCCAAAIIIIAAAgiUUeD22oJury5qpLKLYLWME0SfEOiUgBOsrm+uarWyoPGdkxoZGmPnaqfwOQ8CCCCAAAIIIIAAAggggAACCHSNgLNTdXltSYurVe3cmtCOgZ0Eq10ze3QUgTYJbG5uamNrTeuVZW1qXVtiM3qbqGkWAQQQQAABBBBAAAEEEEAAAQS6VKDibkXboR1bIxqsDGlgoPmSipQC6NJFQLcRsAk44aqze9X5jx8EEEAAAQQQQAABBBBAAAEEEEAAgbSAU1PV+a+VUNVplWCV1YVAjwkQqvbYhDIcBBBAAAEEEEAAAQQQQAABBBAoXKDZB1aZHSFYLXxaaBABBBBAAAEEEEAAAQQQQAABBBBAAAEEel2AYLXXZ5jxIYAAAggggAACCCCAAAIIIIAAAggggEDhAgSrhZPSIAIIIIAAAggggAACCCCAAAIIIIAAAgj0ugDBaq/PMONDAAEEEEAAAQQQQAABBBBAAAEEEEAAgcIFCFYLJ6VBBBBAAAEEEEAAAQQQQAABBBBAAAEEEOh1AYLVXp9hxocAAggggAACCCCAAAIIIIAAAggggAAChQsQrBZOSoMIIIAAAggggAACCCCAAAIIIIAAAggg0OsCBKu9PsOMDwEEEEAAAQQQQAABBBBAAIFWBG5c1H9evGFtYfSeWc0eHK3Z+u0r53Tuw9vKc6y9oRu6+J8XdWP0kGZnD6j22eoN1G9Le3T4m4e1p97hDbx+473/1MXrxbfbQBc6cOhtfXTunD64PapDs7M60ORkeFbJ7sbtUusmWIc110HQv+LnIejPnsPf1OFw4TS2nuzXQtCG6eH7LnnXXvPXTv0lkWcuUq34c+H069DSOW8u9x7WN+8r8opKnjWY2+j37lyMfaRz5z7QbePwaI4CW2O9Jj7PWrUlWK2/xjgCAQQQQAABBBBAAAEEEEAAAQTUWIgUgBGs9tLSaT1YDdZDLEYcHdXt27clIzRtLljttHVj14TtWgiCzTDgyxUgFzfO4PxBGBkGrbWC0jBYvV93fvauFg6ZYXNxfTNbitntveGHqZPaN1rVZ87Scb7kGfvA/xJoj+69Z0mXPgzi1iBYjULsPYcPSxcvyvnKKB6WN9Z/gtXGvDgaAQQQQAABBBBAAAEEEEAAgT4VsIRIyd2sfjAmf5dqLDy7xwthPjC2lnmBRnLHXnK3YbBj9Yv6oj7Wx82+PzZre+TlKsZOXKfvX5H+Yux+M8MX7+3pgMb99d7DOqyLiV2Y8V2H4ekzjGI7527Hd+Fl9sPf0Ri27YZh8nb4RifUodlDWjgX/W5036Ruf1YNA6UwXNu/RzeumruTnbk4pNvuLtXYbKbaDG2sffJ3MvrjGtu7Rzeu3/B2Od5zW+fOLejOe5b0gbGzuWaw6s7Tp9LobTl5bDAH37xvzN9R6wdu8nc5B56j+zR5+zNVa9mk1qk3j3uuezuv03PhNLZHh2cn9EFs52T8ffFrIdrpXfOLB//6GrljRMufL/tNjOrQ4Tv16cVgl2aNdZbpFO0sTQar8f4sWdbSrA4YO2m/or+4LpN7R1W9Ln8ncxTA75u8rc8i8PS10tRO9KD9IFhNXpfBZ0jyiwDzzy5Oy7uvCVb79K9Dho0AAggggAACCCCAAAIIIIBAYwLJYDV+m+3oh97t3aN3f1H65GPddm+3j0K5MBwKwzQnGNqj/Xtv6KrzPresgBPkfKCJ2G3m/nmGhqS1NSOMy/f+2I7AcEfbLu3SLd3yg1J73w9L/i3rsd1wo4d07/gHuuT2+bDu/OyiGzru2iXduuXfEr33M2/nXBjkecFP1nnGnCB66VB0K4XCTfQAAAXlSURBVHUYrHoBkb0fQUhoBGsfTBh9M3bwJfpxYNQPmMaNINYMuIzA3AvMbifcRxUEZnEbe5/CEg7uuBZ0yA+1YzsFjdvLnfIS9YNVZ/6dsQcBmbPzcFYTHzhhWRCcL8VC0WCOavU5CFC9W9u9oNbZkenc8u4EiNY2zNISRiiedS0kbz9P7+KNh6XhtTN6SIfGP9AHzq33o4d0eN+nuujsyqy7zpJO0Q5TeymAxHo1d4M66+TQgs75JQqCYDUInJecY4Mdpcau1+g8yWu+0XoSUUmA0TAEzxusSqnxNhXsRp+cBKuN/S3C0QgggAACCCCAAAIIIIAAAgj0qUBWsOrvDguCsSBYTezMDMIhL1SSv7PQe68bLAa37aaCjniw2uj74zvygjEEwWp8KsMgzO/Dkq0WqBGsmsGg9Txh4JUwCkPkaBdpLGQMd1h6Oy6z+jE7u0c3jN2ksZqX5tCS/ZD84HIs3LkbhVTOG/fokL+DNAhW4+5RsBrbdey6pfsU1uFNBKvRjtVPdec9Y/rgw6ieaK5gNbHGYsHqN/fps/+8qKUw/I4CvdisW2wU24kdX6NBsBrfbW22PapDwVgyroXadT2N68wPoGPXTvDlgPkFRdY6yzh/9rp1FkawWzoaU2qOrcHqN7Xv+n/q4mIU+O6595CWLvk7a/ce0qHFD9zQO/gyxXYLfiz4TJQjiALoIEhN7khNfkYlXg92Uyeu71bqrBKs9ulfhwwbAQQQQAABBBBAAAEEEEAAgcYEmtmxGu22tO9YNW/lNXceWh4QZN2xWv/9sR2rYW3GKFjNFWgmAp6ozfSO1XgIFd/BGe5Y9W/Fd4PFcHer8XCurGDV7Id5TFjCwAj4Yn22lHGIlRuI72g0d+LGdqyGZQYydqyOTGpkuarlWFkFo7RDUAog3Fnqr8C9h936mOZDzsIQLVk6wWy7ZrAarT33LGa5hho2we5gZx7doNDfTR3szIztWA3XU9w9KAsR37Ga2HnsPvTN8nAlc7dyw8Fqxs7olFN6x2p4HYShcmJnaRDoZu5Y/aZbDiN60J1ZHsEsX1A7WM36TLKXTDB3r8ZrrHoPp8sIVhO76QlWG/ubgKMRQAABBBBAAAEEEEAAAQQQQKBhgTbVWI2FMbani9epsZr3/bHxWmqsOvs0gx124a5ZyxPbbXVMjdAua3dfeHrLrs6odqt/VCJYHQ0DOGMQlrqu9pq1jul+7bl+VTfMW9adWC/YkRsEjYnart7ZogcERWd3Arx43dZgDEF4HByb3JUY7TqMAtdkiOrdHJ5+Crxby9QJzBI+QU3f+I5V47is2rhu4JqwSRqkQsnooUeRh9Mvb4esWaHWMfni3dLHn8QK1PplL/xb4JN1iv1GXTd/bdffsRrdnh9bZ0HgniNYTX4c2NdSvESBE0hGpQCcsDYRdBolHWLt75S02thDo+wlC2y1bc120w9boxRAwx/8vAEBBBBAAAEEEEDg/2/njk0AgGEYCO6/dcB9ej1cJhCnTpgQIECAAAECBAisCHxHsrsy9Ah0BHwF0OlKUgIECBAgQIAAAQIECBAgQIAAAQIERgQMqyNFiEGAAAECBAgQIECAAAECBAgQIECAQEfAsNrpSlICBAgQIECAAAECBAgQIECAAAECBEYEDKsjRYhBgAABAgQIECBAgAABAgQIECBAgEBHwLDa6UpSAgQIECBAgAABAgQIECBAgAABAgRGBAyrI0WIQYAAAQIECBAgQIAAAQIECBAgQIBAR8Cw2ulKUgIECBAgQIAAAQIECBAgQIAAAQIERgQMqyNFiEGAAAECBAgQIECAAAECBAgQIECAQEfAsNrpSlICBAgQIECAAAECBAgQIECAAAECBEYEDKsjRYhBgAABAgQIECBAgAABAgQIECBAgEBHwLDa6UpSAgQIECBAgAABAgQIECBAgAABAgRGBAyrI0WIQYAAAQIECBAgQIAAAQIECBAgQIBAR8Cw2ulKUgIECBAgQIAAAQIECBAgQIAAAQIERgQeGdABUR+2Uck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177" b="92760"/>
          <a:stretch/>
        </p:blipFill>
        <p:spPr bwMode="auto">
          <a:xfrm>
            <a:off x="7751445" y="2043350"/>
            <a:ext cx="759143" cy="249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9814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24299"/>
            <a:ext cx="8377952" cy="41521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la asignación de perfiles a un programa, presione el icono «       » correspondiente al programa a modificar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866519" y="3268186"/>
            <a:ext cx="333756" cy="256031"/>
          </a:xfrm>
          <a:prstGeom prst="roundRect">
            <a:avLst>
              <a:gd name="adj" fmla="val 7789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grpSp>
        <p:nvGrpSpPr>
          <p:cNvPr id="9" name="8 Grupo"/>
          <p:cNvGrpSpPr/>
          <p:nvPr/>
        </p:nvGrpSpPr>
        <p:grpSpPr>
          <a:xfrm>
            <a:off x="2247900" y="1751011"/>
            <a:ext cx="2271276" cy="1645190"/>
            <a:chOff x="5729176" y="1775902"/>
            <a:chExt cx="1191284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113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77" t="30726" r="78307" b="64695"/>
          <a:stretch/>
        </p:blipFill>
        <p:spPr bwMode="auto">
          <a:xfrm>
            <a:off x="6534150" y="1185286"/>
            <a:ext cx="314326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6416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24300"/>
            <a:ext cx="8377952" cy="4152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el formulario desplegado complete la información correspondiente al perfil, la promoción y el valor según sea el caso y presione el botón «Agregar»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114544" y="3514692"/>
            <a:ext cx="600456" cy="256031"/>
          </a:xfrm>
          <a:prstGeom prst="roundRect">
            <a:avLst>
              <a:gd name="adj" fmla="val 7789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9" name="8 Grupo"/>
          <p:cNvGrpSpPr/>
          <p:nvPr/>
        </p:nvGrpSpPr>
        <p:grpSpPr>
          <a:xfrm flipH="1">
            <a:off x="4481076" y="1760536"/>
            <a:ext cx="595368" cy="1891696"/>
            <a:chOff x="5729176" y="1775902"/>
            <a:chExt cx="1191284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113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6" t="1457" r="91434" b="93353"/>
          <a:stretch/>
        </p:blipFill>
        <p:spPr bwMode="auto">
          <a:xfrm>
            <a:off x="7755652" y="2055277"/>
            <a:ext cx="673973" cy="223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182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24300"/>
            <a:ext cx="8377952" cy="4152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eliminar un perfil presione el icono «       » sobre la información a eliminar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828544" y="4181442"/>
            <a:ext cx="300228" cy="256031"/>
          </a:xfrm>
          <a:prstGeom prst="roundRect">
            <a:avLst>
              <a:gd name="adj" fmla="val 7789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9" name="8 Grupo"/>
          <p:cNvGrpSpPr/>
          <p:nvPr/>
        </p:nvGrpSpPr>
        <p:grpSpPr>
          <a:xfrm flipH="1">
            <a:off x="4481076" y="1760536"/>
            <a:ext cx="595368" cy="1891696"/>
            <a:chOff x="5729176" y="1775902"/>
            <a:chExt cx="1191284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113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19" t="52871" r="67112" b="42048"/>
          <a:stretch/>
        </p:blipFill>
        <p:spPr bwMode="auto">
          <a:xfrm>
            <a:off x="4785931" y="1196211"/>
            <a:ext cx="295276" cy="327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6" t="1457" r="91434" b="93353"/>
          <a:stretch/>
        </p:blipFill>
        <p:spPr bwMode="auto">
          <a:xfrm>
            <a:off x="7774702" y="2055277"/>
            <a:ext cx="673973" cy="223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3066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097D44B7-6176-43B9-956C-3A8873408B27}"/>
</file>

<file path=customXml/itemProps2.xml><?xml version="1.0" encoding="utf-8"?>
<ds:datastoreItem xmlns:ds="http://schemas.openxmlformats.org/officeDocument/2006/customXml" ds:itemID="{90AECCDA-BF41-4126-82E9-E4EC33B5A035}"/>
</file>

<file path=customXml/itemProps3.xml><?xml version="1.0" encoding="utf-8"?>
<ds:datastoreItem xmlns:ds="http://schemas.openxmlformats.org/officeDocument/2006/customXml" ds:itemID="{25A7B055-5BEF-468D-90FD-A77555B0DC25}"/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185</Words>
  <Application>Microsoft Office PowerPoint</Application>
  <PresentationFormat>Presentación en pantalla (4:3)</PresentationFormat>
  <Paragraphs>17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53</cp:revision>
  <dcterms:created xsi:type="dcterms:W3CDTF">2017-01-26T20:10:20Z</dcterms:created>
  <dcterms:modified xsi:type="dcterms:W3CDTF">2018-02-26T22:20:26Z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