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22/01/2018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22/01/2018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</a:t>
            </a:r>
            <a:r>
              <a:rPr lang="es-CO" sz="2800" b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ESTUDIANTES </a:t>
            </a:r>
            <a:r>
              <a:rPr lang="es-CO" sz="2800" b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INSCRITOS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</a:t>
            </a:r>
            <a:r>
              <a:rPr lang="es-CO" sz="1600" dirty="0" smtClean="0"/>
              <a:t>Inscritos»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709155" y="1741867"/>
            <a:ext cx="511001" cy="142195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257999" y="2834642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75899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Año, Periodo y Filtro deseados, y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0360"/>
            <a:ext cx="574243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FCED6B19-A65D-45DC-9CDF-86D4C37A29DD}"/>
</file>

<file path=customXml/itemProps2.xml><?xml version="1.0" encoding="utf-8"?>
<ds:datastoreItem xmlns:ds="http://schemas.openxmlformats.org/officeDocument/2006/customXml" ds:itemID="{18BBB3F2-9237-4E47-91A6-F67E8ECA1B8C}"/>
</file>

<file path=customXml/itemProps3.xml><?xml version="1.0" encoding="utf-8"?>
<ds:datastoreItem xmlns:ds="http://schemas.openxmlformats.org/officeDocument/2006/customXml" ds:itemID="{2904F697-1C5C-47F9-9EB3-B8CBDAF9F6B9}"/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132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53</cp:revision>
  <dcterms:created xsi:type="dcterms:W3CDTF">2017-01-26T20:10:20Z</dcterms:created>
  <dcterms:modified xsi:type="dcterms:W3CDTF">2018-01-22T21:18:03Z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