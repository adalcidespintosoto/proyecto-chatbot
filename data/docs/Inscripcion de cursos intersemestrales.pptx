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3" r:id="rId9"/>
    <p:sldId id="274" r:id="rId10"/>
    <p:sldId id="275" r:id="rId11"/>
    <p:sldId id="276" r:id="rId12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 snapToObjects="1" showGuides="1">
      <p:cViewPr>
        <p:scale>
          <a:sx n="101" d="100"/>
          <a:sy n="101" d="100"/>
        </p:scale>
        <p:origin x="-6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2827423"/>
            <a:ext cx="9144000" cy="1546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 WEB</a:t>
            </a:r>
          </a:p>
          <a:p>
            <a:pPr algn="ctr"/>
            <a:endParaRPr lang="es-CO" sz="1050" b="1" dirty="0" smtClean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REALIZAR </a:t>
            </a:r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LA INSCRIPCIÓN DE CURSOS INTERSEMESTRALES</a:t>
            </a:r>
            <a:endParaRPr lang="es-CO" sz="280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96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>
                <a:latin typeface="Calibri" pitchFamily="34" charset="0"/>
              </a:rPr>
              <a:t>Ingrese desde su navegador al sitio web de la Universidad: </a:t>
            </a:r>
            <a:r>
              <a:rPr lang="es-CO" sz="1600" dirty="0" smtClean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</a:t>
            </a:r>
            <a:r>
              <a:rPr lang="es-CO" sz="1600" dirty="0" smtClean="0">
                <a:latin typeface="Calibri" pitchFamily="34" charset="0"/>
              </a:rPr>
              <a:t>seleccionar en menú </a:t>
            </a:r>
            <a:r>
              <a:rPr lang="es-CO" sz="1600" dirty="0">
                <a:latin typeface="Calibri" pitchFamily="34" charset="0"/>
              </a:rPr>
              <a:t>principal la opción </a:t>
            </a:r>
            <a:r>
              <a:rPr lang="es-CO" sz="1600" dirty="0" smtClean="0">
                <a:latin typeface="Calibri" pitchFamily="34" charset="0"/>
              </a:rPr>
              <a:t>«Portales»</a:t>
            </a:r>
            <a:endParaRPr lang="es-CO" sz="1600" dirty="0">
              <a:latin typeface="Calibri" pitchFamily="34" charset="0"/>
            </a:endParaRP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479611" y="2625530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737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Estudiantes»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79627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5 Grupo"/>
          <p:cNvGrpSpPr/>
          <p:nvPr/>
        </p:nvGrpSpPr>
        <p:grpSpPr>
          <a:xfrm>
            <a:off x="3303900" y="1694807"/>
            <a:ext cx="801827" cy="3269974"/>
            <a:chOff x="5729176" y="1766332"/>
            <a:chExt cx="1191284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533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26" y="2055321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73679" y="4608818"/>
            <a:ext cx="3130826" cy="1160386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901938" y="1562831"/>
            <a:ext cx="704394" cy="3626179"/>
            <a:chOff x="5729176" y="176633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810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78" y="1821799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«Cursos Intersemestrales»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4166646" y="1621608"/>
            <a:ext cx="527901" cy="268644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2946991" y="3817813"/>
            <a:ext cx="1219656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9741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06" y="1903398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el listado, se mostrarán los cursos ofertados y que se encuentren permitidos para su inscripción. Para realizar el proceso seleccione </a:t>
            </a:r>
            <a:r>
              <a:rPr lang="es-CO" sz="1600" dirty="0" smtClean="0"/>
              <a:t>los cursos Intersemestrales que desea </a:t>
            </a:r>
            <a:r>
              <a:rPr lang="es-CO" sz="1600" dirty="0" smtClean="0"/>
              <a:t>inscribir. 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895546" y="1751011"/>
            <a:ext cx="3614193" cy="2229804"/>
            <a:chOff x="5729176" y="1788714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475739" y="3619893"/>
            <a:ext cx="306686" cy="44306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AutoShape 2" descr="data:image/png;base64,iVBORw0KGgoAAAANSUhEUgAABVYAAAKZCAYAAABTIHD9AAAgAElEQVR4Xuy9CZhU1Zn//zaKIIuCC4IboAZ31IgmEZWEJKKJSxRRY0BHRf9O3PM4aqJoIhqjw1+jJhnHKIxLHOM6LiPiRMYlaFQ07gsjAVQEcQNZRBH693xP97l96ta9Vbeqq7u6qj/Xh6ebqnPPec/n3G6bT7/nPQ2NjY2NxgUBCEAAAhCAAAQgAAEIQAACEIAABCAAAQhAAAKZCTQgVjOzoiEEIAABCEAAAhCAAAQgAAEIQAACEIAABCAAAUcAscqDAAEIQAACEIAABCAAAQhAAAIQgAAEIAABCECgRAKI1RKB0RwCEIAABCAAAQhAAAIQgAAEIAABCEAAAhCAAGKVZwACEIAABCAAAQhAAAIQgAAEIAABCEAAAhCAQIkEEKslAqM5BCAAAQhAAAIQgAAEIAABCEAAAvVH4J577rHDDjus/ibGjCAAgTYjgFhtM7R0DAEIQAACEIAABCAAAQhAAAIQgECtEECs1spKEScEOg4BxGrHWQsigQAEIAABCHRaAk8//bRtscUWtvnmm3daBkwcAhCAAAQgAIHqEkCsVpc/o0OgFgkgVmtx1YgZAhCAQBsQ+OMf/2gnnnhiG/RMlxAoTODOO++06667zu69915bb731wAUBCEAAAhCAAASqQgCxWhXsDAqBmiaAWK3p5SN4CEAAApUjgFitHEt6Ko3AtGnT7Fvf+hZStTRstIYABCAAAQhAoMIEqi1WV61aZf7PV199ZatXr7Y1a9ZYY2Ojm2lDQ4N16dLF1lprLVt77bXdn3XWWce6du1aYRJ0BwEIZCWAWM1KinYQgAAE6pxAqWJVW7cvuOACe/HFFx2ZQw45xH77299Gcmz06NF29913u/c+++wzu/LKK+2WW26xxYsX2+DBg+3cc8+1MWPGmLIVb7/99kS6Rx11lO244442YcKExPfV/+uvv+7eP+CAA2z8+PE57X72s5/ZvHnzojj8m4pF/Y4aNSqxX99n+Obw4cNd/z6jMi3unXfe2X75y1/m9avXjjjiCNthhx3cnMVPcYRX2Eafv/LKK3n9eKZ6Q/ffdtttNmfOHMf06KOPNs3ZX0l9KD618fPQOg0cODAvlhtuuMGmTp1qEydOdDFnYee5PfbYY9anTx8bN25cDotwfupP7SdNmmT33Xdf9AydffbZ0Xi+vylTpuRIV/HTpeeHCwIQgAAEIAABCFSKQDXE6pdffmkrV650fyRSy7kkWrt37+7+SLRyQQAC7UcAsdp+rBkJAhCAQIcmUIpYlSgdOXKkXXvttS7T0ItTiUAv/jbccEP7+OOP3ZwlAN977z0n2ST0JBVPO+00d7/qar777ruuXVyY+fckcC+55JI8fhpbfY0dO9b69u1rM2fOjNpovBEjRjiR6+PQm4r10EMPde0effTRxDXx0jgcU3wkaf12dT+nuNxbf/31c0SkH0ACU9JQMeveSy+91C6//PIcGRy20eeSxRLA4aX7dYnlk08+aTfddJOrS6r5HnvssbbPPvtEMjOpD81jyZIlOeskCfr444/n1DcdNmyYffrpp3brrbe6mIuxkwQ95phj3LwkrH08P/zhDyPZG87Pr8/Pf/7ziIFk7mWXXRbFonU48MADnbSfPHlyhMEL6VAid+gvLoKDAAQgAAEIQKAmCLSnWP38889txYoVJrHqL2WklnL5TNbwHonVHj162LrrrltKV7SFAATKJIBYLRMct0EAAhCoNwKliFUJL2UahtmT4iHh5WVXKFZDoea5qQ9dXtr5+/UxFGZpY4X9KBZJz5tvvjmSmpJ0kn0Sj6FY1euSn+pXGahhNma8z/j8jj/+eCc7JVNLlXtxsSqx+MQTT9h//dd/RUIzLla9iI0/a7r3Rz/6kU2fPj0nk1PSeLfddovEZBJ39RWujT6XkBUHn/HrJakyWcMYCrEL2fh4FeeFF14YSdEwHq1xOKa/xwtrffRrLzl+zjnnRBnGpbKvt69V5gMBCEAAAhCAQNsQaA+x+sUXX9iyZcsKClUJVklTlQEIywHodW3/VzmAuISNS1YJ1l69elm3bt0qBuvj+8+wi+1Cu/rgDaM+k16r2IDNHbXHGBWJ+cXf2rAnRtrM04dWpDs6qQ0CiNXaWCeihAAEINDmBEoRq17gKZNQ2YlJ9THjGavasn7yySfbXnvtlSgzWytWtcVdmZteDkr0HXnkkW57fChWlYkpISlpp9qe8e34iiNN5qr9n//8ZycKS5V7cbGqcZS9+9RTTyWKxzQpqvu8NE6KPRSWSX3oXh0U5bN7tU5aGz8v37+kqDKQQ7FaiN3WW29tf//73wvWSQ3jUft4lqzG9pmss2fPjtZB5QiUDetFcqns2/yLhwEgAAEIQAACEKgLAm0tVvUz9PLlyyNWoRz1MlVvSqYuWLDAPvjgA5fVqrqrEqcSqhKmG2+8sQ0aNMh97vvwYjUuWHv27FmxOvbVEqt18XAxibolgFit26Wtn4lN+p8/2GsLZ2We0C/2O9W+tsk2qe3/74O37deP/C5zfzv2H2Jnf/+nmdvTEAK1SqAUsao5+vqYkmPKKJRkDetjhmLVS9P//u//djVZk+qBFhKr2g4ev7797W+7jFkvQSXfVF5A2/u9+JWcC+NQW5Ub8GLOi8L4SfRpYjV83W/nj8d1/vnn52Tc+veTxKokqF4/6aSTnKCOZ6yqVml4Pfjgg1EpAb2etBU+lI7qL96HuIV1Uz2fUIx+97vfdWUaVLvWi9Vi7OLrnfR1EM6vUHv/Xpy31lUlEBCrtfpdhrghAAEIQAACHZtAW4lViVGVYtJHXXGhqtckUz/55BMnVN9///1IpiYR0/2SqioZpcSC8EoSrDrcSju2WnvIVXGx+rL9dtjxdqsLaKxNnnmmDV10n51xidmF1xxiTXmuajPdRuo997lvb2bHTLaZp5v99vQ5NnibiTbx7Qk27ZpDzKJM2fm57fdqel/9vnzNMLtx0LTC2bRRRulmdt/po2ziU4pnuE146Go7pF8Yl17/2O47/WKzC/ReU//H3+xJN83NrjnD5gwabBMvntPUx/s+YzXsP2DRsR9/oiuTAGK1THDc1n4EjrvlTJPczCJX+6zb28btebh9fctdUgN84Z2X7JZn77LFny8tOgk/7pRxvy3algYQqHUCpYrVcL6SrHfccYc7nMpnLaaJM8kxZX4qazKsv6n+koRZ1lIAkqwSpdpar3v84VBhHBKR2n6vLe66JHl/85vf5B2CVChj9frrr3dCt1S5lyZWw239xx13XCQyC2WsFhrb17H10taLUb+9PyyXIAaej9or81h/VGZAGa3xrfuF2FVKrOr5kHhXlnF8HSR8VffWl5Ggxmqtf9chfghAAAIQgEDHItAWYlVb/1W33gtPL1X10X8u4aqfvfTzj7b/J9VOTSKlQ6skTDfZZBPbaqutTH/XFd4fjqu6+jrgqtyrmFgN5aYTkTbZZh41J12sLvrYPu63YbNw9SLzBJvzg+PNbphpZ+7aFKkf94S5owJ5qvajbPr3cmVqOLe8eJvF6rRBN9qouSe4LftqM+ovI23aNYPtlkj4ulEDsfqxfbxoQ9uwX348bo5+639C/7ojYkGJgHIfvQ59H2K1Qy8PwYmAxKquP81rOZQmjcxPBg6z00YcV1SsXvv4lMz9aSzEKs9iZyBQiliV2PPZgyGbtIxESTedXB9mhibJy9aKVUlF/dZe2+tVBkBZoF74+SxWHcbkL0lNCd74IVZpYjXcZl8psapY1Nerr77qMhm8CC0kVr0kDQ/r8nOSXPbyNN6HhPYVV1wRHcClezwfX+ZApRr8QWP+fmVDqHZrIXa+9IKYh5dkqD9gK4wnqSar7lNG8dSpU115hPg6+EPPlMGsZwmx2hm+MzFHCEAAAhCAQPsRqLRYXblypZOquuJZqv7vOrwqlKqlztYL2k033dT9vKZyAfGs1VC0Sq6We7BVMbFqyk79wUSbEWSSutdSM1abZ+vvc9mjEqs+o7Xp/VCsTt83X7iGNV9Dfmli1WXFukzZ5qxad1PhjNXmSKJM1+EXTjOJ3jAeC8RqTi1aaq+W+ljXVHvEak0tV+cMVmJ1y74D7OWF/2f/vfDNRAh79dnMBq8/wL2XRaz+7P5f21OL59vW3dez2Ss/y+tT/el9329WsaoyA0u/aKmZo4599mz4Xu9uPVPLFYTtBqy3iQ3o0z+Kb9nKZTZr0ezo70P6bW29uvfKi3/B4oW24LMPcl4vp23W8ZLm7QcvNNekOGctfNvNedP1NylY0iGcnPp5fNYM+2zlMvfytv23sRFDhqd+wcTnpYZpfJLaLl25zN5a+LYNG9T0K9RCGdJpQYjZ/741w07a99jMX9jKto5fM+e+aJuKV5/+qXPIOkApYtXXwXzggQeieqmSfQcddFBixqoXYGFNUL0mOSYZ6q/WilXFoHIAc+fONZUB0OXFoWqLemEYMvHb3sNDrJLEqj+x3mfkVlKsKh7FobglL5U1Wkisqr3eV+ZtnKkO8fKHbiX1IaG50047JR4ypnIAqtelMgDi4e9/7bXXirLz0tZLVMWo2GbMmJEYjxiPHTvWkp4hzyBpHfS8KDP6lFNOQaxm/eKmHQQgAAEIQAACmQhUUqwqU1Vb+/0VZqiGn//f//2fvfHGGy5TtTWXMlH32WcfU01VidRCcrVv375lZa4WFat+Al6Uamt/gYxV89vrnYjd2/7qtt63h1j1h0s1lyJw4xfIWNUW//FKzmgqG7D335oO8UKstuaJrZ97Eav1s5Z1OxMv7SY+cq29ufj9RBEqQfqv+52RSS55UXbfyw/bO58uSMxc/WH/7axPt172T98YU5Lge/DlaTbpicmRtD1rzyMjcab3bnz2TjcHxXrg0NysLr+Aavcvj1zt5imx++D4GyN5KoF4xV9+b79/83/t19842n6yx2E54tX34csdqJ2uYm3F1kvrn+96kJ2897GuX4133V9vsstefMBO2e47ds73Tkkcz89NfWgtvrnJEDfunCULnPBOE9OKM8weVsbx4i+WRbH8bt8Ti4pHjX3Y/RNNa3bAkH3s6Xl/d2t6835n2VF7jk78ugg5qkGhuYUM1NY/G/r8bx/McuukOV938PkFZW48kLPumuDW8W/H/D6zmL3+iZvsqmf/HD0b/pcJ4qxfBPi1LrcmcCliVWMps/C8885zIk6/+Y5vqw+3hitbVNvc1WbXXXc1yT9JwSlTpuRksaaJ1aQaq4pBNUd1TZo0KZJ3ytjcd999I+Ho4wgzOcP1SDoISkIvPma8hmxajVX1HR6W5cdKKwXg35cU1g/Dvo5qMbHqmXqWSUyT+vCZu/7gqKRSCT4T1t8vWR0vIaC44+w8E9VxVTzamuYlrdrH4/HPkJ4JXfFnKEmsKv6RI0e6Q8nIWK3b//UzMQhAAAIQgEBVCFRKrGprv34eDLfhx0sA6O9fffWVPfzww1Ht1dZMWpmqu+++e1Rz1cvVJMmqsfUzYKk1V1u2zft6qeF2fHPZnHOOb84oVZbm5ME27QKzi38wx05wNVWbsk9HXTy4uUZpc7kAbZF3Mna6jSySsdpSRzVbKQC/5b9pa/8om7jNZJtsx7eUFHDjKr6RNn3YjTbY1VvVD6aSqUHt1PHWVDO2uR+VICgkVlvGpRRAa57rWrgXsVoLq0SMjoCk0qlP/DGVxpcX/LUkUnGpF96cpaRA2mA+TvURF4p6T+KvWAassnR96QNJv6sOnxgNJ9E38HeHW7H5an7fvPkUd1+xtr5PtY0LSS96nzv1jsTsWB9Y0rwVgwT2rw48N3VtkuL00jGJYdiRJPkGk/Z3AvqxU/8cvaX7s9Ta9XyyyM11Ltnb9R+21fgTHrzcCVLJ1enjJyeK5/jkQ97x9S32EPtnIy6db3/2bjvmkavc7fccPCFV3Bfqv1Sx6vvy9S61XTx+CFR8PGWMvvvuu064hRmixebN++kEPNMtttgi7/CCanCT+FSGaylr7J8hZepyQQACEIAABCAAgWoRqJRY/eijj5wsDWWq5iT5GX788MMP3e6e1marqk+NpTqr+oW176+QXJVU3WijjUpE3Swn3aFPzZc7cKo5AzTa0q/3/KFQXqbOaLrhmLE29mbLP7xqrwk2wR1YdZyNfmqV/bBZxOqWlkzZ0g6vimRqc7xjjxlrt9rIpgOygkOzxvp6rk6mNpcN22usjbU5Njjv8KrhNuHCpgOrjjt8hq3av6U0gS8FMPN0Dq8q8cGq6eaI1Zpevs4VfGcTqz4bUqscl2iSfMVkaSliVWN4mRmXlP7wsGJZkIWEcqEnNSlO31cx6ejvVRbpveNviIbR6/EyCkkxJMnStFjT2nq5m7ROaX2FmadqM+/UuzIJWbVNE6vhe3EeWb9TlCtWs/ZPOwhAAAIQgAAEIAABCHRkApUQq/ol8/LlTeXhwi3/oVTV643WaHPnzHU7diolVrfccksbtscws8amA6yS/igun0nbo0cP98twLghAoHwCiNXy2XFnOxPobGL1WwN3szcWve2yIXWFWYhtIVZVo/T7dzRllvqsTJ9ZmUX8JYnVcuKUqDzwhhPc1vZimaQqE7HjH//JxazsVjFT3dO0eqnxR7YSYjUUmsUybP343/7dkfar/U63k++/1G3rV6mGYuLa31tIrIZfI8XEe9KXL2K1nb+pMRwEIAABCEAAAhCAQIci0FqxGtZVTdr6L7nqXm+Q3TRTfVUdYFopsaoSXSp/FReqSRmsHvwGG2xg3bp161DrQDAQqCUCiNVaWq1OHmtnFKtH7znaxt16pqs5qq3m94+7xh3oVI6wzPL4SPhJaKrOqrbvi7nkbliKIK2ftPUpJvjCjFUJxhtfaqqZmXVb/aE3jE881CzLdvhqiFUJbAnVN85+yCb9zx/sF8/c5ta2WKkFxGqWJ5g2EIAABCAAAQhAAAIQKJ9Aa8Wq6qp++eWXOSUAfNZqKFW7NDSVBJg1a5a98sorFRGr6n+77baznXfe2fXn5aqXqv41jRvWXV1nnXVcvVUuCECgPAKI1fK4cVcbEVA9z0dn/dXmLl7gDnkK5Vq5YlUZkP/6l9+7E+NDQdjRa6wq+1Inxisr8+BbTo8OSRKTStdY9csZ1un85OyHXeaoMitHDBledMXjGat+i3wpYvW1E/8jykAtdPhUPBjJyrcWvh0dXKX3JSslLwtdlRarWTJPVXJBl2rAvr94oTt4S1cWEax2WTJW4+Ucii5ec4POlrGqw6KWLFli1PXM+oTQDgIQgAAEIACBeiXQdKDQDLOwXma9TrbAvFojVleuXGmffvqp693L1LyPXRpMUtVns/7jH/+wF154oWJiVYdXbb311k6cxuVqWlkAxauDaNddd91OuOJMGQKtJ4BYbT1DeqgQAW07/9Nz99j8JQsSDwMqR6yGUlJhqlaptop/fctdrFbEquIOszpVP1MZrKUIy2Jt/RKG9UK1rV2nzYeHQhVa6rTDq8S60BWvser7yXIYlOJ9bNaMnIOawvIAxeZdCbEaMitWusCXVhBbf4mxsoSzytAsNVZ9xnGpX5qdSazqwKdddtnFLr/8chs/fnypqGgPAQhAAAIQgAAEyiYQSczgcJ+8zoJDgIZfOM2uPrjUjMKXmw7nySRKS2lbxrSbDwSKDggqo4v2uqU1YjWereozVCO5GkhVX291wYIF9uSTT1ZErK611lq2995722abbRZJVcnVNY1rXNmBULSGklVsyVptryeMceqRAGK1Hle1huYk0fTAy9PstpcfiuTSiEFftz223NW+PWR4zin0pYpV9f3Tuy6wT1cudX37y9fBbGuxmrS9W1LMZ6IWWqakdsrm9dmNureYNCz18Cofz0UPXm6XvfiA+2v80KxCMacdXqW5/GK/U10Jg6QrHmdYY7VYzVK/hlPG/Tbq2svLYqIyFLDFhKj7YeOSvd0Y8baeV7GDtnSvGE2d9WTOQVvhumaJI02s+n5KKSsQX4/OJFavvPJKk1zVRy4IQAACEIAABCDQngRaxKpZmjTN0qZwzNllqRvrLyNt2jWHWKn6NhO3TiBWtf1fYlVXmKUal6v6e/ja0qVL7aGHHrLVq1dnQlmokcTqyJEjrV+/flHGqhOrKgug/9bkZrH6A6z8R5UDkGDlggAESiOAWC2NF60rREDy67q/3uQEnoTUd4fsbbtvuUvBk9HLEau9u/eKDkLSODoISuJp/0G7u63Y1z4+xf40b2berCT0ThtxnMtsLfXyYk/3Se4dPfQHrgsJtXh5g6S+vRAe2v9r9i/fOyVHLofSs5BYlZy87dm77dQn/uiG+J8jLs+0nV9tQ+GY5dAqPwdfL1QZtRP2O82Wrlzmtudf9eyfU7fkx+P0YjE8SKuQ3PVSVm0OGjrKhXLFX37v1rnQnDWuROQxj1zl7lHZgQOHjsphHa5NuKZqO6T/Nm4b/90vTXXPj56tiQeem3q/53rineebfnGg+rX+CvvWc3ftmEsK9uNryior9ZCh+zvO02f91X0t6Xn745hLUyV2sWe5NWL16aefdieK7rDDDgWH0fb7hx9+2LXZYostbNSoUbbeeuul3lOoX4nRd999N+/eHXfcMbFP9VXo8vf5fgvNx/fl79Hpr6+99polja33pk2bFsW6//77F+QUZ6RSBZtvvnmx5Ut938cm3kn9+JII8Q6SSiSUw0b9ilc4fqEyDHGWhdiKq7jrEnvF7J+ntOcjnKePKY1BsWfajxFf92LPmmJQrPG5xTnF1ySNRaWfmbIfNm6EAAQgAIFMBJqkqdnwvWbYDJuQIDQ/tvtOH2UTbbgNf2qGWRtnrH686GPbsF+bKNUmHp1ArOr/0cuXL4+kqqbtBWooUkOxqs8lVO+4446KiFX1t88++7ifuXwpAJ+lunrN6qJZqz179iz4c3mmh5tGEOiEBBCrnXDRqz1lvz1fcvOc751SUKaGsZYqVnWvl4QSVqO23ceJNIlVncQuidcWYlXjSvjd8uxd9vDc591YuiTffrrPsUWllwTlawtnuXtG73JAzjZ3vab3H3zr8YJb9CUNJf3Cq1DWaPyZkMDt3a135pPqxfnXj/wu9dEKM0rDRoXiVAzvfLrANU+L3Qv6O958POIssXvmvscVFMlJ8RbiE65JGP+O/YfYyG2HZxLwyjT1V7iu4et6X32e/f2fJrJM4qWGW/Yd4LK8JYdbc5UrViW3jj76aDf0nDlzEn8g0w+bxx13nD322GO26667ujpOL774orvnN7/5jY0ZMyYv9GL9Ktv00ksvTZzyt7/9bZsyZUpOLMWK8j/44INOdoX9Js0njMvfIyF24IEHmv+7D+rOO++08847z/1V8168eLGbd1J8SYzmzZvnmJ522mn2y1/+sqzl1X3XXnutG//RRx/N62P06NFuXZKu+LjlsFG/Yn/++efbz372s6bvbc1j3nbbbU6uh1ecZRJbicRjjjnGsRFLXf55euCBB5y4LvR8+PF8TIUY6Fm99dZbE2vxfve733XjxjkVe9Y0vrJa4nNTf7qS1kmv+7X0z2VbPTNlPWjcBAEIQAACmQl4sTrhwsE28eI5NuGhq+2QfsHtzWUABl84weZcPDFBrDaL16fCIcfa5Jln2lD3P8Xf2rDxtwZvDndj7P03Cd3BNnnmSJuuMgFRKQIvcmOSN6+fYAz9v8wJYvXXPG40YlO27BwvhBPFapE5ZKZZ2YbllgJYtGiRk6PxmqpJUtXLVf/zgH629AdMtWY2GlvZqt/73vdcHKFc9SUBlLUar7/qM1aV8ar7uSAAgdIIIFZL40XrChDwJ8/rsB73D8hZf7W/L5zltuuH2Yl+S7iv8SmJtuCzD1IjSMoulZyTdLvu4PPdSez/ut8ZduOzd1qfbr3s1wedZ8+/85LLPNT1xqK3bb3uvWyz9frbpn36F82grQAKuoBAhyJQrliVLJMwfPzxxxMlqeTPoYce6uZ60003RVmTel2iSK+ptlQ827VYv16c+W1XHqZ+OJUwU7bhvffeG8nVuNxLg+/7lVBLkr6K67777nNzLiRWJVVPPvnkvDqukmljx461ESNG2OTJk6MwJNXmzp2bJ/FuuOEGO/fcc8uWq8OGDbN9993XcX7ppZfyslYlFXXdfffdUSxaG2VPXHbZZXbIIYdEJRPKYaNO08SqGP/973/PEeBZxKpilnSePn16dK+XjBKds2fPzlvepHn6RmnvKSP12GOPdesS79PX6dX7TzzxhM2cmb/7Qf2nSfek9/wzk7ROau/X0pewaKtnpkN9YyIYCEAAAnVIIBKrD51gc34QCMjmuUbC8qHBduMP4mI1WYK+fM0wO/7mJoHaJGnzSwGk13bN79O3bamL6kVoi1wtX6xmnUP7L345YnXVqlX20UcfRQdS+fqpkUBtMFury1ruff+ab6Ofg/QL40qIVdGSHN1vv/3cz16+jqr6lvQN66r6EgG6x7+uzzfaaCPr2rVr+4NnRAjUMAHEag0vXq2Gvv2kH0TZhZqDMgyPHHqAfbZymTvV3Wc36oR6Xdp2fd/LD0fCU1l5yjjU9Ycnb7KrDp/oMkQHrLdJTvZruE1cNVy1BVtbp7958ympdTKL1fSsVeaF4lYmsLj/7YNZdv+4a4pm1NYjg2Jz8hmrYvTcqXcU3KpfrK+O/H45YlUya/DgwXbdddc5gSQhFM+282IwSRbp/t12283GjRuXk5GZpd80sSrG+gFVW6HCLMlSxaqEmeRpKD/Vt05alWyUqCwkVn27pDquPnafeeiFWpJg1pi+fZpwS3uufHat7vvRj37ksmrjma+FhKNfu3g2bylsFFuSWJUY1cm5ccGcRaymraXunTRpkk2cODFP1JcjVhW7ZxjPRhZHvfZf//Vf7iC0pOxb3V+KWE37ekiKo62emY78PYrYIAABCNQLgRaxerUNvn2YHf92bqaok6Q22WYeNcfOiItVn816w0w7c9eASPPrLWUD0sVq/nk7QHMAACAASURBVCFScdGZUp81NkbZYjXzHNp/xcsRqytWrLAlS5YkZ6t2aTD954WqxKcXrJqdfiH86quvVkys+nIAW265ZY5Y9SJVB1kVylpVSSWVBOCCAASyE0CsZmdFywoRkPCcOffFvKxQv81ZW7LPeeA37uR7Xxc1HFryU3UttaV/uz6bunZ+e7+vO6ps1z1+d4R7f1CfAbb486VO2CpbdvD6A9zW8l7dejkR6+uWSvAeMGQfF1fWLdW+Vqek8NF7jq454eYPPGptbc4KPRodshtfgkLPxx8OvyRz6YoOOZkiQZUjViXelNWobD4vM+NyUFl1ykwMMyKL8cnSbyGxqv6PP/54l9XoRW+pYlWiTCUOwnIAfo7+vTSxmibj0uZdSPrpHi+aQ1FcjKFnoI+SwyHT8N5iY0sQe/HtmZfCRmMliVW9fsABB7hs3FBKZhGrytzUJamZtf5suWI1TWCKy89//nMbP368e9Y85/i6lCJWda8yopMyYOOvF1u3cp+ZLM8VbSAAAQhAoHUEQrF6yPvatm/BdvomqWkSp5vely9W04bOLFYtv/SAxcRqxpqoZYvVzHNoHedy7i5HrEqqSq76MgDx7f/xTFUvWZUp+sYbb9jzzz9fUbGqX1r7Oqt55QB0kFVjyyFWvgarWOn1Hj16uF1fXBCAQHYCiNXsrGjZhgSUgSqZ+unKpa4kgK5ff+Nou/GlB+2bmwyJRKr/XAf36LAetVG90b7de9vwgV+PalP6k9NfO/E/7H/fmuGkpz+sKC5mdaDURfueYLsP3MWen/eSG/uoPZu2xqr8wAMvT3Ofn7Tvse6jxLAvH/Avj1ztDsJSLVX14e9rQ1QV69rXuj1iuxF5h2RVbJAa78gfolXoAK0an2JO+OWIVUlTZev5rEwJr3hWZFahGQaTpd9iYjX+vuJQPc7hw4fnLZt++PR1XsP7JM/+8Ic/RHVAlaX4zjvv2IknnphTUzUuz4rFFg8gC6NiIi3eZ5j1q7n5revxzMpi/Ybvl8NGcaWJVcl29a9sDZWSkCTNIlYluA866CCXUazascpOVn3ceL3WkEkxsaq+LrnkkhyMOhhLvzgYNGhQTiZ2mAmsmL18TarJW6pYDeW9n49fy8svv9yJ3CSmSd+Liq1tPX3/Yi4QgAAEaolAjli1Jnk62GegOqnZXHe1+b2kw6tatvXnznx4dNBVWsZqUk3UXLFqzYdr5dV+jUFurVgtPof2X9VyxKrKUqkcgC4vUeMfwxIAoXhVuSH9QrWSpQD0i2tfCiA6vGr1ajeG+7v+W9MiV8MSAeuss467t7WXW9u/jEw4mK21PXM/BDoeAcRqx1uTThWRMj7/9S+/d5JUWaeqhfr9O851maqqu6rsUl191u3tTnqXSNXBTt8auJs7bX6T7r3dFn/VUfVbtP3p9GrrDwGSDP3JHT93fekwKS9mNaa2v+s6+JbTncSds2SBPTj+Rrvt2bvdGF6caixdXvz6hVIm49D+X6s5OSmx+v6SDwoe8tSpHsaEyYrR0i+WZzqcqh5YlSpWvQAKt0hLvP3+97/PqUeZRRqG/LL2W0xeJolVlS0YOHBg3nLtvPPO0Rb58D5/2FIojpVhKZkWHlbVEcWqz1ANa5hKtCkLISxvUEy+pYnVrGwEu5BYlfBVZoUEqURrFrGqPn0d2KlTp0aHb6XVxVX7YmI16QAv9aeyDxLq2hrnL2WoKjvFZ2H7Lfw+gzV8wEoVq7o3Xks1qfZqlq+rYmtbD9+3mAMEIACBWiSQI1b7NUvNbSbbzNOHmisD4EsD5GWhmlnzazOaJ96yrT92YFRqjdUOIFYzz6H9V7ccsaqDqyQsw4OrvDxNEqr+NbVXWSQdvKkaqJW4JEb1C3XVSU3KVg0PsfLSNRSrWQ+waqrpG0R8TNPz23TpWZxuI/MONQva6xcIT4y0madvZvedfrHZBbED3CoBQ5FcM8xuHDTNrj7Yy+LmXzikfP34I99afkHREkhuX7n9WHQQXOzwuL1iB8JVaF5007EIIFY71np0qmhUQ/VXT9xoypiUWFVW4LBBu7oaqD6rVNJSW/l1qJTa3LzfWe4eXdrmryzV+UsWOAmrQ658hqG2tkuO9urey7xo1T3qV5dOUfcZryfvc4yNu/VMN476OXvf490BVyoxoPH+/PJUVyJAklXiddS2+9gxj1yVc9BWfOG0fXzqrCddH/7ypQZ85mvaCe/+xPikk+ivHXNJwXIDZ901wZU98FfSCfOSzKpZ+/jcF3IkseITz5/scVjedvf4yfX/9I0xiUI23s7PJc5HwvLXj/yu4POu2JNi0U2+BMO0t5502cz+kiiXCB+35+F5MjSJp+5TWYivbbJNXizxufgGKilRbO3UNmmOSWNpzfRLg3mn3pVaZiBtvDBoPdMn731sq0oVlCpWJdZUZ9Sfyq54/Kn3qrnqM0DDreRZvsll7beYWJUMu+WWWyLJm0VEKb6wX2Um/vSnP80pdaCsRGUyFhKrvjZpUgZjEoMsjJTFKykcr/maxlRyTj+sS1j6S6URFFNYq7WYfAvHLYeNxi4kVvW+zwBVRuaOO+5YkG3afNXHFVdc4bJfk2rVFhOr6teLUn9olcTqlClTcqSqz/yNS3qN27dv37xDrMoRq/HnJ2nt2+KZyfL1SRsIQAACEGg9gVyxataS+TnSpg8LDrNKEKtNQqvlAKmWaConVjdMKwWQtcZqPO5Yf9nn0HrWpfZQjlhduLDpMOS8UgBdGqxLQxdXXzWsrRpKV913//332yeffNLqrFWNse2229o3v/nNvO3+Pls1PMTKi9VQsGoO/fv3L4At6eCx+LOXgXokVr2MzXBPKU2anznd0iJJm2Kfc3xzfWL3nM6xE2aeaZYjYNUuJnub+8vJCD99jo275hDLze8VixttcPMhcvlit5RJ0LZWCCBWa2Wl6ihOSbEJD17uts//6YjLXL1VSUtlnC5YstB2/OM/uYzVn+7TtPU+lF66d9ai2e6gqmVfLHPvabu+LtVLlaTy/X59y12i+ql6X1JVUtSLWWWuSsDq8lmoEnPKTP3jmEud+IvXcvXlCf51vzNS67AeesN4J1QlKk/Yc4yr2Tr9rRmurIGuN85+yH1U3JqLMnT9JZE7YshwNxeJOZUxOPWJP+a8n1ZuwNdL9Y0lqr+z7fAcfqFkVtbuyCF7W+/uvaL4xEQM4vOTjL3l2bucANTlM33jQlLtrn18iuP2P0dcbkP6bZ0o+vw6/uz+X0fsFc9m6/V3B2l5War1kTAPL1/CwK/fyXse4Q44U3mGu1+aGt2r/n51YAvbOE/1feXBv3AxSsDHr/ic9Ux6Yau1k8SXYE9aO73m5zjxkWsjSa/aveFY6mfg7w53XYQZ1vFY4uOJ/1l7Huma6WA2//wm8SrlW0epYlViR9IuvrVeW82HDh0aCcB4rdN4TH57vReGWfstJlbjMqocseq3YGtOEmQqA6A4i2VVJm3nDuftxd0555zjtq8XY5S0FbzQ2vrxdchUvAbppZdeauGW8kLCMT5uyDwrG8VZTKyqjRioHMBvfvMbO/nkk1MPBlP25u23355Ys7dQXdFSxKri8VmoPpPW8/bSU/Vu42uqXzTEpW45YjUs46ASB0mHY1X6mSnlewVtIQABCECgdQTiYtVnoQ4+ZqzdenNzGYB+LdmpLaUAkqRWcyxJ4mfY8XZrkEmYvnU/+fCqOVFZgaYxkoVwfs1Wv8U/klA5YrWUObSOczl3lyNWFyxYkClbNcxeDbNbtQtGv7R/++23o5ICpca+9tpr20477eR+Qd2tW7ecg6uUkSqhGh1gVaTO6oABTbtGk660Lf4tAnG+qxHsMz8tythsXvenmnodq2fdYhmrrt5w8517jbWxNscGu0zWWHZokAVaTFwq3ovtwuaM1XgmrReoF5pdEorUuFhtum/whXNsuu9LUvb2wXZ1lKUbfB26TNw2EsalPhi0bxcCiNV2wcwgnoCvpaq/3zL2t/bYrBl22P0TC2Z/lktPEjGs0fq3Y37vJJrG3H3LXWzBZx84GSfxKbl70NBR7rUk0aa4b33ubtMhVdv32yaqtxqPzctNia/46fE+61AZj+GlA7W8GPOHb/n3JfeUweuvQuLM15X1bT85++EciecPYdL7ErhxQRsKS7VRfdpQnPpsYN+/xLHWMC4lNY7kaHyeSesYxqz1kQzXFTIJX5dgHHnD8a6cQ9r4PgNU/cRlZchTor1YjCGzpDqrXqKnMdXr20/6gcuiverwiXkIwv6Tnpn4Detcsrd7KYzdH9QmJroKZb4W+1oqRawmbU32/cff83+Pn6qu9l5eabu1pF0p/RYSqz4DMsycLUesKkYJLGUuqv6VhJ9qXBYTq7pPGaPKME06tMvH7jNHfX9hvOF6KYv3vvvus3Bbf6H1TDsASfeUcgiSpPe1114bZbjGmWdhozGziFX/LKi9Mp+LHQyWxKqQgC5VrCqOMJPW1zaNb9MP1yHpvXLEql8nPR+qHysWM2e2ZOfr/Uo/M8W+P/A+BCAAAQhUjkCeWPWHR0k6hVuHEzJWvbRsKQEQ23ocidTcEgOKPrtYzZeoUQmCcMu339IfvpaUKRjLWM0+h8oxz9pTpcRqvBRAUsaql6uK7auvvjKVN1JZgXIuCdU999zTZcdKpOoKM1JDqZokWNXelwQoJlZbRGV+pLmis+kZnP69aXahXWyj5p7QLBzDZ9OXAjjB5vygJdOz6XmbbiMfutoG3x5u52/ps2V7fzqxXLEaa6cxLjG7MMo6bRG44dfXy9ecYXOOutr2/lsgaYPn3PXa/DXgxps72OzmW62pXEdSdnk5K8w9HZkAYrUjr04dxuZFmmTZrIVvu4y/cNt+oSlLQimz1QuksK0k2xUHnRdlsPpMUMmqeHu17dOtl6vbqm3z4VZy36fE1WkjjssJR8L1wBtOiA7KGrnt8Lzt5l7qJUk7icv7Xn4kqvvqOw/lYppYFSMvX+85eEJetqwXhuF8w77CzEjN/97xNySiDkVffA5JYyiLMy4MKyFWQyah4A2laShcw8lING4waf/opVA0lipWVa7CZ6UmidUwSziJq38/LdZQICvgpLUN55YkVvV+yCsu1Ev5NlKKWJWkkvx69NFH84ZIyhr0BxQpG1EZmqpXKTF0wQUXmIr2+4OLSunXSz5Jp/CSDFMJAC9r/XuSe8rg9CUK4oHrACtld8bloWSvMjzDLfRZxKpvozjOPvts22GHHZxIVsajskZPO+20qK6rYvElEJQJKYknRspsvfDCC51UjYtExalsRv0JLy8ox40bl9O/b+NloReXnnl4cJP6UDtlYIbjlsNG42YRq2rnY9PnaWJV7ykbWc9N+DwpS1dM9XqSgC5HrGosn0mrZ/Tdd991ZQriB4B5tr78RDh+uWLVs1DJgaOPPto9H/Gr1GemlO8HtIUABCAAgbYjkC9WvcicEWxbTspYbYoprb6lf91nirYcDjXcdBCVxNCoi4vXWI22NsfkUVLdyXjN1yaRFCtpkFBaoNgc4r9QbLvVyO25HLEalgII66dKnHqhGv/oD7fS6PpcGaXTp083lW0q59IvYlUGQJcXpAXFauOaxAOsdH+hUgAFRWXzszl93+at9s0yXyJWYjVHyObVWJVYDeuytmSNSqwm9Vm+WC2QNd30FRbViN0syHgN5+6+tmKiWCUGxr2T+zXGIV7lPM21dw9itfbWrKYj9mIoFIXxzMi0CSbVLfVt1d9u/Ye4Gqnxw6UKAQvjCNtJkoX1Uf17Epf+krCNC7O0DMxCMWQRqxJuyuzVlZS1GtYD9aI4FKvFBKGPLy4lQ0nnpaS2+IflC+LCsbViVQJa5SB0xTMzvTDVOviSCklsQwEbxleqWA3bJ4lVja2MVC/v48+y4vD1f+Nx+gxgZQ97eVtsK3+aWPUxFLu/2DePrGLV15gMt5PH+5aMevnll6MsO4k6STllP4aX6rNOnDjRScdS+/WSLz62tm7/+Mc/jk5P9+8XO+FUQlOiKi4PvShWv14kZxGrGlftJPskZf2l7NdTTjklUZT5A6ckrf0lsSYRGz/xPi0D12f9JtUZjb6Xbb11JJ4lHJMObpIQPvLII3PGLYeNxswqVtVWz45EciGxqjWRxJT4TXue4s9FuWI1LAmgDGTFNnv27MQvJ1+CIZTR5YpVDaAM2HhN3PjApTwzxb4H8D4EIAABCECgsxMoR6yGh1eFYjV+cFVSKQDxlliVBH3qqafszTdbzujIuha6/zvf+Y5ttdVW7pa4WE0qBbAmRawqxn79VIci+UoThV46njB3VKIE7TBi1Un+oNyGppmXuapfXihLVSUCRtnE5vIFEZGcg7qaXvXzT5zn5ME2La8Wa9bVpV0tEECs1sIq1VGMXgxpSkm1PAtNVdl/k56YnChOvSCVED1z3+PsrYVvR7VJJSW33WRrO+eB30Sy1LdPE6t6ffD6A0yHL6lUgC6VCwgPpJL0ix8mFWZ86h7fz7cG7mbb9t8m9cCnJBmq+73YkyQNsxvDzEafjSrh+R/P3Bll4IZiNRSNaqc6rmlX2jb8MJb4PMN4yhWrqonau1vvqBataogevefoqNRAKVI0jC+stVpKHyF/fZ4mVuN1a31dV78uaVmoWpO5ixe47OE05vE1ShKrFz14uTuILa3ubSnfPrKK1VL6TGor0aTLZ4i2tr9auF/SWNmOuuIZpknxS9Cp3lYhRuKoP0mZjLXApBIxSnqqJllne57KfWYqwZw+IAABCEAAAvVMoByx+vHHH7ut/PHDq0oRq5KfL7zwgjuE02/lz8pZ9VX333//KNPUi1X/0R9YJXnrP1+9ZrXLWFWb8PCqrl27ul+Ip19J2Z4t2/MlVm8cNK25pmlaKYDmrGubbDNPb89SALkHS7XMMf1Qq7BSapixqozrliza4P5NWw7E0r1krGZ9imu7HWK1ttev5qL3J7OXc4K5pFh42FE4eZ9J+s1NhphOrJdYVZ1PbffX5Q9d0udqe9G+J7hDrJLKCqhN0hb3LLDj9S7j9yTVBc2SsSpJGmadhpmcEmuPz33BHfKU1lcpmbRpbUOxqnl5oeeZ3j/uGleKoVyx6ks0eMnsD2g6ad+mQ8xKkaJpJQ1K6SM+ZppYDcsshHVSfemKeK1d9RuXrmG8hZ69UKxK1vvSGEmSP8vzGm/TXmK1nNi4J5+AhKr+xA+nghUEIAABCEAAAhCAQHkEyhGr+mX4ypUrc8Vqlwbr0tDF1TxN+hPWV9XnuubPn2+PPPKIk5+lXNtss43tvffeJsGqKy5Ww5qq/hCrUKiGYnXddde19ddfv+jweaUcotrAaQdNdYDDq3xN4JzZNZXJOMQkRCc210U1y6lh3Nw+/yCslkO6wjIZLSU4dCM1Vos+THXQALFaB4vYmaagLc+6koRoKFf/9sGsvDZeqIbbrpPKBkjwvbn4fZOklbzyYi8rZ8lVZdc+886LiaUJ4gcqZRWrcWmrMgQD1tvEnSrvsyKziNVidTyzilXFM+7WM6MsYC8Vb3v27lYdXiXp+ONbz4gyk32GbSlSNBSVIe9S+tB6ZykFoHYhM38wmLJQRwz6uvkM1vD5iUvXUM6qXdoBVKFY/cV+p9rBt5yeWoYg6/MatkOslkOtevcoW1N1WLkgAAEIQAACEIAABCpDoByxumLFClu6dGmrMlZ9OYBXX33VnnnmmcyT0c+Chx12mCnT1Ge6tkasqr8ePXpkHr+SDXOyQJ0EnWMnzDzTwqzRSo5HXxCoFAHEaqVI0k+7EPA1K5OEqMTeJt172wcrl0aySZL0hD3H2PuLF9ptLz+Uqf5qvExAsa3zxSYuAXndkzfbL565zTWNHwqVVazq3ngmpjJ/fbZqXPCFpQDC7NK0zEs/j7BmaNhHPGNV7SUER95wfA7v4QO/bq8tnGVTxv22GJocIRnWq03ayh9KzmI1VsP7vehUMG0lVn29VI2h5+dX+53u6tCm1Q+OH1oVB5W2RvFSAGlZzEXBpzRArJZLjvsgAAEIQAACEIAABOqBQDliVWUAVA4gpxRAiRmrunfZsmWuFIDqrGYtB9CzZ0/bfvvtbciQIZEQbY1YVRkASdqqXLGM0qSs0arExaAQKEIAscojUjMEJPH+9Nw99uBbjxcUpD7jdP9Bu9u4PQ+P5jf9rRk2Y94L9unKpan3+6xXCVodhqUSAhJlB247wvYYuEvB2qQaSJmqug4cOiqPq5dprRGrSaUGwgzUNElb7PR6H2zawVGhlAxlq14P7/H9xOeY9pClZcem1UgtdFBUOMahN4yPMmnD7M9iYlXPmK4BzXV1Q2FaTEiHslTPTN/uvV391Pjl+9S6+fq9ajNr4dvRIVZp4jipxmo411Ail/OFjVgthxr3QAACEIAABCAAAQjUC4FyxKrm/tFHH7lapRKk2vrvP2YtBaB7n3/+eXvllVdcP1kvL3N33nln23333d3YxcSqO8wqocaq7t14442zDk07CECgmQBilUehwxOQuPv1I7+LDmVSwBJPafVR/YT8wVH+73OWLCiasRo/zMpnwYYZsqqB+aOh+ydKVglBXUnlA7wUi8uvLBmroRwMpWNY01PjpvWVVEbg61vukrf2YWZrmEGqhkkZq76DUNzqtdaK1TCO+MFYpz7xRzdsWi3SUPTG2xQTqxp3s/X6R+sXsi4mVgsd6BWC9lnXqokbv9IOKPPtksRqPJN3+vjJkRgu9YsbsVoqMdpDAAIQgAAEIAABCNQTgXLFqkoBqCSAF6mlilXVaX3wwQft888/LwunaqP+8Ic/tD59+kRi1QvanEOrVq924nZN45q8w6vUB2WmysLPTZ2cAGK1kz8AHX36YcagZN3oXQ5w2/p1aI+uYnK1lPlJquoavP4A91EHX53zvVOcpFIm46xFs+25eS9FGbNqf/a+x+dkp0qaPTz3efvTEZdZKC7Dk9vjhxl5WaYxPzn7YevVvVcUtp9/KDnDepxx2RdmL8a3oYcsJWTjMYbbyuN1YBWQF4fxGH2waQdGFVqDpIzVMA5lH4dZn/G6rvH5i81P77rAZasmHRSWJlZ134LPPnCHo1158C+itUur1Zo0J8W2waT93Vtx4e3b+7VL4qs2OtzNl4xImnvY/xtnPxSFEYro+H2lfA0gVkuhRVsIQAACEIAABCAAgXojUK5YXbVqlX3yySc5YlVyda211nLZq/oYStfw8CodKDV9+nR77733MpcAiHNXfzrQdOTIkW4cXT5zNTy8Kvq8WayGB1dtsMEG1SsDUG8PEvPpVAQQq51quWtvsl68/XzXg3IOAZJIUm3RpFqr5c5SMsyfbF+sD2VF3vfyI3bjSw/adn02tSsOOs++tsk2FgounzHrM2X19z+OudS106UszxufvTPasq7XQlkryab+JY99OYKzv/9Td6/GuePNx81LWsVzzgO/yetLJQz8PbpPYlHy0HOThOvTrZf5GP0BX0ftOToHgdbBHwiWJJR9Yz9/tUnKyAw7DUVvEm/Jx5P3OSZHNKudBOaEBy93ZRp0KWYdNKbrT/Nmuo96Xv7le6fk3RuK57Q19hI7nLNvWywT188//rz69f6XR65266mYT9jlwJy10XrHy1xoffRsvfXBbJv0xOSc593XD1bZiXhGchb+SfMvRazecENTmYPx48cnoiz0vn5ovOOOO1K/zI444gj3g+HTTz/t/ujke13+vm9961umP/HrzjvvdC+NGTMm5y0d8qR49Bv4pHjL7Vexacx58+a58Q444ABT7OFv+n3ffk7F5q5+/Hz9/JNApTFQW8U0depUU+aDTnXda6+98uJKhZ/xDTHVGmocXQMHDnRrEmd/5ZVXutfj61VsTcIwXn/9dXv44Ydtxx13tFGj8susaL7vvvtuYuRbbLFFXkwZp0gzCEAAAhCAAAQ6IYFyxapQffrpp6Z6q0nlALxg9XJVQlPtP/zwQ1uwYIH7OVeCtTWXxtDP0AMGDHBb+vv07WNdGro0Zaim/JF81XuqqyqxygUBCJROALFaOjPuaEcCXqxKFB099Ac2bNCutnTlMpc5qsw+vR4eVlVOaL6PrFI1HENC67Zn7zZtT/db1iU5n5/3kn22clnUdNv+2+SVDvBZkvGYB6y3icuSVT9Lv1gevd27W89Iyure5995KcqWVRzKqI1f4T3he5Kaby18O6d5Uoy+gYRsePkYk3j7vpPKIYTt0+avNkllCuJj6X6NFXJer3svx9nXSI3fE59HUvxD+m3thGxa20Kx+Tn5PgrNN7428fX296ovPfPKqE17VvR6/P4sDOP9lSJWp02bZkcffbRdfvnlebJSEvPcc8+12267LVGESRgeeOCBtuuuu7rtSvFr4sSJtsMOO5ik3KWXXuoOA9Dl79M9f//73/O2Ko0e3fQLgbvvvjunS4m38847zxYvXmwvvfSS+4EzvMrpV/LzpptuskMOOcR22mknkyi85ZZbXLcPPPCAiz+MWVu7JBeLzT2M38//29/+dk68mocONtDYkydPjt5TDIceeqh779hjj3XzTIsr6dnP+pp+8B8xYoT17dvXraNEsl4TD42ruP2lAxDOP//8SBb714utSRiLWN93331uvJkzm355El5ad81Zz1P8Ur2xX/7yl1mnRjsIQAACEIAABDo5gdaI1ZUrV7qfvdJqrEq4SrxKpr788stOrIb1UCuB3mfC6qN+dho6dKhttNFGtvbaa7uxJG99lmr4Ub+M7969eyVCoA8IdDoCiNVOt+S1NWHJohPvPL9gZqrfwl9q9mq49f/XB51Xdl1KEZVQu+Ivv7fvDtk78eCq2qJOtJ2VQCliVYyOP/54e/zxx90fLyu9dJN4C6VfyNTLRS8b03iniVW1j0tFvZYmVvW6MiqfeOIJJ4N9Rqgf18eTtV+JOknUUKDqXv0gre1X+sH00Ucfdd3H55p17ro3Pv+QU5K89oIxKS4JKkyHXwAAIABJREFU17lz5yYK6VKfdy8643JbsvTkk0/OEeppYrXYmviYxHS33XazU045xUn2pGcmbd1LnRftIQABCEAAAhCAQGvEquhJlkpeOsHZpcFljOqSdJ09e7YtXLjQ/cyoNhKdbXn5EgS9e/d2WaxbbbWVdevWzaxBdQIsEqySrpKwXBCAQHkEEKvlceOudiag7MGZc190o87/bKHLUty+X9OWemVaTp/1V1caQCex+0t1NsNLW6ffXPy+bdLcRm1P2HNMRUWo4kzKVmxnXAwHgbIIlCpWvfRSpqDPEvVyLymj1AeVVS6miVVJVWUwxjNikwSbRO8uu+zihJzG1T3xrEcfT5Z+NefBgwcnZmFqfsrkvf76623KlCkuk7OtxKrGCqVlMaaeQ1L2aKkPizgra9bL4/D++Nb/JLGaZU18nz6zVc/Tcccd5wR5mBGrdojVUleQ9hCAAAQgAAEIpBForVj98ssvXTkmSc3Va1bbZ0s+s/nz59s777xjeq+tZWravBTPOuusYyqTtNlmm7lEAL2mS7vB9B4XBCBQHgHEanncuKsDEtB2+MdmzbA3P5htry2c5Q6f8vL1jUVv2+LPl9qWfQe41wptF++AUyMkCLQLgVLFqoIKsxT1d2WEXnfddQXrWhaTgH6yaWJVknTSpElu+3cocJMEm7JL1V4y1Qu9uJAN4ynWr5/vk08+GW33L7Q4bSVWfb+etc+iVSZE2qUMY9WDTRKipTxgfl0kaX3t2LT7k8RqljXx/X33u991YlxjevZz5szJKQOBWC1l9WgLAQhAAAIQgEAhAq0Vq+pbv4jXz2RvvfWWff755277f0e6lKG67rrr2pAhQ2zrrbd2kpULAhAonwBitXx23AkBCECgrgiUI1YFwGep6vMwezUNjpeCvg5o2C4UdYXEqn7brnID8WxZ9RXWWB02bJirA+rrbIaizo8bys9i/Rbanp803zSxmlZf9qijjoqkdCgww74liJWxO2jQILv33nudZMwiF0uNvdDDLZ7XXnuta6IM3n333dfV040fLpUkVrOsifqNi3CfLRwX95q7hLGkfnhxcFVdfXtiMhCAAAQgAIF2IVAJsapA9TPaRx991C4xlzuIaq+qXBRXGQT+dqk1fOsCu+TpRjv/m2Xczy11RQCxWlfLyWSqTUD/81Qxcp3C2HPddW3555+7j3Pfecd69uhhPXr2jN7X/8jemTfPNt5oo6id4g/b+j78vHSPxtDr6/bsGd2v9/1Y+qh2b7zxhhtT1xuvv27b77BDNP6gLbeM2n/40Ue2fMUK187Hrb7DS3359xSfPtelcT5fvtzFrNdWLF8ezUefq1/fVjFrrC0HDszpW7Uqx40bF73m56cXfHs/F/HzY4Tz93PQvDyLkJWYJF1aKzHy8/dc1DZcN8WstfIf1d6PpdiUDak5+HE0di1e5YpVX1dVcw7rraYxKHSAkz+4SvcWEqs6CMpnMPoDtOJy0R+wFR5YlZT1GJefhfotVU6midUkqaw5a176E87fH17lD62SyFQtU0loSVVd7S1WNabW/eGHH7annnrKrbvikzD2sldt4mI165ro3jCz1T9Lqu+q9QyzbtMOr+Lgqlr8LkTMEIAABCAAgeoSqJRY1eGr999/f4fLVvV0lbV68MEHu5/VyrkW/udoG3D0PbFbL7GnGs+3pp9k6+h67zYbvcUcOzua20K77YhTzK68247OPRO3jibNVEohgFgthRZtIVCEgP5H/NGiRbboww9t3xEj7G4d5vLTn9o7c+faczNnWr+NN7Z9Royw6/7wB3d6tj9F+/f/9m92yj//sz32xBMuC02HzOg64IADnCD112GHHWYaY/vtt3d/zjjtNBs9Zoztsfvu9v9feaXrf3/d8/rrTvItX77c5s2daxdMmODue/211+wHBxzg5K7eVx/6fOrUqXbMMcfYzTffbN9W5tkBB0RjTps61X2+6KOPnERVttlDU6faDjvuaIrn+uuui15TO81b/UlYKh6xUFvJRvG4ujnLzQ9wycSJLj5/SWDOfP55F7vGU01FP74+aj6jDz88Z/7KVttx++2d4JRw1X0nnXyym7ME6WtvvOG46nruuedsjz32cJ9r/orz4alTbaN+/Rx3385/rvXUmmmL+EUXXmh33X23G8tLVL2vexXv66+/7voWl1q8yhWrmmsWseeZVKIUgJeP4QFaZ5xxhhvCZ6zqPWV2Jl1exuq9pHjS+vXSNZS18f6VWemFZ6VLAfjx41mbEo46nCtePzaMrVCb8AAvf4/+QVDK5Q/UOu2006IM4bhYzbomGldb0yRrk66wFEMpz14p86EtBCAAAQhAAAKdj0ClxKrIqa6qfqncES/tMtqyOSml1Pienthge114mP3p3Vyx6F5/5U+24I6jrX+pndZU+4W28L3+1h+pWlOr1pbBIlbbki59dzoCXqwuW7HCCcsVy5bZsD33dKJvzrx5Trp5Yag2r732mn1jjz1Mn8+bM8c27tfPCU6JRUlQCURJSi/7QrEquBK0PXr1sssuu8xemDnTCURlTnr5qnElbyUzlRkq8XfhBRfYc88/7zJflXUpEXn3XXe5cX918cXWq0cP117CU69JOqpP3SOBqc/1nherXoyq/5nPPuvmMGfuXBs8aJATq7okHjWfDxctckL568OGRc9GXKzqDX84jZ+34tQ81LcucQnn72Wm+tLYuiTOJJo0rjJMvUwV/8cee8x++MMfunaSq5LXw3bf3YllzUuX7jv5n//ZSXHJqmeee8523HFHl4Er4a2+JVUlmnVJNg8cNMj1feONN9bks1+LYjU8QMtDl1j128Yl+eLb0yXJw8OXksRqWr9+e3paHVl9je2zzz5RndlKi1XN0W/DD+ViFuGrZ1Vb9uOHP6lPzVffj8LLy+vwNT+feJ1a3yYuOUOxWsqa+MxWcd5889yfWseOHeu+D/nyDojVmvx2Q9AQgAAEIACBDkmgkmJVE/zHP/7R6vr2lQal0lhbbbVVWd02ZapanlR1nWl7/JWDm8Rq81b5cJCWbfNP26UN023k02Z7NW+nH/k/DTb9+0+ZfWsvu+Dip6xxgtmlDXvZBUEHhe4Pt+PHs2lb7lOm6QD7yZ1Bp2O8CI6/F2Tfhhmr7vOfWJire9htC+zuHzepZMnlaB56Ieq/LNzcVCMEEKs1slCEWRsEJNvefP11Jyv7bbSRkxj/9u//boePHm1z581z7ymTUhKyZ8+eLrNRMlBZnpKgWw4a5ESqtrvrNQk9iTyftenr9Hg5e9jhh9vzzz1nu++xh7tHY2hM9aUxdEmmKBPWC0D1KTH45OOPu/clKO665x43xg477BD157ezK4NUwlHSUG00h+122CGqGSTpqT591qbmpSuecaoMzwNGjbKp06blZHQmiVVxlOCVcB40cKCTu/pcmaLKnNWlOSp2tZXw9e+L10Ybb+xY+HZhaQP19/gTT7i5iKfmqTnpfq2TxtIltpq3K4HQvFb6QcvPSzzVr+eorFZlv6rvsLRBbTy5TVHWolhV3F7C6XNtm5dY9dmT8YOOwvZeTKZl0Cb1q/t9Tc/p06fnHKKk93ymqz9Uqy3EqgTlyJEj3UED4ZZ4PZN6LdyK758/ZavqlxOFMm2zPqvKJE2qpevjCuVtKFZLWZNCB23FD+pCrGZdOdpBAAIQgAAEIFCMQKXFqsZT5qp+Zqv2IVba/i+pWm6mqubipOW9owtnpTbLx6+H9UedaH2hWchKrHqB2lQ4oCkLNpSZC23h5v1bMl9ztuPn3x+tq2t3t4322bTBuIOnxDNqm2Xqzk/Zgm0m5cwrJ/s2GnukTW/Yy14IRKrF5po7j5b+GyfUXYGEYl9Knep9xGqnWm4mC4GORyBeY7XjRdh5IqpVseqFprb9e7EqyTh06FCbPHly4gJKDh5yyCEue7NQaQK/dd33q858Tdm+ffu6WqfKZJZUvP76613GcpjNWmqNVfXvD/AqVM/V93v++eebpKkuZcsedNBBprjOPfdcl+mZFldrnmqfHSsmOmxL44iJ5q0SGmGd3VCsZl0TzWeXXXZxWefjx4/PCzWeFYxYbc1qci8EIAABCEAAAiGBthCr6l8lltyOtyodaKVkEv3yu9yaqp5RdrEayE33A3QoPCVGJ9ngoJSAhOSkbVoyP6M1ycl89eUH8u9vWcP095z0NGXDtkjO6LXvT2/Jto1/SeSI1dy4zZokrzVL5Pg8HK+3z84Zk6+4+iOAWK2/NWVGEIAABMoi0Bqx6rdl+4+FApAYmzBhgoUHVSW1l8C7/fbbo5qphe6TQDzuuONMBxZJxqne6kknnZRXBsCPI2n56quvOvGatd9wbhpPf9cPyMqK1SVRe+KJJ0aHT3nZGc7Vj1WIj+cSn3/8Hs1hxowZNmXKlChzNh5Xnz59bMSIEXlxlfWABDdJ7Op58TVsNY7mLykabt2X9JR8VVmBrGty5JFHOkl99dVX55UB8CFIeO+0005uvFKevdbOm/shAAEIQAACEKhvAm0lVj01/Qyln0Hb89LPTEklnsqJoaBYdRLU7Kl3B9uk2Hb5prHSxWiikNThWK4sgERoKEwLiVWNE9vW39xHUzZpwqz9GLFt/lEJAcRqOY9Kp7oHsdqplpvJQgACEEgn0BqxClcIQAACEIAABCAAAQjUOoG2Fqvi8/7779vzzz9vCxcubFNc/fv3t91339023XTTio1TtMZqJFZjGas5ERTPWM3LYC2S8Zo+wSbJOudnjaY6rvGM1dT78uqqzrGzG1UKgIzVij1MddQRYrWOFpOpQAACEGgNAcRqa+hxLwQgAAEIQAACEIBArRNoD7HqGelgKx0eWmnBKqGqUlXlHlBVbA2bMj999mlL66i+aHPGqgW1SHMzXbOJ1b1e8QdL+RqsxUsBNInfr9tTjeeb2/Af1EB1YjWs4xpt419gg68cYD/ZuaVMQE4/JdZYDUsaUAqg2NNUH+8jVutjHZkFBCAAgVYTQKy2GiEdQAACEIAABCAAAQjUMIH2FKse06JFi2z27NmuVv2yZcvKoterVy8bNGiQ6RyBfv36ldVHKTc1icd7YrcEsjWnNqqZjWmRpLnb+pu6yK+xmrud/5Knm+WnqZ/BdmNe5mhc8Lb8/bBI8MZKBJhZtN2/WbJeEN0WzCUve/UnFs68pf/8eSBWS3mqarctYrV2147IIQABCFSUAGK1ojjpDAIQgAAEIAABCECgxghUQ6yGiHTI1QcffOAOu1q8eLETrStXrrSvvvrKNVt77bWte/fuJpGqGvc6jGqTTTZp9aFUNbZMhAuBDkUAsdqhloNgIAABCFSPAGK1euwZGQIQgAAEIAABCECg+gSqLVarT4AIIACBUgkgVkslRnsIQAACEIAABCAAAQhAAAIQgAAE6o4AYrXulpQJQaDNCSBW2xwxA0AAAhCAAAQgAAEIQAACEIAABCDQ0QkgVjv6ChEfBDoeAcRqx1sTIoIABCAAAQhAAAIQgAAEIAABCECgnQkgVtsZOMNBoA4IIFbrYBGZAgQgAAEIQAACEIAABCAAAQhAAAIQgAAEINC+BBCr7cub0SAAAQhAAAIQgAAEIAABCEAAAhCAAAQgAIE6IIBYrYNFZAoQgAAEIAABCEAAAhCAAAQgAAEIQAACEIBA+xJArLYvb0aDAAQgAAEIQAACEIAABCAAAQhAAAIQgAAE6oAAYrUOFpEpQAACEIAABCAAAQhAAAIQgAAEIAABCEAAAu1LoGHFgz9ubN8hGQ0CEIAABCAAAQhAoO4INJhZ9FOl/lLgKvJ27p3FGzcUb2JmmRq1DJ3aXJPsUmqITe1zGFXoCYjiLDw/Mcr+Q39sfmmhZkWatV3Wh0YTydpnYrvkm7M9R/EgswZSZL1dNxn6ytDE9VMCo5LmXfYzrBtTgs80p2x4Sv6qKmnyxdYw60Sa+ynIMugra7clPOtZOeV2WaHv61mf9aJB+oe8IdOXTtHuYt+gS/uemfH7Qta1jLor+YaEaSb8P6s4jPwWFftaqcScMn6/LGeeZd2j/2dm/z9s8hAdiUu9xVLC/xDLWn+zhiWXtfoJKHNoboMABCAAAQhAAAIQqBsCpfwcXkrbDIBK+vde1rGztivl33el9Jlh3q5Jxj4bsv67L2s7jZ2pbUOeh846tdx2wUSzeoLUdgniuNHMMSp25fWZcQGK9ese4gx9ZWgS9ZOprVnhr59YJxn7TLAy6Q9M1j6jdkUevKz9iXjmL4xiC6jO1srQKGiSGmfsIcs6n7x26iclpox9Vl2sFo2z+eumaLssSxObbabvb2mPdUpAWfuMwq3IxPJ/GZgFR7xNlw4USyn/8ys410rNSV9n9SRWKzGfzD8kFHkas/yPudgDnfWHhmL9pL/f8NmkVj8B5Y/OnRCAAAQgAAEIQAACtU+gFNmU+edb37DwP3waG826FP25u7mvrGMXbBeTFa3qM+vNKY9IdHvhfrIxav53YZcCMiYMI1PojWaNXSogVmODZRrbzyfOLnl+pTHyfWYNpMiXeDR4kX/kZxqutGe98LzL5J433ZSv5Uzzae4s47Pu/mVb9PtBU5+NjY3Wpfg3j2zfnx3IEsRq0e8xzZPIOp/Edilfyxn7zG1W5KaMfTatT4bGGZo0iawuZo2V+OVNbLaZ/r9S6HtM8i9vsj6bzU9o9oe54FOa8Xt6oT4yf4Ms9uVSgViidPzWStFMD1mxCTU/BCV87Sf2WMlYMn4DTJ1ZJdbIfYetwPNbiT4qFUvhR6Gh8SrEaoavFppAAAIQgAAEIAABCBQiUMq/cUppm4V6Kf1lzRgq+G+T4M1Sfu5PjLOU4BNgRLcX6SfrMK5dxmyVTH12MWsQpNZeZZZfyFvvAv9oLOvZyATBmzyzNSksXNpohn8QFx0ueCCLtm1ek4LtYm9m7TNvuZszC+Ovl9Jf1mc96zoqlkpl4TnsGb9uiv47PzaBrIwS2xXIWG1cbWZrSvjCrND3mJLEarHvHc3PVVZGBWdb5rOeOHbKQ1hynBm+JxRdwQqJspK2hhQKqhJzKuWLvFgsxZ6xooDTM8Oz3Bq1KfnhSOm9Ev20Zo3WmK1ZkeV/LhnpVGI+7pt9BbKK00Nu2PW0rSvxJGWEQjMIQAACEIAABCAAAQhkJVCpH6izjhe0a7eh22egzKNkbah/QWRtWwb+/FsqNVhy4CVNp5xQVGpgnbVsnX49rDFNrrYv0BbE5cynImtabieVC7hirqikB6jceZdzXxqr1fZlty1szdp9S5Sr2WPwI3+2pot7sr9qbLAVq/V5dv2wxrrYF9a1nb4ysseVnUK5LSv3jDdF0JHmVi4T7uvoBBob19jaXXrYWhudGsjVjh516+LruXYX66bfH9v4nfkqax1L7oYABCAAAQhAAAIQgAAEaoZAFf75oyG7rW1dt+htjaurMH7NrE0NB9ohlzU5qIbG1baqx9fMuvYzM2WudtSrQ0LtqLCICwJVJrDG1mroYT36n2eNa5ZVOZb2GV5VMtzv1dY+aSe+W7UPc0aBAAQgAAEIQAACEIAABDohAVfPs9va1m2z3unlADohF6ZcJQKNX9kX625jq7tubA0llQOoUrwMCwEIdHgCjY2rrWuXntZjk3M6jVj1i4JY7fCPJwFCAAIQgAAEIAABCEAAArVMALFay6tXh7EjVutwUZkSBKpLALFaXf6MDgEIQAACEIAABCAAAQhAoG4JIFbrdmlrc2KI1dpcN6KGQAcmgFjtwItDaBCAAAQgAAEIQAACEIAABGqZAGK1llevDmNHrNbhojIlCFSXAGK1uvwZHQIQgAAEIAABCEAAAhCAQN0SQKzW7dLW5sQQq7W5bkQNgQ5MALHagReH0CAAAQhAAAIQgAAEIAABCNQyAcRqLa9eHcaOWK3DRWVKEKguAcRqdfkzOgQgAAEIQAACEIAABCAAgbolgFit26WtzYkhVmtz3YgaAh2YAGK1Ay8OoUEAAhCAAAQgAAEIQAACEKhlAojVWl69OowdsVqHi8qUIFBdAojV6vJndAhAAAIQgAAEIAABCEAAAnVLALFat0tbmxNDrNbmuhE1BDowAcRqB14cQoMABCAAAQhAAAIQgAAEIFDLBBCrtbx6dRg7YrUOF5UpQaC6BBCr1eXP6BCAAAQgAAEIQAACEIAABOqWAGK1bpe2NieGWK3NdSNqCHRgAojVDrw4hAYBCEAAAhCAAAQgAAEIQKCWCSBWa3n16jB2xGodLipTgkB1CSBWq8uf0SEAAQhAAAIQgAAEIAABCNQtAcRq3S5tbU4MsVqb60bUEOjABBCrHXhxCA0CEIAABCAAAQhAAAIQgEAtE0Cs1vLq1WHsiNU6XFSmBIHqEujUYvWTTz5prC5+RocABCAAAQhAAAIQgAAEIAABCEAAAhCAAAQgUFsEGhCrtbVgRAsBCEAAAhCAAAQgAAEIQAACEIAABCAAAQhUnwBitfprQAQQgAAEIAABCEAAAhCAAAQgAAEIQAACEIBAjRFArNbYghEuBCAAAQhAAAIQgAAEIAABCEAAAhCAAAQgUH0CiNXqrwERQAACEIAABCAAAQhAAAIQgAAEIAABCEAAAjVGALFaYwtGuBCAAAQgAAEIQAACEIAABCAAAQhAAAIQgED1CSBWq78GRAABCEAAAhCAAAQgAAEIQAACEIAABCAAAQjUGAHEao0tGOFCAAIQgAAEIAABCEAAAhCAAAQgAAEIQAAC1SeAWK3+GhABBCAAAQhAAAIQgAAEIAABCEAAAhCAAAQgUGMEEKs1tmCECwEIQAACEIAABCAAAQhAAAIQgAAEIAABCFSfQEXE6so1n9nnjUvsyzUrrNEaqz8rIoAABCAAAQhAAAIQgAAEIAABCEAAAhCAAAQgEBBosAZbp0sPW7dhfeveZb1Ws2m1WF26ZpHN/niuXfXIvfbYmzPt81VftDooOoAABCAAAQhAAAIQgAAEIAABCEAAAhCAAAQgUEkC63btZiO339PO+P4htvWGg6x3l36t6r5VYlWZqm9+/KYdcs35CNVWLQM3QwACEIAABCAAAQhAAAIQgAAEIAABCEAAAu1BQIL1vtMvte023K5VmautEqufrn7Xzrz9Dzb1lRntMWfGgAAEIAABCEAAAhCAAAQgAAEIQAACEIAABCDQagI/HLqPXXnkydZ3rS3K7qtVYvWDVW/ZnhefSrZq2fi5EQIQgAAEIAABCEAAAhCAAAQgAAEIQAACEGhvAspaffbC39kmXbcte+hWidWFq960oRNOKntwboQABCAAAQhAAAIQgAAEIAABCEAAAhCAAAQgUA0CL0+83vp33a7soRGrZaPjRghAAAIQgAAEIAABCEAAAhCAAAQgAAEIQKBWCSBWa3XliBsCEIAABCAAAQhAAAIQgAAEIAABCEAAAhCoGoGqidU1a9bYotWzKAVQtaVnYAhAAAIQgAAEIAABCEAAAhCAAAQgAAEIQKBcAhKr/dYaYl26dCmri7JLAaxatco+ttmI1bKwcxMEIAABCEAAAhCAAAQgAAEIQAACEIAABCBQTQISqxva1ta1a9eywihLrDY2NtrKlSttydrzEKtlYecmCEAAAhCAAAQgAAEIQAACEIAABCAAAQhAoJoEJFbX/2qgde/e3RoaGkoOpWyxunz5clvW7b02FKub2VnHnmQrb7rI/q3kaXEDBCAAAQhAAAIQgAAEIAABCEAAAhCAAAQgAIF0AhKrvb7Y3Hr27FlPYnUzO+tnd9oVW7xu55w13q7iCYAABCAAAQhAAAIQgAAEIAABCEAAAhCAAAQgUEECVROry5Yts+Xd57dBxmqzVN22t9mKZxCrFXxY6AoCEIAABCAAAQhAAAIQgAAEIAABCEAAAhBoIiCx2nPlZtarV6/2zVhtG7EaSFXNDrHKcw4BCEAAAhCAAAQgAAEIQAACEIAABCAAAQi0AYE6EqsxqYpYbYPHhS4hAAEIQAACEIAABCAAAQhAAAIQgAAEIAABEagTsZogVYP1XfnFF2arPrK5C/9h//vSTXblI8/YXNYfAhCAAAQgAAEIQAACEIAABCAAAQhAAAIQgECZBOpArBaWqklcVn78jP3b7ePtnJfLpMZtEIAABCAAAQhAAAIQgAAEIAABCEAAAhCAQKcmUONitXSpGq32qvl2750n2BGPz+/UDwCThwAEIAABCEAAAhCAAAQgAAEIQAACEIAABEonUONi1cyG/speOekw265r6ZO3L16yyy4ZaxcuKuPeIrdc/6tX7Lj+ZrbwHut60UU5rc/62VN2xba92+hwrV/ZK/9+mG2XMG45s3TzsPw5lNMX90AAAhCAAAQgAAEIQAACEIAABCAAAQhAoF4I1L5Y1Uq0Qq4ufPUi2+Laeyq+npFYXfGMnXPWeLsqGKHQewUDOfY+W7WX2ZT/7xA7KaWh+j50ySTb+MqbKjInxGpFMNIJBCAAAQhAAAIQgAAEIAABCEAAAhCAQJ0RqA+xmiZXV7xkV/35v23lNrvaoB4b2m5b7WDb9e2du4QJ4rMSa+yE5HpLbXEPs7/fuZft9xffqzJKv2/9V/S2PpYvXVsnVo+1s753k10VjdX6mSBWW8+QHiAAAQhAAAIQgAAEIAABCEAAAhCAAATqj0D9iNUkuZogTQftcbZdP/oo+07fbs2rOd/+c8L+dkyFywE0idV/2Ju2lfV/N8ggbc46fXPhVrbdejGx6t7bKucpe/OpnW3nm8yi8gHu3aX2v3fuZXP3adqmP8UOs+P6N722n91gH47ZIZK5ufe13NskepvKBljzGE0D576WJ1YLxFh/Xx7MCAIQgAAEIAABCEAAAhCAAAQgAAEIQAACyQTqS6zG5WpaNmq/H9v9P/uFHdA3Lhor95g0idVnbMq7O9hxW7welQPwotLJ0FCsfi9XiCqSJin6YcvW/1gpAF9SwMtXF33Qz9Shut+ahGtzFmtunyWK1Sx07fmlAAAgAElEQVQxVg4hPUEAAhCAAAQgAAEIQAACEIAABCAAAQhAoMMSqD+xGsrVVQW22u/1B3v32H2sv823e3+7vx3xRmXXyIvVc/7b7BdjNrZ7XV3UY+2Rq862AS/ubE9v1SRe4/VXc6KIi8wksRrvIy5WA6nr+s7po0SxmoQoQbZWliS9QQACEIAABCAAAQhAAAIQgAAEIAABCECg4xGoT7Hq5erRm9nk83IPjmpZgibJ+Z3ub9hV/3yEnVPhtYnE6llP2gHNMnXn+cpKbZKs1pzRGherBbfuJ4lVu8e6XnRRS/TFxGrOPMsTq4XLC1QYJN1BAAIQgAAEIAABCEAAAhCAAAQgAAEIQKADEqhfsSrY/TazQYvm29xE8M1i9bN77GsXXZTSpvwVaxGr4217SVS7x85Z8n27ojmD1L0WZJu2yMp/tGz9z5Kx2o5iNVOM5SPjTghAAAIQgAAEIAABCEAAAhCAAAQgAAEI1AyB+harBZehSaz2fWZ/2+P2+RVfsFCsXqVM010/tP/97Bu225Kmg6xy3jfL+7sLqC3EarFSAG7Mb9jC5gOtwsOr4jEnxlhxknQIAQhAAAIQgAAEIAABCEAAAhCAAAQgAIGOR6DzitV+l9v//XxD+8NZaaUCWrdYuRKyacv9drY0OkgqUaz2D7JVLf+e3PqozTK2WMZqhsOrtlvYUk4gfiBWnlgtFmPrsHE3BCAAAQhAAAIQgAAEIAABCEAAAhCAAARqgkCnFauDjr3D7lxxlu1xZ+WzVbXyueK0uexAjxZxmpT96aVm05OjtvfYINWB7eGFbK5snbtPU4mBtBqr+/3FrGg91OYM1T7Nj+ubT02yBbs2HbC180358rZ4jDXx3BMkBCAAAQhAAAIQgAAEIAABCEAAAhCAAARaRaCTitVv2M8P3s7+8/6bKl5btVWrwc0QgAAEIAABCEAAAhCAAAQgAAEIQAACEIBATRDonGK14KFWNbFuBAkBCEAAAhCAAAQgAAEIQAACEIAABCAAAQhUkUDnFKtVBM7QEIAABCAAAQhAAAIQgAAEIAABCEAAAhCAQO0TQKzW/hoyAwhAAAIQgAAEIAABCEAAAhCAAAQgAAEIQKCdCSBW2xk4w0EAAhCAAAQgAAEIQAACEIAABCAAAQhAAAK1TwCxWvtryAwgAAEIQAACEIAABCAAAQhAAAIQgAAEIACBdiaAWG1n4AwHAQhAAAIQgAAEIAABCEAAAhCAAAQgAAEI1D4BxGrtryEzgAAEIAABCEAAAhCAAAQgAAEIQAACEIAABNqZAGK1nYEzHAQgAAEIQAACEIAABCAAAQhAAAIQgAAEIFD7BBCrtb+GzAACEIAABCAAAQhAAAIQgAAEIAABCEAAAhBoZwKI1XYGznAQgAAEIAABCEAAAhCAAAQgAAEIQAACEIBA7RNArNb+GjIDCEAAAhCAAAQgAAEIQAACEIAABCAAAQhAoJ0JIFbbGTjDQQACEIAABCAAAQhAAAIQgAAEIAABCEAAArVPoOpitfYRMgMIQAACEIAABCAAAQhAAAIQgAAEIAABCECgMxLouXIz69WrlzU0NJQ8/YZPPvmksdS7GhsbbdmyZba8+3zbvt+3Sr2d9hCAAAQgAAEIQAACEIAABCAAAQhAAAIQgAAEqkrgjUVPG2K1qkvA4BCAAAQgAAEIQAACEIAABCAAAQhAAAIQgECtEUCs1tqKES8EIAABCEAAAhCAAAQgAAEIQAACEIAABCBQdQKI1aovAQFAAAIQgAAEIAABCEAAAhCAAAQgAAEIQAACtUYAsVprK0a8EIAABCAAAQhAAAIQgAAEIAABCEAAAhCAQNUJIFarvgQEAAEIQAACEIAABCAAAQhAAAIQgAAEIAABCNQaAcRqra0Y8UIAAhCAAAQgAAEIQAACEIAABCAAAQhAAAJVJ4BYrfoSEAAEIAABCEAAAhCAAAQgAAEIQAACEIAABCBQawQQq7W2YsQLAQhAAAIQgAAEIAABCEAAAhCAAAQgAAEIVJ0AYrXqS0AAEIAABCAAAQhAAAIQgAAEIAABCEAAAhCAQK0RQKzW2ooRLwQgAAEIQAACEIAABCAAAQhAAAIQgAAEIFB1AojVqi8BAUAAAhCAAAQgAAEIQAACEIAABCAAAQhAAAK1RgCxWmsrRrwQgAAEIAABCEAAAhCAAAQgAAEIQAACEIBA1QkgVqu+BAQAAQhAAAIQgAAEIAABCEAAAhCAAAQgAAEI1BoBxGqtrRjxQgACEIAABCAAAQhAAAIQgAAEIAABCEAAAlUngFit+hIQAAQgAAEIQAACEIAABCAAAQhAAAIQgAAEIFBrBBCrtbZixAsBCEAAAhCAAAQgAAEIQAACEIAABCAAAQhUnQBitepLQAAQgAAEIAABCEAAAhCAAAQgAAEIQAACEIBArRFArNbaihEvBCAAAQhAAAIQgAAEIAABCEAAAhCAAAQgUHUCiNWqLwEBQAACEIAABCAAAQhAAAIQgAAEIAABCEAAArVGALFaaytGvBCAAAQgAAEIQAACEIAABCAAAQhAAAIQgEDVCSBWq74EBAABCEAAAhCAAAQgAAEIQAACEIAABCAAAQjUGgHEaq2tGPFCAAIQgAAEIAABCEAAAhCAAAQgAAEIQAACVSeAWK36EhAABCAAAQhAAAIQgAAEIAABCEAAAhCAAAQgUGsEEKu1tmLECwEIQAACEIAABCAAAQhAAAIQgAAEIAABCFSdAGK16ktAABCAAAQgAAEIQAACEIAABCAAAQhAAAIQgECtEUCs1tqKES8EIAABCEAAAhCAAAQgAAEIQAACEIAABCBQdQKI1aovAQFAAAIQgAAEIAABCEAAAhCAAAQgAAEIQAACtUYAsVprK0a8EIAABCAAAQhAAAIQgAAEIAABCEAAAhCAQNUJIFarvgQEAAEIQAACEIAABCAAAQhAAAIQgAAEIAABCNQaAcRqra0Y8UIAAhCAAAQgAAEIQAACEIAABCAAAQhAAAJVJ4BYrfoSEAAEIAABCEAAAhCAAAQgAAEIQAACEIAABCBQawQQq7W2YsQLAQhAAAIQgAAEIAABCEAAAhCAAAQgAAEIVJ0AYrXqS0AAEIAABCAAAQhAAAIQgAAEIAABCEAAAhCAQK0RQKzW2ooRLwQgAAEIQAACEIAABCAAAQhAAAIQgAAEIFB1AojVqi8BAWQhsHr1avvyyy9tzZo1WZp3yDYrVqywL774wjbffPMOGR9BQQACEIAABCAAAQhAAAIQgAAEIAABCGQngFjNzoqWVSIgGblq1aoqjV65YZcvX27z58+3Pn362FZbbVW5jukJAhCAAAQgAAEIQAACEIAABCAAAQhAoN0JIFbbHTkDlkJAWar6Uw+XxOp7771njY2NtsEGGyBX62FRmQMEIAABCEAAAhCAAAQgAAEIQAACnZYAYrXTLn3Hn7i2/ytbtZa3/4eUvVjVfBoaGpCrHf8RJEIIQAACEIAABCAAAQhAAAIQgAAEIJBKALHKw9FhCdRTtqogh2JVf0eudthHj8AgAAEIQAACEIAABCAAAQhAAAIQgEBRAojVoohoUC0C9VJb1fOLi1XkarWeLMaFAAQgAAEIQAACEIAABCAAAQhAAAKtJ4BYbT1DeqgwAWWqfv7559alSxeX1VkvV5JYRa7Wy+oyDwhAAAIQgAAEIAABCEAAAhCAAAQ6GwHEamdb8Q48348//tjmz5/v6qrqGjBggPXp06cDR1xaaGliFblaGkdaQwACEIAABCAAAQhAAAIQgAAEIACBjkAAsdoRVoEYnFBduHBhzkFVnUmsIlf5IoAABCAAAQhAAAIQgAAEIAABCEAAArVFALFaW+tVl9F++umnNnfuXPvqq69y5lfvYnWttdZy5Q4aGxtt9erV7iMHWtXlI86kIAABCEAAAhCAAAQgAAEIQAACEKhDAojVOlzUWpvSrFmzbMmSJXlh17NY7dq1q0ms+ktSVWJZghW5WmtPMPFCAAIQgAAEIAABCEAAAhCAAAQg0BkJIFY746p3oDnrkCqJVR1YFb/qVaxKnK699tp5B3NJrq5atcqVQ0CudqCHlFAgAAEIQAACEIAABCAAAQhAAAIQgEACAcQqj0VVCShTdfbs2S5Ts7OIVW3/l1hNuiRVJVcpC1DVx5LBIQABCEAAAhCAAAQgAAEIQAACEIBAUQKI1aKIaNCWBBCr+XSRq235xNE3BCAAAQhAAAIQgAAEIAABCEAAAhCoDAHEamU40kuZBDqjWFU2qmqsKnM17ZJc9eURKAtQ5sPFbRCAAAQgAAEIQAACEIAABCAAAQhAoA0JIFbbEC5dFydQCbG6Yvly0x8Jy7a4Grp0sZ49e9q6PXq0qvvly5fbe++952qoSqpKrkqapl0qj6CyALqQq61Cz80QgAAEIAABCEAAAhCAAAQgAAEIQKDiBBCrFUdKh6UQaK1Y/eSjj0wHYLXHJbG6wYYblj1UKFbVSTG5KlH81VdfRfVnkatlo+dGCEAAAhCAAAQgAAEIQAACEIAABCBQcQKI1YojpcNSCLRGrK5cudI+/fhjlwHaHpdEaN8NN7Tu3buXNZyyT995551oi786WWuttdxBVmmZqxKr+uMv5GpZ6LkJAhCAAAQgAAEIQAACEIAABCAAAQhUnABiteJI6bAUAq0Rq8uWLrXPlixpsxIA8XlIaq63/vrWq3fvUqaY0/aDDz6wTz75JOc1iVX9iV/xjFXkatnYuRECEIAABCAAAQhAAAIQgAAEIAABCFScAGK14kjpsBQCrRGr1chYVSmAbmVmrIqLsk9VZzVevkD1VpW9Gl5hjdUkybvBBhvYVlttVQpu2kIAAhCAAAQgAAEIQAACEIAABCAAAQhUiABitUIg6aY8Aq0Rqxpxyaef2rJly8obvMS7evXqZev37VviXfnNVRLg/ffftxUrVuS8qaxVlRvQpfIGYQmApEEpC9DqpaADCEAAAhCAAAQgAAEIQAACEIAABCBQNgHEatnouLESBForVhXD5ytWmA6GamyjWqsNXbpYz549TYdXVfL67LPPbPHixfbFF1+UXSdWcnWjjTayLbfcsmhojWL0xRdmDQ3W0Lu3NSSUHyjaCQ0gAAEIQAACEIAABCAAAQhAAAIQgAAEHAHEKg9CVQlUQqxWdQIdYHCVEFh33XWTI2lstC9fesmWTp5sqxcsiNo0dO1q3b75Tes1bpx1qUAWbgfAQAj/r717jZHzOu8D/sxeucvLLrmkqBssKbIZRUrTNBbiKo5ZVDGQwh+SEM2HFLHdQOaXFmguHxLDQa0PclLUQNvEAfqhAK3ClhonSGJWRRpUgOu2dJQ0gYImTuQ49IWyY8uKyCWXd+51ind23rntzO6cnVnO7TeAYYl85n3P+Z1nKeDP856XAAECBAgQIECAAAECBAgQIHBXBQSrd5XbzRoFBKud90TLYLVYjFu///tx8zOfieLqatMbjS0sxPwv/mJMPPpo5wNxBQIECBAgQIAAAQIECBAgQIDACAkIVkdosftxqoLVzlelabBaLMbNs2fj5m//dnZg67Y3Gb/vvph/9tkYP3q088G4AgECBAgQIECAAAECBAgQIEBgRAQEqyOy0P06TcFq5yuzJVjd2Iibv/u7pf9FsdjWDWZ/4ifiwE//dFu1iggQIECAAAECBAgQIECAAAECBJyxqgd6LCBY7XwB6oLVXYSq2QgmH3ss5n/5l6PQ6qzWzofpCgQIECBAgAABAgQIECBAgACBoRKwY3WolnPwJiNY7XzN8mB1bX0jvnHxWky9ci6mf++3Ilqcq9rsjtkxAId/9Vdj7MiRzgfkCgQIECBAgAABAgQIECBAgACBERAQrI7AIvfzFAWrna9OFqxOTk3H65eux/H946XH/5f+zysx/ZufbjtcFax2vg6uQIAAAQIECBAgQIAAAQIECIyWgGB1tNa772YrWO3CkoyNx/+6cCv+3rGJODo7XrpgMTFcnXz88Zj/yEeisG9fFwbkEgQIECBAgAABAgQIECBAgACB4RcQrA7/Gvf1DLsRrG6sr8dqwmPvySCFQkxNTUWhUEj+6l5/Yb0Y8eIXr8X/+Or1+PvH98XpH5hPD1cLhTjwMz8Ts+97314P1/UJECBAgAABAgQIECBAgAABAkMjIFgdmqUczIl0GqzevHEjrl29GhsbG3sKMDY2Fofm5mL/gQN7ep+Ui2eh6gt/cTVe/tqN7On/0uf7760PV7Nfu3Luj2P6xf/c8liA0m7VX/qlKOzfn3J7tQQIECBAgAABAgQIECBAgACBkRYQrI708vd+8p0Eq6srK7F46VKsr6/flYlkZ5kuHD0ak1NTd+V+292kWaia16eEqxMPPBBzH/lIjB8/3vM5GQABAgQIECBAgAABAgQIECBAYJAEBKuDtFpDONZOgtUb16+Xdqtm54nejU92FEC2a/XAwYN343Yt77FdqLptuPqFbOfqpyJWlktlQtWeLqObEyBAgAABAgQIECBAgAABAgMuIFgd8AUc9OF3Eqzeunkzlq5cuavB6uEjR2JmdrZn7O2Equ2EqxPHjtqp2rNVdGMCBAgQIECAAAECBAgQIEBgGAQEq8OwigM8h06C1exc1cWLF2NlZeWuCGQvsFo4diyy81Z78UkJVbcLVxf/8stx33e9LaaO39OLabgnAQIECBAgQIAAAQIECBAgQGAoBASrQ7GMgzuJToLVbNbra2uxtLQUK8ubj7fv1Wdqejrm5+djfGJir26x7XV3E6o2C1dvrxZjY2wijs/N9GQebkqAAAECBAgQIECAAAECBAgQGBYBweqwrOSAzqPTYHVAp5007E5C1dpw9f3fNxeH908LVZP0FRMgQIAAAQIECBAgQIAAAQIEmgsIVnVGTwUEq9vzdyNUze5w/MBkPPsjD8RDh6d7ut5uToAAAQIECBAgQIAAAQIECBAYFgHB6rCs5IDOQ7DaeuGahaqFyfEYPzgThfGxKK6sxfr127Gxvh6FQutzX4WqA/rDYdgECBAgQIAAAQIECBAgQIBAXwsIVvt6eYZ/cILV5mvcLFQdm56MibnZiLFC+UvFWLt1K9aX7kRhbLzphYSqw/8zZIYECBAgQIAAAQIECBAgQIBAbwQEq71xd9eygGB1ayu0G6quryzHxspyxEohiisbWy4kVPVjRoAAAQIECBAgQIAAAQIECBDYOwHB6t7ZunIbAoLVeqTkUDX7+upYFJfX6y4kVG2j+ZQQIECAAAECBAgQIECAAAECBDoQEKx2gOernQsIVquGuwpVixHFlSxcLVYuJFTtvC9dgQABAgQIECBAgAABAgQIECCwk4BgdSchv7+nAoLVTd5dhaoRsXF7JYrLEWMTk6XrCFX3tF1dnAABAgQIECBAgAABAgQIECBQERCsaoaeCghWOwhV76zG2rXbMT61rxSsClV72spuToAAAQIECBAgQIAAAQIECIyYgGB1xBa836bbabC6troaV65cidWVlSgWq4/D99s8W41noxjx0jcL8cqbhchHPzY9GRNzsxFjhfLXilF5UVX5VzbKoWoUizE+PRP3zc/Gsz/yQDx0eHpQpm6cBAgQIECAAAECBAgQIECAAIGBFhCsDvTyDf7gOwlWN9bX49LFi7G6ujqQEN0IVbOJ33vkYDz3Tx4Rqg5kFxg0AQIECBAgQIAAAQIECBAgMKgCgtVBXbkhGXcnweqtmzdj6cqVkd2pmrXA4Zmx+NfvfSi+921Hh6QjTIMAAQIECBAgQIAAAQIECBAgMBgCgtXBWKehHWUnwerNGzfi6tLSwAWr3dqpmoWqv/DUkXjs/iMxNzc3tD1iYgQIECBAgAABAgQIECBAgACBfhQQrPbjqozQmDoJVrMjABYvXYr1tbWBEet2qPrAwck4ePCgYHVgOsBACRAgQIAAAQIECBAgQIAAgWEREKwOy0oO6Dw6CVazKd++fTuuXrkS6+vrfS/QNFSdmojx+f1RaPNFVdkk852qWaiafQSrfb/0BkiAAAECBAgQIECAAAECBAgMoYBgdQgXdZCm1Gmwms91ZXm5r48EWC9GfOa1m/G5b9yJYnFz1GNdCFUFq4PU7cZKgAABAgQIECBAgAABAgQIDJOAYHWYVnMA59KtYLWfp56Fqi/8xdV4+Ws3uh6qClb7eeWNjQABAgQIECBAgAABAgQIEBhmAcHqMK/uAMxt2IPVpqHq9GRMzM1GdPD4f+3SOgpgABrdEAkQIECAAAECBAgQIECAAIGhExCsDt2SDtaEhjlYbRaqZmHq5OEDUZgcLy9UMdZXlmNjZbmycBt3VmPt2u3It7c2nqnauMKC1cHqeaMlQIAAAQIECBAgQIAAAQIEhkNAsDoc6ziwsxjWYLVpqBpRClSzYHVzt2rnoWq28ILVgW1/AydAgAABAgQIECBAgAABAgQGWECwOsCLNwxDH8ZgtVWomq1XYXwsJo4ciMJ4oeOdqvn6C1aH4SfBHAgQIECAAAECBAgQIECAAIFBExCsDtqKDdl4hy1Y3S5UzZdu/MB0xFSho8f/a9tAsDpkPxSmQ4AAAQIECBAgQIAAAQIECAyEgGB1IJZpeAc5TMFqy8f/J8YjNopR3NgoPf6/sboSxcJ6jM1MRRQKUVxZjfWbK5VF3ulM1cZuEKwO78+HmREgQIAAAQIECBAgQIAAAQL9KyBY7d+1GYmRDUuw2ixUHZuaiPG52dLj/9mnuLoWyxevxPrt2y3XNjVUzS4kWB2JHxWTJECAAAECBAgQIECAAAECBPpMQLDaZwsyasPpRrB64/r1uJ2FlcViT/g2ihGf/fpGnHtjI/IRjE1PxsTcbPklVaVYtXSm6tr1G7G2dKvpOOemIz702Fgcn81ebBUxNT0dBw8dikJh899bfQSrPVl2NyVAgAABAgQIECBAgAABAgRGXECwOuIN0OvpdxqsLl66FHe22QG61/PLQtWXvlmIV94sVEPVfZMxcWhrqLqxshzFtY1Yu3IjitkXaz6HpiL++Ts24vhM/YizcHXh6FHB6l4vpOsTIECAAAECBAgQIECAAAECBBIFBKuJYMq7K9BJsHr71q24cuVK+ezS7o6rnas1D1WnYmJupnR26uZnc6dqFqqW/m1tPdau3KwLVrNQ9acf3YgH9m+9a7Zb9dD8fMzOzrYckh2r7ayWGgIECBAgQIAAAQIECBAgQIBAdwUEq931dLVEgU6C1ewIgGtXr0axB0cANAtVCxPjMXFkfxTGNs9UbQxVs19Zv7Uc69fvVJS2C1WzoixYzY4D2H/ggGA1sbeUEyBAgAABAgQIECBAgAABAgT2UkCwupe6rr2jQCfB6vKdO3F5cTE2NjZ2vE83C5qFqtn1x2anYuLgbERps2r9TtXsVzburMbatepZsDuFqqVgdWws5ubmYsaO1W4uoWsRIECAAAECBAgQIECAAAECBDoWEKx2TOgCnQh0Eqxm9726tBQ3b9y4a7tWW4Wq9cFqd0LV7Jr7Zmbi8JEj2xI7CqCTDvRdAgQIECBAgAABAgQIECBAgMDuBASru3PzrS4JdBqsZsPIXl61vLy85+FqFqr+zldW4n9/ay2anT5QmBiLicP7Y2N9tXKmaja+xp2q89OFeOZ7p+LBA/mRAc0xp6amtt2pmn9LsNqlZnQZAgQIECBAgAABAgQIECBAgECCgGA1AUtp9wW6Eax2f1Rbr7hejHjhL67Gy1/Ldse2umMxioWNKOwbi8L4WHYaQGzcWYm17EzV8pcOz4zFv3rXkXhobrJrwxasdo3ShQgQIECAAAECBAgQIECAAAECbQsIVtumUrgXAoMQrLYbqm6srsT6ynJLpr0IVbObCVb3ojNdkwABAgQIECBAgAABAgQIECCwvYBgVYf0VKDfg9V+D1UFqz1tXzcnQIAAAQIECBAgQIAAAQIERlhAsDrCi98PU+/nYHUQQlXBaj90sTEQIECAAAECBAgQIECAAAECoyggWB3FVe+jOfdtsFrciJdeeyN+628K256p2qvH/2uX0FEAfdTQhkKAAAECBAgQIECAAAECBAiMjIBgdWSWuj8n2q/B6vjtr8bEG5+Kz178wXjhWz/QBK8Y/RCqZgMTrPZnbxsVAQIECBAgQIAAAQIECBAgMNwCgtXhXt++n12/BquTVz4f0xc/GxuFyfidxacbwtX+CVUFq33f4gZIgAABAgQIECBAgAABAgQIDKmAYHVIF3ZQptWvweq+7zwfE9f+tMS4MTZTE672V6gqWB2UTjdOAgQIECBAgAABAgQIECBAYNgEBKvDtqIDNp9uBKvra2txZ3k5VldWkmZfKBRiamoq9s3MRPbPlU9xI2a/8W9ibPlblV/Kw9VPXXgi1leWW95nfmYs/sWTh+PtR6aiWCzGndu3Y3V1tfTPKZ+JiYnYt29fjE9M7Pg1RwHsSKSAAAECBAgQIECAAAECBAgQINB1AcFq10ldMEWg02D1xvXrce3q1eTgsnaMY+PjMX/4cMzMzJR+OTtfdd+3/1MU1q9Xs9aIuLMyHr/zd++O//Ltf9B0irWhahaoZnPbWF9P4airzcLe2f3749Dc3LbXEKzumtgXCRAgQIAAAQIECBAgQIAAAQK7FhCs7prOF7sh0EmwurK8HIuLix2Fl/kcJicn4+g998TY2FhMXvmfMX3xbERxrfTb2V7T5eX1uL28HsXCVPz+0skt4WptqJp959Jbb5V2qnb6KYyNxdzcXMzMzra8lGC1U2XfJ0CAAAECBAgQIECAAAECBAikCwhW0818o4sCnQSr3ditmk8lC1SPLCzE9L59cfWv/mMcH/vLmBivD1Xz2sZwtTFUzQLVy10KfLNdqwcPHYr9Bw4IVrvYdy5FgAABAgQIECBAgAABAgQIEOhUQLDaqaDvdyTQSbB6+9atuHL5ckfHAOSDHx8fj4WjR2NiYjye/w//Mg7P3Ip/9o/3x/ra5k7VxuIVRdEAACAASURBVE8erv73y++snKma12Rnvi5euhTrHRwDkF8rC1azowCyIwFafexY7agFfZkAAQIECBAgQIAAAQIECBAgsCsBwequ2HypWwKdBKvZGC6+9VZkRwJ0+sl2hGbnrN6++MV47lf+bXz1jeX4yXdPx489tS8mxrZevTg2FatTD8bFgz8R8/MPbinIzn29eeNGp8OK7IiCbCdtdg6sYLVjThcgQIAAAQIECBAgQIAAAQIECHRNQLDaNUoX2o1Ap8Fq9nKopaWlWL5zZze3j2xHaHZ+6dz8fOn7F/7sN+Oj//6zcfP2ehSL6/FPf3g2fvI9szE+MRXFyWOxPvuOWN//vbE+81073i87quDmzZu73lE7PT0dhw4divGJiW3vZcfqjkuhgAABAgQIECBAgAABAgQIECDQdQHBatdJXTBFoNNgNeVe7dS+8l+fi3/3qf8XB2aK8c7vno+nnnwi3v59/yjGD55o5+s9qRGs9oTdTQkQIECAAAECBAgQIECAAIERFxCsjngD9Hr6/RasfvuvXorxmWOxb+HxXtO0fX/BattUCgkQIECAAAECBAgQIECAAAECXRMQrHaN0oV2I9BvwWo2h+Xl5bhz586uH+HfjUMn3xGsdqLnuwQIECBAgAABAgQIECBAgACB3QkIVnfn5ltdEujHYHXQwlXBapea0WUIECBAgAABAgQIECBAgAABAgkCgtUELKXdF9guWD18+HDcc889MTY21v0bt3HFlZWVuH37dl/vXM1sMqeZmZk2ZqSEAAECBAgQIECAAAECBAgQIECgWwKC1W5Jus6uBLYLVrPQ8KGHHop9+/bt6trd+FK/h6tZoDo/Px/j4+PdmK5rECBAgAABAgQIECBAgAABAgQItCkgWG0TStneCGwXrGZ3PHDgQNx3330xMTGxNwNo46r9Gq5OTU3F3NxcTE9PtzELJQQIECBAgAABAgQIECBAgAABAt0UEKx2U9O1kgV2ClazC87Ozsbx48ftXC3rFgqFksWhQ4dicnIy2dwXCBAgQIAAAQIECBAgQIAAAQIEOhcQrHZu6AodCLQTrOaXz4LEbAdrtlOzF+eurq2txfr6egez7eyr2byzQDX7/+x/PgQIECBAgAABAgQIECBAgAABAr0TEKz2zt6dIyIlWB1lsOwM1UcffbT06L8PAQIECBAgQIAAAQIECBAgQIBA7wUEq71fg5EewZ07d+L8+fOxvLw80g47TT47R/XEiRM9PQ5hpzH6fQIECBAgQIAAAQIECBAgQIDAKAkIVkdptft0rl/5yldiaWmpT0fXH8M6cuRIaceqDwECBAgQIECAAAECBAgQIECAQH8ICFb7Yx1GehTXrl2Lr3/967G6ujrSDq0mn52n+o53vKP0Ei8fAgQIECBAgAABAgQIECBAgACB/hAQrPbHOoz8KC5duhR/+7d/G9kLonyqApOTk/HQQw/F4cOHsRAgQIAAAQIECBAgQIAAAQIECPSRgGC1jxZj1Idy69atUrh6/fr1KBaLI80xNjYWBw8ejAcffNBO1ZHuBJMnQIAAAQIECBAgQIAAAQIE+lVAsNqvKzPi47p9+3asrKyMpEL26P/MzMxIzt2kCRAgQIAAAQIECBAgQIAAAQKDIiBYHZSVMk4CBAgQIECAAAECBAgQIECAAAECBPpGQLDaN0thIAQIECBAgAABAgQIECBAgAABAgQIDIqAYHVQVso4CRAgQIAAAQIECBAgQIAAAQIECBDoGwHBat8shYEQIECAAAECBAgQIECAAAECBAgQIDAoAoLVflqpt16Kn3vfx+KVDz4fr/7s9/XTyPZsLIv/7efiR5+L+OgffCJ+/J5u3mYxXvrZH43Pv/fl+MSPLbR94c3xvNKi/v3x/Ks/H3d3Zb4Yv/7kM/HiNjN4/5lX4+e/v+0pDlBhee4j9PMwQItjqAQIECBAgAABAgQIECBAYOQFBKt91AJf/I0n45lPZwN6d2LQuLsQsXbqpUDx9Q/taaCbze+TD9cEnaUg+UJ8aE/Cyt2ZlBw+93S8/Bs/HvVx7Ob1PhYfbfJ7e9lEm+FidBietp7XXo69s2tnY34unk0Kxju7o28TIECAAAECBAgQIECAAAECBNoXEKy2b7XHlXmA9nzE6WfiwrMpOy13FyLu8YR2vvxbi7F4z0JDgLnz19qr2J3JdgFkb8LJEQ5W31qMhXva323cXl+oIkCAAAECBAgQIECAAAECBAh0R0Cw2h3Hzq/y578eT56O0qPmDzTZNVnazRo1RwSUdnt+Pp7+g2cjfuVH42N/VB5C9tj0T13YPFKgblQ1j7HnO0XPRDxz+sXIHiX/wDfLO1abfjdKNaXHzUvjrH8w/d2VELi8qzMfS7b3tiYgrt2xWt2dWx3k1trn4+nPPVOZ27aPvOfHKJQv9+5nN79bOgrgbS9sGXP8UPOdp+0Hq00e0W+4Zu0c8/FceCZz3OqUDbv5/NoMVsvrkhvWHrHww/+39niDrA8+EBey3bc161R//+yen4xHzjwdnz+92Ueb1/129ViC2rmW++npZy/Ex/JjFGp+P2mtSzuCH4kXGo8/aHK/D5X7t7Tkbd8vxb7zH2tXIECAAAECBAgQIECAAAECBIZXQLDaJ2tbF5xWQtPquaOtg9WspnZ3Zjn8qjuXsuEx9iZnubY6CqB0369WQ8jFLbsIyyHcH3wiHvmt7CiDxgD3Y/FIOZTNg9Vn47mt56qWg8E8XNwM42qORCj9/oUWRyRsPYszPyv13T//CxG//msRdTuAW5/d2fZRAE1229YGx41nx+bjyeb39LkGp4hofdbsDmes1gSKlXs8+9G48FzVPWvx2nl9u2Rbf15s/f3L96xcOx9D/p1yP729HPRv6aeq78sPfzJ9rXewjS33q45np/ul2ffJHw6GQYAAAQIECBAgQIAAAQIECPSlgGC1H5ZlS5C69TH21GC18UzOusCwSXDbLFjdDNseafLCpq27/iqBYe2u2tis29ylGVEXrG45x7R+Z+b2821ctGa7OsuGP5gFq38aTze8HGvL9cuXTH151Zb6cqC9NaCtjrEU7tU5RWyGhdkO5MaXeLW5Y7U0/poQtuGFT1uC1W3v33jPrf1Y1y/b/EVAKehMXetWa5HPqYP7pdn3wx8OxkCAAAECBAgQIECAAAECBAj0q4BgtQ9WpmWY1/h4c9OjAJrvWO04WG3YQbrJlAeqtS/X2iEwrPHtXbD6aw3HIpQH1eRt8+2eo1rZEdtw1EEemG69TjVkTgv3UoLV/KiGrTt7t+5Ybdb4+br2NljdybZZCJ0H5Zs7VusPwchn2jz83y7U7oM/HAyBAAECBAgQIECAAAECBAgQ6FsBwWrPl6bFS5bKjzvXPkbf/IzVPQhWy/euf3w+g2oW8m0XrPbvjtVWy95usNpsx2vtrw3cjtU6kN4GqzvZ7hisbtkhW51c053KLXcL9/wPBwMgQIAAAQIECBAgQIAAAQIE+lhAsNrrxWkZ6tSfY9l41mn9GaS7OWO1/rHz6qPdsfmCoia7OSuPmtf8Xv5ioqZnhzYJhz/58MvR9hmrLXfoNi5akzNT85c5bXPGauOu3uyqScFq7Tml+Uu9ao8CeC6qZ8LW7ABOO+ez/R2r1R7ZfPlT7fzaOmO1EkjuJlj9WM05trs4Y7VmrTd7quYM2AbbHYPVWvdsUWteDBc7ni/b6z8Q3J8AAQIECBAgQIAAAQIECBAYFAHBao9XqjEwrR1O/Rmn9eeavv/M8xGnPxmPlM/krLx5PQv2fupC/Nz7Nt/mXv00vlSqebDa6lHq/G3zlRcHlS9cDVSzx8ifjfiV+rfNV76X7Xf9jScjC1Y/8WMLpX9+5tP1+I21rXfoNlm0/IVG+W998Pl4Pp7ZvN/bXognT79Yr1F+oVbjldoNVqvHIpSvkLmf/HzpPvk86ub4wffH+z/9YjnsTHkz/Q4vr4qIbA0+8M3sPNxqkLvlZVh5OBlZH3wgLvxs/TpFzbETW3cmt3fG6iMfjHjx0+WuazzGImWtK0dOtLD9h3+45Tza2p2oW3ur9kVdKfY9/sPB7QkQIECAAAECBAgQIECAAIG+FhCs9vXyGNzwCGQBaTUIH555OaN0qNbSZAgQIECAAAECBAgQIECAAIG2BQSrbVMpJJAg0HDEQ/3u44TrDEKpM0oHYZWMkQABAgQIECBAgAABAgQIEOiygGC1y6AuRyAXyN9uv/nv2VEJ2YvGhtBHsDqEi2pKBAgQIECAAAECBAgQIECAwE4CgtWdhPw+AQIECBAgQIAAAQIECBAgQIAAAQIEGgQEq1qC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KcJEOwAAHH1JREFU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oMfB6hvx2LEfjEJhzEoQIECAAAECBAgQIECAAAECBAgQIEBgIASKxY348sU/jf137o8DBw5EoVBIHnfh8uXLxdRvFYvFuHHjRtwc/7t48OijcXD6SOol1BMgQIAAAQIECBAgQIAAAQIECBAgQKAnAteXL8e3Ln0t9q8f702weun6G3Hw2FS8/dj327XakxZwUwIECBAgQIAAAQIECBAgQIAAAQIEUgSy3apfvfjncf3iShw92KMdq9/5zndi4tBqHFqYjXvnHo4DU/MC1pRVVEuAAAECBAgQIECAAAECBAgQIECAwF0RyALVGytL8ebV1+Pa4q1YuzYZ9913X292rGbBanYkwMzceMwd3xdj05lB8skCdwXOTQgQIECAAAECBAgQIECAAAECBAgQGGWBQmwsR1z9uztx++p6KVDtebCanbnqQ4AAAQIECBAgQIAAAQIECBAgQIAAgUEQyF5W1bNg9ebNm/HGG2+UdqwKVgehXYyRAAECBAgQIECAAAECBAgQIECAAIFMIA9W77///ti/f3/p31M/hcuXLydvN82C1CxYffPNN+P69euxsbGRel/1BAgQIECAAAECBAgQIECAAAECBAgQ6InA2NhYHDx4MO699967H6zeuXMn3nrrrbh69Wqsrq72BMBNCRAgQIAAAQIECBAgQIAAAQIECBAgkCowOTkZc3Nzcc8998S+ffvu3o7VbKBZmLq0tBSXL1+OW7du2bWaunrqCRAgQIAAAQIECBAgQIAAAQIECBC46wLZbtXZ2dk4cuRIzM/PRxay7uazq6MAshtlj/8vLy+XwtVr166V/nl9fd15q7tZBd8hQIAAAQIECBAgQIAAAQIECBAgQGBPBbJzVMfHx2N6ejoOHTpUClWzf86C1t18dh2s1oar2Qussl2r2S5W563uZhl8hwABAgQIECBAgAABAgQIECBAgACBvRTIAtRsd2q2W/XAgQMdharZODsKVvNwNdupura2Vtqxmn2yl1v5ECBAgAABAgQIECBAgAABAgQIECBAoB8Est2q2SfbsToxMVH6/93uVM3n03Gwml9ImNoPLWIMBAgQIECAAAECBAgQIECAAAECBAhsJ5CHrJ0qdS1Y7XQgvk+AAAECBAgQIECAAAECBAjskcD5s/Hxs+ebXnzhPafj9A8tbHvjxT86E2e+sBjt1Da/0Pk4+/GzcX7hZJw+/VRsf7edDMrXihNx6sOn4sRO5Qm/f/6lj8fZL3f/uglDuAuli/HHZ87EucWFOHn6dDy1y8XYtGocbr3dlr7J+3DbPsjH1/11yMdz4tSH41SlcdL6qfnPQn6NWo+y7+Lmz97uf3Z2bol21mLLVcprkY3r5MUzm2v52Kn48I938yeq8a752lZ/vbQWC38cZ86ci8Wa8uoa5bbVfs3XoFK+5+NuvQaC1Z37UwUBAgQIECBAgAABAgQIEBgSgbQQKZ+0YHVIlr80jc6D1S3BVkQsLCzE4uJiRE1ourtg9W5bp/1MNPtZyIPNSnjaVoDcvXnm98/DyErQul3gWAlWfzKe+NLvxpsna8Pm7o2t9kp1dt99vhymPhyPL7weX8paJ/tLnqPnyn8JdCLe+57F+NwX8ri1HKxGHsJmwfvJWCz9JUFEfVi+N+NvdlXB6t2zdicCBAgQIECAAAECBAgQINBjgSYhUuNu1nIwFuVdqrUDXnjPZgiTBRn5ZzPQaNyx17jbMN+x+mQ8Ga/Gq7v9fp3eiTh1KuJs7U7cbOzZr9XsfjuxWRTV/br5zreGMT92Kk7F2YZdmPW7Diu3b2FUtytxsX4XXstxlHc0Vq5dCsNic4dv9YZx8vTJePNM9dcWHn84Fr/0eiVQqoRr7zoR5/+kdndyfQBVJczmVn/NiBbzrQ3oyvNaeOxEnP/y+c1djj+8GGfOvBlPvGcxztXsbN42WC2t02sRC4uR5bGlT+k+C+UdteXALcq7nHPPhcfj4cUvxevb2Wzp0815nfibzZ3XW9ciu9iJOHX63jhXt3Oy/nv1PwvVnd7b/sVD+edr/qH5WPrGUvkSC3Hy1BPx2tl8l+Y2fdbSqbqztDFYrR/PYpNeOh1P1eykzfo+c3n4exbi9b+O8k7magD/+COL8aULNbNv/FnZ1U70/Pp5sNr4c5n/GdLwFwF5sNrwM7iXO4K3+0NbsNrj/6S5PQECBAgQIECAAAECBAgQuHsCjcFq/WO2C3+4+Xj3wjufjPizV2Ox9Lh9dVdYJRyqhGlZMHQi3vXY+fiT7HulYwWyIOdc3Fv3mHn5PrOzEbdu1YRx7X2/bkdgZUfb/XF/vBFvlMPA5mM/FVF+ZL1uN9zCyXjvsXPxudKYT8UTXzpbCovvfyDijW+XA77veW1z51wlyNsMflrdZyELoi+erD5KXQlWNwOi5uPIQ8KaYO3cvTVjq9nB1zCOpxbKgdOxmiC2NuCqCcw3A7PFBveFyAOzepvmY6oc4VCa15txshxq1+0UrHm8PDteYudgNVv/bO6l9LC88/B03Hsu++c8OF+sC0XzNdpuzHmAWhvUZjsyT17aDFabXqP2aImaULzVz0JjkLd1F299WFr52Vk4GSePnYtz2aP3Cyfj1OOvxdlsV+aOfdboVN1h2vwogIZ+rd0NmvXJyTfjTPmIgjxYzQPnxaw231FaE6pX79P4M596nkT1SIDqX9YkBqsNfzYJVu/ef0XciQABAgQIECBAgAABAgQIjKhAq2C1vDssD8byYLVhV1geDm2GGFHeWbj53VKwmD+2u2UHW32wmvr9+h15+RzyYLV+KStBWHkMi83OAq0JVmuDwab3qQReDUaVELm6i7QuZKzssNzccdlqHKdPn4jz5ceZs5nUnXlZO7XGcWQP9ZfMFyo7d+t3FJ+Ik+UdpHmwWu9eDVbrdh2X3LaOqXIOb0OwWt2x+lo88Z6FOPeF6nmibQWrDT124lRNsPrhJ+K1j5+NxUr4XQ306la9iU3U7cSu79E8WK3fbV177YU4mc+lxc/C9kFezc9ZOYCu+9nJ/3Kg9i8oWvVZi/u37tusMaqPy+d/6bFljZsGqx+OJ/7643H2YjXwPfHek7H4ufLO2sdOxsmL50qhd/11638G64LehuMIqgF0HqQ2Hk3R+GfU1qMrmh1F4SiAEf1PmmkTIECAAAECBAgQIECAAIG7J7CbHavV3ZbNd6zWPspbu/OwyQuCmu5Y3fn7dTtWK2czVoPVtgLNhoCnes2tO1brQ6j6HZyVHavlR/FLwWJld2vNy7laBatNHqtfrDvCoCbgqxtzk2Mc6o4bqN/RWLsTt27HauWYgRY7Vucfjvml12OpYUyVF4XlRwFUAtBy9z52Kk4fO1f3krNKANZ4dELttbcNVqu9V7pL7SPo29jku4OzdSwFheXd1PnOzLodq5V+qnfPj4Wo37HasPO49NK3rS9Xqg028+Mq2g9WW+yM3uK0dcdq5eegEio37CzNA92WO1Y/XDoOo/qiu9rjEWqPL9g+WG3151nzIxNqd6/Wn7G62XNbg9XqS+by3fSdvYitkz9/HQXQiZ7vEiBAgAABAgQIECBAgACBgRLYozNW68KYZm8X3+GM1Xa/X2fd5IzV7KTMfIddZddskze2NzvHtCa0a7W7r3L7Jrs6K+eT5k9FNwSrC5UArmYSTc51bX5mbWb6rjjx5T+J87WPrGexXr4jNw8aG8523bxb9QVB1bu3PmM1D4/z2sbdgNUdg9WzdBtD1E2GrW+BL51lmgVmDT75mb71O1Zr6vLzXxearWeDTaPBllCy8dzdbKzZuDZ3yNaeUJut65PvjHj1z2rfWZ8fe1Fe7MZzistwJbdyb+8crFYfz6/rs/zM4DaC1cY/ipr3Uv0RBdnO2+pRAFlY2xB01hzpUHf9gxFxPe2lUc2PLGh2tm3tdVvtaK2Ople7VbMRCFYH6j+ABkuAAAECBAgQIECAAAECBAgQ6L1Ay5CstMvQh8BoCAhWR2OdzZIAAQIECBAgQIAAAQIECBAgQIAAgS4KCFa7iOlSBAgQIECAAAECBAgQIECAAAECBAiMhoBgdTTW2SwJECBAgAABAgQIECBAgAABAgQIEOiigGC1i5guRYAAAQIECBAgQIAAAQIECBAgQIDAaAgIVkdjnc2SAAECBAgQIECAAAECBAgQIECAAIEuCghWu4jpUgQIECBAgAABAgQIECBAgAABAgQIjIaAYHU01tksCRAgQIAAAQIECBAgQIAAAQIECBDoooBgtYuYLkWAAAECBAgQIECAAAECBAgQIECAwGgICFZHY53NkgABAgQIECBAgAABAgQIECBAgACBLgoIVruI6VIECBAgQIAAAQIECBAgQIAAAQIECIyGgGB1NNbZLAkQIECAAAECBAgQIECAAAECBAgQ6KKAYLWLmC5FgAABAgQIECBAgAABAgQIECBAgMBoCAhWR2OdzZIAAQIECBAgQIAAAQIECBAgQIAAgS4KCFa7iOlSBAgQIECAAAECBAgQIECAAAECBAiMhoBgdTTW2SwJECBAgAABAgQIECBAgAABAgQIEOiigGC1i5guRYAAAQIECBAgQIAAAQIECBAgQIDAaAgIVkdjnc2SAAECBAgQIECAAAECBAgQIECAAIEuCghWu4jpUgQIECBAgAABAgQIECBAgAABAgQIjIaAYHU01tksCRAgQIAAAQIECBAgQIAAAQIECBDoooBgtYuYLkWAAAECBAgQIECAAAECBAgQIECAwGgICFZHY53NkgABAgQIECBAgAABAgQIECBAgACBLgoIVruI6VIECBAgQIAAAQIECBAgQIAAAQIECIyGgGB1NNbZLAkQIECAAAECBAgQIECAAAECBAgQ6KLA/wfPWN1W9pWfi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8121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06" y="1903398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Posteriormente, para oficializar la inscripción presione el botón «Inscribir»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193626" y="4166647"/>
            <a:ext cx="548056" cy="31108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AutoShape 2" descr="data:image/png;base64,iVBORw0KGgoAAAANSUhEUgAABVYAAAKZCAYAAABTIHD9AAAgAElEQVR4Xuy9CZhU1Zn//zaKIIuCC4IboAZ31IgmEZWEJKKJSxRRY0BHRf9O3PM4aqJoIhqjw1+jJhnHKIxLHOM6LiPiRMYlaFQ07gsjAVQEcQNZRBH693xP97l96ta9Vbeqq7u6qj/Xh6ebqnPPec/n3G6bT7/nPQ2NjY2NxgUBCEAAAhCAAAQgAAEIQAACEIAABCAAAQhAAAKZCTQgVjOzoiEEIAABCEAAAhCAAAQgAAEIQAACEIAABCAAAUcAscqDAAEIQAACEIAABCAAAQhAAAIQgAAEIAABCECgRAKI1RKB0RwCEIAABCAAAQhAAAIQgAAEIAABCEAAAhCAAGKVZwACEIAABCAAAQhAAAIQgAAEIAABCEAAAhCAQIkEEKslAqM5BCAAAQhAAAIQgAAEIAABCEAAAvVH4J577rHDDjus/ibGjCAAgTYjgFhtM7R0DAEIQAACEIAABCAAAQhAAAIQgECtEECs1spKEScEOg4BxGrHWQsigQAEIAABCHRaAk8//bRtscUWtvnmm3daBkwcAhCAAAQgAIHqEkCsVpc/o0OgFgkgVmtx1YgZAhCAQBsQ+OMf/2gnnnhiG/RMlxAoTODOO++06667zu69915bb731wAUBCEAAAhCAAASqQgCxWhXsDAqBmiaAWK3p5SN4CEAAApUjgFitHEt6Ko3AtGnT7Fvf+hZStTRstIYABCAAAQhAoMIEqi1WV61aZf7PV199ZatXr7Y1a9ZYY2Ojm2lDQ4N16dLF1lprLVt77bXdn3XWWce6du1aYRJ0BwEIZCWAWM1KinYQgAAE6pxAqWJVW7cvuOACe/HFFx2ZQw45xH77299Gcmz06NF29913u/c+++wzu/LKK+2WW26xxYsX2+DBg+3cc8+1MWPGmLIVb7/99kS6Rx11lO244442YcKExPfV/+uvv+7eP+CAA2z8+PE57X72s5/ZvHnzojj8m4pF/Y4aNSqxX99n+Obw4cNd/z6jMi3unXfe2X75y1/m9avXjjjiCNthhx3cnMVPcYRX2Eafv/LKK3n9eKZ6Q/ffdtttNmfOHMf06KOPNs3ZX0l9KD618fPQOg0cODAvlhtuuMGmTp1qEydOdDFnYee5PfbYY9anTx8bN25cDotwfupP7SdNmmT33Xdf9AydffbZ0Xi+vylTpuRIV/HTpeeHCwIQgAAEIAABCFSKQDXE6pdffmkrV650fyRSy7kkWrt37+7+SLRyQQAC7UcAsdp+rBkJAhCAQIcmUIpYlSgdOXKkXXvttS7T0ItTiUAv/jbccEP7+OOP3ZwlAN977z0n2ST0JBVPO+00d7/qar777ruuXVyY+fckcC+55JI8fhpbfY0dO9b69u1rM2fOjNpovBEjRjiR6+PQm4r10EMPde0effTRxDXx0jgcU3wkaf12dT+nuNxbf/31c0SkH0ACU9JQMeveSy+91C6//PIcGRy20eeSxRLA4aX7dYnlk08+aTfddJOrS6r5HnvssbbPPvtEMjOpD81jyZIlOeskCfr444/n1DcdNmyYffrpp3brrbe6mIuxkwQ95phj3LwkrH08P/zhDyPZG87Pr8/Pf/7ziIFk7mWXXRbFonU48MADnbSfPHlyhMEL6VAid+gvLoKDAAQgAAEIQKAmCLSnWP38889txYoVJrHqL2WklnL5TNbwHonVHj162LrrrltKV7SFAATKJIBYLRMct0EAAhCoNwKliFUJL2UahtmT4iHh5WVXKFZDoea5qQ9dXtr5+/UxFGZpY4X9KBZJz5tvvjmSmpJ0kn0Sj6FY1euSn+pXGahhNma8z/j8jj/+eCc7JVNLlXtxsSqx+MQTT9h//dd/RUIzLla9iI0/a7r3Rz/6kU2fPj0nk1PSeLfddovEZBJ39RWujT6XkBUHn/HrJakyWcMYCrEL2fh4FeeFF14YSdEwHq1xOKa/xwtrffRrLzl+zjnnRBnGpbKvt69V5gMBCEAAAhCAQNsQaA+x+sUXX9iyZcsKClUJVklTlQEIywHodW3/VzmAuISNS1YJ1l69elm3bt0qBuvj+8+wi+1Cu/rgDaM+k16r2IDNHbXHGBWJ+cXf2rAnRtrM04dWpDs6qQ0CiNXaWCeihAAEINDmBEoRq17gKZNQ2YlJ9THjGavasn7yySfbXnvtlSgzWytWtcVdmZteDkr0HXnkkW57fChWlYkpISlpp9qe8e34iiNN5qr9n//8ZycKS5V7cbGqcZS9+9RTTyWKxzQpqvu8NE6KPRSWSX3oXh0U5bN7tU5aGz8v37+kqDKQQ7FaiN3WW29tf//73wvWSQ3jUft4lqzG9pmss2fPjtZB5QiUDetFcqns2/yLhwEgAAEIQAACEKgLAm0tVvUz9PLlyyNWoRz1MlVvSqYuWLDAPvjgA5fVqrqrEqcSqhKmG2+8sQ0aNMh97vvwYjUuWHv27FmxOvbVEqt18XAxibolgFit26Wtn4lN+p8/2GsLZ2We0C/2O9W+tsk2qe3/74O37deP/C5zfzv2H2Jnf/+nmdvTEAK1SqAUsao5+vqYkmPKKJRkDetjhmLVS9P//u//djVZk+qBFhKr2g4ev7797W+7jFkvQSXfVF5A2/u9+JWcC+NQW5Ub8GLOi8L4SfRpYjV83W/nj8d1/vnn52Tc+veTxKokqF4/6aSTnKCOZ6yqVml4Pfjgg1EpAb2etBU+lI7qL96HuIV1Uz2fUIx+97vfdWUaVLvWi9Vi7OLrnfR1EM6vUHv/Xpy31lUlEBCrtfpdhrghAAEIQAACHZtAW4lViVGVYtJHXXGhqtckUz/55BMnVN9///1IpiYR0/2SqioZpcSC8EoSrDrcSju2WnvIVXGx+rL9dtjxdqsLaKxNnnmmDV10n51xidmF1xxiTXmuajPdRuo997lvb2bHTLaZp5v99vQ5NnibiTbx7Qk27ZpDzKJM2fm57fdqel/9vnzNMLtx0LTC2bRRRulmdt/po2ziU4pnuE146Go7pF8Yl17/2O47/WKzC/ReU//H3+xJN83NrjnD5gwabBMvntPUx/s+YzXsP2DRsR9/oiuTAGK1THDc1n4EjrvlTJPczCJX+6zb28btebh9fctdUgN84Z2X7JZn77LFny8tOgk/7pRxvy3algYQqHUCpYrVcL6SrHfccYc7nMpnLaaJM8kxZX4qazKsv6n+koRZ1lIAkqwSpdpar3v84VBhHBKR2n6vLe66JHl/85vf5B2CVChj9frrr3dCt1S5lyZWw239xx13XCQyC2WsFhrb17H10taLUb+9PyyXIAaej9or81h/VGZAGa3xrfuF2FVKrOr5kHhXlnF8HSR8VffWl5Ggxmqtf9chfghAAAIQgEDHItAWYlVb/1W33gtPL1X10X8u4aqfvfTzj7b/J9VOTSKlQ6skTDfZZBPbaqutTH/XFd4fjqu6+jrgqtyrmFgN5aYTkTbZZh41J12sLvrYPu63YbNw9SLzBJvzg+PNbphpZ+7aFKkf94S5owJ5qvajbPr3cmVqOLe8eJvF6rRBN9qouSe4LftqM+ovI23aNYPtlkj4ulEDsfqxfbxoQ9uwX348bo5+639C/7ojYkGJgHIfvQ59H2K1Qy8PwYmAxKquP81rOZQmjcxPBg6z00YcV1SsXvv4lMz9aSzEKs9iZyBQiliV2PPZgyGbtIxESTedXB9mhibJy9aKVUlF/dZe2+tVBkBZoF74+SxWHcbkL0lNCd74IVZpYjXcZl8psapY1Nerr77qMhm8CC0kVr0kDQ/r8nOSXPbyNN6HhPYVV1wRHcClezwfX+ZApRr8QWP+fmVDqHZrIXa+9IKYh5dkqD9gK4wnqSar7lNG8dSpU115hPg6+EPPlMGsZwmx2hm+MzFHCEAAAhCAQPsRqLRYXblypZOquuJZqv7vOrwqlKqlztYL2k033dT9vKZyAfGs1VC0Sq6We7BVMbFqyk79wUSbEWSSutdSM1abZ+vvc9mjEqs+o7Xp/VCsTt83X7iGNV9Dfmli1WXFukzZ5qxad1PhjNXmSKJM1+EXTjOJ3jAeC8RqTi1aaq+W+ljXVHvEak0tV+cMVmJ1y74D7OWF/2f/vfDNRAh79dnMBq8/wL2XRaz+7P5f21OL59vW3dez2Ss/y+tT/el9329WsaoyA0u/aKmZo4599mz4Xu9uPVPLFYTtBqy3iQ3o0z+Kb9nKZTZr0ezo70P6bW29uvfKi3/B4oW24LMPcl4vp23W8ZLm7QcvNNekOGctfNvNedP1NylY0iGcnPp5fNYM+2zlMvfytv23sRFDhqd+wcTnpYZpfJLaLl25zN5a+LYNG9T0K9RCGdJpQYjZ/741w07a99jMX9jKto5fM+e+aJuKV5/+qXPIOkApYtXXwXzggQeieqmSfQcddFBixqoXYGFNUL0mOSYZ6q/WilXFoHIAc+fONZUB0OXFoWqLemEYMvHb3sNDrJLEqj+x3mfkVlKsKh7FobglL5U1Wkisqr3eV+ZtnKkO8fKHbiX1IaG50047JR4ypnIAqtelMgDi4e9/7bXXirLz0tZLVMWo2GbMmJEYjxiPHTvWkp4hzyBpHfS8KDP6lFNOQaxm/eKmHQQgAAEIQAACmQhUUqwqU1Vb+/0VZqiGn//f//2fvfHGGy5TtTWXMlH32WcfU01VidRCcrVv375lZa4WFat+Al6Uamt/gYxV89vrnYjd2/7qtt63h1j1h0s1lyJw4xfIWNUW//FKzmgqG7D335oO8UKstuaJrZ97Eav1s5Z1OxMv7SY+cq29ufj9RBEqQfqv+52RSS55UXbfyw/bO58uSMxc/WH/7axPt172T98YU5Lge/DlaTbpicmRtD1rzyMjcab3bnz2TjcHxXrg0NysLr+Aavcvj1zt5imx++D4GyN5KoF4xV9+b79/83/t19842n6yx2E54tX34csdqJ2uYm3F1kvrn+96kJ2897GuX4133V9vsstefMBO2e47ds73Tkkcz89NfWgtvrnJEDfunCULnPBOE9OKM8weVsbx4i+WRbH8bt8Ti4pHjX3Y/RNNa3bAkH3s6Xl/d2t6835n2VF7jk78ugg5qkGhuYUM1NY/G/r8bx/McuukOV938PkFZW48kLPumuDW8W/H/D6zmL3+iZvsqmf/HD0b/pcJ4qxfBPi1LrcmcCliVWMps/C8885zIk6/+Y5vqw+3hitbVNvc1WbXXXc1yT9JwSlTpuRksaaJ1aQaq4pBNUd1TZo0KZJ3ytjcd999I+Ho4wgzOcP1SDoISkIvPma8hmxajVX1HR6W5cdKKwXg35cU1g/Dvo5qMbHqmXqWSUyT+vCZu/7gqKRSCT4T1t8vWR0vIaC44+w8E9VxVTzamuYlrdrH4/HPkJ4JXfFnKEmsKv6RI0e6Q8nIWK3b//UzMQhAAAIQgEBVCFRKrGprv34eDLfhx0sA6O9fffWVPfzww1Ht1dZMWpmqu+++e1Rz1cvVJMmqsfUzYKk1V1u2zft6qeF2fHPZnHOOb84oVZbm5ME27QKzi38wx05wNVWbsk9HXTy4uUZpc7kAbZF3Mna6jSySsdpSRzVbKQC/5b9pa/8om7jNZJtsx7eUFHDjKr6RNn3YjTbY1VvVD6aSqUHt1PHWVDO2uR+VICgkVlvGpRRAa57rWrgXsVoLq0SMjoCk0qlP/DGVxpcX/LUkUnGpF96cpaRA2mA+TvURF4p6T+KvWAassnR96QNJv6sOnxgNJ9E38HeHW7H5an7fvPkUd1+xtr5PtY0LSS96nzv1jsTsWB9Y0rwVgwT2rw48N3VtkuL00jGJYdiRJPkGk/Z3AvqxU/8cvaX7s9Ta9XyyyM11Ltnb9R+21fgTHrzcCVLJ1enjJyeK5/jkQ97x9S32EPtnIy6db3/2bjvmkavc7fccPCFV3Bfqv1Sx6vvy9S61XTx+CFR8PGWMvvvuu064hRmixebN++kEPNMtttgi7/CCanCT+FSGaylr7J8hZepyQQACEIAABCAAgWoRqJRY/eijj5wsDWWq5iT5GX788MMP3e6e1marqk+NpTqr+oW176+QXJVU3WijjUpE3Swn3aFPzZc7cKo5AzTa0q/3/KFQXqbOaLrhmLE29mbLP7xqrwk2wR1YdZyNfmqV/bBZxOqWlkzZ0g6vimRqc7xjjxlrt9rIpgOygkOzxvp6rk6mNpcN22usjbU5Njjv8KrhNuHCpgOrjjt8hq3av6U0gS8FMPN0Dq8q8cGq6eaI1Zpevs4VfGcTqz4bUqscl2iSfMVkaSliVWN4mRmXlP7wsGJZkIWEcqEnNSlO31cx6ejvVRbpveNviIbR6/EyCkkxJMnStFjT2nq5m7ROaX2FmadqM+/UuzIJWbVNE6vhe3EeWb9TlCtWs/ZPOwhAAAIQgAAEIAABCHRkApUQq/ol8/LlTeXhwi3/oVTV643WaHPnzHU7diolVrfccksbtscws8amA6yS/igun0nbo0cP98twLghAoHwCiNXy2XFnOxPobGL1WwN3szcWve2yIXWFWYhtIVZVo/T7dzRllvqsTJ9ZmUX8JYnVcuKUqDzwhhPc1vZimaQqE7HjH//JxazsVjFT3dO0eqnxR7YSYjUUmsUybP343/7dkfar/U63k++/1G3rV6mGYuLa31tIrIZfI8XEe9KXL2K1nb+pMRwEIAABCEAAAhCAQIci0FqxGtZVTdr6L7nqXm+Q3TRTfVUdYFopsaoSXSp/FReqSRmsHvwGG2xg3bp161DrQDAQqCUCiNVaWq1OHmtnFKtH7znaxt16pqs5qq3m94+7xh3oVI6wzPL4SPhJaKrOqrbvi7nkbliKIK2ftPUpJvjCjFUJxhtfaqqZmXVb/aE3jE881CzLdvhqiFUJbAnVN85+yCb9zx/sF8/c5ta2WKkFxGqWJ5g2EIAABCAAAQhAAAIQKJ9Aa8Wq6qp++eWXOSUAfNZqKFW7NDSVBJg1a5a98sorFRGr6n+77baznXfe2fXn5aqXqv41jRvWXV1nnXVcvVUuCECgPAKI1fK4cVcbEVA9z0dn/dXmLl7gDnkK5Vq5YlUZkP/6l9+7E+NDQdjRa6wq+1Inxisr8+BbTo8OSRKTStdY9csZ1un85OyHXeaoMitHDBledMXjGat+i3wpYvW1E/8jykAtdPhUPBjJyrcWvh0dXKX3JSslLwtdlRarWTJPVXJBl2rAvr94oTt4S1cWEax2WTJW4+Ucii5ec4POlrGqw6KWLFli1PXM+oTQDgIQgAAEIACBeiXQdKDQDLOwXma9TrbAvFojVleuXGmffvqp693L1LyPXRpMUtVns/7jH/+wF154oWJiVYdXbb311k6cxuVqWlkAxauDaNddd91OuOJMGQKtJ4BYbT1DeqgQAW07/9Nz99j8JQsSDwMqR6yGUlJhqlaptop/fctdrFbEquIOszpVP1MZrKUIy2Jt/RKG9UK1rV2nzYeHQhVa6rTDq8S60BWvser7yXIYlOJ9bNaMnIOawvIAxeZdCbEaMitWusCXVhBbf4mxsoSzytAsNVZ9xnGpX5qdSazqwKdddtnFLr/8chs/fnypqGgPAQhAAAIQgAAEyiYQSczgcJ+8zoJDgIZfOM2uPrjUjMKXmw7nySRKS2lbxrSbDwSKDggqo4v2uqU1YjWereozVCO5GkhVX291wYIF9uSTT1ZErK611lq2995722abbRZJVcnVNY1rXNmBULSGklVsyVptryeMceqRAGK1Hle1huYk0fTAy9PstpcfiuTSiEFftz223NW+PWR4zin0pYpV9f3Tuy6wT1cudX37y9fBbGuxmrS9W1LMZ6IWWqakdsrm9dmNureYNCz18Cofz0UPXm6XvfiA+2v80KxCMacdXqW5/GK/U10Jg6QrHmdYY7VYzVK/hlPG/Tbq2svLYqIyFLDFhKj7YeOSvd0Y8baeV7GDtnSvGE2d9WTOQVvhumaJI02s+n5KKSsQX4/OJFavvPJKk1zVRy4IQAACEIAABCDQngRaxKpZmjTN0qZwzNllqRvrLyNt2jWHWKn6NhO3TiBWtf1fYlVXmKUal6v6e/ja0qVL7aGHHrLVq1dnQlmokcTqyJEjrV+/flHGqhOrKgug/9bkZrH6A6z8R5UDkGDlggAESiOAWC2NF60rREDy67q/3uQEnoTUd4fsbbtvuUvBk9HLEau9u/eKDkLSODoISuJp/0G7u63Y1z4+xf40b2berCT0ThtxnMtsLfXyYk/3Se4dPfQHrgsJtXh5g6S+vRAe2v9r9i/fOyVHLofSs5BYlZy87dm77dQn/uiG+J8jLs+0nV9tQ+GY5dAqPwdfL1QZtRP2O82Wrlzmtudf9eyfU7fkx+P0YjE8SKuQ3PVSVm0OGjrKhXLFX37v1rnQnDWuROQxj1zl7lHZgQOHjsphHa5NuKZqO6T/Nm4b/90vTXXPj56tiQeem3q/53rineebfnGg+rX+CvvWc3ftmEsK9uNryior9ZCh+zvO02f91X0t6Xn745hLUyV2sWe5NWL16aefdieK7rDDDgWH0fb7hx9+2LXZYostbNSoUbbeeuul3lOoX4nRd999N+/eHXfcMbFP9VXo8vf5fgvNx/fl79Hpr6+99polja33pk2bFsW6//77F+QUZ6RSBZtvvnmx5Ut938cm3kn9+JII8Q6SSiSUw0b9ilc4fqEyDHGWhdiKq7jrEnvF7J+ntOcjnKePKY1BsWfajxFf92LPmmJQrPG5xTnF1ySNRaWfmbIfNm6EAAQgAIFMBJqkqdnwvWbYDJuQIDQ/tvtOH2UTbbgNf2qGWRtnrH686GPbsF+bKNUmHp1ArOr/0cuXL4+kqqbtBWooUkOxqs8lVO+4446KiFX1t88++7ifuXwpAJ+lunrN6qJZqz179iz4c3mmh5tGEOiEBBCrnXDRqz1lvz1fcvOc751SUKaGsZYqVnWvl4QSVqO23ceJNIlVncQuidcWYlXjSvjd8uxd9vDc591YuiTffrrPsUWllwTlawtnuXtG73JAzjZ3vab3H3zr8YJb9CUNJf3Cq1DWaPyZkMDt3a135pPqxfnXj/wu9dEKM0rDRoXiVAzvfLrANU+L3Qv6O958POIssXvmvscVFMlJ8RbiE65JGP+O/YfYyG2HZxLwyjT1V7iu4et6X32e/f2fJrJM4qWGW/Yd4LK8JYdbc5UrViW3jj76aDf0nDlzEn8g0w+bxx13nD322GO26667ujpOL774orvnN7/5jY0ZMyYv9GL9Ktv00ksvTZzyt7/9bZsyZUpOLMWK8j/44INOdoX9Js0njMvfIyF24IEHmv+7D+rOO++08847z/1V8168eLGbd1J8SYzmzZvnmJ522mn2y1/+sqzl1X3XXnutG//RRx/N62P06NFuXZKu+LjlsFG/Yn/++efbz372s6bvbc1j3nbbbU6uh1ecZRJbicRjjjnGsRFLXf55euCBB5y4LvR8+PF8TIUY6Fm99dZbE2vxfve733XjxjkVe9Y0vrJa4nNTf7qS1kmv+7X0z2VbPTNlPWjcBAEIQAACmQl4sTrhwsE28eI5NuGhq+2QfsHtzWUABl84weZcPDFBrDaL16fCIcfa5Jln2lD3P8Xf2rDxtwZvDndj7P03Cd3BNnnmSJuuMgFRKQIvcmOSN6+fYAz9v8wJYvXXPG40YlO27BwvhBPFapE5ZKZZ2YbllgJYtGiRk6PxmqpJUtXLVf/zgH629AdMtWY2GlvZqt/73vdcHKFc9SUBlLUar7/qM1aV8ar7uSAAgdIIIFZL40XrChDwJ8/rsB73D8hZf7W/L5zltuuH2Yl+S7iv8SmJtuCzD1IjSMoulZyTdLvu4PPdSez/ut8ZduOzd1qfbr3s1wedZ8+/85LLPNT1xqK3bb3uvWyz9frbpn36F82grQAKuoBAhyJQrliVLJMwfPzxxxMlqeTPoYce6uZ60003RVmTel2iSK+ptlQ827VYv16c+W1XHqZ+OJUwU7bhvffeG8nVuNxLg+/7lVBLkr6K67777nNzLiRWJVVPPvnkvDqukmljx461ESNG2OTJk6MwJNXmzp2bJ/FuuOEGO/fcc8uWq8OGDbN9993XcX7ppZfyslYlFXXdfffdUSxaG2VPXHbZZXbIIYdEJRPKYaNO08SqGP/973/PEeBZxKpilnSePn16dK+XjBKds2fPzlvepHn6RmnvKSP12GOPdesS79PX6dX7TzzxhM2cmb/7Qf2nSfek9/wzk7ROau/X0pewaKtnpkN9YyIYCEAAAnVIIBKrD51gc34QCMjmuUbC8qHBduMP4mI1WYK+fM0wO/7mJoHaJGnzSwGk13bN79O3bamL6kVoi1wtX6xmnUP7L345YnXVqlX20UcfRQdS+fqpkUBtMFury1ruff+ab6Ofg/QL40qIVdGSHN1vv/3cz16+jqr6lvQN66r6EgG6x7+uzzfaaCPr2rVr+4NnRAjUMAHEag0vXq2Gvv2kH0TZhZqDMgyPHHqAfbZymTvV3Wc36oR6Xdp2fd/LD0fCU1l5yjjU9Ycnb7KrDp/oMkQHrLdJTvZruE1cNVy1BVtbp7958ympdTKL1fSsVeaF4lYmsLj/7YNZdv+4a4pm1NYjg2Jz8hmrYvTcqXcU3KpfrK+O/H45YlUya/DgwXbdddc5gSQhFM+282IwSRbp/t12283GjRuXk5GZpd80sSrG+gFVW6HCLMlSxaqEmeRpKD/Vt05alWyUqCwkVn27pDquPnafeeiFWpJg1pi+fZpwS3uufHat7vvRj37ksmrjma+FhKNfu3g2bylsFFuSWJUY1cm5ccGcRaymraXunTRpkk2cODFP1JcjVhW7ZxjPRhZHvfZf//Vf7iC0pOxb3V+KWE37ekiKo62emY78PYrYIAABCNQLgRaxerUNvn2YHf92bqaok6Q22WYeNcfOiItVn816w0w7c9eASPPrLWUD0sVq/nk7QHMAACAASURBVCFScdGZUp81NkbZYjXzHNp/xcsRqytWrLAlS5YkZ6t2aTD954WqxKcXrJqdfiH86quvVkys+nIAW265ZY5Y9SJVB1kVylpVSSWVBOCCAASyE0CsZmdFywoRkPCcOffFvKxQv81ZW7LPeeA37uR7Xxc1HFryU3UttaV/uz6bunZ+e7+vO6ps1z1+d4R7f1CfAbb486VO2CpbdvD6A9zW8l7dejkR6+uWSvAeMGQfF1fWLdW+Vqek8NF7jq454eYPPGptbc4KPRodshtfgkLPxx8OvyRz6YoOOZkiQZUjViXelNWobD4vM+NyUFl1ykwMMyKL8cnSbyGxqv6PP/54l9XoRW+pYlWiTCUOwnIAfo7+vTSxmibj0uZdSPrpHi+aQ1FcjKFnoI+SwyHT8N5iY0sQe/HtmZfCRmMliVW9fsABB7hs3FBKZhGrytzUJamZtf5suWI1TWCKy89//nMbP368e9Y85/i6lCJWda8yopMyYOOvF1u3cp+ZLM8VbSAAAQhAoHUEQrF6yPvatm/BdvomqWkSp5vely9W04bOLFYtv/SAxcRqxpqoZYvVzHNoHedy7i5HrEqqSq76MgDx7f/xTFUvWZUp+sYbb9jzzz9fUbGqX1r7Oqt55QB0kFVjyyFWvgarWOn1Hj16uF1fXBCAQHYCiNXsrGjZhgSUgSqZ+unKpa4kgK5ff+Nou/GlB+2bmwyJRKr/XAf36LAetVG90b7de9vwgV+PalP6k9NfO/E/7H/fmuGkpz+sKC5mdaDURfueYLsP3MWen/eSG/uoPZu2xqr8wAMvT3Ofn7Tvse6jxLAvH/Avj1ztDsJSLVX14e9rQ1QV69rXuj1iuxF5h2RVbJAa78gfolXoAK0an2JO+OWIVUlTZev5rEwJr3hWZFahGQaTpd9iYjX+vuJQPc7hw4fnLZt++PR1XsP7JM/+8Ic/RHVAlaX4zjvv2IknnphTUzUuz4rFFg8gC6NiIi3eZ5j1q7n5revxzMpi/Ybvl8NGcaWJVcl29a9sDZWSkCTNIlYluA866CCXUazascpOVn3ceL3WkEkxsaq+LrnkkhyMOhhLvzgYNGhQTiZ2mAmsmL18TarJW6pYDeW9n49fy8svv9yJ3CSmSd+Liq1tPX3/Yi4QgAAEaolAjli1Jnk62GegOqnZXHe1+b2kw6tatvXnznx4dNBVWsZqUk3UXLFqzYdr5dV+jUFurVgtPof2X9VyxKrKUqkcgC4vUeMfwxIAoXhVuSH9QrWSpQD0i2tfCiA6vGr1ajeG+7v+W9MiV8MSAeuss467t7WXW9u/jEw4mK21PXM/BDoeAcRqx1uTThWRMj7/9S+/d5JUWaeqhfr9O851maqqu6rsUl191u3tTnqXSNXBTt8auJs7bX6T7r3dFn/VUfVbtP3p9GrrDwGSDP3JHT93fekwKS9mNaa2v+s6+JbTncSds2SBPTj+Rrvt2bvdGF6caixdXvz6hVIm49D+X6s5OSmx+v6SDwoe8tSpHsaEyYrR0i+WZzqcqh5YlSpWvQAKt0hLvP3+97/PqUeZRRqG/LL2W0xeJolVlS0YOHBg3nLtvPPO0Rb58D5/2FIojpVhKZkWHlbVEcWqz1ANa5hKtCkLISxvUEy+pYnVrGwEu5BYlfBVZoUEqURrFrGqPn0d2KlTp0aHb6XVxVX7YmI16QAv9aeyDxLq2hrnL2WoKjvFZ2H7Lfw+gzV8wEoVq7o3Xks1qfZqlq+rYmtbD9+3mAMEIACBWiSQI1b7NUvNbSbbzNOHmisD4EsD5GWhmlnzazOaJ96yrT92YFRqjdUOIFYzz6H9V7ccsaqDqyQsw4OrvDxNEqr+NbVXWSQdvKkaqJW4JEb1C3XVSU3KVg0PsfLSNRSrWQ+waqrpG0R8TNPz23TpWZxuI/MONQva6xcIT4y0madvZvedfrHZBbED3CoBQ5FcM8xuHDTNrj7Yy+LmXzikfP34I99afkHREkhuX7n9WHQQXOzwuL1iB8JVaF5007EIIFY71np0qmhUQ/VXT9xoypiUWFVW4LBBu7oaqD6rVNJSW/l1qJTa3LzfWe4eXdrmryzV+UsWOAmrQ658hqG2tkuO9urey7xo1T3qV5dOUfcZryfvc4yNu/VMN476OXvf490BVyoxoPH+/PJUVyJAklXiddS2+9gxj1yVc9BWfOG0fXzqrCddH/7ypQZ85mvaCe/+xPikk+ivHXNJwXIDZ901wZU98FfSCfOSzKpZ+/jcF3IkseITz5/scVjedvf4yfX/9I0xiUI23s7PJc5HwvLXj/yu4POu2JNi0U2+BMO0t5502cz+kiiXCB+35+F5MjSJp+5TWYivbbJNXizxufgGKilRbO3UNmmOSWNpzfRLg3mn3pVaZiBtvDBoPdMn731sq0oVlCpWJdZUZ9Sfyq54/Kn3qrnqM0DDreRZvsll7beYWJUMu+WWWyLJm0VEKb6wX2Um/vSnP80pdaCsRGUyFhKrvjZpUgZjEoMsjJTFKykcr/maxlRyTj+sS1j6S6URFFNYq7WYfAvHLYeNxi4kVvW+zwBVRuaOO+5YkG3afNXHFVdc4bJfk2rVFhOr6teLUn9olcTqlClTcqSqz/yNS3qN27dv37xDrMoRq/HnJ2nt2+KZyfL1SRsIQAACEGg9gVyxataS+TnSpg8LDrNKEKtNQqvlAKmWaConVjdMKwWQtcZqPO5Yf9nn0HrWpfZQjlhduLDpMOS8UgBdGqxLQxdXXzWsrRpKV913//332yeffNLqrFWNse2229o3v/nNvO3+Pls1PMTKi9VQsGoO/fv3L4At6eCx+LOXgXokVr2MzXBPKU2anznd0iJJm2Kfc3xzfWL3nM6xE2aeaZYjYNUuJnub+8vJCD99jo275hDLze8VixttcPMhcvlit5RJ0LZWCCBWa2Wl6ihOSbEJD17uts//6YjLXL1VSUtlnC5YstB2/OM/uYzVn+7TtPU+lF66d9ai2e6gqmVfLHPvabu+LtVLlaTy/X59y12i+ql6X1JVUtSLWWWuSsDq8lmoEnPKTP3jmEud+IvXcvXlCf51vzNS67AeesN4J1QlKk/Yc4yr2Tr9rRmurIGuN85+yH1U3JqLMnT9JZE7YshwNxeJOZUxOPWJP+a8n1ZuwNdL9Y0lqr+z7fAcfqFkVtbuyCF7W+/uvaL4xEQM4vOTjL3l2bucANTlM33jQlLtrn18iuP2P0dcbkP6bZ0o+vw6/uz+X0fsFc9m6/V3B2l5War1kTAPL1/CwK/fyXse4Q44U3mGu1+aGt2r/n51YAvbOE/1feXBv3AxSsDHr/ic9Ux6Yau1k8SXYE9aO73m5zjxkWsjSa/aveFY6mfg7w53XYQZ1vFY4uOJ/1l7Huma6WA2//wm8SrlW0epYlViR9IuvrVeW82HDh0aCcB4rdN4TH57vReGWfstJlbjMqocseq3YGtOEmQqA6A4i2VVJm3nDuftxd0555zjtq8XY5S0FbzQ2vrxdchUvAbppZdeauGW8kLCMT5uyDwrG8VZTKyqjRioHMBvfvMbO/nkk1MPBlP25u23355Ys7dQXdFSxKri8VmoPpPW8/bSU/Vu42uqXzTEpW45YjUs46ASB0mHY1X6mSnlewVtIQABCECgdQTiYtVnoQ4+ZqzdenNzGYB+LdmpLaUAkqRWcyxJ4mfY8XZrkEmYvnU/+fCqOVFZgaYxkoVwfs1Wv8U/klA5YrWUObSOczl3lyNWFyxYkClbNcxeDbNbtQtGv7R/++23o5ICpca+9tpr20477eR+Qd2tW7ecg6uUkSqhGh1gVaTO6oABTbtGk660Lf4tAnG+qxHsMz8tythsXvenmnodq2fdYhmrrt5w8517jbWxNscGu0zWWHZokAVaTFwq3ovtwuaM1XgmrReoF5pdEorUuFhtum/whXNsuu9LUvb2wXZ1lKUbfB26TNw2EsalPhi0bxcCiNV2wcwgnoCvpaq/3zL2t/bYrBl22P0TC2Z/lktPEjGs0fq3Y37vJJrG3H3LXWzBZx84GSfxKbl70NBR7rUk0aa4b33ubtMhVdv32yaqtxqPzctNia/46fE+61AZj+GlA7W8GPOHb/n3JfeUweuvQuLM15X1bT85++EciecPYdL7ErhxQRsKS7VRfdpQnPpsYN+/xLHWMC4lNY7kaHyeSesYxqz1kQzXFTIJX5dgHHnD8a6cQ9r4PgNU/cRlZchTor1YjCGzpDqrXqKnMdXr20/6gcuiverwiXkIwv6Tnpn4Detcsrd7KYzdH9QmJroKZb4W+1oqRawmbU32/cff83+Pn6qu9l5eabu1pF0p/RYSqz4DMsycLUesKkYJLGUuqv6VhJ9qXBYTq7pPGaPKME06tMvH7jNHfX9hvOF6KYv3vvvus3Bbf6H1TDsASfeUcgiSpPe1114bZbjGmWdhozGziFX/LKi9Mp+LHQyWxKqQgC5VrCqOMJPW1zaNb9MP1yHpvXLEql8nPR+qHysWM2e2ZOfr/Uo/M8W+P/A+BCAAAQhUjkCeWPWHR0k6hVuHEzJWvbRsKQEQ23ocidTcEgOKPrtYzZeoUQmCcMu339IfvpaUKRjLWM0+h8oxz9pTpcRqvBRAUsaql6uK7auvvjKVN1JZgXIuCdU999zTZcdKpOoKM1JDqZokWNXelwQoJlZbRGV+pLmis+kZnP69aXahXWyj5p7QLBzDZ9OXAjjB5vygJdOz6XmbbiMfutoG3x5u52/ps2V7fzqxXLEaa6cxLjG7MMo6bRG44dfXy9ecYXOOutr2/lsgaYPn3PXa/DXgxps72OzmW62pXEdSdnk5K8w9HZkAYrUjr04dxuZFmmTZrIVvu4y/cNt+oSlLQimz1QuksK0k2xUHnRdlsPpMUMmqeHu17dOtl6vbqm3z4VZy36fE1WkjjssJR8L1wBtOiA7KGrnt8Lzt5l7qJUk7icv7Xn4kqvvqOw/lYppYFSMvX+85eEJetqwXhuF8w77CzEjN/97xNySiDkVffA5JYyiLMy4MKyFWQyah4A2laShcw8lING4waf/opVA0lipWVa7CZ6UmidUwSziJq38/LdZQICvgpLUN55YkVvV+yCsu1Ev5NlKKWJWkkvx69NFH84ZIyhr0BxQpG1EZmqpXKTF0wQUXmIr2+4OLSunXSz5Jp/CSDFMJAC9r/XuSe8rg9CUK4oHrACtld8bloWSvMjzDLfRZxKpvozjOPvts22GHHZxIVsajskZPO+20qK6rYvElEJQJKYknRspsvfDCC51UjYtExalsRv0JLy8ox40bl9O/b+NloReXnnl4cJP6UDtlYIbjlsNG42YRq2rnY9PnaWJV7ykbWc9N+DwpS1dM9XqSgC5HrGosn0mrZ/Tdd991ZQriB4B5tr78RDh+uWLVs1DJgaOPPto9H/Gr1GemlO8HtIUABCAAgbYjkC9WvcicEWxbTspYbYoprb6lf91nirYcDjXcdBCVxNCoi4vXWI22NsfkUVLdyXjN1yaRFCtpkFBaoNgc4r9QbLvVyO25HLEalgII66dKnHqhGv/oD7fS6PpcGaXTp083lW0q59IvYlUGQJcXpAXFauOaxAOsdH+hUgAFRWXzszl93+at9s0yXyJWYjVHyObVWJVYDeuytmSNSqwm9Vm+WC2QNd30FRbViN0syHgN5+6+tmKiWCUGxr2T+zXGIV7lPM21dw9itfbWrKYj9mIoFIXxzMi0CSbVLfVt1d9u/Ye4Gqnxw6UKAQvjCNtJkoX1Uf17Epf+krCNC7O0DMxCMWQRqxJuyuzVlZS1GtYD9aI4FKvFBKGPLy4lQ0nnpaS2+IflC+LCsbViVQJa5SB0xTMzvTDVOviSCklsQwEbxleqWA3bJ4lVja2MVC/v48+y4vD1f+Nx+gxgZQ97eVtsK3+aWPUxFLu/2DePrGLV15gMt5PH+5aMevnll6MsO4k6STllP4aX6rNOnDjRScdS+/WSLz62tm7/+Mc/jk5P9+8XO+FUQlOiKi4PvShWv14kZxGrGlftJPskZf2l7NdTTjklUZT5A6ckrf0lsSYRGz/xPi0D12f9JtUZjb6Xbb11JJ4lHJMObpIQPvLII3PGLYeNxswqVtVWz45EciGxqjWRxJT4TXue4s9FuWI1LAmgDGTFNnv27MQvJ1+CIZTR5YpVDaAM2HhN3PjApTwzxb4H8D4EIAABCECgsxMoR6yGh1eFYjV+cFVSKQDxlliVBH3qqafszTdbzujIuha6/zvf+Y5ttdVW7pa4WE0qBbAmRawqxn79VIci+UoThV46njB3VKIE7TBi1Un+oNyGppmXuapfXihLVSUCRtnE5vIFEZGcg7qaXvXzT5zn5ME2La8Wa9bVpV0tEECs1sIq1VGMXgxpSkm1PAtNVdl/k56YnChOvSCVED1z3+PsrYVvR7VJJSW33WRrO+eB30Sy1LdPE6t6ffD6A0yHL6lUgC6VCwgPpJL0ix8mFWZ86h7fz7cG7mbb9t8m9cCnJBmq+73YkyQNsxvDzEafjSrh+R/P3Bll4IZiNRSNaqc6rmlX2jb8MJb4PMN4yhWrqonau1vvqBataogevefoqNRAKVI0jC+stVpKHyF/fZ4mVuN1a31dV78uaVmoWpO5ixe47OE05vE1ShKrFz14uTuILa3ubSnfPrKK1VL6TGor0aTLZ4i2tr9auF/SWNmOuuIZpknxS9Cp3lYhRuKoP0mZjLXApBIxSnqqJllne57KfWYqwZw+IAABCEAAAvVMoByx+vHHH7ut/PHDq0oRq5KfL7zwgjuE02/lz8pZ9VX333//KNPUi1X/0R9YJXnrP1+9ZrXLWFWb8PCqrl27ul+Ip19J2Z4t2/MlVm8cNK25pmlaKYDmrGubbDNPb89SALkHS7XMMf1Qq7BSapixqozrliza4P5NWw7E0r1krGZ9imu7HWK1ttev5qL3J7OXc4K5pFh42FE4eZ9J+s1NhphOrJdYVZ1PbffX5Q9d0udqe9G+J7hDrJLKCqhN0hb3LLDj9S7j9yTVBc2SsSpJGmadhpmcEmuPz33BHfKU1lcpmbRpbUOxqnl5oeeZ3j/uGleKoVyx6ks0eMnsD2g6ad+mQ8xKkaJpJQ1K6SM+ZppYDcsshHVSfemKeK1d9RuXrmG8hZ69UKxK1vvSGEmSP8vzGm/TXmK1nNi4J5+AhKr+xA+nghUEIAABCEAAAhCAQHkEyhGr+mX4ypUrc8Vqlwbr0tDF1TxN+hPWV9XnuubPn2+PPPKIk5+lXNtss43tvffeJsGqKy5Ww5qq/hCrUKiGYnXddde19ddfv+jweaUcotrAaQdNdYDDq3xN4JzZNZXJOMQkRCc210U1y6lh3Nw+/yCslkO6wjIZLSU4dCM1Vos+THXQALFaB4vYmaagLc+6koRoKFf/9sGsvDZeqIbbrpPKBkjwvbn4fZOklbzyYi8rZ8lVZdc+886LiaUJ4gcqZRWrcWmrMgQD1tvEnSrvsyKziNVidTyzilXFM+7WM6MsYC8Vb3v27lYdXiXp+ONbz4gyk32GbSlSNBSVIe9S+tB6ZykFoHYhM38wmLJQRwz6uvkM1vD5iUvXUM6qXdoBVKFY/cV+p9rBt5yeWoYg6/MatkOslkOtevcoW1N1WLkgAAEIQAACEIAABCpDoByxumLFClu6dGmrMlZ9OYBXX33VnnnmmcyT0c+Chx12mCnT1Ge6tkasqr8ePXpkHr+SDXOyQJ0EnWMnzDzTwqzRSo5HXxCoFAHEaqVI0k+7EPA1K5OEqMTeJt172wcrl0aySZL0hD3H2PuLF9ptLz+Uqf5qvExAsa3zxSYuAXndkzfbL565zTWNHwqVVazq3ngmpjJ/fbZqXPCFpQDC7NK0zEs/j7BmaNhHPGNV7SUER95wfA7v4QO/bq8tnGVTxv22GJocIRnWq03ayh9KzmI1VsP7vehUMG0lVn29VI2h5+dX+53u6tCm1Q+OH1oVB5W2RvFSAGlZzEXBpzRArJZLjvsgAAEIQAACEIAABOqBQDliVWUAVA4gpxRAiRmrunfZsmWuFIDqrGYtB9CzZ0/bfvvtbciQIZEQbY1YVRkASdqqXLGM0qSs0arExaAQKEIAscojUjMEJPH+9Nw99uBbjxcUpD7jdP9Bu9u4PQ+P5jf9rRk2Y94L9unKpan3+6xXCVodhqUSAhJlB247wvYYuEvB2qQaSJmqug4cOiqPq5dprRGrSaUGwgzUNElb7PR6H2zawVGhlAxlq14P7/H9xOeY9pClZcem1UgtdFBUOMahN4yPMmnD7M9iYlXPmK4BzXV1Q2FaTEiHslTPTN/uvV391Pjl+9S6+fq9ajNr4dvRIVZp4jipxmo411Ail/OFjVgthxr3QAACEIAABCAAAQjUC4FyxKrm/tFHH7lapRKk2vrvP2YtBaB7n3/+eXvllVdcP1kvL3N33nln23333d3YxcSqO8wqocaq7t14442zDk07CECgmQBilUehwxOQuPv1I7+LDmVSwBJPafVR/YT8wVH+73OWLCiasRo/zMpnwYYZsqqB+aOh+ydKVglBXUnlA7wUi8uvLBmroRwMpWNY01PjpvWVVEbg61vukrf2YWZrmEGqhkkZq76DUNzqtdaK1TCO+MFYpz7xRzdsWi3SUPTG2xQTqxp3s/X6R+sXsi4mVgsd6BWC9lnXqokbv9IOKPPtksRqPJN3+vjJkRgu9YsbsVoqMdpDAAIQgAAEIAABCNQTgXLFqkoBqCSAF6mlilXVaX3wwQft888/LwunaqP+8Ic/tD59+kRi1QvanEOrVq924nZN45q8w6vUB2WmysLPTZ2cAGK1kz8AHX36YcagZN3oXQ5w2/p1aI+uYnK1lPlJquoavP4A91EHX53zvVOcpFIm46xFs+25eS9FGbNqf/a+x+dkp0qaPTz3efvTEZdZKC7Dk9vjhxl5WaYxPzn7YevVvVcUtp9/KDnDepxx2RdmL8a3oYcsJWTjMYbbyuN1YBWQF4fxGH2waQdGFVqDpIzVMA5lH4dZn/G6rvH5i81P77rAZasmHRSWJlZ134LPPnCHo1158C+itUur1Zo0J8W2waT93Vtx4e3b+7VL4qs2OtzNl4xImnvY/xtnPxSFEYro+H2lfA0gVkuhRVsIQAACEIAABCAAgXojUK5YXbVqlX3yySc5YlVyda211nLZq/oYStfw8CodKDV9+nR77733MpcAiHNXfzrQdOTIkW4cXT5zNTy8Kvq8WayGB1dtsMEG1SsDUG8PEvPpVAQQq51quWtvsl68/XzXg3IOAZJIUm3RpFqr5c5SMsyfbF+sD2VF3vfyI3bjSw/adn02tSsOOs++tsk2FgounzHrM2X19z+OudS106UszxufvTPasq7XQlkryab+JY99OYKzv/9Td6/GuePNx81LWsVzzgO/yetLJQz8PbpPYlHy0HOThOvTrZf5GP0BX0ftOToHgdbBHwiWJJR9Yz9/tUnKyAw7DUVvEm/Jx5P3OSZHNKudBOaEBy93ZRp0KWYdNKbrT/Nmuo96Xv7le6fk3RuK57Q19hI7nLNvWywT188//rz69f6XR65266mYT9jlwJy10XrHy1xoffRsvfXBbJv0xOSc593XD1bZiXhGchb+SfMvRazecENTmYPx48cnoiz0vn5ovOOOO1K/zI444gj3g+HTTz/t/ujke13+vm9961umP/HrzjvvdC+NGTMm5y0d8qR49Bv4pHjL7Vexacx58+a58Q444ABT7OFv+n3ffk7F5q5+/Hz9/JNApTFQW8U0depUU+aDTnXda6+98uJKhZ/xDTHVGmocXQMHDnRrEmd/5ZVXutfj61VsTcIwXn/9dXv44Ydtxx13tFGj8susaL7vvvtuYuRbbLFFXkwZp0gzCEAAAhCAAAQ6IYFyxapQffrpp6Z6q0nlALxg9XJVQlPtP/zwQ1uwYIH7OVeCtTWXxtDP0AMGDHBb+vv07WNdGro0Zaim/JF81XuqqyqxygUBCJROALFaOjPuaEcCXqxKFB099Ac2bNCutnTlMpc5qsw+vR4eVlVOaL6PrFI1HENC67Zn7zZtT/db1iU5n5/3kn22clnUdNv+2+SVDvBZkvGYB6y3icuSVT9Lv1gevd27W89Iyure5995KcqWVRzKqI1f4T3he5Kaby18O6d5Uoy+gYRsePkYk3j7vpPKIYTt0+avNkllCuJj6X6NFXJer3svx9nXSI3fE59HUvxD+m3thGxa20Kx+Tn5PgrNN7428fX296ovPfPKqE17VvR6/P4sDOP9lSJWp02bZkcffbRdfvnlebJSEvPcc8+12267LVGESRgeeOCBtuuuu7rtSvFr4sSJtsMOO5ik3KWXXuoOA9Dl79M9f//73/O2Ko0e3fQLgbvvvjunS4m38847zxYvXmwvvfSS+4EzvMrpV/LzpptuskMOOcR22mknkyi85ZZbXLcPPPCAiz+MWVu7JBeLzT2M38//29/+dk68mocONtDYkydPjt5TDIceeqh779hjj3XzTIsr6dnP+pp+8B8xYoT17dvXraNEsl4TD42ruP2lAxDOP//8SBb714utSRiLWN93331uvJkzm355El5ad81Zz1P8Ur2xX/7yl1mnRjsIQAACEIAABDo5gdaI1ZUrV7qfvdJqrEq4SrxKpr788stOrIb1UCuB3mfC6qN+dho6dKhttNFGtvbaa7uxJG99lmr4Ub+M7969eyVCoA8IdDoCiNVOt+S1NWHJohPvPL9gZqrfwl9q9mq49f/XB51Xdl1KEZVQu+Ivv7fvDtk78eCq2qJOtJ2VQCliVYyOP/54e/zxx90fLyu9dJN4C6VfyNTLRS8b03iniVW1j0tFvZYmVvW6MiqfeOIJJ4N9Rqgf18eTtV+JOknUUKDqXv0gre1X+sH00Ucfdd3H55p17ro3Pv+QU5K89oIxKS4JKkyHXwAAIABJREFU17lz5yYK6VKfdy8643JbsvTkk0/OEeppYrXYmviYxHS33XazU045xUn2pGcmbd1LnRftIQABCEAAAhCAQGvEquhJlkpeOsHZpcFljOqSdJ09e7YtXLjQ/cyoNhKdbXn5EgS9e/d2WaxbbbWVdevWzaxBdQIsEqySrpKwXBCAQHkEEKvlceOudiag7MGZc190o87/bKHLUty+X9OWemVaTp/1V1caQCex+0t1NsNLW6ffXPy+bdLcRm1P2HNMRUWo4kzKVmxnXAwHgbIIlCpWvfRSpqDPEvVyLymj1AeVVS6miVVJVWUwxjNikwSbRO8uu+zihJzG1T3xrEcfT5Z+NefBgwcnZmFqfsrkvf76623KlCkuk7OtxKrGCqVlMaaeQ1L2aKkPizgra9bL4/D++Nb/JLGaZU18nz6zVc/Tcccd5wR5mBGrdojVUleQ9hCAAAQgAAEIpBForVj98ssvXTkmSc3Va1bbZ0s+s/nz59s777xjeq+tZWravBTPOuusYyqTtNlmm7lEAL2mS7vB9B4XBCBQHgHEanncuKsDEtB2+MdmzbA3P5htry2c5Q6f8vL1jUVv2+LPl9qWfQe41wptF++AUyMkCLQLgVLFqoIKsxT1d2WEXnfddQXrWhaTgH6yaWJVknTSpElu+3cocJMEm7JL1V4y1Qu9uJAN4ynWr5/vk08+GW33L7Q4bSVWfb+etc+iVSZE2qUMY9WDTRKipTxgfl0kaX3t2LT7k8RqljXx/X33u991YlxjevZz5szJKQOBWC1l9WgLAQhAAAIQgEAhAq0Vq+pbv4jXz2RvvfWWff755277f0e6lKG67rrr2pAhQ2zrrbd2kpULAhAonwBitXx23AkBCECgrgiUI1YFwGep6vMwezUNjpeCvg5o2C4UdYXEqn7brnID8WxZ9RXWWB02bJirA+rrbIaizo8bys9i/Rbanp803zSxmlZf9qijjoqkdCgww74liJWxO2jQILv33nudZMwiF0uNvdDDLZ7XXnuta6IM3n333dfV040fLpUkVrOsifqNi3CfLRwX95q7hLGkfnhxcFVdfXtiMhCAAAQgAIF2IVAJsapA9TPaRx991C4xlzuIaq+qXBRXGQT+dqk1fOsCu+TpRjv/m2Xczy11RQCxWlfLyWSqTUD/81Qxcp3C2HPddW3555+7j3Pfecd69uhhPXr2jN7X/8jemTfPNt5oo6id4g/b+j78vHSPxtDr6/bsGd2v9/1Y+qh2b7zxhhtT1xuvv27b77BDNP6gLbeM2n/40Ue2fMUK187Hrb7DS3359xSfPtelcT5fvtzFrNdWLF8ezUefq1/fVjFrrC0HDszpW7Uqx40bF73m56cXfHs/F/HzY4Tz93PQvDyLkJWYJF1aKzHy8/dc1DZcN8WstfIf1d6PpdiUDak5+HE0di1e5YpVX1dVcw7rraYxKHSAkz+4SvcWEqs6CMpnMPoDtOJy0R+wFR5YlZT1GJefhfotVU6midUkqaw5a176E87fH17lD62SyFQtU0loSVVd7S1WNabW/eGHH7annnrKrbvikzD2sldt4mI165ro3jCz1T9Lqu+q9QyzbtMOr+Lgqlr8LkTMEIAABCAAgeoSqJRY1eGr999/f4fLVvV0lbV68MEHu5/VyrkW/udoG3D0PbFbL7GnGs+3pp9k6+h67zYbvcUcOzua20K77YhTzK68247OPRO3jibNVEohgFgthRZtIVCEgP5H/NGiRbboww9t3xEj7G4d5vLTn9o7c+faczNnWr+NN7Z9Royw6/7wB3d6tj9F+/f/9m92yj//sz32xBMuC02HzOg64IADnCD112GHHWYaY/vtt3d/zjjtNBs9Zoztsfvu9v9feaXrf3/d8/rrTvItX77c5s2daxdMmODue/211+wHBxzg5K7eVx/6fOrUqXbMMcfYzTffbN9W5tkBB0RjTps61X2+6KOPnERVttlDU6faDjvuaIrn+uuui15TO81b/UlYKh6xUFvJRvG4ujnLzQ9wycSJLj5/SWDOfP55F7vGU01FP74+aj6jDz88Z/7KVttx++2d4JRw1X0nnXyym7ME6WtvvOG46nruuedsjz32cJ9r/orz4alTbaN+/Rx3385/rvXUmmmL+EUXXmh33X23G8tLVL2vexXv66+/7voWl1q8yhWrmmsWseeZVKIUgJeP4QFaZ5xxhhvCZ6zqPWV2Jl1exuq9pHjS+vXSNZS18f6VWemFZ6VLAfjx41mbEo46nCtePzaMrVCb8AAvf4/+QVDK5Q/UOu2006IM4bhYzbomGldb0yRrk66wFEMpz14p86EtBCAAAQhAAAKdj0ClxKrIqa6qfqncES/tMtqyOSml1Pienthge114mP3p3Vyx6F5/5U+24I6jrX+pndZU+4W28L3+1h+pWlOr1pbBIlbbki59dzoCXqwuW7HCCcsVy5bZsD33dKJvzrx5Trp5Yag2r732mn1jjz1Mn8+bM8c27tfPCU6JRUlQCURJSi/7QrEquBK0PXr1sssuu8xemDnTCURlTnr5qnElbyUzlRkq8XfhBRfYc88/7zJflXUpEXn3XXe5cX918cXWq0cP117CU69JOqpP3SOBqc/1nherXoyq/5nPPuvmMGfuXBs8aJATq7okHjWfDxctckL568OGRc9GXKzqDX84jZ+34tQ81LcucQnn72Wm+tLYuiTOJJo0rjJMvUwV/8cee8x++MMfunaSq5LXw3bf3YllzUuX7jv5n//ZSXHJqmeee8523HFHl4Er4a2+JVUlmnVJNg8cNMj1feONN9bks1+LYjU8QMtDl1j128Yl+eLb0yXJw8OXksRqWr9+e3paHVl9je2zzz5RndlKi1XN0W/DD+ViFuGrZ1Vb9uOHP6lPzVffj8LLy+vwNT+feJ1a3yYuOUOxWsqa+MxWcd5889yfWseOHeu+D/nyDojVmvx2Q9AQgAAEIACBDkmgkmJVE/zHP/7R6vr2lQal0lhbbbVVWd02ZapanlR1nWl7/JWDm8Rq81b5cJCWbfNP26UN023k02Z7NW+nH/k/DTb9+0+ZfWsvu+Dip6xxgtmlDXvZBUEHhe4Pt+PHs2lb7lOm6QD7yZ1Bp2O8CI6/F2Tfhhmr7vOfWJire9htC+zuHzepZMnlaB56Ieq/LNzcVCMEEKs1slCEWRsEJNvefP11Jyv7bbSRkxj/9u//boePHm1z581z7ymTUhKyZ8+eLrNRMlBZnpKgWw4a5ESqtrvrNQk9iTyftenr9Hg5e9jhh9vzzz1nu++xh7tHY2hM9aUxdEmmKBPWC0D1KTH45OOPu/clKO665x43xg477BD157ezK4NUwlHSUG00h+122CGqGSTpqT591qbmpSuecaoMzwNGjbKp06blZHQmiVVxlOCVcB40cKCTu/pcmaLKnNWlOSp2tZXw9e+L10Ybb+xY+HZhaQP19/gTT7i5iKfmqTnpfq2TxtIltpq3K4HQvFb6QcvPSzzVr+eorFZlv6rvsLRBbTy5TVHWolhV3F7C6XNtm5dY9dmT8YOOwvZeTKZl0Cb1q/t9Tc/p06fnHKKk93ymqz9Uqy3EqgTlyJEj3UED4ZZ4PZN6LdyK758/ZavqlxOFMm2zPqvKJE2qpevjCuVtKFZLWZNCB23FD+pCrGZdOdpBAAIQgAAEIFCMQKXFqsZT5qp+Zqv2IVba/i+pWm6mqubipOW9owtnpTbLx6+H9UedaH2hWchKrHqB2lQ4oCkLNpSZC23h5v1bMl9ztuPn3x+tq2t3t4322bTBuIOnxDNqm2Xqzk/Zgm0m5cwrJ/s2GnukTW/Yy14IRKrF5po7j5b+GyfUXYGEYl9Knep9xGqnWm4mC4GORyBeY7XjRdh5IqpVseqFprb9e7EqyTh06FCbPHly4gJKDh5yyCEue7NQaQK/dd33q858Tdm+ffu6WqfKZJZUvP76613GcpjNWmqNVfXvD/AqVM/V93v++eebpKkuZcsedNBBprjOPfdcl+mZFldrnmqfHSsmOmxL44iJ5q0SGmGd3VCsZl0TzWeXXXZxWefjx4/PCzWeFYxYbc1qci8EIAABCEAAAiGBthCr6l8lltyOtyodaKVkEv3yu9yaqp5RdrEayE33A3QoPCVGJ9ngoJSAhOSkbVoyP6M1ycl89eUH8u9vWcP095z0NGXDtkjO6LXvT2/Jto1/SeSI1dy4zZokrzVL5Pg8HK+3z84Zk6+4+iOAWK2/NWVGEIAABMoi0Bqx6rdl+4+FApAYmzBhgoUHVSW1l8C7/fbbo5qphe6TQDzuuONMBxZJxqne6kknnZRXBsCPI2n56quvOvGatd9wbhpPf9cPyMqK1SVRe+KJJ0aHT3nZGc7Vj1WIj+cSn3/8Hs1hxowZNmXKlChzNh5Xnz59bMSIEXlxlfWABDdJ7Op58TVsNY7mLykabt2X9JR8VVmBrGty5JFHOkl99dVX55UB8CFIeO+0005uvFKevdbOm/shAAEIQAACEKhvAm0lVj01/Qyln0Hb89LPTEklnsqJoaBYdRLU7Kl3B9uk2Hb5prHSxWiikNThWK4sgERoKEwLiVWNE9vW39xHUzZpwqz9GLFt/lEJAcRqOY9Kp7oHsdqplpvJQgACEEgn0BqxClcIQAACEIAABCAAAQjUOoG2Fqvi8/7779vzzz9vCxcubFNc/fv3t91339023XTTio1TtMZqJFZjGas5ERTPWM3LYC2S8Zo+wSbJOudnjaY6rvGM1dT78uqqzrGzG1UKgIzVij1MddQRYrWOFpOpQAACEGgNAcRqa+hxLwQgAAEIQAACEIBArRNoD7HqGelgKx0eWmnBKqGqUlXlHlBVbA2bMj999mlL66i+aHPGqgW1SHMzXbOJ1b1e8QdL+RqsxUsBNInfr9tTjeeb2/Af1EB1YjWs4xpt419gg68cYD/ZuaVMQE4/JdZYDUsaUAqg2NNUH+8jVutjHZkFBCAAgVYTQKy2GiEdQAACEIAABCAAAQjUMIH2FKse06JFi2z27NmuVv2yZcvKoterVy8bNGiQ6RyBfv36ldVHKTc1icd7YrcEsjWnNqqZjWmRpLnb+pu6yK+xmrud/5Knm+WnqZ/BdmNe5mhc8Lb8/bBI8MZKBJhZtN2/WbJeEN0WzCUve/UnFs68pf/8eSBWS3mqarctYrV2147IIQABCFSUAGK1ojjpDAIQgAAEIAABCECgxghUQ6yGiHTI1QcffOAOu1q8eLETrStXrrSvvvrKNVt77bWte/fuJpGqGvc6jGqTTTZp9aFUNbZMhAuBDkUAsdqhloNgIAABCFSPAGK1euwZGQIQgAAEIAABCECg+gSqLVarT4AIIACBUgkgVkslRnsIQAACEIAABCAAAQhAAAIQgAAE6o4AYrXulpQJQaDNCSBW2xwxA0AAAhCAAAQgAAEIQAACEIAABCDQ0QkgVjv6ChEfBDoeAcRqx1sTIoIABCAAAQhAAAIQgAAEIAABCECgnQkgVtsZOMNBoA4IIFbrYBGZAgQgAAEIQAACEIAABCAAAQhAAAIQgAAEINC+BBCr7cub0SAAAQhAAAIQgAAEIAABCEAAAhCAAAQgAIE6IIBYrYNFZAoQgAAEIAABCEAAAhCAAAQgAAEIQAACEIBA+xJArLYvb0aDAAQgAAEIQAACEIAABCAAAQhAAAIQgAAE6oAAYrUOFpEpQAACEIAABCAAAQhAAAIQgAAEIAABCEAAAu1LoGHFgz9ubN8hGQ0CEIAABCAAAQhAoO4INJhZ9FOl/lLgKvJ27p3FGzcUb2JmmRq1DJ3aXJPsUmqITe1zGFXoCYjiLDw/Mcr+Q39sfmmhZkWatV3Wh0YTydpnYrvkm7M9R/EgswZSZL1dNxn6ytDE9VMCo5LmXfYzrBtTgs80p2x4Sv6qKmnyxdYw60Sa+ynIMugra7clPOtZOeV2WaHv61mf9aJB+oe8IdOXTtHuYt+gS/uemfH7Qta1jLor+YaEaSb8P6s4jPwWFftaqcScMn6/LGeeZd2j/2dm/z9s8hAdiUu9xVLC/xDLWn+zhiWXtfoJKHNoboMABCAAAQhAAAIQqBsCpfwcXkrbDIBK+vde1rGztivl33el9Jlh3q5Jxj4bsv67L2s7jZ2pbUOeh846tdx2wUSzeoLUdgniuNHMMSp25fWZcQGK9ese4gx9ZWgS9ZOprVnhr59YJxn7TLAy6Q9M1j6jdkUevKz9iXjmL4xiC6jO1srQKGiSGmfsIcs6n7x26iclpox9Vl2sFo2z+eumaLssSxObbabvb2mPdUpAWfuMwq3IxPJ/GZgFR7xNlw4USyn/8ys410rNSV9n9SRWKzGfzD8kFHkas/yPudgDnfWHhmL9pL/f8NmkVj8B5Y/OnRCAAAQgAAEIQAACtU+gFNmU+edb37DwP3waG826FP25u7mvrGMXbBeTFa3qM+vNKY9IdHvhfrIxav53YZcCMiYMI1PojWaNXSogVmODZRrbzyfOLnl+pTHyfWYNpMiXeDR4kX/kZxqutGe98LzL5J433ZSv5Uzzae4s47Pu/mVb9PtBU5+NjY3Wpfg3j2zfnx3IEsRq0e8xzZPIOp/Edilfyxn7zG1W5KaMfTatT4bGGZo0iawuZo2V+OVNbLaZ/r9S6HtM8i9vsj6bzU9o9oe54FOa8Xt6oT4yf4Ms9uVSgViidPzWStFMD1mxCTU/BCV87Sf2WMlYMn4DTJ1ZJdbIfYetwPNbiT4qFUvhR6Gh8SrEaoavFppAAAIQgAAEIAABCBQiUMq/cUppm4V6Kf1lzRgq+G+T4M1Sfu5PjLOU4BNgRLcX6SfrMK5dxmyVTH12MWsQpNZeZZZfyFvvAv9oLOvZyATBmzyzNSksXNpohn8QFx0ueCCLtm1ek4LtYm9m7TNvuZszC+Ovl9Jf1mc96zoqlkpl4TnsGb9uiv47PzaBrIwS2xXIWG1cbWZrSvjCrND3mJLEarHvHc3PVVZGBWdb5rOeOHbKQ1hynBm+JxRdwQqJspK2hhQKqhJzKuWLvFgsxZ6xooDTM8Oz3Bq1KfnhSOm9Ev20Zo3WmK1ZkeV/LhnpVGI+7pt9BbKK00Nu2PW0rSvxJGWEQjMIQAACEIAABCAAAQhkJVCpH6izjhe0a7eh22egzKNkbah/QWRtWwb+/FsqNVhy4CVNp5xQVGpgnbVsnX49rDFNrrYv0BbE5cynImtabieVC7hirqikB6jceZdzXxqr1fZlty1szdp9S5Sr2WPwI3+2pot7sr9qbLAVq/V5dv2wxrrYF9a1nb4ysseVnUK5LSv3jDdF0JHmVi4T7uvoBBob19jaXXrYWhudGsjVjh516+LruXYX66bfH9v4nfkqax1L7oYABCAAAQhAAAIQgAAEaoZAFf75oyG7rW1dt+htjaurMH7NrE0NB9ohlzU5qIbG1baqx9fMuvYzM2WudtSrQ0LtqLCICwJVJrDG1mroYT36n2eNa5ZVOZb2GV5VMtzv1dY+aSe+W7UPc0aBAAQgAAEIQAACEIAABDohAVfPs9va1m2z3unlADohF6ZcJQKNX9kX625jq7tubA0llQOoUrwMCwEIdHgCjY2rrWuXntZjk3M6jVj1i4JY7fCPJwFCAAIQgAAEIAABCEAAArVMALFay6tXh7EjVutwUZkSBKpLALFaXf6MDgEIQAACEIAABCAAAQhAoG4JIFbrdmlrc2KI1dpcN6KGQAcmgFjtwItDaBCAAAQgAAEIQAACEIAABGqZAGK1llevDmNHrNbhojIlCFSXAGK1uvwZHQIQgAAEIAABCEAAAhCAQN0SQKzW7dLW5sQQq7W5bkQNgQ5MALHagReH0CAAAQhAAAIQgAAEIAABCNQyAcRqLa9eHcaOWK3DRWVKEKguAcRqdfkzOgQgAAEIQAACEIAABCAAgbolgFit26WtzYkhVmtz3YgaAh2YAGK1Ay8OoUEAAhCAAAQgAAEIQAACEKhlAojVWl69OowdsVqHi8qUIFBdAojV6vJndAhAAAIQgAAEIAABCEAAAnVLALFat0tbmxNDrNbmuhE1BDowAcRqB14cQoMABCAAAQhAAAIQgAAEIFDLBBCrtbx6dRg7YrUOF5UpQaC6BBCr1eXP6BCAAAQgAAEIQAACEIAABOqWAGK1bpe2NieGWK3NdSNqCHRgAojVDrw4hAYBCEAAAhCAAAQgAAEIQKCWCSBWa3n16jB2xGodLipTgkB1CSBWq8uf0SEAAQhAAAIQgAAEIAABCNQtAcRq3S5tbU4MsVqb60bUEOjABBCrHXhxCA0CEIAABCAAAQhAAAIQgEAtE0Cs1vLq1WHsiNU6XFSmBIHqEujUYvWTTz5prC5+RocABCAAAQhAAAIQgAAEIAABCEAAAhCAAAQgUFsEGhCrtbVgRAsBCEAAAhCAAAQgAAEIQAACEIAABCAAAQhUnwBitfprQAQQgAAEIAABCEAAAhCAAAQgAAEIQAACEIBAjRFArNbYghEuBCAAAQhAAAIQgAAEIAABCEAAAhCAAAQgUH0CiNXqrwERQAACEIAABCAAAQhAAAIQgAAEIAABCEAAAjVGALFaYwtGuBCAAAQgAAEIQAACEIAABCAAAQhAAAIQgED1CSBWq78GRAABCEAAAhCAAAQgAAEIQAACEIAABCAAAQjUGAHEao0tGOFCAAIQgAAEIAABCEAAAhCAAAQgAAEIQAAC1SeAWK3+GhABBCAAAQhAAAIQgAAEIAABCEAAAhCAAAQgUGMEEKs1tmCECwEIQAACEIAABCAAAQhAAAIQgAAEIAABCFSfQEXE6so1n9nnjUvsyzUrrNEaqz8rIoAABCAAAQhAAAIQgAAEIAABCEAAAhCAAAQgEBBosAZbp0sPW7dhfeveZb1Ws2m1WF26ZpHN/niuXfXIvfbYmzPt81VftDooOoAABCAAAQhAAAIQgAAEIAABCEAAAhCAAAQgUEkC63btZiO339PO+P4htvWGg6x3l36t6r5VYlWZqm9+/KYdcs35CNVWLQM3QwACEIAABCAAAQhAAAIQgAAEIAABCEAAAu1BQIL1vtMvte023K5VmautEqufrn7Xzrz9Dzb1lRntMWfGgAAEIAABCEAAAhCAAAQgAAEIQAACEIAABCDQagI/HLqPXXnkydZ3rS3K7qtVYvWDVW/ZnhefSrZq2fi5EQIQgAAEIAABCEAAAhCAAAQgAAEIQAACEGhvAspaffbC39kmXbcte+hWidWFq960oRNOKntwboQABCAAAQhAAAIQgAAEIAABCEAAAhCAAAQgUA0CL0+83vp33a7soRGrZaPjRghAAAIQgAAEIAABCEAAAhCAAAQgAAEIQKBWCSBWa3XliBsCEIAABCAAAQhAAAIQgAAEIAABCEAAAhCoGoGqidU1a9bYotWzKAVQtaVnYAhAAAIQgAAEIAABCEAAAhCAAAQgAAEIQKBcAhKr/dYaYl26dCmri7JLAaxatco+ttmI1bKwcxMEIAABCEAAAhCAAAQgAAEIQAACEIAABCBQTQISqxva1ta1a9eywihLrDY2NtrKlSttydrzEKtlYecmCEAAAhCAAAQgAAEIQAACEIAABCAAAQhAoJoEJFbX/2qgde/e3RoaGkoOpWyxunz5clvW7b02FKub2VnHnmQrb7rI/q3kaXEDBCAAAQhAAAIQgAAEIAABCEAAAhCAAAQgAIF0AhKrvb7Y3Hr27FlPYnUzO+tnd9oVW7xu55w13q7iCYAABCAAAQhAAAIQgAAEIAABCEAAAhCAAAQgUEECVROry5Yts+Xd57dBxmqzVN22t9mKZxCrFXxY6AoCEIAABCAAAQhAAAIQgAAEIAABCEAAAhBoIiCx2nPlZtarV6/2zVhtG7EaSFXNDrHKcw4BCEAAAhCAAAQgAAEIQAACEIAABCAAAQi0AYE6EqsxqYpYbYPHhS4hAAEIQAACEIAABCAAAQhAAAIQgAAEIAABEagTsZogVYP1XfnFF2arPrK5C/9h//vSTXblI8/YXNYfAhCAAAQgAAEIQAACEIAABCAAAQhAAAIQgECZBOpArBaWqklcVn78jP3b7ePtnJfLpMZtEIAABCAAAQhAAAIQgAAEIAABCEAAAhCAQKcmUONitXSpGq32qvl2750n2BGPz+/UDwCThwAEIAABCEAAAhCAAAQgAAEIQAACEIAABEonUONi1cyG/speOekw265r6ZO3L16yyy4ZaxcuKuPeIrdc/6tX7Lj+ZrbwHut60UU5rc/62VN2xba92+hwrV/ZK/9+mG2XMG45s3TzsPw5lNMX90AAAhCAAAQgAAEIQAACEIAABCAAAQhAoF4I1L5Y1Uq0Qq4ufPUi2+Laeyq+npFYXfGMnXPWeLsqGKHQewUDOfY+W7WX2ZT/7xA7KaWh+j50ySTb+MqbKjInxGpFMNIJBCAAAQhAAAIQgAAEIAABCEAAAhCAQJ0RqA+xmiZXV7xkV/35v23lNrvaoB4b2m5b7WDb9e2du4QJ4rMSa+yE5HpLbXEPs7/fuZft9xffqzJKv2/9V/S2PpYvXVsnVo+1s753k10VjdX6mSBWW8+QHiAAAQhAAAIQgAAEIAABCEAAAhCAAATqj0D9iNUkuZogTQftcbZdP/oo+07fbs2rOd/+c8L+dkyFywE0idV/2Ju2lfV/N8ggbc46fXPhVrbdejGx6t7bKucpe/OpnW3nm8yi8gHu3aX2v3fuZXP3adqmP8UOs+P6N722n91gH47ZIZK5ufe13NskepvKBljzGE0D576WJ1YLxFh/Xx7MCAIQgAAEIAABCEAAAhCAAAQgAAEIQAACyQTqS6zG5WpaNmq/H9v9P/uFHdA3Lhor95g0idVnbMq7O9hxW7welQPwotLJ0FCsfi9XiCqSJin6YcvW/1gpAF9SwMtXF33Qz9Shut+ahGtzFmtunyWK1Sx07fmlAAAgAElEQVQxVg4hPUEAAhCAAAQgAAEIQAACEIAABCAAAQhAoMMSqD+xGsrVVQW22u/1B3v32H2sv823e3+7vx3xRmXXyIvVc/7b7BdjNrZ7XV3UY+2Rq862AS/ubE9v1SRe4/VXc6KIi8wksRrvIy5WA6nr+s7po0SxmoQoQbZWliS9QQACEIAABCAAAQhAAAIQgAAEIAABCECg4xGoT7Hq5erRm9nk83IPjmpZgibJ+Z3ub9hV/3yEnVPhtYnE6llP2gHNMnXn+cpKbZKs1pzRGherBbfuJ4lVu8e6XnRRS/TFxGrOPMsTq4XLC1QYJN1BAAIQgAAEIAABCEAAAhCAAAQgAAEIQKADEqhfsSrY/TazQYvm29xE8M1i9bN77GsXXZTSpvwVaxGr4217SVS7x85Z8n27ojmD1L0WZJu2yMp/tGz9z5Kx2o5iNVOM5SPjTghAAAIQgAAEIAABCEAAAhCAAAQgAAEI1AyB+harBZehSaz2fWZ/2+P2+RVfsFCsXqVM010/tP/97Bu225Kmg6xy3jfL+7sLqC3EarFSAG7Mb9jC5gOtwsOr4jEnxlhxknQIAQhAAAIQgAAEIAABCEAAAhCAAAQgAIGOR6DzitV+l9v//XxD+8NZaaUCWrdYuRKyacv9drY0OkgqUaz2D7JVLf+e3PqozTK2WMZqhsOrtlvYUk4gfiBWnlgtFmPrsHE3BCAAAQhAAAIQgAAEIAABCEAAAhCAAARqgkCnFauDjr3D7lxxlu1xZ+WzVbXyueK0uexAjxZxmpT96aVm05OjtvfYINWB7eGFbK5snbtPU4mBtBqr+/3FrGg91OYM1T7Nj+ubT02yBbs2HbC180358rZ4jDXx3BMkBCAAAQhAAAIQgAAEIAABCEAAAhCAAARaRaCTitVv2M8P3s7+8/6bKl5btVWrwc0QgAAEIAABCEAAAhCAAAQgAAEIQAACEIBATRDonGK14KFWNbFuBAkBCEAAAhCAAAQgAAEIQAACEIAABCAAAQhUkUDnFKtVBM7QEIAABCAAAQhAAAIQgAAEIAABCEAAAhCAQO0TQKzW/hoyAwhAAAIQgAAEIAABCEAAAhCAAAQgAAEIQKCdCSBW2xk4w0EAAhCAAAQgAAEIQAACEIAABCAAAQhAAAK1TwCxWvtryAwgAAEIQAACEIAABCAAAQhAAAIQgAAEIACBdiaAWG1n4AwHAQhAAAIQgAAEIAABCEAAAhCAAAQgAAEI1D4BxGrtryEzgAAEIAABCEAAAhCAAAQgAAEIQAACEIAABNqZAGK1nYEzHAQgAAEIQAACEIAABCAAAQhAAAIQgAAEIFD7BBCrtb+GzAACEIAABCAAAQhAAAIQgAAEIAABCEAAAhBoZwKI1XYGznAQgAAEIAABCEAAAhCAAAQgAAEIQAACEIBA7RNArNb+GjIDCEAAAhCAAAQgAAEIQAACEIAABCAAAQhAoJ0JIFbbGTjDQQACEIAABCAAAQhAAAIQgAAEIAABCEAAArVPoOpitfYRMgMIQAACEIAABCAAAQhAAAIQgAAEIAABCECgMxLouXIz69WrlzU0NJQ8/YZPPvmksdS7GhsbbdmyZba8+3zbvt+3Sr2d9hCAAAQgAAEIQAACEIAABCAAAQhAAAIQgAAEqkrgjUVPG2K1qkvA4BCAAAQgAAEIQAACEIAABCAAAQhAAAIQgECtEUCs1tqKES8EIAABCEAAAhCAAAQgAAEIQAACEIAABCBQdQKI1aovAQFAAAIQgAAEIAABCEAAAhCAAAQgAAEIQAACtUYAsVprK0a8EIAABCAAAQhAAAIQgAAEIAABCEAAAhCAQNUJIFarvgQEAAEIQAACEIAABCAAAQhAAAIQgAAEIAABCNQaAcRqra0Y8UIAAhCAAAQgAAEIQAACEIAABCAAAQhAAAJVJ4BYrfoSEAAEIAABCEAAAhCAAAQgAAEIQAACEIAABCBQawQQq7W2YsQLAQhAAAIQgAAEIAABCEAAAhCAAAQgAAEIVJ0AYrXqS0AAEIAABCAAAQhAAAIQgAAEIAABCEAAAhCAQK0RQKzW2ooRLwQgAAEIQAACEIAABCAAAQhAAAIQgAAEIFB1AojVqi8BAUAAAhCAAAQgAAEIQAACEIAABCAAAQhAAAK1RgCxWmsrRrwQgAAEIAABCEAAAhCAAAQgAAEIQAACEIBA1QkgVqu+BAQAAQhAAAIQgAAEIAABCEAAAhCAAAQgAAEI1BoBxGqtrRjxQgACEIAABCAAAQhAAAIQgAAEIAABCEAAAlUngFit+hIQAAQgAAEIQAACEIAABCAAAQhAAAIQgAAEIFBrBBCrtbZixAsBCEAAAhCAAAQgAAEIQAACEIAABCAAAQhUnQBitepLQAAQgAAEIAABCEAAAhCAAAQgAAEIQAACEIBArRFArNbaihEvBCAAAQhAAAIQgAAEIAABCEAAAhCAAAQgUHUCiNWqLwEBQAACEIAABCAAAQhAAAIQgAAEIAABCEAAArVGALFaaytGvBCAAAQgAAEIQAACEIAABCAAAQhAAAIQgEDVCSBWq74EBAABCEAAAhCAAAQgAAEIQAACEIAABCAAAQjUGgHEaq2tGPFCAAIQgAAEIAABCEAAAhCAAAQgAAEIQAACVSeAWK36EhAABCAAAQhAAAIQgAAEIAABCEAAAhCAAAQgUGsEEKu1tmLECwEIQAACEIAABCAAAQhAAAIQgAAEIAABCFSdAGK16ktAABCAAAQgAAEIQAACEIAABCAAAQhAAAIQgECtEUCs1tqKES8EIAABCEAAAhCAAAQgAAEIQAACEIAABCBQdQKI1aovAQFAAAIQgAAEIAABCEAAAhCAAAQgAAEIQAACtUYAsVprK0a8EIAABCAAAQhAAAIQgAAEIAABCEAAAhCAQNUJIFarvgQEAAEIQAACEIAABCAAAQhAAAIQgAAEIAABCNQaAcRqra0Y8UIAAhCAAAQgAAEIQAACEIAABCAAAQhAAAJVJ4BYrfoSEAAEIAABCEAAAhCAAAQgAAEIQAACEIAABCBQawQQq7W2YsQLAQhAAAIQgAAEIAABCEAAAhCAAAQgAAEIVJ0AYrXqS0AAEIAABCAAAQhAAAIQgAAEIAABCEAAAhCAQK0RQKzW2ooRLwQgAAEIQAACEIAABCAAAQhAAAIQgAAEIFB1AojVqi8BAWQhsHr1avvyyy9tzZo1WZp3yDYrVqywL774wjbffPMOGR9BQQACEIAABCAAAQhAAAIQgAAEIAABCGQngFjNzoqWVSIgGblq1aoqjV65YZcvX27z58+3Pn362FZbbVW5jukJAhCAAAQgAAEIQAACEIAABCAAAQhAoN0JIFbbHTkDlkJAWar6Uw+XxOp7771njY2NtsEGGyBX62FRmQMEIAABCEAAAhCAAAQgAAEIQAACnZYAYrXTLn3Hn7i2/ytbtZa3/4eUvVjVfBoaGpCrHf8RJEIIQAACEIAABCAAAQhAAAIQgAAEIJBKALHKw9FhCdRTtqogh2JVf0eudthHj8AgAAEIQAACEIAABCAAAQhAAAIQgEBRAojVoohoUC0C9VJb1fOLi1XkarWeLMaFAAQgAAEIQAACEIAABCAAAQhAAAKtJ4BYbT1DeqgwAWWqfv7559alSxeX1VkvV5JYRa7Wy+oyDwhAAAIQgAAEIAABCEAAAhCAAAQ6GwHEamdb8Q48348//tjmz5/v6qrqGjBggPXp06cDR1xaaGliFblaGkdaQwACEIAABCAAAQhAAAIQgAAEIACBjkAAsdoRVoEYnFBduHBhzkFVnUmsIlf5IoAABCAAAQhAAAIQgAAEIAABCEAAArVFALFaW+tVl9F++umnNnfuXPvqq69y5lfvYnWttdZy5Q4aGxtt9erV7iMHWtXlI86kIAABCEAAAhCAAAQgAAEIQAACEKhDAojVOlzUWpvSrFmzbMmSJXlh17NY7dq1q0ms+ktSVWJZghW5WmtPMPFCAAIQgAAEIAABCEAAAhCAAAQg0BkJIFY746p3oDnrkCqJVR1YFb/qVaxKnK699tp5B3NJrq5atcqVQ0CudqCHlFAgAAEIQAACEIAABCAAAQhAAAIQgEACAcQqj0VVCShTdfbs2S5Ts7OIVW3/l1hNuiRVJVcpC1DVx5LBIQABCEAAAhCAAAQgAAEIQAACEIBAUQKI1aKIaNCWBBCr+XSRq235xNE3BCAAAQhAAAIQgAAEIAABCEAAAhCoDAHEamU40kuZBDqjWFU2qmqsKnM17ZJc9eURKAtQ5sPFbRCAAAQgAAEIQAACEIAABCAAAQhAoA0JIFbbEC5dFydQCbG6Yvly0x8Jy7a4Grp0sZ49e9q6PXq0qvvly5fbe++952qoSqpKrkqapl0qj6CyALqQq61Cz80QgAAEIAABCEAAAhCAAAQgAAEIQKDiBBCrFUdKh6UQaK1Y/eSjj0wHYLXHJbG6wYYblj1UKFbVSTG5KlH81VdfRfVnkatlo+dGCEAAAhCAAAQgAAEIQAACEIAABCBQcQKI1YojpcNSCLRGrK5cudI+/fhjlwHaHpdEaN8NN7Tu3buXNZyyT995551oi786WWuttdxBVmmZqxKr+uMv5GpZ6LkJAhCAAAQgAAEIQAACEIAABCAAAQhUnABiteJI6bAUAq0Rq8uWLrXPlixpsxIA8XlIaq63/vrWq3fvUqaY0/aDDz6wTz75JOc1iVX9iV/xjFXkatnYuRECEIAABCAAAQhAAAIQgAAEIAABCFScAGK14kjpsBQCrRGr1chYVSmAbmVmrIqLsk9VZzVevkD1VpW9Gl5hjdUkybvBBhvYVlttVQpu2kIAAhCAAAQgAAEIQAACEIAABCAAAQhUiABitUIg6aY8Aq0Rqxpxyaef2rJly8obvMS7evXqZev37VviXfnNVRLg/ffftxUrVuS8qaxVlRvQpfIGYQmApEEpC9DqpaADCEAAAhCAAAQgAAEIQAACEIAABCBQNgHEatnouLESBForVhXD5ytWmA6GamyjWqsNXbpYz549TYdXVfL67LPPbPHixfbFF1+UXSdWcnWjjTayLbfcsmhojWL0xRdmDQ3W0Lu3NSSUHyjaCQ0gAAEIQAACEIAABCAAAQhAAAIQgAAEHAHEKg9CVQlUQqxWdQIdYHCVEFh33XWTI2lstC9fesmWTp5sqxcsiNo0dO1q3b75Tes1bpx1qUAWbgfAQAj/r717jZHzOu8D/sxeucvLLrmkqBssKbIZRUrTNBbiKo5ZVDGQwh+SEM2HFLHdQOaXFmguHxLDQa0PclLUQNvEAfqhAK3ClhonSGJWRRpUgOu2dJQ0gYImTuQ49IWyY8uKyCWXd+51ind23rntzO6cnVnO7TeAYYl85n3P+Z1nKeDP856XAAECBAgQIECAAAECBAgQIHBXBQSrd5XbzRoFBKud90TLYLVYjFu///tx8zOfieLqatMbjS0sxPwv/mJMPPpo5wNxBQIECBAgQIAAAQIECBAgQIDACAkIVkdosftxqoLVzlelabBaLMbNs2fj5m//dnZg67Y3Gb/vvph/9tkYP3q088G4AgECBAgQIECAAAECBAgQIEBgRAQEqyOy0P06TcFq5yuzJVjd2Iibv/u7pf9FsdjWDWZ/4ifiwE//dFu1iggQIECAAAECBAgQIECAAAECBJyxqgd6LCBY7XwB6oLVXYSq2QgmH3ss5n/5l6PQ6qzWzofpCgQIECBAgAABAgQIECBAgACBoRKwY3WolnPwJiNY7XzN8mB1bX0jvnHxWky9ci6mf++3Ilqcq9rsjtkxAId/9Vdj7MiRzgfkCgQIECBAgAABAgQIECBAgACBERAQrI7AIvfzFAWrna9OFqxOTk3H65eux/H946XH/5f+zysx/ZufbjtcFax2vg6uQIAAAQIECBAgQIAAAQIECIyWgGB1tNa772YrWO3CkoyNx/+6cCv+3rGJODo7XrpgMTFcnXz88Zj/yEeisG9fFwbkEgQIECBAgAABAgQIECBAgACB4RcQrA7/Gvf1DLsRrG6sr8dqwmPvySCFQkxNTUWhUEj+6l5/Yb0Y8eIXr8X/+Or1+PvH98XpH5hPD1cLhTjwMz8Ts+97314P1/UJECBAgAABAgQIECBAgAABAkMjIFgdmqUczIl0GqzevHEjrl29GhsbG3sKMDY2Fofm5mL/gQN7ep+Ui2eh6gt/cTVe/tqN7On/0uf7760PV7Nfu3Luj2P6xf/c8liA0m7VX/qlKOzfn3J7tQQIECBAgAABAgQIECBAgACBkRYQrI708vd+8p0Eq6srK7F46VKsr6/flYlkZ5kuHD0ak1NTd+V+292kWaia16eEqxMPPBBzH/lIjB8/3vM5GQABAgQIECBAgAABAgQIECBAYJAEBKuDtFpDONZOgtUb16+Xdqtm54nejU92FEC2a/XAwYN343Yt77FdqLptuPqFbOfqpyJWlktlQtWeLqObEyBAgAABAgQIECBAgAABAgMuIFgd8AUc9OF3Eqzeunkzlq5cuavB6uEjR2JmdrZn7O2Equ2EqxPHjtqp2rNVdGMCBAgQIECAAAECBAgQIEBgGAQEq8OwigM8h06C1exc1cWLF2NlZeWuCGQvsFo4diyy81Z78UkJVbcLVxf/8stx33e9LaaO39OLabgnAQIECBAgQIAAAQIECBAgQGAoBASrQ7GMgzuJToLVbNbra2uxtLQUK8ubj7fv1Wdqejrm5+djfGJir26x7XV3E6o2C1dvrxZjY2wijs/N9GQebkqAAAECBAgQIECAAAECBAgQGBYBweqwrOSAzqPTYHVAp5007E5C1dpw9f3fNxeH908LVZP0FRMgQIAAAQIECBAgQIAAAQIEmgsIVnVGTwUEq9vzdyNUze5w/MBkPPsjD8RDh6d7ut5uToAAAQIECBAgQIAAAQIECBAYFgHB6rCs5IDOQ7DaeuGahaqFyfEYPzgThfGxKK6sxfr127Gxvh6FQutzX4WqA/rDYdgECBAgQIAAAQIECBAgQIBAXwsIVvt6eYZ/cILV5mvcLFQdm56MibnZiLFC+UvFWLt1K9aX7kRhbLzphYSqw/8zZIYECBAgQIAAAQIECBAgQIBAbwQEq71xd9eygGB1ayu0G6quryzHxspyxEohiisbWy4kVPVjRoAAAQIECBAgQIAAAQIECBDYOwHB6t7ZunIbAoLVeqTkUDX7+upYFJfX6y4kVG2j+ZQQIECAAAECBAgQIECAAAECBDoQEKx2gOernQsIVquGuwpVixHFlSxcLVYuJFTtvC9dgQABAgQIECBAgAABAgQIECCwk4BgdSchv7+nAoLVTd5dhaoRsXF7JYrLEWMTk6XrCFX3tF1dnAABAgQIECBAgAABAgQIECBQERCsaoaeCghWOwhV76zG2rXbMT61rxSsClV72spuToAAAQIECBAgQIAAAQIECIyYgGB1xBa836bbabC6troaV65cidWVlSgWq4/D99s8W41noxjx0jcL8cqbhchHPzY9GRNzsxFjhfLXilF5UVX5VzbKoWoUizE+PRP3zc/Gsz/yQDx0eHpQpm6cBAgQIECAAAECBAgQIECAAIGBFhCsDvTyDf7gOwlWN9bX49LFi7G6ujqQEN0IVbOJ33vkYDz3Tx4Rqg5kFxg0AQIECBAgQIAAAQIECBAgMKgCgtVBXbkhGXcnweqtmzdj6cqVkd2pmrXA4Zmx+NfvfSi+921Hh6QjTIMAAQIECBAgQIAAAQIECBAgMBgCgtXBWKehHWUnwerNGzfi6tLSwAWr3dqpmoWqv/DUkXjs/iMxNzc3tD1iYgQIECBAgAABAgQIECBAgACBfhQQrPbjqozQmDoJVrMjABYvXYr1tbWBEet2qPrAwck4ePCgYHVgOsBACRAgQIAAAQIECBAgQIAAgWEREKwOy0oO6Dw6CVazKd++fTuuXrkS6+vrfS/QNFSdmojx+f1RaPNFVdkk852qWaiafQSrfb/0BkiAAAECBAgQIECAAAECBAgMoYBgdQgXdZCm1Gmwms91ZXm5r48EWC9GfOa1m/G5b9yJYnFz1GNdCFUFq4PU7cZKgAABAgQIECBAgAABAgQIDJOAYHWYVnMA59KtYLWfp56Fqi/8xdV4+Ws3uh6qClb7eeWNjQABAgQIECBAgAABAgQIEBhmAcHqMK/uAMxt2IPVpqHq9GRMzM1GdPD4f+3SOgpgABrdEAkQIECAAAECBAgQIECAAIGhExCsDt2SDtaEhjlYbRaqZmHq5OEDUZgcLy9UMdZXlmNjZbmycBt3VmPt2u3It7c2nqnauMKC1cHqeaMlQIAAAQIECBAgQIAAAQIEhkNAsDoc6ziwsxjWYLVpqBpRClSzYHVzt2rnoWq28ILVgW1/AydAgAABAgQIECBAgAABAgQGWECwOsCLNwxDH8ZgtVWomq1XYXwsJo4ciMJ4oeOdqvn6C1aH4SfBHAgQIECAAAECBAgQIECAAIFBExCsDtqKDdl4hy1Y3S5UzZdu/MB0xFSho8f/a9tAsDpkPxSmQ4AAAQIECBAgQIAAAQIECAyEgGB1IJZpeAc5TMFqy8f/J8YjNopR3NgoPf6/sboSxcJ6jM1MRRQKUVxZjfWbK5VF3ulM1cZuEKwO78+HmREgQIAAAQIECBAgQIAAAQL9KyBY7d+1GYmRDUuw2ixUHZuaiPG52dLj/9mnuLoWyxevxPrt2y3XNjVUzS4kWB2JHxWTJECAAAECBAgQIECAAAECBPpMQLDaZwsyasPpRrB64/r1uJ2FlcViT/g2ihGf/fpGnHtjI/IRjE1PxsTcbPklVaVYtXSm6tr1G7G2dKvpOOemIz702Fgcn81ebBUxNT0dBw8dikJh899bfQSrPVl2NyVAgAABAgQIECBAgAABAgRGXECwOuIN0OvpdxqsLl66FHe22QG61/PLQtWXvlmIV94sVEPVfZMxcWhrqLqxshzFtY1Yu3IjitkXaz6HpiL++Ts24vhM/YizcHXh6FHB6l4vpOsTIECAAAECBAgQIECAAAECBBIFBKuJYMq7K9BJsHr71q24cuVK+ezS7o6rnas1D1WnYmJupnR26uZnc6dqFqqW/m1tPdau3KwLVrNQ9acf3YgH9m+9a7Zb9dD8fMzOzrYckh2r7ayWGgIECBAgQIAAAQIECBAgQIBAdwUEq931dLVEgU6C1ewIgGtXr0axB0cANAtVCxPjMXFkfxTGNs9UbQxVs19Zv7Uc69fvVJS2C1WzoixYzY4D2H/ggGA1sbeUEyBAgAABAgQIECBAgAABAgT2UkCwupe6rr2jQCfB6vKdO3F5cTE2NjZ2vE83C5qFqtn1x2anYuLgbERps2r9TtXsVzburMbatepZsDuFqqVgdWws5ubmYsaO1W4uoWsRIECAAAECBAgQIECAAAECBDoWEKx2TOgCnQh0Eqxm9726tBQ3b9y4a7tWW4Wq9cFqd0LV7Jr7Zmbi8JEj2xI7CqCTDvRdAgQIECBAgAABAgQIECBAgMDuBASru3PzrS4JdBqsZsPIXl61vLy85+FqFqr+zldW4n9/ay2anT5QmBiLicP7Y2N9tXKmaja+xp2q89OFeOZ7p+LBA/mRAc0xp6amtt2pmn9LsNqlZnQZAgQIECBAgAABAgQIECBAgECCgGA1AUtp9wW6Eax2f1Rbr7hejHjhL67Gy1/Ldse2umMxioWNKOwbi8L4WHYaQGzcWYm17EzV8pcOz4zFv3rXkXhobrJrwxasdo3ShQgQIECAAAECBAgQIECAAAECbQsIVtumUrgXAoMQrLYbqm6srsT6ynJLpr0IVbObCVb3ojNdkwABAgQIECBAgAABAgQIECCwvYBgVYf0VKDfg9V+D1UFqz1tXzcnQIAAAQIECBAgQIAAAQIERlhAsDrCi98PU+/nYHUQQlXBaj90sTEQIECAAAECBAgQIECAAAECoyggWB3FVe+jOfdtsFrciJdeeyN+628K256p2qvH/2uX0FEAfdTQhkKAAAECBAgQIECAAAECBAiMjIBgdWSWuj8n2q/B6vjtr8bEG5+Kz178wXjhWz/QBK8Y/RCqZgMTrPZnbxsVAQIECBAgQIAAAQIECBAgMNwCgtXhXt++n12/BquTVz4f0xc/GxuFyfidxacbwtX+CVUFq33f4gZIgAABAgQIECBAgAABAgQIDKmAYHVIF3ZQptWvweq+7zwfE9f+tMS4MTZTE672V6gqWB2UTjdOAgQIECBAgAABAgQIECBAYNgEBKvDtqIDNp9uBKvra2txZ3k5VldWkmZfKBRiamoq9s3MRPbPlU9xI2a/8W9ibPlblV/Kw9VPXXgi1leWW95nfmYs/sWTh+PtR6aiWCzGndu3Y3V1tfTPKZ+JiYnYt29fjE9M7Pg1RwHsSKSAAAECBAgQIECAAAECBAgQINB1AcFq10ldMEWg02D1xvXrce3q1eTgsnaMY+PjMX/4cMzMzJR+OTtfdd+3/1MU1q9Xs9aIuLMyHr/zd++O//Ltf9B0irWhahaoZnPbWF9P4airzcLe2f3749Dc3LbXEKzumtgXCRAgQIAAAQIECBAgQIAAAQK7FhCs7prOF7sh0EmwurK8HIuLix2Fl/kcJicn4+g998TY2FhMXvmfMX3xbERxrfTb2V7T5eX1uL28HsXCVPz+0skt4WptqJp959Jbb5V2qnb6KYyNxdzcXMzMzra8lGC1U2XfJ0CAAAECBAgQIECAAAECBAikCwhW0818o4sCnQSr3ditmk8lC1SPLCzE9L59cfWv/mMcH/vLmBivD1Xz2sZwtTFUzQLVy10KfLNdqwcPHYr9Bw4IVrvYdy5FgAABAgQIECBAgAABAgQIEOhUQLDaqaDvdyTQSbB6+9atuHL5ckfHAOSDHx8fj4WjR2NiYjye/w//Mg7P3Ip/9o/3x/ra5k7VxuIVRdEAACAASURBVE8erv73y++snKma12Rnvi5euhTrHRwDkF8rC1azowCyIwFafexY7agFfZkAAQIECBAgQIAAAQIECBAgsCsBwequ2HypWwKdBKvZGC6+9VZkRwJ0+sl2hGbnrN6++MV47lf+bXz1jeX4yXdPx489tS8mxrZevTg2FatTD8bFgz8R8/MPbinIzn29eeNGp8OK7IiCbCdtdg6sYLVjThcgQIAAAQIECBAgQIAAAQIECHRNQLDaNUoX2o1Ap8Fq9nKopaWlWL5zZze3j2xHaHZ+6dz8fOn7F/7sN+Oj//6zcfP2ehSL6/FPf3g2fvI9szE+MRXFyWOxPvuOWN//vbE+81073i87quDmzZu73lE7PT0dhw4divGJiW3vZcfqjkuhgAABAgQIECBAgAABAgQIECDQdQHBatdJXTBFoNNgNeVe7dS+8l+fi3/3qf8XB2aK8c7vno+nnnwi3v59/yjGD55o5+s9qRGs9oTdTQkQIECAAAECBAgQIECAAIERFxCsjngD9Hr6/RasfvuvXorxmWOxb+HxXtO0fX/BattUCgkQIECAAAECBAgQIECAAAECXRMQrHaN0oV2I9BvwWo2h+Xl5bhz586uH+HfjUMn3xGsdqLnuwQIECBAgAABAgQIECBAgACB3QkIVnfn5ltdEujHYHXQwlXBapea0WUIECBAgAABAgQIECBAgAABAgkCgtUELKXdF9guWD18+HDcc889MTY21v0bt3HFlZWVuH37dl/vXM1sMqeZmZk2ZqSEAAECBAgQIECAAAECBAgQIECgWwKC1W5Jus6uBLYLVrPQ8KGHHop9+/bt6trd+FK/h6tZoDo/Px/j4+PdmK5rECBAgAABAgQIECBAgAABAgQItCkgWG0TStneCGwXrGZ3PHDgQNx3330xMTGxNwNo46r9Gq5OTU3F3NxcTE9PtzELJQQIECBAgAABAgQIECBAgAABAt0UEKx2U9O1kgV2ClazC87Ozsbx48ftXC3rFgqFksWhQ4dicnIy2dwXCBAgQIAAAQIECBAgQIAAAQIEOhcQrHZu6AodCLQTrOaXz4LEbAdrtlOzF+eurq2txfr6egez7eyr2byzQDX7/+x/PgQIECBAgAABAgQIECBAgAABAr0TEKz2zt6dIyIlWB1lsOwM1UcffbT06L8PAQIECBAgQIAAAQIECBAgQIBA7wUEq71fg5EewZ07d+L8+fOxvLw80g47TT47R/XEiRM9PQ5hpzH6fQIECBAgQIAAAQIECBAgQIDAKAkIVkdptft0rl/5yldiaWmpT0fXH8M6cuRIaceqDwECBAgQIECAAAECBAgQIECAQH8ICFb7Yx1GehTXrl2Lr3/967G6ujrSDq0mn52n+o53vKP0Ei8fAgQIECBAgAABAgQIECBAgACB/hAQrPbHOoz8KC5duhR/+7d/G9kLonyqApOTk/HQQw/F4cOHsRAgQIAAAQIECBAgQIAAAQIECPSRgGC1jxZj1Idy69atUrh6/fr1KBaLI80xNjYWBw8ejAcffNBO1ZHuBJMnQIAAAQIECBAgQIAAAQIE+lVAsNqvKzPi47p9+3asrKyMpEL26P/MzMxIzt2kCRAgQIAAAQIECBAgQIAAAQKDIiBYHZSVMk4CBAgQIECAAAECBAgQIECAAAECBPpGQLDaN0thIAQIECBAgAABAgQIECBAgAABAgQIDIqAYHVQVso4CRAgQIAAAQIECBAgQIAAAQIECBDoGwHBat8shYEQIECAAAECBAgQIECAAAECBAgQIDAoAoLVflqpt16Kn3vfx+KVDz4fr/7s9/XTyPZsLIv/7efiR5+L+OgffCJ+/J5u3mYxXvrZH43Pv/fl+MSPLbR94c3xvNKi/v3x/Ks/H3d3Zb4Yv/7kM/HiNjN4/5lX4+e/v+0pDlBhee4j9PMwQItjqAQIECBAgAABAgQIECBAYOQFBKt91AJf/I0n45lPZwN6d2LQuLsQsXbqpUDx9Q/taaCbze+TD9cEnaUg+UJ8aE/Cyt2ZlBw+93S8/Bs/HvVx7Ob1PhYfbfJ7e9lEm+FidBietp7XXo69s2tnY34unk0Kxju7o28TIECAAAECBAgQIECAAAECBNoXEKy2b7XHlXmA9nzE6WfiwrMpOy13FyLu8YR2vvxbi7F4z0JDgLnz19qr2J3JdgFkb8LJEQ5W31qMhXva323cXl+oIkCAAAECBAgQIECAAAECBAh0R0Cw2h3Hzq/y578eT56O0qPmDzTZNVnazRo1RwSUdnt+Pp7+g2cjfuVH42N/VB5C9tj0T13YPFKgblQ1j7HnO0XPRDxz+sXIHiX/wDfLO1abfjdKNaXHzUvjrH8w/d2VELi8qzMfS7b3tiYgrt2xWt2dWx3k1trn4+nPPVOZ27aPvOfHKJQv9+5nN79bOgrgbS9sGXP8UPOdp+0Hq00e0W+4Zu0c8/FceCZz3OqUDbv5/NoMVsvrkhvWHrHww/+39niDrA8+EBey3bc161R//+yen4xHzjwdnz+92Ueb1/129ViC2rmW++npZy/Ex/JjFGp+P2mtSzuCH4kXGo8/aHK/D5X7t7Tkbd8vxb7zH2tXIECAAAECBAgQIECAAAECBIZXQLDaJ2tbF5xWQtPquaOtg9WspnZ3Zjn8qjuXsuEx9iZnubY6CqB0369WQ8jFLbsIyyHcH3wiHvmt7CiDxgD3Y/FIOZTNg9Vn47mt56qWg8E8XNwM42qORCj9/oUWRyRsPYszPyv13T//CxG//msRdTuAW5/d2fZRAE1229YGx41nx+bjyeb39LkGp4hofdbsDmes1gSKlXs8+9G48FzVPWvx2nl9u2Rbf15s/f3L96xcOx9D/p1yP729HPRv6aeq78sPfzJ9rXewjS33q45np/ul2ffJHw6GQYAAAQIECBAgQIAAAQIECPSlgGC1H5ZlS5C69TH21GC18UzOusCwSXDbLFjdDNseafLCpq27/iqBYe2u2tis29ylGVEXrG45x7R+Z+b2821ctGa7OsuGP5gFq38aTze8HGvL9cuXTH151Zb6cqC9NaCtjrEU7tU5RWyGhdkO5MaXeLW5Y7U0/poQtuGFT1uC1W3v33jPrf1Y1y/b/EVAKehMXetWa5HPqYP7pdn3wx8OxkCAAAECBAgQIECAAAECBAj0q4BgtQ9WpmWY1/h4c9OjAJrvWO04WG3YQbrJlAeqtS/X2iEwrPHtXbD6aw3HIpQH1eRt8+2eo1rZEdtw1EEemG69TjVkTgv3UoLV/KiGrTt7t+5Ybdb4+br2NljdybZZCJ0H5Zs7VusPwchn2jz83y7U7oM/HAyBAAECBAgQIECAAAECBAgQ6FsBwWrPl6bFS5bKjzvXPkbf/IzVPQhWy/euf3w+g2oW8m0XrPbvjtVWy95usNpsx2vtrw3cjtU6kN4GqzvZ7hisbtkhW51c053KLXcL9/wPBwMgQIAAAQIECBAgQIAAAQIE+lhAsNrrxWkZ6tSfY9l41mn9GaS7OWO1/rHz6qPdsfmCoia7OSuPmtf8Xv5ioqZnhzYJhz/58MvR9hmrLXfoNi5akzNT85c5bXPGauOu3uyqScFq7Tml+Uu9ao8CeC6qZ8LW7ABOO+ez/R2r1R7ZfPlT7fzaOmO1EkjuJlj9WM05trs4Y7VmrTd7quYM2AbbHYPVWvdsUWteDBc7ni/b6z8Q3J8AAQIECBAgQIAAAQIECBAYFAHBao9XqjEwrR1O/Rmn9eeavv/M8xGnPxmPlM/krLx5PQv2fupC/Nz7Nt/mXv00vlSqebDa6lHq/G3zlRcHlS9cDVSzx8ifjfiV+rfNV76X7Xf9jScjC1Y/8WMLpX9+5tP1+I21rXfoNlm0/IVG+W998Pl4Pp7ZvN/bXognT79Yr1F+oVbjldoNVqvHIpSvkLmf/HzpPvk86ub4wffH+z/9YjnsTHkz/Q4vr4qIbA0+8M3sPNxqkLvlZVh5OBlZH3wgLvxs/TpFzbETW3cmt3fG6iMfjHjx0+WuazzGImWtK0dOtLD9h3+45Tza2p2oW3ur9kVdKfY9/sPB7QkQIECAAAECBAgQIECAAIG+FhCs9vXyGNzwCGQBaTUIH555OaN0qNbSZAgQIECAAAECBAgQIECAAIG2BQSrbVMpJJAg0HDEQ/3u44TrDEKpM0oHYZWMkQABAgQIECBAgAABAgQIEOiygGC1y6AuRyAXyN9uv/nv2VEJ2YvGhtBHsDqEi2pKBAgQIECAAAECBAgQIECAwE4CgtWdhPw+AQIECBAgQIAAAQIECBAgQIAAAQIEGgQEq1qC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KcJEOwAAHH1JREFU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oMfB6hvx2LEfjEJhzEoQIECAAAECBAgQIECAAAECBAgQIEBgIASKxY348sU/jf137o8DBw5EoVBIHnfh8uXLxdRvFYvFuHHjRtwc/7t48OijcXD6SOol1BMgQIAAAQIECBAgQIAAAQIECBAgQKAnAteXL8e3Ln0t9q8f702weun6G3Hw2FS8/dj327XakxZwUwIECBAgQIAAAQIECBAgQIAAAQIEUgSy3apfvfjncf3iShw92KMdq9/5zndi4tBqHFqYjXvnHo4DU/MC1pRVVEuAAAECBAgQIECAAAECBAgQIECAwF0RyALVGytL8ebV1+Pa4q1YuzYZ9913X292rGbBanYkwMzceMwd3xdj05lB8skCdwXOTQgQIECAAAECBAgQIECAAAECBAgQGGWBQmwsR1z9uztx++p6KVDtebCanbnqQ4AAAQIECBAgQIAAAQIECBAgQIAAgUEQyF5W1bNg9ebNm/HGG2+UdqwKVgehXYyRAAECBAgQIECAAAECBAgQIECAAIFMIA9W77///ti/f3/p31M/hcuXLydvN82C1CxYffPNN+P69euxsbGRel/1BAgQIECAAAECBAgQIECAAAECBAgQ6InA2NhYHDx4MO699967H6zeuXMn3nrrrbh69Wqsrq72BMBNCRAgQIAAAQIECBAgQIAAAQIECBAgkCowOTkZc3Nzcc8998S+ffvu3o7VbKBZmLq0tBSXL1+OW7du2bWaunrqCRAgQIAAAQIECBAgQIAAAQIECBC46wLZbtXZ2dk4cuRIzM/PRxay7uazq6MAshtlj/8vLy+XwtVr166V/nl9fd15q7tZBd8hQIAAAQIECBAgQIAAAQIECBAgQGBPBbJzVMfHx2N6ejoOHTpUClWzf86C1t18dh2s1oar2Qussl2r2S5W563uZhl8hwABAgQIECBAgAABAgQIECBAgACBvRTIAtRsd2q2W/XAgQMdharZODsKVvNwNdupura2Vtqxmn2yl1v5ECBAgAABAgQIECBAgAABAgQIECBAoB8Est2q2SfbsToxMVH6/93uVM3n03Gwml9ImNoPLWIMBAgQIECAAAECBAgQIECAAAECBAhsJ5CHrJ0qdS1Y7XQgvk+AAAECBAgQIECAAAECBAjskcD5s/Hxs+ebXnzhPafj9A8tbHvjxT86E2e+sBjt1Da/0Pk4+/GzcX7hZJw+/VRsf7edDMrXihNx6sOn4sRO5Qm/f/6lj8fZL3f/uglDuAuli/HHZ87EucWFOHn6dDy1y8XYtGocbr3dlr7J+3DbPsjH1/11yMdz4tSH41SlcdL6qfnPQn6NWo+y7+Lmz97uf3Z2bol21mLLVcprkY3r5MUzm2v52Kn48I938yeq8a752lZ/vbQWC38cZ86ci8Wa8uoa5bbVfs3XoFK+5+NuvQaC1Z37UwUBAgQIECBAgAABAgQIEBgSgbQQKZ+0YHVIlr80jc6D1S3BVkQsLCzE4uJiRE1ourtg9W5bp/1MNPtZyIPNSnjaVoDcvXnm98/DyErQul3gWAlWfzKe+NLvxpsna8Pm7o2t9kp1dt99vhymPhyPL7weX8paJ/tLnqPnyn8JdCLe+57F+NwX8ri1HKxGHsJmwfvJWCz9JUFEfVi+N+NvdlXB6t2zdicCBAgQIECAAAECBAgQINBjgSYhUuNu1nIwFuVdqrUDXnjPZgiTBRn5ZzPQaNyx17jbMN+x+mQ8Ga/Gq7v9fp3eiTh1KuJs7U7cbOzZr9XsfjuxWRTV/br5zreGMT92Kk7F2YZdmPW7Diu3b2FUtytxsX4XXstxlHc0Vq5dCsNic4dv9YZx8vTJePNM9dcWHn84Fr/0eiVQqoRr7zoR5/+kdndyfQBVJczmVn/NiBbzrQ3oyvNaeOxEnP/y+c1djj+8GGfOvBlPvGcxztXsbN42WC2t02sRC4uR5bGlT+k+C+UdteXALcq7nHPPhcfj4cUvxevb2Wzp0815nfibzZ3XW9ciu9iJOHX63jhXt3Oy/nv1PwvVnd7b/sVD+edr/qH5WPrGUvkSC3Hy1BPx2tl8l+Y2fdbSqbqztDFYrR/PYpNeOh1P1eykzfo+c3n4exbi9b+O8k7magD/+COL8aULNbNv/FnZ1U70/Pp5sNr4c5n/GdLwFwF5sNrwM7iXO4K3+0NbsNrj/6S5PQECBAgQIECAAAECBAgQuHsCjcFq/WO2C3+4+Xj3wjufjPizV2Ox9Lh9dVdYJRyqhGlZMHQi3vXY+fiT7HulYwWyIOdc3Fv3mHn5PrOzEbdu1YRx7X2/bkdgZUfb/XF/vBFvlMPA5mM/FVF+ZL1uN9zCyXjvsXPxudKYT8UTXzpbCovvfyDijW+XA77veW1z51wlyNsMflrdZyELoi+erD5KXQlWNwOi5uPIQ8KaYO3cvTVjq9nB1zCOpxbKgdOxmiC2NuCqCcw3A7PFBveFyAOzepvmY6oc4VCa15txshxq1+0UrHm8PDteYudgNVv/bO6l9LC88/B03Hsu++c8OF+sC0XzNdpuzHmAWhvUZjsyT17aDFabXqP2aImaULzVz0JjkLd1F299WFr52Vk4GSePnYtz2aP3Cyfj1OOvxdlsV+aOfdboVN1h2vwogIZ+rd0NmvXJyTfjTPmIgjxYzQPnxaw231FaE6pX79P4M596nkT1SIDqX9YkBqsNfzYJVu/ef0XciQABAgQIECBAgAABAgQIjKhAq2C1vDssD8byYLVhV1geDm2GGFHeWbj53VKwmD+2u2UHW32wmvr9+h15+RzyYLV+KStBWHkMi83OAq0JVmuDwab3qQReDUaVELm6i7QuZKzssNzccdlqHKdPn4jz5ceZs5nUnXlZO7XGcWQP9ZfMFyo7d+t3FJ+Ik+UdpHmwWu9eDVbrdh2X3LaOqXIOb0OwWt2x+lo88Z6FOPeF6nmibQWrDT124lRNsPrhJ+K1j5+NxUr4XQ306la9iU3U7cSu79E8WK3fbV177YU4mc+lxc/C9kFezc9ZOYCu+9nJ/3Kg9i8oWvVZi/u37tusMaqPy+d/6bFljZsGqx+OJ/7643H2YjXwPfHek7H4ufLO2sdOxsmL50qhd/11638G64LehuMIqgF0HqQ2Hk3R+GfU1qMrmh1F4SiAEf1PmmkTIECAAAECBAgQIECAAIG7J7CbHavV3ZbNd6zWPspbu/OwyQuCmu5Y3fn7dTtWK2czVoPVtgLNhoCnes2tO1brQ6j6HZyVHavlR/FLwWJld2vNy7laBatNHqtfrDvCoCbgqxtzk2Mc6o4bqN/RWLsTt27HauWYgRY7Vucfjvml12OpYUyVF4XlRwFUAtBy9z52Kk4fO1f3krNKANZ4dELttbcNVqu9V7pL7SPo29jku4OzdSwFheXd1PnOzLodq5V+qnfPj4Wo37HasPO49NK3rS9Xqg028+Mq2g9WW+yM3uK0dcdq5eegEio37CzNA92WO1Y/XDoOo/qiu9rjEWqPL9g+WG3151nzIxNqd6/Wn7G62XNbg9XqS+by3fSdvYitkz9/HQXQiZ7vEiBAgAABAgQIECBAgACBgRLYozNW68KYZm8X3+GM1Xa/X2fd5IzV7KTMfIddZddskze2NzvHtCa0a7W7r3L7Jrs6K+eT5k9FNwSrC5UArmYSTc51bX5mbWb6rjjx5T+J87WPrGexXr4jNw8aG8523bxb9QVB1bu3PmM1D4/z2sbdgNUdg9WzdBtD1E2GrW+BL51lmgVmDT75mb71O1Zr6vLzXxearWeDTaPBllCy8dzdbKzZuDZ3yNaeUJut65PvjHj1z2rfWZ8fe1Fe7MZzistwJbdyb+8crFYfz6/rs/zM4DaC1cY/ipr3Uv0RBdnO2+pRAFlY2xB01hzpUHf9gxFxPe2lUc2PLGh2tm3tdVvtaK2Ople7VbMRCFYH6j+ABkuAAAECBAgQIECAAAECBAgQ6L1Ay5CstMvQh8BoCAhWR2OdzZIAAQIECBAgQIAAAQIECBAgQIAAgS4KCFa7iOlSBAgQIECAAAECBAgQIECAAAECBAiMhoBgdTTW2SwJECBAgAABAgQIECBAgAABAgQIEOiigGC1i5guRYAAAQIECBAgQIAAAQIECBAgQIDAaAgIVkdjnc2SAAECBAgQIECAAAECBAgQIECAAIEuCghWu4jpUgQIECBAgAABAgQIECBAgAABAgQIjIaAYHU01tksCRAgQIAAAQIECBAgQIAAAQIECBDoooBgtYuYLkWAAAECBAgQIECAAAECBAgQIECAwGgICFZHY53NkgABAgQIECBAgAABAgQIECBAgACBLgoIVruI6VIECBAgQIAAAQIECBAgQIAAAQIECIyGgGB1NNbZLAkQIECAAAECBAgQIECAAAECBAgQ6KKAYLWLmC5FgAABAgQIECBAgAABAgQIECBAgMBoCAhWR2OdzZIAAQIECBAgQIAAAQIECBAgQIAAgS4KCFa7iOlSBAgQIECAAAECBAgQIECAAAECBAiMhoBgdTTW2SwJECBAgAABAgQIECBAgAABAgQIEOiigGC1i5guRYAAAQIECBAgQIAAAQIECBAgQIDAaAgIVkdjnc2SAAECBAgQIECAAAECBAgQIECAAIEuCghWu4jpUgQIECBAgAABAgQIECBAgAABAgQIjIaAYHU01tksCRAgQIAAAQIECBAgQIAAAQIECBDoooBgtYuYLkWAAAECBAgQIECAAAECBAgQIECAwGgICFZHY53NkgABAgQIECBAgAABAgQIECBAgACBLgoIVruI6VIECBAgQIAAAQIECBAgQIAAAQIECIyGgGB1NNbZLAkQIECAAAECBAgQIECAAAECBAgQ6KLA/wfPWN1W9pWfi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467654" y="1583703"/>
            <a:ext cx="0" cy="2498103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72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72" y="1903398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Finalice el proceso realizando la confirmación de los cursos Intersemestrales a inscribir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759883" y="3054285"/>
            <a:ext cx="651101" cy="31108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AutoShape 2" descr="data:image/png;base64,iVBORw0KGgoAAAANSUhEUgAABVYAAAKZCAYAAABTIHD9AAAgAElEQVR4Xuy9CZhU1Zn//zaKIIuCC4IboAZ31IgmEZWEJKKJSxRRY0BHRf9O3PM4aqJoIhqjw1+jJhnHKIxLHOM6LiPiRMYlaFQ07gsjAVQEcQNZRBH693xP97l96ta9Vbeqq7u6qj/Xh6ebqnPPec/n3G6bT7/nPQ2NjY2NxgUBCEAAAhCAAAQgAAEIQAACEIAABCAAAQhAAAKZCTQgVjOzoiEEIAABCEAAAhCAAAQgAAEIQAACEIAABCAAAUcAscqDAAEIQAACEIAABCAAAQhAAAIQgAAEIAABCECgRAKI1RKB0RwCEIAABCAAAQhAAAIQgAAEIAABCEAAAhCAAGKVZwACEIAABCAAAQhAAAIQgAAEIAABCEAAAhCAQIkEEKslAqM5BCAAAQhAAAIQgAAEIAABCEAAAvVH4J577rHDDjus/ibGjCAAgTYjgFhtM7R0DAEIQAACEIAABCAAAQhAAAIQgECtEECs1spKEScEOg4BxGrHWQsigQAEIAABCHRaAk8//bRtscUWtvnmm3daBkwcAhCAAAQgAIHqEkCsVpc/o0OgFgkgVmtx1YgZAhCAQBsQ+OMf/2gnnnhiG/RMlxAoTODOO++06667zu69915bb731wAUBCEAAAhCAAASqQgCxWhXsDAqBmiaAWK3p5SN4CEAAApUjgFitHEt6Ko3AtGnT7Fvf+hZStTRstIYABCAAAQhAoMIEqi1WV61aZf7PV199ZatXr7Y1a9ZYY2Ojm2lDQ4N16dLF1lprLVt77bXdn3XWWce6du1aYRJ0BwEIZCWAWM1KinYQgAAE6pxAqWJVW7cvuOACe/HFFx2ZQw45xH77299Gcmz06NF29913u/c+++wzu/LKK+2WW26xxYsX2+DBg+3cc8+1MWPGmLIVb7/99kS6Rx11lO244442YcKExPfV/+uvv+7eP+CAA2z8+PE57X72s5/ZvHnzojj8m4pF/Y4aNSqxX99n+Obw4cNd/z6jMi3unXfe2X75y1/m9avXjjjiCNthhx3cnMVPcYRX2Eafv/LKK3n9eKZ6Q/ffdtttNmfOHMf06KOPNs3ZX0l9KD618fPQOg0cODAvlhtuuMGmTp1qEydOdDFnYee5PfbYY9anTx8bN25cDotwfupP7SdNmmT33Xdf9AydffbZ0Xi+vylTpuRIV/HTpeeHCwIQgAAEIAABCFSKQDXE6pdffmkrV650fyRSy7kkWrt37+7+SLRyQQAC7UcAsdp+rBkJAhCAQIcmUIpYlSgdOXKkXXvttS7T0ItTiUAv/jbccEP7+OOP3ZwlAN977z0n2ST0JBVPO+00d7/qar777ruuXVyY+fckcC+55JI8fhpbfY0dO9b69u1rM2fOjNpovBEjRjiR6+PQm4r10EMPde0effTRxDXx0jgcU3wkaf12dT+nuNxbf/31c0SkH0ACU9JQMeveSy+91C6//PIcGRy20eeSxRLA4aX7dYnlk08+aTfddJOrS6r5HnvssbbPPvtEMjOpD81jyZIlOeskCfr444/n1DcdNmyYffrpp3brrbe6mIuxkwQ95phj3LwkrH08P/zhDyPZG87Pr8/Pf/7ziIFk7mWXXRbFonU48MADnbSfPHlyhMEL6VAid+gvLoKDAAQgAAEIQKAmCLSnWP38889txYoVJrHqL2WklnL5TNbwHonVHj162LrrrltKV7SFAATKJIBYLRMct0EAAhCoNwKliFUJL2UahtmT4iHh5WVXKFZDoea5qQ9dXtr5+/UxFGZpY4X9KBZJz5tvvjmSmpJ0kn0Sj6FY1euSn+pXGahhNma8z/j8jj/+eCc7JVNLlXtxsSqx+MQTT9h//dd/RUIzLla9iI0/a7r3Rz/6kU2fPj0nk1PSeLfddovEZBJ39RWujT6XkBUHn/HrJakyWcMYCrEL2fh4FeeFF14YSdEwHq1xOKa/xwtrffRrLzl+zjnnRBnGpbKvt69V5gMBCEAAAhCAQNsQaA+x+sUXX9iyZcsKClUJVklTlQEIywHodW3/VzmAuISNS1YJ1l69elm3bt0qBuvj+8+wi+1Cu/rgDaM+k16r2IDNHbXHGBWJ+cXf2rAnRtrM04dWpDs6qQ0CiNXaWCeihAAEINDmBEoRq17gKZNQ2YlJ9THjGavasn7yySfbXnvtlSgzWytWtcVdmZteDkr0HXnkkW57fChWlYkpISlpp9qe8e34iiNN5qr9n//8ZycKS5V7cbGqcZS9+9RTTyWKxzQpqvu8NE6KPRSWSX3oXh0U5bN7tU5aGz8v37+kqDKQQ7FaiN3WW29tf//73wvWSQ3jUft4lqzG9pmss2fPjtZB5QiUDetFcqns2/yLhwEgAAEIQAACEKgLAm0tVvUz9PLlyyNWoRz1MlVvSqYuWLDAPvjgA5fVqrqrEqcSqhKmG2+8sQ0aNMh97vvwYjUuWHv27FmxOvbVEqt18XAxibolgFit26Wtn4lN+p8/2GsLZ2We0C/2O9W+tsk2qe3/74O37deP/C5zfzv2H2Jnf/+nmdvTEAK1SqAUsao5+vqYkmPKKJRkDetjhmLVS9P//u//djVZk+qBFhKr2g4ev7797W+7jFkvQSXfVF5A2/u9+JWcC+NQW5Ub8GLOi8L4SfRpYjV83W/nj8d1/vnn52Tc+veTxKokqF4/6aSTnKCOZ6yqVml4Pfjgg1EpAb2etBU+lI7qL96HuIV1Uz2fUIx+97vfdWUaVLvWi9Vi7OLrnfR1EM6vUHv/Xpy31lUlEBCrtfpdhrghAAEIQAACHZtAW4lViVGVYtJHXXGhqtckUz/55BMnVN9///1IpiYR0/2SqioZpcSC8EoSrDrcSju2WnvIVXGx+rL9dtjxdqsLaKxNnnmmDV10n51xidmF1xxiTXmuajPdRuo997lvb2bHTLaZp5v99vQ5NnibiTbx7Qk27ZpDzKJM2fm57fdqel/9vnzNMLtx0LTC2bRRRulmdt/po2ziU4pnuE146Go7pF8Yl17/2O47/WKzC/ReU//H3+xJN83NrjnD5gwabBMvntPUx/s+YzXsP2DRsR9/oiuTAGK1THDc1n4EjrvlTJPczCJX+6zb28btebh9fctdUgN84Z2X7JZn77LFny8tOgk/7pRxvy3algYQqHUCpYrVcL6SrHfccYc7nMpnLaaJM8kxZX4qazKsv6n+koRZ1lIAkqwSpdpar3v84VBhHBKR2n6vLe66JHl/85vf5B2CVChj9frrr3dCt1S5lyZWw239xx13XCQyC2WsFhrb17H10taLUb+9PyyXIAaej9or81h/VGZAGa3xrfuF2FVKrOr5kHhXlnF8HSR8VffWl5Ggxmqtf9chfghAAAIQgEDHItAWYlVb/1W33gtPL1X10X8u4aqfvfTzj7b/J9VOTSKlQ6skTDfZZBPbaqutTH/XFd4fjqu6+jrgqtyrmFgN5aYTkTbZZh41J12sLvrYPu63YbNw9SLzBJvzg+PNbphpZ+7aFKkf94S5owJ5qvajbPr3cmVqOLe8eJvF6rRBN9qouSe4LftqM+ovI23aNYPtlkj4ulEDsfqxfbxoQ9uwX348bo5+639C/7ojYkGJgHIfvQ59H2K1Qy8PwYmAxKquP81rOZQmjcxPBg6z00YcV1SsXvv4lMz9aSzEKs9iZyBQiliV2PPZgyGbtIxESTedXB9mhibJy9aKVUlF/dZe2+tVBkBZoF74+SxWHcbkL0lNCd74IVZpYjXcZl8psapY1Nerr77qMhm8CC0kVr0kDQ/r8nOSXPbyNN6HhPYVV1wRHcClezwfX+ZApRr8QWP+fmVDqHZrIXa+9IKYh5dkqD9gK4wnqSar7lNG8dSpU115hPg6+EPPlMGsZwmx2hm+MzFHCEAAAhCAQPsRqLRYXblypZOquuJZqv7vOrwqlKqlztYL2k033dT9vKZyAfGs1VC0Sq6We7BVMbFqyk79wUSbEWSSutdSM1abZ+vvc9mjEqs+o7Xp/VCsTt83X7iGNV9Dfmli1WXFukzZ5qxad1PhjNXmSKJM1+EXTjOJ3jAeC8RqTi1aaq+W+ljXVHvEak0tV+cMVmJ1y74D7OWF/2f/vfDNRAh79dnMBq8/wL2XRaz+7P5f21OL59vW3dez2Ss/y+tT/el9329WsaoyA0u/aKmZo4599mz4Xu9uPVPLFYTtBqy3iQ3o0z+Kb9nKZTZr0ezo70P6bW29uvfKi3/B4oW24LMPcl4vp23W8ZLm7QcvNNekOGctfNvNedP1NylY0iGcnPp5fNYM+2zlMvfytv23sRFDhqd+wcTnpYZpfJLaLl25zN5a+LYNG9T0K9RCGdJpQYjZ/741w07a99jMX9jKto5fM+e+aJuKV5/+qXPIOkApYtXXwXzggQeieqmSfQcddFBixqoXYGFNUL0mOSYZ6q/WilXFoHIAc+fONZUB0OXFoWqLemEYMvHb3sNDrJLEqj+x3mfkVlKsKh7FobglL5U1Wkisqr3eV+ZtnKkO8fKHbiX1IaG50047JR4ypnIAqtelMgDi4e9/7bXXirLz0tZLVMWo2GbMmJEYjxiPHTvWkp4hzyBpHfS8KDP6lFNOQaxm/eKmHQQgAAEIQAACmQhUUqwqU1Vb+/0VZqiGn//f//2fvfHGGy5TtTWXMlH32WcfU01VidRCcrVv375lZa4WFat+Al6Uamt/gYxV89vrnYjd2/7qtt63h1j1h0s1lyJw4xfIWNUW//FKzmgqG7D335oO8UKstuaJrZ97Eav1s5Z1OxMv7SY+cq29ufj9RBEqQfqv+52RSS55UXbfyw/bO58uSMxc/WH/7axPt172T98YU5Lge/DlaTbpicmRtD1rzyMjcab3bnz2TjcHxXrg0NysLr+Aavcvj1zt5imx++D4GyN5KoF4xV9+b79/83/t19842n6yx2E54tX34csdqJ2uYm3F1kvrn+96kJ2897GuX4133V9vsstefMBO2e47ds73Tkkcz89NfWgtvrnJEDfunCULnPBOE9OKM8weVsbx4i+WRbH8bt8Ti4pHjX3Y/RNNa3bAkH3s6Xl/d2t6835n2VF7jk78ugg5qkGhuYUM1NY/G/r8bx/McuukOV938PkFZW48kLPumuDW8W/H/D6zmL3+iZvsqmf/HD0b/pcJ4qxfBPi1LrcmcCliVWMps/C8885zIk6/+Y5vqw+3hitbVNvc1WbXXXc1yT9JwSlTpuRksaaJ1aQaq4pBNUd1TZo0KZJ3ytjcd999I+Ho4wgzOcP1SDoISkIvPma8hmxajVX1HR6W5cdKKwXg35cU1g/Dvo5qMbHqmXqWSUyT+vCZu/7gqKRSCT4T1t8vWR0vIaC44+w8E9VxVTzamuYlrdrH4/HPkJ4JXfFnKEmsKv6RI0e6Q8nIWK3b//UzMQhAAAIQgEBVCFRKrGprv34eDLfhx0sA6O9fffWVPfzww1Ht1dZMWpmqu+++e1Rz1cvVJMmqsfUzYKk1V1u2zft6qeF2fHPZnHOOb84oVZbm5ME27QKzi38wx05wNVWbsk9HXTy4uUZpc7kAbZF3Mna6jSySsdpSRzVbKQC/5b9pa/8om7jNZJtsx7eUFHDjKr6RNn3YjTbY1VvVD6aSqUHt1PHWVDO2uR+VICgkVlvGpRRAa57rWrgXsVoLq0SMjoCk0qlP/DGVxpcX/LUkUnGpF96cpaRA2mA+TvURF4p6T+KvWAassnR96QNJv6sOnxgNJ9E38HeHW7H5an7fvPkUd1+xtr5PtY0LSS96nzv1jsTsWB9Y0rwVgwT2rw48N3VtkuL00jGJYdiRJPkGk/Z3AvqxU/8cvaX7s9Ta9XyyyM11Ltnb9R+21fgTHrzcCVLJ1enjJyeK5/jkQ97x9S32EPtnIy6db3/2bjvmkavc7fccPCFV3Bfqv1Sx6vvy9S61XTx+CFR8PGWMvvvuu064hRmixebN++kEPNMtttgi7/CCanCT+FSGaylr7J8hZepyQQACEIAABCAAgWoRqJRY/eijj5wsDWWq5iT5GX788MMP3e6e1marqk+NpTqr+oW176+QXJVU3WijjUpE3Swn3aFPzZc7cKo5AzTa0q/3/KFQXqbOaLrhmLE29mbLP7xqrwk2wR1YdZyNfmqV/bBZxOqWlkzZ0g6vimRqc7xjjxlrt9rIpgOygkOzxvp6rk6mNpcN22usjbU5Njjv8KrhNuHCpgOrjjt8hq3av6U0gS8FMPN0Dq8q8cGq6eaI1Zpevs4VfGcTqz4bUqscl2iSfMVkaSliVWN4mRmXlP7wsGJZkIWEcqEnNSlO31cx6ejvVRbpveNviIbR6/EyCkkxJMnStFjT2nq5m7ROaX2FmadqM+/UuzIJWbVNE6vhe3EeWb9TlCtWs/ZPOwhAAAIQgAAEIAABCHRkApUQq/ol8/LlTeXhwi3/oVTV643WaHPnzHU7diolVrfccksbtscws8amA6yS/igun0nbo0cP98twLghAoHwCiNXy2XFnOxPobGL1WwN3szcWve2yIXWFWYhtIVZVo/T7dzRllvqsTJ9ZmUX8JYnVcuKUqDzwhhPc1vZimaQqE7HjH//JxazsVjFT3dO0eqnxR7YSYjUUmsUybP343/7dkfar/U63k++/1G3rV6mGYuLa31tIrIZfI8XEe9KXL2K1nb+pMRwEIAABCEAAAhCAQIci0FqxGtZVTdr6L7nqXm+Q3TRTfVUdYFopsaoSXSp/FReqSRmsHvwGG2xg3bp161DrQDAQqCUCiNVaWq1OHmtnFKtH7znaxt16pqs5qq3m94+7xh3oVI6wzPL4SPhJaKrOqrbvi7nkbliKIK2ftPUpJvjCjFUJxhtfaqqZmXVb/aE3jE881CzLdvhqiFUJbAnVN85+yCb9zx/sF8/c5ta2WKkFxGqWJ5g2EIAABCAAAQhAAAIQKJ9Aa8Wq6qp++eWXOSUAfNZqKFW7NDSVBJg1a5a98sorFRGr6n+77baznXfe2fXn5aqXqv41jRvWXV1nnXVcvVUuCECgPAKI1fK4cVcbEVA9z0dn/dXmLl7gDnkK5Vq5YlUZkP/6l9+7E+NDQdjRa6wq+1Inxisr8+BbTo8OSRKTStdY9csZ1un85OyHXeaoMitHDBledMXjGat+i3wpYvW1E/8jykAtdPhUPBjJyrcWvh0dXKX3JSslLwtdlRarWTJPVXJBl2rAvr94oTt4S1cWEax2WTJW4+Ucii5ec4POlrGqw6KWLFli1PXM+oTQDgIQgAAEIACBeiXQdKDQDLOwXma9TrbAvFojVleuXGmffvqp693L1LyPXRpMUtVns/7jH/+wF154oWJiVYdXbb311k6cxuVqWlkAxauDaNddd91OuOJMGQKtJ4BYbT1DeqgQAW07/9Nz99j8JQsSDwMqR6yGUlJhqlaptop/fctdrFbEquIOszpVP1MZrKUIy2Jt/RKG9UK1rV2nzYeHQhVa6rTDq8S60BWvser7yXIYlOJ9bNaMnIOawvIAxeZdCbEaMitWusCXVhBbf4mxsoSzytAsNVZ9xnGpX5qdSazqwKdddtnFLr/8chs/fnypqGgPAQhAAAIQgAAEyiYQSczgcJ+8zoJDgIZfOM2uPrjUjMKXmw7nySRKS2lbxrSbDwSKDggqo4v2uqU1YjWereozVCO5GkhVX291wYIF9uSTT1ZErK611lq2995722abbRZJVcnVNY1rXNmBULSGklVsyVptryeMceqRAGK1Hle1huYk0fTAy9PstpcfiuTSiEFftz223NW+PWR4zin0pYpV9f3Tuy6wT1cudX37y9fBbGuxmrS9W1LMZ6IWWqakdsrm9dmNureYNCz18Cofz0UPXm6XvfiA+2v80KxCMacdXqW5/GK/U10Jg6QrHmdYY7VYzVK/hlPG/Tbq2svLYqIyFLDFhKj7YeOSvd0Y8baeV7GDtnSvGE2d9WTOQVvhumaJI02s+n5KKSsQX4/OJFavvPJKk1zVRy4IQAACEIAABCDQngRaxKpZmjTN0qZwzNllqRvrLyNt2jWHWKn6NhO3TiBWtf1fYlVXmKUal6v6e/ja0qVL7aGHHrLVq1dnQlmokcTqyJEjrV+/flHGqhOrKgug/9bkZrH6A6z8R5UDkGDlggAESiOAWC2NF60rREDy67q/3uQEnoTUd4fsbbtvuUvBk9HLEau9u/eKDkLSODoISuJp/0G7u63Y1z4+xf40b2berCT0ThtxnMtsLfXyYk/3Se4dPfQHrgsJtXh5g6S+vRAe2v9r9i/fOyVHLofSs5BYlZy87dm77dQn/uiG+J8jLs+0nV9tQ+GY5dAqPwdfL1QZtRP2O82Wrlzmtudf9eyfU7fkx+P0YjE8SKuQ3PVSVm0OGjrKhXLFX37v1rnQnDWuROQxj1zl7lHZgQOHjsphHa5NuKZqO6T/Nm4b/90vTXXPj56tiQeem3q/53rineebfnGg+rX+CvvWc3ftmEsK9uNryior9ZCh+zvO02f91X0t6Xn745hLUyV2sWe5NWL16aefdieK7rDDDgWH0fb7hx9+2LXZYostbNSoUbbeeuul3lOoX4nRd999N+/eHXfcMbFP9VXo8vf5fgvNx/fl79Hpr6+99polja33pk2bFsW6//77F+QUZ6RSBZtvvnmx5Ut938cm3kn9+JII8Q6SSiSUw0b9ilc4fqEyDHGWhdiKq7jrEnvF7J+ntOcjnKePKY1BsWfajxFf92LPmmJQrPG5xTnF1ySNRaWfmbIfNm6EAAQgAIFMBJqkqdnwvWbYDJuQIDQ/tvtOH2UTbbgNf2qGWRtnrH686GPbsF+bKNUmHp1ArOr/0cuXL4+kqqbtBWooUkOxqs8lVO+4446KiFX1t88++7ifuXwpAJ+lunrN6qJZqz179iz4c3mmh5tGEOiEBBCrnXDRqz1lvz1fcvOc751SUKaGsZYqVnWvl4QSVqO23ceJNIlVncQuidcWYlXjSvjd8uxd9vDc591YuiTffrrPsUWllwTlawtnuXtG73JAzjZ3vab3H3zr8YJb9CUNJf3Cq1DWaPyZkMDt3a135pPqxfnXj/wu9dEKM0rDRoXiVAzvfLrANU+L3Qv6O958POIssXvmvscVFMlJ8RbiE65JGP+O/YfYyG2HZxLwyjT1V7iu4et6X32e/f2fJrJM4qWGW/Yd4LK8JYdbc5UrViW3jj76aDf0nDlzEn8g0w+bxx13nD322GO26667ujpOL774orvnN7/5jY0ZMyYv9GL9Ktv00ksvTZzyt7/9bZsyZUpOLMWK8j/44INOdoX9Js0njMvfIyF24IEHmv+7D+rOO++08847z/1V8168eLGbd1J8SYzmzZvnmJ522mn2y1/+sqzl1X3XXnutG//RRx/N62P06NFuXZKu+LjlsFG/Yn/++efbz372s6bvbc1j3nbbbU6uh1ecZRJbicRjjjnGsRFLXf55euCBB5y4LvR8+PF8TIUY6Fm99dZbE2vxfve733XjxjkVe9Y0vrJa4nNTf7qS1kmv+7X0z2VbPTNlPWjcBAEIQAACmQl4sTrhwsE28eI5NuGhq+2QfsHtzWUABl84weZcPDFBrDaL16fCIcfa5Jln2lD3P8Xf2rDxtwZvDndj7P03Cd3BNnnmSJuuMgFRKQIvcmOSN6+fYAz9v8wJYvXXPG40YlO27BwvhBPFapE5ZKZZ2YbllgJYtGiRk6PxmqpJUtXLVf/zgH629AdMtWY2GlvZqt/73vdcHKFc9SUBlLUar7/qM1aV8ar7uSAAgdIIIFZL40XrChDwJ8/rsB73D8hZf7W/L5zltuuH2Yl+S7iv8SmJtuCzD1IjSMoulZyTdLvu4PPdSez/ut8ZduOzd1qfbr3s1wedZ8+/85LLPNT1xqK3bb3uvWyz9frbpn36F82grQAKuoBAhyJQrliVLJMwfPzxxxMlqeTPoYce6uZ60003RVmTel2iSK+ptlQ827VYv16c+W1XHqZ+OJUwU7bhvffeG8nVuNxLg+/7lVBLkr6K67777nNzLiRWJVVPPvnkvDqukmljx461ESNG2OTJk6MwJNXmzp2bJ/FuuOEGO/fcc8uWq8OGDbN9993XcX7ppZfyslYlFXXdfffdUSxaG2VPXHbZZXbIIYdEJRPKYaNO08SqGP/973/PEeBZxKpilnSePn16dK+XjBKds2fPzlvepHn6RmnvKSP12GOPdesS79PX6dX7TzzxhM2cmb/7Qf2nSfek9/wzk7ROau/X0pewaKtnpkN9YyIYCEAAAnVIIBKrD51gc34QCMjmuUbC8qHBduMP4mI1WYK+fM0wO/7mJoHaJGnzSwGk13bN79O3bamL6kVoi1wtX6xmnUP7L345YnXVqlX20UcfRQdS+fqpkUBtMFury1ruff+ab6Ofg/QL40qIVdGSHN1vv/3cz16+jqr6lvQN66r6EgG6x7+uzzfaaCPr2rVr+4NnRAjUMAHEag0vXq2Gvv2kH0TZhZqDMgyPHHqAfbZymTvV3Wc36oR6Xdp2fd/LD0fCU1l5yjjU9Ycnb7KrDp/oMkQHrLdJTvZruE1cNVy1BVtbp7958ympdTKL1fSsVeaF4lYmsLj/7YNZdv+4a4pm1NYjg2Jz8hmrYvTcqXcU3KpfrK+O/H45YlUya/DgwXbdddc5gSQhFM+282IwSRbp/t12283GjRuXk5GZpd80sSrG+gFVW6HCLMlSxaqEmeRpKD/Vt05alWyUqCwkVn27pDquPnafeeiFWpJg1pi+fZpwS3uufHat7vvRj37ksmrjma+FhKNfu3g2bylsFFuSWJUY1cm5ccGcRaymraXunTRpkk2cODFP1JcjVhW7ZxjPRhZHvfZf//Vf7iC0pOxb3V+KWE37ekiKo62emY78PYrYIAABCNQLgRaxerUNvn2YHf92bqaok6Q22WYeNcfOiItVn816w0w7c9eASPPrLWUD0sVq/nk7QHMAACAASURBVCFScdGZUp81NkbZYjXzHNp/xcsRqytWrLAlS5YkZ6t2aTD954WqxKcXrJqdfiH86quvVkys+nIAW265ZY5Y9SJVB1kVylpVSSWVBOCCAASyE0CsZmdFywoRkPCcOffFvKxQv81ZW7LPeeA37uR7Xxc1HFryU3UttaV/uz6bunZ+e7+vO6ps1z1+d4R7f1CfAbb486VO2CpbdvD6A9zW8l7dejkR6+uWSvAeMGQfF1fWLdW+Vqek8NF7jq454eYPPGptbc4KPRodshtfgkLPxx8OvyRz6YoOOZkiQZUjViXelNWobD4vM+NyUFl1ykwMMyKL8cnSbyGxqv6PP/54l9XoRW+pYlWiTCUOwnIAfo7+vTSxmibj0uZdSPrpHi+aQ1FcjKFnoI+SwyHT8N5iY0sQe/HtmZfCRmMliVW9fsABB7hs3FBKZhGrytzUJamZtf5suWI1TWCKy89//nMbP368e9Y85/i6lCJWda8yopMyYOOvF1u3cp+ZLM8VbSAAAQhAoHUEQrF6yPvatm/BdvomqWkSp5vely9W04bOLFYtv/SAxcRqxpqoZYvVzHNoHedy7i5HrEqqSq76MgDx7f/xTFUvWZUp+sYbb9jzzz9fUbGqX1r7Oqt55QB0kFVjyyFWvgarWOn1Hj16uF1fXBCAQHYCiNXsrGjZhgSUgSqZ+unKpa4kgK5ff+Nou/GlB+2bmwyJRKr/XAf36LAetVG90b7de9vwgV+PalP6k9NfO/E/7H/fmuGkpz+sKC5mdaDURfueYLsP3MWen/eSG/uoPZu2xqr8wAMvT3Ofn7Tvse6jxLAvH/Avj1ztDsJSLVX14e9rQ1QV69rXuj1iuxF5h2RVbJAa78gfolXoAK0an2JO+OWIVUlTZev5rEwJr3hWZFahGQaTpd9iYjX+vuJQPc7hw4fnLZt++PR1XsP7JM/+8Ic/RHVAlaX4zjvv2IknnphTUzUuz4rFFg8gC6NiIi3eZ5j1q7n5revxzMpi/Ybvl8NGcaWJVcl29a9sDZWSkCTNIlYluA866CCXUazascpOVn3ceL3WkEkxsaq+LrnkkhyMOhhLvzgYNGhQTiZ2mAmsmL18TarJW6pYDeW9n49fy8svv9yJ3CSmSd+Liq1tPX3/Yi4QgAAEaolAjli1Jnk62GegOqnZXHe1+b2kw6tatvXnznx4dNBVWsZqUk3UXLFqzYdr5dV+jUFurVgtPof2X9VyxKrKUqkcgC4vUeMfwxIAoXhVuSH9QrWSpQD0i2tfCiA6vGr1ajeG+7v+W9MiV8MSAeuss467t7WXW9u/jEw4mK21PXM/BDoeAcRqx1uTThWRMj7/9S+/d5JUWaeqhfr9O851maqqu6rsUl191u3tTnqXSNXBTt8auJs7bX6T7r3dFn/VUfVbtP3p9GrrDwGSDP3JHT93fekwKS9mNaa2v+s6+JbTncSds2SBPTj+Rrvt2bvdGF6caixdXvz6hVIm49D+X6s5OSmx+v6SDwoe8tSpHsaEyYrR0i+WZzqcqh5YlSpWvQAKt0hLvP3+97/PqUeZRRqG/LL2W0xeJolVlS0YOHBg3nLtvPPO0Rb58D5/2FIojpVhKZkWHlbVEcWqz1ANa5hKtCkLISxvUEy+pYnVrGwEu5BYlfBVZoUEqURrFrGqPn0d2KlTp0aHb6XVxVX7YmI16QAv9aeyDxLq2hrnL2WoKjvFZ2H7Lfw+gzV8wEoVq7o3Xks1qfZqlq+rYmtbD9+3mAMEIACBWiSQI1b7NUvNbSbbzNOHmisD4EsD5GWhmlnzazOaJ96yrT92YFRqjdUOIFYzz6H9V7ccsaqDqyQsw4OrvDxNEqr+NbVXWSQdvKkaqJW4JEb1C3XVSU3KVg0PsfLSNRSrWQ+waqrpG0R8TNPz23TpWZxuI/MONQva6xcIT4y0madvZvedfrHZBbED3CoBQ5FcM8xuHDTNrj7Yy+LmXzikfP34I99afkHREkhuX7n9WHQQXOzwuL1iB8JVaF5007EIIFY71np0qmhUQ/VXT9xoypiUWFVW4LBBu7oaqD6rVNJSW/l1qJTa3LzfWe4eXdrmryzV+UsWOAmrQ658hqG2tkuO9urey7xo1T3qV5dOUfcZryfvc4yNu/VMN476OXvf490BVyoxoPH+/PJUVyJAklXiddS2+9gxj1yVc9BWfOG0fXzqrCddH/7ypQZ85mvaCe/+xPikk+ivHXNJwXIDZ901wZU98FfSCfOSzKpZ+/jcF3IkseITz5/scVjedvf4yfX/9I0xiUI23s7PJc5HwvLXj/yu4POu2JNi0U2+BMO0t5502cz+kiiXCB+35+F5MjSJp+5TWYivbbJNXizxufgGKilRbO3UNmmOSWNpzfRLg3mn3pVaZiBtvDBoPdMn731sq0oVlCpWJdZUZ9Sfyq54/Kn3qrnqM0DDreRZvsll7beYWJUMu+WWWyLJm0VEKb6wX2Um/vSnP80pdaCsRGUyFhKrvjZpUgZjEoMsjJTFKykcr/maxlRyTj+sS1j6S6URFFNYq7WYfAvHLYeNxi4kVvW+zwBVRuaOO+5YkG3afNXHFVdc4bJfk2rVFhOr6teLUn9olcTqlClTcqSqz/yNS3qN27dv37xDrMoRq/HnJ2nt2+KZyfL1SRsIQAACEGg9gVyxataS+TnSpg8LDrNKEKtNQqvlAKmWaConVjdMKwWQtcZqPO5Yf9nn0HrWpfZQjlhduLDpMOS8UgBdGqxLQxdXXzWsrRpKV913//332yeffNLqrFWNse2229o3v/nNvO3+Pls1PMTKi9VQsGoO/fv3L4At6eCx+LOXgXokVr2MzXBPKU2anznd0iJJm2Kfc3xzfWL3nM6xE2aeaZYjYNUuJnub+8vJCD99jo275hDLze8VixttcPMhcvlit5RJ0LZWCCBWa2Wl6ihOSbEJD17uts//6YjLXL1VSUtlnC5YstB2/OM/uYzVn+7TtPU+lF66d9ai2e6gqmVfLHPvabu+LtVLlaTy/X59y12i+ql6X1JVUtSLWWWuSsDq8lmoEnPKTP3jmEud+IvXcvXlCf51vzNS67AeesN4J1QlKk/Yc4yr2Tr9rRmurIGuN85+yH1U3JqLMnT9JZE7YshwNxeJOZUxOPWJP+a8n1ZuwNdL9Y0lqr+z7fAcfqFkVtbuyCF7W+/uvaL4xEQM4vOTjL3l2bucANTlM33jQlLtrn18iuP2P0dcbkP6bZ0o+vw6/uz+X0fsFc9m6/V3B2l5War1kTAPL1/CwK/fyXse4Q44U3mGu1+aGt2r/n51YAvbOE/1feXBv3AxSsDHr/ic9Ux6Yau1k8SXYE9aO73m5zjxkWsjSa/aveFY6mfg7w53XYQZ1vFY4uOJ/1l7Huma6WA2//wm8SrlW0epYlViR9IuvrVeW82HDh0aCcB4rdN4TH57vReGWfstJlbjMqocseq3YGtOEmQqA6A4i2VVJm3nDuftxd0555zjtq8XY5S0FbzQ2vrxdchUvAbppZdeauGW8kLCMT5uyDwrG8VZTKyqjRioHMBvfvMbO/nkk1MPBlP25u23355Ys7dQXdFSxKri8VmoPpPW8/bSU/Vu42uqXzTEpW45YjUs46ASB0mHY1X6mSnlewVtIQABCECgdQTiYtVnoQ4+ZqzdenNzGYB+LdmpLaUAkqRWcyxJ4mfY8XZrkEmYvnU/+fCqOVFZgaYxkoVwfs1Wv8U/klA5YrWUObSOczl3lyNWFyxYkClbNcxeDbNbtQtGv7R/++23o5ICpca+9tpr20477eR+Qd2tW7ecg6uUkSqhGh1gVaTO6oABTbtGk660Lf4tAnG+qxHsMz8tythsXvenmnodq2fdYhmrrt5w8517jbWxNscGu0zWWHZokAVaTFwq3ovtwuaM1XgmrReoF5pdEorUuFhtum/whXNsuu9LUvb2wXZ1lKUbfB26TNw2EsalPhi0bxcCiNV2wcwgnoCvpaq/3zL2t/bYrBl22P0TC2Z/lktPEjGs0fq3Y37vJJrG3H3LXWzBZx84GSfxKbl70NBR7rUk0aa4b33ubtMhVdv32yaqtxqPzctNia/46fE+61AZj+GlA7W8GPOHb/n3JfeUweuvQuLM15X1bT85++EciecPYdL7ErhxQRsKS7VRfdpQnPpsYN+/xLHWMC4lNY7kaHyeSesYxqz1kQzXFTIJX5dgHHnD8a6cQ9r4PgNU/cRlZchTor1YjCGzpDqrXqKnMdXr20/6gcuiverwiXkIwv6Tnpn4Detcsrd7KYzdH9QmJroKZb4W+1oqRawmbU32/cff83+Pn6qu9l5eabu1pF0p/RYSqz4DMsycLUesKkYJLGUuqv6VhJ9qXBYTq7pPGaPKME06tMvH7jNHfX9hvOF6KYv3vvvus3Bbf6H1TDsASfeUcgiSpPe1114bZbjGmWdhozGziFX/LKi9Mp+LHQyWxKqQgC5VrCqOMJPW1zaNb9MP1yHpvXLEql8nPR+qHysWM2e2ZOfr/Uo/M8W+P/A+BCAAAQhUjkCeWPWHR0k6hVuHEzJWvbRsKQEQ23ocidTcEgOKPrtYzZeoUQmCcMu339IfvpaUKRjLWM0+h8oxz9pTpcRqvBRAUsaql6uK7auvvjKVN1JZgXIuCdU999zTZcdKpOoKM1JDqZokWNXelwQoJlZbRGV+pLmis+kZnP69aXahXWyj5p7QLBzDZ9OXAjjB5vygJdOz6XmbbiMfutoG3x5u52/ps2V7fzqxXLEaa6cxLjG7MMo6bRG44dfXy9ecYXOOutr2/lsgaYPn3PXa/DXgxps72OzmW62pXEdSdnk5K8w9HZkAYrUjr04dxuZFmmTZrIVvu4y/cNt+oSlLQimz1QuksK0k2xUHnRdlsPpMUMmqeHu17dOtl6vbqm3z4VZy36fE1WkjjssJR8L1wBtOiA7KGrnt8Lzt5l7qJUk7icv7Xn4kqvvqOw/lYppYFSMvX+85eEJetqwXhuF8w77CzEjN/97xNySiDkVffA5JYyiLMy4MKyFWQyah4A2laShcw8lING4waf/opVA0lipWVa7CZ6UmidUwSziJq38/LdZQICvgpLUN55YkVvV+yCsu1Ev5NlKKWJWkkvx69NFH84ZIyhr0BxQpG1EZmqpXKTF0wQUXmIr2+4OLSunXSz5Jp/CSDFMJAC9r/XuSe8rg9CUK4oHrACtld8bloWSvMjzDLfRZxKpvozjOPvts22GHHZxIVsajskZPO+20qK6rYvElEJQJKYknRspsvfDCC51UjYtExalsRv0JLy8ox40bl9O/b+NloReXnnl4cJP6UDtlYIbjlsNG42YRq2rnY9PnaWJV7ykbWc9N+DwpS1dM9XqSgC5HrGosn0mrZ/Tdd991ZQriB4B5tr78RDh+uWLVs1DJgaOPPto9H/Gr1GemlO8HtIUABCAAgbYjkC9WvcicEWxbTspYbYoprb6lf91nirYcDjXcdBCVxNCoi4vXWI22NsfkUVLdyXjN1yaRFCtpkFBaoNgc4r9QbLvVyO25HLEalgII66dKnHqhGv/oD7fS6PpcGaXTp083lW0q59IvYlUGQJcXpAXFauOaxAOsdH+hUgAFRWXzszl93+at9s0yXyJWYjVHyObVWJVYDeuytmSNSqwm9Vm+WC2QNd30FRbViN0syHgN5+6+tmKiWCUGxr2T+zXGIV7lPM21dw9itfbWrKYj9mIoFIXxzMi0CSbVLfVt1d9u/Ye4Gqnxw6UKAQvjCNtJkoX1Uf17Epf+krCNC7O0DMxCMWQRqxJuyuzVlZS1GtYD9aI4FKvFBKGPLy4lQ0nnpaS2+IflC+LCsbViVQJa5SB0xTMzvTDVOviSCklsQwEbxleqWA3bJ4lVja2MVC/v48+y4vD1f+Nx+gxgZQ97eVtsK3+aWPUxFLu/2DePrGLV15gMt5PH+5aMevnll6MsO4k6STllP4aX6rNOnDjRScdS+/WSLz62tm7/+Mc/jk5P9+8XO+FUQlOiKi4PvShWv14kZxGrGlftJPskZf2l7NdTTjklUZT5A6ckrf0lsSYRGz/xPi0D12f9JtUZjb6Xbb11JJ4lHJMObpIQPvLII3PGLYeNxswqVtVWz45EciGxqjWRxJT4TXue4s9FuWI1LAmgDGTFNnv27MQvJ1+CIZTR5YpVDaAM2HhN3PjApTwzxb4H8D4EIAABCECgsxMoR6yGh1eFYjV+cFVSKQDxlliVBH3qqafszTdbzujIuha6/zvf+Y5ttdVW7pa4WE0qBbAmRawqxn79VIci+UoThV46njB3VKIE7TBi1Un+oNyGppmXuapfXihLVSUCRtnE5vIFEZGcg7qaXvXzT5zn5ME2La8Wa9bVpV0tEECs1sIq1VGMXgxpSkm1PAtNVdl/k56YnChOvSCVED1z3+PsrYVvR7VJJSW33WRrO+eB30Sy1LdPE6t6ffD6A0yHL6lUgC6VCwgPpJL0ix8mFWZ86h7fz7cG7mbb9t8m9cCnJBmq+73YkyQNsxvDzEafjSrh+R/P3Bll4IZiNRSNaqc6rmlX2jb8MJb4PMN4yhWrqonau1vvqBataogevefoqNRAKVI0jC+stVpKHyF/fZ4mVuN1a31dV78uaVmoWpO5ixe47OE05vE1ShKrFz14uTuILa3ubSnfPrKK1VL6TGor0aTLZ4i2tr9auF/SWNmOuuIZpknxS9Cp3lYhRuKoP0mZjLXApBIxSnqqJllne57KfWYqwZw+IAABCEAAAvVMoByx+vHHH7ut/PHDq0oRq5KfL7zwgjuE02/lz8pZ9VX333//KNPUi1X/0R9YJXnrP1+9ZrXLWFWb8PCqrl27ul+Ip19J2Z4t2/MlVm8cNK25pmlaKYDmrGubbDNPb89SALkHS7XMMf1Qq7BSapixqozrliza4P5NWw7E0r1krGZ9imu7HWK1ttev5qL3J7OXc4K5pFh42FE4eZ9J+s1NhphOrJdYVZ1PbffX5Q9d0udqe9G+J7hDrJLKCqhN0hb3LLDj9S7j9yTVBc2SsSpJGmadhpmcEmuPz33BHfKU1lcpmbRpbUOxqnl5oeeZ3j/uGleKoVyx6ks0eMnsD2g6ad+mQ8xKkaJpJQ1K6SM+ZppYDcsshHVSfemKeK1d9RuXrmG8hZ69UKxK1vvSGEmSP8vzGm/TXmK1nNi4J5+AhKr+xA+nghUEIAABCEAAAhCAQHkEyhGr+mX4ypUrc8Vqlwbr0tDF1TxN+hPWV9XnuubPn2+PPPKIk5+lXNtss43tvffeJsGqKy5Ww5qq/hCrUKiGYnXddde19ddfv+jweaUcotrAaQdNdYDDq3xN4JzZNZXJOMQkRCc210U1y6lh3Nw+/yCslkO6wjIZLSU4dCM1Vos+THXQALFaB4vYmaagLc+6koRoKFf/9sGsvDZeqIbbrpPKBkjwvbn4fZOklbzyYi8rZ8lVZdc+886LiaUJ4gcqZRWrcWmrMgQD1tvEnSrvsyKziNVidTyzilXFM+7WM6MsYC8Vb3v27lYdXiXp+ONbz4gyk32GbSlSNBSVIe9S+tB6ZykFoHYhM38wmLJQRwz6uvkM1vD5iUvXUM6qXdoBVKFY/cV+p9rBt5yeWoYg6/MatkOslkOtevcoW1N1WLkgAAEIQAACEIAABCpDoByxumLFClu6dGmrMlZ9OYBXX33VnnnmmcyT0c+Chx12mCnT1Ge6tkasqr8ePXpkHr+SDXOyQJ0EnWMnzDzTwqzRSo5HXxCoFAHEaqVI0k+7EPA1K5OEqMTeJt172wcrl0aySZL0hD3H2PuLF9ptLz+Uqf5qvExAsa3zxSYuAXndkzfbL565zTWNHwqVVazq3ngmpjJ/fbZqXPCFpQDC7NK0zEs/j7BmaNhHPGNV7SUER95wfA7v4QO/bq8tnGVTxv22GJocIRnWq03ayh9KzmI1VsP7vehUMG0lVn29VI2h5+dX+53u6tCm1Q+OH1oVB5W2RvFSAGlZzEXBpzRArJZLjvsgAAEIQAACEIAABOqBQDliVWUAVA4gpxRAiRmrunfZsmWuFIDqrGYtB9CzZ0/bfvvtbciQIZEQbY1YVRkASdqqXLGM0qSs0arExaAQKEIAscojUjMEJPH+9Nw99uBbjxcUpD7jdP9Bu9u4PQ+P5jf9rRk2Y94L9unKpan3+6xXCVodhqUSAhJlB247wvYYuEvB2qQaSJmqug4cOiqPq5dprRGrSaUGwgzUNElb7PR6H2zawVGhlAxlq14P7/H9xOeY9pClZcem1UgtdFBUOMahN4yPMmnD7M9iYlXPmK4BzXV1Q2FaTEiHslTPTN/uvV391Pjl+9S6+fq9ajNr4dvRIVZp4jipxmo411Ail/OFjVgthxr3QAACEIAABCAAAQjUC4FyxKrm/tFHH7lapRKk2vrvP2YtBaB7n3/+eXvllVdcP1kvL3N33nln23333d3YxcSqO8wqocaq7t14442zDk07CECgmQBilUehwxOQuPv1I7+LDmVSwBJPafVR/YT8wVH+73OWLCiasRo/zMpnwYYZsqqB+aOh+ydKVglBXUnlA7wUi8uvLBmroRwMpWNY01PjpvWVVEbg61vukrf2YWZrmEGqhkkZq76DUNzqtdaK1TCO+MFYpz7xRzdsWi3SUPTG2xQTqxp3s/X6R+sXsi4mVgsd6BWC9lnXqokbv9IOKPPtksRqPJN3+vjJkRgu9YsbsVoqMdpDAAIQgAAEIAABCNQTgXLFqkoBqCSAF6mlilXVaX3wwQft888/LwunaqP+8Ic/tD59+kRi1QvanEOrVq924nZN45q8w6vUB2WmysLPTZ2cAGK1kz8AHX36YcagZN3oXQ5w2/p1aI+uYnK1lPlJquoavP4A91EHX53zvVOcpFIm46xFs+25eS9FGbNqf/a+x+dkp0qaPTz3efvTEZdZKC7Dk9vjhxl5WaYxPzn7YevVvVcUtp9/KDnDepxx2RdmL8a3oYcsJWTjMYbbyuN1YBWQF4fxGH2waQdGFVqDpIzVMA5lH4dZn/G6rvH5i81P77rAZasmHRSWJlZ134LPPnCHo1158C+itUur1Zo0J8W2waT93Vtx4e3b+7VL4qs2OtzNl4xImnvY/xtnPxSFEYro+H2lfA0gVkuhRVsIQAACEIAABCAAgXojUK5YXbVqlX3yySc5YlVyda211nLZq/oYStfw8CodKDV9+nR77733MpcAiHNXfzrQdOTIkW4cXT5zNTy8Kvq8WayGB1dtsMEG1SsDUG8PEvPpVAQQq51quWtvsl68/XzXg3IOAZJIUm3RpFqr5c5SMsyfbF+sD2VF3vfyI3bjSw/adn02tSsOOs++tsk2FgounzHrM2X19z+OudS106UszxufvTPasq7XQlkryab+JY99OYKzv/9Td6/GuePNx81LWsVzzgO/yetLJQz8PbpPYlHy0HOThOvTrZf5GP0BX0ftOToHgdbBHwiWJJR9Yz9/tUnKyAw7DUVvEm/Jx5P3OSZHNKudBOaEBy93ZRp0KWYdNKbrT/Nmuo96Xv7le6fk3RuK57Q19hI7nLNvWywT188//rz69f6XR65266mYT9jlwJy10XrHy1xoffRsvfXBbJv0xOSc593XD1bZiXhGchb+SfMvRazecENTmYPx48cnoiz0vn5ovOOOO1K/zI444gj3g+HTTz/t/ujke13+vm9961umP/HrzjvvdC+NGTMm5y0d8qR49Bv4pHjL7Vexacx58+a58Q444ABT7OFv+n3ffk7F5q5+/Hz9/JNApTFQW8U0depUU+aDTnXda6+98uJKhZ/xDTHVGmocXQMHDnRrEmd/5ZVXutfj61VsTcIwXn/9dXv44Ydtxx13tFGj8susaL7vvvtuYuRbbLFFXkwZp0gzCEAAAhCAAAQ6IYFyxapQffrpp6Z6q0nlALxg9XJVQlPtP/zwQ1uwYIH7OVeCtTWXxtDP0AMGDHBb+vv07WNdGro0Zaim/JF81XuqqyqxygUBCJROALFaOjPuaEcCXqxKFB099Ac2bNCutnTlMpc5qsw+vR4eVlVOaL6PrFI1HENC67Zn7zZtT/db1iU5n5/3kn22clnUdNv+2+SVDvBZkvGYB6y3icuSVT9Lv1gevd27W89Iyure5995KcqWVRzKqI1f4T3he5Kaby18O6d5Uoy+gYRsePkYk3j7vpPKIYTt0+avNkllCuJj6X6NFXJer3svx9nXSI3fE59HUvxD+m3thGxa20Kx+Tn5PgrNN7428fX296ovPfPKqE17VvR6/P4sDOP9lSJWp02bZkcffbRdfvnlebJSEvPcc8+12267LVGESRgeeOCBtuuuu7rtSvFr4sSJtsMOO5ik3KWXXuoOA9Dl79M9f//73/O2Ko0e3fQLgbvvvjunS4m38847zxYvXmwvvfSS+4EzvMrpV/LzpptuskMOOcR22mknkyi85ZZbXLcPPPCAiz+MWVu7JBeLzT2M38//29/+dk68mocONtDYkydPjt5TDIceeqh779hjj3XzTIsr6dnP+pp+8B8xYoT17dvXraNEsl4TD42ruP2lAxDOP//8SBb714utSRiLWN93331uvJkzm355El5ad81Zz1P8Ur2xX/7yl1mnRjsIQAACEIAABDo5gdaI1ZUrV7qfvdJqrEq4SrxKpr788stOrIb1UCuB3mfC6qN+dho6dKhttNFGtvbaa7uxJG99lmr4Ub+M7969eyVCoA8IdDoCiNVOt+S1NWHJohPvPL9gZqrfwl9q9mq49f/XB51Xdl1KEZVQu+Ivv7fvDtk78eCq2qJOtJ2VQCliVYyOP/54e/zxx90fLyu9dJN4C6VfyNTLRS8b03iniVW1j0tFvZYmVvW6MiqfeOIJJ4N9Rqgf18eTtV+JOknUUKDqXv0gre1X+sH00Ucfdd3H55p17ro3Pv+QU5K89oIxKS4JKkyHXwAAIABJREFU17lz5yYK6VKfdy8643JbsvTkk0/OEeppYrXYmviYxHS33XazU045xUn2pGcmbd1LnRftIQABCEAAAhCAQGvEquhJlkpeOsHZpcFljOqSdJ09e7YtXLjQ/cyoNhKdbXn5EgS9e/d2WaxbbbWVdevWzaxBdQIsEqySrpKwXBCAQHkEEKvlceOudiag7MGZc190o87/bKHLUty+X9OWemVaTp/1V1caQCex+0t1NsNLW6ffXPy+bdLcRm1P2HNMRUWo4kzKVmxnXAwHgbIIlCpWvfRSpqDPEvVyLymj1AeVVS6miVVJVWUwxjNikwSbRO8uu+zihJzG1T3xrEcfT5Z+NefBgwcnZmFqfsrkvf76623KlCkuk7OtxKrGCqVlMaaeQ1L2aKkPizgra9bL4/D++Nb/JLGaZU18nz6zVc/Tcccd5wR5mBGrdojVUleQ9hCAAAQgAAEIpBForVj98ssvXTkmSc3Va1bbZ0s+s/nz59s777xjeq+tZWravBTPOuusYyqTtNlmm7lEAL2mS7vB9B4XBCBQHgHEanncuKsDEtB2+MdmzbA3P5htry2c5Q6f8vL1jUVv2+LPl9qWfQe41wptF++AUyMkCLQLgVLFqoIKsxT1d2WEXnfddQXrWhaTgH6yaWJVknTSpElu+3cocJMEm7JL1V4y1Qu9uJAN4ynWr5/vk08+GW33L7Q4bSVWfb+etc+iVSZE2qUMY9WDTRKipTxgfl0kaX3t2LT7k8RqljXx/X33u991YlxjevZz5szJKQOBWC1l9WgLAQhAAAIQgEAhAq0Vq+pbv4jXz2RvvfWWff755277f0e6lKG67rrr2pAhQ2zrrbd2kpULAhAonwBitXx23AkBCECgrgiUI1YFwGep6vMwezUNjpeCvg5o2C4UdYXEqn7brnID8WxZ9RXWWB02bJirA+rrbIaizo8bys9i/Rbanp803zSxmlZf9qijjoqkdCgww74liJWxO2jQILv33nudZMwiF0uNvdDDLZ7XXnuta6IM3n333dfV040fLpUkVrOsifqNi3CfLRwX95q7hLGkfnhxcFVdfXtiMhCAAAQgAIF2IVAJsapA9TPaRx991C4xlzuIaq+qXBRXGQT+dqk1fOsCu+TpRjv/m2Xczy11RQCxWlfLyWSqTUD/81Qxcp3C2HPddW3555+7j3Pfecd69uhhPXr2jN7X/8jemTfPNt5oo6id4g/b+j78vHSPxtDr6/bsGd2v9/1Y+qh2b7zxhhtT1xuvv27b77BDNP6gLbeM2n/40Ue2fMUK187Hrb7DS3359xSfPtelcT5fvtzFrNdWLF8ezUefq1/fVjFrrC0HDszpW7Uqx40bF73m56cXfHs/F/HzY4Tz93PQvDyLkJWYJF1aKzHy8/dc1DZcN8WstfIf1d6PpdiUDak5+HE0di1e5YpVX1dVcw7rraYxKHSAkz+4SvcWEqs6CMpnMPoDtOJy0R+wFR5YlZT1GJefhfotVU6midUkqaw5a176E87fH17lD62SyFQtU0loSVVd7S1WNabW/eGHH7annnrKrbvikzD2sldt4mI165ro3jCz1T9Lqu+q9QyzbtMOr+Lgqlr8LkTMEIAABCAAgeoSqJRY1eGr999/f4fLVvV0lbV68MEHu5/VyrkW/udoG3D0PbFbL7GnGs+3pp9k6+h67zYbvcUcOzua20K77YhTzK68247OPRO3jibNVEohgFgthRZtIVCEgP5H/NGiRbboww9t3xEj7G4d5vLTn9o7c+faczNnWr+NN7Z9Royw6/7wB3d6tj9F+/f/9m92yj//sz32xBMuC02HzOg64IADnCD112GHHWYaY/vtt3d/zjjtNBs9Zoztsfvu9v9feaXrf3/d8/rrTvItX77c5s2daxdMmODue/211+wHBxzg5K7eVx/6fOrUqXbMMcfYzTffbN9W5tkBB0RjTps61X2+6KOPnERVttlDU6faDjvuaIrn+uuui15TO81b/UlYKh6xUFvJRvG4ujnLzQ9wycSJLj5/SWDOfP55F7vGU01FP74+aj6jDz88Z/7KVttx++2d4JRw1X0nnXyym7ME6WtvvOG46nruuedsjz32cJ9r/orz4alTbaN+/Rx3385/rvXUmmmL+EUXXmh33X23G8tLVL2vexXv66+/7voWl1q8yhWrmmsWseeZVKIUgJeP4QFaZ5xxhhvCZ6zqPWV2Jl1exuq9pHjS+vXSNZS18f6VWemFZ6VLAfjx41mbEo46nCtePzaMrVCb8AAvf4/+QVDK5Q/UOu2006IM4bhYzbomGldb0yRrk66wFEMpz14p86EtBCAAAQhAAAKdj0ClxKrIqa6qfqncES/tMtqyOSml1Pienthge114mP3p3Vyx6F5/5U+24I6jrX+pndZU+4W28L3+1h+pWlOr1pbBIlbbki59dzoCXqwuW7HCCcsVy5bZsD33dKJvzrx5Trp5Yag2r732mn1jjz1Mn8+bM8c27tfPCU6JRUlQCURJSi/7QrEquBK0PXr1sssuu8xemDnTCURlTnr5qnElbyUzlRkq8XfhBRfYc88/7zJflXUpEXn3XXe5cX918cXWq0cP117CU69JOqpP3SOBqc/1nherXoyq/5nPPuvmMGfuXBs8aJATq7okHjWfDxctckL568OGRc9GXKzqDX84jZ+34tQ81LcucQnn72Wm+tLYuiTOJJo0rjJMvUwV/8cee8x++MMfunaSq5LXw3bf3YllzUuX7jv5n//ZSXHJqmeee8523HFHl4Er4a2+JVUlmnVJNg8cNMj1feONN9bks1+LYjU8QMtDl1j128Yl+eLb0yXJw8OXksRqWr9+e3paHVl9je2zzz5RndlKi1XN0W/DD+ViFuGrZ1Vb9uOHP6lPzVffj8LLy+vwNT+feJ1a3yYuOUOxWsqa+MxWcd5889yfWseOHeu+D/nyDojVmvx2Q9AQgAAEIACBDkmgkmJVE/zHP/7R6vr2lQal0lhbbbVVWd02ZapanlR1nWl7/JWDm8Rq81b5cJCWbfNP26UN023k02Z7NW+nH/k/DTb9+0+ZfWsvu+Dip6xxgtmlDXvZBUEHhe4Pt+PHs2lb7lOm6QD7yZ1Bp2O8CI6/F2Tfhhmr7vOfWJire9htC+zuHzepZMnlaB56Ieq/LNzcVCMEEKs1slCEWRsEJNvefP11Jyv7bbSRkxj/9u//boePHm1z581z7ymTUhKyZ8+eLrNRMlBZnpKgWw4a5ESqtrvrNQk9iTyftenr9Hg5e9jhh9vzzz1nu++xh7tHY2hM9aUxdEmmKBPWC0D1KTH45OOPu/clKO665x43xg477BD157ezK4NUwlHSUG00h+122CGqGSTpqT591qbmpSuecaoMzwNGjbKp06blZHQmiVVxlOCVcB40cKCTu/pcmaLKnNWlOSp2tZXw9e+L10Ybb+xY+HZhaQP19/gTT7i5iKfmqTnpfq2TxtIltpq3K4HQvFb6QcvPSzzVr+eorFZlv6rvsLRBbTy5TVHWolhV3F7C6XNtm5dY9dmT8YOOwvZeTKZl0Cb1q/t9Tc/p06fnHKKk93ymqz9Uqy3EqgTlyJEj3UED4ZZ4PZN6LdyK758/ZavqlxOFMm2zPqvKJE2qpevjCuVtKFZLWZNCB23FD+pCrGZdOdpBAAIQgAAEIFCMQKXFqsZT5qp+Zqv2IVba/i+pWm6mqubipOW9owtnpTbLx6+H9UedaH2hWchKrHqB2lQ4oCkLNpSZC23h5v1bMl9ztuPn3x+tq2t3t4322bTBuIOnxDNqm2Xqzk/Zgm0m5cwrJ/s2GnukTW/Yy14IRKrF5po7j5b+GyfUXYGEYl9Knep9xGqnWm4mC4GORyBeY7XjRdh5IqpVseqFprb9e7EqyTh06FCbPHly4gJKDh5yyCEue7NQaQK/dd33q858Tdm+ffu6WqfKZJZUvP76613GcpjNWmqNVfXvD/AqVM/V93v++eebpKkuZcsedNBBprjOPfdcl+mZFldrnmqfHSsmOmxL44iJ5q0SGmGd3VCsZl0TzWeXXXZxWefjx4/PCzWeFYxYbc1qci8EIAABCEAAAiGBthCr6l8lltyOtyodaKVkEv3yu9yaqp5RdrEayE33A3QoPCVGJ9ngoJSAhOSkbVoyP6M1ycl89eUH8u9vWcP095z0NGXDtkjO6LXvT2/Jto1/SeSI1dy4zZokrzVL5Pg8HK+3z84Zk6+4+iOAWK2/NWVGEIAABMoi0Bqx6rdl+4+FApAYmzBhgoUHVSW1l8C7/fbbo5qphe6TQDzuuONMBxZJxqne6kknnZRXBsCPI2n56quvOvGatd9wbhpPf9cPyMqK1SVRe+KJJ0aHT3nZGc7Vj1WIj+cSn3/8Hs1hxowZNmXKlChzNh5Xnz59bMSIEXlxlfWABDdJ7Op58TVsNY7mLykabt2X9JR8VVmBrGty5JFHOkl99dVX55UB8CFIeO+0005uvFKevdbOm/shAAEIQAACEKhvAm0lVj01/Qyln0Hb89LPTEklnsqJoaBYdRLU7Kl3B9uk2Hb5prHSxWiikNThWK4sgERoKEwLiVWNE9vW39xHUzZpwqz9GLFt/lEJAcRqOY9Kp7oHsdqplpvJQgACEEgn0BqxClcIQAACEIAABCAAAQjUOoG2Fqvi8/7779vzzz9vCxcubFNc/fv3t91339023XTTio1TtMZqJFZjGas5ERTPWM3LYC2S8Zo+wSbJOudnjaY6rvGM1dT78uqqzrGzG1UKgIzVij1MddQRYrWOFpOpQAACEGgNAcRqa+hxLwQgAAEIQAACEIBArRNoD7HqGelgKx0eWmnBKqGqUlXlHlBVbA2bMj999mlL66i+aHPGqgW1SHMzXbOJ1b1e8QdL+RqsxUsBNInfr9tTjeeb2/Af1EB1YjWs4xpt419gg68cYD/ZuaVMQE4/JdZYDUsaUAqg2NNUH+8jVutjHZkFBCAAgVYTQKy2GiEdQAACEIAABCAAAQjUMIH2FKse06JFi2z27NmuVv2yZcvKoterVy8bNGiQ6RyBfv36ldVHKTc1icd7YrcEsjWnNqqZjWmRpLnb+pu6yK+xmrud/5Knm+WnqZ/BdmNe5mhc8Lb8/bBI8MZKBJhZtN2/WbJeEN0WzCUve/UnFs68pf/8eSBWS3mqarctYrV2147IIQABCFSUAGK1ojjpDAIQgAAEIAABCECgxghUQ6yGiHTI1QcffOAOu1q8eLETrStXrrSvvvrKNVt77bWte/fuJpGqGvc6jGqTTTZp9aFUNbZMhAuBDkUAsdqhloNgIAABCFSPAGK1euwZGQIQgAAEIAABCECg+gSqLVarT4AIIACBUgkgVkslRnsIQAACEIAABCAAAQhAAAIQgAAE6o4AYrXulpQJQaDNCSBW2xwxA0AAAhCAAAQgAAEIQAACEIAABCDQ0QkgVjv6ChEfBDoeAcRqx1sTIoIABCAAAQhAAAIQgAAEIAABCECgnQkgVtsZOMNBoA4IIFbrYBGZAgQgAAEIQAACEIAABCAAAQhAAAIQgAAEINC+BBCr7cub0SAAAQhAAAIQgAAEIAABCEAAAhCAAAQgAIE6IIBYrYNFZAoQgAAEIAABCEAAAhCAAAQgAAEIQAACEIBA+xJArLYvb0aDAAQgAAEIQAACEIAABCAAAQhAAAIQgAAE6oAAYrUOFpEpQAACEIAABCAAAQhAAAIQgAAEIAABCEAAAu1LoGHFgz9ubN8hGQ0CEIAABCAAAQhAoO4INJhZ9FOl/lLgKvJ27p3FGzcUb2JmmRq1DJ3aXJPsUmqITe1zGFXoCYjiLDw/Mcr+Q39sfmmhZkWatV3Wh0YTydpnYrvkm7M9R/EgswZSZL1dNxn6ytDE9VMCo5LmXfYzrBtTgs80p2x4Sv6qKmnyxdYw60Sa+ynIMugra7clPOtZOeV2WaHv61mf9aJB+oe8IdOXTtHuYt+gS/uemfH7Qta1jLor+YaEaSb8P6s4jPwWFftaqcScMn6/LGeeZd2j/2dm/z9s8hAdiUu9xVLC/xDLWn+zhiWXtfoJKHNoboMABCAAAQhAAAIQqBsCpfwcXkrbDIBK+vde1rGztivl33el9Jlh3q5Jxj4bsv67L2s7jZ2pbUOeh846tdx2wUSzeoLUdgniuNHMMSp25fWZcQGK9ese4gx9ZWgS9ZOprVnhr59YJxn7TLAy6Q9M1j6jdkUevKz9iXjmL4xiC6jO1srQKGiSGmfsIcs6n7x26iclpox9Vl2sFo2z+eumaLssSxObbabvb2mPdUpAWfuMwq3IxPJ/GZgFR7xNlw4USyn/8ys410rNSV9n9SRWKzGfzD8kFHkas/yPudgDnfWHhmL9pL/f8NmkVj8B5Y/OnRCAAAQgAAEIQAACtU+gFNmU+edb37DwP3waG826FP25u7mvrGMXbBeTFa3qM+vNKY9IdHvhfrIxav53YZcCMiYMI1PojWaNXSogVmODZRrbzyfOLnl+pTHyfWYNpMiXeDR4kX/kZxqutGe98LzL5J433ZSv5Uzzae4s47Pu/mVb9PtBU5+NjY3Wpfg3j2zfnx3IEsRq0e8xzZPIOp/Edilfyxn7zG1W5KaMfTatT4bGGZo0iawuZo2V+OVNbLaZ/r9S6HtM8i9vsj6bzU9o9oe54FOa8Xt6oT4yf4Ms9uVSgViidPzWStFMD1mxCTU/BCV87Sf2WMlYMn4DTJ1ZJdbIfYetwPNbiT4qFUvhR6Gh8SrEaoavFppAAAIQgAAEIAABCBQiUMq/cUppm4V6Kf1lzRgq+G+T4M1Sfu5PjLOU4BNgRLcX6SfrMK5dxmyVTH12MWsQpNZeZZZfyFvvAv9oLOvZyATBmzyzNSksXNpohn8QFx0ueCCLtm1ek4LtYm9m7TNvuZszC+Ovl9Jf1mc96zoqlkpl4TnsGb9uiv47PzaBrIwS2xXIWG1cbWZrSvjCrND3mJLEarHvHc3PVVZGBWdb5rOeOHbKQ1hynBm+JxRdwQqJspK2hhQKqhJzKuWLvFgsxZ6xooDTM8Oz3Bq1KfnhSOm9Ev20Zo3WmK1ZkeV/LhnpVGI+7pt9BbKK00Nu2PW0rSvxJGWEQjMIQAACEIAABCAAAQhkJVCpH6izjhe0a7eh22egzKNkbah/QWRtWwb+/FsqNVhy4CVNp5xQVGpgnbVsnX49rDFNrrYv0BbE5cynImtabieVC7hirqikB6jceZdzXxqr1fZlty1szdp9S5Sr2WPwI3+2pot7sr9qbLAVq/V5dv2wxrrYF9a1nb4ysseVnUK5LSv3jDdF0JHmVi4T7uvoBBob19jaXXrYWhudGsjVjh516+LruXYX66bfH9v4nfkqax1L7oYABCAAAQhAAAIQgAAEaoZAFf75oyG7rW1dt+htjaurMH7NrE0NB9ohlzU5qIbG1baqx9fMuvYzM2WudtSrQ0LtqLCICwJVJrDG1mroYT36n2eNa5ZVOZb2GV5VMtzv1dY+aSe+W7UPc0aBAAQgAAEIQAACEIAABDohAVfPs9va1m2z3unlADohF6ZcJQKNX9kX625jq7tubA0llQOoUrwMCwEIdHgCjY2rrWuXntZjk3M6jVj1i4JY7fCPJwFCAAIQgAAEIAABCEAAArVMALFay6tXh7EjVutwUZkSBKpLALFaXf6MDgEIQAACEIAABCAAAQhAoG4JIFbrdmlrc2KI1dpcN6KGQAcmgFjtwItDaBCAAAQgAAEIQAACEIAABGqZAGK1llevDmNHrNbhojIlCFSXAGK1uvwZHQIQgAAEIAABCEAAAhCAQN0SQKzW7dLW5sQQq7W5bkQNgQ5MALHagReH0CAAAQhAAAIQgAAEIAABCNQyAcRqLa9eHcaOWK3DRWVKEKguAcRqdfkzOgQgAAEIQAACEIAABCAAgbolgFit26WtzYkhVmtz3YgaAh2YAGK1Ay8OoUEAAhCAAAQgAAEIQAACEKhlAojVWl69OowdsVqHi8qUIFBdAojV6vJndAhAAAIQgAAEIAABCEAAAnVLALFat0tbmxNDrNbmuhE1BDowAcRqB14cQoMABCAAAQhAAAIQgAAEIFDLBBCrtbx6dRg7YrUOF5UpQaC6BBCr1eXP6BCAAAQgAAEIQAACEIAABOqWAGK1bpe2NieGWK3NdSNqCHRgAojVDrw4hAYBCEAAAhCAAAQgAAEIQKCWCSBWa3n16jB2xGodLipTgkB1CSBWq8uf0SEAAQhAAAIQgAAEIAABCNQtAcRq3S5tbU4MsVqb60bUEOjABBCrHXhxCA0CEIAABCAAAQhAAAIQgEAtE0Cs1vLq1WHsiNU6XFSmBIHqEujUYvWTTz5prC5+RocABCAAAQhAAAIQgAAEIAABCEAAAhCAAAQgUFsEGhCrtbVgRAsBCEAAAhCAAAQgAAEIQAACEIAABCAAAQhUnwBitfprQAQQgAAEIAABCEAAAhCAAAQgAAEIQAACEIBAjRFArNbYghEuBCAAAQhAAAIQgAAEIAABCEAAAhCAAAQgUH0CiNXqrwERQAACEIAABCAAAQhAAAIQgAAEIAABCEAAAjVGALFaYwtGuBCAAAQgAAEIQAACEIAABCAAAQhAAAIQgED1CSBWq78GRAABCEAAAhCAAAQgAAEIQAACEIAABCAAAQjUGAHEao0tGOFCAAIQgAAEIAABCEAAAhCAAAQgAAEIQAAC1SeAWK3+GhABBCAAAQhAAAIQgAAEIAABCEAAAhCAAAQgUGMEEKs1tmCECwEIQAACEIAABCAAAQhAAAIQgAAEIAABCFSfQEXE6so1n9nnjUvsyzUrrNEaqz8rIoAABCAAAQhAAAIQgAAEIAABCEAAAhCAAAQgEBBosAZbp0sPW7dhfeveZb1Ws2m1WF26ZpHN/niuXfXIvfbYmzPt81VftDooOoAABCAAAQhAAAIQgAAEIAABCEAAAhCAAAQgUEkC63btZiO339PO+P4htvWGg6x3l36t6r5VYlWZqm9+/KYdcs35CNVWLQM3QwACEIAABCAAAQhAAAIQgAAEIAABCEAAAu1BQIL1vtMvte023K5VmautEqufrn7Xzrz9Dzb1lRntMWfGgAAEIAABCEAAAhCAAAQgAAEIQAACEIAABCDQagI/HLqPXXnkydZ3rS3K7qtVYvWDVW/ZnhefSrZq2fi5EQIQgAAEIAABCEAAAhCAAAQgAAEIQAACEGhvAspaffbC39kmXbcte+hWidWFq960oRNOKntwboQABCAAAQhAAAIQgAAEIAABCEAAAhCAAAQgUA0CL0+83vp33a7soRGrZaPjRghAAAIQgAAEIAABCEAAAhCAAAQgAAEIQKBWCSBWa3XliBsCEIAABCAAAQhAAAIQgAAEIAABCEAAAhCoGoGqidU1a9bYotWzKAVQtaVnYAhAAAIQgAAEIAABCEAAAhCAAAQgAAEIQKBcAhKr/dYaYl26dCmri7JLAaxatco+ttmI1bKwcxMEIAABCEAAAhCAAAQgAAEIQAACEIAABCBQTQISqxva1ta1a9eywihLrDY2NtrKlSttydrzEKtlYecmCEAAAhCAAAQgAAEIQAACEIAABCAAAQhAoJoEJFbX/2qgde/e3RoaGkoOpWyxunz5clvW7b02FKub2VnHnmQrb7rI/q3kaXEDBCAAAQhAAAIQgAAEIAABCEAAAhCAAAQgAIF0AhKrvb7Y3Hr27FlPYnUzO+tnd9oVW7xu55w13q7iCYAABCAAAQhAAAIQgAAEIAABCEAAAhCAAAQgUEECVROry5Yts+Xd57dBxmqzVN22t9mKZxCrFXxY6AoCEIAABCAAAQhAAAIQgAAEIAABCEAAAhBoIiCx2nPlZtarV6/2zVhtG7EaSFXNDrHKcw4BCEAAAhCAAAQgAAEIQAACEIAABCAAAQi0AYE6EqsxqYpYbYPHhS4hAAEIQAACEIAABCAAAQhAAAIQgAAEIAABEagTsZogVYP1XfnFF2arPrK5C/9h//vSTXblI8/YXNYfAhCAAAQgAAEIQAACEIAABCAAAQhAAAIQgECZBOpArBaWqklcVn78jP3b7ePtnJfLpMZtEIAABCAAAQhAAAIQgAAEIAABCEAAAhCAQKcmUONitXSpGq32qvl2750n2BGPz+/UDwCThwAEIAABCEAAAhCAAAQgAAEIQAACEIAABEonUONi1cyG/speOekw265r6ZO3L16yyy4ZaxcuKuPeIrdc/6tX7Lj+ZrbwHut60UU5rc/62VN2xba92+hwrV/ZK/9+mG2XMG45s3TzsPw5lNMX90AAAhCAAAQgAAEIQAACEIAABCAAAQhAoF4I1L5Y1Uq0Qq4ufPUi2+Laeyq+npFYXfGMnXPWeLsqGKHQewUDOfY+W7WX2ZT/7xA7KaWh+j50ySTb+MqbKjInxGpFMNIJBCAAAQhAAAIQgAAEIAABCEAAAhCAQJ0RqA+xmiZXV7xkV/35v23lNrvaoB4b2m5b7WDb9e2du4QJ4rMSa+yE5HpLbXEPs7/fuZft9xffqzJKv2/9V/S2PpYvXVsnVo+1s753k10VjdX6mSBWW8+QHiAAAQhAAAIQgAAEIAABCEAAAhCAAATqj0D9iNUkuZogTQftcbZdP/oo+07fbs2rOd/+c8L+dkyFywE0idV/2Ju2lfV/N8ggbc46fXPhVrbdejGx6t7bKucpe/OpnW3nm8yi8gHu3aX2v3fuZXP3adqmP8UOs+P6N722n91gH47ZIZK5ufe13NskepvKBljzGE0D576WJ1YLxFh/Xx7MCAIQgAAEIAABCEAAAhCAAAQgAAEIQAACyQTqS6zG5WpaNmq/H9v9P/uFHdA3Lhor95g0idVnbMq7O9hxW7welQPwotLJ0FCsfi9XiCqSJin6YcvW/1gpAF9SwMtXF33Qz9Shut+ahGtzFmtunyWK1Sx07fmlAAAgAElEQVQxVg4hPUEAAhCAAAQgAAEIQAACEIAABCAAAQhAoMMSqD+xGsrVVQW22u/1B3v32H2sv823e3+7vx3xRmXXyIvVc/7b7BdjNrZ7XV3UY+2Rq862AS/ubE9v1SRe4/VXc6KIi8wksRrvIy5WA6nr+s7po0SxmoQoQbZWliS9QQACEIAABCAAAQhAAAIQgAAEIAABCECg4xGoT7Hq5erRm9nk83IPjmpZgibJ+Z3ub9hV/3yEnVPhtYnE6llP2gHNMnXn+cpKbZKs1pzRGherBbfuJ4lVu8e6XnRRS/TFxGrOPMsTq4XLC1QYJN1BAAIQgAAEIAABCEAAAhCAAAQgAAEIQKADEqhfsSrY/TazQYvm29xE8M1i9bN77GsXXZTSpvwVaxGr4217SVS7x85Z8n27ojmD1L0WZJu2yMp/tGz9z5Kx2o5iNVOM5SPjTghAAAIQgAAEIAABCEAAAhCAAAQgAAEI1AyB+harBZehSaz2fWZ/2+P2+RVfsFCsXqVM010/tP/97Bu225Kmg6xy3jfL+7sLqC3EarFSAG7Mb9jC5gOtwsOr4jEnxlhxknQIAQhAAAIQgAAEIAABCEAAAhCAAAQgAIGOR6DzitV+l9v//XxD+8NZaaUCWrdYuRKyacv9drY0OkgqUaz2D7JVLf+e3PqozTK2WMZqhsOrtlvYUk4gfiBWnlgtFmPrsHE3BCAAAQhAAAIQgAAEIAABCEAAAhCAAARqgkCnFauDjr3D7lxxlu1xZ+WzVbXyueK0uexAjxZxmpT96aVm05OjtvfYINWB7eGFbK5snbtPU4mBtBqr+/3FrGg91OYM1T7Nj+ubT02yBbs2HbC180358rZ4jDXx3BMkBCAAAQhAAAIQgAAEIAABCEAAAhCAAARaRaCTitVv2M8P3s7+8/6bKl5btVWrwc0QgAAEIAABCEAAAhCAAAQgAAEIQAACEIBATRDonGK14KFWNbFuBAkBCEAAAhCAAAQgAAEIQAACEIAABCAAAQhUkUDnFKtVBM7QEIAABCAAAQhAAAIQgAAEIAABCEAAAhCAQO0TQKzW/hoyAwhAAAIQgAAEIAABCEAAAhCAAAQgAAEIQKCdCSBW2xk4w0EAAhCAAAQgAAEIQAACEIAABCAAAQhAAAK1TwCxWvtryAwgAAEIQAACEIAABCAAAQhAAAIQgAAEIACBdiaAWG1n4AwHAQhAAAIQgAAEIAABCEAAAhCAAAQgAAEI1D4BxGrtryEzgAAEIAABCEAAAhCAAAQgAAEIQAACEIAABNqZAGK1nYEzHAQgAAEIQAACEIAABCAAAQhAAAIQgAAEIFD7BBCrtb+GzAACEIAABCAAAQhAAAIQgAAEIAABCEAAAhBoZwKI1XYGznAQgAAEIAABCEAAAhCAAAQgAAEIQAACEIBA7RNArNb+GjIDCEAAAhCAAAQgAAEIQAACEIAABCAAAQhAoJ0JIFbbGTjDQQACEIAABCAAAQhAAAIQgAAEIAABCEAAArVPoOpitfYRMgMIQAACEIAABCAAAQhAAAIQgAAEIAABCECgMxLouXIz69WrlzU0NJQ8/YZPPvmksdS7GhsbbdmyZba8+3zbvt+3Sr2d9hCAAAQgAAEIQAACEIAABCAAAQhAAAIQgAAEqkrgjUVPG2K1qkvA4BCAAAQgAAEIQAACEIAABCAAAQhAAAIQgECtEUCs1tqKES8EIAABCEAAAhCAAAQgAAEIQAACEIAABCBQdQKI1aovAQFAAAIQgAAEIAABCEAAAhCAAAQgAAEIQAACtUYAsVprK0a8EIAABCAAAQhAAAIQgAAEIAABCEAAAhCAQNUJIFarvgQEAAEIQAACEIAABCAAAQhAAAIQgAAEIAABCNQaAcRqra0Y8UIAAhCAAAQgAAEIQAACEIAABCAAAQhAAAJVJ4BYrfoSEAAEIAABCEAAAhCAAAQgAAEIQAACEIAABCBQawQQq7W2YsQLAQhAAAIQgAAEIAABCEAAAhCAAAQgAAEIVJ0AYrXqS0AAEIAABCAAAQhAAAIQgAAEIAABCEAAAhCAQK0RQKzW2ooRLwQgAAEIQAACEIAABCAAAQhAAAIQgAAEIFB1AojVqi8BAUAAAhCAAAQgAAEIQAACEIAABCAAAQhAAAK1RgCxWmsrRrwQgAAEIAABCEAAAhCAAAQgAAEIQAACEIBA1QkgVqu+BAQAAQhAAAIQgAAEIAABCEAAAhCAAAQgAAEI1BoBxGqtrRjxQgACEIAABCAAAQhAAAIQgAAEIAABCEAAAlUngFit+hIQAAQgAAEIQAACEIAABCAAAQhAAAIQgAAEIFBrBBCrtbZixAsBCEAAAhCAAAQgAAEIQAACEIAABCAAAQhUnQBitepLQAAQgAAEIAABCEAAAhCAAAQgAAEIQAACEIBArRFArNbaihEvBCAAAQhAAAIQgAAEIAABCEAAAhCAAAQgUHUCiNWqLwEBQAACEIAABCAAAQhAAAIQgAAEIAABCEAAArVGALFaaytGvBCAAAQgAAEIQAACEIAABCAAAQhAAAIQgEDVCSBWq74EBAABCEAAAhCAAAQgAAEIQAACEIAABCAAAQjUGgHEaq2tGPFCAAIQgAAEIAABCEAAAhCAAAQgAAEIQAACVSeAWK36EhAABCAAAQhAAAIQgAAEIAABCEAAAhCAAAQgUGsEEKu1tmLECwEIQAACEIAABCAAAQhAAAIQgAAEIAABCFSdAGK16ktAABCAAAQgAAEIQAACEIAABCAAAQhAAAIQgECtEUCs1tqKES8EIAABCEAAAhCAAAQgAAEIQAACEIAABCBQdQKI1aovAQFAAAIQgAAEIAABCEAAAhCAAAQgAAEIQAACtUYAsVprK0a8EIAABCAAAQhAAAIQgAAEIAABCEAAAhCAQNUJIFarvgQEAAEIQAACEIAABCAAAQhAAAIQgAAEIAABCNQaAcRqra0Y8UIAAhCAAAQgAAEIQAACEIAABCAAAQhAAAJVJ4BYrfoSEAAEIAABCEAAAhCAAAQgAAEIQAACEIAABCBQawQQq7W2YsQLAQhAAAIQgAAEIAABCEAAAhCAAAQgAAEIVJ0AYrXqS0AAEIAABCAAAQhAAAIQgAAEIAABCEAAAhCAQK0RQKzW2ooRLwQgAAEIQAACEIAABCAAAQhAAAIQgAAEIFB1AojVqi8BAWQhsHr1avvyyy9tzZo1WZp3yDYrVqywL774wjbffPMOGR9BQQACEIAABCAAAQhAAAIQgAAEIAABCGQngFjNzoqWVSIgGblq1aoqjV65YZcvX27z58+3Pn362FZbbVW5jukJAhCAAAQgAAEIQAACEIAABCAAAQhAoN0JIFbbHTkDlkJAWar6Uw+XxOp7771njY2NtsEGGyBX62FRmQMEIAABCEAAAhCAAAQgAAEIQAACnZYAYrXTLn3Hn7i2/ytbtZa3/4eUvVjVfBoaGpCrHf8RJEIIQAACEIAABCAAAQhAAAIQgAAEIJBKALHKw9FhCdRTtqogh2JVf0eudthHj8AgAAEIQAACEIAABCAAAQhAAAIQgEBRAojVoohoUC0C9VJb1fOLi1XkarWeLMaFAAQgAAEIQAACEIAABCAAAQhAAAKtJ4BYbT1DeqgwAWWqfv7559alSxeX1VkvV5JYRa7Wy+oyDwhAAAIQgAAEIAABCEAAAhCAAAQ6GwHEamdb8Q48348//tjmz5/v6qrqGjBggPXp06cDR1xaaGliFblaGkdaQwACEIAABCAAAQhAAAIQgAAEIACBjkAAsdoRVoEYnFBduHBhzkFVnUmsIlf5IoAABCAAAQhAAAIQgAAEIAABCEAAArVFALFaW+tVl9F++umnNnfuXPvqq69y5lfvYnWttdZy5Q4aGxtt9erV7iMHWtXlI86kIAABCEAAAhCAAAQgAAEIQAACEKhDAojVOlzUWpvSrFmzbMmSJXlh17NY7dq1q0ms+ktSVWJZghW5WmtPMPFCAAIQgAAEIAABCEAAAhCAAAQg0BkJIFY746p3oDnrkCqJVR1YFb/qVaxKnK699tp5B3NJrq5atcqVQ0CudqCHlFAgAAEIQAACEIAABCAAAQhAAAIQgEACAcQqj0VVCShTdfbs2S5Ts7OIVW3/l1hNuiRVJVcpC1DVx5LBIQABCEAAAhCAAAQgAAEIQAACEIBAUQKI1aKIaNCWBBCr+XSRq235xNE3BCAAAQhAAAIQgAAEIAABCEAAAhCoDAHEamU40kuZBDqjWFU2qmqsKnM17ZJc9eURKAtQ5sPFbRCAAAQgAAEIQAACEIAABCAAAQhAoA0JIFbbEC5dFydQCbG6Yvly0x8Jy7a4Grp0sZ49e9q6PXq0qvvly5fbe++952qoSqpKrkqapl0qj6CyALqQq61Cz80QgAAEIAABCEAAAhCAAAQgAAEIQKDiBBCrFUdKh6UQaK1Y/eSjj0wHYLXHJbG6wYYblj1UKFbVSTG5KlH81VdfRfVnkatlo+dGCEAAAhCAAAQgAAEIQAACEIAABCBQcQKI1YojpcNSCLRGrK5cudI+/fhjlwHaHpdEaN8NN7Tu3buXNZyyT995551oi786WWuttdxBVmmZqxKr+uMv5GpZ6LkJAhCAAAQgAAEIQAACEIAABCAAAQhUnABiteJI6bAUAq0Rq8uWLrXPlixpsxIA8XlIaq63/vrWq3fvUqaY0/aDDz6wTz75JOc1iVX9iV/xjFXkatnYuRECEIAABCAAAQhAAAIQgAAEIAABCFScAGK14kjpsBQCrRGr1chYVSmAbmVmrIqLsk9VZzVevkD1VpW9Gl5hjdUkybvBBhvYVlttVQpu2kIAAhCAAAQgAAEIQAACEIAABCAAAQhUiABitUIg6aY8Aq0Rqxpxyaef2rJly8obvMS7evXqZev37VviXfnNVRLg/ffftxUrVuS8qaxVlRvQpfIGYQmApEEpC9DqpaADCEAAAhCAAAQgAAEIQAACEIAABCBQNgHEatnouLESBForVhXD5ytWmA6GamyjWqsNXbpYz549TYdXVfL67LPPbPHixfbFF1+UXSdWcnWjjTayLbfcsmhojWL0xRdmDQ3W0Lu3NSSUHyjaCQ0gAAEIQAACEIAABCAAAQhAAAIQgAAEHAHEKg9CVQlUQqxWdQIdYHCVEFh33XWTI2lstC9fesmWTp5sqxcsiNo0dO1q3b75Tes1bpx1qUAWbgfAQAj/r717jZHzOu8D/sxeucvLLrmkqBssKbIZRUrTNBbiKo5ZVDGQwh+SEM2HFLHdQOaXFmguHxLDQa0PclLUQNvEAfqhAK3ClhonSGJWRRpUgOu2dJQ0gYImTuQ49IWyY8uKyCWXd+51ind23rntzO6cnVnO7TeAYYl85n3P+Z1nKeDP856XAAECBAgQIECAAAECBAgQIHBXBQSrd5XbzRoFBKud90TLYLVYjFu///tx8zOfieLqatMbjS0sxPwv/mJMPPpo5wNxBQIECBAgQIAAAQIECBAgQIDACAkIVkdosftxqoLVzlelabBaLMbNs2fj5m//dnZg67Y3Gb/vvph/9tkYP3q088G4AgECBAgQIECAAAECBAgQIEBgRAQEqyOy0P06TcFq5yuzJVjd2Iibv/u7pf9FsdjWDWZ/4ifiwE//dFu1iggQIECAAAECBAgQIECAAAECBJyxqgd6LCBY7XwB6oLVXYSq2QgmH3ss5n/5l6PQ6qzWzofpCgQIECBAgAABAgQIECBAgACBoRKwY3WolnPwJiNY7XzN8mB1bX0jvnHxWky9ci6mf++3Ilqcq9rsjtkxAId/9Vdj7MiRzgfkCgQIECBAgAABAgQIECBAgACBERAQrI7AIvfzFAWrna9OFqxOTk3H65eux/H946XH/5f+zysx/ZufbjtcFax2vg6uQIAAAQIECBAgQIAAAQIECIyWgGB1tNa772YrWO3CkoyNx/+6cCv+3rGJODo7XrpgMTFcnXz88Zj/yEeisG9fFwbkEgQIECBAgAABAgQIECBAgACB4RcQrA7/Gvf1DLsRrG6sr8dqwmPvySCFQkxNTUWhUEj+6l5/Yb0Y8eIXr8X/+Or1+PvH98XpH5hPD1cLhTjwMz8Ts+97314P1/UJECBAgAABAgQIECBAgAABAkMjIFgdmqUczIl0GqzevHEjrl29GhsbG3sKMDY2Fofm5mL/gQN7ep+Ui2eh6gt/cTVe/tqN7On/0uf7760PV7Nfu3Luj2P6xf/c8liA0m7VX/qlKOzfn3J7tQQIECBAgAABAgQIECBAgACBkRYQrI708vd+8p0Eq6srK7F46VKsr6/flYlkZ5kuHD0ak1NTd+V+292kWaia16eEqxMPPBBzH/lIjB8/3vM5GQABAgQIECBAgAABAgQIECBAYJAEBKuDtFpDONZOgtUb16+Xdqtm54nejU92FEC2a/XAwYN343Yt77FdqLptuPqFbOfqpyJWlktlQtWeLqObEyBAgAABAgQIECBAgAABAgMuIFgd8AUc9OF3Eqzeunkzlq5cuavB6uEjR2JmdrZn7O2Equ2EqxPHjtqp2rNVdGMCBAgQIECAAAECBAgQIEBgGAQEq8OwigM8h06C1exc1cWLF2NlZeWuCGQvsFo4diyy81Z78UkJVbcLVxf/8stx33e9LaaO39OLabgnAQIECBAgQIAAAQIECBAgQGAoBASrQ7GMgzuJToLVbNbra2uxtLQUK8ubj7fv1Wdqejrm5+djfGJir26x7XV3E6o2C1dvrxZjY2wijs/N9GQebkqAAAECBAgQIECAAAECBAgQGBYBweqwrOSAzqPTYHVAp5007E5C1dpw9f3fNxeH908LVZP0FRMgQIAAAQIECBAgQIAAAQIEmgsIVnVGTwUEq9vzdyNUze5w/MBkPPsjD8RDh6d7ut5uToAAAQIECBAgQIAAAQIECBAYFgHB6rCs5IDOQ7DaeuGahaqFyfEYPzgThfGxKK6sxfr127Gxvh6FQutzX4WqA/rDYdgECBAgQIAAAQIECBAgQIBAXwsIVvt6eYZ/cILV5mvcLFQdm56MibnZiLFC+UvFWLt1K9aX7kRhbLzphYSqw/8zZIYECBAgQIAAAQIECBAgQIBAbwQEq71xd9eygGB1ayu0G6quryzHxspyxEohiisbWy4kVPVjRoAAAQIECBAgQIAAAQIECBDYOwHB6t7ZunIbAoLVeqTkUDX7+upYFJfX6y4kVG2j+ZQQIECAAAECBAgQIECAAAECBDoQEKx2gOernQsIVquGuwpVixHFlSxcLVYuJFTtvC9dgQABAgQIECBAgAABAgQIECCwk4BgdSchv7+nAoLVTd5dhaoRsXF7JYrLEWMTk6XrCFX3tF1dnAABAgQIECBAgAABAgQIECBQERCsaoaeCghWOwhV76zG2rXbMT61rxSsClV72spuToAAAQIECBAgQIAAAQIECIyYgGB1xBa836bbabC6troaV65cidWVlSgWq4/D99s8W41noxjx0jcL8cqbhchHPzY9GRNzsxFjhfLXilF5UVX5VzbKoWoUizE+PRP3zc/Gsz/yQDx0eHpQpm6cBAgQIECAAAECBAgQIECAAIGBFhCsDvTyDf7gOwlWN9bX49LFi7G6ujqQEN0IVbOJ33vkYDz3Tx4Rqg5kFxg0AQIECBAgQIAAAQIECBAgMKgCgtVBXbkhGXcnweqtmzdj6cqVkd2pmrXA4Zmx+NfvfSi+921Hh6QjTIMAAQIECBAgQIAAAQIECBAgMBgCgtXBWKehHWUnwerNGzfi6tLSwAWr3dqpmoWqv/DUkXjs/iMxNzc3tD1iYgQIECBAgAABAgQIECBAgACBfhQQrPbjqozQmDoJVrMjABYvXYr1tbWBEet2qPrAwck4ePCgYHVgOsBACRAgQIAAAQIECBAgQIAAgWEREKwOy0oO6Dw6CVazKd++fTuuXrkS6+vrfS/QNFSdmojx+f1RaPNFVdkk852qWaiafQSrfb/0BkiAAAECBAgQIECAAAECBAgMoYBgdQgXdZCm1Gmwms91ZXm5r48EWC9GfOa1m/G5b9yJYnFz1GNdCFUFq4PU7cZKgAABAgQIECBAgAABAgQIDJOAYHWYVnMA59KtYLWfp56Fqi/8xdV4+Ws3uh6qClb7eeWNjQABAgQIECBAgAABAgQIEBhmAcHqMK/uAMxt2IPVpqHq9GRMzM1GdPD4f+3SOgpgABrdEAkQIECAAAECBAgQIECAAIGhExCsDt2SDtaEhjlYbRaqZmHq5OEDUZgcLy9UMdZXlmNjZbmycBt3VmPt2u3It7c2nqnauMKC1cHqeaMlQIAAAQIECBAgQIAAAQIEhkNAsDoc6ziwsxjWYLVpqBpRClSzYHVzt2rnoWq28ILVgW1/AydAgAABAgQIECBAgAABAgQGWECwOsCLNwxDH8ZgtVWomq1XYXwsJo4ciMJ4oeOdqvn6C1aH4SfBHAgQIECAAAECBAgQIECAAIFBExCsDtqKDdl4hy1Y3S5UzZdu/MB0xFSho8f/a9tAsDpkPxSmQ4AAAQIECBAgQIAAAQIECAyEgGB1IJZpeAc5TMFqy8f/J8YjNopR3NgoPf6/sboSxcJ6jM1MRRQKUVxZjfWbK5VF3ulM1cZuEKwO78+HmREgQIAAAQIECBAgQIAAAQL9KyBY7d+1GYmRDUuw2ixUHZuaiPG52dLj/9mnuLoWyxevxPrt2y3XNjVUzS4kWB2JHxWTJECAAAECBAgQIECAAAECBPpMQLDaZwsyasPpRrB64/r1uJ2FlcViT/g2ihGf/fpGnHtjI/IRjE1PxsTcbPklVaVYtXSm6tr1G7G2dKvpOOemIz702Fgcn81ebBUxNT0dBw8dikJh899bfQSrPVl2NyVAgAABAgQIECBAgAABAgRGXECwOuIN0OvpdxqsLl66FHe22QG61/PLQtWXvlmIV94sVEPVfZMxcWhrqLqxshzFtY1Yu3IjitkXaz6HpiL++Ts24vhM/YizcHXh6FHB6l4vpOsTIECAAAECBAgQIECAAAECBBIFBKuJYMq7K9BJsHr71q24cuVK+ezS7o6rnas1D1WnYmJupnR26uZnc6dqFqqW/m1tPdau3KwLVrNQ9acf3YgH9m+9a7Zb9dD8fMzOzrYckh2r7ayWGgIECBAgQIAAAQIECBAgQIBAdwUEq931dLVEgU6C1ewIgGtXr0axB0cANAtVCxPjMXFkfxTGNs9UbQxVs19Zv7Uc69fvVJS2C1WzoixYzY4D2H/ggGA1sbeUEyBAgAABAgQIECBAgAABAgT2UkCwupe6rr2jQCfB6vKdO3F5cTE2NjZ2vE83C5qFqtn1x2anYuLgbERps2r9TtXsVzburMbatepZsDuFqqVgdWws5ubmYsaO1W4uoWsRIECAAAECBAgQIECAAAECBDoWEKx2TOgCnQh0Eqxm9726tBQ3b9y4a7tWW4Wq9cFqd0LV7Jr7Zmbi8JEj2xI7CqCTDvRdAgQIECBAgAABAgQIECBAgMDuBASru3PzrS4JdBqsZsPIXl61vLy85+FqFqr+zldW4n9/ay2anT5QmBiLicP7Y2N9tXKmaja+xp2q89OFeOZ7p+LBA/mRAc0xp6amtt2pmn9LsNqlZnQZAgQIECBAgAABAgQIECBAgECCgGA1AUtp9wW6Eax2f1Rbr7hejHjhL67Gy1/Ldse2umMxioWNKOwbi8L4WHYaQGzcWYm17EzV8pcOz4zFv3rXkXhobrJrwxasdo3ShQgQIECAAAECBAgQIECAAAECbQsIVtumUrgXAoMQrLYbqm6srsT6ynJLpr0IVbObCVb3ojNdkwABAgQIECBAgAABAgQIECCwvYBgVYf0VKDfg9V+D1UFqz1tXzcnQIAAAQIECBAgQIAAAQIERlhAsDrCi98PU+/nYHUQQlXBaj90sTEQIECAAAECBAgQIECAAAECoyggWB3FVe+jOfdtsFrciJdeeyN+628K256p2qvH/2uX0FEAfdTQhkKAAAECBAgQIECAAAECBAiMjIBgdWSWuj8n2q/B6vjtr8bEG5+Kz178wXjhWz/QBK8Y/RCqZgMTrPZnbxsVAQIECBAgQIAAAQIECBAgMNwCgtXhXt++n12/BquTVz4f0xc/GxuFyfidxacbwtX+CVUFq33f4gZIgAABAgQIECBAgAABAgQIDKmAYHVIF3ZQptWvweq+7zwfE9f+tMS4MTZTE672V6gqWB2UTjdOAgQIECBAgAABAgQIECBAYNgEBKvDtqIDNp9uBKvra2txZ3k5VldWkmZfKBRiamoq9s3MRPbPlU9xI2a/8W9ibPlblV/Kw9VPXXgi1leWW95nfmYs/sWTh+PtR6aiWCzGndu3Y3V1tfTPKZ+JiYnYt29fjE9M7Pg1RwHsSKSAAAECBAgQIECAAAECBAgQINB1AcFq10ldMEWg02D1xvXrce3q1eTgsnaMY+PjMX/4cMzMzJR+OTtfdd+3/1MU1q9Xs9aIuLMyHr/zd++O//Ltf9B0irWhahaoZnPbWF9P4airzcLe2f3749Dc3LbXEKzumtgXCRAgQIAAAQIECBAgQIAAAQK7FhCs7prOF7sh0EmwurK8HIuLix2Fl/kcJicn4+g998TY2FhMXvmfMX3xbERxrfTb2V7T5eX1uL28HsXCVPz+0skt4WptqJp959Jbb5V2qnb6KYyNxdzcXMzMzra8lGC1U2XfJ0CAAAECBAgQIECAAAECBAikCwhW0818o4sCnQSr3ditmk8lC1SPLCzE9L59cfWv/mMcH/vLmBivD1Xz2sZwtTFUzQLVy10KfLNdqwcPHYr9Bw4IVrvYdy5FgAABAgQIECBAgAABAgQIEOhUQLDaqaDvdyTQSbB6+9atuHL5ckfHAOSDHx8fj4WjR2NiYjye/w//Mg7P3Ip/9o/3x/ra5k7VxuIVRdEAACAASURBVE8erv73y++snKma12Rnvi5euhTrHRwDkF8rC1azowCyIwFafexY7agFfZkAAQIECBAgQIAAAQIECBAgsCsBwequ2HypWwKdBKvZGC6+9VZkRwJ0+sl2hGbnrN6++MV47lf+bXz1jeX4yXdPx489tS8mxrZevTg2FatTD8bFgz8R8/MPbinIzn29eeNGp8OK7IiCbCdtdg6sYLVjThcgQIAAAQIECBAgQIAAAQIECHRNQLDaNUoX2o1Ap8Fq9nKopaWlWL5zZze3j2xHaHZ+6dz8fOn7F/7sN+Oj//6zcfP2ehSL6/FPf3g2fvI9szE+MRXFyWOxPvuOWN//vbE+81073i87quDmzZu73lE7PT0dhw4divGJiW3vZcfqjkuhgAABAgQIECBAgAABAgQIECDQdQHBatdJXTBFoNNgNeVe7dS+8l+fi3/3qf8XB2aK8c7vno+nnnwi3v59/yjGD55o5+s9qRGs9oTdTQkQIECAAAECBAgQIECAAIERFxCsjngD9Hr6/RasfvuvXorxmWOxb+HxXtO0fX/BattUCgkQIECAAAECBAgQIECAAAECXRMQrHaN0oV2I9BvwWo2h+Xl5bhz586uH+HfjUMn3xGsdqLnuwQIECBAgAABAgQIECBAgACB3QkIVnfn5ltdEujHYHXQwlXBapea0WUIECBAgAABAgQIECBAgAABAgkCgtUELKXdF9guWD18+HDcc889MTY21v0bt3HFlZWVuH37dl/vXM1sMqeZmZk2ZqSEAAECBAgQIECAAAECBAgQIECgWwKC1W5Jus6uBLYLVrPQ8KGHHop9+/bt6trd+FK/h6tZoDo/Px/j4+PdmK5rECBAgAABAgQIECBAgAABAgQItCkgWG0TStneCGwXrGZ3PHDgQNx3330xMTGxNwNo46r9Gq5OTU3F3NxcTE9PtzELJQQIECBAgAABAgQIECBAgAABAt0UEKx2U9O1kgV2ClazC87Ozsbx48ftXC3rFgqFksWhQ4dicnIy2dwXCBAgQIAAAQIECBAgQIAAAQIEOhcQrHZu6AodCLQTrOaXz4LEbAdrtlOzF+eurq2txfr6egez7eyr2byzQDX7/+x/PgQIECBAgAABAgQIECBAgAABAr0TEKz2zt6dIyIlWB1lsOwM1UcffbT06L8PAQIECBAgQIAAAQIECBAgQIBA7wUEq71fg5EewZ07d+L8+fOxvLw80g47TT47R/XEiRM9PQ5hpzH6fQIECBAgQIAAAQIECBAgQIDAKAkIVkdptft0rl/5yldiaWmpT0fXH8M6cuRIaceqDwECBAgQIECAAAECBAgQIECAQH8ICFb7Yx1GehTXrl2Lr3/967G6ujrSDq0mn52n+o53vKP0Ei8fAgQIECBAgAABAgQIECBAgACB/hAQrPbHOoz8KC5duhR/+7d/G9kLonyqApOTk/HQQw/F4cOHsRAgQIAAAQIECBAgQIAAAQIECPSRgGC1jxZj1Idy69atUrh6/fr1KBaLI80xNjYWBw8ejAcffNBO1ZHuBJMnQIAAAQIECBAgQIAAAQIE+lVAsNqvKzPi47p9+3asrKyMpEL26P/MzMxIzt2kCRAgQIAAAQIECBAgQIAAAQKDIiBYHZSVMk4CBAgQIECAAAECBAgQIECAAAECBPpGQLDaN0thIAQIECBAgAABAgQIECBAgAABAgQIDIqAYHVQVso4CRAgQIAAAQIECBAgQIAAAQIECBDoGwHBat8shYEQIECAAAECBAgQIECAAAECBAgQIDAoAoLVflqpt16Kn3vfx+KVDz4fr/7s9/XTyPZsLIv/7efiR5+L+OgffCJ+/J5u3mYxXvrZH43Pv/fl+MSPLbR94c3xvNKi/v3x/Ks/H3d3Zb4Yv/7kM/HiNjN4/5lX4+e/v+0pDlBhee4j9PMwQItjqAQIECBAgAABAgQIECBAYOQFBKt91AJf/I0n45lPZwN6d2LQuLsQsXbqpUDx9Q/taaCbze+TD9cEnaUg+UJ8aE/Cyt2ZlBw+93S8/Bs/HvVx7Ob1PhYfbfJ7e9lEm+FidBietp7XXo69s2tnY34unk0Kxju7o28TIECAAAECBAgQIECAAAECBNoXEKy2b7XHlXmA9nzE6WfiwrMpOy13FyLu8YR2vvxbi7F4z0JDgLnz19qr2J3JdgFkb8LJEQ5W31qMhXva323cXl+oIkCAAAECBAgQIECAAAECBAh0R0Cw2h3Hzq/y578eT56O0qPmDzTZNVnazRo1RwSUdnt+Pp7+g2cjfuVH42N/VB5C9tj0T13YPFKgblQ1j7HnO0XPRDxz+sXIHiX/wDfLO1abfjdKNaXHzUvjrH8w/d2VELi8qzMfS7b3tiYgrt2xWt2dWx3k1trn4+nPPVOZ27aPvOfHKJQv9+5nN79bOgrgbS9sGXP8UPOdp+0Hq00e0W+4Zu0c8/FceCZz3OqUDbv5/NoMVsvrkhvWHrHww/+39niDrA8+EBey3bc161R//+yen4xHzjwdnz+92Ueb1/129ViC2rmW++npZy/Ex/JjFGp+P2mtSzuCH4kXGo8/aHK/D5X7t7Tkbd8vxb7zH2tXIECAAAECBAgQIECAAAECBIZXQLDaJ2tbF5xWQtPquaOtg9WspnZ3Zjn8qjuXsuEx9iZnubY6CqB0369WQ8jFLbsIyyHcH3wiHvmt7CiDxgD3Y/FIOZTNg9Vn47mt56qWg8E8XNwM42qORCj9/oUWRyRsPYszPyv13T//CxG//msRdTuAW5/d2fZRAE1229YGx41nx+bjyeb39LkGp4hofdbsDmes1gSKlXs8+9G48FzVPWvx2nl9u2Rbf15s/f3L96xcOx9D/p1yP729HPRv6aeq78sPfzJ9rXewjS33q45np/ul2ffJHw6GQYAAAQIECBAgQIAAAQIECPSlgGC1H5ZlS5C69TH21GC18UzOusCwSXDbLFjdDNseafLCpq27/iqBYe2u2tis29ylGVEXrG45x7R+Z+b2821ctGa7OsuGP5gFq38aTze8HGvL9cuXTH151Zb6cqC9NaCtjrEU7tU5RWyGhdkO5MaXeLW5Y7U0/poQtuGFT1uC1W3v33jPrf1Y1y/b/EVAKehMXetWa5HPqYP7pdn3wx8OxkCAAAECBAgQIECAAAECBAj0q4BgtQ9WpmWY1/h4c9OjAJrvWO04WG3YQbrJlAeqtS/X2iEwrPHtXbD6aw3HIpQH1eRt8+2eo1rZEdtw1EEemG69TjVkTgv3UoLV/KiGrTt7t+5Ybdb4+br2NljdybZZCJ0H5Zs7VusPwchn2jz83y7U7oM/HAyBAAECBAgQIECAAAECBAgQ6FsBwWrPl6bFS5bKjzvXPkbf/IzVPQhWy/euf3w+g2oW8m0XrPbvjtVWy95usNpsx2vtrw3cjtU6kN4GqzvZ7hisbtkhW51c053KLXcL9/wPBwMgQIAAAQIECBAgQIAAAQIE+lhAsNrrxWkZ6tSfY9l41mn9GaS7OWO1/rHz6qPdsfmCoia7OSuPmtf8Xv5ioqZnhzYJhz/58MvR9hmrLXfoNi5akzNT85c5bXPGauOu3uyqScFq7Tml+Uu9ao8CeC6qZ8LW7ABOO+ez/R2r1R7ZfPlT7fzaOmO1EkjuJlj9WM05trs4Y7VmrTd7quYM2AbbHYPVWvdsUWteDBc7ni/b6z8Q3J8AAQIECBAgQIAAAQIECBAYFAHBao9XqjEwrR1O/Rmn9eeavv/M8xGnPxmPlM/krLx5PQv2fupC/Nz7Nt/mXv00vlSqebDa6lHq/G3zlRcHlS9cDVSzx8ifjfiV+rfNV76X7Xf9jScjC1Y/8WMLpX9+5tP1+I21rXfoNlm0/IVG+W998Pl4Pp7ZvN/bXognT79Yr1F+oVbjldoNVqvHIpSvkLmf/HzpPvk86ub4wffH+z/9YjnsTHkz/Q4vr4qIbA0+8M3sPNxqkLvlZVh5OBlZH3wgLvxs/TpFzbETW3cmt3fG6iMfjHjx0+WuazzGImWtK0dOtLD9h3+45Tza2p2oW3ur9kVdKfY9/sPB7QkQIECAAAECBAgQIECAAIG+FhCs9vXyGNzwCGQBaTUIH555OaN0qNbSZAgQIECAAAECBAgQIECAAIG2BQSrbVMpJJAg0HDEQ/3u44TrDEKpM0oHYZWMkQABAgQIECBAgAABAgQIEOiygGC1y6AuRyAXyN9uv/nv2VEJ2YvGhtBHsDqEi2pKBAgQIECAAAECBAgQIECAwE4CgtWdhPw+AQIECBAgQIAAAQIECBAgQIAAAQIEGgQEq1qC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KcJEOwAAHH1JREFU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oMfB6hvx2LEfjEJhzEoQIECAAAECBAgQIECAAAECBAgQIEBgIASKxY348sU/jf137o8DBw5EoVBIHnfh8uXLxdRvFYvFuHHjRtwc/7t48OijcXD6SOol1BMgQIAAAQIECBAgQIAAAQIECBAgQKAnAteXL8e3Ln0t9q8f702weun6G3Hw2FS8/dj327XakxZwUwIECBAgQIAAAQIECBAgQIAAAQIEUgSy3apfvfjncf3iShw92KMdq9/5zndi4tBqHFqYjXvnHo4DU/MC1pRVVEuAAAECBAgQIECAAAECBAgQIECAwF0RyALVGytL8ebV1+Pa4q1YuzYZ9913X292rGbBanYkwMzceMwd3xdj05lB8skCdwXOTQgQIECAAAECBAgQIECAAAECBAgQGGWBQmwsR1z9uztx++p6KVDtebCanbnqQ4AAAQIECBAgQIAAAQIECBAgQIAAgUEQyF5W1bNg9ebNm/HGG2+UdqwKVgehXYyRAAECBAgQIECAAAECBAgQIECAAIFMIA9W77///ti/f3/p31M/hcuXLydvN82C1CxYffPNN+P69euxsbGRel/1BAgQIECAAAECBAgQIECAAAECBAgQ6InA2NhYHDx4MO699967H6zeuXMn3nrrrbh69Wqsrq72BMBNCRAgQIAAAQIECBAgQIAAAQIECBAgkCowOTkZc3Nzcc8998S+ffvu3o7VbKBZmLq0tBSXL1+OW7du2bWaunrqCRAgQIAAAQIECBAgQIAAAQIECBC46wLZbtXZ2dk4cuRIzM/PRxay7uazq6MAshtlj/8vLy+XwtVr166V/nl9fd15q7tZBd8hQIAAAQIECBAgQIAAAQIECBAgQGBPBbJzVMfHx2N6ejoOHTpUClWzf86C1t18dh2s1oar2Qussl2r2S5W563uZhl8hwABAgQIECBAgAABAgQIECBAgACBvRTIAtRsd2q2W/XAgQMdharZODsKVvNwNdupura2Vtqxmn2yl1v5ECBAgAABAgQIECBAgAABAgQIECBAoB8Est2q2SfbsToxMVH6/93uVM3n03Gwml9ImNoPLWIMBAgQIECAAAECBAgQIECAAAECBAhsJ5CHrJ0qdS1Y7XQgvk+AAAECBAgQIECAAAECBAjskcD5s/Hxs+ebXnzhPafj9A8tbHvjxT86E2e+sBjt1Da/0Pk4+/GzcX7hZJw+/VRsf7edDMrXihNx6sOn4sRO5Qm/f/6lj8fZL3f/uglDuAuli/HHZ87EucWFOHn6dDy1y8XYtGocbr3dlr7J+3DbPsjH1/11yMdz4tSH41SlcdL6qfnPQn6NWo+y7+Lmz97uf3Z2bol21mLLVcprkY3r5MUzm2v52Kn48I938yeq8a752lZ/vbQWC38cZ86ci8Wa8uoa5bbVfs3XoFK+5+NuvQaC1Z37UwUBAgQIECBAgAABAgQIEBgSgbQQKZ+0YHVIlr80jc6D1S3BVkQsLCzE4uJiRE1ourtg9W5bp/1MNPtZyIPNSnjaVoDcvXnm98/DyErQul3gWAlWfzKe+NLvxpsna8Pm7o2t9kp1dt99vhymPhyPL7weX8paJ/tLnqPnyn8JdCLe+57F+NwX8ri1HKxGHsJmwfvJWCz9JUFEfVi+N+NvdlXB6t2zdicCBAgQIECAAAECBAgQINBjgSYhUuNu1nIwFuVdqrUDXnjPZgiTBRn5ZzPQaNyx17jbMN+x+mQ8Ga/Gq7v9fp3eiTh1KuJs7U7cbOzZr9XsfjuxWRTV/br5zreGMT92Kk7F2YZdmPW7Diu3b2FUtytxsX4XXstxlHc0Vq5dCsNic4dv9YZx8vTJePNM9dcWHn84Fr/0eiVQqoRr7zoR5/+kdndyfQBVJczmVn/NiBbzrQ3oyvNaeOxEnP/y+c1djj+8GGfOvBlPvGcxztXsbN42WC2t02sRC4uR5bGlT+k+C+UdteXALcq7nHPPhcfj4cUvxevb2Wzp0815nfibzZ3XW9ciu9iJOHX63jhXt3Oy/nv1PwvVnd7b/sVD+edr/qH5WPrGUvkSC3Hy1BPx2tl8l+Y2fdbSqbqztDFYrR/PYpNeOh1P1eykzfo+c3n4exbi9b+O8k7magD/+COL8aULNbNv/FnZ1U70/Pp5sNr4c5n/GdLwFwF5sNrwM7iXO4K3+0NbsNrj/6S5PQECBAgQIECAAAECBAgQuHsCjcFq/WO2C3+4+Xj3wjufjPizV2Ox9Lh9dVdYJRyqhGlZMHQi3vXY+fiT7HulYwWyIOdc3Fv3mHn5PrOzEbdu1YRx7X2/bkdgZUfb/XF/vBFvlMPA5mM/FVF+ZL1uN9zCyXjvsXPxudKYT8UTXzpbCovvfyDijW+XA77veW1z51wlyNsMflrdZyELoi+erD5KXQlWNwOi5uPIQ8KaYO3cvTVjq9nB1zCOpxbKgdOxmiC2NuCqCcw3A7PFBveFyAOzepvmY6oc4VCa15txshxq1+0UrHm8PDteYudgNVv/bO6l9LC88/B03Hsu++c8OF+sC0XzNdpuzHmAWhvUZjsyT17aDFabXqP2aImaULzVz0JjkLd1F299WFr52Vk4GSePnYtz2aP3Cyfj1OOvxdlsV+aOfdboVN1h2vwogIZ+rd0NmvXJyTfjTPmIgjxYzQPnxaw231FaE6pX79P4M596nkT1SIDqX9YkBqsNfzYJVu/ef0XciQABAgQIECBAgAABAgQIjKhAq2C1vDssD8byYLVhV1geDm2GGFHeWbj53VKwmD+2u2UHW32wmvr9+h15+RzyYLV+KStBWHkMi83OAq0JVmuDwab3qQReDUaVELm6i7QuZKzssNzccdlqHKdPn4jz5ceZs5nUnXlZO7XGcWQP9ZfMFyo7d+t3FJ+Ik+UdpHmwWu9eDVbrdh2X3LaOqXIOb0OwWt2x+lo88Z6FOPeF6nmibQWrDT124lRNsPrhJ+K1j5+NxUr4XQ306la9iU3U7cSu79E8WK3fbV177YU4mc+lxc/C9kFezc9ZOYCu+9nJ/3Kg9i8oWvVZi/u37tusMaqPy+d/6bFljZsGqx+OJ/7643H2YjXwPfHek7H4ufLO2sdOxsmL50qhd/11638G64LehuMIqgF0HqQ2Hk3R+GfU1qMrmh1F4SiAEf1PmmkTIECAAAECBAgQIECAAIG7J7CbHavV3ZbNd6zWPspbu/OwyQuCmu5Y3fn7dTtWK2czVoPVtgLNhoCnes2tO1brQ6j6HZyVHavlR/FLwWJld2vNy7laBatNHqtfrDvCoCbgqxtzk2Mc6o4bqN/RWLsTt27HauWYgRY7Vucfjvml12OpYUyVF4XlRwFUAtBy9z52Kk4fO1f3krNKANZ4dELttbcNVqu9V7pL7SPo29jku4OzdSwFheXd1PnOzLodq5V+qnfPj4Wo37HasPO49NK3rS9Xqg028+Mq2g9WW+yM3uK0dcdq5eegEio37CzNA92WO1Y/XDoOo/qiu9rjEWqPL9g+WG3151nzIxNqd6/Wn7G62XNbg9XqS+by3fSdvYitkz9/HQXQiZ7vEiBAgAABAgQIECBAgACBgRLYozNW68KYZm8X3+GM1Xa/X2fd5IzV7KTMfIddZddskze2NzvHtCa0a7W7r3L7Jrs6K+eT5k9FNwSrC5UArmYSTc51bX5mbWb6rjjx5T+J87WPrGexXr4jNw8aG8523bxb9QVB1bu3PmM1D4/z2sbdgNUdg9WzdBtD1E2GrW+BL51lmgVmDT75mb71O1Zr6vLzXxearWeDTaPBllCy8dzdbKzZuDZ3yNaeUJut65PvjHj1z2rfWZ8fe1Fe7MZzistwJbdyb+8crFYfz6/rs/zM4DaC1cY/ipr3Uv0RBdnO2+pRAFlY2xB01hzpUHf9gxFxPe2lUc2PLGh2tm3tdVvtaK2Ople7VbMRCFYH6j+ABkuAAAECBAgQIECAAAECBAgQ6L1Ay5CstMvQh8BoCAhWR2OdzZIAAQIECBAgQIAAAQIECBAgQIAAgS4KCFa7iOlSBAgQIECAAAECBAgQIECAAAECBAiMhoBgdTTW2SwJECBAgAABAgQIECBAgAABAgQIEOiigGC1i5guRYAAAQIECBAgQIAAAQIECBAgQIDAaAgIVkdjnc2SAAECBAgQIECAAAECBAgQIECAAIEuCghWu4jpUgQIECBAgAABAgQIECBAgAABAgQIjIaAYHU01tksCRAgQIAAAQIECBAgQIAAAQIECBDoooBgtYuYLkWAAAECBAgQIECAAAECBAgQIECAwGgICFZHY53NkgABAgQIECBAgAABAgQIECBAgACBLgoIVruI6VIECBAgQIAAAQIECBAgQIAAAQIECIyGgGB1NNbZLAkQIECAAAECBAgQIECAAAECBAgQ6KKAYLWLmC5FgAABAgQIECBAgAABAgQIECBAgMBoCAhWR2OdzZIAAQIECBAgQIAAAQIECBAgQIAAgS4KCFa7iOlSBAgQIECAAAECBAgQIECAAAECBAiMhoBgdTTW2SwJECBAgAABAgQIECBAgAABAgQIEOiigGC1i5guRYAAAQIECBAgQIAAAQIECBAgQIDAaAgIVkdjnc2SAAECBAgQIECAAAECBAgQIECAAIEuCghWu4jpUgQIECBAgAABAgQIECBAgAABAgQIjIaAYHU01tksCRAgQIAAAQIECBAgQIAAAQIECBDoooBgtYuYLkWAAAECBAgQIECAAAECBAgQIECAwGgICFZHY53NkgABAgQIECBAgAABAgQIECBAgACBLgoIVruI6VIECBAgQIAAAQIECBAgQIAAAQIECIyGgGB1NNbZLAkQIECAAAECBAgQIECAAAECBAgQ6KLA/wfPWN1W9pWfi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grpSp>
        <p:nvGrpSpPr>
          <p:cNvPr id="8" name="7 Grupo"/>
          <p:cNvGrpSpPr/>
          <p:nvPr/>
        </p:nvGrpSpPr>
        <p:grpSpPr>
          <a:xfrm flipH="1">
            <a:off x="4308048" y="1485937"/>
            <a:ext cx="423553" cy="1752175"/>
            <a:chOff x="5729176" y="1788714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776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72" y="1903398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Podrá descargar un reporte de los cursos inscritos con el botón «Informe»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616964" y="4477733"/>
            <a:ext cx="651102" cy="62216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AutoShape 2" descr="data:image/png;base64,iVBORw0KGgoAAAANSUhEUgAABVYAAAKZCAYAAABTIHD9AAAgAElEQVR4Xuy9CZhU1Zn//zaKIIuCC4IboAZ31IgmEZWEJKKJSxRRY0BHRf9O3PM4aqJoIhqjw1+jJhnHKIxLHOM6LiPiRMYlaFQ07gsjAVQEcQNZRBH693xP97l96ta9Vbeqq7u6qj/Xh6ebqnPPec/n3G6bT7/nPQ2NjY2NxgUBCEAAAhCAAAQgAAEIQAACEIAABCAAAQhAAAKZCTQgVjOzoiEEIAABCEAAAhCAAAQgAAEIQAACEIAABCAAAUcAscqDAAEIQAACEIAABCAAAQhAAAIQgAAEIAABCECgRAKI1RKB0RwCEIAABCAAAQhAAAIQgAAEIAABCEAAAhCAAGKVZwACEIAABCAAAQhAAAIQgAAEIAABCEAAAhCAQIkEEKslAqM5BCAAAQhAAAIQgAAEIAABCEAAAvVH4J577rHDDjus/ibGjCAAgTYjgFhtM7R0DAEIQAACEIAABCAAAQhAAAIQgECtEECs1spKEScEOg4BxGrHWQsigQAEIAABCHRaAk8//bRtscUWtvnmm3daBkwcAhCAAAQgAIHqEkCsVpc/o0OgFgkgVmtx1YgZAhCAQBsQ+OMf/2gnnnhiG/RMlxAoTODOO++06667zu69915bb731wAUBCEAAAhCAAASqQgCxWhXsDAqBmiaAWK3p5SN4CEAAApUjgFitHEt6Ko3AtGnT7Fvf+hZStTRstIYABCAAAQhAoMIEqi1WV61aZf7PV199ZatXr7Y1a9ZYY2Ojm2lDQ4N16dLF1lprLVt77bXdn3XWWce6du1aYRJ0BwEIZCWAWM1KinYQgAAE6pxAqWJVW7cvuOACe/HFFx2ZQw45xH77299Gcmz06NF29913u/c+++wzu/LKK+2WW26xxYsX2+DBg+3cc8+1MWPGmLIVb7/99kS6Rx11lO244442YcKExPfV/+uvv+7eP+CAA2z8+PE57X72s5/ZvHnzojj8m4pF/Y4aNSqxX99n+Obw4cNd/z6jMi3unXfe2X75y1/m9avXjjjiCNthhx3cnMVPcYRX2Eafv/LKK3n9eKZ6Q/ffdtttNmfOHMf06KOPNs3ZX0l9KD618fPQOg0cODAvlhtuuMGmTp1qEydOdDFnYee5PfbYY9anTx8bN25cDotwfupP7SdNmmT33Xdf9AydffbZ0Xi+vylTpuRIV/HTpeeHCwIQgAAEIAABCFSKQDXE6pdffmkrV650fyRSy7kkWrt37+7+SLRyQQAC7UcAsdp+rBkJAhCAQIcmUIpYlSgdOXKkXXvttS7T0ItTiUAv/jbccEP7+OOP3ZwlAN977z0n2ST0JBVPO+00d7/qar777ruuXVyY+fckcC+55JI8fhpbfY0dO9b69u1rM2fOjNpovBEjRjiR6+PQm4r10EMPde0effTRxDXx0jgcU3wkaf12dT+nuNxbf/31c0SkH0ACU9JQMeveSy+91C6//PIcGRy20eeSxRLA4aX7dYnlk08+aTfddJOrS6r5HnvssbbPPvtEMjOpD81jyZIlOeskCfr444/n1DcdNmyYffrpp3brrbe6mIuxkwQ95phj3LwkrH08P/zhDyPZG87Pr8/Pf/7ziIFk7mWXXRbFonU48MADnbSfPHlyhMEL6VAid+gvLoKDAAQgAAEIQKAmCLSnWP38889txYoVJrHqL2WklnL5TNbwHonVHj162LrrrltKV7SFAATKJIBYLRMct0EAAhCoNwKliFUJL2UahtmT4iHh5WVXKFZDoea5qQ9dXtr5+/UxFGZpY4X9KBZJz5tvvjmSmpJ0kn0Sj6FY1euSn+pXGahhNma8z/j8jj/+eCc7JVNLlXtxsSqx+MQTT9h//dd/RUIzLla9iI0/a7r3Rz/6kU2fPj0nk1PSeLfddovEZBJ39RWujT6XkBUHn/HrJakyWcMYCrEL2fh4FeeFF14YSdEwHq1xOKa/xwtrffRrLzl+zjnnRBnGpbKvt69V5gMBCEAAAhCAQNsQaA+x+sUXX9iyZcsKClUJVklTlQEIywHodW3/VzmAuISNS1YJ1l69elm3bt0qBuvj+8+wi+1Cu/rgDaM+k16r2IDNHbXHGBWJ+cXf2rAnRtrM04dWpDs6qQ0CiNXaWCeihAAEINDmBEoRq17gKZNQ2YlJ9THjGavasn7yySfbXnvtlSgzWytWtcVdmZteDkr0HXnkkW57fChWlYkpISlpp9qe8e34iiNN5qr9n//8ZycKS5V7cbGqcZS9+9RTTyWKxzQpqvu8NE6KPRSWSX3oXh0U5bN7tU5aGz8v37+kqDKQQ7FaiN3WW29tf//73wvWSQ3jUft4lqzG9pmss2fPjtZB5QiUDetFcqns2/yLhwEgAAEIQAACEKgLAm0tVvUz9PLlyyNWoRz1MlVvSqYuWLDAPvjgA5fVqrqrEqcSqhKmG2+8sQ0aNMh97vvwYjUuWHv27FmxOvbVEqt18XAxibolgFit26Wtn4lN+p8/2GsLZ2We0C/2O9W+tsk2qe3/74O37deP/C5zfzv2H2Jnf/+nmdvTEAK1SqAUsao5+vqYkmPKKJRkDetjhmLVS9P//u//djVZk+qBFhKr2g4ev7797W+7jFkvQSXfVF5A2/u9+JWcC+NQW5Ub8GLOi8L4SfRpYjV83W/nj8d1/vnn52Tc+veTxKokqF4/6aSTnKCOZ6yqVml4Pfjgg1EpAb2etBU+lI7qL96HuIV1Uz2fUIx+97vfdWUaVLvWi9Vi7OLrnfR1EM6vUHv/Xpy31lUlEBCrtfpdhrghAAEIQAACHZtAW4lViVGVYtJHXXGhqtckUz/55BMnVN9///1IpiYR0/2SqioZpcSC8EoSrDrcSju2WnvIVXGx+rL9dtjxdqsLaKxNnnmmDV10n51xidmF1xxiTXmuajPdRuo997lvb2bHTLaZp5v99vQ5NnibiTbx7Qk27ZpDzKJM2fm57fdqel/9vnzNMLtx0LTC2bRRRulmdt/po2ziU4pnuE146Go7pF8Yl17/2O47/WKzC/ReU//H3+xJN83NrjnD5gwabBMvntPUx/s+YzXsP2DRsR9/oiuTAGK1THDc1n4EjrvlTJPczCJX+6zb28btebh9fctdUgN84Z2X7JZn77LFny8tOgk/7pRxvy3algYQqHUCpYrVcL6SrHfccYc7nMpnLaaJM8kxZX4qazKsv6n+koRZ1lIAkqwSpdpar3v84VBhHBKR2n6vLe66JHl/85vf5B2CVChj9frrr3dCt1S5lyZWw239xx13XCQyC2WsFhrb17H10taLUb+9PyyXIAaej9or81h/VGZAGa3xrfuF2FVKrOr5kHhXlnF8HSR8VffWl5Ggxmqtf9chfghAAAIQgEDHItAWYlVb/1W33gtPL1X10X8u4aqfvfTzj7b/J9VOTSKlQ6skTDfZZBPbaqutTH/XFd4fjqu6+jrgqtyrmFgN5aYTkTbZZh41J12sLvrYPu63YbNw9SLzBJvzg+PNbphpZ+7aFKkf94S5owJ5qvajbPr3cmVqOLe8eJvF6rRBN9qouSe4LftqM+ovI23aNYPtlkj4ulEDsfqxfbxoQ9uwX348bo5+639C/7ojYkGJgHIfvQ59H2K1Qy8PwYmAxKquP81rOZQmjcxPBg6z00YcV1SsXvv4lMz9aSzEKs9iZyBQiliV2PPZgyGbtIxESTedXB9mhibJy9aKVUlF/dZe2+tVBkBZoF74+SxWHcbkL0lNCd74IVZpYjXcZl8psapY1Nerr77qMhm8CC0kVr0kDQ/r8nOSXPbyNN6HhPYVV1wRHcClezwfX+ZApRr8QWP+fmVDqHZrIXa+9IKYh5dkqD9gK4wnqSar7lNG8dSpU115hPg6+EPPlMGsZwmx2hm+MzFHCEAAAhCAQPsRqLRYXblypZOquuJZqv7vOrwqlKqlztYL2k033dT9vKZyAfGs1VC0Sq6We7BVMbFqyk79wUSbEWSSutdSM1abZ+vvc9mjEqs+o7Xp/VCsTt83X7iGNV9Dfmli1WXFukzZ5qxad1PhjNXmSKJM1+EXTjOJ3jAeC8RqTi1aaq+W+ljXVHvEak0tV+cMVmJ1y74D7OWF/2f/vfDNRAh79dnMBq8/wL2XRaz+7P5f21OL59vW3dez2Ss/y+tT/el9329WsaoyA0u/aKmZo4599mz4Xu9uPVPLFYTtBqy3iQ3o0z+Kb9nKZTZr0ezo70P6bW29uvfKi3/B4oW24LMPcl4vp23W8ZLm7QcvNNekOGctfNvNedP1NylY0iGcnPp5fNYM+2zlMvfytv23sRFDhqd+wcTnpYZpfJLaLl25zN5a+LYNG9T0K9RCGdJpQYjZ/741w07a99jMX9jKto5fM+e+aJuKV5/+qXPIOkApYtXXwXzggQeieqmSfQcddFBixqoXYGFNUL0mOSYZ6q/WilXFoHIAc+fONZUB0OXFoWqLemEYMvHb3sNDrJLEqj+x3mfkVlKsKh7FobglL5U1Wkisqr3eV+ZtnKkO8fKHbiX1IaG50047JR4ypnIAqtelMgDi4e9/7bXXirLz0tZLVMWo2GbMmJEYjxiPHTvWkp4hzyBpHfS8KDP6lFNOQaxm/eKmHQQgAAEIQAACmQhUUqwqU1Vb+/0VZqiGn//f//2fvfHGGy5TtTWXMlH32WcfU01VidRCcrVv375lZa4WFat+Al6Uamt/gYxV89vrnYjd2/7qtt63h1j1h0s1lyJw4xfIWNUW//FKzmgqG7D335oO8UKstuaJrZ97Eav1s5Z1OxMv7SY+cq29ufj9RBEqQfqv+52RSS55UXbfyw/bO58uSMxc/WH/7axPt172T98YU5Lge/DlaTbpicmRtD1rzyMjcab3bnz2TjcHxXrg0NysLr+Aavcvj1zt5imx++D4GyN5KoF4xV9+b79/83/t19842n6yx2E54tX34csdqJ2uYm3F1kvrn+96kJ2897GuX4133V9vsstefMBO2e47ds73Tkkcz89NfWgtvrnJEDfunCULnPBOE9OKM8weVsbx4i+WRbH8bt8Ti4pHjX3Y/RNNa3bAkH3s6Xl/d2t6835n2VF7jk78ugg5qkGhuYUM1NY/G/r8bx/McuukOV938PkFZW48kLPumuDW8W/H/D6zmL3+iZvsqmf/HD0b/pcJ4qxfBPi1LrcmcCliVWMps/C8885zIk6/+Y5vqw+3hitbVNvc1WbXXXc1yT9JwSlTpuRksaaJ1aQaq4pBNUd1TZo0KZJ3ytjcd999I+Ho4wgzOcP1SDoISkIvPma8hmxajVX1HR6W5cdKKwXg35cU1g/Dvo5qMbHqmXqWSUyT+vCZu/7gqKRSCT4T1t8vWR0vIaC44+w8E9VxVTzamuYlrdrH4/HPkJ4JXfFnKEmsKv6RI0e6Q8nIWK3b//UzMQhAAAIQgEBVCFRKrGprv34eDLfhx0sA6O9fffWVPfzww1Ht1dZMWpmqu+++e1Rz1cvVJMmqsfUzYKk1V1u2zft6qeF2fHPZnHOOb84oVZbm5ME27QKzi38wx05wNVWbsk9HXTy4uUZpc7kAbZF3Mna6jSySsdpSRzVbKQC/5b9pa/8om7jNZJtsx7eUFHDjKr6RNn3YjTbY1VvVD6aSqUHt1PHWVDO2uR+VICgkVlvGpRRAa57rWrgXsVoLq0SMjoCk0qlP/DGVxpcX/LUkUnGpF96cpaRA2mA+TvURF4p6T+KvWAassnR96QNJv6sOnxgNJ9E38HeHW7H5an7fvPkUd1+xtr5PtY0LSS96nzv1jsTsWB9Y0rwVgwT2rw48N3VtkuL00jGJYdiRJPkGk/Z3AvqxU/8cvaX7s9Ta9XyyyM11Ltnb9R+21fgTHrzcCVLJ1enjJyeK5/jkQ97x9S32EPtnIy6db3/2bjvmkavc7fccPCFV3Bfqv1Sx6vvy9S61XTx+CFR8PGWMvvvuu064hRmixebN++kEPNMtttgi7/CCanCT+FSGaylr7J8hZepyQQACEIAABCAAgWoRqJRY/eijj5wsDWWq5iT5GX788MMP3e6e1marqk+NpTqr+oW176+QXJVU3WijjUpE3Swn3aFPzZc7cKo5AzTa0q/3/KFQXqbOaLrhmLE29mbLP7xqrwk2wR1YdZyNfmqV/bBZxOqWlkzZ0g6vimRqc7xjjxlrt9rIpgOygkOzxvp6rk6mNpcN22usjbU5Njjv8KrhNuHCpgOrjjt8hq3av6U0gS8FMPN0Dq8q8cGq6eaI1Zpevs4VfGcTqz4bUqscl2iSfMVkaSliVWN4mRmXlP7wsGJZkIWEcqEnNSlO31cx6ejvVRbpveNviIbR6/EyCkkxJMnStFjT2nq5m7ROaX2FmadqM+/UuzIJWbVNE6vhe3EeWb9TlCtWs/ZPOwhAAAIQgAAEIAABCHRkApUQq/ol8/LlTeXhwi3/oVTV643WaHPnzHU7diolVrfccksbtscws8amA6yS/igun0nbo0cP98twLghAoHwCiNXy2XFnOxPobGL1WwN3szcWve2yIXWFWYhtIVZVo/T7dzRllvqsTJ9ZmUX8JYnVcuKUqDzwhhPc1vZimaQqE7HjH//JxazsVjFT3dO0eqnxR7YSYjUUmsUybP343/7dkfar/U63k++/1G3rV6mGYuLa31tIrIZfI8XEe9KXL2K1nb+pMRwEIAABCEAAAhCAQIci0FqxGtZVTdr6L7nqXm+Q3TRTfVUdYFopsaoSXSp/FReqSRmsHvwGG2xg3bp161DrQDAQqCUCiNVaWq1OHmtnFKtH7znaxt16pqs5qq3m94+7xh3oVI6wzPL4SPhJaKrOqrbvi7nkbliKIK2ftPUpJvjCjFUJxhtfaqqZmXVb/aE3jE881CzLdvhqiFUJbAnVN85+yCb9zx/sF8/c5ta2WKkFxGqWJ5g2EIAABCAAAQhAAAIQKJ9Aa8Wq6qp++eWXOSUAfNZqKFW7NDSVBJg1a5a98sorFRGr6n+77baznXfe2fXn5aqXqv41jRvWXV1nnXVcvVUuCECgPAKI1fK4cVcbEVA9z0dn/dXmLl7gDnkK5Vq5YlUZkP/6l9+7E+NDQdjRa6wq+1Inxisr8+BbTo8OSRKTStdY9csZ1un85OyHXeaoMitHDBledMXjGat+i3wpYvW1E/8jykAtdPhUPBjJyrcWvh0dXKX3JSslLwtdlRarWTJPVXJBl2rAvr94oTt4S1cWEax2WTJW4+Ucii5ec4POlrGqw6KWLFli1PXM+oTQDgIQgAAEIACBeiXQdKDQDLOwXma9TrbAvFojVleuXGmffvqp693L1LyPXRpMUtVns/7jH/+wF154oWJiVYdXbb311k6cxuVqWlkAxauDaNddd91OuOJMGQKtJ4BYbT1DeqgQAW07/9Nz99j8JQsSDwMqR6yGUlJhqlaptop/fctdrFbEquIOszpVP1MZrKUIy2Jt/RKG9UK1rV2nzYeHQhVa6rTDq8S60BWvser7yXIYlOJ9bNaMnIOawvIAxeZdCbEaMitWusCXVhBbf4mxsoSzytAsNVZ9xnGpX5qdSazqwKdddtnFLr/8chs/fnypqGgPAQhAAAIQgAAEyiYQSczgcJ+8zoJDgIZfOM2uPrjUjMKXmw7nySRKS2lbxrSbDwSKDggqo4v2uqU1YjWereozVCO5GkhVX291wYIF9uSTT1ZErK611lq2995722abbRZJVcnVNY1rXNmBULSGklVsyVptryeMceqRAGK1Hle1huYk0fTAy9PstpcfiuTSiEFftz223NW+PWR4zin0pYpV9f3Tuy6wT1cudX37y9fBbGuxmrS9W1LMZ6IWWqakdsrm9dmNureYNCz18Cofz0UPXm6XvfiA+2v80KxCMacdXqW5/GK/U10Jg6QrHmdYY7VYzVK/hlPG/Tbq2svLYqIyFLDFhKj7YeOSvd0Y8baeV7GDtnSvGE2d9WTOQVvhumaJI02s+n5KKSsQX4/OJFavvPJKk1zVRy4IQAACEIAABCDQngRaxKpZmjTN0qZwzNllqRvrLyNt2jWHWKn6NhO3TiBWtf1fYlVXmKUal6v6e/ja0qVL7aGHHrLVq1dnQlmokcTqyJEjrV+/flHGqhOrKgug/9bkZrH6A6z8R5UDkGDlggAESiOAWC2NF60rREDy67q/3uQEnoTUd4fsbbtvuUvBk9HLEau9u/eKDkLSODoISuJp/0G7u63Y1z4+xf40b2berCT0ThtxnMtsLfXyYk/3Se4dPfQHrgsJtXh5g6S+vRAe2v9r9i/fOyVHLofSs5BYlZy87dm77dQn/uiG+J8jLs+0nV9tQ+GY5dAqPwdfL1QZtRP2O82Wrlzmtudf9eyfU7fkx+P0YjE8SKuQ3PVSVm0OGjrKhXLFX37v1rnQnDWuROQxj1zl7lHZgQOHjsphHa5NuKZqO6T/Nm4b/90vTXXPj56tiQeem3q/53rineebfnGg+rX+CvvWc3ftmEsK9uNryior9ZCh+zvO02f91X0t6Xn745hLUyV2sWe5NWL16aefdieK7rDDDgWH0fb7hx9+2LXZYostbNSoUbbeeuul3lOoX4nRd999N+/eHXfcMbFP9VXo8vf5fgvNx/fl79Hpr6+99polja33pk2bFsW6//77F+QUZ6RSBZtvvnmx5Ut938cm3kn9+JII8Q6SSiSUw0b9ilc4fqEyDHGWhdiKq7jrEnvF7J+ntOcjnKePKY1BsWfajxFf92LPmmJQrPG5xTnF1ySNRaWfmbIfNm6EAAQgAIFMBJqkqdnwvWbYDJuQIDQ/tvtOH2UTbbgNf2qGWRtnrH686GPbsF+bKNUmHp1ArOr/0cuXL4+kqqbtBWooUkOxqs8lVO+4446KiFX1t88++7ifuXwpAJ+lunrN6qJZqz179iz4c3mmh5tGEOiEBBCrnXDRqz1lvz1fcvOc751SUKaGsZYqVnWvl4QSVqO23ceJNIlVncQuidcWYlXjSvjd8uxd9vDc591YuiTffrrPsUWllwTlawtnuXtG73JAzjZ3vab3H3zr8YJb9CUNJf3Cq1DWaPyZkMDt3a135pPqxfnXj/wu9dEKM0rDRoXiVAzvfLrANU+L3Qv6O958POIssXvmvscVFMlJ8RbiE65JGP+O/YfYyG2HZxLwyjT1V7iu4et6X32e/f2fJrJM4qWGW/Yd4LK8JYdbc5UrViW3jj76aDf0nDlzEn8g0w+bxx13nD322GO26667ujpOL774orvnN7/5jY0ZMyYv9GL9Ktv00ksvTZzyt7/9bZsyZUpOLMWK8j/44INOdoX9Js0njMvfIyF24IEHmv+7D+rOO++08847z/1V8168eLGbd1J8SYzmzZvnmJ522mn2y1/+sqzl1X3XXnutG//RRx/N62P06NFuXZKu+LjlsFG/Yn/++efbz372s6bvbc1j3nbbbU6uh1ecZRJbicRjjjnGsRFLXf55euCBB5y4LvR8+PF8TIUY6Fm99dZbE2vxfve733XjxjkVe9Y0vrJa4nNTf7qS1kmv+7X0z2VbPTNlPWjcBAEIQAACmQl4sTrhwsE28eI5NuGhq+2QfsHtzWUABl84weZcPDFBrDaL16fCIcfa5Jln2lD3P8Xf2rDxtwZvDndj7P03Cd3BNnnmSJuuMgFRKQIvcmOSN6+fYAz9v8wJYvXXPG40YlO27BwvhBPFapE5ZKZZ2YbllgJYtGiRk6PxmqpJUtXLVf/zgH629AdMtWY2GlvZqt/73vdcHKFc9SUBlLUar7/qM1aV8ar7uSAAgdIIIFZL40XrChDwJ8/rsB73D8hZf7W/L5zltuuH2Yl+S7iv8SmJtuCzD1IjSMoulZyTdLvu4PPdSez/ut8ZduOzd1qfbr3s1wedZ8+/85LLPNT1xqK3bb3uvWyz9frbpn36F82grQAKuoBAhyJQrliVLJMwfPzxxxMlqeTPoYce6uZ60003RVmTel2iSK+ptlQ827VYv16c+W1XHqZ+OJUwU7bhvffeG8nVuNxLg+/7lVBLkr6K67777nNzLiRWJVVPPvnkvDqukmljx461ESNG2OTJk6MwJNXmzp2bJ/FuuOEGO/fcc8uWq8OGDbN9993XcX7ppZfyslYlFXXdfffdUSxaG2VPXHbZZXbIIYdEJRPKYaNO08SqGP/973/PEeBZxKpilnSePn16dK+XjBKds2fPzlvepHn6RmnvKSP12GOPdesS79PX6dX7TzzxhM2cmb/7Qf2nSfek9/wzk7ROau/X0pewaKtnpkN9YyIYCEAAAnVIIBKrD51gc34QCMjmuUbC8qHBduMP4mI1WYK+fM0wO/7mJoHaJGnzSwGk13bN79O3bamL6kVoi1wtX6xmnUP7L345YnXVqlX20UcfRQdS+fqpkUBtMFury1ruff+ab6Ofg/QL40qIVdGSHN1vv/3cz16+jqr6lvQN66r6EgG6x7+uzzfaaCPr2rVr+4NnRAjUMAHEag0vXq2Gvv2kH0TZhZqDMgyPHHqAfbZymTvV3Wc36oR6Xdp2fd/LD0fCU1l5yjjU9Ycnb7KrDp/oMkQHrLdJTvZruE1cNVy1BVtbp7958ympdTKL1fSsVeaF4lYmsLj/7YNZdv+4a4pm1NYjg2Jz8hmrYvTcqXcU3KpfrK+O/H45YlUya/DgwXbdddc5gSQhFM+282IwSRbp/t12283GjRuXk5GZpd80sSrG+gFVW6HCLMlSxaqEmeRpKD/Vt05alWyUqCwkVn27pDquPnafeeiFWpJg1pi+fZpwS3uufHat7vvRj37ksmrjma+FhKNfu3g2bylsFFuSWJUY1cm5ccGcRaymraXunTRpkk2cODFP1JcjVhW7ZxjPRhZHvfZf//Vf7iC0pOxb3V+KWE37ekiKo62emY78PYrYIAABCNQLgRaxerUNvn2YHf92bqaok6Q22WYeNcfOiItVn816w0w7c9eASPPrLWUD0sVq/nk7QHMAACAASURBVCFScdGZUp81NkbZYjXzHNp/xcsRqytWrLAlS5YkZ6t2aTD954WqxKcXrJqdfiH86quvVkys+nIAW265ZY5Y9SJVB1kVylpVSSWVBOCCAASyE0CsZmdFywoRkPCcOffFvKxQv81ZW7LPeeA37uR7Xxc1HFryU3UttaV/uz6bunZ+e7+vO6ps1z1+d4R7f1CfAbb486VO2CpbdvD6A9zW8l7dejkR6+uWSvAeMGQfF1fWLdW+Vqek8NF7jq454eYPPGptbc4KPRodshtfgkLPxx8OvyRz6YoOOZkiQZUjViXelNWobD4vM+NyUFl1ykwMMyKL8cnSbyGxqv6PP/54l9XoRW+pYlWiTCUOwnIAfo7+vTSxmibj0uZdSPrpHi+aQ1FcjKFnoI+SwyHT8N5iY0sQe/HtmZfCRmMliVW9fsABB7hs3FBKZhGrytzUJamZtf5suWI1TWCKy89//nMbP368e9Y85/i6lCJWda8yopMyYOOvF1u3cp+ZLM8VbSAAAQhAoHUEQrF6yPvatm/BdvomqWkSp5vely9W04bOLFYtv/SAxcRqxpqoZYvVzHNoHedy7i5HrEqqSq76MgDx7f/xTFUvWZUp+sYbb9jzzz9fUbGqX1r7Oqt55QB0kFVjyyFWvgarWOn1Hj16uF1fXBCAQHYCiNXsrGjZhgSUgSqZ+unKpa4kgK5ff+Nou/GlB+2bmwyJRKr/XAf36LAetVG90b7de9vwgV+PalP6k9NfO/E/7H/fmuGkpz+sKC5mdaDURfueYLsP3MWen/eSG/uoPZu2xqr8wAMvT3Ofn7Tvse6jxLAvH/Avj1ztDsJSLVX14e9rQ1QV69rXuj1iuxF5h2RVbJAa78gfolXoAK0an2JO+OWIVUlTZev5rEwJr3hWZFahGQaTpd9iYjX+vuJQPc7hw4fnLZt++PR1XsP7JM/+8Ic/RHVAlaX4zjvv2IknnphTUzUuz4rFFg8gC6NiIi3eZ5j1q7n5revxzMpi/Ybvl8NGcaWJVcl29a9sDZWSkCTNIlYluA866CCXUazascpOVn3ceL3WkEkxsaq+LrnkkhyMOhhLvzgYNGhQTiZ2mAmsmL18TarJW6pYDeW9n49fy8svv9yJ3CSmSd+Liq1tPX3/Yi4QgAAEaolAjli1Jnk62GegOqnZXHe1+b2kw6tatvXnznx4dNBVWsZqUk3UXLFqzYdr5dV+jUFurVgtPof2X9VyxKrKUqkcgC4vUeMfwxIAoXhVuSH9QrWSpQD0i2tfCiA6vGr1ajeG+7v+W9MiV8MSAeuss467t7WXW9u/jEw4mK21PXM/BDoeAcRqx1uTThWRMj7/9S+/d5JUWaeqhfr9O851maqqu6rsUl191u3tTnqXSNXBTt8auJs7bX6T7r3dFn/VUfVbtP3p9GrrDwGSDP3JHT93fekwKS9mNaa2v+s6+JbTncSds2SBPTj+Rrvt2bvdGF6caixdXvz6hVIm49D+X6s5OSmx+v6SDwoe8tSpHsaEyYrR0i+WZzqcqh5YlSpWvQAKt0hLvP3+97/PqUeZRRqG/LL2W0xeJolVlS0YOHBg3nLtvPPO0Rb58D5/2FIojpVhKZkWHlbVEcWqz1ANa5hKtCkLISxvUEy+pYnVrGwEu5BYlfBVZoUEqURrFrGqPn0d2KlTp0aHb6XVxVX7YmI16QAv9aeyDxLq2hrnL2WoKjvFZ2H7Lfw+gzV8wEoVq7o3Xks1qfZqlq+rYmtbD9+3mAMEIACBWiSQI1b7NUvNbSbbzNOHmisD4EsD5GWhmlnzazOaJ96yrT92YFRqjdUOIFYzz6H9V7ccsaqDqyQsw4OrvDxNEqr+NbVXWSQdvKkaqJW4JEb1C3XVSU3KVg0PsfLSNRSrWQ+waqrpG0R8TNPz23TpWZxuI/MONQva6xcIT4y0madvZvedfrHZBbED3CoBQ5FcM8xuHDTNrj7Yy+LmXzikfP34I99afkHREkhuX7n9WHQQXOzwuL1iB8JVaF5007EIIFY71np0qmhUQ/VXT9xoypiUWFVW4LBBu7oaqD6rVNJSW/l1qJTa3LzfWe4eXdrmryzV+UsWOAmrQ658hqG2tkuO9urey7xo1T3qV5dOUfcZryfvc4yNu/VMN476OXvf490BVyoxoPH+/PJUVyJAklXiddS2+9gxj1yVc9BWfOG0fXzqrCddH/7ypQZ85mvaCe/+xPikk+ivHXNJwXIDZ901wZU98FfSCfOSzKpZ+/jcF3IkseITz5/scVjedvf4yfX/9I0xiUI23s7PJc5HwvLXj/yu4POu2JNi0U2+BMO0t5502cz+kiiXCB+35+F5MjSJp+5TWYivbbJNXizxufgGKilRbO3UNmmOSWNpzfRLg3mn3pVaZiBtvDBoPdMn731sq0oVlCpWJdZUZ9Sfyq54/Kn3qrnqM0DDreRZvsll7beYWJUMu+WWWyLJm0VEKb6wX2Um/vSnP80pdaCsRGUyFhKrvjZpUgZjEoMsjJTFKykcr/maxlRyTj+sS1j6S6URFFNYq7WYfAvHLYeNxi4kVvW+zwBVRuaOO+5YkG3afNXHFVdc4bJfk2rVFhOr6teLUn9olcTqlClTcqSqz/yNS3qN27dv37xDrMoRq/HnJ2nt2+KZyfL1SRsIQAACEGg9gVyxataS+TnSpg8LDrNKEKtNQqvlAKmWaConVjdMKwWQtcZqPO5Yf9nn0HrWpfZQjlhduLDpMOS8UgBdGqxLQxdXXzWsrRpKV913//332yeffNLqrFWNse2229o3v/nNvO3+Pls1PMTKi9VQsGoO/fv3L4At6eCx+LOXgXokVr2MzXBPKU2anznd0iJJm2Kfc3xzfWL3nM6xE2aeaZYjYNUuJnub+8vJCD99jo275hDLze8VixttcPMhcvlit5RJ0LZWCCBWa2Wl6ihOSbEJD17uts//6YjLXL1VSUtlnC5YstB2/OM/uYzVn+7TtPU+lF66d9ai2e6gqmVfLHPvabu+LtVLlaTy/X59y12i+ql6X1JVUtSLWWWuSsDq8lmoEnPKTP3jmEud+IvXcvXlCf51vzNS67AeesN4J1QlKk/Yc4yr2Tr9rRmurIGuN85+yH1U3JqLMnT9JZE7YshwNxeJOZUxOPWJP+a8n1ZuwNdL9Y0lqr+z7fAcfqFkVtbuyCF7W+/uvaL4xEQM4vOTjL3l2bucANTlM33jQlLtrn18iuP2P0dcbkP6bZ0o+vw6/uz+X0fsFc9m6/V3B2l5War1kTAPL1/CwK/fyXse4Q44U3mGu1+aGt2r/n51YAvbOE/1feXBv3AxSsDHr/ic9Ux6Yau1k8SXYE9aO73m5zjxkWsjSa/aveFY6mfg7w53XYQZ1vFY4uOJ/1l7Huma6WA2//wm8SrlW0epYlViR9IuvrVeW82HDh0aCcB4rdN4TH57vReGWfstJlbjMqocseq3YGtOEmQqA6A4i2VVJm3nDuftxd0555zjtq8XY5S0FbzQ2vrxdchUvAbppZdeauGW8kLCMT5uyDwrG8VZTKyqjRioHMBvfvMbO/nkk1MPBlP25u23355Ys7dQXdFSxKri8VmoPpPW8/bSU/Vu42uqXzTEpW45YjUs46ASB0mHY1X6mSnlewVtIQABCECgdQTiYtVnoQ4+ZqzdenNzGYB+LdmpLaUAkqRWcyxJ4mfY8XZrkEmYvnU/+fCqOVFZgaYxkoVwfs1Wv8U/klA5YrWUObSOczl3lyNWFyxYkClbNcxeDbNbtQtGv7R/++23o5ICpca+9tpr20477eR+Qd2tW7ecg6uUkSqhGh1gVaTO6oABTbtGk660Lf4tAnG+qxHsMz8tythsXvenmnodq2fdYhmrrt5w8517jbWxNscGu0zWWHZokAVaTFwq3ovtwuaM1XgmrReoF5pdEorUuFhtum/whXNsuu9LUvb2wXZ1lKUbfB26TNw2EsalPhi0bxcCiNV2wcwgnoCvpaq/3zL2t/bYrBl22P0TC2Z/lktPEjGs0fq3Y37vJJrG3H3LXWzBZx84GSfxKbl70NBR7rUk0aa4b33ubtMhVdv32yaqtxqPzctNia/46fE+61AZj+GlA7W8GPOHb/n3JfeUweuvQuLM15X1bT85++EciecPYdL7ErhxQRsKS7VRfdpQnPpsYN+/xLHWMC4lNY7kaHyeSesYxqz1kQzXFTIJX5dgHHnD8a6cQ9r4PgNU/cRlZchTor1YjCGzpDqrXqKnMdXr20/6gcuiverwiXkIwv6Tnpn4Detcsrd7KYzdH9QmJroKZb4W+1oqRawmbU32/cff83+Pn6qu9l5eabu1pF0p/RYSqz4DMsycLUesKkYJLGUuqv6VhJ9qXBYTq7pPGaPKME06tMvH7jNHfX9hvOF6KYv3vvvus3Bbf6H1TDsASfeUcgiSpPe1114bZbjGmWdhozGziFX/LKi9Mp+LHQyWxKqQgC5VrCqOMJPW1zaNb9MP1yHpvXLEql8nPR+qHysWM2e2ZOfr/Uo/M8W+P/A+BCAAAQhUjkCeWPWHR0k6hVuHEzJWvbRsKQEQ23ocidTcEgOKPrtYzZeoUQmCcMu339IfvpaUKRjLWM0+h8oxz9pTpcRqvBRAUsaql6uK7auvvjKVN1JZgXIuCdU999zTZcdKpOoKM1JDqZokWNXelwQoJlZbRGV+pLmis+kZnP69aXahXWyj5p7QLBzDZ9OXAjjB5vygJdOz6XmbbiMfutoG3x5u52/ps2V7fzqxXLEaa6cxLjG7MMo6bRG44dfXy9ecYXOOutr2/lsgaYPn3PXa/DXgxps72OzmW62pXEdSdnk5K8w9HZkAYrUjr04dxuZFmmTZrIVvu4y/cNt+oSlLQimz1QuksK0k2xUHnRdlsPpMUMmqeHu17dOtl6vbqm3z4VZy36fE1WkjjssJR8L1wBtOiA7KGrnt8Lzt5l7qJUk7icv7Xn4kqvvqOw/lYppYFSMvX+85eEJetqwXhuF8w77CzEjN/97xNySiDkVffA5JYyiLMy4MKyFWQyah4A2laShcw8lING4waf/opVA0lipWVa7CZ6UmidUwSziJq38/LdZQICvgpLUN55YkVvV+yCsu1Ev5NlKKWJWkkvx69NFH84ZIyhr0BxQpG1EZmqpXKTF0wQUXmIr2+4OLSunXSz5Jp/CSDFMJAC9r/XuSe8rg9CUK4oHrACtld8bloWSvMjzDLfRZxKpvozjOPvts22GHHZxIVsajskZPO+20qK6rYvElEJQJKYknRspsvfDCC51UjYtExalsRv0JLy8ox40bl9O/b+NloReXnnl4cJP6UDtlYIbjlsNG42YRq2rnY9PnaWJV7ykbWc9N+DwpS1dM9XqSgC5HrGosn0mrZ/Tdd991ZQriB4B5tr78RDh+uWLVs1DJgaOPPto9H/Gr1GemlO8HtIUABCAAgbYjkC9WvcicEWxbTspYbYoprb6lf91nirYcDjXcdBCVxNCoi4vXWI22NsfkUVLdyXjN1yaRFCtpkFBaoNgc4r9QbLvVyO25HLEalgII66dKnHqhGv/oD7fS6PpcGaXTp083lW0q59IvYlUGQJcXpAXFauOaxAOsdH+hUgAFRWXzszl93+at9s0yXyJWYjVHyObVWJVYDeuytmSNSqwm9Vm+WC2QNd30FRbViN0syHgN5+6+tmKiWCUGxr2T+zXGIV7lPM21dw9itfbWrKYj9mIoFIXxzMi0CSbVLfVt1d9u/Ye4Gqnxw6UKAQvjCNtJkoX1Uf17Epf+krCNC7O0DMxCMWQRqxJuyuzVlZS1GtYD9aI4FKvFBKGPLy4lQ0nnpaS2+IflC+LCsbViVQJa5SB0xTMzvTDVOviSCklsQwEbxleqWA3bJ4lVja2MVC/v48+y4vD1f+Nx+gxgZQ97eVtsK3+aWPUxFLu/2DePrGLV15gMt5PH+5aMevnll6MsO4k6STllP4aX6rNOnDjRScdS+/WSLz62tm7/+Mc/jk5P9+8XO+FUQlOiKi4PvShWv14kZxGrGlftJPskZf2l7NdTTjklUZT5A6ckrf0lsSYRGz/xPi0D12f9JtUZjb6Xbb11JJ4lHJMObpIQPvLII3PGLYeNxswqVtVWz45EciGxqjWRxJT4TXue4s9FuWI1LAmgDGTFNnv27MQvJ1+CIZTR5YpVDaAM2HhN3PjApTwzxb4H8D4EIAABCECgsxMoR6yGh1eFYjV+cFVSKQDxlliVBH3qqafszTdbzujIuha6/zvf+Y5ttdVW7pa4WE0qBbAmRawqxn79VIci+UoThV46njB3VKIE7TBi1Un+oNyGppmXuapfXihLVSUCRtnE5vIFEZGcg7qaXvXzT5zn5ME2La8Wa9bVpV0tEECs1sIq1VGMXgxpSkm1PAtNVdl/k56YnChOvSCVED1z3+PsrYVvR7VJJSW33WRrO+eB30Sy1LdPE6t6ffD6A0yHL6lUgC6VCwgPpJL0ix8mFWZ86h7fz7cG7mbb9t8m9cCnJBmq+73YkyQNsxvDzEafjSrh+R/P3Bll4IZiNRSNaqc6rmlX2jb8MJb4PMN4yhWrqonau1vvqBataogevefoqNRAKVI0jC+stVpKHyF/fZ4mVuN1a31dV78uaVmoWpO5ixe47OE05vE1ShKrFz14uTuILa3ubSnfPrKK1VL6TGor0aTLZ4i2tr9auF/SWNmOuuIZpknxS9Cp3lYhRuKoP0mZjLXApBIxSnqqJllne57KfWYqwZw+IAABCEAAAvVMoByx+vHHH7ut/PHDq0oRq5KfL7zwgjuE02/lz8pZ9VX333//KNPUi1X/0R9YJXnrP1+9ZrXLWFWb8PCqrl27ul+Ip19J2Z4t2/MlVm8cNK25pmlaKYDmrGubbDNPb89SALkHS7XMMf1Qq7BSapixqozrliza4P5NWw7E0r1krGZ9imu7HWK1ttev5qL3J7OXc4K5pFh42FE4eZ9J+s1NhphOrJdYVZ1PbffX5Q9d0udqe9G+J7hDrJLKCqhN0hb3LLDj9S7j9yTVBc2SsSpJGmadhpmcEmuPz33BHfKU1lcpmbRpbUOxqnl5oeeZ3j/uGleKoVyx6ks0eMnsD2g6ad+mQ8xKkaJpJQ1K6SM+ZppYDcsshHVSfemKeK1d9RuXrmG8hZ69UKxK1vvSGEmSP8vzGm/TXmK1nNi4J5+AhKr+xA+nghUEIAABCEAAAhCAQHkEyhGr+mX4ypUrc8Vqlwbr0tDF1TxN+hPWV9XnuubPn2+PPPKIk5+lXNtss43tvffeJsGqKy5Ww5qq/hCrUKiGYnXddde19ddfv+jweaUcotrAaQdNdYDDq3xN4JzZNZXJOMQkRCc210U1y6lh3Nw+/yCslkO6wjIZLSU4dCM1Vos+THXQALFaB4vYmaagLc+6koRoKFf/9sGsvDZeqIbbrpPKBkjwvbn4fZOklbzyYi8rZ8lVZdc+886LiaUJ4gcqZRWrcWmrMgQD1tvEnSrvsyKziNVidTyzilXFM+7WM6MsYC8Vb3v27lYdXiXp+ONbz4gyk32GbSlSNBSVIe9S+tB6ZykFoHYhM38wmLJQRwz6uvkM1vD5iUvXUM6qXdoBVKFY/cV+p9rBt5yeWoYg6/MatkOslkOtevcoW1N1WLkgAAEIQAACEIAABCpDoByxumLFClu6dGmrMlZ9OYBXX33VnnnmmcyT0c+Chx12mCnT1Ge6tkasqr8ePXpkHr+SDXOyQJ0EnWMnzDzTwqzRSo5HXxCoFAHEaqVI0k+7EPA1K5OEqMTeJt172wcrl0aySZL0hD3H2PuLF9ptLz+Uqf5qvExAsa3zxSYuAXndkzfbL565zTWNHwqVVazq3ngmpjJ/fbZqXPCFpQDC7NK0zEs/j7BmaNhHPGNV7SUER95wfA7v4QO/bq8tnGVTxv22GJocIRnWq03ayh9KzmI1VsP7vehUMG0lVn29VI2h5+dX+53u6tCm1Q+OH1oVB5W2RvFSAGlZzEXBpzRArJZLjvsgAAEIQAACEIAABOqBQDliVWUAVA4gpxRAiRmrunfZsmWuFIDqrGYtB9CzZ0/bfvvtbciQIZEQbY1YVRkASdqqXLGM0qSs0arExaAQKEIAscojUjMEJPH+9Nw99uBbjxcUpD7jdP9Bu9u4PQ+P5jf9rRk2Y94L9unKpan3+6xXCVodhqUSAhJlB247wvYYuEvB2qQaSJmqug4cOiqPq5dprRGrSaUGwgzUNElb7PR6H2zawVGhlAxlq14P7/H9xOeY9pClZcem1UgtdFBUOMahN4yPMmnD7M9iYlXPmK4BzXV1Q2FaTEiHslTPTN/uvV391Pjl+9S6+fq9ajNr4dvRIVZp4jipxmo411Ail/OFjVgthxr3QAACEIAABCAAAQjUC4FyxKrm/tFHH7lapRKk2vrvP2YtBaB7n3/+eXvllVdcP1kvL3N33nln23333d3YxcSqO8wqocaq7t14442zDk07CECgmQBilUehwxOQuPv1I7+LDmVSwBJPafVR/YT8wVH+73OWLCiasRo/zMpnwYYZsqqB+aOh+ydKVglBXUnlA7wUi8uvLBmroRwMpWNY01PjpvWVVEbg61vukrf2YWZrmEGqhkkZq76DUNzqtdaK1TCO+MFYpz7xRzdsWi3SUPTG2xQTqxp3s/X6R+sXsi4mVgsd6BWC9lnXqokbv9IOKPPtksRqPJN3+vjJkRgu9YsbsVoqMdpDAAIQgAAEIAABCNQTgXLFqkoBqCSAF6mlilXVaX3wwQft888/LwunaqP+8Ic/tD59+kRi1QvanEOrVq924nZN45q8w6vUB2WmysLPTZ2cAGK1kz8AHX36YcagZN3oXQ5w2/p1aI+uYnK1lPlJquoavP4A91EHX53zvVOcpFIm46xFs+25eS9FGbNqf/a+x+dkp0qaPTz3efvTEZdZKC7Dk9vjhxl5WaYxPzn7YevVvVcUtp9/KDnDepxx2RdmL8a3oYcsJWTjMYbbyuN1YBWQF4fxGH2waQdGFVqDpIzVMA5lH4dZn/G6rvH5i81P77rAZasmHRSWJlZ134LPPnCHo1158C+itUur1Zo0J8W2waT93Vtx4e3b+7VL4qs2OtzNl4xImnvY/xtnPxSFEYro+H2lfA0gVkuhRVsIQAACEIAABCAAgXojUK5YXbVqlX3yySc5YlVyda211nLZq/oYStfw8CodKDV9+nR77733MpcAiHNXfzrQdOTIkW4cXT5zNTy8Kvq8WayGB1dtsMEG1SsDUG8PEvPpVAQQq51quWtvsl68/XzXg3IOAZJIUm3RpFqr5c5SMsyfbF+sD2VF3vfyI3bjSw/adn02tSsOOs++tsk2FgounzHrM2X19z+OudS106UszxufvTPasq7XQlkryab+JY99OYKzv/9Td6/GuePNx81LWsVzzgO/yetLJQz8PbpPYlHy0HOThOvTrZf5GP0BX0ftOToHgdbBHwiWJJR9Yz9/tUnKyAw7DUVvEm/Jx5P3OSZHNKudBOaEBy93ZRp0KWYdNKbrT/Nmuo96Xv7le6fk3RuK57Q19hI7nLNvWywT188//rz69f6XR65266mYT9jlwJy10XrHy1xoffRsvfXBbJv0xOSc593XD1bZiXhGchb+SfMvRazecENTmYPx48cnoiz0vn5ovOOOO1K/zI444gj3g+HTTz/t/ujke13+vm9961umP/HrzjvvdC+NGTMm5y0d8qR49Bv4pHjL7Vexacx58+a58Q444ABT7OFv+n3ffk7F5q5+/Hz9/JNApTFQW8U0depUU+aDTnXda6+98uJKhZ/xDTHVGmocXQMHDnRrEmd/5ZVXutfj61VsTcIwXn/9dXv44Ydtxx13tFGj8susaL7vvvtuYuRbbLFFXkwZp0gzCEAAAhCAAAQ6IYFyxapQffrpp6Z6q0nlALxg9XJVQlPtP/zwQ1uwYIH7OVeCtTWXxtDP0AMGDHBb+vv07WNdGro0Zaim/JF81XuqqyqxygUBCJROALFaOjPuaEcCXqxKFB099Ac2bNCutnTlMpc5qsw+vR4eVlVOaL6PrFI1HENC67Zn7zZtT/db1iU5n5/3kn22clnUdNv+2+SVDvBZkvGYB6y3icuSVT9Lv1gevd27W89Iyure5995KcqWVRzKqI1f4T3he5Kaby18O6d5Uoy+gYRsePkYk3j7vpPKIYTt0+avNkllCuJj6X6NFXJer3svx9nXSI3fE59HUvxD+m3thGxa20Kx+Tn5PgrNN7428fX296ovPfPKqE17VvR6/P4sDOP9lSJWp02bZkcffbRdfvnlebJSEvPcc8+12267LVGESRgeeOCBtuuuu7rtSvFr4sSJtsMOO5ik3KWXXuoOA9Dl79M9f//73/O2Ko0e3fQLgbvvvjunS4m38847zxYvXmwvvfSS+4EzvMrpV/LzpptuskMOOcR22mknkyi85ZZbXLcPPPCAiz+MWVu7JBeLzT2M38//29/+dk68mocONtDYkydPjt5TDIceeqh779hjj3XzTIsr6dnP+pp+8B8xYoT17dvXraNEsl4TD42ruP2lAxDOP//8SBb714utSRiLWN93331uvJkzm355El5ad81Zz1P8Ur2xX/7yl1mnRjsIQAACEIAABDo5gdaI1ZUrV7qfvdJqrEq4SrxKpr788stOrIb1UCuB3mfC6qN+dho6dKhttNFGtvbaa7uxJG99lmr4Ub+M7969eyVCoA8IdDoCiNVOt+S1NWHJohPvPL9gZqrfwl9q9mq49f/XB51Xdl1KEZVQu+Ivv7fvDtk78eCq2qJOtJ2VQCliVYyOP/54e/zxx90fLyu9dJN4C6VfyNTLRS8b03iniVW1j0tFvZYmVvW6MiqfeOIJJ4N9Rqgf18eTtV+JOknUUKDqXv0gre1X+sH00Ucfdd3H55p17ro3Pv+QU5K89oIxKS4JKkyHXwAAIABJREFU17lz5yYK6VKfdy8643JbsvTkk0/OEeppYrXYmviYxHS33XazU045xUn2pGcmbd1LnRftIQABCEAAAhCAQGvEquhJlkpeOsHZpcFljOqSdJ09e7YtXLjQ/cyoNhKdbXn5EgS9e/d2WaxbbbWVdevWzaxBdQIsEqySrpKwXBCAQHkEEKvlceOudiag7MGZc190o87/bKHLUty+X9OWemVaTp/1V1caQCex+0t1NsNLW6ffXPy+bdLcRm1P2HNMRUWo4kzKVmxnXAwHgbIIlCpWvfRSpqDPEvVyLymj1AeVVS6miVVJVWUwxjNikwSbRO8uu+zihJzG1T3xrEcfT5Z+NefBgwcnZmFqfsrkvf76623KlCkuk7OtxKrGCqVlMaaeQ1L2aKkPizgra9bL4/D++Nb/JLGaZU18nz6zVc/Tcccd5wR5mBGrdojVUleQ9hCAAAQgAAEIpBForVj98ssvXTkmSc3Va1bbZ0s+s/nz59s777xjeq+tZWravBTPOuusYyqTtNlmm7lEAL2mS7vB9B4XBCBQHgHEanncuKsDEtB2+MdmzbA3P5htry2c5Q6f8vL1jUVv2+LPl9qWfQe41wptF++AUyMkCLQLgVLFqoIKsxT1d2WEXnfddQXrWhaTgH6yaWJVknTSpElu+3cocJMEm7JL1V4y1Qu9uJAN4ynWr5/vk08+GW33L7Q4bSVWfb+etc+iVSZE2qUMY9WDTRKipTxgfl0kaX3t2LT7k8RqljXx/X33u991YlxjevZz5szJKQOBWC1l9WgLAQhAAAIQgEAhAq0Vq+pbv4jXz2RvvfWWff755277f0e6lKG67rrr2pAhQ2zrrbd2kpULAhAonwBitXx23AkBCECgrgiUI1YFwGep6vMwezUNjpeCvg5o2C4UdYXEqn7brnID8WxZ9RXWWB02bJirA+rrbIaizo8bys9i/Rbanp803zSxmlZf9qijjoqkdCgww74liJWxO2jQILv33nudZMwiF0uNvdDDLZ7XXnuta6IM3n333dfV040fLpUkVrOsifqNi3CfLRwX95q7hLGkfnhxcFVdfXtiMhCAAAQgAIF2IVAJsapA9TPaRx991C4xlzuIaq+qXBRXGQT+dqk1fOsCu+TpRjv/m2Xczy11RQCxWlfLyWSqTUD/81Qxcp3C2HPddW3555+7j3Pfecd69uhhPXr2jN7X/8jemTfPNt5oo6id4g/b+j78vHSPxtDr6/bsGd2v9/1Y+qh2b7zxhhtT1xuvv27b77BDNP6gLbeM2n/40Ue2fMUK187Hrb7DS3359xSfPtelcT5fvtzFrNdWLF8ezUefq1/fVjFrrC0HDszpW7Uqx40bF73m56cXfHs/F/HzY4Tz93PQvDyLkJWYJF1aKzHy8/dc1DZcN8WstfIf1d6PpdiUDak5+HE0di1e5YpVX1dVcw7rraYxKHSAkz+4SvcWEqs6CMpnMPoDtOJy0R+wFR5YlZT1GJefhfotVU6midUkqaw5a176E87fH17lD62SyFQtU0loSVVd7S1WNabW/eGHH7annnrKrbvikzD2sldt4mI165ro3jCz1T9Lqu+q9QyzbtMOr+Lgqlr8LkTMEIAABCAAgeoSqJRY1eGr999/f4fLVvV0lbV68MEHu5/VyrkW/udoG3D0PbFbL7GnGs+3pp9k6+h67zYbvcUcOzua20K77YhTzK68247OPRO3jibNVEohgFgthRZtIVCEgP5H/NGiRbboww9t3xEj7G4d5vLTn9o7c+faczNnWr+NN7Z9Royw6/7wB3d6tj9F+/f/9m92yj//sz32xBMuC02HzOg64IADnCD112GHHWYaY/vtt3d/zjjtNBs9Zoztsfvu9v9feaXrf3/d8/rrTvItX77c5s2daxdMmODue/211+wHBxzg5K7eVx/6fOrUqXbMMcfYzTffbN9W5tkBB0RjTps61X2+6KOPnERVttlDU6faDjvuaIrn+uuui15TO81b/UlYKh6xUFvJRvG4ujnLzQ9wycSJLj5/SWDOfP55F7vGU01FP74+aj6jDz88Z/7KVttx++2d4JRw1X0nnXyym7ME6WtvvOG46nruuedsjz32cJ9r/orz4alTbaN+/Rx3385/rvXUmmmL+EUXXmh33X23G8tLVL2vexXv66+/7voWl1q8yhWrmmsWseeZVKIUgJeP4QFaZ5xxhhvCZ6zqPWV2Jl1exuq9pHjS+vXSNZS18f6VWemFZ6VLAfjx41mbEo46nCtePzaMrVCb8AAvf4/+QVDK5Q/UOu2006IM4bhYzbomGldb0yRrk66wFEMpz14p86EtBCAAAQhAAAKdj0ClxKrIqa6qfqncES/tMtqyOSml1Pienthge114mP3p3Vyx6F5/5U+24I6jrX+pndZU+4W28L3+1h+pWlOr1pbBIlbbki59dzoCXqwuW7HCCcsVy5bZsD33dKJvzrx5Trp5Yag2r732mn1jjz1Mn8+bM8c27tfPCU6JRUlQCURJSi/7QrEquBK0PXr1sssuu8xemDnTCURlTnr5qnElbyUzlRkq8XfhBRfYc88/7zJflXUpEXn3XXe5cX918cXWq0cP117CU69JOqpP3SOBqc/1nherXoyq/5nPPuvmMGfuXBs8aJATq7okHjWfDxctckL568OGRc9GXKzqDX84jZ+34tQ81LcucQnn72Wm+tLYuiTOJJo0rjJMvUwV/8cee8x++MMfunaSq5LXw3bf3YllzUuX7jv5n//ZSXHJqmeee8523HFHl4Er4a2+JVUlmnVJNg8cNMj1feONN9bks1+LYjU8QMtDl1j128Yl+eLb0yXJw8OXksRqWr9+e3paHVl9je2zzz5RndlKi1XN0W/DD+ViFuGrZ1Vb9uOHP6lPzVffj8LLy+vwNT+feJ1a3yYuOUOxWsqa+MxWcd5889yfWseOHeu+D/nyDojVmvx2Q9AQgAAEIACBDkmgkmJVE/zHP/7R6vr2lQal0lhbbbVVWd02ZapanlR1nWl7/JWDm8Rq81b5cJCWbfNP26UN023k02Z7NW+nH/k/DTb9+0+ZfWsvu+Dip6xxgtmlDXvZBUEHhe4Pt+PHs2lb7lOm6QD7yZ1Bp2O8CI6/F2Tfhhmr7vOfWJire9htC+zuHzepZMnlaB56Ieq/LNzcVCMEEKs1slCEWRsEJNvefP11Jyv7bbSRkxj/9u//boePHm1z581z7ymTUhKyZ8+eLrNRMlBZnpKgWw4a5ESqtrvrNQk9iTyftenr9Hg5e9jhh9vzzz1nu++xh7tHY2hM9aUxdEmmKBPWC0D1KTH45OOPu/clKO665x43xg477BD157ezK4NUwlHSUG00h+122CGqGSTpqT591qbmpSuecaoMzwNGjbKp06blZHQmiVVxlOCVcB40cKCTu/pcmaLKnNWlOSp2tZXw9e+L10Ybb+xY+HZhaQP19/gTT7i5iKfmqTnpfq2TxtIltpq3K4HQvFb6QcvPSzzVr+eorFZlv6rvsLRBbTy5TVHWolhV3F7C6XNtm5dY9dmT8YOOwvZeTKZl0Cb1q/t9Tc/p06fnHKKk93ymqz9Uqy3EqgTlyJEj3UED4ZZ4PZN6LdyK758/ZavqlxOFMm2zPqvKJE2qpevjCuVtKFZLWZNCB23FD+pCrGZdOdpBAAIQgAAEIFCMQKXFqsZT5qp+Zqv2IVba/i+pWm6mqubipOW9owtnpTbLx6+H9UedaH2hWchKrHqB2lQ4oCkLNpSZC23h5v1bMl9ztuPn3x+tq2t3t4322bTBuIOnxDNqm2Xqzk/Zgm0m5cwrJ/s2GnukTW/Yy14IRKrF5po7j5b+GyfUXYGEYl9Knep9xGqnWm4mC4GORyBeY7XjRdh5IqpVseqFprb9e7EqyTh06FCbPHly4gJKDh5yyCEue7NQaQK/dd33q858Tdm+ffu6WqfKZJZUvP76613GcpjNWmqNVfXvD/AqVM/V93v++eebpKkuZcsedNBBprjOPfdcl+mZFldrnmqfHSsmOmxL44iJ5q0SGmGd3VCsZl0TzWeXXXZxWefjx4/PCzWeFYxYbc1qci8EIAABCEAAAiGBthCr6l8lltyOtyodaKVkEv3yu9yaqp5RdrEayE33A3QoPCVGJ9ngoJSAhOSkbVoyP6M1ycl89eUH8u9vWcP095z0NGXDtkjO6LXvT2/Jto1/SeSI1dy4zZokrzVL5Pg8HK+3z84Zk6+4+iOAWK2/NWVGEIAABMoi0Bqx6rdl+4+FApAYmzBhgoUHVSW1l8C7/fbbo5qphe6TQDzuuONMBxZJxqne6kknnZRXBsCPI2n56quvOvGatd9wbhpPf9cPyMqK1SVRe+KJJ0aHT3nZGc7Vj1WIj+cSn3/8Hs1hxowZNmXKlChzNh5Xnz59bMSIEXlxlfWABDdJ7Op58TVsNY7mLykabt2X9JR8VVmBrGty5JFHOkl99dVX55UB8CFIeO+0005uvFKevdbOm/shAAEIQAACEKhvAm0lVj01/Qyln0Hb89LPTEklnsqJoaBYdRLU7Kl3B9uk2Hb5prHSxWiikNThWK4sgERoKEwLiVWNE9vW39xHUzZpwqz9GLFt/lEJAcRqOY9Kp7oHsdqplpvJQgACEEgn0BqxClcIQAACEIAABCAAAQjUOoG2Fqvi8/7779vzzz9vCxcubFNc/fv3t91339023XTTio1TtMZqJFZjGas5ERTPWM3LYC2S8Zo+wSbJOudnjaY6rvGM1dT78uqqzrGzG1UKgIzVij1MddQRYrWOFpOpQAACEGgNAcRqa+hxLwQgAAEIQAACEIBArRNoD7HqGelgKx0eWmnBKqGqUlXlHlBVbA2bMj999mlL66i+aHPGqgW1SHMzXbOJ1b1e8QdL+RqsxUsBNInfr9tTjeeb2/Af1EB1YjWs4xpt419gg68cYD/ZuaVMQE4/JdZYDUsaUAqg2NNUH+8jVutjHZkFBCAAgVYTQKy2GiEdQAACEIAABCAAAQjUMIH2FKse06JFi2z27NmuVv2yZcvKoterVy8bNGiQ6RyBfv36ldVHKTc1icd7YrcEsjWnNqqZjWmRpLnb+pu6yK+xmrud/5Knm+WnqZ/BdmNe5mhc8Lb8/bBI8MZKBJhZtN2/WbJeEN0WzCUve/UnFs68pf/8eSBWS3mqarctYrV2147IIQABCFSUAGK1ojjpDAIQgAAEIAABCECgxghUQ6yGiHTI1QcffOAOu1q8eLETrStXrrSvvvrKNVt77bWte/fuJpGqGvc6jGqTTTZp9aFUNbZMhAuBDkUAsdqhloNgIAABCFSPAGK1euwZGQIQgAAEIAABCECg+gSqLVarT4AIIACBUgkgVkslRnsIQAACEIAABCAAAQhAAAIQgAAE6o4AYrXulpQJQaDNCSBW2xwxA0AAAhCAAAQgAAEIQAACEIAABCDQ0QkgVjv6ChEfBDoeAcRqx1sTIoIABCAAAQhAAAIQgAAEIAABCECgnQkgVtsZOMNBoA4IIFbrYBGZAgQgAAEIQAACEIAABCAAAQhAAAIQgAAEINC+BBCr7cub0SAAAQhAAAIQgAAEIAABCEAAAhCAAAQgAIE6IIBYrYNFZAoQgAAEIAABCEAAAhCAAAQgAAEIQAACEIBA+xJArLYvb0aDAAQgAAEIQAACEIAABCAAAQhAAAIQgAAE6oAAYrUOFpEpQAACEIAABCAAAQhAAAIQgAAEIAABCEAAAu1LoGHFgz9ubN8hGQ0CEIAABCAAAQhAoO4INJhZ9FOl/lLgKvJ27p3FGzcUb2JmmRq1DJ3aXJPsUmqITe1zGFXoCYjiLDw/Mcr+Q39sfmmhZkWatV3Wh0YTydpnYrvkm7M9R/EgswZSZL1dNxn6ytDE9VMCo5LmXfYzrBtTgs80p2x4Sv6qKmnyxdYw60Sa+ynIMugra7clPOtZOeV2WaHv61mf9aJB+oe8IdOXTtHuYt+gS/uemfH7Qta1jLor+YaEaSb8P6s4jPwWFftaqcScMn6/LGeeZd2j/2dm/z9s8hAdiUu9xVLC/xDLWn+zhiWXtfoJKHNoboMABCAAAQhAAAIQqBsCpfwcXkrbDIBK+vde1rGztivl33el9Jlh3q5Jxj4bsv67L2s7jZ2pbUOeh846tdx2wUSzeoLUdgniuNHMMSp25fWZcQGK9ese4gx9ZWgS9ZOprVnhr59YJxn7TLAy6Q9M1j6jdkUevKz9iXjmL4xiC6jO1srQKGiSGmfsIcs6n7x26iclpox9Vl2sFo2z+eumaLssSxObbabvb2mPdUpAWfuMwq3IxPJ/GZgFR7xNlw4USyn/8ys410rNSV9n9SRWKzGfzD8kFHkas/yPudgDnfWHhmL9pL/f8NmkVj8B5Y/OnRCAAAQgAAEIQAACtU+gFNmU+edb37DwP3waG826FP25u7mvrGMXbBeTFa3qM+vNKY9IdHvhfrIxav53YZcCMiYMI1PojWaNXSogVmODZRrbzyfOLnl+pTHyfWYNpMiXeDR4kX/kZxqutGe98LzL5J433ZSv5Uzzae4s47Pu/mVb9PtBU5+NjY3Wpfg3j2zfnx3IEsRq0e8xzZPIOp/Edilfyxn7zG1W5KaMfTatT4bGGZo0iawuZo2V+OVNbLaZ/r9S6HtM8i9vsj6bzU9o9oe54FOa8Xt6oT4yf4Ms9uVSgViidPzWStFMD1mxCTU/BCV87Sf2WMlYMn4DTJ1ZJdbIfYetwPNbiT4qFUvhR6Gh8SrEaoavFppAAAIQgAAEIAABCBQiUMq/cUppm4V6Kf1lzRgq+G+T4M1Sfu5PjLOU4BNgRLcX6SfrMK5dxmyVTH12MWsQpNZeZZZfyFvvAv9oLOvZyATBmzyzNSksXNpohn8QFx0ueCCLtm1ek4LtYm9m7TNvuZszC+Ovl9Jf1mc96zoqlkpl4TnsGb9uiv47PzaBrIwS2xXIWG1cbWZrSvjCrND3mJLEarHvHc3PVVZGBWdb5rOeOHbKQ1hynBm+JxRdwQqJspK2hhQKqhJzKuWLvFgsxZ6xooDTM8Oz3Bq1KfnhSOm9Ev20Zo3WmK1ZkeV/LhnpVGI+7pt9BbKK00Nu2PW0rSvxJGWEQjMIQAACEIAABCAAAQhkJVCpH6izjhe0a7eh22egzKNkbah/QWRtWwb+/FsqNVhy4CVNp5xQVGpgnbVsnX49rDFNrrYv0BbE5cynImtabieVC7hirqikB6jceZdzXxqr1fZlty1szdp9S5Sr2WPwI3+2pot7sr9qbLAVq/V5dv2wxrrYF9a1nb4ysseVnUK5LSv3jDdF0JHmVi4T7uvoBBob19jaXXrYWhudGsjVjh516+LruXYX66bfH9v4nfkqax1L7oYABCAAAQhAAAIQgAAEaoZAFf75oyG7rW1dt+htjaurMH7NrE0NB9ohlzU5qIbG1baqx9fMuvYzM2WudtSrQ0LtqLCICwJVJrDG1mroYT36n2eNa5ZVOZb2GV5VMtzv1dY+aSe+W7UPc0aBAAQgAAEIQAACEIAABDohAVfPs9va1m2z3unlADohF6ZcJQKNX9kX625jq7tubA0llQOoUrwMCwEIdHgCjY2rrWuXntZjk3M6jVj1i4JY7fCPJwFCAAIQgAAEIAABCEAAArVMALFay6tXh7EjVutwUZkSBKpLALFaXf6MDgEIQAACEIAABCAAAQhAoG4JIFbrdmlrc2KI1dpcN6KGQAcmgFjtwItDaBCAAAQgAAEIQAACEIAABGqZAGK1llevDmNHrNbhojIlCFSXAGK1uvwZHQIQgAAEIAABCEAAAhCAQN0SQKzW7dLW5sQQq7W5bkQNgQ5MALHagReH0CAAAQhAAAIQgAAEIAABCNQyAcRqLa9eHcaOWK3DRWVKEKguAcRqdfkzOgQgAAEIQAACEIAABCAAgbolgFit26WtzYkhVmtz3YgaAh2YAGK1Ay8OoUEAAhCAAAQgAAEIQAACEKhlAojVWl69OowdsVqHi8qUIFBdAojV6vJndAhAAAIQgAAEIAABCEAAAnVLALFat0tbmxNDrNbmuhE1BDowAcRqB14cQoMABCAAAQhAAAIQgAAEIFDLBBCrtbx6dRg7YrUOF5UpQaC6BBCr1eXP6BCAAAQgAAEIQAACEIAABOqWAGK1bpe2NieGWK3NdSNqCHRgAojVDrw4hAYBCEAAAhCAAAQgAAEIQKCWCSBWa3n16jB2xGodLipTgkB1CSBWq8uf0SEAAQhAAAIQgAAEIAABCNQtAcRq3S5tbU4MsVqb60bUEOjABBCrHXhxCA0CEIAABCAAAQhAAAIQgEAtE0Cs1vLq1WHsiNU6XFSmBIHqEujUYvWTTz5prC5+RocABCAAAQhAAAIQgAAEIAABCEAAAhCAAAQgUFsEGhCrtbVgRAsBCEAAAhCAAAQgAAEIQAACEIAABCAAAQhUnwBitfprQAQQgAAEIAABCEAAAhCAAAQgAAEIQAACEIBAjRFArNbYghEuBCAAAQhAAAIQgAAEIAABCEAAAhCAAAQgUH0CiNXqrwERQAACEIAABCAAAQhAAAIQgAAEIAABCEAAAjVGALFaYwtGuBCAAAQgAAEIQAACEIAABCAAAQhAAAIQgED1CSBWq78GRAABCEAAAhCAAAQgAAEIQAACEIAABCAAAQjUGAHEao0tGOFCAAIQgAAEIAABCEAAAhCAAAQgAAEIQAAC1SeAWK3+GhABBCAAAQhAAAIQgAAEIAABCEAAAhCAAAQgUGMEEKs1tmCECwEIQAACEIAABCAAAQhAAAIQgAAEIAABCFSfQEXE6so1n9nnjUvsyzUrrNEaqz8rIoAABCAAAQhAAAIQgAAEIAABCEAAAhCAAAQgEBBosAZbp0sPW7dhfeveZb1Ws2m1WF26ZpHN/niuXfXIvfbYmzPt81VftDooOoAABCAAAQhAAAIQgAAEIAABCEAAAhCAAAQgUEkC63btZiO339PO+P4htvWGg6x3l36t6r5VYlWZqm9+/KYdcs35CNVWLQM3QwACEIAABCAAAQhAAAIQgAAEIAABCEAAAu1BQIL1vtMvte023K5VmautEqufrn7Xzrz9Dzb1lRntMWfGgAAEIAABCEAAAhCAAAQgAAEIQAACEIAABCDQagI/HLqPXXnkydZ3rS3K7qtVYvWDVW/ZnhefSrZq2fi5EQIQgAAEIAABCEAAAhCAAAQgAAEIQAACEGhvAspaffbC39kmXbcte+hWidWFq960oRNOKntwboQABCAAAQhAAAIQgAAEIAABCEAAAhCAAAQgUA0CL0+83vp33a7soRGrZaPjRghAAAIQgAAEIAABCEAAAhCAAAQgAAEIQKBWCSBWa3XliBsCEIAABCAAAQhAAAIQgAAEIAABCEAAAhCoGoGqidU1a9bYotWzKAVQtaVnYAhAAAIQgAAEIAABCEAAAhCAAAQgAAEIQKBcAhKr/dYaYl26dCmri7JLAaxatco+ttmI1bKwcxMEIAABCEAAAhCAAAQgAAEIQAACEIAABCBQTQISqxva1ta1a9eywihLrDY2NtrKlSttydrzEKtlYecmCEAAAhCAAAQgAAEIQAACEIAABCAAAQhAoJoEJFbX/2qgde/e3RoaGkoOpWyxunz5clvW7b02FKub2VnHnmQrb7rI/q3kaXEDBCAAAQhAAAIQgAAEIAABCEAAAhCAAAQgAIF0AhKrvb7Y3Hr27FlPYnUzO+tnd9oVW7xu55w13q7iCYAABCAAAQhAAAIQgAAEIAABCEAAAhCAAAQgUEECVROry5Yts+Xd57dBxmqzVN22t9mKZxCrFXxY6AoCEIAABCAAAQhAAAIQgAAEIAABCEAAAhBoIiCx2nPlZtarV6/2zVhtG7EaSFXNDrHKcw4BCEAAAhCAAAQgAAEIQAACEIAABCAAAQi0AYE6EqsxqYpYbYPHhS4hAAEIQAACEIAABCAAAQhAAAIQgAAEIAABEagTsZogVYP1XfnFF2arPrK5C/9h//vSTXblI8/YXNYfAhCAAAQgAAEIQAACEIAABCAAAQhAAAIQgECZBOpArBaWqklcVn78jP3b7ePtnJfLpMZtEIAABCAAAQhAAAIQgAAEIAABCEAAAhCAQKcmUONitXSpGq32qvl2750n2BGPz+/UDwCThwAEIAABCEAAAhCAAAQgAAEIQAACEIAABEonUONi1cyG/speOekw265r6ZO3L16yyy4ZaxcuKuPeIrdc/6tX7Lj+ZrbwHut60UU5rc/62VN2xba92+hwrV/ZK/9+mG2XMG45s3TzsPw5lNMX90AAAhCAAAQgAAEIQAACEIAABCAAAQhAoF4I1L5Y1Uq0Qq4ufPUi2+Laeyq+npFYXfGMnXPWeLsqGKHQewUDOfY+W7WX2ZT/7xA7KaWh+j50ySTb+MqbKjInxGpFMNIJBCAAAQhAAAIQgAAEIAABCEAAAhCAQJ0RqA+xmiZXV7xkV/35v23lNrvaoB4b2m5b7WDb9e2du4QJ4rMSa+yE5HpLbXEPs7/fuZft9xffqzJKv2/9V/S2PpYvXVsnVo+1s753k10VjdX6mSBWW8+QHiAAAQhAAAIQgAAEIAABCEAAAhCAAATqj0D9iNUkuZogTQftcbZdP/oo+07fbs2rOd/+c8L+dkyFywE0idV/2Ju2lfV/N8ggbc46fXPhVrbdejGx6t7bKucpe/OpnW3nm8yi8gHu3aX2v3fuZXP3adqmP8UOs+P6N722n91gH47ZIZK5ufe13NskepvKBljzGE0D576WJ1YLxFh/Xx7MCAIQgAAEIAABCEAAAhCAAAQgAAEIQAACyQTqS6zG5WpaNmq/H9v9P/uFHdA3Lhor95g0idVnbMq7O9hxW7welQPwotLJ0FCsfi9XiCqSJin6YcvW/1gpAF9SwMtXF33Qz9Shut+ahGtzFmtunyWK1Sx07fmlAAAgAElEQVQxVg4hPUEAAhCAAAQgAAEIQAACEIAABCAAAQhAoMMSqD+xGsrVVQW22u/1B3v32H2sv823e3+7vx3xRmXXyIvVc/7b7BdjNrZ7XV3UY+2Rq862AS/ubE9v1SRe4/VXc6KIi8wksRrvIy5WA6nr+s7po0SxmoQoQbZWliS9QQACEIAABCAAAQhAAAIQgAAEIAABCECg4xGoT7Hq5erRm9nk83IPjmpZgibJ+Z3ub9hV/3yEnVPhtYnE6llP2gHNMnXn+cpKbZKs1pzRGherBbfuJ4lVu8e6XnRRS/TFxGrOPMsTq4XLC1QYJN1BAAIQgAAEIAABCEAAAhCAAAQgAAEIQKADEqhfsSrY/TazQYvm29xE8M1i9bN77GsXXZTSpvwVaxGr4217SVS7x85Z8n27ojmD1L0WZJu2yMp/tGz9z5Kx2o5iNVOM5SPjTghAAAIQgAAEIAABCEAAAhCAAAQgAAEI1AyB+harBZehSaz2fWZ/2+P2+RVfsFCsXqVM010/tP/97Bu225Kmg6xy3jfL+7sLqC3EarFSAG7Mb9jC5gOtwsOr4jEnxlhxknQIAQhAAAIQgAAEIAABCEAAAhCAAAQgAIGOR6DzitV+l9v//XxD+8NZaaUCWrdYuRKyacv9drY0OkgqUaz2D7JVLf+e3PqozTK2WMZqhsOrtlvYUk4gfiBWnlgtFmPrsHE3BCAAAQhAAAIQgAAEIAABCEAAAhCAAARqgkCnFauDjr3D7lxxlu1xZ+WzVbXyueK0uexAjxZxmpT96aVm05OjtvfYINWB7eGFbK5snbtPU4mBtBqr+/3FrGg91OYM1T7Nj+ubT02yBbs2HbC180358rZ4jDXx3BMkBCAAAQhAAAIQgAAEIAABCEAAAhCAAARaRaCTitVv2M8P3s7+8/6bKl5btVWrwc0QgAAEIAABCEAAAhCAAAQgAAEIQAACEIBATRDonGK14KFWNbFuBAkBCEAAAhCAAAQgAAEIQAACEIAABCAAAQhUkUDnFKtVBM7QEIAABCAAAQhAAAIQgAAEIAABCEAAAhCAQO0TQKzW/hoyAwhAAAIQgAAEIAABCEAAAhCAAAQgAAEIQKCdCSBW2xk4w0EAAhCAAAQgAAEIQAACEIAABCAAAQhAAAK1TwCxWvtryAwgAAEIQAACEIAABCAAAQhAAAIQgAAEIACBdiaAWG1n4AwHAQhAAAIQgAAEIAABCEAAAhCAAAQgAAEI1D4BxGrtryEzgAAEIAABCEAAAhCAAAQgAAEIQAACEIAABNqZAGK1nYEzHAQgAAEIQAACEIAABCAAAQhAAAIQgAAEIFD7BBCrtb+GzAACEIAABCAAAQhAAAIQgAAEIAABCEAAAhBoZwKI1XYGznAQgAAEIAABCEAAAhCAAAQgAAEIQAACEIBA7RNArNb+GjIDCEAAAhCAAAQgAAEIQAACEIAABCAAAQhAoJ0JIFbbGTjDQQACEIAABCAAAQhAAAIQgAAEIAABCEAAArVPoOpitfYRMgMIQAACEIAABCAAAQhAAAIQgAAEIAABCECgMxLouXIz69WrlzU0NJQ8/YZPPvmksdS7GhsbbdmyZba8+3zbvt+3Sr2d9hCAAAQgAAEIQAACEIAABCAAAQhAAAIQgAAEqkrgjUVPG2K1qkvA4BCAAAQgAAEIQAACEIAABCAAAQhAAAIQgECtEUCs1tqKES8EIAABCEAAAhCAAAQgAAEIQAACEIAABCBQdQKI1aovAQFAAAIQgAAEIAABCEAAAhCAAAQgAAEIQAACtUYAsVprK0a8EIAABCAAAQhAAAIQgAAEIAABCEAAAhCAQNUJIFarvgQEAAEIQAACEIAABCAAAQhAAAIQgAAEIAABCNQaAcRqra0Y8UIAAhCAAAQgAAEIQAACEIAABCAAAQhAAAJVJ4BYrfoSEAAEIAABCEAAAhCAAAQgAAEIQAACEIAABCBQawQQq7W2YsQLAQhAAAIQgAAEIAABCEAAAhCAAAQgAAEIVJ0AYrXqS0AAEIAABCAAAQhAAAIQgAAEIAABCEAAAhCAQK0RQKzW2ooRLwQgAAEIQAACEIAABCAAAQhAAAIQgAAEIFB1AojVqi8BAUAAAhCAAAQgAAEIQAACEIAABCAAAQhAAAK1RgCxWmsrRrwQgAAEIAABCEAAAhCAAAQgAAEIQAACEIBA1QkgVqu+BAQAAQhAAAIQgAAEIAABCEAAAhCAAAQgAAEI1BoBxGqtrRjxQgACEIAABCAAAQhAAAIQgAAEIAABCEAAAlUngFit+hIQAAQgAAEIQAACEIAABCAAAQhAAAIQgAAEIFBrBBCrtbZixAsBCEAAAhCAAAQgAAEIQAACEIAABCAAAQhUnQBitepLQAAQgAAEIAABCEAAAhCAAAQgAAEIQAACEIBArRFArNbaihEvBCAAAQhAAAIQgAAEIAABCEAAAhCAAAQgUHUCiNWqLwEBQAACEIAABCAAAQhAAAIQgAAEIAABCEAAArVGALFaaytGvBCAAAQgAAEIQAACEIAABCAAAQhAAAIQgEDVCSBWq74EBAABCEAAAhCAAAQgAAEIQAACEIAABCAAAQjUGgHEaq2tGPFCAAIQgAAEIAABCEAAAhCAAAQgAAEIQAACVSeAWK36EhAABCAAAQhAAAIQgAAEIAABCEAAAhCAAAQgUGsEEKu1tmLECwEIQAACEIAABCAAAQhAAAIQgAAEIAABCFSdAGK16ktAABCAAAQgAAEIQAACEIAABCAAAQhAAAIQgECtEUCs1tqKES8EIAABCEAAAhCAAAQgAAEIQAACEIAABCBQdQKI1aovAQFAAAIQgAAEIAABCEAAAhCAAAQgAAEIQAACtUYAsVprK0a8EIAABCAAAQhAAAIQgAAEIAABCEAAAhCAQNUJIFarvgQEAAEIQAACEIAABCAAAQhAAAIQgAAEIAABCNQaAcRqra0Y8UIAAhCAAAQgAAEIQAACEIAABCAAAQhAAAJVJ4BYrfoSEAAEIAABCEAAAhCAAAQgAAEIQAACEIAABCBQawQQq7W2YsQLAQhAAAIQgAAEIAABCEAAAhCAAAQgAAEIVJ0AYrXqS0AAEIAABCAAAQhAAAIQgAAEIAABCEAAAhCAQK0RQKzW2ooRLwQgAAEIQAACEIAABCAAAQhAAAIQgAAEIFB1AojVqi8BAWQhsHr1avvyyy9tzZo1WZp3yDYrVqywL774wjbffPMOGR9BQQACEIAABCAAAQhAAAIQgAAEIAABCGQngFjNzoqWVSIgGblq1aoqjV65YZcvX27z58+3Pn362FZbbVW5jukJAhCAAAQgAAEIQAACEIAABCAAAQhAoN0JIFbbHTkDlkJAWar6Uw+XxOp7771njY2NtsEGGyBX62FRmQMEIAABCEAAAhCAAAQgAAEIQAACnZYAYrXTLn3Hn7i2/ytbtZa3/4eUvVjVfBoaGpCrHf8RJEIIQAACEIAABCAAAQhAAAIQgAAEIJBKALHKw9FhCdRTtqogh2JVf0eudthHj8AgAAEIQAACEIAABCAAAQhAAAIQgEBRAojVoohoUC0C9VJb1fOLi1XkarWeLMaFAAQgAAEIQAACEIAABCAAAQhAAAKtJ4BYbT1DeqgwAWWqfv7559alSxeX1VkvV5JYRa7Wy+oyDwhAAAIQgAAEIAABCEAAAhCAAAQ6GwHEamdb8Q48348//tjmz5/v6qrqGjBggPXp06cDR1xaaGliFblaGkdaQwACEIAABCAAAQhAAAIQgAAEIACBjkAAsdoRVoEYnFBduHBhzkFVnUmsIlf5IoAABCAAAQhAAAIQgAAEIAABCEAAArVFALFaW+tVl9F++umnNnfuXPvqq69y5lfvYnWttdZy5Q4aGxtt9erV7iMHWtXlI86kIAABCEAAAhCAAAQgAAEIQAACEKhDAojVOlzUWpvSrFmzbMmSJXlh17NY7dq1q0ms+ktSVWJZghW5WmtPMPFCAAIQgAAEIAABCEAAAhCAAAQg0BkJIFY746p3oDnrkCqJVR1YFb/qVaxKnK699tp5B3NJrq5atcqVQ0CudqCHlFAgAAEIQAACEIAABCAAAQhAAAIQgEACAcQqj0VVCShTdfbs2S5Ts7OIVW3/l1hNuiRVJVcpC1DVx5LBIQABCEAAAhCAAAQgAAEIQAACEIBAUQKI1aKIaNCWBBCr+XSRq235xNE3BCAAAQhAAAIQgAAEIAABCEAAAhCoDAHEamU40kuZBDqjWFU2qmqsKnM17ZJc9eURKAtQ5sPFbRCAAAQgAAEIQAACEIAABCAAAQhAoA0JIFbbEC5dFydQCbG6Yvly0x8Jy7a4Grp0sZ49e9q6PXq0qvvly5fbe++952qoSqpKrkqapl0qj6CyALqQq61Cz80QgAAEIAABCEAAAhCAAAQgAAEIQKDiBBCrFUdKh6UQaK1Y/eSjj0wHYLXHJbG6wYYblj1UKFbVSTG5KlH81VdfRfVnkatlo+dGCEAAAhCAAAQgAAEIQAACEIAABCBQcQKI1YojpcNSCLRGrK5cudI+/fhjlwHaHpdEaN8NN7Tu3buXNZyyT995551oi786WWuttdxBVmmZqxKr+uMv5GpZ6LkJAhCAAAQgAAEIQAACEIAABCAAAQhUnABiteJI6bAUAq0Rq8uWLrXPlixpsxIA8XlIaq63/vrWq3fvUqaY0/aDDz6wTz75JOc1iVX9iV/xjFXkatnYuRECEIAABCAAAQhAAAIQgAAEIAABCFScAGK14kjpsBQCrRGr1chYVSmAbmVmrIqLsk9VZzVevkD1VpW9Gl5hjdUkybvBBhvYVlttVQpu2kIAAhCAAAQgAAEIQAACEIAABCAAAQhUiABitUIg6aY8Aq0Rqxpxyaef2rJly8obvMS7evXqZev37VviXfnNVRLg/ffftxUrVuS8qaxVlRvQpfIGYQmApEEpC9DqpaADCEAAAhCAAAQgAAEIQAACEIAABCBQNgHEatnouLESBForVhXD5ytWmA6GamyjWqsNXbpYz549TYdXVfL67LPPbPHixfbFF1+UXSdWcnWjjTayLbfcsmhojWL0xRdmDQ3W0Lu3NSSUHyjaCQ0gAAEIQAACEIAABCAAAQhAAAIQgAAEHAHEKg9CVQlUQqxWdQIdYHCVEFh33XWTI2lstC9fesmWTp5sqxcsiNo0dO1q3b75Tes1bpx1qUAWbgfAQAj/r717jZHzOu8D/sxeucvLLrmkqBssKbIZRUrTNBbiKo5ZVDGQwh+SEM2HFLHdQOaXFmguHxLDQa0PclLUQNvEAfqhAK3ClhonSGJWRRpUgOu2dJQ0gYImTuQ49IWyY8uKyCWXd+51ind23rntzO6cnVnO7TeAYYl85n3P+Z1nKeDP856XAAECBAgQIECAAAECBAgQIHBXBQSrd5XbzRoFBKud90TLYLVYjFu///tx8zOfieLqatMbjS0sxPwv/mJMPPpo5wNxBQIECBAgQIAAAQIECBAgQIDACAkIVkdosftxqoLVzlelabBaLMbNs2fj5m//dnZg67Y3Gb/vvph/9tkYP3q088G4AgECBAgQIECAAAECBAgQIEBgRAQEqyOy0P06TcFq5yuzJVjd2Iibv/u7pf9FsdjWDWZ/4ifiwE//dFu1iggQIECAAAECBAgQIECAAAECBJyxqgd6LCBY7XwB6oLVXYSq2QgmH3ss5n/5l6PQ6qzWzofpCgQIECBAgAABAgQIECBAgACBoRKwY3WolnPwJiNY7XzN8mB1bX0jvnHxWky9ci6mf++3Ilqcq9rsjtkxAId/9Vdj7MiRzgfkCgQIECBAgAABAgQIECBAgACBERAQrI7AIvfzFAWrna9OFqxOTk3H65eux/H946XH/5f+zysx/ZufbjtcFax2vg6uQIAAAQIECBAgQIAAAQIECIyWgGB1tNa772YrWO3CkoyNx/+6cCv+3rGJODo7XrpgMTFcnXz88Zj/yEeisG9fFwbkEgQIECBAgAABAgQIECBAgACB4RcQrA7/Gvf1DLsRrG6sr8dqwmPvySCFQkxNTUWhUEj+6l5/Yb0Y8eIXr8X/+Or1+PvH98XpH5hPD1cLhTjwMz8Ts+97314P1/UJECBAgAABAgQIECBAgAABAkMjIFgdmqUczIl0GqzevHEjrl29GhsbG3sKMDY2Fofm5mL/gQN7ep+Ui2eh6gt/cTVe/tqN7On/0uf7760PV7Nfu3Luj2P6xf/c8liA0m7VX/qlKOzfn3J7tQQIECBAgAABAgQIECBAgACBkRYQrI708vd+8p0Eq6srK7F46VKsr6/flYlkZ5kuHD0ak1NTd+V+292kWaia16eEqxMPPBBzH/lIjB8/3vM5GQABAgQIECBAgAABAgQIECBAYJAEBKuDtFpDONZOgtUb16+Xdqtm54nejU92FEC2a/XAwYN343Yt77FdqLptuPqFbOfqpyJWlktlQtWeLqObEyBAgAABAgQIECBAgAABAgMuIFgd8AUc9OF3Eqzeunkzlq5cuavB6uEjR2JmdrZn7O2Equ2EqxPHjtqp2rNVdGMCBAgQIECAAAECBAgQIEBgGAQEq8OwigM8h06C1exc1cWLF2NlZeWuCGQvsFo4diyy81Z78UkJVbcLVxf/8stx33e9LaaO39OLabgnAQIECBAgQIAAAQIECBAgQGAoBASrQ7GMgzuJToLVbNbra2uxtLQUK8ubj7fv1Wdqejrm5+djfGJir26x7XV3E6o2C1dvrxZjY2wijs/N9GQebkqAAAECBAgQIECAAAECBAgQGBYBweqwrOSAzqPTYHVAp5007E5C1dpw9f3fNxeH908LVZP0FRMgQIAAAQIECBAgQIAAAQIEmgsIVnVGTwUEq9vzdyNUze5w/MBkPPsjD8RDh6d7ut5uToAAAQIECBAgQIAAAQIECBAYFgHB6rCs5IDOQ7DaeuGahaqFyfEYPzgThfGxKK6sxfr127Gxvh6FQutzX4WqA/rDYdgECBAgQIAAAQIECBAgQIBAXwsIVvt6eYZ/cILV5mvcLFQdm56MibnZiLFC+UvFWLt1K9aX7kRhbLzphYSqw/8zZIYECBAgQIAAAQIECBAgQIBAbwQEq71xd9eygGB1ayu0G6quryzHxspyxEohiisbWy4kVPVjRoAAAQIECBAgQIAAAQIECBDYOwHB6t7ZunIbAoLVeqTkUDX7+upYFJfX6y4kVG2j+ZQQIECAAAECBAgQIECAAAECBDoQEKx2gOernQsIVquGuwpVixHFlSxcLVYuJFTtvC9dgQABAgQIECBAgAABAgQIECCwk4BgdSchv7+nAoLVTd5dhaoRsXF7JYrLEWMTk6XrCFX3tF1dnAABAgQIECBAgAABAgQIECBQERCsaoaeCghWOwhV76zG2rXbMT61rxSsClV72spuToAAAQIECBAgQIAAAQIECIyYgGB1xBa836bbabC6troaV65cidWVlSgWq4/D99s8W41noxjx0jcL8cqbhchHPzY9GRNzsxFjhfLXilF5UVX5VzbKoWoUizE+PRP3zc/Gsz/yQDx0eHpQpm6cBAgQIECAAAECBAgQIECAAIGBFhCsDvTyDf7gOwlWN9bX49LFi7G6ujqQEN0IVbOJ33vkYDz3Tx4Rqg5kFxg0AQIECBAgQIAAAQIECBAgMKgCgtVBXbkhGXcnweqtmzdj6cqVkd2pmrXA4Zmx+NfvfSi+921Hh6QjTIMAAQIECBAgQIAAAQIECBAgMBgCgtXBWKehHWUnwerNGzfi6tLSwAWr3dqpmoWqv/DUkXjs/iMxNzc3tD1iYgQIECBAgAABAgQIECBAgACBfhQQrPbjqozQmDoJVrMjABYvXYr1tbWBEet2qPrAwck4ePCgYHVgOsBACRAgQIAAAQIECBAgQIAAgWEREKwOy0oO6Dw6CVazKd++fTuuXrkS6+vrfS/QNFSdmojx+f1RaPNFVdkk852qWaiafQSrfb/0BkiAAAECBAgQIECAAAECBAgMoYBgdQgXdZCm1Gmwms91ZXm5r48EWC9GfOa1m/G5b9yJYnFz1GNdCFUFq4PU7cZKgAABAgQIECBAgAABAgQIDJOAYHWYVnMA59KtYLWfp56Fqi/8xdV4+Ws3uh6qClb7eeWNjQABAgQIECBAgAABAgQIEBhmAcHqMK/uAMxt2IPVpqHq9GRMzM1GdPD4f+3SOgpgABrdEAkQIECAAAECBAgQIECAAIGhExCsDt2SDtaEhjlYbRaqZmHq5OEDUZgcLy9UMdZXlmNjZbmycBt3VmPt2u3It7c2nqnauMKC1cHqeaMlQIAAAQIECBAgQIAAAQIEhkNAsDoc6ziwsxjWYLVpqBpRClSzYHVzt2rnoWq28ILVgW1/AydAgAABAgQIECBAgAABAgQGWECwOsCLNwxDH8ZgtVWomq1XYXwsJo4ciMJ4oeOdqvn6C1aH4SfBHAgQIECAAAECBAgQIECAAIFBExCsDtqKDdl4hy1Y3S5UzZdu/MB0xFSho8f/a9tAsDpkPxSmQ4AAAQIECBAgQIAAAQIECAyEgGB1IJZpeAc5TMFqy8f/J8YjNopR3NgoPf6/sboSxcJ6jM1MRRQKUVxZjfWbK5VF3ulM1cZuEKwO78+HmREgQIAAAQIECBAgQIAAAQL9KyBY7d+1GYmRDUuw2ixUHZuaiPG52dLj/9mnuLoWyxevxPrt2y3XNjVUzS4kWB2JHxWTJECAAAECBAgQIECAAAECBPpMQLDaZwsyasPpRrB64/r1uJ2FlcViT/g2ihGf/fpGnHtjI/IRjE1PxsTcbPklVaVYtXSm6tr1G7G2dKvpOOemIz702Fgcn81ebBUxNT0dBw8dikJh899bfQSrPVl2NyVAgAABAgQIECBAgAABAgRGXECwOuIN0OvpdxqsLl66FHe22QG61/PLQtWXvlmIV94sVEPVfZMxcWhrqLqxshzFtY1Yu3IjitkXaz6HpiL++Ts24vhM/YizcHXh6FHB6l4vpOsTIECAAAECBAgQIECAAAECBBIFBKuJYMq7K9BJsHr71q24cuVK+ezS7o6rnas1D1WnYmJupnR26uZnc6dqFqqW/m1tPdau3KwLVrNQ9acf3YgH9m+9a7Zb9dD8fMzOzrYckh2r7ayWGgIECBAgQIAAAQIECBAgQIBAdwUEq931dLVEgU6C1ewIgGtXr0axB0cANAtVCxPjMXFkfxTGNs9UbQxVs19Zv7Uc69fvVJS2C1WzoixYzY4D2H/ggGA1sbeUEyBAgAABAgQIECBAgAABAgT2UkCwupe6rr2jQCfB6vKdO3F5cTE2NjZ2vE83C5qFqtn1x2anYuLgbERps2r9TtXsVzburMbatepZsDuFqqVgdWws5ubmYsaO1W4uoWsRIECAAAECBAgQIECAAAECBDoWEKx2TOgCnQh0Eqxm9726tBQ3b9y4a7tWW4Wq9cFqd0LV7Jr7Zmbi8JEj2xI7CqCTDvRdAgQIECBAgAABAgQIECBAgMDuBASru3PzrS4JdBqsZsPIXl61vLy85+FqFqr+zldW4n9/ay2anT5QmBiLicP7Y2N9tXKmaja+xp2q89OFeOZ7p+LBA/mRAc0xp6amtt2pmn9LsNqlZnQZAgQIECBAgAABAgQIECBAgECCgGA1AUtp9wW6Eax2f1Rbr7hejHjhL67Gy1/Ldse2umMxioWNKOwbi8L4WHYaQGzcWYm17EzV8pcOz4zFv3rXkXhobrJrwxasdo3ShQgQIECAAAECBAgQIECAAAECbQsIVtumUrgXAoMQrLYbqm6srsT6ynJLpr0IVbObCVb3ojNdkwABAgQIECBAgAABAgQIECCwvYBgVYf0VKDfg9V+D1UFqz1tXzcnQIAAAQIECBAgQIAAAQIERlhAsDrCi98PU+/nYHUQQlXBaj90sTEQIECAAAECBAgQIECAAAECoyggWB3FVe+jOfdtsFrciJdeeyN+628K256p2qvH/2uX0FEAfdTQhkKAAAECBAgQIECAAAECBAiMjIBgdWSWuj8n2q/B6vjtr8bEG5+Kz178wXjhWz/QBK8Y/RCqZgMTrPZnbxsVAQIECBAgQIAAAQIECBAgMNwCgtXhXt++n12/BquTVz4f0xc/GxuFyfidxacbwtX+CVUFq33f4gZIgAABAgQIECBAgAABAgQIDKmAYHVIF3ZQptWvweq+7zwfE9f+tMS4MTZTE672V6gqWB2UTjdOAgQIECBAgAABAgQIECBAYNgEBKvDtqIDNp9uBKvra2txZ3k5VldWkmZfKBRiamoq9s3MRPbPlU9xI2a/8W9ibPlblV/Kw9VPXXgi1leWW95nfmYs/sWTh+PtR6aiWCzGndu3Y3V1tfTPKZ+JiYnYt29fjE9M7Pg1RwHsSKSAAAECBAgQIECAAAECBAgQINB1AcFq10ldMEWg02D1xvXrce3q1eTgsnaMY+PjMX/4cMzMzJR+OTtfdd+3/1MU1q9Xs9aIuLMyHr/zd++O//Ltf9B0irWhahaoZnPbWF9P4airzcLe2f3749Dc3LbXEKzumtgXCRAgQIAAAQIECBAgQIAAAQK7FhCs7prOF7sh0EmwurK8HIuLix2Fl/kcJicn4+g998TY2FhMXvmfMX3xbERxrfTb2V7T5eX1uL28HsXCVPz+0skt4WptqJp959Jbb5V2qnb6KYyNxdzcXMzMzra8lGC1U2XfJ0CAAAECBAgQIECAAAECBAikCwhW0818o4sCnQSr3ditmk8lC1SPLCzE9L59cfWv/mMcH/vLmBivD1Xz2sZwtTFUzQLVy10KfLNdqwcPHYr9Bw4IVrvYdy5FgAABAgQIECBAgAABAgQIEOhUQLDaqaDvdyTQSbB6+9atuHL5ckfHAOSDHx8fj4WjR2NiYjye/w//Mg7P3Ip/9o/3x/ra5k7VxuIVRdEAACAASURBVE8erv73y++snKma12Rnvi5euhTrHRwDkF8rC1azowCyIwFafexY7agFfZkAAQIECBAgQIAAAQIECBAgsCsBwequ2HypWwKdBKvZGC6+9VZkRwJ0+sl2hGbnrN6++MV47lf+bXz1jeX4yXdPx489tS8mxrZevTg2FatTD8bFgz8R8/MPbinIzn29eeNGp8OK7IiCbCdtdg6sYLVjThcgQIAAAQIECBAgQIAAAQIECHRNQLDaNUoX2o1Ap8Fq9nKopaWlWL5zZze3j2xHaHZ+6dz8fOn7F/7sN+Oj//6zcfP2ehSL6/FPf3g2fvI9szE+MRXFyWOxPvuOWN//vbE+81073i87quDmzZu73lE7PT0dhw4divGJiW3vZcfqjkuhgAABAgQIECBAgAABAgQIECDQdQHBatdJXTBFoNNgNeVe7dS+8l+fi3/3qf8XB2aK8c7vno+nnnwi3v59/yjGD55o5+s9qRGs9oTdTQkQIECAAAECBAgQIECAAIERFxCsjngD9Hr6/RasfvuvXorxmWOxb+HxXtO0fX/BattUCgkQIECAAAECBAgQIECAAAECXRMQrHaN0oV2I9BvwWo2h+Xl5bhz586uH+HfjUMn3xGsdqLnuwQIECBAgAABAgQIECBAgACB3QkIVnfn5ltdEujHYHXQwlXBapea0WUIECBAgAABAgQIECBAgAABAgkCgtUELKXdF9guWD18+HDcc889MTY21v0bt3HFlZWVuH37dl/vXM1sMqeZmZk2ZqSEAAECBAgQIECAAAECBAgQIECgWwKC1W5Jus6uBLYLVrPQ8KGHHop9+/bt6trd+FK/h6tZoDo/Px/j4+PdmK5rECBAgAABAgQIECBAgAABAgQItCkgWG0TStneCGwXrGZ3PHDgQNx3330xMTGxNwNo46r9Gq5OTU3F3NxcTE9PtzELJQQIECBAgAABAgQIECBAgAABAt0UEKx2U9O1kgV2ClazC87Ozsbx48ftXC3rFgqFksWhQ4dicnIy2dwXCBAgQIAAAQIECBAgQIAAAQIEOhcQrHZu6AodCLQTrOaXz4LEbAdrtlOzF+eurq2txfr6egez7eyr2byzQDX7/+x/PgQIECBAgAABAgQIECBAgAABAr0TEKz2zt6dIyIlWB1lsOwM1UcffbT06L8PAQIECBAgQIAAAQIECBAgQIBA7wUEq71fg5EewZ07d+L8+fOxvLw80g47TT47R/XEiRM9PQ5hpzH6fQIECBAgQIAAAQIECBAgQIDAKAkIVkdptft0rl/5yldiaWmpT0fXH8M6cuRIaceqDwECBAgQIECAAAECBAgQIECAQH8ICFb7Yx1GehTXrl2Lr3/967G6ujrSDq0mn52n+o53vKP0Ei8fAgQIECBAgAABAgQIECBAgACB/hAQrPbHOoz8KC5duhR/+7d/G9kLonyqApOTk/HQQw/F4cOHsRAgQIAAAQIECBAgQIAAAQIECPSRgGC1jxZj1Idy69atUrh6/fr1KBaLI80xNjYWBw8ejAcffNBO1ZHuBJMnQIAAAQIECBAgQIAAAQIE+lVAsNqvKzPi47p9+3asrKyMpEL26P/MzMxIzt2kCRAgQIAAAQIECBAgQIAAAQKDIiBYHZSVMk4CBAgQIECAAAECBAgQIECAAAECBPpGQLDaN0thIAQIECBAgAABAgQIECBAgAABAgQIDIqAYHVQVso4CRAgQIAAAQIECBAgQIAAAQIECBDoGwHBat8shYEQIECAAAECBAgQIECAAAECBAgQIDAoAoLVflqpt16Kn3vfx+KVDz4fr/7s9/XTyPZsLIv/7efiR5+L+OgffCJ+/J5u3mYxXvrZH43Pv/fl+MSPLbR94c3xvNKi/v3x/Ks/H3d3Zb4Yv/7kM/HiNjN4/5lX4+e/v+0pDlBhee4j9PMwQItjqAQIECBAgAABAgQIECBAYOQFBKt91AJf/I0n45lPZwN6d2LQuLsQsXbqpUDx9Q/taaCbze+TD9cEnaUg+UJ8aE/Cyt2ZlBw+93S8/Bs/HvVx7Ob1PhYfbfJ7e9lEm+FidBietp7XXo69s2tnY34unk0Kxju7o28TIECAAAECBAgQIECAAAECBNoXEKy2b7XHlXmA9nzE6WfiwrMpOy13FyLu8YR2vvxbi7F4z0JDgLnz19qr2J3JdgFkb8LJEQ5W31qMhXva323cXl+oIkCAAAECBAgQIECAAAECBAh0R0Cw2h3Hzq/y578eT56O0qPmDzTZNVnazRo1RwSUdnt+Pp7+g2cjfuVH42N/VB5C9tj0T13YPFKgblQ1j7HnO0XPRDxz+sXIHiX/wDfLO1abfjdKNaXHzUvjrH8w/d2VELi8qzMfS7b3tiYgrt2xWt2dWx3k1trn4+nPPVOZ27aPvOfHKJQv9+5nN79bOgrgbS9sGXP8UPOdp+0Hq00e0W+4Zu0c8/FceCZz3OqUDbv5/NoMVsvrkhvWHrHww/+39niDrA8+EBey3bc161R//+yen4xHzjwdnz+92Ueb1/129ViC2rmW++npZy/Ex/JjFGp+P2mtSzuCH4kXGo8/aHK/D5X7t7Tkbd8vxb7zH2tXIECAAAECBAgQIECAAAECBIZXQLDaJ2tbF5xWQtPquaOtg9WspnZ3Zjn8qjuXsuEx9iZnubY6CqB0369WQ8jFLbsIyyHcH3wiHvmt7CiDxgD3Y/FIOZTNg9Vn47mt56qWg8E8XNwM42qORCj9/oUWRyRsPYszPyv13T//CxG//msRdTuAW5/d2fZRAE1229YGx41nx+bjyeb39LkGp4hofdbsDmes1gSKlXs8+9G48FzVPWvx2nl9u2Rbf15s/f3L96xcOx9D/p1yP729HPRv6aeq78sPfzJ9rXewjS33q45np/ul2ffJHw6GQYAAAQIECBAgQIAAAQIECPSlgGC1H5ZlS5C69TH21GC18UzOusCwSXDbLFjdDNseafLCpq27/iqBYe2u2tis29ylGVEXrG45x7R+Z+b2821ctGa7OsuGP5gFq38aTze8HGvL9cuXTH151Zb6cqC9NaCtjrEU7tU5RWyGhdkO5MaXeLW5Y7U0/poQtuGFT1uC1W3v33jPrf1Y1y/b/EVAKehMXetWa5HPqYP7pdn3wx8OxkCAAAECBAgQIECAAAECBAj0q4BgtQ9WpmWY1/h4c9OjAJrvWO04WG3YQbrJlAeqtS/X2iEwrPHtXbD6aw3HIpQH1eRt8+2eo1rZEdtw1EEemG69TjVkTgv3UoLV/KiGrTt7t+5Ybdb4+br2NljdybZZCJ0H5Zs7VusPwchn2jz83y7U7oM/HAyBAAECBAgQIECAAAECBAgQ6FsBwWrPl6bFS5bKjzvXPkbf/IzVPQhWy/euf3w+g2oW8m0XrPbvjtVWy95usNpsx2vtrw3cjtU6kN4GqzvZ7hisbtkhW51c053KLXcL9/wPBwMgQIAAAQIECBAgQIAAAQIE+lhAsNrrxWkZ6tSfY9l41mn9GaS7OWO1/rHz6qPdsfmCoia7OSuPmtf8Xv5ioqZnhzYJhz/58MvR9hmrLXfoNi5akzNT85c5bXPGauOu3uyqScFq7Tml+Uu9ao8CeC6qZ8LW7ABOO+ez/R2r1R7ZfPlT7fzaOmO1EkjuJlj9WM05trs4Y7VmrTd7quYM2AbbHYPVWvdsUWteDBc7ni/b6z8Q3J8AAQIECBAgQIAAAQIECBAYFAHBao9XqjEwrR1O/Rmn9eeavv/M8xGnPxmPlM/krLx5PQv2fupC/Nz7Nt/mXv00vlSqebDa6lHq/G3zlRcHlS9cDVSzx8ifjfiV+rfNV76X7Xf9jScjC1Y/8WMLpX9+5tP1+I21rXfoNlm0/IVG+W998Pl4Pp7ZvN/bXognT79Yr1F+oVbjldoNVqvHIpSvkLmf/HzpPvk86ub4wffH+z/9YjnsTHkz/Q4vr4qIbA0+8M3sPNxqkLvlZVh5OBlZH3wgLvxs/TpFzbETW3cmt3fG6iMfjHjx0+WuazzGImWtK0dOtLD9h3+45Tza2p2oW3ur9kVdKfY9/sPB7QkQIECAAAECBAgQIECAAIG+FhCs9vXyGNzwCGQBaTUIH555OaN0qNbSZAgQIECAAAECBAgQIECAAIG2BQSrbVMpJJAg0HDEQ/3u44TrDEKpM0oHYZWMkQABAgQIECBAgAABAgQIEOiygGC1y6AuRyAXyN9uv/nv2VEJ2YvGhtBHsDqEi2pKBAgQIECAAAECBAgQIECAwE4CgtWdhPw+AQIECBAgQIAAAQIECBAgQIAAAQIEGgQEq1qC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KcJEOwAAHH1JREFU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oMfB6hvx2LEfjEJhzEoQIECAAAECBAgQIECAAAECBAgQIEBgIASKxY348sU/jf137o8DBw5EoVBIHnfh8uXLxdRvFYvFuHHjRtwc/7t48OijcXD6SOol1BMgQIAAAQIECBAgQIAAAQIECBAgQKAnAteXL8e3Ln0t9q8f702weun6G3Hw2FS8/dj327XakxZwUwIECBAgQIAAAQIECBAgQIAAAQIEUgSy3apfvfjncf3iShw92KMdq9/5zndi4tBqHFqYjXvnHo4DU/MC1pRVVEuAAAECBAgQIECAAAECBAgQIECAwF0RyALVGytL8ebV1+Pa4q1YuzYZ9913X292rGbBanYkwMzceMwd3xdj05lB8skCdwXOTQgQIECAAAECBAgQIECAAAECBAgQGGWBQmwsR1z9uztx++p6KVDtebCanbnqQ4AAAQIECBAgQIAAAQIECBAgQIAAgUEQyF5W1bNg9ebNm/HGG2+UdqwKVgehXYyRAAECBAgQIECAAAECBAgQIECAAIFMIA9W77///ti/f3/p31M/hcuXLydvN82C1CxYffPNN+P69euxsbGRel/1BAgQIECAAAECBAgQIECAAAECBAgQ6InA2NhYHDx4MO699967H6zeuXMn3nrrrbh69Wqsrq72BMBNCRAgQIAAAQIECBAgQIAAAQIECBAgkCowOTkZc3Nzcc8998S+ffvu3o7VbKBZmLq0tBSXL1+OW7du2bWaunrqCRAgQIAAAQIECBAgQIAAAQIECBC46wLZbtXZ2dk4cuRIzM/PRxay7uazq6MAshtlj/8vLy+XwtVr166V/nl9fd15q7tZBd8hQIAAAQIECBAgQIAAAQIECBAgQGBPBbJzVMfHx2N6ejoOHTpUClWzf86C1t18dh2s1oar2Qussl2r2S5W563uZhl8hwABAgQIECBAgAABAgQIECBAgACBvRTIAtRsd2q2W/XAgQMdharZODsKVvNwNdupura2Vtqxmn2yl1v5ECBAgAABAgQIECBAgAABAgQIECBAoB8Est2q2SfbsToxMVH6/93uVM3n03Gwml9ImNoPLWIMBAgQIECAAAECBAgQIECAAAECBAhsJ5CHrJ0qdS1Y7XQgvk+AAAECBAgQIECAAAECBAjskcD5s/Hxs+ebXnzhPafj9A8tbHvjxT86E2e+sBjt1Da/0Pk4+/GzcX7hZJw+/VRsf7edDMrXihNx6sOn4sRO5Qm/f/6lj8fZL3f/uglDuAuli/HHZ87EucWFOHn6dDy1y8XYtGocbr3dlr7J+3DbPsjH1/11yMdz4tSH41SlcdL6qfnPQn6NWo+y7+Lmz97uf3Z2bol21mLLVcprkY3r5MUzm2v52Kn48I938yeq8a752lZ/vbQWC38cZ86ci8Wa8uoa5bbVfs3XoFK+5+NuvQaC1Z37UwUBAgQIECBAgAABAgQIEBgSgbQQKZ+0YHVIlr80jc6D1S3BVkQsLCzE4uJiRE1ourtg9W5bp/1MNPtZyIPNSnjaVoDcvXnm98/DyErQul3gWAlWfzKe+NLvxpsna8Pm7o2t9kp1dt99vhymPhyPL7weX8paJ/tLnqPnyn8JdCLe+57F+NwX8ri1HKxGHsJmwfvJWCz9JUFEfVi+N+NvdlXB6t2zdicCBAgQIECAAAECBAgQINBjgSYhUuNu1nIwFuVdqrUDXnjPZgiTBRn5ZzPQaNyx17jbMN+x+mQ8Ga/Gq7v9fp3eiTh1KuJs7U7cbOzZr9XsfjuxWRTV/br5zreGMT92Kk7F2YZdmPW7Diu3b2FUtytxsX4XXstxlHc0Vq5dCsNic4dv9YZx8vTJePNM9dcWHn84Fr/0eiVQqoRr7zoR5/+kdndyfQBVJczmVn/NiBbzrQ3oyvNaeOxEnP/y+c1djj+8GGfOvBlPvGcxztXsbN42WC2t02sRC4uR5bGlT+k+C+UdteXALcq7nHPPhcfj4cUvxevb2Wzp0815nfibzZ3XW9ciu9iJOHX63jhXt3Oy/nv1PwvVnd7b/sVD+edr/qH5WPrGUvkSC3Hy1BPx2tl8l+Y2fdbSqbqztDFYrR/PYpNeOh1P1eykzfo+c3n4exbi9b+O8k7magD/+COL8aULNbNv/FnZ1U70/Pp5sNr4c5n/GdLwFwF5sNrwM7iXO4K3+0NbsNrj/6S5PQECBAgQIECAAAECBAgQuHsCjcFq/WO2C3+4+Xj3wjufjPizV2Ox9Lh9dVdYJRyqhGlZMHQi3vXY+fiT7HulYwWyIOdc3Fv3mHn5PrOzEbdu1YRx7X2/bkdgZUfb/XF/vBFvlMPA5mM/FVF+ZL1uN9zCyXjvsXPxudKYT8UTXzpbCovvfyDijW+XA77veW1z51wlyNsMflrdZyELoi+erD5KXQlWNwOi5uPIQ8KaYO3cvTVjq9nB1zCOpxbKgdOxmiC2NuCqCcw3A7PFBveFyAOzepvmY6oc4VCa15txshxq1+0UrHm8PDteYudgNVv/bO6l9LC88/B03Hsu++c8OF+sC0XzNdpuzHmAWhvUZjsyT17aDFabXqP2aImaULzVz0JjkLd1F299WFr52Vk4GSePnYtz2aP3Cyfj1OOvxdlsV+aOfdboVN1h2vwogIZ+rd0NmvXJyTfjTPmIgjxYzQPnxaw231FaE6pX79P4M596nkT1SIDqX9YkBqsNfzYJVu/ef0XciQABAgQIECBAgAABAgQIjKhAq2C1vDssD8byYLVhV1geDm2GGFHeWbj53VKwmD+2u2UHW32wmvr9+h15+RzyYLV+KStBWHkMi83OAq0JVmuDwab3qQReDUaVELm6i7QuZKzssNzccdlqHKdPn4jz5ceZs5nUnXlZO7XGcWQP9ZfMFyo7d+t3FJ+Ik+UdpHmwWu9eDVbrdh2X3LaOqXIOb0OwWt2x+lo88Z6FOPeF6nmibQWrDT124lRNsPrhJ+K1j5+NxUr4XQ306la9iU3U7cSu79E8WK3fbV177YU4mc+lxc/C9kFezc9ZOYCu+9nJ/3Kg9i8oWvVZi/u37tusMaqPy+d/6bFljZsGqx+OJ/7643H2YjXwPfHek7H4ufLO2sdOxsmL50qhd/11638G64LehuMIqgF0HqQ2Hk3R+GfU1qMrmh1F4SiAEf1PmmkTIECAAAECBAgQIECAAIG7J7CbHavV3ZbNd6zWPspbu/OwyQuCmu5Y3fn7dTtWK2czVoPVtgLNhoCnes2tO1brQ6j6HZyVHavlR/FLwWJld2vNy7laBatNHqtfrDvCoCbgqxtzk2Mc6o4bqN/RWLsTt27HauWYgRY7Vucfjvml12OpYUyVF4XlRwFUAtBy9z52Kk4fO1f3krNKANZ4dELttbcNVqu9V7pL7SPo29jku4OzdSwFheXd1PnOzLodq5V+qnfPj4Wo37HasPO49NK3rS9Xqg028+Mq2g9WW+yM3uK0dcdq5eegEio37CzNA92WO1Y/XDoOo/qiu9rjEWqPL9g+WG3151nzIxNqd6/Wn7G62XNbg9XqS+by3fSdvYitkz9/HQXQiZ7vEiBAgAABAgQIECBAgACBgRLYozNW68KYZm8X3+GM1Xa/X2fd5IzV7KTMfIddZddskze2NzvHtCa0a7W7r3L7Jrs6K+eT5k9FNwSrC5UArmYSTc51bX5mbWb6rjjx5T+J87WPrGexXr4jNw8aG8523bxb9QVB1bu3PmM1D4/z2sbdgNUdg9WzdBtD1E2GrW+BL51lmgVmDT75mb71O1Zr6vLzXxearWeDTaPBllCy8dzdbKzZuDZ3yNaeUJut65PvjHj1z2rfWZ8fe1Fe7MZzistwJbdyb+8crFYfz6/rs/zM4DaC1cY/ipr3Uv0RBdnO2+pRAFlY2xB01hzpUHf9gxFxPe2lUc2PLGh2tm3tdVvtaK2Ople7VbMRCFYH6j+ABkuAAAECBAgQIECAAAECBAgQ6L1Ay5CstMvQh8BoCAhWR2OdzZIAAQIECBAgQIAAAQIECBAgQIAAgS4KCFa7iOlSBAgQIECAAAECBAgQIECAAAECBAiMhoBgdTTW2SwJECBAgAABAgQIECBAgAABAgQIEOiigGC1i5guRYAAAQIECBAgQIAAAQIECBAgQIDAaAgIVkdjnc2SAAECBAgQIECAAAECBAgQIECAAIEuCghWu4jpUgQIECBAgAABAgQIECBAgAABAgQIjIaAYHU01tksCRAgQIAAAQIECBAgQIAAAQIECBDoooBgtYuYLkWAAAECBAgQIECAAAECBAgQIECAwGgICFZHY53NkgABAgQIECBAgAABAgQIECBAgACBLgoIVruI6VIECBAgQIAAAQIECBAgQIAAAQIECIyGgGB1NNbZLAkQIECAAAECBAgQIECAAAECBAgQ6KKAYLWLmC5FgAABAgQIECBAgAABAgQIECBAgMBoCAhWR2OdzZIAAQIECBAgQIAAAQIECBAgQIAAgS4KCFa7iOlSBAgQIECAAAECBAgQIECAAAECBAiMhoBgdTTW2SwJECBAgAABAgQIECBAgAABAgQIEOiigGC1i5guRYAAAQIECBAgQIAAAQIECBAgQIDAaAgIVkdjnc2SAAECBAgQIECAAAECBAgQIECAAIEuCghWu4jpUgQIECBAgAABAgQIECBAgAABAgQIjIaAYHU01tksCRAgQIAAAQIECBAgQIAAAQIECBDoooBgtYuYLkWAAAECBAgQIECAAAECBAgQIECAwGgICFZHY53NkgABAgQIECBAgAABAgQIECBAgACBLgoIVruI6VIECBAgQIAAAQIECBAgQIAAAQIECIyGgGB1NNbZLAkQIECAAAECBAgQIECAAAECBAgQ6KLA/wfPWN1W9pWfi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grpSp>
        <p:nvGrpSpPr>
          <p:cNvPr id="8" name="7 Grupo"/>
          <p:cNvGrpSpPr/>
          <p:nvPr/>
        </p:nvGrpSpPr>
        <p:grpSpPr>
          <a:xfrm flipH="1">
            <a:off x="4270339" y="1533072"/>
            <a:ext cx="2308916" cy="3340586"/>
            <a:chOff x="5729176" y="1788714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2022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72" y="1903398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024831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El volante de pago se podrá generar únicamente cuando su programa académico autorice la inscripción a los cursos Intersemestrales seleccionados. Este lo podrá descargar en el botón «Volante»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493656" y="4477733"/>
            <a:ext cx="651102" cy="62216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AutoShape 2" descr="data:image/png;base64,iVBORw0KGgoAAAANSUhEUgAABVYAAAKZCAYAAABTIHD9AAAgAElEQVR4Xuy9CZhU1Zn//zaKIIuCC4IboAZ31IgmEZWEJKKJSxRRY0BHRf9O3PM4aqJoIhqjw1+jJhnHKIxLHOM6LiPiRMYlaFQ07gsjAVQEcQNZRBH693xP97l96ta9Vbeqq7u6qj/Xh6ebqnPPec/n3G6bT7/nPQ2NjY2NxgUBCEAAAhCAAAQgAAEIQAACEIAABCAAAQhAAAKZCTQgVjOzoiEEIAABCEAAAhCAAAQgAAEIQAACEIAABCAAAUcAscqDAAEIQAACEIAABCAAAQhAAAIQgAAEIAABCECgRAKI1RKB0RwCEIAABCAAAQhAAAIQgAAEIAABCEAAAhCAAGKVZwACEIAABCAAAQhAAAIQgAAEIAABCEAAAhCAQIkEEKslAqM5BCAAAQhAAAIQgAAEIAABCEAAAvVH4J577rHDDjus/ibGjCAAgTYjgFhtM7R0DAEIQAACEIAABCAAAQhAAAIQgECtEECs1spKEScEOg4BxGrHWQsigQAEIAABCHRaAk8//bRtscUWtvnmm3daBkwcAhCAAAQgAIHqEkCsVpc/o0OgFgkgVmtx1YgZAhCAQBsQ+OMf/2gnnnhiG/RMlxAoTODOO++06667zu69915bb731wAUBCEAAAhCAAASqQgCxWhXsDAqBmiaAWK3p5SN4CEAAApUjgFitHEt6Ko3AtGnT7Fvf+hZStTRstIYABCAAAQhAoMIEqi1WV61aZf7PV199ZatXr7Y1a9ZYY2Ojm2lDQ4N16dLF1lprLVt77bXdn3XWWce6du1aYRJ0BwEIZCWAWM1KinYQgAAE6pxAqWJVW7cvuOACe/HFFx2ZQw45xH77299Gcmz06NF29913u/c+++wzu/LKK+2WW26xxYsX2+DBg+3cc8+1MWPGmLIVb7/99kS6Rx11lO244442YcKExPfV/+uvv+7eP+CAA2z8+PE57X72s5/ZvHnzojj8m4pF/Y4aNSqxX99n+Obw4cNd/z6jMi3unXfe2X75y1/m9avXjjjiCNthhx3cnMVPcYRX2Eafv/LKK3n9eKZ6Q/ffdtttNmfOHMf06KOPNs3ZX0l9KD618fPQOg0cODAvlhtuuMGmTp1qEydOdDFnYee5PfbYY9anTx8bN25cDotwfupP7SdNmmT33Xdf9AydffbZ0Xi+vylTpuRIV/HTpeeHCwIQgAAEIAABCFSKQDXE6pdffmkrV650fyRSy7kkWrt37+7+SLRyQQAC7UcAsdp+rBkJAhCAQIcmUIpYlSgdOXKkXXvttS7T0ItTiUAv/jbccEP7+OOP3ZwlAN977z0n2ST0JBVPO+00d7/qar777ruuXVyY+fckcC+55JI8fhpbfY0dO9b69u1rM2fOjNpovBEjRjiR6+PQm4r10EMPde0effTRxDXx0jgcU3wkaf12dT+nuNxbf/31c0SkH0ACU9JQMeveSy+91C6//PIcGRy20eeSxRLA4aX7dYnlk08+aTfddJOrS6r5HnvssbbPPvtEMjOpD81jyZIlOeskCfr444/n1DcdNmyYffrpp3brrbe6mIuxkwQ95phj3LwkrH08P/zhDyPZG87Pr8/Pf/7ziIFk7mWXXRbFonU48MADnbSfPHlyhMEL6VAid+gvLoKDAAQgAAEIQKAmCLSnWP38889txYoVJrHqL2WklnL5TNbwHonVHj162LrrrltKV7SFAATKJIBYLRMct0EAAhCoNwKliFUJL2UahtmT4iHh5WVXKFZDoea5qQ9dXtr5+/UxFGZpY4X9KBZJz5tvvjmSmpJ0kn0Sj6FY1euSn+pXGahhNma8z/j8jj/+eCc7JVNLlXtxsSqx+MQTT9h//dd/RUIzLla9iI0/a7r3Rz/6kU2fPj0nk1PSeLfddovEZBJ39RWujT6XkBUHn/HrJakyWcMYCrEL2fh4FeeFF14YSdEwHq1xOKa/xwtrffRrLzl+zjnnRBnGpbKvt69V5gMBCEAAAhCAQNsQaA+x+sUXX9iyZcsKClUJVklTlQEIywHodW3/VzmAuISNS1YJ1l69elm3bt0qBuvj+8+wi+1Cu/rgDaM+k16r2IDNHbXHGBWJ+cXf2rAnRtrM04dWpDs6qQ0CiNXaWCeihAAEINDmBEoRq17gKZNQ2YlJ9THjGavasn7yySfbXnvtlSgzWytWtcVdmZteDkr0HXnkkW57fChWlYkpISlpp9qe8e34iiNN5qr9n//8ZycKS5V7cbGqcZS9+9RTTyWKxzQpqvu8NE6KPRSWSX3oXh0U5bN7tU5aGz8v37+kqDKQQ7FaiN3WW29tf//73wvWSQ3jUft4lqzG9pmss2fPjtZB5QiUDetFcqns2/yLhwEgAAEIQAACEKgLAm0tVvUz9PLlyyNWoRz1MlVvSqYuWLDAPvjgA5fVqrqrEqcSqhKmG2+8sQ0aNMh97vvwYjUuWHv27FmxOvbVEqt18XAxibolgFit26Wtn4lN+p8/2GsLZ2We0C/2O9W+tsk2qe3/74O37deP/C5zfzv2H2Jnf/+nmdvTEAK1SqAUsao5+vqYkmPKKJRkDetjhmLVS9P//u//djVZk+qBFhKr2g4ev7797W+7jFkvQSXfVF5A2/u9+JWcC+NQW5Ub8GLOi8L4SfRpYjV83W/nj8d1/vnn52Tc+veTxKokqF4/6aSTnKCOZ6yqVml4Pfjgg1EpAb2etBU+lI7qL96HuIV1Uz2fUIx+97vfdWUaVLvWi9Vi7OLrnfR1EM6vUHv/Xpy31lUlEBCrtfpdhrghAAEIQAACHZtAW4lViVGVYtJHXXGhqtckUz/55BMnVN9///1IpiYR0/2SqioZpcSC8EoSrDrcSju2WnvIVXGx+rL9dtjxdqsLaKxNnnmmDV10n51xidmF1xxiTXmuajPdRuo997lvb2bHTLaZp5v99vQ5NnibiTbx7Qk27ZpDzKJM2fm57fdqel/9vnzNMLtx0LTC2bRRRulmdt/po2ziU4pnuE146Go7pF8Yl17/2O47/WKzC/ReU//H3+xJN83NrjnD5gwabBMvntPUx/s+YzXsP2DRsR9/oiuTAGK1THDc1n4EjrvlTJPczCJX+6zb28btebh9fctdUgN84Z2X7JZn77LFny8tOgk/7pRxvy3algYQqHUCpYrVcL6SrHfccYc7nMpnLaaJM8kxZX4qazKsv6n+koRZ1lIAkqwSpdpar3v84VBhHBKR2n6vLe66JHl/85vf5B2CVChj9frrr3dCt1S5lyZWw239xx13XCQyC2WsFhrb17H10taLUb+9PyyXIAaej9or81h/VGZAGa3xrfuF2FVKrOr5kHhXlnF8HSR8VffWl5Ggxmqtf9chfghAAAIQgEDHItAWYlVb/1W33gtPL1X10X8u4aqfvfTzj7b/J9VOTSKlQ6skTDfZZBPbaqutTH/XFd4fjqu6+jrgqtyrmFgN5aYTkTbZZh41J12sLvrYPu63YbNw9SLzBJvzg+PNbphpZ+7aFKkf94S5owJ5qvajbPr3cmVqOLe8eJvF6rRBN9qouSe4LftqM+ovI23aNYPtlkj4ulEDsfqxfbxoQ9uwX348bo5+639C/7ojYkGJgHIfvQ59H2K1Qy8PwYmAxKquP81rOZQmjcxPBg6z00YcV1SsXvv4lMz9aSzEKs9iZyBQiliV2PPZgyGbtIxESTedXB9mhibJy9aKVUlF/dZe2+tVBkBZoF74+SxWHcbkL0lNCd74IVZpYjXcZl8psapY1Nerr77qMhm8CC0kVr0kDQ/r8nOSXPbyNN6HhPYVV1wRHcClezwfX+ZApRr8QWP+fmVDqHZrIXa+9IKYh5dkqD9gK4wnqSar7lNG8dSpU115hPg6+EPPlMGsZwmx2hm+MzFHCEAAAhCAQPsRqLRYXblypZOquuJZqv7vOrwqlKqlztYL2k033dT9vKZyAfGs1VC0Sq6We7BVMbFqyk79wUSbEWSSutdSM1abZ+vvc9mjEqs+o7Xp/VCsTt83X7iGNV9Dfmli1WXFukzZ5qxad1PhjNXmSKJM1+EXTjOJ3jAeC8RqTi1aaq+W+ljXVHvEak0tV+cMVmJ1y74D7OWF/2f/vfDNRAh79dnMBq8/wL2XRaz+7P5f21OL59vW3dez2Ss/y+tT/el9329WsaoyA0u/aKmZo4599mz4Xu9uPVPLFYTtBqy3iQ3o0z+Kb9nKZTZr0ezo70P6bW29uvfKi3/B4oW24LMPcl4vp23W8ZLm7QcvNNekOGctfNvNedP1NylY0iGcnPp5fNYM+2zlMvfytv23sRFDhqd+wcTnpYZpfJLaLl25zN5a+LYNG9T0K9RCGdJpQYjZ/741w07a99jMX9jKto5fM+e+aJuKV5/+qXPIOkApYtXXwXzggQeieqmSfQcddFBixqoXYGFNUL0mOSYZ6q/WilXFoHIAc+fONZUB0OXFoWqLemEYMvHb3sNDrJLEqj+x3mfkVlKsKh7FobglL5U1Wkisqr3eV+ZtnKkO8fKHbiX1IaG50047JR4ypnIAqtelMgDi4e9/7bXXirLz0tZLVMWo2GbMmJEYjxiPHTvWkp4hzyBpHfS8KDP6lFNOQaxm/eKmHQQgAAEIQAACmQhUUqwqU1Vb+/0VZqiGn//f//2fvfHGGy5TtTWXMlH32WcfU01VidRCcrVv375lZa4WFat+Al6Uamt/gYxV89vrnYjd2/7qtt63h1j1h0s1lyJw4xfIWNUW//FKzmgqG7D335oO8UKstuaJrZ97Eav1s5Z1OxMv7SY+cq29ufj9RBEqQfqv+52RSS55UXbfyw/bO58uSMxc/WH/7axPt172T98YU5Lge/DlaTbpicmRtD1rzyMjcab3bnz2TjcHxXrg0NysLr+Aavcvj1zt5imx++D4GyN5KoF4xV9+b79/83/t19842n6yx2E54tX34csdqJ2uYm3F1kvrn+96kJ2897GuX4133V9vsstefMBO2e47ds73Tkkcz89NfWgtvrnJEDfunCULnPBOE9OKM8weVsbx4i+WRbH8bt8Ti4pHjX3Y/RNNa3bAkH3s6Xl/d2t6835n2VF7jk78ugg5qkGhuYUM1NY/G/r8bx/McuukOV938PkFZW48kLPumuDW8W/H/D6zmL3+iZvsqmf/HD0b/pcJ4qxfBPi1LrcmcCliVWMps/C8885zIk6/+Y5vqw+3hitbVNvc1WbXXXc1yT9JwSlTpuRksaaJ1aQaq4pBNUd1TZo0KZJ3ytjcd999I+Ho4wgzOcP1SDoISkIvPma8hmxajVX1HR6W5cdKKwXg35cU1g/Dvo5qMbHqmXqWSUyT+vCZu/7gqKRSCT4T1t8vWR0vIaC44+w8E9VxVTzamuYlrdrH4/HPkJ4JXfFnKEmsKv6RI0e6Q8nIWK3b//UzMQhAAAIQgEBVCFRKrGprv34eDLfhx0sA6O9fffWVPfzww1Ht1dZMWpmqu+++e1Rz1cvVJMmqsfUzYKk1V1u2zft6qeF2fHPZnHOOb84oVZbm5ME27QKzi38wx05wNVWbsk9HXTy4uUZpc7kAbZF3Mna6jSySsdpSRzVbKQC/5b9pa/8om7jNZJtsx7eUFHDjKr6RNn3YjTbY1VvVD6aSqUHt1PHWVDO2uR+VICgkVlvGpRRAa57rWrgXsVoLq0SMjoCk0qlP/DGVxpcX/LUkUnGpF96cpaRA2mA+TvURF4p6T+KvWAassnR96QNJv6sOnxgNJ9E38HeHW7H5an7fvPkUd1+xtr5PtY0LSS96nzv1jsTsWB9Y0rwVgwT2rw48N3VtkuL00jGJYdiRJPkGk/Z3AvqxU/8cvaX7s9Ta9XyyyM11Ltnb9R+21fgTHrzcCVLJ1enjJyeK5/jkQ97x9S32EPtnIy6db3/2bjvmkavc7fccPCFV3Bfqv1Sx6vvy9S61XTx+CFR8PGWMvvvuu064hRmixebN++kEPNMtttgi7/CCanCT+FSGaylr7J8hZepyQQACEIAABCAAgWoRqJRY/eijj5wsDWWq5iT5GX788MMP3e6e1marqk+NpTqr+oW176+QXJVU3WijjUpE3Swn3aFPzZc7cKo5AzTa0q/3/KFQXqbOaLrhmLE29mbLP7xqrwk2wR1YdZyNfmqV/bBZxOqWlkzZ0g6vimRqc7xjjxlrt9rIpgOygkOzxvp6rk6mNpcN22usjbU5Njjv8KrhNuHCpgOrjjt8hq3av6U0gS8FMPN0Dq8q8cGq6eaI1Zpevs4VfGcTqz4bUqscl2iSfMVkaSliVWN4mRmXlP7wsGJZkIWEcqEnNSlO31cx6ejvVRbpveNviIbR6/EyCkkxJMnStFjT2nq5m7ROaX2FmadqM+/UuzIJWbVNE6vhe3EeWb9TlCtWs/ZPOwhAAAIQgAAEIAABCHRkApUQq/ol8/LlTeXhwi3/oVTV643WaHPnzHU7diolVrfccksbtscws8amA6yS/igun0nbo0cP98twLghAoHwCiNXy2XFnOxPobGL1WwN3szcWve2yIXWFWYhtIVZVo/T7dzRllvqsTJ9ZmUX8JYnVcuKUqDzwhhPc1vZimaQqE7HjH//JxazsVjFT3dO0eqnxR7YSYjUUmsUybP343/7dkfar/U63k++/1G3rV6mGYuLa31tIrIZfI8XEe9KXL2K1nb+pMRwEIAABCEAAAhCAQIci0FqxGtZVTdr6L7nqXm+Q3TRTfVUdYFopsaoSXSp/FReqSRmsHvwGG2xg3bp161DrQDAQqCUCiNVaWq1OHmtnFKtH7znaxt16pqs5qq3m94+7xh3oVI6wzPL4SPhJaKrOqrbvi7nkbliKIK2ftPUpJvjCjFUJxhtfaqqZmXVb/aE3jE881CzLdvhqiFUJbAnVN85+yCb9zx/sF8/c5ta2WKkFxGqWJ5g2EIAABCAAAQhAAAIQKJ9Aa8Wq6qp++eWXOSUAfNZqKFW7NDSVBJg1a5a98sorFRGr6n+77baznXfe2fXn5aqXqv41jRvWXV1nnXVcvVUuCECgPAKI1fK4cVcbEVA9z0dn/dXmLl7gDnkK5Vq5YlUZkP/6l9+7E+NDQdjRa6wq+1Inxisr8+BbTo8OSRKTStdY9csZ1un85OyHXeaoMitHDBledMXjGat+i3wpYvW1E/8jykAtdPhUPBjJyrcWvh0dXKX3JSslLwtdlRarWTJPVXJBl2rAvr94oTt4S1cWEax2WTJW4+Ucii5ec4POlrGqw6KWLFli1PXM+oTQDgIQgAAEIACBeiXQdKDQDLOwXma9TrbAvFojVleuXGmffvqp693L1LyPXRpMUtVns/7jH/+wF154oWJiVYdXbb311k6cxuVqWlkAxauDaNddd91OuOJMGQKtJ4BYbT1DeqgQAW07/9Nz99j8JQsSDwMqR6yGUlJhqlaptop/fctdrFbEquIOszpVP1MZrKUIy2Jt/RKG9UK1rV2nzYeHQhVa6rTDq8S60BWvser7yXIYlOJ9bNaMnIOawvIAxeZdCbEaMitWusCXVhBbf4mxsoSzytAsNVZ9xnGpX5qdSazqwKdddtnFLr/8chs/fnypqGgPAQhAAAIQgAAEyiYQSczgcJ+8zoJDgIZfOM2uPrjUjMKXmw7nySRKS2lbxrSbDwSKDggqo4v2uqU1YjWereozVCO5GkhVX291wYIF9uSTT1ZErK611lq2995722abbRZJVcnVNY1rXNmBULSGklVsyVptryeMceqRAGK1Hle1huYk0fTAy9PstpcfiuTSiEFftz223NW+PWR4zin0pYpV9f3Tuy6wT1cudX37y9fBbGuxmrS9W1LMZ6IWWqakdsrm9dmNureYNCz18Cofz0UPXm6XvfiA+2v80KxCMacdXqW5/GK/U10Jg6QrHmdYY7VYzVK/hlPG/Tbq2svLYqIyFLDFhKj7YeOSvd0Y8baeV7GDtnSvGE2d9WTOQVvhumaJI02s+n5KKSsQX4/OJFavvPJKk1zVRy4IQAACEIAABCDQngRaxKpZmjTN0qZwzNllqRvrLyNt2jWHWKn6NhO3TiBWtf1fYlVXmKUal6v6e/ja0qVL7aGHHrLVq1dnQlmokcTqyJEjrV+/flHGqhOrKgug/9bkZrH6A6z8R5UDkGDlggAESiOAWC2NF60rREDy67q/3uQEnoTUd4fsbbtvuUvBk9HLEau9u/eKDkLSODoISuJp/0G7u63Y1z4+xf40b2berCT0ThtxnMtsLfXyYk/3Se4dPfQHrgsJtXh5g6S+vRAe2v9r9i/fOyVHLofSs5BYlZy87dm77dQn/uiG+J8jLs+0nV9tQ+GY5dAqPwdfL1QZtRP2O82Wrlzmtudf9eyfU7fkx+P0YjE8SKuQ3PVSVm0OGjrKhXLFX37v1rnQnDWuROQxj1zl7lHZgQOHjsphHa5NuKZqO6T/Nm4b/90vTXXPj56tiQeem3q/53rineebfnGg+rX+CvvWc3ftmEsK9uNryior9ZCh+zvO02f91X0t6Xn745hLUyV2sWe5NWL16aefdieK7rDDDgWH0fb7hx9+2LXZYostbNSoUbbeeuul3lOoX4nRd999N+/eHXfcMbFP9VXo8vf5fgvNx/fl79Hpr6+99polja33pk2bFsW6//77F+QUZ6RSBZtvvnmx5Ut938cm3kn9+JII8Q6SSiSUw0b9ilc4fqEyDHGWhdiKq7jrEnvF7J+ntOcjnKePKY1BsWfajxFf92LPmmJQrPG5xTnF1ySNRaWfmbIfNm6EAAQgAIFMBJqkqdnwvWbYDJuQIDQ/tvtOH2UTbbgNf2qGWRtnrH686GPbsF+bKNUmHp1ArOr/0cuXL4+kqqbtBWooUkOxqs8lVO+4446KiFX1t88++7ifuXwpAJ+lunrN6qJZqz179iz4c3mmh5tGEOiEBBCrnXDRqz1lvz1fcvOc751SUKaGsZYqVnWvl4QSVqO23ceJNIlVncQuidcWYlXjSvjd8uxd9vDc591YuiTffrrPsUWllwTlawtnuXtG73JAzjZ3vab3H3zr8YJb9CUNJf3Cq1DWaPyZkMDt3a135pPqxfnXj/wu9dEKM0rDRoXiVAzvfLrANU+L3Qv6O958POIssXvmvscVFMlJ8RbiE65JGP+O/YfYyG2HZxLwyjT1V7iu4et6X32e/f2fJrJM4qWGW/Yd4LK8JYdbc5UrViW3jj76aDf0nDlzEn8g0w+bxx13nD322GO26667ujpOL774orvnN7/5jY0ZMyYv9GL9Ktv00ksvTZzyt7/9bZsyZUpOLMWK8j/44INOdoX9Js0njMvfIyF24IEHmv+7D+rOO++08847z/1V8168eLGbd1J8SYzmzZvnmJ522mn2y1/+sqzl1X3XXnutG//RRx/N62P06NFuXZKu+LjlsFG/Yn/++efbz372s6bvbc1j3nbbbU6uh1ecZRJbicRjjjnGsRFLXf55euCBB5y4LvR8+PF8TIUY6Fm99dZbE2vxfve733XjxjkVe9Y0vrJa4nNTf7qS1kmv+7X0z2VbPTNlPWjcBAEIQAACmQl4sTrhwsE28eI5NuGhq+2QfsHtzWUABl84weZcPDFBrDaL16fCIcfa5Jln2lD3P8Xf2rDxtwZvDndj7P03Cd3BNnnmSJuuMgFRKQIvcmOSN6+fYAz9v8wJYvXXPG40YlO27BwvhBPFapE5ZKZZ2YbllgJYtGiRk6PxmqpJUtXLVf/zgH629AdMtWY2GlvZqt/73vdcHKFc9SUBlLUar7/qM1aV8ar7uSAAgdIIIFZL40XrChDwJ8/rsB73D8hZf7W/L5zltuuH2Yl+S7iv8SmJtuCzD1IjSMoulZyTdLvu4PPdSez/ut8ZduOzd1qfbr3s1wedZ8+/85LLPNT1xqK3bb3uvWyz9frbpn36F82grQAKuoBAhyJQrliVLJMwfPzxxxMlqeTPoYce6uZ60003RVmTel2iSK+ptlQ827VYv16c+W1XHqZ+OJUwU7bhvffeG8nVuNxLg+/7lVBLkr6K67777nNzLiRWJVVPPvnkvDqukmljx461ESNG2OTJk6MwJNXmzp2bJ/FuuOEGO/fcc8uWq8OGDbN9993XcX7ppZfyslYlFXXdfffdUSxaG2VPXHbZZXbIIYdEJRPKYaNO08SqGP/973/PEeBZxKpilnSePn16dK+XjBKds2fPzlvepHn6RmnvKSP12GOPdesS79PX6dX7TzzxhM2cmb/7Qf2nSfek9/wzk7ROau/X0pewaKtnpkN9YyIYCEAAAnVIIBKrD51gc34QCMjmuUbC8qHBduMP4mI1WYK+fM0wO/7mJoHaJGnzSwGk13bN79O3bamL6kVoi1wtX6xmnUP7L345YnXVqlX20UcfRQdS+fqpkUBtMFury1ruff+ab6Ofg/QL40qIVdGSHN1vv/3cz16+jqr6lvQN66r6EgG6x7+uzzfaaCPr2rVr+4NnRAjUMAHEag0vXq2Gvv2kH0TZhZqDMgyPHHqAfbZymTvV3Wc36oR6Xdp2fd/LD0fCU1l5yjjU9Ycnb7KrDp/oMkQHrLdJTvZruE1cNVy1BVtbp7958ympdTKL1fSsVeaF4lYmsLj/7YNZdv+4a4pm1NYjg2Jz8hmrYvTcqXcU3KpfrK+O/H45YlUya/DgwXbdddc5gSQhFM+282IwSRbp/t12283GjRuXk5GZpd80sSrG+gFVW6HCLMlSxaqEmeRpKD/Vt05alWyUqCwkVn27pDquPnafeeiFWpJg1pi+fZpwS3uufHat7vvRj37ksmrjma+FhKNfu3g2bylsFFuSWJUY1cm5ccGcRaymraXunTRpkk2cODFP1JcjVhW7ZxjPRhZHvfZf//Vf7iC0pOxb3V+KWE37ekiKo62emY78PYrYIAABCNQLgRaxerUNvn2YHf92bqaok6Q22WYeNcfOiItVn816w0w7c9eASPPrLWUD0sVq/nk7QHMAACAASURBVCFScdGZUp81NkbZYjXzHNp/xcsRqytWrLAlS5YkZ6t2aTD954WqxKcXrJqdfiH86quvVkys+nIAW265ZY5Y9SJVB1kVylpVSSWVBOCCAASyE0CsZmdFywoRkPCcOffFvKxQv81ZW7LPeeA37uR7Xxc1HFryU3UttaV/uz6bunZ+e7+vO6ps1z1+d4R7f1CfAbb486VO2CpbdvD6A9zW8l7dejkR6+uWSvAeMGQfF1fWLdW+Vqek8NF7jq454eYPPGptbc4KPRodshtfgkLPxx8OvyRz6YoOOZkiQZUjViXelNWobD4vM+NyUFl1ykwMMyKL8cnSbyGxqv6PP/54l9XoRW+pYlWiTCUOwnIAfo7+vTSxmibj0uZdSPrpHi+aQ1FcjKFnoI+SwyHT8N5iY0sQe/HtmZfCRmMliVW9fsABB7hs3FBKZhGrytzUJamZtf5suWI1TWCKy89//nMbP368e9Y85/i6lCJWda8yopMyYOOvF1u3cp+ZLM8VbSAAAQhAoHUEQrF6yPvatm/BdvomqWkSp5vely9W04bOLFYtv/SAxcRqxpqoZYvVzHNoHedy7i5HrEqqSq76MgDx7f/xTFUvWZUp+sYbb9jzzz9fUbGqX1r7Oqt55QB0kFVjyyFWvgarWOn1Hj16uF1fXBCAQHYCiNXsrGjZhgSUgSqZ+unKpa4kgK5ff+Nou/GlB+2bmwyJRKr/XAf36LAetVG90b7de9vwgV+PalP6k9NfO/E/7H/fmuGkpz+sKC5mdaDURfueYLsP3MWen/eSG/uoPZu2xqr8wAMvT3Ofn7Tvse6jxLAvH/Avj1ztDsJSLVX14e9rQ1QV69rXuj1iuxF5h2RVbJAa78gfolXoAK0an2JO+OWIVUlTZev5rEwJr3hWZFahGQaTpd9iYjX+vuJQPc7hw4fnLZt++PR1XsP7JM/+8Ic/RHVAlaX4zjvv2IknnphTUzUuz4rFFg8gC6NiIi3eZ5j1q7n5revxzMpi/Ybvl8NGcaWJVcl29a9sDZWSkCTNIlYluA866CCXUazascpOVn3ceL3WkEkxsaq+LrnkkhyMOhhLvzgYNGhQTiZ2mAmsmL18TarJW6pYDeW9n49fy8svv9yJ3CSmSd+Liq1tPX3/Yi4QgAAEaolAjli1Jnk62GegOqnZXHe1+b2kw6tatvXnznx4dNBVWsZqUk3UXLFqzYdr5dV+jUFurVgtPof2X9VyxKrKUqkcgC4vUeMfwxIAoXhVuSH9QrWSpQD0i2tfCiA6vGr1ajeG+7v+W9MiV8MSAeuss467t7WXW9u/jEw4mK21PXM/BDoeAcRqx1uTThWRMj7/9S+/d5JUWaeqhfr9O851maqqu6rsUl191u3tTnqXSNXBTt8auJs7bX6T7r3dFn/VUfVbtP3p9GrrDwGSDP3JHT93fekwKS9mNaa2v+s6+JbTncSds2SBPTj+Rrvt2bvdGF6caixdXvz6hVIm49D+X6s5OSmx+v6SDwoe8tSpHsaEyYrR0i+WZzqcqh5YlSpWvQAKt0hLvP3+97/PqUeZRRqG/LL2W0xeJolVlS0YOHBg3nLtvPPO0Rb58D5/2FIojpVhKZkWHlbVEcWqz1ANa5hKtCkLISxvUEy+pYnVrGwEu5BYlfBVZoUEqURrFrGqPn0d2KlTp0aHb6XVxVX7YmI16QAv9aeyDxLq2hrnL2WoKjvFZ2H7Lfw+gzV8wEoVq7o3Xks1qfZqlq+rYmtbD9+3mAMEIACBWiSQI1b7NUvNbSbbzNOHmisD4EsD5GWhmlnzazOaJ96yrT92YFRqjdUOIFYzz6H9V7ccsaqDqyQsw4OrvDxNEqr+NbVXWSQdvKkaqJW4JEb1C3XVSU3KVg0PsfLSNRSrWQ+waqrpG0R8TNPz23TpWZxuI/MONQva6xcIT4y0madvZvedfrHZBbED3CoBQ5FcM8xuHDTNrj7Yy+LmXzikfP34I99afkHREkhuX7n9WHQQXOzwuL1iB8JVaF5007EIIFY71np0qmhUQ/VXT9xoypiUWFVW4LBBu7oaqD6rVNJSW/l1qJTa3LzfWe4eXdrmryzV+UsWOAmrQ658hqG2tkuO9urey7xo1T3qV5dOUfcZryfvc4yNu/VMN476OXvf490BVyoxoPH+/PJUVyJAklXiddS2+9gxj1yVc9BWfOG0fXzqrCddH/7ypQZ85mvaCe/+xPikk+ivHXNJwXIDZ901wZU98FfSCfOSzKpZ+/jcF3IkseITz5/scVjedvf4yfX/9I0xiUI23s7PJc5HwvLXj/yu4POu2JNi0U2+BMO0t5502cz+kiiXCB+35+F5MjSJp+5TWYivbbJNXizxufgGKilRbO3UNmmOSWNpzfRLg3mn3pVaZiBtvDBoPdMn731sq0oVlCpWJdZUZ9Sfyq54/Kn3qrnqM0DDreRZvsll7beYWJUMu+WWWyLJm0VEKb6wX2Um/vSnP80pdaCsRGUyFhKrvjZpUgZjEoMsjJTFKykcr/maxlRyTj+sS1j6S6URFFNYq7WYfAvHLYeNxi4kVvW+zwBVRuaOO+5YkG3afNXHFVdc4bJfk2rVFhOr6teLUn9olcTqlClTcqSqz/yNS3qN27dv37xDrMoRq/HnJ2nt2+KZyfL1SRsIQAACEGg9gVyxataS+TnSpg8LDrNKEKtNQqvlAKmWaConVjdMKwWQtcZqPO5Yf9nn0HrWpfZQjlhduLDpMOS8UgBdGqxLQxdXXzWsrRpKV913//332yeffNLqrFWNse2229o3v/nNvO3+Pls1PMTKi9VQsGoO/fv3L4At6eCx+LOXgXokVr2MzXBPKU2anznd0iJJm2Kfc3xzfWL3nM6xE2aeaZYjYNUuJnub+8vJCD99jo275hDLze8VixttcPMhcvlit5RJ0LZWCCBWa2Wl6ihOSbEJD17uts//6YjLXL1VSUtlnC5YstB2/OM/uYzVn+7TtPU+lF66d9ai2e6gqmVfLHPvabu+LtVLlaTy/X59y12i+ql6X1JVUtSLWWWuSsDq8lmoEnPKTP3jmEud+IvXcvXlCf51vzNS67AeesN4J1QlKk/Yc4yr2Tr9rRmurIGuN85+yH1U3JqLMnT9JZE7YshwNxeJOZUxOPWJP+a8n1ZuwNdL9Y0lqr+z7fAcfqFkVtbuyCF7W+/uvaL4xEQM4vOTjL3l2bucANTlM33jQlLtrn18iuP2P0dcbkP6bZ0o+vw6/uz+X0fsFc9m6/V3B2l5War1kTAPL1/CwK/fyXse4Q44U3mGu1+aGt2r/n51YAvbOE/1feXBv3AxSsDHr/ic9Ux6Yau1k8SXYE9aO73m5zjxkWsjSa/aveFY6mfg7w53XYQZ1vFY4uOJ/1l7Huma6WA2//wm8SrlW0epYlViR9IuvrVeW82HDh0aCcB4rdN4TH57vReGWfstJlbjMqocseq3YGtOEmQqA6A4i2VVJm3nDuftxd0555zjtq8XY5S0FbzQ2vrxdchUvAbppZdeauGW8kLCMT5uyDwrG8VZTKyqjRioHMBvfvMbO/nkk1MPBlP25u23355Ys7dQXdFSxKri8VmoPpPW8/bSU/Vu42uqXzTEpW45YjUs46ASB0mHY1X6mSnlewVtIQABCECgdQTiYtVnoQ4+ZqzdenNzGYB+LdmpLaUAkqRWcyxJ4mfY8XZrkEmYvnU/+fCqOVFZgaYxkoVwfs1Wv8U/klA5YrWUObSOczl3lyNWFyxYkClbNcxeDbNbtQtGv7R/++23o5ICpca+9tpr20477eR+Qd2tW7ecg6uUkSqhGh1gVaTO6oABTbtGk660Lf4tAnG+qxHsMz8tythsXvenmnodq2fdYhmrrt5w8517jbWxNscGu0zWWHZokAVaTFwq3ovtwuaM1XgmrReoF5pdEorUuFhtum/whXNsuu9LUvb2wXZ1lKUbfB26TNw2EsalPhi0bxcCiNV2wcwgnoCvpaq/3zL2t/bYrBl22P0TC2Z/lktPEjGs0fq3Y37vJJrG3H3LXWzBZx84GSfxKbl70NBR7rUk0aa4b33ubtMhVdv32yaqtxqPzctNia/46fE+61AZj+GlA7W8GPOHb/n3JfeUweuvQuLM15X1bT85++EciecPYdL7ErhxQRsKS7VRfdpQnPpsYN+/xLHWMC4lNY7kaHyeSesYxqz1kQzXFTIJX5dgHHnD8a6cQ9r4PgNU/cRlZchTor1YjCGzpDqrXqKnMdXr20/6gcuiverwiXkIwv6Tnpn4Detcsrd7KYzdH9QmJroKZb4W+1oqRawmbU32/cff83+Pn6qu9l5eabu1pF0p/RYSqz4DMsycLUesKkYJLGUuqv6VhJ9qXBYTq7pPGaPKME06tMvH7jNHfX9hvOF6KYv3vvvus3Bbf6H1TDsASfeUcgiSpPe1114bZbjGmWdhozGziFX/LKi9Mp+LHQyWxKqQgC5VrCqOMJPW1zaNb9MP1yHpvXLEql8nPR+qHysWM2e2ZOfr/Uo/M8W+P/A+BCAAAQhUjkCeWPWHR0k6hVuHEzJWvbRsKQEQ23ocidTcEgOKPrtYzZeoUQmCcMu339IfvpaUKRjLWM0+h8oxz9pTpcRqvBRAUsaql6uK7auvvjKVN1JZgXIuCdU999zTZcdKpOoKM1JDqZokWNXelwQoJlZbRGV+pLmis+kZnP69aXahXWyj5p7QLBzDZ9OXAjjB5vygJdOz6XmbbiMfutoG3x5u52/ps2V7fzqxXLEaa6cxLjG7MMo6bRG44dfXy9ecYXOOutr2/lsgaYPn3PXa/DXgxps72OzmW62pXEdSdnk5K8w9HZkAYrUjr04dxuZFmmTZrIVvu4y/cNt+oSlLQimz1QuksK0k2xUHnRdlsPpMUMmqeHu17dOtl6vbqm3z4VZy36fE1WkjjssJR8L1wBtOiA7KGrnt8Lzt5l7qJUk7icv7Xn4kqvvqOw/lYppYFSMvX+85eEJetqwXhuF8w77CzEjN/97xNySiDkVffA5JYyiLMy4MKyFWQyah4A2laShcw8lING4waf/opVA0lipWVa7CZ6UmidUwSziJq38/LdZQICvgpLUN55YkVvV+yCsu1Ev5NlKKWJWkkvx69NFH84ZIyhr0BxQpG1EZmqpXKTF0wQUXmIr2+4OLSunXSz5Jp/CSDFMJAC9r/XuSe8rg9CUK4oHrACtld8bloWSvMjzDLfRZxKpvozjOPvts22GHHZxIVsajskZPO+20qK6rYvElEJQJKYknRspsvfDCC51UjYtExalsRv0JLy8ox40bl9O/b+NloReXnnl4cJP6UDtlYIbjlsNG42YRq2rnY9PnaWJV7ykbWc9N+DwpS1dM9XqSgC5HrGosn0mrZ/Tdd991ZQriB4B5tr78RDh+uWLVs1DJgaOPPto9H/Gr1GemlO8HtIUABCAAgbYjkC9WvcicEWxbTspYbYoprb6lf91nirYcDjXcdBCVxNCoi4vXWI22NsfkUVLdyXjN1yaRFCtpkFBaoNgc4r9QbLvVyO25HLEalgII66dKnHqhGv/oD7fS6PpcGaXTp083lW0q59IvYlUGQJcXpAXFauOaxAOsdH+hUgAFRWXzszl93+at9s0yXyJWYjVHyObVWJVYDeuytmSNSqwm9Vm+WC2QNd30FRbViN0syHgN5+6+tmKiWCUGxr2T+zXGIV7lPM21dw9itfbWrKYj9mIoFIXxzMi0CSbVLfVt1d9u/Ye4Gqnxw6UKAQvjCNtJkoX1Uf17Epf+krCNC7O0DMxCMWQRqxJuyuzVlZS1GtYD9aI4FKvFBKGPLy4lQ0nnpaS2+IflC+LCsbViVQJa5SB0xTMzvTDVOviSCklsQwEbxleqWA3bJ4lVja2MVC/v48+y4vD1f+Nx+gxgZQ97eVtsK3+aWPUxFLu/2DePrGLV15gMt5PH+5aMevnll6MsO4k6STllP4aX6rNOnDjRScdS+/WSLz62tm7/+Mc/jk5P9+8XO+FUQlOiKi4PvShWv14kZxGrGlftJPskZf2l7NdTTjklUZT5A6ckrf0lsSYRGz/xPi0D12f9JtUZjb6Xbb11JJ4lHJMObpIQPvLII3PGLYeNxswqVtVWz45EciGxqjWRxJT4TXue4s9FuWI1LAmgDGTFNnv27MQvJ1+CIZTR5YpVDaAM2HhN3PjApTwzxb4H8D4EIAABCECgsxMoR6yGh1eFYjV+cFVSKQDxlliVBH3qqafszTdbzujIuha6/zvf+Y5ttdVW7pa4WE0qBbAmRawqxn79VIci+UoThV46njB3VKIE7TBi1Un+oNyGppmXuapfXihLVSUCRtnE5vIFEZGcg7qaXvXzT5zn5ME2La8Wa9bVpV0tEECs1sIq1VGMXgxpSkm1PAtNVdl/k56YnChOvSCVED1z3+PsrYVvR7VJJSW33WRrO+eB30Sy1LdPE6t6ffD6A0yHL6lUgC6VCwgPpJL0ix8mFWZ86h7fz7cG7mbb9t8m9cCnJBmq+73YkyQNsxvDzEafjSrh+R/P3Bll4IZiNRSNaqc6rmlX2jb8MJb4PMN4yhWrqonau1vvqBataogevefoqNRAKVI0jC+stVpKHyF/fZ4mVuN1a31dV78uaVmoWpO5ixe47OE05vE1ShKrFz14uTuILa3ubSnfPrKK1VL6TGor0aTLZ4i2tr9auF/SWNmOuuIZpknxS9Cp3lYhRuKoP0mZjLXApBIxSnqqJllne57KfWYqwZw+IAABCEAAAvVMoByx+vHHH7ut/PHDq0oRq5KfL7zwgjuE02/lz8pZ9VX333//KNPUi1X/0R9YJXnrP1+9ZrXLWFWb8PCqrl27ul+Ip19J2Z4t2/MlVm8cNK25pmlaKYDmrGubbDNPb89SALkHS7XMMf1Qq7BSapixqozrliza4P5NWw7E0r1krGZ9imu7HWK1ttev5qL3J7OXc4K5pFh42FE4eZ9J+s1NhphOrJdYVZ1PbffX5Q9d0udqe9G+J7hDrJLKCqhN0hb3LLDj9S7j9yTVBc2SsSpJGmadhpmcEmuPz33BHfKU1lcpmbRpbUOxqnl5oeeZ3j/uGleKoVyx6ks0eMnsD2g6ad+mQ8xKkaJpJQ1K6SM+ZppYDcsshHVSfemKeK1d9RuXrmG8hZ69UKxK1vvSGEmSP8vzGm/TXmK1nNi4J5+AhKr+xA+nghUEIAABCEAAAhCAQHkEyhGr+mX4ypUrc8Vqlwbr0tDF1TxN+hPWV9XnuubPn2+PPPKIk5+lXNtss43tvffeJsGqKy5Ww5qq/hCrUKiGYnXddde19ddfv+jweaUcotrAaQdNdYDDq3xN4JzZNZXJOMQkRCc210U1y6lh3Nw+/yCslkO6wjIZLSU4dCM1Vos+THXQALFaB4vYmaagLc+6koRoKFf/9sGsvDZeqIbbrpPKBkjwvbn4fZOklbzyYi8rZ8lVZdc+886LiaUJ4gcqZRWrcWmrMgQD1tvEnSrvsyKziNVidTyzilXFM+7WM6MsYC8Vb3v27lYdXiXp+ONbz4gyk32GbSlSNBSVIe9S+tB6ZykFoHYhM38wmLJQRwz6uvkM1vD5iUvXUM6qXdoBVKFY/cV+p9rBt5yeWoYg6/MatkOslkOtevcoW1N1WLkgAAEIQAACEIAABCpDoByxumLFClu6dGmrMlZ9OYBXX33VnnnmmcyT0c+Chx12mCnT1Ge6tkasqr8ePXpkHr+SDXOyQJ0EnWMnzDzTwqzRSo5HXxCoFAHEaqVI0k+7EPA1K5OEqMTeJt172wcrl0aySZL0hD3H2PuLF9ptLz+Uqf5qvExAsa3zxSYuAXndkzfbL565zTWNHwqVVazq3ngmpjJ/fbZqXPCFpQDC7NK0zEs/j7BmaNhHPGNV7SUER95wfA7v4QO/bq8tnGVTxv22GJocIRnWq03ayh9KzmI1VsP7vehUMG0lVn29VI2h5+dX+53u6tCm1Q+OH1oVB5W2RvFSAGlZzEXBpzRArJZLjvsgAAEIQAACEIAABOqBQDliVWUAVA4gpxRAiRmrunfZsmWuFIDqrGYtB9CzZ0/bfvvtbciQIZEQbY1YVRkASdqqXLGM0qSs0arExaAQKEIAscojUjMEJPH+9Nw99uBbjxcUpD7jdP9Bu9u4PQ+P5jf9rRk2Y94L9unKpan3+6xXCVodhqUSAhJlB247wvYYuEvB2qQaSJmqug4cOiqPq5dprRGrSaUGwgzUNElb7PR6H2zawVGhlAxlq14P7/H9xOeY9pClZcem1UgtdFBUOMahN4yPMmnD7M9iYlXPmK4BzXV1Q2FaTEiHslTPTN/uvV391Pjl+9S6+fq9ajNr4dvRIVZp4jipxmo411Ail/OFjVgthxr3QAACEIAABCAAAQjUC4FyxKrm/tFHH7lapRKk2vrvP2YtBaB7n3/+eXvllVdcP1kvL3N33nln23333d3YxcSqO8wqocaq7t14442zDk07CECgmQBilUehwxOQuPv1I7+LDmVSwBJPafVR/YT8wVH+73OWLCiasRo/zMpnwYYZsqqB+aOh+ydKVglBXUnlA7wUi8uvLBmroRwMpWNY01PjpvWVVEbg61vukrf2YWZrmEGqhkkZq76DUNzqtdaK1TCO+MFYpz7xRzdsWi3SUPTG2xQTqxp3s/X6R+sXsi4mVgsd6BWC9lnXqokbv9IOKPPtksRqPJN3+vjJkRgu9YsbsVoqMdpDAAIQgAAEIAABCNQTgXLFqkoBqCSAF6mlilXVaX3wwQft888/LwunaqP+8Ic/tD59+kRi1QvanEOrVq924nZN45q8w6vUB2WmysLPTZ2cAGK1kz8AHX36YcagZN3oXQ5w2/p1aI+uYnK1lPlJquoavP4A91EHX53zvVOcpFIm46xFs+25eS9FGbNqf/a+x+dkp0qaPTz3efvTEZdZKC7Dk9vjhxl5WaYxPzn7YevVvVcUtp9/KDnDepxx2RdmL8a3oYcsJWTjMYbbyuN1YBWQF4fxGH2waQdGFVqDpIzVMA5lH4dZn/G6rvH5i81P77rAZasmHRSWJlZ134LPPnCHo1158C+itUur1Zo0J8W2waT93Vtx4e3b+7VL4qs2OtzNl4xImnvY/xtnPxSFEYro+H2lfA0gVkuhRVsIQAACEIAABCAAgXojUK5YXbVqlX3yySc5YlVyda211nLZq/oYStfw8CodKDV9+nR77733MpcAiHNXfzrQdOTIkW4cXT5zNTy8Kvq8WayGB1dtsMEG1SsDUG8PEvPpVAQQq51quWtvsl68/XzXg3IOAZJIUm3RpFqr5c5SMsyfbF+sD2VF3vfyI3bjSw/adn02tSsOOs++tsk2FgounzHrM2X19z+OudS106UszxufvTPasq7XQlkryab+JY99OYKzv/9Td6/GuePNx81LWsVzzgO/yetLJQz8PbpPYlHy0HOThOvTrZf5GP0BX0ftOToHgdbBHwiWJJR9Yz9/tUnKyAw7DUVvEm/Jx5P3OSZHNKudBOaEBy93ZRp0KWYdNKbrT/Nmuo96Xv7le6fk3RuK57Q19hI7nLNvWywT188//rz69f6XR65266mYT9jlwJy10XrHy1xoffRsvfXBbJv0xOSc593XD1bZiXhGchb+SfMvRazecENTmYPx48cnoiz0vn5ovOOOO1K/zI444gj3g+HTTz/t/ujke13+vm9961umP/HrzjvvdC+NGTMm5y0d8qR49Bv4pHjL7Vexacx58+a58Q444ABT7OFv+n3ffk7F5q5+/Hz9/JNApTFQW8U0depUU+aDTnXda6+98uJKhZ/xDTHVGmocXQMHDnRrEmd/5ZVXutfj61VsTcIwXn/9dXv44Ydtxx13tFGj8susaL7vvvtuYuRbbLFFXkwZp0gzCEAAAhCAAAQ6IYFyxapQffrpp6Z6q0nlALxg9XJVQlPtP/zwQ1uwYIH7OVeCtTWXxtDP0AMGDHBb+vv07WNdGro0Zaim/JF81XuqqyqxygUBCJROALFaOjPuaEcCXqxKFB099Ac2bNCutnTlMpc5qsw+vR4eVlVOaL6PrFI1HENC67Zn7zZtT/db1iU5n5/3kn22clnUdNv+2+SVDvBZkvGYB6y3icuSVT9Lv1gevd27W89Iyure5995KcqWVRzKqI1f4T3he5Kaby18O6d5Uoy+gYRsePkYk3j7vpPKIYTt0+avNkllCuJj6X6NFXJer3svx9nXSI3fE59HUvxD+m3thGxa20Kx+Tn5PgrNN7428fX296ovPfPKqE17VvR6/P4sDOP9lSJWp02bZkcffbRdfvnlebJSEvPcc8+12267LVGESRgeeOCBtuuuu7rtSvFr4sSJtsMOO5ik3KWXXuoOA9Dl79M9f//73/O2Ko0e3fQLgbvvvjunS4m38847zxYvXmwvvfSS+4EzvMrpV/LzpptuskMOOcR22mknkyi85ZZbXLcPPPCAiz+MWVu7JBeLzT2M38//29/+dk68mocONtDYkydPjt5TDIceeqh779hjj3XzTIsr6dnP+pp+8B8xYoT17dvXraNEsl4TD42ruP2lAxDOP//8SBb714utSRiLWN93331uvJkzm355El5ad81Zz1P8Ur2xX/7yl1mnRjsIQAACEIAABDo5gdaI1ZUrV7qfvdJqrEq4SrxKpr788stOrIb1UCuB3mfC6qN+dho6dKhttNFGtvbaa7uxJG99lmr4Ub+M7969eyVCoA8IdDoCiNVOt+S1NWHJohPvPL9gZqrfwl9q9mq49f/XB51Xdl1KEZVQu+Ivv7fvDtk78eCq2qJOtJ2VQCliVYyOP/54e/zxx90fLyu9dJN4C6VfyNTLRS8b03iniVW1j0tFvZYmVvW6MiqfeOIJJ4N9Rqgf18eTtV+JOknUUKDqXv0gre1X+sH00Ucfdd3H55p17ro3Pv+QU5K89oIxKS4JKkyHXwAAIABJREFU17lz5yYK6VKfdy8643JbsvTkk0/OEeppYrXYmviYxHS33XazU045xUn2pGcmbd1LnRftIQABCEAAAhCAQGvEquhJlkpeOsHZpcFljOqSdJ09e7YtXLjQ/cyoNhKdbXn5EgS9e/d2WaxbbbWVdevWzaxBdQIsEqySrpKwXBCAQHkEEKvlceOudiag7MGZc190o87/bKHLUty+X9OWemVaTp/1V1caQCex+0t1NsNLW6ffXPy+bdLcRm1P2HNMRUWo4kzKVmxnXAwHgbIIlCpWvfRSpqDPEvVyLymj1AeVVS6miVVJVWUwxjNikwSbRO8uu+zihJzG1T3xrEcfT5Z+NefBgwcnZmFqfsrkvf76623KlCkuk7OtxKrGCqVlMaaeQ1L2aKkPizgra9bL4/D++Nb/JLGaZU18nz6zVc/Tcccd5wR5mBGrdojVUleQ9hCAAAQgAAEIpBForVj98ssvXTkmSc3Va1bbZ0s+s/nz59s777xjeq+tZWravBTPOuusYyqTtNlmm7lEAL2mS7vB9B4XBCBQHgHEanncuKsDEtB2+MdmzbA3P5htry2c5Q6f8vL1jUVv2+LPl9qWfQe41wptF++AUyMkCLQLgVLFqoIKsxT1d2WEXnfddQXrWhaTgH6yaWJVknTSpElu+3cocJMEm7JL1V4y1Qu9uJAN4ynWr5/vk08+GW33L7Q4bSVWfb+etc+iVSZE2qUMY9WDTRKipTxgfl0kaX3t2LT7k8RqljXx/X33u991YlxjevZz5szJKQOBWC1l9WgLAQhAAAIQgEAhAq0Vq+pbv4jXz2RvvfWWff755277f0e6lKG67rrr2pAhQ2zrrbd2kpULAhAonwBitXx23AkBCECgrgiUI1YFwGep6vMwezUNjpeCvg5o2C4UdYXEqn7brnID8WxZ9RXWWB02bJirA+rrbIaizo8bys9i/Rbanp803zSxmlZf9qijjoqkdCgww74liJWxO2jQILv33nudZMwiF0uNvdDDLZ7XXnuta6IM3n333dfV040fLpUkVrOsifqNi3CfLRwX95q7hLGkfnhxcFVdfXtiMhCAAAQgAIF2IVAJsapA9TPaRx991C4xlzuIaq+qXBRXGQT+dqk1fOsCu+TpRjv/m2Xczy11RQCxWlfLyWSqTUD/81Qxcp3C2HPddW3555+7j3Pfecd69uhhPXr2jN7X/8jemTfPNt5oo6id4g/b+j78vHSPxtDr6/bsGd2v9/1Y+qh2b7zxhhtT1xuvv27b77BDNP6gLbeM2n/40Ue2fMUK187Hrb7DS3359xSfPtelcT5fvtzFrNdWLF8ezUefq1/fVjFrrC0HDszpW7Uqx40bF73m56cXfHs/F/HzY4Tz93PQvDyLkJWYJF1aKzHy8/dc1DZcN8WstfIf1d6PpdiUDak5+HE0di1e5YpVX1dVcw7rraYxKHSAkz+4SvcWEqs6CMpnMPoDtOJy0R+wFR5YlZT1GJefhfotVU6midUkqaw5a176E87fH17lD62SyFQtU0loSVVd7S1WNabW/eGHH7annnrKrbvikzD2sldt4mI165ro3jCz1T9Lqu+q9QyzbtMOr+Lgqlr8LkTMEIAABCAAgeoSqJRY1eGr999/f4fLVvV0lbV68MEHu5/VyrkW/udoG3D0PbFbL7GnGs+3pp9k6+h67zYbvcUcOzua20K77YhTzK68247OPRO3jibNVEohgFgthRZtIVCEgP5H/NGiRbboww9t3xEj7G4d5vLTn9o7c+faczNnWr+NN7Z9Royw6/7wB3d6tj9F+/f/9m92yj//sz32xBMuC02HzOg64IADnCD112GHHWYaY/vtt3d/zjjtNBs9Zoztsfvu9v9feaXrf3/d8/rrTvItX77c5s2daxdMmODue/211+wHBxzg5K7eVx/6fOrUqXbMMcfYzTffbN9W5tkBB0RjTps61X2+6KOPnERVttlDU6faDjvuaIrn+uuui15TO81b/UlYKh6xUFvJRvG4ujnLzQ9wycSJLj5/SWDOfP55F7vGU01FP74+aj6jDz88Z/7KVttx++2d4JRw1X0nnXyym7ME6WtvvOG46nruuedsjz32cJ9r/orz4alTbaN+/Rx3385/rvXUmmmL+EUXXmh33X23G8tLVL2vexXv66+/7voWl1q8yhWrmmsWseeZVKIUgJeP4QFaZ5xxhhvCZ6zqPWV2Jl1exuq9pHjS+vXSNZS18f6VWemFZ6VLAfjx41mbEo46nCtePzaMrVCb8AAvf4/+QVDK5Q/UOu2006IM4bhYzbomGldb0yRrk66wFEMpz14p86EtBCAAAQhAAAKdj0ClxKrIqa6qfqncES/tMtqyOSml1Pienthge114mP3p3Vyx6F5/5U+24I6jrX+pndZU+4W28L3+1h+pWlOr1pbBIlbbki59dzoCXqwuW7HCCcsVy5bZsD33dKJvzrx5Trp5Yag2r732mn1jjz1Mn8+bM8c27tfPCU6JRUlQCURJSi/7QrEquBK0PXr1sssuu8xemDnTCURlTnr5qnElbyUzlRkq8XfhBRfYc88/7zJflXUpEXn3XXe5cX918cXWq0cP117CU69JOqpP3SOBqc/1nherXoyq/5nPPuvmMGfuXBs8aJATq7okHjWfDxctckL568OGRc9GXKzqDX84jZ+34tQ81LcucQnn72Wm+tLYuiTOJJo0rjJMvUwV/8cee8x++MMfunaSq5LXw3bf3YllzUuX7jv5n//ZSXHJqmeee8523HFHl4Er4a2+JVUlmnVJNg8cNMj1feONN9bks1+LYjU8QMtDl1j128Yl+eLb0yXJw8OXksRqWr9+e3paHVl9je2zzz5RndlKi1XN0W/DD+ViFuGrZ1Vb9uOHP6lPzVffj8LLy+vwNT+feJ1a3yYuOUOxWsqa+MxWcd5889yfWseOHeu+D/nyDojVmvx2Q9AQgAAEIACBDkmgkmJVE/zHP/7R6vr2lQal0lhbbbVVWd02ZapanlR1nWl7/JWDm8Rq81b5cJCWbfNP26UN023k02Z7NW+nH/k/DTb9+0+ZfWsvu+Dip6xxgtmlDXvZBUEHhe4Pt+PHs2lb7lOm6QD7yZ1Bp2O8CI6/F2Tfhhmr7vOfWJire9htC+zuHzepZMnlaB56Ieq/LNzcVCMEEKs1slCEWRsEJNvefP11Jyv7bbSRkxj/9u//boePHm1z581z7ymTUhKyZ8+eLrNRMlBZnpKgWw4a5ESqtrvrNQk9iTyftenr9Hg5e9jhh9vzzz1nu++xh7tHY2hM9aUxdEmmKBPWC0D1KTH45OOPu/clKO665x43xg477BD157ezK4NUwlHSUG00h+122CGqGSTpqT591qbmpSuecaoMzwNGjbKp06blZHQmiVVxlOCVcB40cKCTu/pcmaLKnNWlOSp2tZXw9e+L10Ybb+xY+HZhaQP19/gTT7i5iKfmqTnpfq2TxtIltpq3K4HQvFb6QcvPSzzVr+eorFZlv6rvsLRBbTy5TVHWolhV3F7C6XNtm5dY9dmT8YOOwvZeTKZl0Cb1q/t9Tc/p06fnHKKk93ymqz9Uqy3EqgTlyJEj3UED4ZZ4PZN6LdyK758/ZavqlxOFMm2zPqvKJE2qpevjCuVtKFZLWZNCB23FD+pCrGZdOdpBAAIQgAAEIFCMQKXFqsZT5qp+Zqv2IVba/i+pWm6mqubipOW9owtnpTbLx6+H9UedaH2hWchKrHqB2lQ4oCkLNpSZC23h5v1bMl9ztuPn3x+tq2t3t4322bTBuIOnxDNqm2Xqzk/Zgm0m5cwrJ/s2GnukTW/Yy14IRKrF5po7j5b+GyfUXYGEYl9Knep9xGqnWm4mC4GORyBeY7XjRdh5IqpVseqFprb9e7EqyTh06FCbPHly4gJKDh5yyCEue7NQaQK/dd33q858Tdm+ffu6WqfKZJZUvP76613GcpjNWmqNVfXvD/AqVM/V93v++eebpKkuZcsedNBBprjOPfdcl+mZFldrnmqfHSsmOmxL44iJ5q0SGmGd3VCsZl0TzWeXXXZxWefjx4/PCzWeFYxYbc1qci8EIAABCEAAAiGBthCr6l8lltyOtyodaKVkEv3yu9yaqp5RdrEayE33A3QoPCVGJ9ngoJSAhOSkbVoyP6M1ycl89eUH8u9vWcP095z0NGXDtkjO6LXvT2/Jto1/SeSI1dy4zZokrzVL5Pg8HK+3z84Zk6+4+iOAWK2/NWVGEIAABMoi0Bqx6rdl+4+FApAYmzBhgoUHVSW1l8C7/fbbo5qphe6TQDzuuONMBxZJxqne6kknnZRXBsCPI2n56quvOvGatd9wbhpPf9cPyMqK1SVRe+KJJ0aHT3nZGc7Vj1WIj+cSn3/8Hs1hxowZNmXKlChzNh5Xnz59bMSIEXlxlfWABDdJ7Op58TVsNY7mLykabt2X9JR8VVmBrGty5JFHOkl99dVX55UB8CFIeO+0005uvFKevdbOm/shAAEIQAACEKhvAm0lVj01/Qyln0Hb89LPTEklnsqJoaBYdRLU7Kl3B9uk2Hb5prHSxWiikNThWK4sgERoKEwLiVWNE9vW39xHUzZpwqz9GLFt/lEJAcRqOY9Kp7oHsdqplpvJQgACEEgn0BqxClcIQAACEIAABCAAAQjUOoG2Fqvi8/7779vzzz9vCxcubFNc/fv3t91339023XTTio1TtMZqJFZjGas5ERTPWM3LYC2S8Zo+wSbJOudnjaY6rvGM1dT78uqqzrGzG1UKgIzVij1MddQRYrWOFpOpQAACEGgNAcRqa+hxLwQgAAEIQAACEIBArRNoD7HqGelgKx0eWmnBKqGqUlXlHlBVbA2bMj999mlL66i+aHPGqgW1SHMzXbOJ1b1e8QdL+RqsxUsBNInfr9tTjeeb2/Af1EB1YjWs4xpt419gg68cYD/ZuaVMQE4/JdZYDUsaUAqg2NNUH+8jVutjHZkFBCAAgVYTQKy2GiEdQAACEIAABCAAAQjUMIH2FKse06JFi2z27NmuVv2yZcvKoterVy8bNGiQ6RyBfv36ldVHKTc1icd7YrcEsjWnNqqZjWmRpLnb+pu6yK+xmrud/5Knm+WnqZ/BdmNe5mhc8Lb8/bBI8MZKBJhZtN2/WbJeEN0WzCUve/UnFs68pf/8eSBWS3mqarctYrV2147IIQABCFSUAGK1ojjpDAIQgAAEIAABCECgxghUQ6yGiHTI1QcffOAOu1q8eLETrStXrrSvvvrKNVt77bWte/fuJpGqGvc6jGqTTTZp9aFUNbZMhAuBDkUAsdqhloNgIAABCFSPAGK1euwZGQIQgAAEIAABCECg+gSqLVarT4AIIACBUgkgVkslRnsIQAACEIAABCAAAQhAAAIQgAAE6o4AYrXulpQJQaDNCSBW2xwxA0AAAhCAAAQgAAEIQAACEIAABCDQ0QkgVjv6ChEfBDoeAcRqx1sTIoIABCAAAQhAAAIQgAAEIAABCECgnQkgVtsZOMNBoA4IIFbrYBGZAgQgAAEIQAACEIAABCAAAQhAAAIQgAAEINC+BBCr7cub0SAAAQhAAAIQgAAEIAABCEAAAhCAAAQgAIE6IIBYrYNFZAoQgAAEIAABCEAAAhCAAAQgAAEIQAACEIBA+xJArLYvb0aDAAQgAAEIQAACEIAABCAAAQhAAAIQgAAE6oAAYrUOFpEpQAACEIAABCAAAQhAAAIQgAAEIAABCEAAAu1LoGHFgz9ubN8hGQ0CEIAABCAAAQhAoO4INJhZ9FOl/lLgKvJ27p3FGzcUb2JmmRq1DJ3aXJPsUmqITe1zGFXoCYjiLDw/Mcr+Q39sfmmhZkWatV3Wh0YTydpnYrvkm7M9R/EgswZSZL1dNxn6ytDE9VMCo5LmXfYzrBtTgs80p2x4Sv6qKmnyxdYw60Sa+ynIMugra7clPOtZOeV2WaHv61mf9aJB+oe8IdOXTtHuYt+gS/uemfH7Qta1jLor+YaEaSb8P6s4jPwWFftaqcScMn6/LGeeZd2j/2dm/z9s8hAdiUu9xVLC/xDLWn+zhiWXtfoJKHNoboMABCAAAQhAAAIQqBsCpfwcXkrbDIBK+vde1rGztivl33el9Jlh3q5Jxj4bsv67L2s7jZ2pbUOeh846tdx2wUSzeoLUdgniuNHMMSp25fWZcQGK9ese4gx9ZWgS9ZOprVnhr59YJxn7TLAy6Q9M1j6jdkUevKz9iXjmL4xiC6jO1srQKGiSGmfsIcs6n7x26iclpox9Vl2sFo2z+eumaLssSxObbabvb2mPdUpAWfuMwq3IxPJ/GZgFR7xNlw4USyn/8ys410rNSV9n9SRWKzGfzD8kFHkas/yPudgDnfWHhmL9pL/f8NmkVj8B5Y/OnRCAAAQgAAEIQAACtU+gFNmU+edb37DwP3waG826FP25u7mvrGMXbBeTFa3qM+vNKY9IdHvhfrIxav53YZcCMiYMI1PojWaNXSogVmODZRrbzyfOLnl+pTHyfWYNpMiXeDR4kX/kZxqutGe98LzL5J433ZSv5Uzzae4s47Pu/mVb9PtBU5+NjY3Wpfg3j2zfnx3IEsRq0e8xzZPIOp/Edilfyxn7zG1W5KaMfTatT4bGGZo0iawuZo2V+OVNbLaZ/r9S6HtM8i9vsj6bzU9o9oe54FOa8Xt6oT4yf4Ms9uVSgViidPzWStFMD1mxCTU/BCV87Sf2WMlYMn4DTJ1ZJdbIfYetwPNbiT4qFUvhR6Gh8SrEaoavFppAAAIQgAAEIAABCBQiUMq/cUppm4V6Kf1lzRgq+G+T4M1Sfu5PjLOU4BNgRLcX6SfrMK5dxmyVTH12MWsQpNZeZZZfyFvvAv9oLOvZyATBmzyzNSksXNpohn8QFx0ueCCLtm1ek4LtYm9m7TNvuZszC+Ovl9Jf1mc96zoqlkpl4TnsGb9uiv47PzaBrIwS2xXIWG1cbWZrSvjCrND3mJLEarHvHc3PVVZGBWdb5rOeOHbKQ1hynBm+JxRdwQqJspK2hhQKqhJzKuWLvFgsxZ6xooDTM8Oz3Bq1KfnhSOm9Ev20Zo3WmK1ZkeV/LhnpVGI+7pt9BbKK00Nu2PW0rSvxJGWEQjMIQAACEIAABCAAAQhkJVCpH6izjhe0a7eh22egzKNkbah/QWRtWwb+/FsqNVhy4CVNp5xQVGpgnbVsnX49rDFNrrYv0BbE5cynImtabieVC7hirqikB6jceZdzXxqr1fZlty1szdp9S5Sr2WPwI3+2pot7sr9qbLAVq/V5dv2wxrrYF9a1nb4ysseVnUK5LSv3jDdF0JHmVi4T7uvoBBob19jaXXrYWhudGsjVjh516+LruXYX66bfH9v4nfkqax1L7oYABCAAAQhAAAIQgAAEaoZAFf75oyG7rW1dt+htjaurMH7NrE0NB9ohlzU5qIbG1baqx9fMuvYzM2WudtSrQ0LtqLCICwJVJrDG1mroYT36n2eNa5ZVOZb2GV5VMtzv1dY+aSe+W7UPc0aBAAQgAAEIQAACEIAABDohAVfPs9va1m2z3unlADohF6ZcJQKNX9kX625jq7tubA0llQOoUrwMCwEIdHgCjY2rrWuXntZjk3M6jVj1i4JY7fCPJwFCAAIQgAAEIAABCEAAArVMALFay6tXh7EjVutwUZkSBKpLALFaXf6MDgEIQAACEIAABCAAAQhAoG4JIFbrdmlrc2KI1dpcN6KGQAcmgFjtwItDaBCAAAQgAAEIQAACEIAABGqZAGK1llevDmNHrNbhojIlCFSXAGK1uvwZHQIQgAAEIAABCEAAAhCAQN0SQKzW7dLW5sQQq7W5bkQNgQ5MALHagReH0CAAAQhAAAIQgAAEIAABCNQyAcRqLa9eHcaOWK3DRWVKEKguAcRqdfkzOgQgAAEIQAACEIAABCAAgbolgFit26WtzYkhVmtz3YgaAh2YAGK1Ay8OoUEAAhCAAAQgAAEIQAACEKhlAojVWl69OowdsVqHi8qUIFBdAojV6vJndAhAAAIQgAAEIAABCEAAAnVLALFat0tbmxNDrNbmuhE1BDowAcRqB14cQoMABCAAAQhAAAIQgAAEIFDLBBCrtbx6dRg7YrUOF5UpQaC6BBCr1eXP6BCAAAQgAAEIQAACEIAABOqWAGK1bpe2NieGWK3NdSNqCHRgAojVDrw4hAYBCEAAAhCAAAQgAAEIQKCWCSBWa3n16jB2xGodLipTgkB1CSBWq8uf0SEAAQhAAAIQgAAEIAABCNQtAcRq3S5tbU4MsVqb60bUEOjABBCrHXhxCA0CEIAABCAAAQhAAAIQgEAtE0Cs1vLq1WHsiNU6XFSmBIHqEujUYvWTTz5prC5+RocABCAAAQhAAAIQgAAEIAABCEAAAhCAAAQgUFsEGhCrtbVgRAsBCEAAAhCAAAQgAAEIQAACEIAABCAAAQhUnwBitfprQAQQgAAEIAABCEAAAhCAAAQgAAEIQAACEIBAjRFArNbYghEuBCAAAQhAAAIQgAAEIAABCEAAAhCAAAQgUH0CiNXqrwERQAACEIAABCAAAQhAAAIQgAAEIAABCEAAAjVGALFaYwtGuBCAAAQgAAEIQAACEIAABCAAAQhAAAIQgED1CSBWq78GRAABCEAAAhCAAAQgAAEIQAACEIAABCAAAQjUGAHEao0tGOFCAAIQgAAEIAABCEAAAhCAAAQgAAEIQAAC1SeAWK3+GhABBCAAAQhAAAIQgAAEIAABCEAAAhCAAAQgUGMEEKs1tmCECwEIQAACEIAABCAAAQhAAAIQgAAEIAABCFSfQEXE6so1n9nnjUvsyzUrrNEaqz8rIoAABCAAAQhAAAIQgAAEIAABCEAAAhCAAAQgEBBosAZbp0sPW7dhfeveZb1Ws2m1WF26ZpHN/niuXfXIvfbYmzPt81VftDooOoAABCAAAQhAAAIQgAAEIAABCEAAAhCAAAQgUEkC63btZiO339PO+P4htvWGg6x3l36t6r5VYlWZqm9+/KYdcs35CNVWLQM3QwACEIAABCAAAQhAAAIQgAAEIAABCEAAAu1BQIL1vtMvte023K5VmautEqufrn7Xzrz9Dzb1lRntMWfGgAAEIAABCEAAAhCAAAQgAAEIQAACEIAABCDQagI/HLqPXXnkydZ3rS3K7qtVYvWDVW/ZnhefSrZq2fi5EQIQgAAEIAABCEAAAhCAAAQgAAEIQAACEGhvAspaffbC39kmXbcte+hWidWFq960oRNOKntwboQABCAAAQhAAAIQgAAEIAABCEAAAhCAAAQgUA0CL0+83vp33a7soRGrZaPjRghAAAIQgAAEIAABCEAAAhCAAAQgAAEIQKBWCSBWa3XliBsCEIAABCAAAQhAAAIQgAAEIAABCEAAAhCoGoGqidU1a9bYotWzKAVQtaVnYAhAAAIQgAAEIAABCEAAAhCAAAQgAAEIQKBcAhKr/dYaYl26dCmri7JLAaxatco+ttmI1bKwcxMEIAABCEAAAhCAAAQgAAEIQAACEIAABCBQTQISqxva1ta1a9eywihLrDY2NtrKlSttydrzEKtlYecmCEAAAhCAAAQgAAEIQAACEIAABCAAAQhAoJoEJFbX/2qgde/e3RoaGkoOpWyxunz5clvW7b02FKub2VnHnmQrb7rI/q3kaXEDBCAAAQhAAAIQgAAEIAABCEAAAhCAAAQgAIF0AhKrvb7Y3Hr27FlPYnUzO+tnd9oVW7xu55w13q7iCYAABCAAAQhAAAIQgAAEIAABCEAAAhCAAAQgUEECVROry5Yts+Xd57dBxmqzVN22t9mKZxCrFXxY6AoCEIAABCAAAQhAAAIQgAAEIAABCEAAAhBoIiCx2nPlZtarV6/2zVhtG7EaSFXNDrHKcw4BCEAAAhCAAAQgAAEIQAACEIAABCAAAQi0AYE6EqsxqYpYbYPHhS4hAAEIQAACEIAABCAAAQhAAAIQgAAEIAABEagTsZogVYP1XfnFF2arPrK5C/9h//vSTXblI8/YXNYfAhCAAAQgAAEIQAACEIAABCAAAQhAAAIQgECZBOpArBaWqklcVn78jP3b7ePtnJfLpMZtEIAABCAAAQhAAAIQgAAEIAABCEAAAhCAQKcmUONitXSpGq32qvl2750n2BGPz+/UDwCThwAEIAABCEAAAhCAAAQgAAEIQAACEIAABEonUONi1cyG/speOekw265r6ZO3L16yyy4ZaxcuKuPeIrdc/6tX7Lj+ZrbwHut60UU5rc/62VN2xba92+hwrV/ZK/9+mG2XMG45s3TzsPw5lNMX90AAAhCAAAQgAAEIQAACEIAABCAAAQhAoF4I1L5Y1Uq0Qq4ufPUi2+Laeyq+npFYXfGMnXPWeLsqGKHQewUDOfY+W7WX2ZT/7xA7KaWh+j50ySTb+MqbKjInxGpFMNIJBCAAAQhAAAIQgAAEIAABCEAAAhCAQJ0RqA+xmiZXV7xkV/35v23lNrvaoB4b2m5b7WDb9e2du4QJ4rMSa+yE5HpLbXEPs7/fuZft9xffqzJKv2/9V/S2PpYvXVsnVo+1s753k10VjdX6mSBWW8+QHiAAAQhAAAIQgAAEIAABCEAAAhCAAATqj0D9iNUkuZogTQftcbZdP/oo+07fbs2rOd/+c8L+dkyFywE0idV/2Ju2lfV/N8ggbc46fXPhVrbdejGx6t7bKucpe/OpnW3nm8yi8gHu3aX2v3fuZXP3adqmP8UOs+P6N722n91gH47ZIZK5ufe13NskepvKBljzGE0D576WJ1YLxFh/Xx7MCAIQgAAEIAABCEAAAhCAAAQgAAEIQAACyQTqS6zG5WpaNmq/H9v9P/uFHdA3Lhor95g0idVnbMq7O9hxW7welQPwotLJ0FCsfi9XiCqSJin6YcvW/1gpAF9SwMtXF33Qz9Shut+ahGtzFmtunyWK1Sx07fmlAAAgAElEQVQxVg4hPUEAAhCAAAQgAAEIQAACEIAABCAAAQhAoMMSqD+xGsrVVQW22u/1B3v32H2sv823e3+7vx3xRmXXyIvVc/7b7BdjNrZ7XV3UY+2Rq862AS/ubE9v1SRe4/VXc6KIi8wksRrvIy5WA6nr+s7po0SxmoQoQbZWliS9QQACEIAABCAAAQhAAAIQgAAEIAABCECg4xGoT7Hq5erRm9nk83IPjmpZgibJ+Z3ub9hV/3yEnVPhtYnE6llP2gHNMnXn+cpKbZKs1pzRGherBbfuJ4lVu8e6XnRRS/TFxGrOPMsTq4XLC1QYJN1BAAIQgAAEIAABCEAAAhCAAAQgAAEIQKADEqhfsSrY/TazQYvm29xE8M1i9bN77GsXXZTSpvwVaxGr4217SVS7x85Z8n27ojmD1L0WZJu2yMp/tGz9z5Kx2o5iNVOM5SPjTghAAAIQgAAEIAABCEAAAhCAAAQgAAEI1AyB+harBZehSaz2fWZ/2+P2+RVfsFCsXqVM010/tP/97Bu225Kmg6xy3jfL+7sLqC3EarFSAG7Mb9jC5gOtwsOr4jEnxlhxknQIAQhAAAIQgAAEIAABCEAAAhCAAAQgAIGOR6DzitV+l9v//XxD+8NZaaUCWrdYuRKyacv9drY0OkgqUaz2D7JVLf+e3PqozTK2WMZqhsOrtlvYUk4gfiBWnlgtFmPrsHE3BCAAAQhAAAIQgAAEIAABCEAAAhCAAARqgkCnFauDjr3D7lxxlu1xZ+WzVbXyueK0uexAjxZxmpT96aVm05OjtvfYINWB7eGFbK5snbtPU4mBtBqr+/3FrGg91OYM1T7Nj+ubT02yBbs2HbC180358rZ4jDXx3BMkBCAAAQhAAAIQgAAEIAABCEAAAhCAAARaRaCTitVv2M8P3s7+8/6bKl5btVWrwc0QgAAEIAABCEAAAhCAAAQgAAEIQAACEIBATRDonGK14KFWNbFuBAkBCEAAAhCAAAQgAAEIQAACEIAABCAAAQhUkUDnFKtVBM7QEIAABCAAAQhAAAIQgAAEIAABCEAAAhCAQO0TQKzW/hoyAwhAAAIQgAAEIAABCEAAAhCAAAQgAAEIQKCdCSBW2xk4w0EAAhCAAAQgAAEIQAACEIAABCAAAQhAAAK1TwCxWvtryAwgAAEIQAACEIAABCAAAQhAAAIQgAAEIACBdiaAWG1n4AwHAQhAAAIQgAAEIAABCEAAAhCAAAQgAAEI1D4BxGrtryEzgAAEIAABCEAAAhCAAAQgAAEIQAACEIAABNqZAGK1nYEzHAQgAAEIQAACEIAABCAAAQhAAAIQgAAEIFD7BBCrtb+GzAACEIAABCAAAQhAAAIQgAAEIAABCEAAAhBoZwKI1XYGznAQgAAEIAABCEAAAhCAAAQgAAEIQAACEIBA7RNArNb+GjIDCEAAAhCAAAQgAAEIQAACEIAABCAAAQhAoJ0JIFbbGTjDQQACEIAABCAAAQhAAAIQgAAEIAABCEAAArVPoOpitfYRMgMIQAACEIAABCAAAQhAAAIQgAAEIAABCECgMxLouXIz69WrlzU0NJQ8/YZPPvmksdS7GhsbbdmyZba8+3zbvt+3Sr2d9hCAAAQgAAEIQAACEIAABCAAAQhAAAIQgAAEqkrgjUVPG2K1qkvA4BCAAAQgAAEIQAACEIAABCAAAQhAAAIQgECtEUCs1tqKES8EIAABCEAAAhCAAAQgAAEIQAACEIAABCBQdQKI1aovAQFAAAIQgAAEIAABCEAAAhCAAAQgAAEIQAACtUYAsVprK0a8EIAABCAAAQhAAAIQgAAEIAABCEAAAhCAQNUJIFarvgQEAAEIQAACEIAABCAAAQhAAAIQgAAEIAABCNQaAcRqra0Y8UIAAhCAAAQgAAEIQAACEIAABCAAAQhAAAJVJ4BYrfoSEAAEIAABCEAAAhCAAAQgAAEIQAACEIAABCBQawQQq7W2YsQLAQhAAAIQgAAEIAABCEAAAhCAAAQgAAEIVJ0AYrXqS0AAEIAABCAAAQhAAAIQgAAEIAABCEAAAhCAQK0RQKzW2ooRLwQgAAEIQAACEIAABCAAAQhAAAIQgAAEIFB1AojVqi8BAUAAAhCAAAQgAAEIQAACEIAABCAAAQhAAAK1RgCxWmsrRrwQgAAEIAABCEAAAhCAAAQgAAEIQAACEIBA1QkgVqu+BAQAAQhAAAIQgAAEIAABCEAAAhCAAAQgAAEI1BoBxGqtrRjxQgACEIAABCAAAQhAAAIQgAAEIAABCEAAAlUngFit+hIQAAQgAAEIQAACEIAABCAAAQhAAAIQgAAEIFBrBBCrtbZixAsBCEAAAhCAAAQgAAEIQAACEIAABCAAAQhUnQBitepLQAAQgAAEIAABCEAAAhCAAAQgAAEIQAACEIBArRFArNbaihEvBCAAAQhAAAIQgAAEIAABCEAAAhCAAAQgUHUCiNWqLwEBQAACEIAABCAAAQhAAAIQgAAEIAABCEAAArVGALFaaytGvBCAAAQgAAEIQAACEIAABCAAAQhAAAIQgEDVCSBWq74EBAABCEAAAhCAAAQgAAEIQAACEIAABCAAAQjUGgHEaq2tGPFCAAIQgAAEIAABCEAAAhCAAAQgAAEIQAACVSeAWK36EhAABCAAAQhAAAIQgAAEIAABCEAAAhCAAAQgUGsEEKu1tmLECwEIQAACEIAABCAAAQhAAAIQgAAEIAABCFSdAGK16ktAABCAAAQgAAEIQAACEIAABCAAAQhAAAIQgECtEUCs1tqKES8EIAABCEAAAhCAAAQgAAEIQAACEIAABCBQdQKI1aovAQFAAAIQgAAEIAABCEAAAhCAAAQgAAEIQAACtUYAsVprK0a8EIAABCAAAQhAAAIQgAAEIAABCEAAAhCAQNUJIFarvgQEAAEIQAACEIAABCAAAQhAAAIQgAAEIAABCNQaAcRqra0Y8UIAAhCAAAQgAAEIQAACEIAABCAAAQhAAAJVJ4BYrfoSEAAEIAABCEAAAhCAAAQgAAEIQAACEIAABCBQawQQq7W2YsQLAQhAAAIQgAAEIAABCEAAAhCAAAQgAAEIVJ0AYrXqS0AAEIAABCAAAQhAAAIQgAAEIAABCEAAAhCAQK0RQKzW2ooRLwQgAAEIQAACEIAABCAAAQhAAAIQgAAEIFB1AojVqi8BAWQhsHr1avvyyy9tzZo1WZp3yDYrVqywL774wjbffPMOGR9BQQACEIAABCAAAQhAAAIQgAAEIAABCGQngFjNzoqWVSIgGblq1aoqjV65YZcvX27z58+3Pn362FZbbVW5jukJAhCAAAQgAAEIQAACEIAABCAAAQhAoN0JIFbbHTkDlkJAWar6Uw+XxOp7771njY2NtsEGGyBX62FRmQMEIAABCEAAAhCAAAQgAAEIQAACnZYAYrXTLn3Hn7i2/ytbtZa3/4eUvVjVfBoaGpCrHf8RJEIIQAACEIAABCAAAQhAAAIQgAAEIJBKALHKw9FhCdRTtqogh2JVf0eudthHj8AgAAEIQAACEIAABCAAAQhAAAIQgEBRAojVoohoUC0C9VJb1fOLi1XkarWeLMaFAAQgAAEIQAACEIAABCAAAQhAAAKtJ4BYbT1DeqgwAWWqfv7559alSxeX1VkvV5JYRa7Wy+oyDwhAAAIQgAAEIAABCEAAAhCAAAQ6GwHEamdb8Q48348//tjmz5/v6qrqGjBggPXp06cDR1xaaGliFblaGkdaQwACEIAABCAAAQhAAAIQgAAEIACBjkAAsdoRVoEYnFBduHBhzkFVnUmsIlf5IoAABCAAAQhAAAIQgAAEIAABCEAAArVFALFaW+tVl9F++umnNnfuXPvqq69y5lfvYnWttdZy5Q4aGxtt9erV7iMHWtXlI86kIAABCEAAAhCAAAQgAAEIQAACEKhDAojVOlzUWpvSrFmzbMmSJXlh17NY7dq1q0ms+ktSVWJZghW5WmtPMPFCAAIQgAAEIAABCEAAAhCAAAQg0BkJIFY746p3oDnrkCqJVR1YFb/qVaxKnK699tp5B3NJrq5atcqVQ0CudqCHlFAgAAEIQAACEIAABCAAAQhAAAIQgEACAcQqj0VVCShTdfbs2S5Ts7OIVW3/l1hNuiRVJVcpC1DVx5LBIQABCEAAAhCAAAQgAAEIQAACEIBAUQKI1aKIaNCWBBCr+XSRq235xNE3BCAAAQhAAAIQgAAEIAABCEAAAhCoDAHEamU40kuZBDqjWFU2qmqsKnM17ZJc9eURKAtQ5sPFbRCAAAQgAAEIQAACEIAABCAAAQhAoA0JIFbbEC5dFydQCbG6Yvly0x8Jy7a4Grp0sZ49e9q6PXq0qvvly5fbe++952qoSqpKrkqapl0qj6CyALqQq61Cz80QgAAEIAABCEAAAhCAAAQgAAEIQKDiBBCrFUdKh6UQaK1Y/eSjj0wHYLXHJbG6wYYblj1UKFbVSTG5KlH81VdfRfVnkatlo+dGCEAAAhCAAAQgAAEIQAACEIAABCBQcQKI1YojpcNSCLRGrK5cudI+/fhjlwHaHpdEaN8NN7Tu3buXNZyyT995551oi786WWuttdxBVmmZqxKr+uMv5GpZ6LkJAhCAAAQgAAEIQAACEIAABCAAAQhUnABiteJI6bAUAq0Rq8uWLrXPlixpsxIA8XlIaq63/vrWq3fvUqaY0/aDDz6wTz75JOc1iVX9iV/xjFXkatnYuRECEIAABCAAAQhAAAIQgAAEIAABCFScAGK14kjpsBQCrRGr1chYVSmAbmVmrIqLsk9VZzVevkD1VpW9Gl5hjdUkybvBBhvYVlttVQpu2kIAAhCAAAQgAAEIQAACEIAABCAAAQhUiABitUIg6aY8Aq0Rqxpxyaef2rJly8obvMS7evXqZev37VviXfnNVRLg/ffftxUrVuS8qaxVlRvQpfIGYQmApEEpC9DqpaADCEAAAhCAAAQgAAEIQAACEIAABCBQNgHEatnouLESBForVhXD5ytWmA6GamyjWqsNXbpYz549TYdXVfL67LPPbPHixfbFF1+UXSdWcnWjjTayLbfcsmhojWL0xRdmDQ3W0Lu3NSSUHyjaCQ0gAAEIQAACEIAABCAAAQhAAAIQgAAEHAHEKg9CVQlUQqxWdQIdYHCVEFh33XWTI2lstC9fesmWTp5sqxcsiNo0dO1q3b75Tes1bpx1qUAWbgfAQAj/r717jZHzOu8D/sxeucvLLrmkqBssKbIZRUrTNBbiKo5ZVDGQwh+SEM2HFLHdQOaXFmguHxLDQa0PclLUQNvEAfqhAK3ClhonSGJWRRpUgOu2dJQ0gYImTuQ49IWyY8uKyCWXd+51ind23rntzO6cnVnO7TeAYYl85n3P+Z1nKeDP856XAAECBAgQIECAAAECBAgQIHBXBQSrd5XbzRoFBKud90TLYLVYjFu///tx8zOfieLqatMbjS0sxPwv/mJMPPpo5wNxBQIECBAgQIAAAQIECBAgQIDACAkIVkdosftxqoLVzlelabBaLMbNs2fj5m//dnZg67Y3Gb/vvph/9tkYP3q088G4AgECBAgQIECAAAECBAgQIEBgRAQEqyOy0P06TcFq5yuzJVjd2Iibv/u7pf9FsdjWDWZ/4ifiwE//dFu1iggQIECAAAECBAgQIECAAAECBJyxqgd6LCBY7XwB6oLVXYSq2QgmH3ss5n/5l6PQ6qzWzofpCgQIECBAgAABAgQIECBAgACBoRKwY3WolnPwJiNY7XzN8mB1bX0jvnHxWky9ci6mf++3Ilqcq9rsjtkxAId/9Vdj7MiRzgfkCgQIECBAgAABAgQIECBAgACBERAQrI7AIvfzFAWrna9OFqxOTk3H65eux/H946XH/5f+zysx/ZufbjtcFax2vg6uQIAAAQIECBAgQIAAAQIECIyWgGB1tNa772YrWO3CkoyNx/+6cCv+3rGJODo7XrpgMTFcnXz88Zj/yEeisG9fFwbkEgQIECBAgAABAgQIECBAgACB4RcQrA7/Gvf1DLsRrG6sr8dqwmPvySCFQkxNTUWhUEj+6l5/Yb0Y8eIXr8X/+Or1+PvH98XpH5hPD1cLhTjwMz8Ts+97314P1/UJECBAgAABAgQIECBAgAABAkMjIFgdmqUczIl0GqzevHEjrl29GhsbG3sKMDY2Fofm5mL/gQN7ep+Ui2eh6gt/cTVe/tqN7On/0uf7760PV7Nfu3Luj2P6xf/c8liA0m7VX/qlKOzfn3J7tQQIECBAgAABAgQIECBAgACBkRYQrI708vd+8p0Eq6srK7F46VKsr6/flYlkZ5kuHD0ak1NTd+V+292kWaia16eEqxMPPBBzH/lIjB8/3vM5GQABAgQIECBAgAABAgQIECBAYJAEBKuDtFpDONZOgtUb16+Xdqtm54nejU92FEC2a/XAwYN343Yt77FdqLptuPqFbOfqpyJWlktlQtWeLqObEyBAgAABAgQIECBAgAABAgMuIFgd8AUc9OF3Eqzeunkzlq5cuavB6uEjR2JmdrZn7O2Equ2EqxPHjtqp2rNVdGMCBAgQIECAAAECBAgQIEBgGAQEq8OwigM8h06C1exc1cWLF2NlZeWuCGQvsFo4diyy81Z78UkJVbcLVxf/8stx33e9LaaO39OLabgnAQIECBAgQIAAAQIECBAgQGAoBASrQ7GMgzuJToLVbNbra2uxtLQUK8ubj7fv1Wdqejrm5+djfGJir26x7XV3E6o2C1dvrxZjY2wijs/N9GQebkqAAAECBAgQIECAAAECBAgQGBYBweqwrOSAzqPTYHVAp5007E5C1dpw9f3fNxeH908LVZP0FRMgQIAAAQIECBAgQIAAAQIEmgsIVnVGTwUEq9vzdyNUze5w/MBkPPsjD8RDh6d7ut5uToAAAQIECBAgQIAAAQIECBAYFgHB6rCs5IDOQ7DaeuGahaqFyfEYPzgThfGxKK6sxfr127Gxvh6FQutzX4WqA/rDYdgECBAgQIAAAQIECBAgQIBAXwsIVvt6eYZ/cILV5mvcLFQdm56MibnZiLFC+UvFWLt1K9aX7kRhbLzphYSqw/8zZIYECBAgQIAAAQIECBAgQIBAbwQEq71xd9eygGB1ayu0G6quryzHxspyxEohiisbWy4kVPVjRoAAAQIECBAgQIAAAQIECBDYOwHB6t7ZunIbAoLVeqTkUDX7+upYFJfX6y4kVG2j+ZQQIECAAAECBAgQIECAAAECBDoQEKx2gOernQsIVquGuwpVixHFlSxcLVYuJFTtvC9dgQABAgQIECBAgAABAgQIECCwk4BgdSchv7+nAoLVTd5dhaoRsXF7JYrLEWMTk6XrCFX3tF1dnAABAgQIECBAgAABAgQIECBQERCsaoaeCghWOwhV76zG2rXbMT61rxSsClV72spuToAAAQIECBAgQIAAAQIECIyYgGB1xBa836bbabC6troaV65cidWVlSgWq4/D99s8W41noxjx0jcL8cqbhchHPzY9GRNzsxFjhfLXilF5UVX5VzbKoWoUizE+PRP3zc/Gsz/yQDx0eHpQpm6cBAgQIECAAAECBAgQIECAAIGBFhCsDvTyDf7gOwlWN9bX49LFi7G6ujqQEN0IVbOJ33vkYDz3Tx4Rqg5kFxg0AQIECBAgQIAAAQIECBAgMKgCgtVBXbkhGXcnweqtmzdj6cqVkd2pmrXA4Zmx+NfvfSi+921Hh6QjTIMAAQIECBAgQIAAAQIECBAgMBgCgtXBWKehHWUnwerNGzfi6tLSwAWr3dqpmoWqv/DUkXjs/iMxNzc3tD1iYgQIECBAgAABAgQIECBAgACBfhQQrPbjqozQmDoJVrMjABYvXYr1tbWBEet2qPrAwck4ePCgYHVgOsBACRAgQIAAAQIECBAgQIAAgWEREKwOy0oO6Dw6CVazKd++fTuuXrkS6+vrfS/QNFSdmojx+f1RaPNFVdkk852qWaiafQSrfb/0BkiAAAECBAgQIECAAAECBAgMoYBgdQgXdZCm1Gmwms91ZXm5r48EWC9GfOa1m/G5b9yJYnFz1GNdCFUFq4PU7cZKgAABAgQIECBAgAABAgQIDJOAYHWYVnMA59KtYLWfp56Fqi/8xdV4+Ws3uh6qClb7eeWNjQABAgQIECBAgAABAgQIEBhmAcHqMK/uAMxt2IPVpqHq9GRMzM1GdPD4f+3SOgpgABrdEAkQIECAAAECBAgQIECAAIGhExCsDt2SDtaEhjlYbRaqZmHq5OEDUZgcLy9UMdZXlmNjZbmycBt3VmPt2u3It7c2nqnauMKC1cHqeaMlQIAAAQIECBAgQIAAAQIEhkNAsDoc6ziwsxjWYLVpqBpRClSzYHVzt2rnoWq28ILVgW1/AydAgAABAgQIECBAgAABAgQGWECwOsCLNwxDH8ZgtVWomq1XYXwsJo4ciMJ4oeOdqvn6C1aH4SfBHAgQIECAAAECBAgQIECAAIFBExCsDtqKDdl4hy1Y3S5UzZdu/MB0xFSho8f/a9tAsDpkPxSmQ4AAAQIECBAgQIAAAQIECAyEgGB1IJZpeAc5TMFqy8f/J8YjNopR3NgoPf6/sboSxcJ6jM1MRRQKUVxZjfWbK5VF3ulM1cZuEKwO78+HmREgQIAAAQIECBAgQIAAAQL9KyBY7d+1GYmRDUuw2ixUHZuaiPG52dLj/9mnuLoWyxevxPrt2y3XNjVUzS4kWB2JHxWTJECAAAECBAgQIECAAAECBPpMQLDaZwsyasPpRrB64/r1uJ2FlcViT/g2ihGf/fpGnHtjI/IRjE1PxsTcbPklVaVYtXSm6tr1G7G2dKvpOOemIz702Fgcn81ebBUxNT0dBw8dikJh899bfQSrPVl2NyVAgAABAgQIECBAgAABAgRGXECwOuIN0OvpdxqsLl66FHe22QG61/PLQtWXvlmIV94sVEPVfZMxcWhrqLqxshzFtY1Yu3IjitkXaz6HpiL++Ts24vhM/YizcHXh6FHB6l4vpOsTIECAAAECBAgQIECAAAECBBIFBKuJYMq7K9BJsHr71q24cuVK+ezS7o6rnas1D1WnYmJupnR26uZnc6dqFqqW/m1tPdau3KwLVrNQ9acf3YgH9m+9a7Zb9dD8fMzOzrYckh2r7ayWGgIECBAgQIAAAQIECBAgQIBAdwUEq931dLVEgU6C1ewIgGtXr0axB0cANAtVCxPjMXFkfxTGNs9UbQxVs19Zv7Uc69fvVJS2C1WzoixYzY4D2H/ggGA1sbeUEyBAgAABAgQIECBAgAABAgT2UkCwupe6rr2jQCfB6vKdO3F5cTE2NjZ2vE83C5qFqtn1x2anYuLgbERps2r9TtXsVzburMbatepZsDuFqqVgdWws5ubmYsaO1W4uoWsRIECAAAECBAgQIECAAAECBDoWEKx2TOgCnQh0Eqxm9726tBQ3b9y4a7tWW4Wq9cFqd0LV7Jr7Zmbi8JEj2xI7CqCTDvRdAgQIECBAgAABAgQIECBAgMDuBASru3PzrS4JdBqsZsPIXl61vLy85+FqFqr+zldW4n9/ay2anT5QmBiLicP7Y2N9tXKmaja+xp2q89OFeOZ7p+LBA/mRAc0xp6amtt2pmn9LsNqlZnQZAgQIECBAgAABAgQIECBAgECCgGA1AUtp9wW6Eax2f1Rbr7hejHjhL67Gy1/Ldse2umMxioWNKOwbi8L4WHYaQGzcWYm17EzV8pcOz4zFv3rXkXhobrJrwxasdo3ShQgQIECAAAECBAgQIECAAAECbQsIVtumUrgXAoMQrLYbqm6srsT6ynJLpr0IVbObCVb3ojNdkwABAgQIECBAgAABAgQIECCwvYBgVYf0VKDfg9V+D1UFqz1tXzcnQIAAAQIECBAgQIAAAQIERlhAsDrCi98PU+/nYHUQQlXBaj90sTEQIECAAAECBAgQIECAAAECoyggWB3FVe+jOfdtsFrciJdeeyN+628K256p2qvH/2uX0FEAfdTQhkKAAAECBAgQIECAAAECBAiMjIBgdWSWuj8n2q/B6vjtr8bEG5+Kz178wXjhWz/QBK8Y/RCqZgMTrPZnbxsVAQIECBAgQIAAAQIECBAgMNwCgtXhXt++n12/BquTVz4f0xc/GxuFyfidxacbwtX+CVUFq33f4gZIgAABAgQIECBAgAABAgQIDKmAYHVIF3ZQptWvweq+7zwfE9f+tMS4MTZTE672V6gqWB2UTjdOAgQIECBAgAABAgQIECBAYNgEBKvDtqIDNp9uBKvra2txZ3k5VldWkmZfKBRiamoq9s3MRPbPlU9xI2a/8W9ibPlblV/Kw9VPXXgi1leWW95nfmYs/sWTh+PtR6aiWCzGndu3Y3V1tfTPKZ+JiYnYt29fjE9M7Pg1RwHsSKSAAAECBAgQIECAAAECBAgQINB1AcFq10ldMEWg02D1xvXrce3q1eTgsnaMY+PjMX/4cMzMzJR+OTtfdd+3/1MU1q9Xs9aIuLMyHr/zd++O//Ltf9B0irWhahaoZnPbWF9P4airzcLe2f3749Dc3LbXEKzumtgXCRAgQIAAAQIECBAgQIAAAQK7FhCs7prOF7sh0EmwurK8HIuLix2Fl/kcJicn4+g998TY2FhMXvmfMX3xbERxrfTb2V7T5eX1uL28HsXCVPz+0skt4WptqJp959Jbb5V2qnb6KYyNxdzcXMzMzra8lGC1U2XfJ0CAAAECBAgQIECAAAECBAikCwhW0818o4sCnQSr3ditmk8lC1SPLCzE9L59cfWv/mMcH/vLmBivD1Xz2sZwtTFUzQLVy10KfLNdqwcPHYr9Bw4IVrvYdy5FgAABAgQIECBAgAABAgQIEOhUQLDaqaDvdyTQSbB6+9atuHL5ckfHAOSDHx8fj4WjR2NiYjye/w//Mg7P3Ip/9o/3x/ra5k7VxuIVRdEAACAASURBVE8erv73y++snKma12Rnvi5euhTrHRwDkF8rC1azowCyIwFafexY7agFfZkAAQIECBAgQIAAAQIECBAgsCsBwequ2HypWwKdBKvZGC6+9VZkRwJ0+sl2hGbnrN6++MV47lf+bXz1jeX4yXdPx489tS8mxrZevTg2FatTD8bFgz8R8/MPbinIzn29eeNGp8OK7IiCbCdtdg6sYLVjThcgQIAAAQIECBAgQIAAAQIECHRNQLDaNUoX2o1Ap8Fq9nKopaWlWL5zZze3j2xHaHZ+6dz8fOn7F/7sN+Oj//6zcfP2ehSL6/FPf3g2fvI9szE+MRXFyWOxPvuOWN//vbE+81073i87quDmzZu73lE7PT0dhw4divGJiW3vZcfqjkuhgAABAgQIECBAgAABAgQIECDQdQHBatdJXTBFoNNgNeVe7dS+8l+fi3/3qf8XB2aK8c7vno+nnnwi3v59/yjGD55o5+s9qRGs9oTdTQkQIECAAAECBAgQIECAAIERFxCsjngD9Hr6/RasfvuvXorxmWOxb+HxXtO0fX/BattUCgkQIECAAAECBAgQIECAAAECXRMQrHaN0oV2I9BvwWo2h+Xl5bhz586uH+HfjUMn3xGsdqLnuwQIECBAgAABAgQIECBAgACB3QkIVnfn5ltdEujHYHXQwlXBapea0WUIECBAgAABAgQIECBAgAABAgkCgtUELKXdF9guWD18+HDcc889MTY21v0bt3HFlZWVuH37dl/vXM1sMqeZmZk2ZqSEAAECBAgQIECAAAECBAgQIECgWwKC1W5Jus6uBLYLVrPQ8KGHHop9+/bt6trd+FK/h6tZoDo/Px/j4+PdmK5rECBAgAABAgQIECBAgAABAgQItCkgWG0TStneCGwXrGZ3PHDgQNx3330xMTGxNwNo46r9Gq5OTU3F3NxcTE9PtzELJQQIECBAgAABAgQIECBAgAABAt0UEKx2U9O1kgV2ClazC87Ozsbx48ftXC3rFgqFksWhQ4dicnIy2dwXCBAgQIAAAQIECBAgQIAAAQIEOhcQrHZu6AodCLQTrOaXz4LEbAdrtlOzF+eurq2txfr6egez7eyr2byzQDX7/+x/PgQIECBAgAABAgQIECBAgAABAr0TEKz2zt6dIyIlWB1lsOwM1UcffbT06L8PAQIECBAgQIAAAQIECBAgQIBA7wUEq71fg5EewZ07d+L8+fOxvLw80g47TT47R/XEiRM9PQ5hpzH6fQIECBAgQIAAAQIECBAgQIDAKAkIVkdptft0rl/5yldiaWmpT0fXH8M6cuRIaceqDwECBAgQIECAAAECBAgQIECAQH8ICFb7Yx1GehTXrl2Lr3/967G6ujrSDq0mn52n+o53vKP0Ei8fAgQIECBAgAABAgQIECBAgACB/hAQrPbHOoz8KC5duhR/+7d/G9kLonyqApOTk/HQQw/F4cOHsRAgQIAAAQIECBAgQIAAAQIECPSRgGC1jxZj1Idy69atUrh6/fr1KBaLI80xNjYWBw8ejAcffNBO1ZHuBJMnQIAAAQIECBAgQIAAAQIE+lVAsNqvKzPi47p9+3asrKyMpEL26P/MzMxIzt2kCRAgQIAAAQIECBAgQIAAAQKDIiBYHZSVMk4CBAgQIECAAAECBAgQIECAAAECBPpGQLDaN0thIAQIECBAgAABAgQIECBAgAABAgQIDIqAYHVQVso4CRAgQIAAAQIECBAgQIAAAQIECBDoGwHBat8shYEQIECAAAECBAgQIECAAAECBAgQIDAoAoLVflqpt16Kn3vfx+KVDz4fr/7s9/XTyPZsLIv/7efiR5+L+OgffCJ+/J5u3mYxXvrZH43Pv/fl+MSPLbR94c3xvNKi/v3x/Ks/H3d3Zb4Yv/7kM/HiNjN4/5lX4+e/v+0pDlBhee4j9PMwQItjqAQIECBAgAABAgQIECBAYOQFBKt91AJf/I0n45lPZwN6d2LQuLsQsXbqpUDx9Q/taaCbze+TD9cEnaUg+UJ8aE/Cyt2ZlBw+93S8/Bs/HvVx7Ob1PhYfbfJ7e9lEm+FidBietp7XXo69s2tnY34unk0Kxju7o28TIECAAAECBAgQIECAAAECBNoXEKy2b7XHlXmA9nzE6WfiwrMpOy13FyLu8YR2vvxbi7F4z0JDgLnz19qr2J3JdgFkb8LJEQ5W31qMhXva323cXl+oIkCAAAECBAgQIECAAAECBAh0R0Cw2h3Hzq/y578eT56O0qPmDzTZNVnazRo1RwSUdnt+Pp7+g2cjfuVH42N/VB5C9tj0T13YPFKgblQ1j7HnO0XPRDxz+sXIHiX/wDfLO1abfjdKNaXHzUvjrH8w/d2VELi8qzMfS7b3tiYgrt2xWt2dWx3k1trn4+nPPVOZ27aPvOfHKJQv9+5nN79bOgrgbS9sGXP8UPOdp+0Hq00e0W+4Zu0c8/FceCZz3OqUDbv5/NoMVsvrkhvWHrHww/+39niDrA8+EBey3bc161R//+yen4xHzjwdnz+92Ueb1/129ViC2rmW++npZy/Ex/JjFGp+P2mtSzuCH4kXGo8/aHK/D5X7t7Tkbd8vxb7zH2tXIECAAAECBAgQIECAAAECBIZXQLDaJ2tbF5xWQtPquaOtg9WspnZ3Zjn8qjuXsuEx9iZnubY6CqB0369WQ8jFLbsIyyHcH3wiHvmt7CiDxgD3Y/FIOZTNg9Vn47mt56qWg8E8XNwM42qORCj9/oUWRyRsPYszPyv13T//CxG//msRdTuAW5/d2fZRAE1229YGx41nx+bjyeb39LkGp4hofdbsDmes1gSKlXs8+9G48FzVPWvx2nl9u2Rbf15s/f3L96xcOx9D/p1yP729HPRv6aeq78sPfzJ9rXewjS33q45np/ul2ffJHw6GQYAAAQIECBAgQIAAAQIECPSlgGC1H5ZlS5C69TH21GC18UzOusCwSXDbLFjdDNseafLCpq27/iqBYe2u2tis29ylGVEXrG45x7R+Z+b2821ctGa7OsuGP5gFq38aTze8HGvL9cuXTH151Zb6cqC9NaCtjrEU7tU5RWyGhdkO5MaXeLW5Y7U0/poQtuGFT1uC1W3v33jPrf1Y1y/b/EVAKehMXetWa5HPqYP7pdn3wx8OxkCAAAECBAgQIECAAAECBAj0q4BgtQ9WpmWY1/h4c9OjAJrvWO04WG3YQbrJlAeqtS/X2iEwrPHtXbD6aw3HIpQH1eRt8+2eo1rZEdtw1EEemG69TjVkTgv3UoLV/KiGrTt7t+5Ybdb4+br2NljdybZZCJ0H5Zs7VusPwchn2jz83y7U7oM/HAyBAAECBAgQIECAAAECBAgQ6FsBwWrPl6bFS5bKjzvXPkbf/IzVPQhWy/euf3w+g2oW8m0XrPbvjtVWy95usNpsx2vtrw3cjtU6kN4GqzvZ7hisbtkhW51c053KLXcL9/wPBwMgQIAAAQIECBAgQIAAAQIE+lhAsNrrxWkZ6tSfY9l41mn9GaS7OWO1/rHz6qPdsfmCoia7OSuPmtf8Xv5ioqZnhzYJhz/58MvR9hmrLXfoNi5akzNT85c5bXPGauOu3uyqScFq7Tml+Uu9ao8CeC6qZ8LW7ABOO+ez/R2r1R7ZfPlT7fzaOmO1EkjuJlj9WM05trs4Y7VmrTd7quYM2AbbHYPVWvdsUWteDBc7ni/b6z8Q3J8AAQIECBAgQIAAAQIECBAYFAHBao9XqjEwrR1O/Rmn9eeavv/M8xGnPxmPlM/krLx5PQv2fupC/Nz7Nt/mXv00vlSqebDa6lHq/G3zlRcHlS9cDVSzx8ifjfiV+rfNV76X7Xf9jScjC1Y/8WMLpX9+5tP1+I21rXfoNlm0/IVG+W998Pl4Pp7ZvN/bXognT79Yr1F+oVbjldoNVqvHIpSvkLmf/HzpPvk86ub4wffH+z/9YjnsTHkz/Q4vr4qIbA0+8M3sPNxqkLvlZVh5OBlZH3wgLvxs/TpFzbETW3cmt3fG6iMfjHjx0+WuazzGImWtK0dOtLD9h3+45Tza2p2oW3ur9kVdKfY9/sPB7QkQIECAAAECBAgQIECAAIG+FhCs9vXyGNzwCGQBaTUIH555OaN0qNbSZAgQIECAAAECBAgQIECAAIG2BQSrbVMpJJAg0HDEQ/3u44TrDEKpM0oHYZWMkQABAgQIECBAgAABAgQIEOiygGC1y6AuRyAXyN9uv/nv2VEJ2YvGhtBHsDqEi2pKBAgQIECAAAECBAgQIECAwE4CgtWdhPw+AQIECBAgQIAAAQIECBAgQIAAAQIEGgQEq1qC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KcJEOwAAHH1JREFU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oMfB6hvx2LEfjEJhzEoQIECAAAECBAgQIECAAAECBAgQIEBgIASKxY348sU/jf137o8DBw5EoVBIHnfh8uXLxdRvFYvFuHHjRtwc/7t48OijcXD6SOol1BMgQIAAAQIECBAgQIAAAQIECBAgQKAnAteXL8e3Ln0t9q8f702weun6G3Hw2FS8/dj327XakxZwUwIECBAgQIAAAQIECBAgQIAAAQIEUgSy3apfvfjncf3iShw92KMdq9/5zndi4tBqHFqYjXvnHo4DU/MC1pRVVEuAAAECBAgQIECAAAECBAgQIECAwF0RyALVGytL8ebV1+Pa4q1YuzYZ9913X292rGbBanYkwMzceMwd3xdj05lB8skCdwXOTQgQIECAAAECBAgQIECAAAECBAgQGGWBQmwsR1z9uztx++p6KVDtebCanbnqQ4AAAQIECBAgQIAAAQIECBAgQIAAgUEQyF5W1bNg9ebNm/HGG2+UdqwKVgehXYyRAAECBAgQIECAAAECBAgQIECAAIFMIA9W77///ti/f3/p31M/hcuXLydvN82C1CxYffPNN+P69euxsbGRel/1BAgQIECAAAECBAgQIECAAAECBAgQ6InA2NhYHDx4MO699967H6zeuXMn3nrrrbh69Wqsrq72BMBNCRAgQIAAAQIECBAgQIAAAQIECBAgkCowOTkZc3Nzcc8998S+ffvu3o7VbKBZmLq0tBSXL1+OW7du2bWaunrqCRAgQIAAAQIECBAgQIAAAQIECBC46wLZbtXZ2dk4cuRIzM/PRxay7uazq6MAshtlj/8vLy+XwtVr166V/nl9fd15q7tZBd8hQIAAAQIECBAgQIAAAQIECBAgQGBPBbJzVMfHx2N6ejoOHTpUClWzf86C1t18dh2s1oar2Qussl2r2S5W563uZhl8hwABAgQIECBAgAABAgQIECBAgACBvRTIAtRsd2q2W/XAgQMdharZODsKVvNwNdupura2Vtqxmn2yl1v5ECBAgAABAgQIECBAgAABAgQIECBAoB8Est2q2SfbsToxMVH6/93uVM3n03Gwml9ImNoPLWIMBAgQIECAAAECBAgQIECAAAECBAhsJ5CHrJ0qdS1Y7XQgvk+AAAECBAgQIECAAAECBAjskcD5s/Hxs+ebXnzhPafj9A8tbHvjxT86E2e+sBjt1Da/0Pk4+/GzcX7hZJw+/VRsf7edDMrXihNx6sOn4sRO5Qm/f/6lj8fZL3f/uglDuAuli/HHZ87EucWFOHn6dDy1y8XYtGocbr3dlr7J+3DbPsjH1/11yMdz4tSH41SlcdL6qfnPQn6NWo+y7+Lmz97uf3Z2bol21mLLVcprkY3r5MUzm2v52Kn48I938yeq8a752lZ/vbQWC38cZ86ci8Wa8uoa5bbVfs3XoFK+5+NuvQaC1Z37UwUBAgQIECBAgAABAgQIEBgSgbQQKZ+0YHVIlr80jc6D1S3BVkQsLCzE4uJiRE1ourtg9W5bp/1MNPtZyIPNSnjaVoDcvXnm98/DyErQul3gWAlWfzKe+NLvxpsna8Pm7o2t9kp1dt99vhymPhyPL7weX8paJ/tLnqPnyn8JdCLe+57F+NwX8ri1HKxGHsJmwfvJWCz9JUFEfVi+N+NvdlXB6t2zdicCBAgQIECAAAECBAgQINBjgSYhUuNu1nIwFuVdqrUDXnjPZgiTBRn5ZzPQaNyx17jbMN+x+mQ8Ga/Gq7v9fp3eiTh1KuJs7U7cbOzZr9XsfjuxWRTV/br5zreGMT92Kk7F2YZdmPW7Diu3b2FUtytxsX4XXstxlHc0Vq5dCsNic4dv9YZx8vTJePNM9dcWHn84Fr/0eiVQqoRr7zoR5/+kdndyfQBVJczmVn/NiBbzrQ3oyvNaeOxEnP/y+c1djj+8GGfOvBlPvGcxztXsbN42WC2t02sRC4uR5bGlT+k+C+UdteXALcq7nHPPhcfj4cUvxevb2Wzp0815nfibzZ3XW9ciu9iJOHX63jhXt3Oy/nv1PwvVnd7b/sVD+edr/qH5WPrGUvkSC3Hy1BPx2tl8l+Y2fdbSqbqztDFYrR/PYpNeOh1P1eykzfo+c3n4exbi9b+O8k7magD/+COL8aULNbNv/FnZ1U70/Pp5sNr4c5n/GdLwFwF5sNrwM7iXO4K3+0NbsNrj/6S5PQECBAgQIECAAAECBAgQuHsCjcFq/WO2C3+4+Xj3wjufjPizV2Ox9Lh9dVdYJRyqhGlZMHQi3vXY+fiT7HulYwWyIOdc3Fv3mHn5PrOzEbdu1YRx7X2/bkdgZUfb/XF/vBFvlMPA5mM/FVF+ZL1uN9zCyXjvsXPxudKYT8UTXzpbCovvfyDijW+XA77veW1z51wlyNsMflrdZyELoi+erD5KXQlWNwOi5uPIQ8KaYO3cvTVjq9nB1zCOpxbKgdOxmiC2NuCqCcw3A7PFBveFyAOzepvmY6oc4VCa15txshxq1+0UrHm8PDteYudgNVv/bO6l9LC88/B03Hsu++c8OF+sC0XzNdpuzHmAWhvUZjsyT17aDFabXqP2aImaULzVz0JjkLd1F299WFr52Vk4GSePnYtz2aP3Cyfj1OOvxdlsV+aOfdboVN1h2vwogIZ+rd0NmvXJyTfjTPmIgjxYzQPnxaw231FaE6pX79P4M596nkT1SIDqX9YkBqsNfzYJVu/ef0XciQABAgQIECBAgAABAgQIjKhAq2C1vDssD8byYLVhV1geDm2GGFHeWbj53VKwmD+2u2UHW32wmvr9+h15+RzyYLV+KStBWHkMi83OAq0JVmuDwab3qQReDUaVELm6i7QuZKzssNzccdlqHKdPn4jz5ceZs5nUnXlZO7XGcWQP9ZfMFyo7d+t3FJ+Ik+UdpHmwWu9eDVbrdh2X3LaOqXIOb0OwWt2x+lo88Z6FOPeF6nmibQWrDT124lRNsPrhJ+K1j5+NxUr4XQ306la9iU3U7cSu79E8WK3fbV177YU4mc+lxc/C9kFezc9ZOYCu+9nJ/3Kg9i8oWvVZi/u37tusMaqPy+d/6bFljZsGqx+OJ/7643H2YjXwPfHek7H4ufLO2sdOxsmL50qhd/11638G64LehuMIqgF0HqQ2Hk3R+GfU1qMrmh1F4SiAEf1PmmkTIECAAAECBAgQIECAAIG7J7CbHavV3ZbNd6zWPspbu/OwyQuCmu5Y3fn7dTtWK2czVoPVtgLNhoCnes2tO1brQ6j6HZyVHavlR/FLwWJld2vNy7laBatNHqtfrDvCoCbgqxtzk2Mc6o4bqN/RWLsTt27HauWYgRY7Vucfjvml12OpYUyVF4XlRwFUAtBy9z52Kk4fO1f3krNKANZ4dELttbcNVqu9V7pL7SPo29jku4OzdSwFheXd1PnOzLodq5V+qnfPj4Wo37HasPO49NK3rS9Xqg028+Mq2g9WW+yM3uK0dcdq5eegEio37CzNA92WO1Y/XDoOo/qiu9rjEWqPL9g+WG3151nzIxNqd6/Wn7G62XNbg9XqS+by3fSdvYitkz9/HQXQiZ7vEiBAgAABAgQIECBAgACBgRLYozNW68KYZm8X3+GM1Xa/X2fd5IzV7KTMfIddZddskze2NzvHtCa0a7W7r3L7Jrs6K+eT5k9FNwSrC5UArmYSTc51bX5mbWb6rjjx5T+J87WPrGexXr4jNw8aG8523bxb9QVB1bu3PmM1D4/z2sbdgNUdg9WzdBtD1E2GrW+BL51lmgVmDT75mb71O1Zr6vLzXxearWeDTaPBllCy8dzdbKzZuDZ3yNaeUJut65PvjHj1z2rfWZ8fe1Fe7MZzistwJbdyb+8crFYfz6/rs/zM4DaC1cY/ipr3Uv0RBdnO2+pRAFlY2xB01hzpUHf9gxFxPe2lUc2PLGh2tm3tdVvtaK2Ople7VbMRCFYH6j+ABkuAAAECBAgQIECAAAECBAgQ6L1Ay5CstMvQh8BoCAhWR2OdzZIAAQIECBAgQIAAAQIECBAgQIAAgS4KCFa7iOlSBAgQIECAAAECBAgQIECAAAECBAiMhoBgdTTW2SwJECBAgAABAgQIECBAgAABAgQIEOiigGC1i5guRYAAAQIECBAgQIAAAQIECBAgQIDAaAgIVkdjnc2SAAECBAgQIECAAAECBAgQIECAAIEuCghWu4jpUgQIECBAgAABAgQIECBAgAABAgQIjIaAYHU01tksCRAgQIAAAQIECBAgQIAAAQIECBDoooBgtYuYLkWAAAECBAgQIECAAAECBAgQIECAwGgICFZHY53NkgABAgQIECBAgAABAgQIECBAgACBLgoIVruI6VIECBAgQIAAAQIECBAgQIAAAQIECIyGgGB1NNbZLAkQIECAAAECBAgQIECAAAECBAgQ6KKAYLWLmC5FgAABAgQIECBAgAABAgQIECBAgMBoCAhWR2OdzZIAAQIECBAgQIAAAQIECBAgQIAAgS4KCFa7iOlSBAgQIECAAAECBAgQIECAAAECBAiMhoBgdTTW2SwJECBAgAABAgQIECBAgAABAgQIEOiigGC1i5guRYAAAQIECBAgQIAAAQIECBAgQIDAaAgIVkdjnc2SAAECBAgQIECAAAECBAgQIECAAIEuCghWu4jpUgQIECBAgAABAgQIECBAgAABAgQIjIaAYHU01tksCRAgQIAAAQIECBAgQIAAAQIECBDoooBgtYuYLkWAAAECBAgQIECAAAECBAgQIECAwGgICFZHY53NkgABAgQIECBAgAABAgQIECBAgACBLgoIVruI6VIECBAgQIAAAQIECBAgQIAAAQIECIyGgGB1NNbZLAkQIECAAAECBAgQIECAAAECBAgQ6KLA/wfPWN1W9pWfi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grpSp>
        <p:nvGrpSpPr>
          <p:cNvPr id="8" name="7 Grupo"/>
          <p:cNvGrpSpPr/>
          <p:nvPr/>
        </p:nvGrpSpPr>
        <p:grpSpPr>
          <a:xfrm flipH="1">
            <a:off x="4461227" y="1836974"/>
            <a:ext cx="2966437" cy="2989551"/>
            <a:chOff x="5725387" y="1788714"/>
            <a:chExt cx="119242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5387" y="2921577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873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5D2EE7BE-8FF0-4767-9109-2C6758280AB1}"/>
</file>

<file path=customXml/itemProps2.xml><?xml version="1.0" encoding="utf-8"?>
<ds:datastoreItem xmlns:ds="http://schemas.openxmlformats.org/officeDocument/2006/customXml" ds:itemID="{3945AC4B-DC1C-447B-B63C-146958D673BF}"/>
</file>

<file path=customXml/itemProps3.xml><?xml version="1.0" encoding="utf-8"?>
<ds:datastoreItem xmlns:ds="http://schemas.openxmlformats.org/officeDocument/2006/customXml" ds:itemID="{2099CE93-4B97-409E-A9FC-C7B3F0543F24}"/>
</file>

<file path=docProps/app.xml><?xml version="1.0" encoding="utf-8"?>
<Properties xmlns="http://schemas.openxmlformats.org/officeDocument/2006/extended-properties" xmlns:vt="http://schemas.openxmlformats.org/officeDocument/2006/docPropsVTypes">
  <TotalTime>4577</TotalTime>
  <Words>174</Words>
  <Application>Microsoft Office PowerPoint</Application>
  <PresentationFormat>Presentación en pantalla (4:3)</PresentationFormat>
  <Paragraphs>13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Matricula</dc:title>
  <dc:creator>Ing. Andrea Pastori R.</dc:creator>
  <cp:lastModifiedBy>Andrea Pastori Rojas</cp:lastModifiedBy>
  <cp:revision>78</cp:revision>
  <dcterms:created xsi:type="dcterms:W3CDTF">2018-01-24T15:16:31Z</dcterms:created>
  <dcterms:modified xsi:type="dcterms:W3CDTF">2019-06-18T00:47:30Z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