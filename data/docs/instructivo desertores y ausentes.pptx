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9" r:id="rId7"/>
    <p:sldId id="260" r:id="rId8"/>
    <p:sldId id="261" r:id="rId9"/>
    <p:sldId id="262" r:id="rId10"/>
    <p:sldId id="274" r:id="rId11"/>
    <p:sldId id="275" r:id="rId12"/>
    <p:sldId id="276" r:id="rId13"/>
    <p:sldId id="278" r:id="rId14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14" autoAdjust="0"/>
    <p:restoredTop sz="94660"/>
  </p:normalViewPr>
  <p:slideViewPr>
    <p:cSldViewPr snapToGrid="0" snapToObjects="1" showGuides="1">
      <p:cViewPr varScale="1">
        <p:scale>
          <a:sx n="72" d="100"/>
          <a:sy n="72" d="100"/>
        </p:scale>
        <p:origin x="136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10/05/2021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10/05/2021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10/05/2021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10/05/2021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10/05/2021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10/05/2021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10/05/2021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10/05/2021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10/05/2021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10/05/2021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10/05/2021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97DF9-FAD7-1E47-AA47-37C096A7FDB9}" type="datetimeFigureOut">
              <a:rPr lang="es-ES_tradnl" smtClean="0"/>
              <a:t>10/05/2021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3042866"/>
            <a:ext cx="9144000" cy="11156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 WEB</a:t>
            </a:r>
          </a:p>
          <a:p>
            <a:pPr algn="ctr"/>
            <a:endParaRPr lang="es-CO" sz="1050" b="1" dirty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Módulo Desertores y Ausentes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96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Acceso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Calibri" pitchFamily="34" charset="0"/>
              </a:rPr>
              <a:t>Ingrese desde su navegador al sitio web de la Universidad: </a:t>
            </a:r>
            <a:r>
              <a:rPr lang="es-CO" sz="1600" dirty="0">
                <a:latin typeface="Calibri" pitchFamily="34" charset="0"/>
                <a:hlinkClick r:id="rId3"/>
              </a:rPr>
              <a:t>http://www.unisimon.edu.co/</a:t>
            </a:r>
            <a:r>
              <a:rPr lang="es-CO" sz="1600" dirty="0">
                <a:latin typeface="Calibri" pitchFamily="34" charset="0"/>
              </a:rPr>
              <a:t> y seleccionar en menú principal la opción «Portales»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479611" y="2625530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7370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1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Dirigirse a la sección «Portal Profesores y Administrativos»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3303900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334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736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Digite su usuario y contraseña para acceder al sistema y luego presione sobre el botón «Acceder»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70437" y="4269453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804505" y="1562832"/>
            <a:ext cx="801827" cy="3269974"/>
            <a:chOff x="5729176" y="176633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8102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7" y="1769781"/>
            <a:ext cx="8653463" cy="417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al sistema deberá seleccionar el módulo «Desertores»</a:t>
            </a:r>
          </a:p>
        </p:txBody>
      </p:sp>
      <p:grpSp>
        <p:nvGrpSpPr>
          <p:cNvPr id="17" name="16 Grupo"/>
          <p:cNvGrpSpPr/>
          <p:nvPr/>
        </p:nvGrpSpPr>
        <p:grpSpPr>
          <a:xfrm>
            <a:off x="4352098" y="1504790"/>
            <a:ext cx="859096" cy="2352588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14 Rectángulo redondeado"/>
          <p:cNvSpPr/>
          <p:nvPr/>
        </p:nvSpPr>
        <p:spPr>
          <a:xfrm>
            <a:off x="3134922" y="3257447"/>
            <a:ext cx="1217176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97416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52" y="1771490"/>
            <a:ext cx="8215096" cy="4000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Nos encontraremos con el menú de desertores, se deberá seleccionar el icono “Desertores y Ausentes”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2095500" y="1504790"/>
            <a:ext cx="859096" cy="2013255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14 Rectángulo redondeado"/>
          <p:cNvSpPr/>
          <p:nvPr/>
        </p:nvSpPr>
        <p:spPr>
          <a:xfrm>
            <a:off x="1006185" y="2893420"/>
            <a:ext cx="1089315" cy="87840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11352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714813"/>
            <a:ext cx="7962088" cy="375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983628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Procedemos a completar todos los filtros, [año,periodo,tipo deserción, nivel, programa], posteriormente presionamos el boton buscar.</a:t>
            </a:r>
          </a:p>
        </p:txBody>
      </p:sp>
      <p:sp>
        <p:nvSpPr>
          <p:cNvPr id="5" name="14 Rectángulo redondeado"/>
          <p:cNvSpPr/>
          <p:nvPr/>
        </p:nvSpPr>
        <p:spPr>
          <a:xfrm>
            <a:off x="6065815" y="2854329"/>
            <a:ext cx="465614" cy="246286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" name="16 Grupo"/>
          <p:cNvGrpSpPr/>
          <p:nvPr/>
        </p:nvGrpSpPr>
        <p:grpSpPr>
          <a:xfrm>
            <a:off x="6476423" y="2173514"/>
            <a:ext cx="384464" cy="660439"/>
            <a:chOff x="5729176" y="1775902"/>
            <a:chExt cx="1191284" cy="1140874"/>
          </a:xfrm>
        </p:grpSpPr>
        <p:cxnSp>
          <p:nvCxnSpPr>
            <p:cNvPr id="7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97570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803400"/>
            <a:ext cx="8074667" cy="3813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983628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añadir o editar la causa de un estudiante, presionamos el icono señalado y se desplegará una ventana para elegir la causa.</a:t>
            </a:r>
          </a:p>
        </p:txBody>
      </p:sp>
      <p:sp>
        <p:nvSpPr>
          <p:cNvPr id="5" name="14 Rectángulo redondeado"/>
          <p:cNvSpPr/>
          <p:nvPr/>
        </p:nvSpPr>
        <p:spPr>
          <a:xfrm>
            <a:off x="315686" y="3748315"/>
            <a:ext cx="465614" cy="246286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" name="16 Grupo"/>
          <p:cNvGrpSpPr/>
          <p:nvPr/>
        </p:nvGrpSpPr>
        <p:grpSpPr>
          <a:xfrm>
            <a:off x="795814" y="1364975"/>
            <a:ext cx="290864" cy="2506484"/>
            <a:chOff x="5729176" y="1775902"/>
            <a:chExt cx="1191284" cy="1140874"/>
          </a:xfrm>
        </p:grpSpPr>
        <p:cxnSp>
          <p:nvCxnSpPr>
            <p:cNvPr id="7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96709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49" y="1620593"/>
            <a:ext cx="8268539" cy="3894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983628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Escogemos la causa en la siguiente lista desplegable, posterior a eso presionamos el boton aceptar y automáticamente se actualizará la causa de deserción o ausencia del estudiante seleccionado</a:t>
            </a:r>
          </a:p>
        </p:txBody>
      </p:sp>
      <p:sp>
        <p:nvSpPr>
          <p:cNvPr id="5" name="14 Rectángulo redondeado"/>
          <p:cNvSpPr/>
          <p:nvPr/>
        </p:nvSpPr>
        <p:spPr>
          <a:xfrm flipV="1">
            <a:off x="2849221" y="3180529"/>
            <a:ext cx="3085092" cy="1020394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" name="16 Grupo"/>
          <p:cNvGrpSpPr/>
          <p:nvPr/>
        </p:nvGrpSpPr>
        <p:grpSpPr>
          <a:xfrm>
            <a:off x="5907809" y="1620594"/>
            <a:ext cx="384464" cy="1803274"/>
            <a:chOff x="5729176" y="1775902"/>
            <a:chExt cx="1191284" cy="1140874"/>
          </a:xfrm>
        </p:grpSpPr>
        <p:cxnSp>
          <p:nvCxnSpPr>
            <p:cNvPr id="7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909452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E8FF7D-F4B4-4C0C-BBE6-DD1120D0CD92}">
  <ds:schemaRefs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d5c1a6a5-0428-459c-81cd-cf402d4ff623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4E95E03-1DB8-4E8C-9A7F-D55C93A28B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17BD99-A835-4723-A0F9-D86D8AFC2DA4}"/>
</file>

<file path=docProps/app.xml><?xml version="1.0" encoding="utf-8"?>
<Properties xmlns="http://schemas.openxmlformats.org/officeDocument/2006/extended-properties" xmlns:vt="http://schemas.openxmlformats.org/officeDocument/2006/docPropsVTypes">
  <TotalTime>4995</TotalTime>
  <Words>174</Words>
  <Application>Microsoft Office PowerPoint</Application>
  <PresentationFormat>Presentación en pantalla (4:3)</PresentationFormat>
  <Paragraphs>12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Matricula</dc:title>
  <dc:creator>Ing. Andrea Pastori R.</dc:creator>
  <cp:lastModifiedBy>Andrea Patricia Pastori Rojas</cp:lastModifiedBy>
  <cp:revision>194</cp:revision>
  <dcterms:created xsi:type="dcterms:W3CDTF">2018-01-24T15:16:31Z</dcterms:created>
  <dcterms:modified xsi:type="dcterms:W3CDTF">2021-05-10T21:28:30Z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