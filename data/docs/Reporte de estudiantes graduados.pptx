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05/03/2018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05/03/2018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ESTUDIANTES GRADUADOS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«Estudiantes»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19"/>
            <a:ext cx="1745060" cy="206562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61612" y="3040207"/>
            <a:ext cx="1501060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presionar el botón «Ver» el la sección «Distribución de estudiantes graduados»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700016" y="1751010"/>
            <a:ext cx="520138" cy="208664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229299" y="3503898"/>
            <a:ext cx="3227832" cy="63093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75898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filtr</a:t>
            </a:r>
            <a:r>
              <a:rPr lang="es-CO" sz="1600" dirty="0" smtClean="0"/>
              <a:t>o, el tipo de visualización,</a:t>
            </a:r>
            <a:r>
              <a:rPr lang="es-CO" sz="1600" dirty="0" smtClean="0"/>
              <a:t> </a:t>
            </a:r>
            <a:r>
              <a:rPr lang="es-CO" sz="1600" dirty="0" smtClean="0"/>
              <a:t>el Año</a:t>
            </a:r>
            <a:r>
              <a:rPr lang="es-CO" sz="1600" dirty="0"/>
              <a:t> </a:t>
            </a:r>
            <a:r>
              <a:rPr lang="es-CO" sz="1600" dirty="0" smtClean="0"/>
              <a:t>y Periodo, y 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>
            <a:stCxn id="4" idx="0"/>
          </p:cNvCxnSpPr>
          <p:nvPr/>
        </p:nvCxnSpPr>
        <p:spPr>
          <a:xfrm>
            <a:off x="4519174" y="1775898"/>
            <a:ext cx="1" cy="108617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7" y="2880360"/>
            <a:ext cx="6353937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C174DCA-D20D-42BC-958B-957BCD1B02ED}"/>
</file>

<file path=customXml/itemProps2.xml><?xml version="1.0" encoding="utf-8"?>
<ds:datastoreItem xmlns:ds="http://schemas.openxmlformats.org/officeDocument/2006/customXml" ds:itemID="{F237DD00-5356-4148-9C8F-C110F242AA40}"/>
</file>

<file path=customXml/itemProps3.xml><?xml version="1.0" encoding="utf-8"?>
<ds:datastoreItem xmlns:ds="http://schemas.openxmlformats.org/officeDocument/2006/customXml" ds:itemID="{6B91DA94-E0DB-456B-9C89-43D872DCE898}"/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136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58</cp:revision>
  <dcterms:created xsi:type="dcterms:W3CDTF">2017-01-26T20:10:20Z</dcterms:created>
  <dcterms:modified xsi:type="dcterms:W3CDTF">2018-03-05T15:51:25Z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