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9" r:id="rId2"/>
    <p:sldId id="271" r:id="rId3"/>
    <p:sldId id="272" r:id="rId4"/>
    <p:sldId id="273" r:id="rId5"/>
    <p:sldId id="261" r:id="rId6"/>
    <p:sldId id="267" r:id="rId7"/>
    <p:sldId id="274" r:id="rId8"/>
    <p:sldId id="268" r:id="rId9"/>
    <p:sldId id="269" r:id="rId10"/>
    <p:sldId id="270" r:id="rId11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19/04/2018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REPORTE DE LISTADO DE VOLANTES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7529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616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65280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65231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deberá seleccionar el </a:t>
            </a:r>
            <a:r>
              <a:rPr lang="es-CO" sz="1600" dirty="0" smtClean="0"/>
              <a:t>módulo “Crédito”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055991" y="2905101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46841" y="1504790"/>
            <a:ext cx="509150" cy="182380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55127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5820310" y="1966080"/>
            <a:ext cx="1137081" cy="1608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8263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59" y="1930571"/>
            <a:ext cx="8286994" cy="41070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seleccionar la opción «Crédito Interno»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93591" y="295438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2146852" y="1504790"/>
            <a:ext cx="872573" cy="189213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74177" y="198471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5406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892471"/>
            <a:ext cx="8475488" cy="42005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Acceder a la opción «Reportes»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017641" y="2882329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037965" y="1524668"/>
            <a:ext cx="537451" cy="1823803"/>
            <a:chOff x="5729176" y="1788336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873751" y="1788336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831327" y="1940096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846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4" y="2177988"/>
            <a:ext cx="8400177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Reporte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reporte seleccione la opción «Listado de volantes»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60374" y="4676974"/>
            <a:ext cx="2643809" cy="1321904"/>
          </a:xfrm>
          <a:prstGeom prst="roundRect">
            <a:avLst>
              <a:gd name="adj" fmla="val 846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64652" y="223513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9" name="8 Grupo"/>
          <p:cNvGrpSpPr/>
          <p:nvPr/>
        </p:nvGrpSpPr>
        <p:grpSpPr>
          <a:xfrm>
            <a:off x="3172968" y="1504789"/>
            <a:ext cx="1402448" cy="3843076"/>
            <a:chOff x="5729176" y="1775902"/>
            <a:chExt cx="119128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09720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743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43" y="1861980"/>
            <a:ext cx="8440115" cy="41829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Reporte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generar el reporte aplicar los filtros necesarios y presionar el botón </a:t>
            </a:r>
            <a:r>
              <a:rPr lang="es-CO" sz="1600" dirty="0" smtClean="0"/>
              <a:t>«Generar»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201" y="2818158"/>
            <a:ext cx="8261350" cy="948774"/>
          </a:xfrm>
          <a:prstGeom prst="roundRect">
            <a:avLst>
              <a:gd name="adj" fmla="val 846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61040" y="1551587"/>
            <a:ext cx="0" cy="122847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83702" y="1949621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3884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8517"/>
            <a:ext cx="8377953" cy="4152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Reporte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El reporte se podrá imprimir y generar en un documento en Excel, para ello seleccione el botón correspondiente a la acción deseada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7196646" y="3872812"/>
            <a:ext cx="1362075" cy="321986"/>
          </a:xfrm>
          <a:prstGeom prst="roundRect">
            <a:avLst>
              <a:gd name="adj" fmla="val 846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74176" y="2072979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0" name="9 Grupo"/>
          <p:cNvGrpSpPr/>
          <p:nvPr/>
        </p:nvGrpSpPr>
        <p:grpSpPr>
          <a:xfrm flipH="1">
            <a:off x="4439920" y="1760536"/>
            <a:ext cx="2686046" cy="2273269"/>
            <a:chOff x="5729176" y="1775902"/>
            <a:chExt cx="1191284" cy="1140874"/>
          </a:xfrm>
        </p:grpSpPr>
        <p:cxnSp>
          <p:nvCxnSpPr>
            <p:cNvPr id="11" name="10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6212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63B4164C-C2B9-4896-8E3E-B4D738B7468A}"/>
</file>

<file path=customXml/itemProps2.xml><?xml version="1.0" encoding="utf-8"?>
<ds:datastoreItem xmlns:ds="http://schemas.openxmlformats.org/officeDocument/2006/customXml" ds:itemID="{092B3046-E2B7-4720-A867-97657CD28594}"/>
</file>

<file path=customXml/itemProps3.xml><?xml version="1.0" encoding="utf-8"?>
<ds:datastoreItem xmlns:ds="http://schemas.openxmlformats.org/officeDocument/2006/customXml" ds:itemID="{07468B38-EE07-4A33-A9BF-CDAAF48322E0}"/>
</file>

<file path=docProps/app.xml><?xml version="1.0" encoding="utf-8"?>
<Properties xmlns="http://schemas.openxmlformats.org/officeDocument/2006/extended-properties" xmlns:vt="http://schemas.openxmlformats.org/officeDocument/2006/docPropsVTypes">
  <TotalTime>2893</TotalTime>
  <Words>145</Words>
  <Application>Microsoft Office PowerPoint</Application>
  <PresentationFormat>Presentación en pantalla (4:3)</PresentationFormat>
  <Paragraphs>19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Ing. Andrea Pastori R.</dc:creator>
  <cp:lastModifiedBy>Andrea Pastori Rojas</cp:lastModifiedBy>
  <cp:revision>62</cp:revision>
  <dcterms:created xsi:type="dcterms:W3CDTF">2017-01-26T20:10:20Z</dcterms:created>
  <dcterms:modified xsi:type="dcterms:W3CDTF">2018-04-19T15:05:27Z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