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13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09/12/2020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258309"/>
            <a:ext cx="9144000" cy="6848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solicitud y generación de certificados </a:t>
            </a:r>
          </a:p>
        </p:txBody>
      </p:sp>
      <p:sp>
        <p:nvSpPr>
          <p:cNvPr id="3" name="CuadroTexto 1"/>
          <p:cNvSpPr txBox="1"/>
          <p:nvPr/>
        </p:nvSpPr>
        <p:spPr>
          <a:xfrm>
            <a:off x="-93518" y="2573506"/>
            <a:ext cx="9144000" cy="6848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DE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 al portal estudiantes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2" y="1731373"/>
            <a:ext cx="1888511" cy="89415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862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estudiantes»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79627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8" name="6 Grupo"/>
          <p:cNvGrpSpPr/>
          <p:nvPr/>
        </p:nvGrpSpPr>
        <p:grpSpPr>
          <a:xfrm rot="16200000" flipV="1">
            <a:off x="1433217" y="2409962"/>
            <a:ext cx="2422538" cy="259774"/>
            <a:chOff x="5729176" y="1766332"/>
            <a:chExt cx="1191284" cy="1140874"/>
          </a:xfrm>
        </p:grpSpPr>
        <p:cxnSp>
          <p:nvCxnSpPr>
            <p:cNvPr id="9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72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908"/>
            <a:ext cx="9144000" cy="450022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la sede Barranquilla.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636791" y="3670568"/>
            <a:ext cx="1394882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17 Conector recto de flecha"/>
          <p:cNvCxnSpPr/>
          <p:nvPr/>
        </p:nvCxnSpPr>
        <p:spPr>
          <a:xfrm>
            <a:off x="3065318" y="2119745"/>
            <a:ext cx="0" cy="142355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74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1011"/>
            <a:ext cx="9144000" cy="457489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46411" y="3864207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79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1011"/>
            <a:ext cx="9144000" cy="4483028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Seleccionar el apartado que dice &lt;&lt;certificados&gt;&gt;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914102" y="2534171"/>
            <a:ext cx="1024053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077141" y="1579417"/>
            <a:ext cx="801827" cy="1618401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7534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D0EB8B5-6744-4155-B627-849476807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4500"/>
            <a:ext cx="9144000" cy="4197136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volante de pago selecciona el icono señalado.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873969" y="3248160"/>
            <a:ext cx="203171" cy="26098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178727" y="1644110"/>
            <a:ext cx="414056" cy="1784890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06E7241-C4B5-4A6C-9EF2-7C0211254FBE}"/>
              </a:ext>
            </a:extLst>
          </p:cNvPr>
          <p:cNvSpPr/>
          <p:nvPr/>
        </p:nvSpPr>
        <p:spPr>
          <a:xfrm>
            <a:off x="8097078" y="1781003"/>
            <a:ext cx="743223" cy="2609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634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8527C82-F0DA-47A0-A633-33691ED70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1379"/>
            <a:ext cx="9144000" cy="417705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Selecciona el programa y posteriormente marca el periodo, posteriormente presionar el botón &lt;&lt;generar&gt;&gt;, para generar el volante de pago.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327102" y="2899158"/>
            <a:ext cx="2530359" cy="2361943"/>
          </a:xfrm>
          <a:prstGeom prst="roundRect">
            <a:avLst>
              <a:gd name="adj" fmla="val 605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5934072" y="1616765"/>
            <a:ext cx="801827" cy="2613308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BC9EC82B-AED1-461B-AD4E-D4DCF67111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722" b="91323"/>
          <a:stretch/>
        </p:blipFill>
        <p:spPr>
          <a:xfrm>
            <a:off x="8098182" y="2281379"/>
            <a:ext cx="689113" cy="36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8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49AEA6D-0B57-4855-9270-0AA79E21C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579"/>
            <a:ext cx="9144000" cy="4197136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Una vez se encuentre el volante pagado, en la parte derecha se podra visualizar el certificado con el icono señalado.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8519176" y="3582434"/>
            <a:ext cx="203171" cy="26098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4509654" y="1834137"/>
            <a:ext cx="4009522" cy="1876471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056EAC0-19D3-428B-BAA4-312887BE76CD}"/>
              </a:ext>
            </a:extLst>
          </p:cNvPr>
          <p:cNvSpPr/>
          <p:nvPr/>
        </p:nvSpPr>
        <p:spPr>
          <a:xfrm>
            <a:off x="8097078" y="2244831"/>
            <a:ext cx="743223" cy="2609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64648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30A0D2B-A0EE-4189-A278-6847E64A4839}"/>
</file>

<file path=customXml/itemProps2.xml><?xml version="1.0" encoding="utf-8"?>
<ds:datastoreItem xmlns:ds="http://schemas.openxmlformats.org/officeDocument/2006/customXml" ds:itemID="{F3E2FDDF-097E-4360-8352-1A34DD51CB64}"/>
</file>

<file path=customXml/itemProps3.xml><?xml version="1.0" encoding="utf-8"?>
<ds:datastoreItem xmlns:ds="http://schemas.openxmlformats.org/officeDocument/2006/customXml" ds:itemID="{4E2D0065-391D-4B59-92D0-EBD562467875}"/>
</file>

<file path=docProps/app.xml><?xml version="1.0" encoding="utf-8"?>
<Properties xmlns="http://schemas.openxmlformats.org/officeDocument/2006/extended-properties" xmlns:vt="http://schemas.openxmlformats.org/officeDocument/2006/docPropsVTypes">
  <TotalTime>4982</TotalTime>
  <Words>140</Words>
  <Application>Microsoft Office PowerPoint</Application>
  <PresentationFormat>Presentación en pantalla (4:3)</PresentationFormat>
  <Paragraphs>13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Patricia Pastori Rojas</cp:lastModifiedBy>
  <cp:revision>206</cp:revision>
  <dcterms:created xsi:type="dcterms:W3CDTF">2018-01-24T15:16:31Z</dcterms:created>
  <dcterms:modified xsi:type="dcterms:W3CDTF">2020-12-09T21:50:18Z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