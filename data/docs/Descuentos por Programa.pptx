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98" r:id="rId7"/>
    <p:sldId id="273" r:id="rId8"/>
    <p:sldId id="281" r:id="rId9"/>
    <p:sldId id="291" r:id="rId10"/>
    <p:sldId id="290" r:id="rId11"/>
    <p:sldId id="292" r:id="rId12"/>
    <p:sldId id="294" r:id="rId13"/>
    <p:sldId id="295" r:id="rId14"/>
    <p:sldId id="293" r:id="rId15"/>
    <p:sldId id="29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fS06BVwugQ9PqqWd7ffOG6o75P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e Lugo Gómez" initials="JLG" lastIdx="1" clrIdx="0">
    <p:extLst>
      <p:ext uri="{19B8F6BF-5375-455C-9EA6-DF929625EA0E}">
        <p15:presenceInfo xmlns:p15="http://schemas.microsoft.com/office/powerpoint/2012/main" userId="643ab5eb611092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EAEAEA"/>
    <a:srgbClr val="04662C"/>
    <a:srgbClr val="2F528F"/>
    <a:srgbClr val="637DAB"/>
    <a:srgbClr val="5B9BD5"/>
    <a:srgbClr val="C3981B"/>
    <a:srgbClr val="FFFFFF"/>
    <a:srgbClr val="A5A5A5"/>
    <a:srgbClr val="EF8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48C7AC-4D7F-FE16-8420-307B50006929}" v="11" dt="2024-02-15T16:26:40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Lugo" userId="S::jose.lugo.dev@unisimon.edu.co::a747eb4a-7922-4cac-bf09-726072f5eb8e" providerId="AD" clId="Web-{7448C7AC-4D7F-FE16-8420-307B50006929}"/>
    <pc:docChg chg="modSld">
      <pc:chgData name="José Lugo" userId="S::jose.lugo.dev@unisimon.edu.co::a747eb4a-7922-4cac-bf09-726072f5eb8e" providerId="AD" clId="Web-{7448C7AC-4D7F-FE16-8420-307B50006929}" dt="2024-02-15T16:26:40.878" v="7" actId="1076"/>
      <pc:docMkLst>
        <pc:docMk/>
      </pc:docMkLst>
      <pc:sldChg chg="modSp">
        <pc:chgData name="José Lugo" userId="S::jose.lugo.dev@unisimon.edu.co::a747eb4a-7922-4cac-bf09-726072f5eb8e" providerId="AD" clId="Web-{7448C7AC-4D7F-FE16-8420-307B50006929}" dt="2024-02-15T16:26:10.470" v="1" actId="1076"/>
        <pc:sldMkLst>
          <pc:docMk/>
          <pc:sldMk cId="3251051220" sldId="281"/>
        </pc:sldMkLst>
        <pc:picChg chg="mod">
          <ac:chgData name="José Lugo" userId="S::jose.lugo.dev@unisimon.edu.co::a747eb4a-7922-4cac-bf09-726072f5eb8e" providerId="AD" clId="Web-{7448C7AC-4D7F-FE16-8420-307B50006929}" dt="2024-02-15T16:26:10.470" v="1" actId="1076"/>
          <ac:picMkLst>
            <pc:docMk/>
            <pc:sldMk cId="3251051220" sldId="281"/>
            <ac:picMk id="18" creationId="{6C318210-6E88-4EA9-A640-17F8ADBCDF10}"/>
          </ac:picMkLst>
        </pc:picChg>
      </pc:sldChg>
      <pc:sldChg chg="modSp">
        <pc:chgData name="José Lugo" userId="S::jose.lugo.dev@unisimon.edu.co::a747eb4a-7922-4cac-bf09-726072f5eb8e" providerId="AD" clId="Web-{7448C7AC-4D7F-FE16-8420-307B50006929}" dt="2024-02-15T16:26:17.033" v="2" actId="20577"/>
        <pc:sldMkLst>
          <pc:docMk/>
          <pc:sldMk cId="2621074941" sldId="290"/>
        </pc:sldMkLst>
        <pc:spChg chg="mod">
          <ac:chgData name="José Lugo" userId="S::jose.lugo.dev@unisimon.edu.co::a747eb4a-7922-4cac-bf09-726072f5eb8e" providerId="AD" clId="Web-{7448C7AC-4D7F-FE16-8420-307B50006929}" dt="2024-02-15T16:26:17.033" v="2" actId="20577"/>
          <ac:spMkLst>
            <pc:docMk/>
            <pc:sldMk cId="2621074941" sldId="290"/>
            <ac:spMk id="6" creationId="{8122E1F6-00F6-4D0C-AAEC-C98A103E2B4B}"/>
          </ac:spMkLst>
        </pc:spChg>
      </pc:sldChg>
      <pc:sldChg chg="modSp">
        <pc:chgData name="José Lugo" userId="S::jose.lugo.dev@unisimon.edu.co::a747eb4a-7922-4cac-bf09-726072f5eb8e" providerId="AD" clId="Web-{7448C7AC-4D7F-FE16-8420-307B50006929}" dt="2024-02-15T16:26:40.878" v="7" actId="1076"/>
        <pc:sldMkLst>
          <pc:docMk/>
          <pc:sldMk cId="2308493202" sldId="293"/>
        </pc:sldMkLst>
        <pc:picChg chg="mod">
          <ac:chgData name="José Lugo" userId="S::jose.lugo.dev@unisimon.edu.co::a747eb4a-7922-4cac-bf09-726072f5eb8e" providerId="AD" clId="Web-{7448C7AC-4D7F-FE16-8420-307B50006929}" dt="2024-02-15T16:26:40.878" v="7" actId="1076"/>
          <ac:picMkLst>
            <pc:docMk/>
            <pc:sldMk cId="2308493202" sldId="293"/>
            <ac:picMk id="3" creationId="{8ED55712-DEA6-4155-9023-032C2C0C12DB}"/>
          </ac:picMkLst>
        </pc:picChg>
      </pc:sldChg>
      <pc:sldChg chg="modSp">
        <pc:chgData name="José Lugo" userId="S::jose.lugo.dev@unisimon.edu.co::a747eb4a-7922-4cac-bf09-726072f5eb8e" providerId="AD" clId="Web-{7448C7AC-4D7F-FE16-8420-307B50006929}" dt="2024-02-15T16:26:26.112" v="5" actId="1076"/>
        <pc:sldMkLst>
          <pc:docMk/>
          <pc:sldMk cId="3516283539" sldId="294"/>
        </pc:sldMkLst>
        <pc:picChg chg="mod">
          <ac:chgData name="José Lugo" userId="S::jose.lugo.dev@unisimon.edu.co::a747eb4a-7922-4cac-bf09-726072f5eb8e" providerId="AD" clId="Web-{7448C7AC-4D7F-FE16-8420-307B50006929}" dt="2024-02-15T16:26:26.112" v="5" actId="1076"/>
          <ac:picMkLst>
            <pc:docMk/>
            <pc:sldMk cId="3516283539" sldId="294"/>
            <ac:picMk id="7" creationId="{B4B712E9-E1C5-443F-8294-F077A2FDC6F1}"/>
          </ac:picMkLst>
        </pc:picChg>
      </pc:sldChg>
      <pc:sldChg chg="modSp">
        <pc:chgData name="José Lugo" userId="S::jose.lugo.dev@unisimon.edu.co::a747eb4a-7922-4cac-bf09-726072f5eb8e" providerId="AD" clId="Web-{7448C7AC-4D7F-FE16-8420-307B50006929}" dt="2024-02-15T16:26:33.362" v="6" actId="1076"/>
        <pc:sldMkLst>
          <pc:docMk/>
          <pc:sldMk cId="4040815503" sldId="295"/>
        </pc:sldMkLst>
        <pc:picChg chg="mod">
          <ac:chgData name="José Lugo" userId="S::jose.lugo.dev@unisimon.edu.co::a747eb4a-7922-4cac-bf09-726072f5eb8e" providerId="AD" clId="Web-{7448C7AC-4D7F-FE16-8420-307B50006929}" dt="2024-02-15T16:26:33.362" v="6" actId="1076"/>
          <ac:picMkLst>
            <pc:docMk/>
            <pc:sldMk cId="4040815503" sldId="295"/>
            <ac:picMk id="5" creationId="{829659FA-503F-4BBA-BE8D-E35B758293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177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8627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0875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4412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1441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205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2128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992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rranquilla.unisimon.edu.co/academic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3122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9610809" cy="172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800" b="1" dirty="0">
                <a:solidFill>
                  <a:schemeClr val="lt1"/>
                </a:solidFill>
              </a:rPr>
              <a:t>Descuentos por Programa</a:t>
            </a:r>
            <a:endParaRPr lang="es-MX"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4400" b="1" dirty="0">
                <a:solidFill>
                  <a:schemeClr val="lt1"/>
                </a:solidFill>
              </a:rPr>
              <a:t>Instructivo - Funcionarios</a:t>
            </a:r>
            <a:endParaRPr lang="es-MX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58413" y="1309008"/>
            <a:ext cx="110860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2000" dirty="0">
                <a:latin typeface="Calibri" pitchFamily="34" charset="0"/>
              </a:rPr>
              <a:t>Ingrese desde su navegador al sitio web de estudiantes de la Universidad: </a:t>
            </a:r>
            <a:r>
              <a:rPr lang="es-CO" sz="1800" dirty="0">
                <a:hlinkClick r:id="rId3" tooltip="https://barranquilla.unisimon.edu.co/academico/"/>
              </a:rPr>
              <a:t>https://barranquilla.unisimon.edu.co/academico/</a:t>
            </a:r>
            <a:r>
              <a:rPr lang="es-CO" sz="1800" dirty="0"/>
              <a:t> </a:t>
            </a:r>
            <a:r>
              <a:rPr lang="es-CO" sz="2000" dirty="0">
                <a:latin typeface="Calibri" pitchFamily="34" charset="0"/>
              </a:rPr>
              <a:t>e inicia sesión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9DB72F-6FA9-47C3-9737-6ABE5B902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254" y="2172409"/>
            <a:ext cx="8534400" cy="4289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6EC15C1-F318-4469-A22D-8038AF9CD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31" y="1622110"/>
            <a:ext cx="9715130" cy="4898045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66022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 de iniciar sesión, dirígete al logo de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Matricula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FA77C00-4CCF-4308-80F0-D73E3A0FBE81}"/>
              </a:ext>
            </a:extLst>
          </p:cNvPr>
          <p:cNvSpPr/>
          <p:nvPr/>
        </p:nvSpPr>
        <p:spPr>
          <a:xfrm>
            <a:off x="1699473" y="2476016"/>
            <a:ext cx="1012772" cy="10268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776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Busque y presione el módulo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“Descuentos por programa”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menú lateral</a:t>
            </a:r>
            <a:endParaRPr lang="es-MX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2565AD9-0F62-436E-93F6-ADA7E7459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95" y="1756295"/>
            <a:ext cx="9413289" cy="4721353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27C80E1-2ECB-4F0B-B266-A1D6DD97539C}"/>
              </a:ext>
            </a:extLst>
          </p:cNvPr>
          <p:cNvSpPr/>
          <p:nvPr/>
        </p:nvSpPr>
        <p:spPr>
          <a:xfrm>
            <a:off x="1795464" y="4614864"/>
            <a:ext cx="1409376" cy="1952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CC08244-A102-4D62-B14B-53CF752456A3}"/>
              </a:ext>
            </a:extLst>
          </p:cNvPr>
          <p:cNvCxnSpPr/>
          <p:nvPr/>
        </p:nvCxnSpPr>
        <p:spPr>
          <a:xfrm flipH="1">
            <a:off x="3259932" y="4067175"/>
            <a:ext cx="742950" cy="51911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17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6C318210-6E88-4EA9-A640-17F8ADBC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060" y="1807398"/>
            <a:ext cx="9126444" cy="4718151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0462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 de ingresar al módulo de “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Descuentos por programa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Podrá visualizar los registros al filtrar con un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Año, periodo </a:t>
            </a:r>
            <a:r>
              <a:rPr lang="es-MX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mínimo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105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08271C3-6C1B-4652-B811-209E90780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802" y="1626333"/>
            <a:ext cx="8724900" cy="4475799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605211" y="103286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han agregado tres nuevas funcionalidades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“Crear”, “editar”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“inactivar”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4DBA3B-5FB1-4E4A-8BEB-8B8264EF4DC5}"/>
              </a:ext>
            </a:extLst>
          </p:cNvPr>
          <p:cNvSpPr txBox="1"/>
          <p:nvPr/>
        </p:nvSpPr>
        <p:spPr>
          <a:xfrm>
            <a:off x="257453" y="3637096"/>
            <a:ext cx="1552298" cy="461665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Opciones: Editar e inactivar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BFBCB7A-D126-48F7-819E-68E1E3821487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033602" y="2855120"/>
            <a:ext cx="1271448" cy="7819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E6C878F-CBF3-4AFE-B072-9C9A6AC3F665}"/>
              </a:ext>
            </a:extLst>
          </p:cNvPr>
          <p:cNvSpPr txBox="1"/>
          <p:nvPr/>
        </p:nvSpPr>
        <p:spPr>
          <a:xfrm>
            <a:off x="8514750" y="2990765"/>
            <a:ext cx="1381811" cy="276999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Opción: Crear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70C9407-D750-4B72-A6CA-42DAAA7FD6F6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9205656" y="2491740"/>
            <a:ext cx="624144" cy="4990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94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presionar el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“Crear”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despliega un formulario con la información requerida 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crear un descuento.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FA81BB0-6C72-4DE5-82CF-BE00DE4B7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853" y="2030901"/>
            <a:ext cx="8516293" cy="440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7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Deberá diligenciar todo el formulario y posteriormente presionar el botón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“guardar” 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ubicado en la parte inferior del formulario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3C43F0D-F20A-4877-8CAD-C838020D4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198" y="1933661"/>
            <a:ext cx="9453189" cy="456366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8CB7C4D0-E90C-4D03-B899-A1F08487BA05}"/>
              </a:ext>
            </a:extLst>
          </p:cNvPr>
          <p:cNvSpPr txBox="1"/>
          <p:nvPr/>
        </p:nvSpPr>
        <p:spPr>
          <a:xfrm>
            <a:off x="3465353" y="6003045"/>
            <a:ext cx="1381811" cy="276999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Botón Guardar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76B6E14-F309-4BD3-AD85-EA859068D7A0}"/>
              </a:ext>
            </a:extLst>
          </p:cNvPr>
          <p:cNvCxnSpPr>
            <a:cxnSpLocks/>
          </p:cNvCxnSpPr>
          <p:nvPr/>
        </p:nvCxnSpPr>
        <p:spPr>
          <a:xfrm flipV="1">
            <a:off x="4187825" y="5825133"/>
            <a:ext cx="2007235" cy="1502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78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vez presionado el botón deberá salirle una ventana similar a esta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B712E9-E1C5-443F-8294-F077A2FDC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266" y="1881202"/>
            <a:ext cx="7434340" cy="423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83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presionar el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“editar”    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despliega un formulario con la información del registro seleccionado, la cual podrá modificar al presionar el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“Guardar”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48CCB1-0DB8-41C6-903F-611F3F080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05" y="1844781"/>
            <a:ext cx="8871751" cy="46661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29659FA-503F-4BBA-BE8D-E35B758293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23" t="21220" r="9737" b="10684"/>
          <a:stretch/>
        </p:blipFill>
        <p:spPr>
          <a:xfrm>
            <a:off x="3831896" y="1105771"/>
            <a:ext cx="202407" cy="18812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081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552959" y="1137562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presionar el botón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“inactivar”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se desplegará una ventana de confirmación la cual dará paso a la inactivación de dicho registro al presionar el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“Si”.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D55712-DEA6-4155-9023-032C2C0C12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7462" r="9528"/>
          <a:stretch/>
        </p:blipFill>
        <p:spPr>
          <a:xfrm>
            <a:off x="4317424" y="1227912"/>
            <a:ext cx="180990" cy="1674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3FF5056-5EC1-474C-8979-0C650D3B2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796" y="2224783"/>
            <a:ext cx="5817198" cy="349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93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552959" y="1137562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vez inactivado el registro, el estado de esté cambiará a inactivo y podrá seguir visualizándolo, pero no podrá acceder a las opciones de editar.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4280CA-1472-4972-898D-B2DD8CFC7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118" y="1912093"/>
            <a:ext cx="9351146" cy="475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78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132239-F0D4-42AE-AE21-42F2999589DB}"/>
</file>

<file path=customXml/itemProps3.xml><?xml version="1.0" encoding="utf-8"?>
<ds:datastoreItem xmlns:ds="http://schemas.openxmlformats.org/officeDocument/2006/customXml" ds:itemID="{E3F17545-09FB-41A8-B550-5DA279D6760D}">
  <ds:schemaRefs>
    <ds:schemaRef ds:uri="http://purl.org/dc/terms/"/>
    <ds:schemaRef ds:uri="http://schemas.microsoft.com/office/2006/metadata/properties"/>
    <ds:schemaRef ds:uri="d5c1a6a5-0428-459c-81cd-cf402d4ff623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4b5fc4ab-1594-4dd7-8d7e-2e0a7577b23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5250</TotalTime>
  <Words>250</Words>
  <Application>Microsoft Office PowerPoint</Application>
  <PresentationFormat>Panorámica</PresentationFormat>
  <Paragraphs>18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Andrea Patricia Pastori Rojas</cp:lastModifiedBy>
  <cp:revision>422</cp:revision>
  <dcterms:created xsi:type="dcterms:W3CDTF">2021-08-30T16:06:06Z</dcterms:created>
  <dcterms:modified xsi:type="dcterms:W3CDTF">2024-02-15T19:12:24Z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2024-02-04T20:35:39Z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7e70c758-ff94-4810-acc2-85ce6cf77b1f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