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60" r:id="rId4"/>
    <p:sldId id="261" r:id="rId5"/>
    <p:sldId id="262" r:id="rId6"/>
    <p:sldId id="264" r:id="rId7"/>
    <p:sldId id="265" r:id="rId8"/>
    <p:sldId id="266" r:id="rId9"/>
    <p:sldId id="267" r:id="rId10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1" autoAdjust="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7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26/10/2017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 HISTORICO DE ASIGNACIÓN ACADÉMICA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71" y="1773127"/>
            <a:ext cx="8289458" cy="4645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“Portales”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69310" y="2290119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500" y="1721434"/>
            <a:ext cx="2322710" cy="73800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310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73127"/>
            <a:ext cx="8331200" cy="466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«Profesores y Administrativos», digite su </a:t>
            </a:r>
            <a:r>
              <a:rPr lang="es-CO" sz="1600" dirty="0"/>
              <a:t>usuario y contraseña para acceder al sistema y luego presione sobre el botón “Ingresar”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332110" y="4572000"/>
            <a:ext cx="3468490" cy="12573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24279" y="1811227"/>
            <a:ext cx="773691" cy="340847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358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“Asignación Académica</a:t>
            </a:r>
            <a:r>
              <a:rPr lang="es-CO" sz="1600" dirty="0" smtClean="0"/>
              <a:t>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78351" y="288681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71700" y="1504791"/>
            <a:ext cx="2375141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906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 debe seleccionar el </a:t>
            </a:r>
            <a:r>
              <a:rPr lang="es-CO" sz="1600" dirty="0" smtClean="0"/>
              <a:t>año </a:t>
            </a:r>
            <a:r>
              <a:rPr lang="es-CO" sz="1600" dirty="0"/>
              <a:t>y </a:t>
            </a:r>
            <a:r>
              <a:rPr lang="es-CO" sz="1600" dirty="0" smtClean="0"/>
              <a:t>período </a:t>
            </a:r>
            <a:r>
              <a:rPr lang="es-CO" sz="1600" dirty="0"/>
              <a:t>en el cual se trabajará, por defecto se mostrará el período actual. Este periodo es el que le indicará al sistema la información que mostrará en todo el módulo.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65751" y="2785213"/>
            <a:ext cx="2972949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76801" y="1751010"/>
            <a:ext cx="914400" cy="118264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675615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77" y="1800726"/>
            <a:ext cx="8328875" cy="46676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65100" y="1166236"/>
            <a:ext cx="4203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definir el período, se deberá seleccionar en el menú la opción: </a:t>
            </a:r>
            <a:r>
              <a:rPr lang="es-CO" sz="1600" dirty="0" smtClean="0"/>
              <a:t>«Reporte»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79277" y="4410813"/>
            <a:ext cx="1373324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1076070" y="1752532"/>
            <a:ext cx="0" cy="258208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1846648" y="4325216"/>
            <a:ext cx="2186430" cy="8128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CuadroTexto 2"/>
          <p:cNvSpPr txBox="1"/>
          <p:nvPr/>
        </p:nvSpPr>
        <p:spPr>
          <a:xfrm>
            <a:off x="4534708" y="1142357"/>
            <a:ext cx="4431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</a:t>
            </a:r>
            <a:r>
              <a:rPr lang="es-CO" sz="1600" dirty="0"/>
              <a:t>dentro de las opciones, el reporte </a:t>
            </a:r>
            <a:r>
              <a:rPr lang="es-CO" sz="1600" dirty="0" smtClean="0"/>
              <a:t>«Histórico de Asignación Académica»</a:t>
            </a:r>
            <a:endParaRPr lang="es-CO" sz="1600" dirty="0"/>
          </a:p>
        </p:txBody>
      </p:sp>
      <p:grpSp>
        <p:nvGrpSpPr>
          <p:cNvPr id="11" name="10 Grupo"/>
          <p:cNvGrpSpPr/>
          <p:nvPr/>
        </p:nvGrpSpPr>
        <p:grpSpPr>
          <a:xfrm>
            <a:off x="4077506" y="1737071"/>
            <a:ext cx="1364847" cy="2994545"/>
            <a:chOff x="5729176" y="1775902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4" name="13 Rectángulo"/>
          <p:cNvSpPr/>
          <p:nvPr/>
        </p:nvSpPr>
        <p:spPr>
          <a:xfrm>
            <a:off x="7675615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9079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12396"/>
            <a:ext cx="8483600" cy="47543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8 Rectángulo redondeado"/>
          <p:cNvSpPr/>
          <p:nvPr/>
        </p:nvSpPr>
        <p:spPr>
          <a:xfrm>
            <a:off x="3617842" y="3228560"/>
            <a:ext cx="1570383" cy="44449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2"/>
          <p:cNvSpPr txBox="1"/>
          <p:nvPr/>
        </p:nvSpPr>
        <p:spPr>
          <a:xfrm>
            <a:off x="330200" y="1166236"/>
            <a:ext cx="8483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500" dirty="0" smtClean="0"/>
              <a:t>Para generar el reporte Histórico de la asignación académica, aplicar el filtro de «Año», «Mes», «Programa», y presionar el botón «Buscar». </a:t>
            </a:r>
            <a:endParaRPr lang="es-CO" sz="1500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3858918" y="1746559"/>
            <a:ext cx="0" cy="97533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Histórico de Asignación Académica</a:t>
            </a:r>
            <a:endParaRPr lang="es-CO" sz="2200" b="1" dirty="0"/>
          </a:p>
        </p:txBody>
      </p:sp>
      <p:sp>
        <p:nvSpPr>
          <p:cNvPr id="7" name="6 Rectángulo"/>
          <p:cNvSpPr/>
          <p:nvPr/>
        </p:nvSpPr>
        <p:spPr>
          <a:xfrm>
            <a:off x="7765066" y="179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 redondeado"/>
          <p:cNvSpPr/>
          <p:nvPr/>
        </p:nvSpPr>
        <p:spPr>
          <a:xfrm>
            <a:off x="1907869" y="2774122"/>
            <a:ext cx="3290295" cy="44449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1109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34" y="1768066"/>
            <a:ext cx="8437466" cy="47284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 redondeado"/>
          <p:cNvSpPr/>
          <p:nvPr/>
        </p:nvSpPr>
        <p:spPr>
          <a:xfrm>
            <a:off x="1987826" y="3683136"/>
            <a:ext cx="1104624" cy="222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Consolidado de asignación académica, </a:t>
            </a:r>
            <a:r>
              <a:rPr lang="es-CO" sz="1600" dirty="0"/>
              <a:t>aplicar el filtro de «Año», «Mes», «Programa», seleccionar </a:t>
            </a:r>
            <a:r>
              <a:rPr lang="es-CO" sz="1600" dirty="0" smtClean="0"/>
              <a:t>la opción «Mostrar Consolidado» y presionar el botón «Buscar». </a:t>
            </a:r>
            <a:endParaRPr lang="es-CO" sz="1600" dirty="0"/>
          </a:p>
        </p:txBody>
      </p:sp>
      <p:sp>
        <p:nvSpPr>
          <p:cNvPr id="6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Histórico de Consolidado de Asignación Académica</a:t>
            </a:r>
            <a:endParaRPr lang="es-CO" sz="2200" b="1" dirty="0"/>
          </a:p>
        </p:txBody>
      </p:sp>
      <p:sp>
        <p:nvSpPr>
          <p:cNvPr id="7" name="6 Rectángulo"/>
          <p:cNvSpPr/>
          <p:nvPr/>
        </p:nvSpPr>
        <p:spPr>
          <a:xfrm>
            <a:off x="7665676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3617842" y="3228560"/>
            <a:ext cx="1570383" cy="44449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907869" y="2794000"/>
            <a:ext cx="3290295" cy="44449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7" name="16 Conector recto de flecha"/>
          <p:cNvCxnSpPr/>
          <p:nvPr/>
        </p:nvCxnSpPr>
        <p:spPr>
          <a:xfrm>
            <a:off x="3858918" y="1746559"/>
            <a:ext cx="0" cy="97533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46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80341"/>
            <a:ext cx="8365252" cy="46880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CuadroTexto 2"/>
          <p:cNvSpPr txBox="1"/>
          <p:nvPr/>
        </p:nvSpPr>
        <p:spPr>
          <a:xfrm>
            <a:off x="129209" y="1156297"/>
            <a:ext cx="86845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500" dirty="0"/>
              <a:t>Para generar el reporte </a:t>
            </a:r>
            <a:r>
              <a:rPr lang="es-CO" sz="1500" dirty="0" smtClean="0"/>
              <a:t>de </a:t>
            </a:r>
            <a:r>
              <a:rPr lang="es-CO" sz="1500" dirty="0"/>
              <a:t>asignación </a:t>
            </a:r>
            <a:r>
              <a:rPr lang="es-CO" sz="1500" dirty="0" smtClean="0"/>
              <a:t>académica con Costos, </a:t>
            </a:r>
            <a:r>
              <a:rPr lang="es-CO" sz="1500" dirty="0"/>
              <a:t>aplicar el filtro de «Año», «Mes», «Programa», seleccionar </a:t>
            </a:r>
            <a:r>
              <a:rPr lang="es-CO" sz="1500" dirty="0" smtClean="0"/>
              <a:t>las opciones </a:t>
            </a:r>
            <a:r>
              <a:rPr lang="es-CO" sz="1500" dirty="0"/>
              <a:t>«Mostrar Consolidado</a:t>
            </a:r>
            <a:r>
              <a:rPr lang="es-CO" sz="1500" dirty="0" smtClean="0"/>
              <a:t>» y «Mostrar Costos» </a:t>
            </a:r>
            <a:r>
              <a:rPr lang="es-CO" sz="1500" dirty="0"/>
              <a:t>y presionar el botón «Buscar». </a:t>
            </a:r>
          </a:p>
        </p:txBody>
      </p:sp>
      <p:sp>
        <p:nvSpPr>
          <p:cNvPr id="24" name="CuadroTexto 1"/>
          <p:cNvSpPr txBox="1"/>
          <p:nvPr/>
        </p:nvSpPr>
        <p:spPr>
          <a:xfrm>
            <a:off x="0" y="749259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Asignación Académica con Costos</a:t>
            </a:r>
            <a:endParaRPr lang="es-CO" sz="2200" b="1" dirty="0"/>
          </a:p>
        </p:txBody>
      </p:sp>
      <p:sp>
        <p:nvSpPr>
          <p:cNvPr id="7" name="6 Rectángulo"/>
          <p:cNvSpPr/>
          <p:nvPr/>
        </p:nvSpPr>
        <p:spPr>
          <a:xfrm>
            <a:off x="7665676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1987826" y="3683136"/>
            <a:ext cx="983974" cy="222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528391" y="3228560"/>
            <a:ext cx="1570383" cy="44449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818418" y="2774122"/>
            <a:ext cx="3290295" cy="44449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3858918" y="1746559"/>
            <a:ext cx="0" cy="97533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18 Rectángulo redondeado"/>
          <p:cNvSpPr/>
          <p:nvPr/>
        </p:nvSpPr>
        <p:spPr>
          <a:xfrm>
            <a:off x="4194313" y="3683136"/>
            <a:ext cx="894522" cy="222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4627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4E51253B-7260-4CCC-B34A-17C231039A25}"/>
</file>

<file path=customXml/itemProps2.xml><?xml version="1.0" encoding="utf-8"?>
<ds:datastoreItem xmlns:ds="http://schemas.openxmlformats.org/officeDocument/2006/customXml" ds:itemID="{C9AD2933-C633-494A-ADEB-7BCA75D0CC6C}"/>
</file>

<file path=customXml/itemProps3.xml><?xml version="1.0" encoding="utf-8"?>
<ds:datastoreItem xmlns:ds="http://schemas.openxmlformats.org/officeDocument/2006/customXml" ds:itemID="{40912F2F-DE81-49B3-928F-AB8EA7200936}"/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269</Words>
  <Application>Microsoft Office PowerPoint</Application>
  <PresentationFormat>Presentación en pantalla (4:3)</PresentationFormat>
  <Paragraphs>17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35</cp:revision>
  <dcterms:created xsi:type="dcterms:W3CDTF">2017-01-26T20:10:20Z</dcterms:created>
  <dcterms:modified xsi:type="dcterms:W3CDTF">2017-10-26T13:33:30Z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