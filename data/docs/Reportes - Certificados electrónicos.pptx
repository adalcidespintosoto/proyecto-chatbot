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72" r:id="rId8"/>
    <p:sldId id="26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 DE CERTIFICADOS ELECTRÓNICOS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«Registro y Control Académico»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062" y="1504791"/>
            <a:ext cx="2168961" cy="283183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6722319" y="3894078"/>
            <a:ext cx="134535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7"/>
            <a:ext cx="8400178" cy="41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</a:t>
            </a:r>
            <a:r>
              <a:rPr lang="es-CO" sz="1600" dirty="0" smtClean="0"/>
              <a:t>la sección «Reportes»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77276" y="1562483"/>
            <a:ext cx="505656" cy="163467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27257" y="2773669"/>
            <a:ext cx="1010263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971936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</a:t>
            </a:r>
            <a:r>
              <a:rPr lang="es-CO" sz="1600" dirty="0" smtClean="0"/>
              <a:t>completar los filtros de búsqueda. </a:t>
            </a:r>
            <a:r>
              <a:rPr lang="es-CO" sz="1600" dirty="0" smtClean="0"/>
              <a:t>Posteriormente presionar el botón «Generar», este creará el reporte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55812" y="3084219"/>
            <a:ext cx="5818499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91879" y="1952060"/>
            <a:ext cx="0" cy="10619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757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13158"/>
            <a:ext cx="8377952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el proceso, puede imprimir el reporte o exportarlo a Excel con los botones correspondientes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056783" y="3697357"/>
            <a:ext cx="1411357" cy="3430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5" name="AutoShape 4" descr="data:image/png;base64,iVBORw0KGgoAAAANSUhEUgAABVYAAAKlCAYAAAAgmLcrAAAgAElEQVR4Xuy9CbhUxbm2/YIoiKAogiDKEBVUIs4YQcCgkWBUVEQTBYyIHk8ck9+jJopJRONw+BxjPo8ixCH+RkWDQxBNOIKCRjBOQYRgGBxAEERFRKPwXU91v6trVdeaevfeu7v3s66La2+6a9VwV3XT3P3WW802b968WXiRAAmQAAmQAAmQAAmQAAmQAAmQAAmQAAmQAAmQAAmkJtCMYjU1KxYkARIgARIgARIgARIgARIgARIgARIgARIgARIgAUOAYpULgQRIgARIgARIgARIgARIgARIgARIgARIgARIgAQyEqBYzQiMxUmABEiABEiABEiABEiABEiABEiABEiABEiABEiAYpVrgARIgARIgARIgARIgARIgARIgARIgARIgARIgAQyEqBYzQiMxUmABEiABEiABEiABEiABEiABEiABGqPwKOPPionnnhi7Q2MIyIBEqg3AhSr9YaWFZMACZAACZAACZAACZAACZAACZAACVQLAYrVapkp9pMEKocAxWrlzAV7QgIkQAIkQAJNlsCLL74ou+66q+yyyy5NlgEHTgIkQAIkQAIk0LgEKFYblz9bJ4FqJECxWo2zxj6TAAmQQD0QuOuuu+Sss86qh5pZJQnEE3j44YfljjvukMcee0y23XZb4iIBEiABEiABEiCBRiFAsdoo2NkoCVQ1AYrVqp4+dp4ESIAEykeAYrV8LFlTNgLTp0+XQw89lFI1GzaWJgESIAESIAESKDOBxhar//73v+Wrr76Sr7/+2vz55ptvZNOmTbJ582Yz0mbNmknz5s1liy22MH+23HJL2WqrrcxPXiRAAo1DgGK1cbizVRIgARKoOAJZxSq2bl9xxRXy2muvmbEMGzZMbr755kCODR8+XKZMmWKe+/TTT+XGG2+U++67T9atWyc9evSQSy+9VEaMGCGIVnzwwQe9PH74wx9K7969Zdy4cd7nUf9bb71lnh86dKiMHTs2VO5nP/uZLFu2LOiHPom+oN4hQ4Z469U67Sf79+9v6teIyqh+77PPPvKrX/2qqF48dvLJJ8vee+9txgx+6Id92WXw+5tvvllUjzLFE7j/gQcekCVLlhimp556qmDMevnqQP9QRseBeerWrVtRXyZOnCjTpk2T8ePHmz6nYafcnnvuOWnXrp2MGjUqxMIeH+pD+QkTJsjUqVODNXTxxRcH7Wl9kydPDklX8MOF9cOLBEiABEiABEiABMpFoDHEKkTqxo0bzR+I1FIuSNZWrVqZPxCtvEiABBqOAMVqw7FmSyRAAiRQ0QSyiFWI0sGDB8ttt91mIg1VnEIEqvhr3769rFmzxowZAvC9994zkg1CD1Lx/PPPN/cjr+a7775ryrnCTJ+DwL366quL+KFt1DVy5EjZfvvtZd68eUEZtDdo0CAjcrUfeBJ9PeGEE0y5v/71r945UWlstwk+kLS6XV3H5Mq97bbbLiQitQEITEhD9Bn3XnPNNXL99deHZLBdBr9DFkMA2xfuxwWWzz//vNxzzz0mLynGe/rpp8uAAQMCmemrA+P45JNPQvMECTpz5sxQftODDjpIPv74Y7n//vtNn5PYQYKOHj3ajAvCWvvzgx/8IJC99vh0fn7+858HDCBzr7322qAvmIdjjjnGSPtJkyYFGFRI2xK5ol9c7BwJkAAJkEDlEHjtZjlo7P0ycuI8uWi/yukWe1IZBBpSrH7xxReyYcMGE6HqXohMTbo0itUtB7HaunVr2XrrrZOq4PMkQAJlIECxWgaIrIIESIAEaoFAFrEK4YVIQzt6EgwgvFR22WLVFmrKCnXgUmmn9+OnLcyi2rLrQV8gPe+9995AakLSQfZBPNpiFY9DfqJeRKDa0Zhune74xowZY2QnZGpWueeKVYjFWbNmyZ/+9KdAaLpiVUWsu75w7/HHHy8zZswIRXJCGu+///6BmPRxR1323OB3CFlw0IhflaSIZLX7EMfOZqP9RT+vvPLKQIra/cEc223qPSqs8VPnHnL8kksuCSKMs7Kvhdcnx0ACJFA9BN649SAZc29cf0fKpHkXSZ9KHtKqqXLh0eNFrpwutxzXvpJ7mr1vJYnVN+Tmg8bI/aMnybwLKnrmsvMo+Y56YFLS3JQ8AO+NDSFWv/zyS1m/fn2sUIU0RfSqpgTQdACaBqBFixbB9n9IWJ9kRXqAtm3bSsuWLcsGac3jF8pVcmXofcH3WNkazFfUEG34+4x1PkMGV+h7dnYulT2ecq+bhqqPYrWhSLMdEiABEqhwAlnEqgo8RBIiOtGXH9ONWMWW9XPOOUf69evnlZnA4xNmacUqtrgjclPlIETfKaecYrbH22IVkZgQkqgXuT3d7fjoR1SbKP/HP/7RiMKscs8Vq2gH0btz5szxiscoKYr7VBr7+m4LS18duBcHRWl0L+YJc6Pj0vohRRGBbIvVOHa77babvPrqq7F5Uu3+oLwbJYu2NZL1nXfeCeYB6QgQDasiOSv7Cn/psXskQAI1RiAnVvvLuD/fIsM6uoPLyyipcLlay2K1pPVWDxKxpH5U0k31wKQJiFV8hv78889DE6nRqZCj+AOJilyra9euNX9QHlGteE63/GOnVqdOnczWfzyml0+wInoVQQXluBpLrJaj76XVUdkiMrtYLY0C74onQLHKFVLxBCY8+zuZv3JR6n7+4qjzZI+ddo8s/88PF8tvnvlt6vp6d+opF3/vJ6nLsyAJVCuBLGIVY9T8mJBjiCiEZLXzY9piFeUhw5566imTk9WXD1TL4KcbsYrt4O51+OGHm4hZlaCQb0gvgO39Kn4h5+x+oCzSDaiYU1HonkQfJVbtx3U7v9uvyy+/PNR/fd4nVjFOPH722WcbQe1GrCJXqX09+eSTQSoBl5OWs6Uj6nPrADc7b6ryscXoEUccYdI0IHetitUkdu58+14H9vjiyutzLm/MK1IgUKxW67sM+00CTYNAvFgVkbw86l/J0aAUq85irQeJWPUvh3pgUsNiFaIUqZjwUy8VqvoT8hQideXKlbJq1SpTVmWru1xwD6Rqz549pXPnzkH0qopVV7AiwhWpn+p6yFWyWNUvj9Dj/BdIeD+5WuTKW4dJLv7dlpV2eRExUeEiN1+wRHrsPl7GLx4n028dJhJEyr6fix5XIP1yz6NevPfe3b04yh59HnLV7PwduS+9DnvpQrlPBsuSq8ZL7pnCl12h8qNHysh7RQb/uYfc/aDI4MXjZfzu6GMXmXrBEBk/RzsScb94vmQDjweXSI977w/GEaQmyb/3Br3Vfyfyrw3TmkbOW4+NnDhdekzy9Me0ZfdbKjoCt1rfFilWq3XmmlC/z7jvIoHcTCNX223dVkb1PUkO6LpvJKG/L39d7nv5EVn3xWeJFLXdyaNuTizLAiRQ7QSyilV7vJCsDz30kDmcSqMWo8QZ5BgiPxE1aeffRH11iViFZIUoxdZ6CDk9HMruB0Qmtt9jizsuSN7rrruu6BCkuIjVO++80wjdrHIvSqza2/rPOOOMQGTGRazGta15bFXaqhjV7f12ugQwUD4oj8hj/EGaAUS0ulv349iVS6xifUC8I8rYnQcIX+S91TQSzLFa7e867D8J1CaBRLEaIy3DAkDEla+mboiGMUtkyNhALUTmC/UJBTuKNqjvCpGrjoZgGCk3XblEfhpIiLBwwN+S+iiOGMA9aSSyry92yoTEdvPLKZSKAdIlP7YemlO1SN45YscWF+bDQi4na+EqiJkhV/WQSfMGywwjehyB4tyXmNM1TrinEY5F/YyIik7oV44zxjVKloTEkTW++mKSZpz1/LZRH6kAcCgVghBUdrpCFUOCdEVAAD7/QKgiDUBUDlVFgHqwzR8BAjvssIMRrNj6j8snWFEechVCttQrSazactO8FmWSzPvhkmixumqNrOnYPi9c18jUC64SueJMWXL0GBErD7K2e+bSIZY8RfkhMuPI+JQla1atkfYd8ylNsMZmDZbp3e/Or/NcWpZQX49eImfmt/4HrweI1aNnyOD8TgTz+F8Gh6SuGesFfcTXXiiFiHmPLNSVe4+RXIqYEA8V0HiPuVt6mLZz71fKRrlcKVfJkKVnBqlKwuOx2gpJ7VJXAe9zCVCsck1UPAGIVVx/WFY4lCaq06d1O0jOH3RGoli9bebk1PWhLYrVil8m7GAZCGQRqxB7Gj1oNx0VkQjphpPr7chQn7ysq1iFVEQ6AGyvRxoARIGq8NMoVhzGpBekJgSve4hVlFi1t9mXS6yiL6jrH//4h/lQrSI0TqyqJLUP69IxQS6rPHXrgNC+4YYbggO4cI/y0TQHSNWgB43p/ThAC7lb49hp6gUwty/IUD1gy+6PLycr7kNE8bRp00x6BHce9NAzRDBjLVGsluGFzypIgATKTiBRrEYItNx9lgzzCNhAGlpRWlERsG4/VEzagq8gIR0JFyF/E/voE2Mpo18j+6LSI4GNSE6yjJ9TzBDRX8G47T7u7Msl64vELH6sIHqLI9KKWKeKUs63Yc9tfnUWcXdWbfHcelhYUtxlYYvvXF0i/fuJDL6ikM6ieF3XA5MaFKs4oApSVS9bqurvn332mSxcuFBWr17tzbua9CaFVACIRIVY3XPPPROjVyFXSz3YKkmsBl+s2Os4NmI1P7rgCxm8niBWw3lNbbE6Y2Dh4LksW+GD95jRk4xYDeWKzQvXSAkMsWpF3bpf9JhRODmY7faKxGpkBG+eR/DlRe79rEs+6tb9ksoWq5nGU6E5Y5PWeqU+T7FaqTPDfgUEIFa7bt9Z3lj5T3lq5dteMv3adZEe23U2z6URqz97/DcyZ937slurbeWdjZ8W1Yn68LzWm1asIs3AZ1+Gc+Zo9Kz9XNuW20SmK7DLdd52J+ncrlPQv/Ub18uiVe8Ef+/ZcTdp06pNUf9XrFspKz79MPR4KWXTtucbtzYeN1ZfPxetXGzGvPN2O8WmdLAHh3pmLpotn25cbx7u1Wl3GdSzf+SryB0XCkbx8ZX9bON6WbhysRzUPXeUbFyEdFQnwOx/F86WsweenvrVjmhr95q39DXZGbzadYocQ9oGsohVzYP5xBNPBPlSIfuOPfZYb8SqCjA7JygegxyDDNWrrmIVfUA6gKVLl5pv/XGpOERuURWGNhPd9m4fYuUTq3pivUbkllOsoj/oB/oNeYmo0TixivJ4HpG3LlMc4qWHbvnqgND89re/7T1kDOkAunfvbtIAgIfeP3/+/ER2Km1VoqKP6Nvs2bO9/QHjkSNHim8NKQPfPGC9IDL63HPPpVhN++JmORIggQYlEC9W/cJLZUQQVZnvsSvU9D/qbvRjovA09eXblvDWWW8+WJ8MzT8W10fRiNpgy29uIElisFAmYtvs0eMliY0KZpdNlOREuVHLNTozfJiYysVCntxoiVgcierfIl8yAxVOkQdnRWzJL5rDdP1SXkVRxinq88n7/ArwHv5VxKTGxCoiVT/++OPg/ccnVfEkpCoCEHCoVV0u5FHt06ePiV7FZacRcKNfkaO1lMjVRLGqA7DXbUzEqnnPwGF/RsQeJi8EEatlEqtWBL15rUohYjWTiPSJVStCNJi3iPbSiVUrSlxTIjgHZ7mvMYrVurxiyncvxWr5WLKmeiKg0m78M7fJ2+s+8IpQCNL/PurCVHJJRdnUN56W5R+v8Eau/qDTntKuZRv58SEjMgm+J9+YLhNmTQqk7U/7nhKIMzx398sPmzGgr8f0CUd1KT6U+69nbjHjhNh9cuzdgTyFQLzhL7fL7W//r/zmkFPltINPDIlXrUPTHaAcrqSyYKvS+uf7HSvnHHa6qRft3fHCPXLta0/IuXt+Vy458lxvezo21IG5+M5OPU27Sz5ZYYR3lJhGP+3oYUQcr/tyfdCX3w48K1E8ou0THx8vmLOhPQfIi8teNXN671E/lR/2He5dlTZHFIgbm80AZXVt4PeXPlxk5gljvuO4y2NlrtuRnz4yzszjS6NvTy1m75x1j9z08h+DtaFfJoAzvgjQuS41J3AWsYq2EFl42WWXGRGHb77dbfX21nBEi2KbO8rst99+AvkHKTh58uRQFGuUWPXlWEUfkHMU14QJEwJ5h4jNgQMHBsJR+2FHctrz4TsICkLPbdPNIRuVYxV124dlaVtRqQD0eUjhAQMGmDGlEavKVFn6mPrEqkbu6sFRvlQJGgmr90NWuykE0G+XnTJBHlf0Bx/wVdKivNsfXUNYE7jcNeQTq+j/4MGDzaFkjFitp394WS0JkECdCIS2ovtq8kQkFou8/I2OaIqSc+79UfW5j0fKPo9YTdPHwbNykiRx27uHS9qxBbc6bNL07yL8c2PdlxOrs1OkKogSq1J8SFmUHEwjDbNwVxBp6jX/yOZSGhTNTVqOZgvxGFkS5AauByZpx1KnV2j8zeVKBYDt/Pg86Nv+D8GqkhXl8JkMB1Qlbf1PGjZE6R577CH4ohyXK1bt+tE+PgNmzbnqboHXL2xy2/HFRI0vGZOPKMV8TuqRT8fh2V4/7yIxYjW/hT73BRO2rcdHrBbyqKZIBeBsu9ct8rERq1YqgGCbvk+sOqkATCStiYIvbL0PtuRfgIQD+SsyFUBOrAapDTRFgElDUOBnp1tIlQogKTo2aWHx+UQCFKuJiFigUghAKp03667I7nx1xQuZuupKPfvmNCkFohrTfqIOVyjiOYi/pAhYROlq6gNIv5tOGh80B9HX7bcnSdJ4Mb7v3HuuuS+prNaJsq6QVNE797yHvNGx2jHfuNEHCOxfH3Np5Nz4+qnS0cfQrgiSfIcJ3zcC+rnz/hg8hfvT5NpVPmnk5lZXH2bqt8ui/XFPXm8EKeTqjLGTvOLZHbzN253fpEWsa8OVzg++PEVGP3OTuf3R48ZFivu4+rOKVa1L811iu7h7CJTbHiJG3333XSPc7AjRpHHz+WgCynTXXXc1aRAa+4L4RIRrljnWNQShzIsESIAEqp1AfMSq5vMMb71PkrEqwyJFaEoB68o1U1/+cJh8BsIc/rg0BBETZPqY31qvB6/kikbk+nTqiepLndm4kbYhVp78qr7DZvJS8X4rarSQizQp2jU/0FQpEdyo4uIoYxd/pFB2CkaWc/oVNa7cgUNpxCrys5bIpIbE6kcffRQcVOVGqqpY3bRpk5Gvc+fOrXO0KqYbkrRLly4mfRMun1i15SoOtOrQoUPGt1yNurdus6OpQzmWCxHooa3zeiCUWSfWa7DfOBlnDqw6Q4bP+bf8wFpHhUjZuh1eNfLKcebAqk5n9JeVu14ptxwXzr1qcqTah13Zh1eFBKXDoei9IX8kVr49E3Fv3h+XyJlG0i6RHnK/3J8//Mp7eNXocTIuf1hWLids/p3Vkwom9vAqitWMazx7cYrV7Mx4RyMRaGpiVaMhgduVaJB8SbI0i1hFGyozXUmph4clRUHGCeW4JePrp9aVJB31XkSRPjZ2YtAMHnfTKPj64JOlUX2NKqty1zdPUXXZkacos+y8R1IJWZSNEqv2cy6PtC/ZUsVq2vpZjgRIgARIgASaAoGkHKvRuU6TBWSkCG0wsZrcR53johyEnkhdez3Ei9XkdpOib6MPr8r3Ivbwp6jozDpIxIgXQ0iAii8HbPhGitXyvquUI2IVXzIjAhVXlFTF419//bW8//778uabb5aUW9UdueZZPfjgg81TELcqV6PSArRu3dp8Gc6rAQkU5ZxtwLbZVL0QoFitF6ystD4INDWxemi3/WXBqsUmGhKXHYVYH2IVOUq/91AuslSjMjWyMo3484nVUvoJUXnMxDPN1vakSFKkieh9149NnxHdCmbIexqVL9Vdl+UQq6hTZWdShK22f/hvT5FfH3WBnPP4NWZbP1I1JIlrvTdOrNqvkSTx7nuNUqzWxzsX6yQBEiABEmhqBJLEqm9Ldlo5lna7fKZUACkjVtP20Tff0bk3C6WjxGradpMiMhPFqt3xosOm0ovVtFvuI18XVgSpOen7Kk+6AU9fi7b4uxGymVIBFAvjukSspmZSAxGryJO6du1aM0NxUrV58+YmohX59RcsWFA2sbrzzjuLilXI1DRyFTlZW7Zs2dTeqhtvvBSrjce+nlqmWK0nsKy2/ASaolg9te9wGXX/RSbnKLaaPz7qVnOgUynCMs2MQPhBaCLPKrbvgznkrp2KIKqeqPlJEnx2xCoE492v53Jmpt1Wf8LEsd5DzdJsh28MsQqBDaG64OI/y4Rnfye/+NsDZm6TUi1QrKZZwSxDAiRAAiRAAo1PIK1YDR0OFHFqvLstO6ruIinp3XYecXhVSrGqcsx3KvWQqyDiBsuMg8aIvV0+mI2Ig6/s2UqKxo1uN7/tPGKrfZHUDeTddOkxaYiMtw7zsjRvydveVUC6HNIcXpVrX+dppIzEVmFv/0LknL7mazHbmW0pm+XwqjKLVU8qBfSyFg+vwtb+r776KhCruu3f/gmpir+rWEWefb2nLu9gW221lTnDQHPXa5SqT67aKQEQ6brjjjvWpWneSwJNmgDFapOe/sobPPJ5/nXRC7J03QpzyJMt10oVq4iA/O+/3G5OjLcFYaXnWEX0JU6MR1TmcfddEBySBCblzrGqK8HO07n24qdN5CgiKwf17J+4WNyIVd0in0Wszj/r90EEatzhU25nICsXrlwcHFyF5yErIS/jrnKL1TSRp0i5gAs5YD9Yt9IcvIUrjQhGuTQRq246h8TJyxdoahGr+BD7ySefmIOieJEACZAACZBAuQgkitU46TnH2vIel+fUm2Mvf2BMfiBuPyJTEPjEalE+TVSqOQWj++iPTE3OExpINm9fktvVuSsSde4J3c7hVeaE8LH3Fx1eVSxB833YfZLo6d7RuUglyNEYRJFGiPPINWelJXCFsu+eomhd+0R269CcKMlst5E+x2o9MKnyiNUvvvhC1q1bZ6bIFqn4u8pUPK6/IxUAzh54/fXXyyJW9fAqnGNgpwCwxSp+x2WnBsDfcRDt1ltvXa63QdZDAk2KAMVqk5ruyh4stp3/Ye6j8v4nK7yHAZUiVm0pidEjVym2ih/QdV+pFrGKfttRncifiQjWLMIyqayuDDtfKLa147R5+1CouBUUdXgVWMddbo5VrSfNYVDo73OLZocOarLTAySNuxxi1WaWlLpAUyuArV5gjCjhtDI0TY5VjTjO+opvSmIVBz7tu+++cv3118vYsWOzomJ5EiABEiABEogkkFaszvYckuQe1ORKtSCqc8wSGTL2/qAPRdvA88+E85wWDpLRGyOjRINoQpSMP2irSPwV5SoVEftwmwhycX3BLUlsQmO6V/82UiaZE7XHS2QqgNBhO/n7PPlgCyxzHA97CRGhvsjOfB0Oh6g58uPwH3IW+7Jz2osUsgn9Si9WCwJZ8mu5zkyqXKwmRatCqNqCFZLzww8/lJdfflk2btxY53dV5EvFYbK77bZbUW5VtGULVjRmy1VEu7ZvHzrCrs79YQUk0FQIUKw2lZmu0HFCND3xxnR54I0/B3JpUPcD5OCu+8nhPfuHTqHPKlZR908euUI+3viZqVsvzYNZ32LVt70bUkwjUeOmxFcO0bwa3Yh7k6Rh1sOrtD+/fPJ6ufa1J8xf3UOz4vocdXgVxvKLo84zKQx8l9tPO8dqUs5SncPJo24OqlZ5mSQqbQGbJERReZSEVV5JB22hDjCatuj50EFb9rym6UeUWNV6sqQVcOejKYnVG2+8USBX8ZMXCZAACZAACVQLgST5WC3jaNB+Glm3xMjQYR0btOU6NFYcDVqHynhrBgKlHl6FrfwQq7h82//tSFWVqyi7fv16+etf/yqIdq3rtc0225jAge7duxtp6kaqJqUEgFiFYOVFAiSQjQDFajZeLF0mApBfd7xwjxF4EFJH9DxMDuy6b+zJ6KWI1bat2gQHIaEdHAQF8fT97geardi3zZwsf1g2r2hUEHrnDzrDRLZmvVTs4T7IvVP7HG2qgFBz0xv46lYh3KfTHvJfR54bksu29IwTq5CTD7w8Rc6bdZdp4tmTr0+1nR9lbeGY5tAqHYPmC0VE7bijzpfPNq432/NvevmPkVvy3X6qWLQP0oqTuyplUebYPkNMV274y+1mnuPGjHYhIkc/c5O5B2kHjukzJMTanht7TlG2Z6fdzTb+Ka9PM+sHa2v8MZdG3q9cz3r4csEXB8hfq5ddN9bdbSOujq1Hc8oiKnVYn+8bzjMWvWBeS1hvd424JlJiJ63luojVF1980Zwoiq1HcRe23z/99NOmyK677ipDhgyRbbfdNvKWuHohRrF9yr3wTb2vTtQVd+l9Wm/ceLQuvQenv86fP99ECbht47np06cHff3+978fy8llhFQFu+yyS9L0RT6vfQNvXz2aEsGtwJcioRQ2qBe87Pbj0jC4LOPYgiu44wJ79Fn5R60Pe5zapygGSWta23DnPWmtoQ/oqzs2l5M7J1Esyr1mSl5svJEESKDeCVCsxiCOiHZMn9u03qcvfQMVELmZvrO1VbJUsYp/oz///HMDw5dP1U0FgL/jQp7Vp556SjZs2FBnkNjKj8/ie+65Z0isqlB1f6JBO2oVEa/47MOLBEggGwGK1Wy8WLoMBHR7PuTmJUeeGytT7eayilXcq5IQwmpIrwFGpEGs4iR2SLz6EKtoF8LvvpcfkaeXvmLawgX59pMBpydKLwjK+SsXmXuG7zs0tM0dj+H5JxfOjN2iD2kI6WdfcVGj7rRC4LZt2Tb1SfXg/Jtnfhu5OuyIUrtQXD/Rh+UfrzDFo/qugv6ht2cGnCF2Lxp4RqxI9vU3jo89J3b/e3fqKYN79U8l4BFpqpc9r/bjeB51Xvy9n3hZ+nihYNftO5sob8jhulylilXIrVNPPdU0vWTJEq/UxIfNM844Q5577jmTUB95nF577TVzz3XXXScjRowo6npSvYg2veaaa7xDPvzww2Xy5MmhviRtb3ryySeN7LLr9Y3H7pfeAyF2zDHHiP5dOy2yntIAACAASURBVPXwww/LZZddZv6KcSPvFsbt65+P0bJlywzT888/X371q1+VNL2477bbbjPtIyLCvYYPH27mxXe57ZbCBvWC/eWXXy4/+9nPTDPa5gMPPGDkun25LH1sIRJHjx5t2IAlLl1PTzzxhPlPRdz60Pa0T3EMsFbvv/9+by7eI444wrTrckpaa2gfUS3u2FAfLt884XGdS12X9bVmSlpovIkESKBBCFCsxmH2bJ/Pmtu0QWYxupE1q9ZIe3lBLjx6vMz2pCNo5O41ieZLFaurVq2Sb775JpCqgGVv/VeRqo/hJ6QmPg/MnDmzLKkAWrRoIR07dpQBAwbIFltsYeZLUwC4UtXOwaoHWeEe3M+LBEggGwGK1Wy8WLoMBPTkeRzWY/4DuegFeXXlIrNd345O1C3hmuMTEm3Fpx9G9sAXXQo5B+l2x3GXm5PY//uoC+Xulx+Wdi3byG+OvUxeWf66iTzEtWDVYtm2VRvpsm0n2bldp8QI2jKgYBUkUFEEShWrkGUQhvhQ6JOkkD8nnHCCGes999wTRE3icYgiPPb8888XRXEm1aviTLddKUyITwgzfOP+2GOPBXLVlXtR8LVeCDXfeNCvqVOnmjHHiVVI1XPOOacojytk2siRI2XQoEEyadKkoBuQakuXLi2SeBMnTpRLL720ZLl60EEHycCBAw1nHI7gRq1CKuKaMmVK0BfMzUMPPSTXXnutDBs2LEiZUAobVBolVsH41VdfDQnwNGIVfYZ0njFjRnCvSkaIznfeeadoen3j1EJRzyEi9fTTTzfz4tapeXrx/KxZs2TevOLdD6g/Srr7ntM145snlNe51BQW9bVmKuqNiZ0hARIIEaBYTVoQKlcL5dIc/pRUa0M97+ZxrZ7UBQ1FqP7bKUWsIur0o48+MlIVl0asapSqHa0Keal/x31vv/22LFiwoCyHV6FtRK1+97vfNUEM6IdPrPpSAijZHXfcUbbccsv6B80WSKCGCFCs1tBkVstQ9ppwdBBdiD4jwvCUPkPl043rzanuGt2IE+pxYdv11DeeDoQnovIQcYjrd8/fIzedNN5EiHbedqdQ9Ku9TRw5XLEFG1unv3PvuSZa1RaxusU+KadntTDO0k9EAoP7Sx8uksdH3ZoYUZul7lopqxGrYDT3vIdit+pX85hLEauQWT169JA77rjDCCQIITfaTsWgTxbh/v33319GjRoVishMU2+UWMUcIKIR39bbUZJZxSqEGeSpLT9RNw4EgGyEqIwTq1rOl8dV+66RhyrUfIIZbWr5KOEWte40uhb3HX/88Saq1o18jROOOnduNG8WNuibT6xCjH788cdFgjmNWI2aS9w7YcIEGT9+fJGoL0Wsou/K0I1GBkc89qc//cnkM/NF3+L+LGI16vXg60d9rZlqfg9j30mABEiABEigrgRKEavYxv/JJ594xaotV90IVohVSNVyitVWrVpJ3759pUuXLiZqNUms4nlcGrWKlErI1cqLBEggPQGK1fSsWLJMBCA85y19rSgqVLc5Y0v2JU9cZ06+17yodtOQn8hriS39e7bb2ZTT7f2adxTRrgf/9mTzfPd2nWXdF58ZYYto2R7bdTZby9u0bGNErEpVCN6hPQeYfqXdUq25OiGFT+07vOqEmx54VNfcnGVaGhVZjaagwPr43UlXp05dUZGDSehUKWIV4g1RjYjmU5npykFE1eFbczsiMolPmnrjxCrqHzNmjIlqVNGbVaxClCHFgZ0OQMeoz0WJ1SgZFzXuOOmHe1Q026I4iaEywE/IYZupfW9S2xDEKr6VeRY2aMsnVvH40KFDTTSuLSXTiFVEbuKC1Eybf7ZUsRolMMHl5z//uYwdO9asNeXszksWsYp7ERHti4B1H0+at1LXTJp1xTIkQAIkQAIkUKsEShGrkKqQqxqpCjauRMVzEJ16iBWeh1hdvHixvPHGG/Lll1+WBSnEKlJbde7cuUisRuVaZZ7VsqBnJU2YAMVqE578Sho6IlAhUz/e+JlJCYDrN4ecKne//qR8Z6eegUjV33FwDw7rQRnkG92+VVvp3+2AIDelnpw+/6zfy/8unG2kpx5W5IpZHCj1y4FnyoHd9pVXlr1u2v5h39zWWKQfeOKN6eb3sweebn5CDGv6gP965hZzEBZyqaIOva+S2Eb1RXPdnrznoKJDsqqh/w3RRz1EK+4ArYboR0O1UYpYhTRFtJ5GZUJ4uVGRaYWmPc409SaJVfd59AP5OPv371+EFIcYaZ5X+z7Is9/97ndBHlBEKS5fvlzOOuusUE5VV54l9c3tQBpGSSLNrdOO+sXYdOu6G1mZVK/9fCls0K8osQrZjvqxfR+pJCBJ04hVCO5jjz3WRBQjdyyik/GfCDdfq80kSayirquvvjqEEQdj4YsDnK5rR2LbkcDos8pXX07erGLVlvc6Hp3L66+/3ohcH1Pf+0TS3DbUewvbIQESIAESIIFqIVCKWEVaqq+++ir20CqIVFesfv311/L+++/LSy+9VJYcq2CMVAAa1ACJC2lqR60mHWS11VZbmc9tdb1MWou/DJbptw6TutdW197wfhKoXwIUq/XLl7UnEEDE53//5XYjSRF1ilyo33voUhOpiryriC7F1W7rtuakd4hUHOx0aLf9zWnzO7Vqa7b4I4+qbtHW0+lRVg8Bggw97aGfm7pwmJSKWbSJ7e+4jrvvAiNxl3yyQp4ce7c88PIU04aKU7SFS8WvDg2RjH067VF1chJi9YNPPow95KmpL2Aw+uzLz1MdTlULrLKKVRVA9hZpiLfbb789lI8yjTS0+aWtN0le+sQq0hZ069ataLr22WefYIu8fZ8etmSLY0RYQqbZh1VVoljVCFU7hylEG3LP2ukNkuRblFhNywaw48QqhC/yzUKQQrSmEauoU/PATps2LTh8KyovLsoniVXfAV6oD2kfINSxNU4vRKgiOkWjsHULv0aw2gssq1jFvW4uVV/u1TSvq6S5rYX3LY6BBEiABEiABMpJoBSxioOrICztHKtuxKp9aJWmB4D0xOeJZ5991kS81vVC+/i8gh1BEKS4VKziYC2fVNXHtGzaA6xMvud7rR6PniTzLuiTfwC5jmfI4HkXiT5SNDYcLDdrsMy7oItMveAqkStukfrIKYx+3t19utxyXFjvFj8ezs88cuI8uWg/kaJxYiD5sRZyIhceE1kjUy8YIuPn6IhHyqQ8h1B5KTyeK5m7b8mYXLvmEcjpq2YH6HJ9Ks4jjQLa37quId5fGgGK1dK48a4yEEAO1V/PulsQMQmxiqjAg7rvZ3KgalQppCW28uNQKZS596ifmntwYZs/olTf/2SFkbA45EojDLG1HXK0Tas2oqIV96BeXDhFXSNezxkwWkbdf5FpB/VcPHCMOeAKKQbQ3h/fmGZSBECyQrwO6TVARj9zU+igLRcHto9PW/S8qUMvTTWgka9RJ7zrifG+k+hvG3F1bLqBnz4yzqQ90Mt3wjwkM3LWzlz695AkRv/A87SDTyza7u6eXP/jQ0Z4haxbTsfi8oGw/M0zv41dRei7ry+4SVMwTF/4vIlm1guiHCJ8VN+TimSojyfuQ1qIPXbavagv7li0AFJKJM0dyvrG6GsLc4YvDZad90hkmoGo9uxOY02fc9jpdUpVkFWsQqwhz6ieyo7+6Kn3yLmqEaD2VvI0bx1p600Sq5Bh9913XyB504go9M+uF5GJP/nJT0KpDhCViEjGOLGquUl9EYw+BmkYIfoAUtjN+RrFFHIOOUwhLPVCagT0yc7VmiTf7HZLYYO248QqntcIUERk9u7dO5Zt1HhRxw033GCiX325apPEKupVUaqHVkGsTp48OSRVNfLXlfRod/vtty86xKoUsequH9/c18eaSfP6ZBkSIAESIAESqGUCpYjVlStzhyFrKgD78CqVqBqtaket6uFS2BWzevVqkxpAc55mZYx2kAYAnxUPOeQQc7svWlWjV/U5TQOgP9GnTp06xTSfF4cyzopGzcm+JVcWC8zIigKxGqlesyIIl0f9Y+83j4UOsPM+7kjNVVPlwqOXyJkeMfzGrRfKkh/eIsPELlO4f9TyC2XI0jMDyRxE7l4hcpVdpzV+W6AGgtTtg/n7DBn8Z1dAvyE3X7BERjEyuG7rpY53U6zWESBvz04AUmzck9eb7fN/OPlak28V0hIRpys+WSm97/qxiVj9yYDc1ntbeuHeRaveMQdVrf9yvXkO2/VxIV8qJJXWi8OpNH8qnodUhRRVMYvIVQhYXBqFCjGHyNS7RlxjxJ+by1XTE/z3URdG5mE9YeJYI1QhKs/sO8LkbJ2xcLZJa4BrwcV/Nj/Rb4wFEbp6QeQO6tnfjAViDmkMzpt1V+j5qHQDmi9VC0NUf7dX/xA/WzIjandwz8Okbas2Qf/ABAzc8UHG3vfyI0YA4tJIX1dIotxtMycbbs+efL307LibV/TpPP7s8d8E7NGfLtt2MgdpqSzF/ECY25emMND5O6fvyeaAM6RnmPL6tOBe1PfrYwpsXZ6o+8bjfmH6CAHvXu6YsSZV2GLuIPEh2H1zh8d0jOOfuS2Q9Mjda7eFerr99iRThR1h7fbFbQ/8f9r3FFMMB7Pp+vXxyvIKzSpWIXYg7dyt9dhq3qdPn0AAurlO3T7p9noVhmnrTRKrrowqRazqFmyMCYIMaQDQz6SoSt92bnvcKu4uueQSs309iZFvK3jc3Gr7OGTKzUF6zTXXiL2lPE44uu3azNOyQT+TxCrKgAHSAVx33XVyzjnnRB4MhujNBx980JuzNy6vaBaxiv5oFKpG0ipvlZ7Id+vOKb5ocKVuKWLVTuOAFAe+w7HKvWayvFewLAmQAAmQAAnUKoFSxOqKFStipaovWtWOaP3www9l0aJF8u6778oXX3xRElqkAMBn6L322kvatm0bkqpx6QA0YtXOs4r8rFFX1Bb/QgTo+0ay5pSmiPRTARuO5Bw5eqTcL07E6gcFGSr9RspIWSI9TCSrE6UZ1JmLKPVFpGrz6O9VcmVRxGr4cTfCFn31RNG+drNcuHyUqStdvSICgTqph0wfs0SGmAjdvEj2iGWMZcbAfMQqROrVIlcGwhR9vFt6OGI1EL0dS1o2vKlMBChWywSS1aQjoLlUUfq+kTfLc4tmy4mPj4+N/kxXc3EpSEQ7R+tLo283Eg1tHth1X1nx6YdGxkF8Qu4e22eIecwn2tDv++dOERxStVfH3YN8q26rKjchvtzT4zXqEBGP9oUDtVSM6eFb+jzkHiJ4g3+XPKJRn9O8svr3tRc/HZJ4eggTnofAdQWtLSxRBvlpbXGq0cBaP8Qx5tCVkmgHctQdp28e7T5jfiDDcdlM7MchGAdPHGPSOUS1rxGgqMeVlTZPiPakPtrMfHlWVaJHMcXje0042kTR3nTS+CIEdv2+NePesNXVh5mH7L7rQW1ggisu8jXptZRFrPq2Jmv97nP6d/dUdZRXeYXt1pB2WeqNE6saAWlHzpYiVtFHCCxELuJAIQg/5LhMEqu4DxGjiBrwHdqlfdfIUa3P7q89X4jinTp1qtjb+uPmM+oAJNyT5RAkSO/bbrstiHB1madhgzbTiFVdCyiPyOekg8F8rOIEdFaxin7YkbSa29Tdpm/Pg++5UsSqzhPWB/LHgsW8eYXofDxf7jWT9P7A50mABEiABEigKRAot1h1papGsOpPzYOKzz5z5841crWUCzt+8EUsolZxqSh186u6Eau2WNX7ksSqT1Rqn8OiMydTZxw5Xa6Uq6xIzrxk3R3pAzQVwJmy5GhLHFoRmj0etOVpoU53e7+PW2oBat9cJDXxZFi+GgkqI+X+e/MKOS97xRW5KlbzgjSITrXksM0uk1it76jfUhZiE72HYrWJTnxjDVtFGmTZopWLTcSfvW0/rl+QUIhsVYFkl4Vku+HYy4IIVo0Ehaxyy6Nsu5ZtTN5WbJu3t5JrnRBX5w86I9QdCNdjJp4ZHJQ1uFf/ou3mKvV80g7icuobzwR5X7VyWy5GiVUwUvn66HHjiqJlVRja47XrsiMjMf7Hxk70orZFnzsGXxuI4nSFYTnEqs3EFry2NLWFqz0YiMYdJnw/eMgWjVnFKtJVaFSqT6zaUcI+rvp8VF9tgYwO++bWHptPrOJ5m5cr1LO81rOIVUgqfAC0D/TRtnxRg3pAEaIREaGJ/E8QQ1dccYUsXbo0OLgoS70q+SCd7AsyDCkAVNbqc5B7iODUFAUuGxxghehOVx5C9iLC095Cn0asahn04+KLL5a9997biGREPCJq9Pzzzw/yuqIvmgIBkZCQeGCEyNYrr7zSSFVXJKKfiGbEH/tSQTlq1KhQ/VpGZaGKS2VuH9yEOlAOEZh2u6WwQbtpxCrKad/we5RYxXOIRsa6sdcTonTBFI/7BHQpYhVtaSQtomnxnx2kgHAPAFO2mn7Cbr9UsaoskHLg1FNPNevDvbKumSzvByxLAiRAAiRQawQ0YrC/jCvaTlyHsea3VtdKjsdSxKovFQC2/NsS1RaskKm2WMXf169fL6+88or885//zDwZuP873/mOiVZVUWuLVTtiFblW3QhW/B2X/oxLBRAlKrXToajLfJ5QiFiI1ZCQLcqxCrFq52UtRI1CrAbC0aqz/GLVl+YgNzJ33Cb36uJCOgTzd5kk07vfXTxORKw6W/V9HLNFrEZE1WZePbyhHAQoVstBkXWkJqBiyBaFbmRkVGW+vKVaFvXt36mnyZHqHi4V1zm7H3Y5SDI7P6o+B3GpF4StK8yiIjDj+pBGrEK4IbIXl2+7t50PVEWxLVaTBKH2z5WStqRTKYkt/nb6Alc41lWsQkAjHQQuNzJThSnmQVMq+NjaAtbuX1axapf3iVW0jYhUlffuWkY/NP+v20+NAEb0sMrbpK38UWJV+5B0f9ILNa1Y1RyT9nZyt27IqDfeeCOIsoOog5RD9KN9IT/r+PHjjXTMWq9KPrdtbN3+0Y9+FJyers8nnXAKoQlR5cpDFcWoV0VyGrGKdlEOsg9SVi9Ev5577rleUaYHTkFa6wWxBhHrnngfFYGrUb++PKPBe9luuwXiGcLRd3AThPApp5wSarcUNmgzrVhFWawdiOQ4sYo5gcSE+I1aT+66KFWs2ikBEIGMvr3zzjvel5OmYLBldKliFQ0gAtbNies2nGXNJL0H8HkSIAESIIHqJ+AKHx1RLlJOyitVUTnFqtiHV7kyVSWqLx2AnZMVKQCQrx15/LNeLVq0kH79+knPnj0DOWrL0yxiFf3s2DF6X3lUKgAVhWcuHeKVoBUvVs06XhLx+iiWmD6BjNyqUWL15t3Hyzzd5o8JRlTsgz3kluDAr1xag9QRq96o2qwrh+XLRYBitVwkWU8qAiqGUNiXyzOuEkT/TZg1yStOVZBCiF408AxZuHJxkJsUUrLXTrvJJU9cF8hSLR8lVvF4j+06Cw5fQqoAXEgXYB9IBennHiZlR3ziHq3n0G77S69Ou0ce+OSTobhfxR4kqR3daEc2ajQqhOfv//ZwEIFri1VbNKIc8rhGXVHb8O2+uOO0+1OqWEVO1LYt2wa5aJFD9NS+w4NUA1mkqN0/O9dqljps/vg9Sqy6eWs1r6vOS1QUKuZk6boVJno4irk7Rz6xqnmEo/Lepnph5gulFatZ6vSVhWjCpRGida2vGu6HNNatXW6Eqa//EHQ4JTaOETjijy+SsRqYlKOPkJ76H5CmtJ5KXTPlYM46SIAESIAEKpuAX6zmclRK/qTzyh5B4/aulIjVNWvWmIOn7EhUO4cqfncPr3IPusL9b775ppGrWQ+wQk5VfL7s2rWrgeemAciSY3XLLbc0X4hHX76ozsL2fIjVQs7TqFQAOYmICM/KSAXgz18aMPBJTGeLvx2x6j28CjlWrchVX27YIrFqH3blHF6VFDncuK+iptc6xWrTm/NGHbGezF7KCeaQYvZhR/ZANJL0Ozv1FJxYD7GKPJ/Y7o9LD13C7yj7y4FnmkOsfGkFUMa3xT0NODffpXuPLy9omohVSFI76tSO5IRYm7n07+aQp6i6skTSRpW1xSrGZR8MZku9UsWqpmhQyawHNJ09MHeIWRYpGpXSIEsdbptRYtVOs2DnSdXUFW6uXdTrSle7v3FrzxarkPWaGsMn+dOsV7dMQ4nVUvrGe4oJQKjij3s4FVmRAAmQAAmQAAk0XQJesbpqjazp2F7idFnTJRYeeSliFV+GI+LUJ1bjcqyiZRWskJ9IZ4QvzTds2JB6OlB/r169zMGxEKy46iJWcQjWdtttl9i+WWf3WsWCnKFRB01V8OFVRlqOl9mhUVspMyJymYYYRBzSJTJSJs27SHBklb98oVFvFOxVhV7Z6TbcsokTxgL1SoBitV7xsvJyE8CWZ1w+IWrL1Zc+XFRURoWqve3alzYAgu/tdR8IJC3klYq9tGOBXEV07d+Wv+ZNTeAeqJRWrLrSFmkIOm+7kzlVXqMi04jVpDyeacUq+jPq/ouCKGCVig+8PKVOh1dBOv7o/guDyGSNsM0iRW1RafPOUgfmO00qAJSzmenBYIhCHdT9ANEIVnv9uNLVlrMoF3UAlS1Wf3HUeXLcfRdEpiFIu17tchSrpVBrvHsQrYk8rLxIgARIgARIgAQam4Ajk9Adz+E0wcE12l1PmdwhOdap6hF14eFwfTkRhHyUdu5H01R+u35AaTQiBfOnkwf19JBJ8wbLDLvtfDm336F8qr5UAG57llwKzZRTrhLytJYiViFC8bmsLmIV927cuNHkWH3ppZdSLWhIVXwWPPLII40MRR246iJWUV/r1q1TtV/uQrERm+VujPWRQBkJUKyWESarqn8CmrPSJ0Qh9nZq1VY+3PhZIJsgSc/sO0I+WLdSHnjjz6nyr7ppApK2zieNGgLyjufvlV/87QFT1D0UKq1Yxb1uJCYifzVaFc9H1WVHl0ZFXuo47JyhdjoBN2IV5SEEB08cE+Ldv9sBMn/lIpk86uYkNKH+2vlqfVv5bcmZlGPVvl9FJzpTX2JV86Waz73tusivj7rA5KGNyh/sHlrlgoqaIzcVQFQUcyL4iAIUq6WS430kQAIkQAIkQAJNl0BehIZkpUbnudFq9sFR+ftCcjVdXWBdnDM1lwdyhsyW2VI4VKe4XHEbBXFq9c+O4rPGlou6c6L5xt4vKkW1roIkLWZR6P/s4D6Vv/2vnC5pDiWqr/VWiljFNn6kA6iLWMV4PvroI5MOICqXuztmtNeqVSvZbbfdTH7V7bffPnR4FVIK4E+WVABIA4B0AI1yOZGjlSDaG4UDG606AhSrVTdlTbfDkHh/mPuoPLlwZqwg1YjT73c/UEb1PSkANmPhbJm97O/y8cbPIu/XqFcIWhyGhRQCEGXH9BokB3fbNzY3KRpCpCquY/oMKZoolWl1Eau+VAN2BGqUWE06vV47G3VwlC0lbdmKx+17tB53jFGrNio6NipHatxBUXYbJ0wcG0TS2tGfSWIVawxX53xeXVuYJglpW5ZizWzfqq3Jn+peWifmTfP3osyilYuDQ6yixLEvx6o9Vlsil/JOQbFaCjXeQwIkQAIkQAIk0KQJRB16Y0dy7pzbaiyuNHSjPdPUtV/+4BtffSqmnG3ZS5x2XdmqMjQsNf1C1By6Y7cdGoNPDPv66y+Xk7YFGd0Y66oUsYp+rl692kjMqMOrknKsIpUAcuzjz5dffpl66Ghvq622kr322sscBout/KVGrKKuDh06pG6bBUmABHIEKFa5EiqeAMTdb575bXAoEzoM8RSVH1UHpAdH6d+XfLIiMWLVPcxKo2DtCFnkwDy+z/e9khVCEJcvfYBKMVd+pYlYteWgLR3tnJ5oN6ouXxqBA7ruWzT3dmSrHUGKgr6IVa3AFrd4rK5i1e6HezDWebPuMs1G5SK1Ra9bJkmsot0u23YK5s9mnSRW4w70skFr1DVy4rpX1AFlWs4nVt1I3hljJwViOOuLm2I1KzGWJwESIAESIAESIIEIApZwHLX8QhlylUScOJ6CoFfAFqJECzU4Bwv5tumjsCNHi6NaUch3SBEez0nRQNbabQhOVvf1yxljVL+iHk+BqFxFShWrSAUAORolVt1cq/bhVej7+++/L3PnzjWRr6VciDQ9+OCDpUuXLuZ2O0rV/v2bb74JxCt+14hW3AMpyzRTpdDnPU2dAMVqU18BFT5+O2IQsm74vkPNtn4c2oMrSa5mGR6kKq4e23U2P3Hw1SVHnmskFSIZF616R+Yuez2ImEX5iweOCUWnQpo9vfQV+cPJ14otLu2T293DjFSWoc21Fz8tbVq1Cbqt47clp52P05V9dvSiuw3dZgkh6/bR3lbu5oFFh1Qcun3UzkYdGBU3B76IVbsfiD62oz7dvK7u+MHmJ49cYaJVfQeFRYlV3Lfi0w/N4Wg3HveLYO6icrX6xoS+7TDh++YpV3hreZ07H1+UweFumjLCN3a7/gUX/znohi2i3fuyvAYoVrPQYlkSIAESIAESIAESKBAoOswn/xS2Mw+elS0SM66ui/bzpQFw+rE4lwpAHofQDR/JY8+ZRqjmxCpyrOYO2cld2cVqWoHsF7kxkbgNuNBKFatIB7B27drgMCpEqLqSVeWqSlUMC2Lzq6++kpdfflmWL18uX3/9dUmjbdGihXTt2lX69u1rtvKjLVxu9KqKVU0TYIvVHXbYofHSAJQ0at5EApVBgGK1MuaBvYggoOLt5/sdGzoECCIJuUV9uVZLhWmfbJ9UB6Iip77xjNz9+pOyZ7ud5YZjL5M9dtpdbMGlEbMaKYu/3zXiGlMOF6I873754WDLOh6zZS0kG+qHPNZ0BBd/7yfmXrTz0NszRSUt+nPJE9cV1YUUBnoP7oNYhDxUbpBw7Vq2Ee2jHvD1w77DQwgwD3ogmE8oa2EdP8r4IjLtSm3R6+MN+XjOgNEh0YxyEJjjnrzepGnAhT7joDFcf1g2z/zEevmvR1uMXQAAIABJREFUI88tutcWz1FzrBLbHrOWTYrE1fG761Xn+7+eucXMJ/p85r7HhOYG8+2mucD8YG0t/PAdmTBrUmi9a/5gpJ1wI5LT8PeNP4tYnTgxl+Zg7NixXpRxz7/33nvy0EMPRb7MTj75ZHPSPU5FxR+cfI9L7zv00EMFf9zr4YcfNg+NGDEi9BQiCNAffAPv62+p9aJvaHPZsmWmvaFDhwr6bn/Tr3XrmJLGjnp0vDp+H6goBiiLPk2bNk1wQi0OMujXr19RvyLhp3wCTDGHaAdXt27dzJy47G+88UbzuDtfSXNidwNb4p5++mnp3bu3DBlSnGYF43333Xe9Pd91112L+pRyiCxGAiRAAiRAAukIhA5gKs5R2iOLWE1RV3axmhwpS7FamOpSxSpqgFiFGNVcq26Uqi1WITjXrVsnq1atkg8++MD8hGCty4WUAB07dpSdd97Z/MTnQAheW6L68q5CvkLGQqzyIgESyE6AYjU7M97RgARUrEIUndrnaDmo+37y2cb1JnIUkX143D6sqpSuaR2Pj7o1kJ5p64HQeuDlKYLt6bplHZLzlWWvy6cb1wfV9Oq0e1HqAI2SdNvqvO1OJkoW9Xz25efB021bbhP0D/e+svz1IFoW/UBErXvZ99jPQWouXLk4VNzXRy0AIWtf2kcfJ63blw7BLh81fpTxpSlw28L9aMvmvG2rNoaz5kh173HH4et/z467GSEbVTaubzomrSNuvO7cuPOt96IurHlE1EatFTzu3p+GoVtfFrE6ffp0OfXUU+X6668vkpWQmJdeeqk88MADXhEGYXjMMcfIfvvtJ+3atSsa1/jx402OKEi5a665JtgSpffhnldffbVoq9Lw4bkvBKZMmRKqE+LtsssuMx9eX3/9dSNt7auUeiE/77nnHhk2bJh8+9vfNifB3nfffabaJ554wvQfl9b95JNPGrmYNHa7/zr+ww8/PNRfjOO1114zbU+aNCl4Dn044YQTzHOnn366GWdUv3xrP+1jkMODBg0yByRgHiGS8Rh4oF30Wy9sS7v88ssDWayPJ82J3Rewnjp1qmlv3rzclyf2hXnHmLGe3GufffaRX/3qV2mHxnIkQAIkQAIkkJFAVFRnIfoSYjUykjO09T1dXRCretBT8eE+KVMBOKMsl1i9KCoVQGxeVqszVZwKAKPYuHGj+exli1VXsn722WdGoiI6FZ/pIDohYzWSNOMCDBVHWxCpiF6FxMVnZkSxIm9qmzZtItMDQKxCwuIgLF4kQALZCVCsZmfGOxqQAGTRWQ9fHhuZqlv4s0av2lv/f3PsZSXnpQQOCLUb/nK7HNHzMO/BVQ2IjE2RQMkEsohVNDJmzBiZOXOm+aOyUqUbxJst/exOubIxqsNRYhXlXamIx6LEKh5HROWsWbOMDNaIUG1X+5O2Xog6SFRboOJefJAePHiw+WD617/+1VQfJVZVtMZNljt+u6xPXqtg9PULwnXp0qVeIZ11wajodOU2ZOk555wTEupRYjVpTrRPYLr//vvLueeeayS7j1vUvGcdF8uTAAmQAAmQQHYCEYc1YSN9fhu+kZ/5w6sgWY0YzV/hw5pS1mXujyqbf1wPr9LDrEZPknkXFDb558TskiDna9nE6n5O/tX8OIu3/tfe4VU6px9//HEoahWPQ5xCqK5cudJEteJ3HFBV6rb/tOsUgrVly5bStm1b8wV1p06djGBFdCouTQOAcoxWTUuV5UigmADFKldFVRBA9OC8pa+Zvr7/6UoTpbhXx9yWekRazlj0gkkNgJPY9UKeTfvC1um3130gO+XLoOyZfUeUVYSin75oxaqAzE42eQJZxapKL0QKapSoyj1fRKkCrqtYhVRFBKMbEesTbBC9++67rxFyaBf3uFGP2p809WLMPXr08EZhYnyI5L3zzjtl8uTJJpKzvsQq2rKlZRJT5eCLHs268MEZERYqj+373a3/PrGaZk60To1sxXo644wzjCC3I2JRjmI16wyyPAmQAAmQQDkJ5OSolQLAkqpoR/OYFp14n4/O1OdRNm1dKBsSt0a25qJVZ0h/mS2DTY7V9t46i6Vm+cSqJ/9rhNwt6r+HRznnKW1ddUkFgDawnR+fkxCBit/Xr19vdl8hShVCtRyRqWnHouU0khWCFdGr+HwGwYrUAYhwhXTF77xIgARKI0CxWho33lWBBLAd/rlFs+XtD9+R+SsXmcOnVL4uWLVY1n3xmXTdvrN5LG67eAUOjV0igQYhkFWsolN2lCL+jojQO+64IzavZZIE1MFGRaxCkk6YMMFs/7YFrk+wIboU5SFTVei5QtbuT1K9Ot7nn38+2O4fNzn1JVa1XmWtUbTvvFOcEkT7hwhj5IP1CdEsC0znBZJWc8dG3e8Tq2nmROs74ogjjBhHm8p+yZIloTQQFKtZZo9lSYAESIAEyk8gv/1+TqHmnCwVIzrHzxHRLfsqE7Vk5Fb+FHWZOkI5WXPtmLQDfymIVRRz2xUngrWcYtXXL1seh/h7+m9H9JZ/rpJrrKtYNbzXrDGfud5//30jWZEioFIuSFZEsWKHVZcuXaR79+5GtPIiARIonQDFaunseCcJkAAJ1BSBUsQqAGiUKn63o1ej4KgU1Dygdjlb1MWJVRxKhHQDbrQs6rJzrB500EEmD6jm2bRFnbZry8+keuO25/vGmzXH6g9/+MNAStsC064bghgRu/gg/NhjjxnJmEYuZu173OIGz9tuu80UQQTvwIEDTT5d93Apn1hNMyeo1xXhGi3sinuMHf95gdS3Lx5cVVNvTxwMCZAACZAACTQIgXKIVXT0T3/6k6xevbpB+lxqI4hePf7440u9vWnf99I10uzQK+TqFzfL5d9p2ig4ehGKVa4CEigjgY8++sj8A4p/pLbZemv5/IsvzM+ly5fLNq1bS+tttgme33HHHWX5smXSYccdg3Loil1W69Au4h60gce33mab4H48r23hJ8otWLDAtIlrwVtvyV577x20371r16D86o8+ks83bDDltN+o275Qlz6H/uF3XGjni88/N33GYxs+/zwYD35HvVoWfUZbXbt1C9WNXJWjRo0KHtPx4QEtr2MBP23DHr+OAeNSFjYrMPFdmCsw0vErF5S15w19xlzpT5TXttA3RENiDNoO2q7Gq1SxqnlVMWY732oUg7gDnPTgKtwbJ1ZxEJRGMOoBWq5c1AO27AOrfFGPrvyMqzernIwSqz6pjDFjXPhjj18Pr9JDqyAykcsUEhpSFVdDi1W0iXl/+umnZc6cOWbe0T+IbpW9KOOK1bRzgnvtyFZdS8jvivm0o26jDq/iwVXV+C7EPpMACZAACZBA4xIol1hF1Orjjz9e73lUS6WFvKrHHXdcydGqK///4dL51Eed5q+WOZsvl9wn2Rq63ntAhu+6RC4OxrZSHjj5XJEbp8ip4TNxa2jQHEoWAhSrWWixLAkkEMA/xB+tWiWrVq+WgYMGyRQc5vKTn8jypUtl7rx50rFDBxkwaJDc8bvfmdOz9RTt2//v/5Vz//M/5blZs0wUGg6ZwTV06FAjSPU68cQTBW3stdde5s+F558vw0eMkIMPPFD+z403mvq/j3veestIvs8//1yWLV0qV4wbZ+57a/58OXroUCN38TzqwO/Tpk2T0aNHy7333iuHI/Js6NCgzenTppnfV330kZGoiDb787Rpsnfv3oL+3HnHHcFjKIdxoz4IS/QHLFAWshE8bslHuWkDV48fb/qnFwTmvFdeMX1He8ipqO3jJ8Yz/KSTQuNHtFrvvfYyghPCFfedfc45ZswQpPMXLDBccc2dO1cOPvhg8zvGj34+PW2a7Nixo+Gu5fR3zCfmDFvEf3nllfLIlCmmLZWoeB73or9vvfWWqRtcqvEqVaxirGnEnjIpRyoAlY/2AVoXXnihaUIjVvEcIjt9l8pYPOfrT1S9Kl1tWevWj8hKFZ7lTgWg7btRmxCOOJzLzR9r9y2ujH2Al96D/xBkufRArfPPPz+IEHbFato5Qbu77babkbW+y07FkGXtZRkPy5IACZAACZAACTQ9AuUSqyC3fPlyk3+/Ei/sMuqaD0rJ2r8XxzeTfleeKH94NywWzeNv/kFWPHSqdMpaaVWVXykr3+sknShVq2rW6rOzFKv1SZd1NzkCKlbXb9hghOWG9evloL59jehbsmyZkW4qDFFm/vz5csjBBwt+X7ZkiXTo2NEITohFSFAIREhKlX22WAVcCNrWbdrItddeK3+fN88IREROqnxFu5C3kJmIDIX4u/KKK2TuK6+YyFdEXUJETnnkEdPur6+6Stq0bm3KQ3jiMUhH1Il7IDDxO55TsapiFPXPe/llM4YlS5dKj+7djVjFBfGI8axetcoI5QMOOihYG65YxRN6OI2OG/3EOFA3LnCxx68yE3WhbVwQZxBNaBcRpipTwf+5556TH/zgB6Yc5Crk9UEHHmjEMsaFC/ed85//aaQ4ZNXf5s6V3r17mwhcCG/UDakK0YwLsrlb9+6m7rvvvrsq1341ilX7AC2FDrGq28Yh+dzt6ZDk9uFLPrEaVa9uT4/KI4vX2IABA4I8s+UWqxijbsO35WIa4Yu1ii377uFPqBPjxfuRfam8th/T8bh5arWMKzltsZplTjSyFZx32SX8qXXkyJHmfUjTO1CsVuXbDTtNAiRAAiRAAhVJoJxiFQP817/+Vef89uUGhdRY3/rWt0qqNhepKkVS1VSG7fE39siJ1fxWebuRwrb5F+WaZjNk8Isi/fLb6Qc/20xmfG+OyKH95Iqr5sjmcSLXNOsnV1gVxN1vb8d3o2kL9yHStLOc9rBV6QgVwe5zVvStHbFqfj9N7FjdEx9YIVN+lFPJkMvBOPBAUH9JuHlTlRCgWK2SiWI3q4MAZNvbb71lZGXHHXc0EuP//s//yEnDh8vSZcvMc4ikhITcZpttTGQjZCCiPCFBu3bvbkQqtrvjMQg9iDyN2oQMxaVy9sSTTpJX5s6VAw8+2NyDNtAm6kIbuCBTEAmrAhB1Qgw+P3OmeR6C4pFHHzVt7L333kF9up0dEaQQjpCGKIMx7Ln33kbM4oL0RJ0atYlx2X3UviPCc+iQITJt+vRQRKdPrIIjBC+Ec/du3Yzcxe+IFEXkLC6MEX1HWQhffR68duzQwbDQcnZqA9Q3c9YsMxaMAePEmHA/5glt4QJbjNukQMjPFT5oKXvwRL3KEVGtiH5F3XZqg+pYubleVqNYRb9VwuF3bJuHWNXoSfegI7u8ismoCFpfvbhfc3rOmDEjdIgSntNIVz1Uqz7EKgTl4MGDzaED9pZ4rEk8Zm/F1/WHaFV8OREXaZt2rSKS1JdLV/tly1tbrGaZk7iDttyDuihW084cy5EACZAACZAACSQRKLdYRXuIXMVntq+//jqp+Xp9Htv/IVVLjVRF54y0fGx4fFRqXj4eYOcfNaL173khC7GqAjWXOCAXBWvLzJWycpdOhcjX0Hb84vsDcKbcFBmu0bRWuz0muxG1eZm6zxxZsfuE0LhC0bdB24NlRrN+8ndLpIoz1vA4CvVvHldzCRLqda1WW+UUq9U2Y+wvCdQYATfHao0Nr6qGU61iVYUmtv2rWIVk7NOnj0yaNMk7B5CDw4YNM9GbcakJdOu61ovKNKfs9ttvb3KdIpIZUvHOO+80Ect2NGvWHKuoXw/wisvnqvVefvnlAmmKC9Gyxx57rKBfl156qYn0jOpXXRamRseCCQ7bQjtggnEjhYadZ9cWq2nnBOPZd999TdT52LFji7rqRgVTrNZlNnkvCZAACZAACZCATaA+xCrqR4ols+MtHyTS0NQRTIIvv/HZrC5XerFqyU3zAdoWnhCjE6SHlUoAQnLC7oXIz6CPochXTT9QfH9hTNHPGekpiIYtSM7gse/NKETbuoBCYjXcb5Gc5JW8RHbHYXgtvjjUZl34897KJECxWpnzwl6RAAmQQIMTqItY1W3Z+jOu8xBj48aNE/ugKl95CLwHH3wwyJkadx8E4hlnnCE4sAgyDvlWzz777KI0ANoOpOU//vEPI17T1muPDe3h7/iAjKhYXBC1Z511VnD4FB5z69a/x/FRLu743XswhtmzZ8vkyZODyFm3X+3atZNBgwYV9auuiwtiF+tFc9iiHYwfUtTeug/pCfmKtAJp5+SUU04xkvqWW24pSgOg/Ybw/va3v23ay7L26jpu3k8CJEACJEACJFDbBOpLrCo1fIbCZ9CGvPCZyZfiqZQ+xIpVI0FF5rzbQyY42+VzbUWLUa+QxOFYJi0ARKgtTOPEKtpxtvXn68hFk3pGrW042/yDFAIUq6UslSZ1D8Vqk5puDpYESIAEognURaySKwmQAAmQAAmQAAmQAAlUO4H6Fqvg88EHH8grr7wiK1eurFdcnTp1kgMPPFB23nnnsrWTmGM1EKtOxGqoB8kRq0URrAkRr9EDzEnWJT/bLMjj6kasRt5XlFd1iVy8GakAGLFatsVUQxVRrNbQZHIoJEACJFAXAhSrdaHHe0mABEiABEiABEiABKqdQEOIVWWEg61weGi5BSuEKlJVlXpAVdIc5iI/Nfq0UDrIL5qPWBUrF2k40jWdWO33ph4spTlYk1MB5MTvATJn8+ViNvxbOVCNWLXzuAbb+FdIjxs7y2n7FNIEhOrJmGPVTmnAVABJq6k2nqdYrY155ChIgARIoM4EKFbrjJAVkAAJkAAJkAAJkAAJVDGBhhSrimnVqlXyzjvvmFz169evL4lemzZtpHv37oJzBDp27FhSHVluyonHR51bLNkayo0qIiMKkjS8rT9XRXGO1fB2/qtfzMtPQT095O6iyFFX8Bb+fmIgeJ0UASISbPfPS9YrgtussRRFr54m9sgL9RePg2I1y6qq3rIUq9U7d+w5CZAACZSVAMVqWXGyMhIgARIgARIgARIggSoj0Bhi1UaEQ64+/PBDc9jVunXrjGjduHGjfP3116ZYixYtpFWrVgKRihz3OIxqp512qvOhVFU2TewuCVQUAYrVipoOdoYESIAEGo8AxWrjsWfLJEACJEACJEACJEACjU+gscVq4xNgD0iABLISoFjNSozlSYAESIAESIAESIAESIAESIAESIAEao4AxWrNTSkHRAL1ToBitd4RswESIAESIAESIAESIAESIAESIAESIIFKJ0CxWukzxP6RQOURoFitvDlhj0iABEiABEiABEiABEiABEiABEiABBqYAMVqAwNncyRQAwQoVmtgEjkEEiABEiABEiABEiABEiABEiABEiABEiABEiCBhiVAsdqwvNkaCZAACZAACZAACZAACZAACZAACZAACZAACZBADRCgWK2BSeQQSIAESIAESIAESIAESIAESIAESIAESIAESIAEGpYAxWrD8mZrJEACJEACJEACJEACJEACJEACJEACJEACJEACNUCAYrUGJpFDIAESIAESIAESIAESIAESIAESIAESIAESIAESaFgCzTY8+aPNDdskWyMBEiABEiABEiABEqg5As1EJPhUib/EXAlPh+9MLtwsuYiIpCpUaDqyOAbZPGsXc+VDjMq0AoJ+xo8PjNJ/6HfGF9XVtEjTlku7aDCQtHV6y/lvTreO3E6m7UjCfJtqUtSVooipJwOjTOMueQ3jxojOpxpTOjyZX1WZBp80h2kHkq8nlqVVV9pqM6z1tJzCVZbpfT3tWk/spC7yZqleOonVOW/Q2d4zU74vpJ3LoLrMN3iG6fk3KxlGcYmyvVbKMaaU75eljLOke/BvZvp/Yf1NVBKXWutLhn8QS5p/kWafXFvnFVBi07yNBEiABEiABEiABEigZghk+RyepWwKQJn+v5e27bTlsvz/LkudKcZtiqSss1na//elLYe2U5VtVuSh0w4tXM4aaFpPEFnOI443ixhGSVdRnSknIKles4hT1JWiSFBPqrIi8a8fp5KUdXqsTPSCSVtnUC5h4aWtD8RTvzCSJhCVbZGikFUksp/OIks7nqJyqCeiTynrbHSxmtjP/OsmsVyaqXFGm+r9LWpZR3QobZ1Bd8sysOIvA9PgcMs0r6C+ZPnHL3as5RoTXme1JFbLMZ7UHxISVmOaf5iTFnTaDw1J9UQ/3+zTCXVeAaW3zjtJgARIgARIgARIgASqn0AW2ZT6860WjP+Pz+bNIs0TP3fn60rbdmw5R1bUqc60N0cskeD2+HrSMcr/v7B5jIyxu5Gq65tFNjcvg1h1GkvVto7HZecfXzZGWmfajiS8xIPGE/6Tn6q5bGs9ftwlci8absRrOdV48pWlXOvmf7aJ7we5Ojdv3izNk9880r0/G5AZxGrie0x+EGnH4y0X8VpOWWe4WMJNKevMzU+KwimK5ERWc5HN5fjyxhltqn9X4t5j/F/epF2b+RWafjHHrtKU7+lxdaR+g0x6uZShL0E4fl2laKpFljSg/CLI8Nr31ljOvqR8A4wcWTnmyLzDlmH9lqOOcvUlfik023wTxWqKVwuLkAAJkAAJkAAJkAAJxBHI8n+cLGXTUM9SX9qIodj/m1hPZvnc7+1nls57YAS3J9STthlTLmW0Sqo6m4s0A6S6XiWmXyia75j/NJa0NlJBUJMnsimChQkbTfEf4sTmrAWZWDY/J7HlnCfT1lk03fnIQvfxLPWlXetp5xF9KVcUnsGe8nWT+P98ZwBpGXnLxUSsbv5GRDZleGGW6T0mk1hNeu/Ir6u0jGJHW+Ja97YdsQgz9zPFe0LiDJZJlGXaGhLXqXKMKcuLPKkvSWssEXB0ZHiaW4MymRdHRO3lqKcuc7RJZNOGNP+4pKRTjvGYN/syRBVHd7nZfufvVo6VlBIKi5EACZAACZAACZAACZBAWgLl+kCdtj2rXIM13TANpW4lbUH8DyJt2RLwF99Srsb8Hc80nFK6glQDW20hW3VsLZuj5GrDAi0gLmU8ZZnTUispX4fL5ooyLaBSx13KfVGsvpGvWu4qm1psn1Gupu+DtvzppuZmZX+9uZls+Aa/p9cPm6S5fClbNtArI32/0lMotWT51niuB5U0tlKZ8L5KJ7B58yZp0by1bLHjeZZcrfRe161/27RoLi3x/bGM3Yevsrqx5N0kQAIkQAIkQAIkQAIkQAJVQ6AR/vuDJlu2kC13bSubv2mE9qtmbqq4oxU5rf5ONdv8jfy79R4iW3YUEUSuVupVkVArFRb7RQKNTGCTbNGstbTudJls3rS+kfvSMM0jS4b5Xq3F2d/mu1XDMGcrJEACJEACJEACJEACJEACTZCAyefZsoW07NI2Oh1AE+TCITcSgc1fy5db7y7fbNlBmmVKB9BI/WWzJEACFU9g8+ZvZMvm20jrnS5pMmJVJ4ViteKXJztIAiRAAiRAAiRAAiRAAiRQzQQoVqt59mqw7xSrNTipHBIJNC4BitXG5c/WSYAESIAESIAESIAESIAESKBmCVCs1uzUVufAKFarc97YaxKoYAIUqxU8OewaCZAACZAACZAACZAACZAACVQzAYrVap69Guw7xWoNTiqHRAKNS4BitXH5s3USIAESIAESIAESIAESIAESqFkCFKs1O7XVOTCK1eqcN/aaBCqYAMVqBU8Ou0YCJEACJEACJEACJEACJEAC1UyAYrWaZ68G+06xWoOTyiGRQOMSoFhtXP5snQRIgARIgARIgARIgARIgARqlgDFas1ObXUOjGK1OueNvSaBCiZAsVrBk8OukQAJkAAJkAAJkAAJkAAJkEA1E6BYrebZq8G+U6zW4KRySCTQuAQoVhuXP1snARIgARIgARIgARIgARIggZolQLFas1NbnQOjWK3OeWOvSaCCCVCsVvDksGskQAIkQAIkQAIkQAIkQAIkUM0EKFarefZqsO8UqzU4qRwSCTQuAYrVxuXP1kmABEiABEiABEiABEiABEigZglQrNbs1FbnwChWq3Pe2GsSqGACFKsVPDnsGgmQAAmQAAmQAAmQAAmQAAlUMwGK1WqevRrsO8VqDU4qh0QCjUuAYrVx+bN1EiABEiABEiABEiABEiABEqhZAhSrNTu11TkwitXqnDf2mgQqmADFagVPDrtGAiRAAiRAAiRAAiRAAiRAAtVMgGK1mmevBvtOsVqDk8ohkUDjEmjSYnXt2rWbGxc/WycBEiABEiABEiABEiABEiABEiABEiABEiABEiCB6iLQjGK1uiaMvSUBEiABEiABEiABEiABEiABEiABEiABEiABEmh8AhSrjT8H7AEJkAAJkAAJkAAJkAAJkAAJkAAJkAAJkAAJkECVEaBYrbIJY3dJgARIgARIgARIgARIgARIgARIgARIgARIgAQanwDFauPPAXtAAiRAAiRAAiRAAiRAAiRAAiRAAiRAAiRAAiRQZQQoVqtswthdEiABEiABEiABEiABEiABEiABEiABEiABEiCBxidAsdr4c8AekAAJkAAJkAAJkAAJkAAJkAAJkAAJkAAJkAAJVBkBitUqmzB2lwRIgARIgARIgARIgARIgARIgARIgARIgARIoPEJUKw2/hywByRAAiRAAiRAAiRAAiRAAiRAAiRAAiRAAiRAAlVGgGK1yiaM3SUBEiABEiABEiABEiABEiABEiABEiABEiABEmh8AhSrjT8H7AEJkAAJkAAJkAAJkAAJkAAJkAAJkAAJkAAJkECVEaBYrbIJY3dJgARIgARIgARIgARIgARIgARIgARIgARIgAQanwDFauPPAXtAAiRAAiRAAiRAAiRAAiRAAiRAAiRAAiRAAiRQZQQoVqtswthdEiABEiABEiABEiABEiABEiABEiABEiABEiCBxidAsdr4c8AekAAJkAAJkAAJkAAJkAAJkAAJkAAJkAAJkAAJVBmBOojV9+V/Jrwnj8iW8rMxB8jQHcIjX/vi3+WU2f8W6bWLPHtsl/JiWbtYLp+0RqT/XnLNoduWt27WVm8E3nrib/KHHSthznJrV4YdIv+xR3641bpuKKInAAAgAElEQVSm/vGo3Lq4l1xwfO/4eVvzokycOEvW+Eq1Hyhjxx4q7ett5lkxCZAACZAACZAACZAACZAACZAACZAACdQegTKIVZG+RYLzU5k2aYHcuFbqQazm6l4+wJJiDTQvacWgkcoLtpU/jtldHN/cQD2tj2Zy3F/Yq3QxmpZfffQ+XKcrVsu1plDvh9LV80VDfY1p9czfy1PyA/nxoA4pxOp86T12rBwaMqiL5LHrH5NFjSpXc32QEy6VE3rWFynWSwIkQAIkQAIkQAIkQAIkQAIkQAIkQALlJVBnsSq92sgjq1uGJaKJ/vtSuvZaL49IuSNWP5W1a7eVHSrYWFKs+hdpJYvVSl9TfqKr5bnfPyVy9I/l8I4JbwwmYtUnVkUWTb1eHlvdmFGrFKvlfVtnbSRAAiRAAiRAAiRAAiRAAiRAAiRAAg1BoO5iddguIlPDUXpGLH60k9wi78mFtlj953z53tT14XHt0D6QsqH7FuaK2dGwEHOh+ozA/VQO80YI5qMHh20rL0zNpQ047aMFcmG+Xu1EONrWirQVkZOcsRXEoBQicvMVnZTfVh6kQDCPt5FbLu4tYrbA7yKHLXhPbpT28scBX8opMRxCgAyzL510C56t7OamcP/D/Iqfw/Pab/yeG1++n4g2Dp537kV6h/5fGHl+2jCRC6euN/UMePtvsXzjxGqYm922iOS36b8cgLHTT/jGleO+t5Z31l1uXvOpACTrmszV3UlTXYQY2hGrdZuLVC/+Vc/J7/8s8oMfHy4J8aoiSWJVTpBLh+XDRRc9Jtc/tijcBSuidc2ciTJxdW8ZuHqWzMrnFmg/YKyM7YdQ2DXy4sSJweNaSc8gGhUSdZZ0OqG3zH9slsiAI6X9838Rbc3Us+Os2PaNCH670L1C26mosRAJkAAJkAAJkAAJkAAJkAAJkAAJkAAJlIVAGcRqTqgVcmcWtlUb0aZi1ZvDMp+nNZ+HVeVaIPvy93TNS8vsYvU9eSQvbsWIMAkLyrxw0/ZM/QsLUi7394LEUzFoBO1qRwjPbhnIPDdiNVSP+PLDhjmEZ9azTR39ft6JEs6LUbv/KiTBLyc9w8Ixx7vAxB2vhKSukwpAZWdo7pL5RuVYXbv2U9lhBytfbj7q+bSL28nzyOVr5erN9Vt5F0cwq6A3uX096y43TpGTjmgvy//q5uqNX5O6RgMhH2JUEKvdZju8rbWcZi5Svbr/8aj8fs2A5DQAqCxSrDrRovlcrBKIUtycTxewZ06+GrH6/BoJZGlexOLvvRdAevaUEy49QXRXf668yECThsCXesDqQ/tcLtio9sd2mCUTn29fqN+0vSZfdypqLEQCJEACJEACJEACJEACJEACJEACJEACZSFQFrH6H4j6U9EXCLFcpGZYrBZHl9qytHgLfTgysxSxqgcU+bfnZ6tfxer/J4tjc6h6xWpIMMdzcGc2JAqDyNLiXKdFfPIRrMhHG5Lc2oAT8RvP1ydWC+NIyzf+8Co9EE07CKm9kyyf5Dto6ks5LSYqVTQS2hvVnJ93I1YzrkkjUsWKiLWjVB2xGkqDEfGFQ8RcpHl1z//TrbJw9wvkxG+nKB1zeFUo4jNCwJoo0XxUqxGlb/W2DrwqiFEjVu3o1yKp69v274rV4pQFQft7zZdcOtaCuE0xehYhARIgARIgARIgARIgARIgARIgARIggbITKI9Y3aMglA5ZmEsDgGjBkKgr2s5tjcWOegwd+pRNfIbphO/1bTXX8qGI1ZAMCx9GFNrK7ozHTilQbrGai7pUkRh9QFKxWC0Q8T5XMWJVhaoVURv0zSNW7YnWbf5uRKuuo0SxukYKKQZSrMmSxWq2uUh+pc+XR29dKL0uOFF6JxdOjFhdoxGqMQJW7IjVehWrsySfYSA8snz7QQStPhs8ngYEy5AACZAACZAACZAACZAACZAACZAACZBAeQiUSayG83MiQvI/9sg9lhSxag+j4SNWwxCTImJzYrWrHLZguegYczV4JK4liNNwiJOiaAHPP7/nIWKig99uZ8S1e1VtxKpPfsaJVUs0m1ynIRkvElpHiWI1Kkdvjm7RmixZrJY5YvUfj8qti3vJBcen0qrpc6zG5GLV9dYYEavaNiJXZ3XQfK54NJfTdf7e9mPleXNkLSRAAiRAAiRAAiRAAiRAAiRAAiRAAiQQR6BsYjWXjxMHUzk5SlPkWI3eru+JWLVymxblBA2N1Bex6ssBWtjW7eZY9eUgVbF6Y4ddCnLTyQWbHLEan9fTO2Hg+3Y7cyCYEax7FJdy+19SjlU7YjckJVOkAkiRw9abCqAoD6oe/FRIBRCVYzV3iJQ1rxpJHEoFEOYd5PKNybEauSaziFU7p22Zc6yunvl7eUp+kC6/qvGPyF1avMUeT9nb/HPl/DlOJX8AVThnKirIHXaVJceq1pVbxelyrOIek2pg9cCiNARBxC3f70mABEiABEiABEiABEiABEiABEiABEiggQiUT6zmozZtAVYUQemczo4x2qfSJ0Wsuqfe5053/1C6jjlAhu7gEguLVTyrhxYVSjqnx+dzkt64Nleib682Igu/lMPy9QepAHqtkssnhbeQ26kAXMkcyjWLij0cgpygkRPv2S5fVLZuJ9GnidjFoU+Cbff9v5DLJ4WjPYv5ithcQqkU3L6HmECo7i7ypwVy49o2csuYlvKHEO/CgWJF8wqherzI/0F5TQ/g8O7bfxc5bMF7uahjRACbLwQKV+yaTClWh+5Qt7mIf/2vlud+/5TI0T+WwzumfKdIEqtvty8cAJUXpXbNwUFVcLQmx2p76SmLZFF+z34hT2sugnSWs5e/cL8vx2rhHlPPjrOMqPW3nz/8yn6SqQBSLgIWIwESIAESIAESIAESIAESIAESIAESKCeBOojVcnajQusK5TZt/D7GisnG7x570EQIFKcCaCID5zBJgARIgARIgARIgARIgARIgARIgARIwCJAsWovByca0URgWqkHGnXleHOFNmqP2HgTJUCx2kQnnsMmARIgARIgARIgARIgARIgARIgARIIEaBYdRZEeDu7myqgcVaP9imUbqBxusJWSSCfCqC3leeUUEiABEiABEiABEiABEiABEiABEiABEig6RGgWG16c84RkwAJkAAJkAAJkAAJkAAJkAAJkAAJkAAJkAAJ1JEAxWodAfJ2EiABEiABEiABEiABEiABEiABEiABEiABEiCBpkeAYrXpzTlHTAIkQAIkQAIkQAIkQAIkQAIkQAIkQAIkQAIkUEcCFKt1BMjbSYAESIAESIAESIAESIAESIAESIAESIAESIAEmh4BitWmN+ccMQmQAAmQAAmQAAmQAAmQAAmQAAmQAAmQAAmQQB0JUKzWESBvJwESIAESIAESIAESIAESIAESIAESIAESIAESaHoEKFab3pxzxCRAAiRAAiRAAiRAAiRAAiRAAiRAAiRAAiRAAnUkQLFaR4C8nQRIgARIgARIgARIgARIgARIgARIgARIgARIoOkRoFhtenPOEZMACZAACZAACZAACZAACZAACZAACZAACZAACdSRAMVqHQHydhIgARIgARIgARIgARIgARIgARIgARIgARIggaZHoGSxunnzZkNLfzY9dBwxCRQTaNasmXlQf5IRCZAACZAACZAACZAACZAACZAACZAACZBAbRIoSaxCpm7atCn4Q7lam4uDo8pGADK1efPmwR/K1Wz8WJoESIAESIAESIAESIAESIAESIAESIAEqolAyWL166+/lvXr11fTWNlXEmgQAm3atJEWLVo0StTqV5u+kA2b18qXmz6XzbKpQcbLRkiABEiABEiABEiABEiABEiABEiABEigWgg0k+bSsvk20rrZDrJV863r1O2SxCqiVf/973/Lhg0bpNf1w+rUAd5MArVEYOGlU6V169ay5ZZbmsjVhrwgVT/+5l158rXX5JqnJsn6jRsasnm2RQIkQAIkQAIkQAIkQAIkQAIkQAIkQAIVT2C7rdvIZUf/WI7Zbz/Zfotd6yRXSxarX331lXzxxRcUqxW/XNjBhiQAsbr11lvLVltt1aBiFek41m16Xx79+xz5+ZTfNuSQ2RYJkAAJkAAJkAAJkAAJkAAJkAAJkAAJVB2Ba4efJyce0E/aNe9S8q5jitWqm3Z2uJIJNJZYRRT56m8Wy6HXXMBI1UpeIOwbCZAACZAACZAACZAACZAACZAACZBARRBA5OoLv7hZOmyxe8nBcRSrFTGV7EStEGgssfrNN9/I6k3/lD7jzq4VlBwHCZAACZAACZAACZAACZAACZAACZAACdQrgTfG3ykdmu8hW2yxRUntUKyWhI03kYCfAMUqVwYJkAAJkAAJkAAJkAAJkAAJkAAJkAAJVAcBitXqmCf2sokQoFhtIhPNYZIACZAACZAACZAACZAACZAACZAACVQ9AYrVqp9CDqCWCFCs1tJsciwkQAIkQAIkQAIkQAIkQAIkQAIkQAK1TIBitZZnl2OrOgIUq1U3ZewwCZAACZAACZAACZAACZAACZAACZBAEyVAsdpEJ57DrkwCFKuVOS/sFQmQAAmQAAmQAAmQAAmQAAmQAAmQAAm4BChWuSZIoIIIUKxW0GSwKyRAAiRAAiRAAiRAAiRAAiRAAiRAAiQQQ4BilcuDBCqIAMVqBU0Gu0ICJEACJEACJEACJEACJEACJEACJEACFKtcAyRQHQQoVqtjnthLEiABEiABEiABEiABEiABEiABEiABEmDEKtcACVQQgaoWq0dOlNUjDpF2ETzfnrOP7HNPBcEua1d+LW/+z4kiFTtGt3+nyzM3XSzfbS2ybuEE+Y38h9yw61tyyU/Hyk1l5VKo7Kc/m1PvbUR1vdHb7tVWsq7/xuxzPS0BVksCJEACJEACJEACJEACJEACNUeAYrXmppQDqmYCtSBWV3rkopFEJcilss+lkb97y6sP95Oj/lLO2itPrN756zflDHlUtvzlL0XE6Z/DoSEkXkO00SBiNcsaMmU7yGP/MUzOzrjcGpNXxq6yOAmQAAmQAAmQAAmQAAmQAAk0WQIUq0126jnwSiRQq2JV8tGsPunaoPOQRYpl6lili1VnMPXGIRpaY4rCsradhd2Rp8tP/3JPvUUBZ1qiLEwCJEACJEACJEACJEACJEACJFB2AlUsVnMiY0/5TP7XE32mEXKyUiO2ysguL4lk4QTpcKNvb7P2zdfmv2RyCdFLZew9q6pgAk1JrAav0WA+rNeGyquFq+W7vb4VlHC3U5uozE7WhG74W7CdXWXa5Hf3ljMQLbvqX7JnR09dnhQGSdu2w+3iPehZ6TyikAogdmxF68/zfuG8b8XXp1L3UZF+J8qeG5bLYukqu7fON2SYvC9jNFWBTJV/9ytwKE4FkNyfIu7ivK+5TFc+Kpd88j0rFUBxG+iHvp/Gzav/5RtfX5FYjZ3zmPGfHmZn1sn7+SjoOW/J/v0OkXY6dynakDn5OcsPymYQ6rOnLrssbo9jlp1nBb9JsmskQAIkQAIkQAIkQAIkQAIkUEEEakCs5nIEhgVnIX9g+cVqru7Or8Xli4yKXtN+NaZczfVh/3ejpHAFrc4m2JVaFas5sVNY9zlRKNaXIvnXhuTFqIokV5Ra97h16nb3PfNiS2Vk6P3BjTb0fElS3LfwQixut/B+A9E2qX3C2ELV5SVeSKTmHuuUf19LZJXf5r+nIzdLSwWQE7DKMNdVT39C+Vjz4/80/yWW74snFZKW5A21kX++wG+19QWUU3+UmLYZWvUhr69PUtpfjBUY5wR53Phz0ddWOgnPWtUIbX8bSEOh8tb9MuEQ0ajuoM9PifxixCES+iLPiQCPey0Yod0rC88m+MbLIZMACZAACZAACZAACZAACZBAiQSqXqzKyn/JntuuDh+6ks9rt3Llt2TPIMdgiYSKbjtdfnrkPXJTbH7G6G3Buf/A2//JLVe/0tZDsZqWVGOUqwWx6j28yhKk4Op7HfjkVyh1gCO0wuIwN1v2Y97XWoQUi2vHXQe+diVWDDpizyNWw4dehV+jiawc8anV10WsxvXH97oonjs3j60tzq3o2SDgv/CeacS0c5CWqX+7Z/P5Yt0ehMVv7tnwe3D6tRWOPM7V5bxnlrqGQvdl6LMRqy7P8PjiXgvhSOHciOJ5NsY7H9skARIgARIgARIgARIgARIggeokUP1i1Wyl/J6ssNIB6H8aJ8uJ1uEt+P9xeBunmTI3Im67Z8Xcl99eXLQ91Ra1kbn2EsSqLQ28J6m7UUwd5NWFHeS7vdrmVpnV5+ItueEI3hCLTmtkxYb20lm3CCPC6/kunpPcrfZdZo4gq85lX7m9rgWx6suj6o9Yza9nezp0ffleW6WIVfek+6how6Il4U8xgmJesWpFEOYiVmPGFmorOTdrcRqAfAXBa9FfR/nEqu/1Yu0K0Kfj5k65beukJfCI1SDCVBkGW+uj8pVGp17RlA5J2+pzQyhO6eB9p/CuIUd8Jq5f35xFyGCvWA33LN2XDPk1mcizct8f2TMSIAESIAESIAESIAESIAESqDQCNSBW95EXv/WmnPCJbm0vbNXH48Gp2N68qOFtuCowgvyKvu2WdRKrbrSobxtwxJboYJtr4Z7cFk97O3VBHoeEQug0drsP38rlqQ1tQ7baz29BLYgyX5RVpS3p6u5PrYrV3JcaHYKt/4mR24liyi84iyJWU4rVLIdqecWqFSGZE6tpo9LTitW4+hpSrPrTrCRHrNpRu/ERqxCroUu/3InMl538vpQYsRo0mDwf/lQAlS1Ws/Gs7vdQ9p4ESIAESIAESIAESIAESIAEGpJATYjVfXAYy375dAD5NAD/r727j7Wuqu8E/gMfQNChtLYo0knlRbH4XluNqCVlkhJNGKp0qK3oDJWJf7RRJ9G0HSjtIEzbaFI19o+mIlOL1dqidUja0HScUJXGtyq+TSkoNi2CWCw1igKPMDmv9+xzz7377HvXunuvdT5P4h9y11n7tz6/dXfu/d591vnAq8+PGJ3rOAtCd3i6dPcgpuXtli1PrD55VSdXnKXYfNvtqvMAm7+0z2pe9RbPXd8CO65ne7C68/VXBSAHuT0371rVBqtL3yurgtVGYLn0R43xTsj4xGojWB0HebHjh8yt98RqMwhdHcaOFrUqyGs/CmDXp1Gn3zbpnljdfs+Ynf86+w5dJ1gd19P6xOqb485nrjgDeteerAhWV+23Wci+am/N5/9MPG/2IV/zgHedowAOOlhd9yiAz8X/Pf5p28/Ubtnjm3fntWICBAgQIECAAAECBAjsTaCOYPUPR79kTo4D+Munb53FtyqoWXn+4+KH3TSecNtfsLocWM5CzZ+afcjL/ENnVjRvl7fVpg5WVwbAOx430OcHb+1tk5f0qrqD1aUP5ll8kno57Er14VVrPrE6/yT36R8etr5Ht++e9T686t/FTk++N2dc98Ordpsv/ROrO39404qn3BsfTHVJ/O6+PrxqEqz+1OxDzBZD4oUPP1tpuHzPGoe4l8Tvzs4UXQpWV/c8VjzFvxTcrn0UQPMDp5ofQtb1KIC9fnjVJFjt5lnSHVOtBAgQIECAAAECBAgQ6FegkmB18rbgl/zb++PT//6lcdJnnhajt5NuD1aXPwCkid946mr8pdTB6vKH2OzhbacLZzzmemJ1rjIKTGZPAk//43ajfjdwbVevPVg9YflM44WzSOdB5Kips/Dqlq/HT51x6rzNjTGz74XpecjjQcvzLwers+D0uNgWfM7/6LLjW863dtvy2cZ/Pz7r+aUx+2PK8rmoy3WvDAYX/+NSDbvPt8N9pBF4Lj19vtsTnav+4LPiSfv5H2QWz2pu/EHouTE3ve9jcc0/nRkXz/ux/VzUrfOsV52ZuvOZtxO2pdes+rC03c623m19o+lXHZcy20N3vCO+vu3DpWZ7eMEgFvbcyieVdzhjdRQOrziLe/H871GJ287bXjqDt/kHtDbP2u6s1kOAAAECBAgQIECAAIE8AtUEq1sfTLX1ROWqJ1bjltlZrNuD07WC1YWnoCa/yK76BXXdD6/a+YzVZ/3TtM5tT3/t4YzVRri03hmr4+vf89LGuZjzX94XDPJsy82dtehgNWXbdjxmI+VFzEWAAAECBAgQIECAAAECBAgQ2LtAPcHq7ImlhSeLtp1ruPwJ940niJafJt0evM7fyn/cBHzylNrkCIKf/uvFJrQEqyveAr14REHjSaRpwHTXXRFPftz0U513fJv+pIbF1696wnT+ZNPik2YL5S++fttTUOEogL1/u7W/UrA6NRKstm8WIwgQIECAAAECBAgQIECAAIFeBQoOVnt1O7iLC5gOznoAVxKsClYHsA2VQIAAAQIECBAgQIAAAQIECKwhIFhdA6nXIYLVXvkP+uKC1YMWdz0CBAgQIECAAAECBAgQIECAwN4EBKt7czu4VwlWD856AFcSrA6gCUogQIAAAQIECBAgQIAAAQIECKwhIFhdA8kQAgclIFg9KGnXIUCAAAECBAgQIECAAAECBAjsT0Cwuj8/ryaQVECwmpTTZAQIECBAgAABAgQIECBAgACBbAKC1Wy0JibQXUCw2t3MKwgQIECAAAECBAgQIECAAAECfQgIVvtQd00COwgIVm0NAgQIECBAgAABAgQIECBAgEAZAoLVMvqkyg0REKxuSKMtkwABAgQIECBAgAABAgQIECheQLBafAstoCYBwWpN3bQWAgQIECBAgAABAgQIECBAoGYBwWrN3bW24gQEq8W1TMEECBAgQIAAAQIECBAgQIDAhgoIVje08ZY9TAHB6jD7oioCBAgQIECAAAECBAgQIECAwLKAYNWeIDAggb6D1QFRKIUAAQIECBAgQIAAAQIECBAgMHiBHzryifGIRzxiT3Ue8Y1vfOPhrq986KGH4oEHHojvfOc7ccbvnN/15cYTqFag72D1R098XrW2FkaAAAECBAgQIECAAAECBAgQSCnw/+7+2xCsphQ1F4F9CAhW94HnpQQIECBAgAABAgQIECBAgACBAxQQrB4gtksRaBMQrLYJ+ToBAgQIECBAgAABAgQIECBAYBgCvQerw2BQBYHhCBx77LFx9NFHx5FHHnlgRX3ve9+Lrz90azgK4MDIXYgAAQIECBAgQIAAAQIECBAoXKD3YPXUU08tnFD5BNIJfPnLXw7BajpPMxEgQIAAAQIECBAgQIAAAQIEcgkIVnPJmpfAHgQEq3tA8xICBAgQIECAAAECBAgQIECAQA8CgtUe0F2SwE4CglV7gwABAgQIECBAgAABAgQIECBQhoBgtYw+qXJDBASrG9JoyyRAgAABAgQIECBAgAABAgSKFxCsFt9CC6hJQLBaUzethQABAgQIECBAgAABAgQIEKhZQLBac3etrTgBwWpxLVMwAQIECBAgQIAAAQIECBAgsKECgtUNbbxlD1NAsDrMvqiKAAECBAgQIECAAAECBAgQILAsIFi1JwgMSECwOqBmKIUAAQIECBAgQIAAAQIECBAgsIuAYNX2IDAgAcHqgJqhFAIECBAgQIAAAQIECBAgQICAYNUeIFCGgGC1jD6pkgABAgQIECBAgAABAgQIECDgiVV7gMCABASrA2qGUggQIECAAAECBAgQIECAAAECuwgIVm0PAgMSEKwOqBlKIUCAAAECBAgQIECAAAECBAgIVu0BAmUICFbL6JMqCRAgQIAAAQIECBAgQIAAAQKeWLUHCAxIQLA6oGYohQABAgQIECBAgAABAgQIECCwi4Bg1fYgMCABweqAmqEUAgQIECBAgAABAgQIECBAgEDdwerfxlX/46y4bNsiXxrv/q/XxS88Pkf/74o/futJ8fJ7c15jUvddf3lBnPQPF8Sdr/2FeFyKpXz1j+OCP3h5vH/HubbW9Ld/dES8+QfvjOtelOTKrdWP1/rxyNi31hJ6HyBY7b0FCiBAgAABAgQIECBAgAABAgQIrCVQ9hOrs5Dw1Jvi4Vc8r7HgfYd0f3dVHHF9xE2/cWmMZh7P9y+vn1xnt6+txb7+oDzB6nVxwRqhc5pgdRJCX/ekloB23Mvb4/VT7/WFItLU2eWK+cYKVvPZmpkAAQIECBAgQIAAAQIECBAgkFKg4GB1+qTqilB1DDQO6tYLEFeCLoWnjTG7fS1ld7I9sbqeS5rAct1g9a646/GPS/NUbuIeHOR0gtWD1HYtAgQIECBAgAABAgQIECBAgMDeBYoPVv/uOWu8VX3l29+vnD+NGjEKad8cp5x3QVx3/csjTvnVeP/tvz1Vnbw1/pybp0+sPuVDccT1s4MHlr72iueNn54868sLDVkMfseBbPPQgpc26p8dMTB9/QnvjpuedF2cNT4K4Jz40Pj4gWazrzzv4bj0x2ZB8uJb/BfXt/CaDoHzVrAa06MP1r327DiBpfWMLaJp/Zw74/X/clLTLCIWXWZPC98UZ83HLX59tzq3xi3VMl1KZ7+9f6+t9UrB6lpMBhEgQIAAAQIECBAgQIAAAQIEehfYgGB11ZOt05At3j09u3Q65oTZ/4/d3+6/w1EAd/7gm5fOCJ3MOwt/7/rqXfG4xy+eVzoNdKdvy5+EsguB6CwQPuHdcf0PvDzOW/za7GnW8Zmkr4/b/2DrOhHT9f3A9iMSJk/y7nLG6kIQPAssJ8FnM6jdOmphcu3LFl43+dqPTYPr5SdWm9ax6lzVaQA9Cz0n870/lkPQH5uGyjvWOV3raNw5X1iy3atf5m9ZwWpmYNMTIECAAAECBAgQIECAAAECBBIJbEywGrMnO6dwzbNLJ2FfY8wezlgdB6tLHzS1/e3025+cnAWG42A1mmHorM5xsLr0ta3jDn4v4k/XOMd0tPY9PLE6DlZ3vPYkWG3YNc5LXR2szsavPkO22Y/tY5pfbwSrjTon1779hdNgNYVfom+8naYRrGYGNj0BAgQIECBAgAABAgQIECBAIJFAxcHqLHy7KRN0khEAACAASURBVOL6s6L5Bvyp3vwJ1XzB6lafZoHq7G3yo69sDwj3FqxeF7/w+OkHbH38/dNLLl5nYbfsNVhdPN5gPt3oGiuC1cbm7DNY3SpkVWi9HDLPnoydvGoHv0TfeILVzJCmJ0CAAAECBAgQIECAAAECBAhkFig+WF18C3rTqhmsLj+xunrs9LzS0ReTP7F6+/anYlMFqz9zQVz357fH63/j0njebGE7fcDWXoPV5ac954ArQunSnljt4pf5G9ITq5mBTU+AAAECBAgQIECAAAECBAgQSCRQcLC68IFNix8Q1QgWL4srz5s+sdoYs/tTlOMp9hqsjs88nTxBOnsidXLG6iRYXQyCZx901TgKoHGW6dZ5pLuesToOBl8eszNHR1dunnO6sFv2GqyuOmN1fOzBKXH10rrWOWO1cRRAw2xmP+rdJOjudBTAijNqW89Y7eKX6Btvp2kEq5mBTU+AAAECBAgQIECAAAECBAgQSCRQdrA6RpiGjytAdv7E9+anzi+/JX881fxDniZvCT/n5gvipH95fTz8iuftGrrOwtJ5OYuB7tIHR43qm3yo0uxt58vnr14ZN50XcdaHT4k7X3tOfOitJ8XL720udPkDnra+uttRALt8eNXCW+C3zoeN8VmljWsvftDXtg/Eal57bjK2iG1P7m4zG70RfxxGTz7oa91g9boXba9za57tZ9uO5u7sl+gbr/pg9TNviR+/5NrxMp9/+Q3x1v/4mMaSP/u2H49ffNf4q/Hr7zgnPnTJGyNWjEvG/fHfjvjJiPjuryab0kQECOQT2LpH7HCNs349bnjb+dG8s+SrZ3nme/73a+PcKz4akauOO94bcdqfR3zpvREnH9y6XIlAnQKfjbf8+C/G5KeSnf49P379L94a55/Ys8D/fGRE3Bjx35/bcyEuT4AAAQIECKwrUEGwuu5SjSMwfIE6nli9Jz74mnPjjTfNvC+Kd37ydfH0Of/kF5zbL39nnPPXvzgdl+sXmo9FPPLspcb/jLBi+N8KKtxwgXmw+sp3xidfs3X3iFgISLZ9bU20uz8Yr33xG+OjsXxvWvP1EZEvWP1axMt/JOK6pVr+5rsRz1m/PiMJENhZYH5/Wf7DSIJ7w57dx38A/s3myy/4XxHvftmep/RCAgQIECBA4GAEBKsH4+wqBNYSqCJYnf9isrXki97xyXjdM9ciyDNo9ATIFRHhl5Q8vmYlkFhg52A1YrevJS5jx+nyBavTS/7JyyL+859HxG960v6gmuo6GyOwY7Dau8DCH4P/8B8jfu6xvVekAAIECBAgQKBdQLDabmQEgQMTqCFYnQUOoyMAXvWVcydv+V94smz8C81tF8VFcW1cO3+qNWISvi4/7doezs4DjtGxAqvexjcOKJ4Z8TcxeRrkcm+xO7AN7UIE9iiwdrD6kx+aHzvSuNT8SbTpE/KvvCjiXdfGR0cHkLzuv0W85XenT6y+Im5vPGG/6p6zfF96flz0yohr3zU5CuAtp78xXjc+2qT5b9UxKKMRrfes8ZNrn4n4m5+J+Mn/4g9Ce9xDXkZgJ4H1nlg9Jz40enfNWc+Pj940unPM/k2fdF/xR+TJiJ2ehF+4j6w8QmT6tPpTboyIsyd/DPakuk1MgAABAgSKEBCsFtEmRW6KQPnB6uwXh2nI+dXZWatbv2g0zlcdBaHzMc+Pi3/2o3HNnzV/MWkNITZlc1gngQ0SWOsogJ+9OJ7/Z9dMwtL5Gc3LRwXE1tmKszBj4e2+l77y2rhqHIpu3aOW7zmnvHd2JvSKQOX00yNuu21yXvTsDzsLZ0z3/rT+Bu0ZSyWwrkCXYHV8Luv43vGC+MjsjzBnXRwX3HTN5MSO+R+O24LTdaszjgABAgQIEChNQLBaWsfUW7VA8cHqLFCY/6KxFXLMAoZtgck85FgIVhfPTlz4+iA+WKLqHWhxBIYhsNaHV10WccX4rNTm0+rNe8xWsDoPOVcFq7vcc+bB6sKYefg6C1YbT6Btv+8NQ1UVBAiMBLoGq7N7x9YRIFvB6uIfT7IfEaJ9BAgQIECAwCAFBKuDbIuiNlWg9GB11zBkGkoIVjd1d1s3gfUF1jpHdce34k6vM77nCFbXVzeSwGYICFY3o89WSYAAAQIEDkpAsHpQ0q5DYA2BsoPVHZ7Smr8tdvJU2banvzyxusbOMITAZgl0C1Z3OF95TLbivuSJ1c3aTFZLYElAsGpLECBAgAABAikFBKspNc1FYJ8CRQer8wB1+YMbtoKNlR9otSpY3eW8w/NP3CeylxMgMHiBbsHq6jNWJ2/RXTNY7XLG6kJYG85YHfxeUiCBZYGuwerkHNWT44POWLWZCBAgQIAAgRUCglXbgsCABMoNVhc+tGHxrMKp7eIvMfNP0J6Na5yhennElefGG2/a3pSdPgTGh1sNaAMrhUAigbWC1dG1Fj4oavHSW/eL3YPVd37yFXH7LCxZqn1rjoX723TMRa+8KK5917XjD7WZ39OWXr/1gVrNL7hnJdokpiGwR4HOwWrjOis+xG7V17fV5sOt9tguLyNAgAABAoMXEKwOvkUK3CSBcoPVTeqStRIgQIAAAQJ1C8z+KLPbUSN1C1gdAQIECBAgsJ6AYHU9J6MIHIiAYPVAmF2EAAECBAgQILCLgGDV9iBAgAABAgTWExCsrudkFIEDERCsHgizixAgQIAAAQIEBKv2AAECBAgQILBvAcHqvglNQCCdgGA1naWZCBAgQIAAAQIECBAgQIAAAQI5BQSrOXXNTaCjgGC1I5jhBAgQIECAAAECBAgQIECAAIGeBHoLVh988MG477774tRTT+1p6S5LYHgCo2D1uOOOi6OOOiqOPPLIAyvwe9/7Xnz9oVvjR0983oFd04UIECBAgAABAgQIECBAgAABAiUL9BKsPvzww3H48OH41re+VbKd2glkEXj0ox8dhw4diiOOOCLL/KsmFaweGLULESBAgAABAgQIECBAgAABApUI9BasPvTQQzH73yho9Y/ApguMgtTRU6qz/wlWN31HWD8BAgQIECBAgAABAgQIECAwZIFegtURyCxMFaoOeXuo7aAFZmHqQYaqozV6YvWgO+16BAgQIECAAAECBAiUKHDbvbfFNZ+/Jr54zxfj8EOHS1xC9poPHXkoznzMmXHxUy+O0084Pfv1XIBAnwK9Bat9Ltq1CRBoCghW7QgCBAgQIECAAAECBAjsLjAKVd9w4xviqENHxdGHjo4j4uCObyupNw/Hw/HA4QfiwcMPxpvOfpNwtaTmqbWzgGC1M5kXEKhPIFWwOvpAujvvvDO++c1vjo/68I9AiQKj4ziOP/74OOmkk8YfJudfPwLuJ/24u2paAfeTtJ77mc09ZT96XluDgPtRmi5e+pFL49Z/uzWOOXRMmgkrn+X+w/fHE7/viXHVC66qfKWWt8kCgtVN7r61E5gKpAhWR7+w3HLLLfHYxz52HEaNfnjzj0CJAqM/Coz289e+9rU444wzhKs9NNH9pAd0l8wi4H6ShbXzpO4pncm8oEIB96M0TX3JB18Sj3rkozypuibn6MnVb3/32/GB8z+w5isMI1CegGC1vJ6pmEBygRTB6pe+9KU49thj4/u///vjEY94RBz0ObHJUUy4sQKjs79H3xP/+q//Gt/5znfitNNO21iLvhbuftKXvOumFnA/SS26t/ncU/bm5lV1CbgfpenneR84L0447oQ0k23ILPfed29c/5LrN2S1lrmJAoLVTey6NRNYEkgRrH76058eP913zDHHzJ9WFa7aaqUJzD5QcfRUx/333z9+CvtZz3pWacsovl73k+JbaAELH9TqftL/dnBP6b8HKuhXwM836fwFq90tBavdzbyiLAHBaln9Ui2BLAIpgtVPfepT8bSnPS2OOuooT6tm6ZJJD1Jg9AvIgw8+GJ/73Ofi2c9+9kFe2rUiwv3ENqhJwP2k/266p/TfAxUMQ8D9aP99EKx2NxSsdjfzirIEBKtl9Uu1BLIIpApWn/GMZ8ShQ4ey1GhSAgctMApWP/vZzwpWDxp+Gqy6n/QA75LZBNxPstGuNfEoWHVPWYvKoA0QcD/aX5MFq939BKvdzbyiLAHBaln9Ui2BLAKC1SysJi1c4PDhw3HzzTcLVnvooxCkB3SXzCrgfpKVt3Vy95RWIgM2SMD9aH/NFqx29xOsdjfzirIEBKtl9Uu1BLIICFazsJq0cAG/ePTXQCFIf/aunEfA/SSP67qzuqesK2XcJgi4H+2vy4LV7n6C1e5mXlGWgGC1rH6plkAWAcFqFlaTFi7gF4/+GigE6c/elfMIuJ/kcV13VveUdaWM2wQB96P9dVmw2t1PsNrdzCvKEhCsltUv1RLIIiBYzcJq0sIF/OLRXwOFIP3Zu3IeAfeTPK7rzuqesq6UcZsg4H60vy4LVrv7CVa7m3lFWQKC1bL6pVoCWQQEq1lYTVq4gF88+mugEKQ/e1fOI+B+ksd13VndU9aVMm4TBNyP9tfl/QarL/6J34+f/4HjFoq4L77496+O3/rH/dU15FcLVofcHbWlEBCsplA0B4HCBQSrhTdQ+VkE/OKRhXWtSYUgazEZVJCA+0m/zXJP6dff1Ycl4H60v37sJ1idhKqxFKReEr9z7tnx+G/fGK/4yDv2V9xAXy1YHWhjlJVMQLCajNJEBMoVGFSw+tmr48Irb9jC/OnL432XPHXy/79+Q1z2S1fHPyxSP/FV8farzo0TG/x3xw2X/nL888+9L1719IUvbHv9uXH5+14V09nLbaDKswj4xSML61qTpg9BdrgnrFWNQQT2L+B+sn/D/cyQ/p6yn2rWee3n4+oLr4gbIvfPKZN744df8Pa48kXNn6TWqXKvYz7/jgvjvScf4DWnP//FxQd4zb3iHMDr3I/2h7zXYPWSF/xRnP2oHZ5O/ZFfi99/8hPiK5U+uSpY3d+e8+rhCwhWh98jFRLILjCYYHX8g++H44W/d2Wc+0OjZU9/sRiHqzH5JWMxaI3JLwRXRzNcvfsvL4tfvuYf4tzLFoLVFT9Uj36wv+L2VcFsdnIXKEDALx79NSl1CLLyntDf8lx5AwXcT/pteup7SorVjO9LH3nh/I/Di2Hjbl9Lce2tOcoOVpedVtvs/Q9rBx4Ap23ujrO5H+0Pei/B6uonVXeq48Xxa//h5+PMQ82vf/WOV8SvfH7030ZPuP5E3HvHV+IJJ58Zk0MFvho33vArMX7e9am/E3908uObLz78xXjP//mt+IvRfx2HuCfEJ+6IOPvkx8do3huPXT6eIMb/fdX14hvviVd/YjzT2v8Eq2tTGViogGC10MYpm0BKgaEEq+MfkO942dYTqqNFjp9gjbj8fc+Nj114RcRiWBoRjR+ql55I3R6sLoa2S69NCWquwQpcddVVcfPNNzfqe8YznhGXXnrptpr94tFfG5OFILvdE/pbnitXIuB+Uk4jk91TEi55t1BwvcAwRTGbEaze/fUT48TxH+zr/ed+dHC93Xuweu9W+Dkud3uAet833hOfOObn4+xHLQSlo5GNIwSmRwcshKXjp2GP+WK857aI8598ZjTDz6WjBsbB6plx3MLRAy/+kRfHX/zjQlg6C1/HYe3263XVFqx2FTO+NAHBamkdUy+BDAJDCVZXLW3ypNkp6wWr8wkmT7o2Q9jJf7t9/jaw6dOupywcNZDB1pTDEhiFqqNfPhb/jULVUbi6/E+w2l/v0ocgq+4J/a3PlesQcD8pp49J7inLRxUtvk1/29ciYuGootkfji+PK+KKvzo3XnPx7fG2a2YHG03e7h/Tt8e/Jt42ftfN5F/za1e+KCbv1Ll1y/5JC29vnz2dv9iZVe/emc3+pIsvjxd+5IrJUQAnX988imk0ycIaxu/y+avV113eCctjR19frHPxSdDdx05/Vlux3uZaR06jP8C/N374shfGh6+8OsZv+29ZU7Mvk1WsXefCO6i6rqHRk0TfRu5HiSDXmCZdsNq82Cgc/Yn7p8FqLJ232jgqYBJ0xvyJ0mnwevxXpsHq9iMFxsHrbM4djx2YBqjzsmbHFmy/3hpMjSGC1a5ixpcmIFgtrWPqJZBBYLjB6vajAHZ9YnVus1OIMjuzbDqwcaxABlhTDlJg8amOnZ5WHRUuWO2vfUlCkEb5gtX+uln3ld1PyuhvinvKZRdeOAnrpmeRzo8Tel3E235pGuTNzyld/PnlqZN31ywdUbSXowBedscvj4PZ+fnw06fyT5m+m+fur98dJ/7Qwlmp46//c7xsfJ58s6ZR52Z1Pek/XRjxp+9rrG/xOKa3n/ze6R+5p+fSj4Pk2+NV86ObtvbBZM5ofm0aPM8CxVmwOgmRdx773I+Pwtxd1ts4TmG6vlkYvPJc1Za+LHnuXOfWH+vXWsPCsVNbDwykP+Pf/ehg7kd7D1aXP7Rqsd7J06tP+ObsidVVa9k56Bw/0ToPVmfHAyzNMXtCdVuwOgtUF56SbQlyu0oLVruKGV+agGC1tI6pl0AGgSEGq/O//s+fllgdjKx+u9w6T6xGOGM1w2YqYMrFpzp2elpVsNpvI1OEIM0VCFb77Wi9V3c/KaO3Ke4pl1142cIZ8NOjiv7kh+Pt42C1edTQSGX8M0ZM3hWz6meVPQer0zkn8qvOD136I3I8aRpyrroPTo8CeOYoWP1Mc32La3jOx6bHMrWHgev8XNYILBfOmZ2saavOcbC6y3qb11pa37Zz+6ez79qX5hy71bnuGs67o3mWbs7vGPejnLpbc+8lWB29etcPr5qeizo/CmD5idXG0ro/sdp4+XKwuuoJVsHqwWwmV6lGQLBaTSsthMDeBQYVrC6cidh8q9Q+g9X5Wa0LvxTs8EP33iW9shSB2XEAq85Wna3BE6v9dTNFCCJY7a9/m3Zl95PhdzzFPWVbsDpb9tJZzg2N6Ttj8gWri1ebBarLT3jOQt99BKuXPHXrA0Vnl9zhXT+rjiOYvWT1E6uzgwma+2g0dnuw2hzTZ7A6q2SdIDmW9sjicQOpv3vcj1KLbp9vr8HqaKZVH2I1+W+Tj6Da9YzV0ROp4w+gagtWV5+xOj86YGWwuvia2dmvjgLIv5tcoRYBwWotnbQOAvsQGEywOvvBc+FMr61l7S9YXesH330YemlZArMPsFp1tqpgtf9epghBBKv993FTKnA/GX6nU9xTuj6xuqiSL1hdeGL1pNHb/peenG38AXnvwerobNj3nrx1DMLsSdnx2azz4w8mK17ng7d2f9pz4Se/hadLp7OPz5j95597X7zq6cvXGuITq2+PH/6TrXona8j7Dgr3o/z3o/0Eq1vh6iRInfybBJg3n/j7cX58MF79iRgfC3DmoYUhCx9UFbsFq6Pgdfr066LEVxfOY41VT6g2XjOq54MRp49qGB0PcGs8celM167KjgLoKmZ8aQKC1dI6pl4CGQSGEqzu/tb87WeDzX6wvzpeFW+/6tzYOlVs+w+t65z5lYHWlAULeGK1v+alCEGa1ef9RbY/KVcuRcD9pN9Opbin7OWM1dm58EmD1Z3OHB0Hq4tnvc4++Kl5FMANi0+aTs8+bTtjdfyhWwvnhM7Cwa0PBN3q784/b8X8bNj2M1YnY0cf6NX1jNX5WfzrnrHaOIpgl6MAGmfBrnvG6iRYvXrxg1KXznHt4zvD/Wh/6vsNVvd39TJfLVgts2+qXl9AsLq+lZEEqhUYSrB6w6UXNj7pdgt8+ra2VW+36/p06/yTdiez5/hk1mo3yoYtzC8e/TU8RQgiWO2vf668XcD9pN9dkeSeMg0ht/1sMvoP277W/Pli5VOc89dMfsYZhYizp0J3Pn81xk9sXn3rVhWNt5U36hgFqq+JeMto/A4/R/305TF/GvXk6+PCK29oNmrpnPvGV3f5AND5Ofnz2RaOJ5ie3Tpb6+5jZ+Fw23pH8z83PnbhFdH4kNMVfYmFnxu392V1sDp6KndbnQvr376GiHlfVvzsmvMogHW+09yP1lHaeYxgtbufYLW7mVeUJSBYLatfqiWQRWAowWqWxZmUwB4F/OKxR7gEL0sSgiSowxQEUgm4n6SS3Ns87il7c/OqOgXcj/bXV8Fqdz/BanczryhLQLBaVr9USyCLgGA1C6tJCxfwi0d/DRSC9GfvynkE3E/yuK47q3vKulLGbYKA+9H+uixY7e4nWO1u5hVlCQhWy+qXaglkERCsZmE1aeECfvHor4FCkP7sXTmPgPtJHtd1Z3VPWVfKuE0QcD/aX5cFq939BKvdzbyiLAHBaln9Ui2BLAKC1SysJi1cwC8e/TVQCNKfvSvnEXA/yeO67qzuKetKGbcJAu5H++uyYLW7n2C1u5lXlCUgWC2rX6olkEVAsJqF1aSFC/jFo78GCkH6s3flPALuJ3lc153VPWVdKeM2QcD9aH9dFqx29xOsdjfzirIEBKtl9Uu1BLIICFazsJq0cAG/ePTXQCFIf/aunEfA/SSP67qzuqesK2XcJgi4H+2vy4LV7n6C1e5mXlGWgGC1rH6plkAWAcFqFlaTFi7gF4/+GigE6c/elfMIuJ/kcV13VveUdaWM2wQB96P9dfklH3xJPOqRj4oj4oj9TbQhr344Ho5vf/fb8YHzP7AhK7bMTRQQrG5i162ZwJKAYNWWILBdwC8e/e0KIUh/9q6cR8D9JI/rurO6p6wrZdwmCLgf7a/Ll37k0rj1326NYw4ds7+JNuTV9x++P574fU+Mq15w1Yas2DI3UUCwuoldt2YCGYLVT3/60/GUpzwljj76aL4EqhB44IEH4gtf+EI861nPqmI9JS3C/aSkbql1HQH3k3WU8o1xT8lna+byBNyP9tez2+69Ld5w4xviqENHxdGHjvbk6g6coydVHzj8QDx4+MF409lvitNPOH1/8F5NYMACgtUBN0dpBA5KIMUTq1/60pfi0Y9+dJx44olxxBHeGnNQvXOdPAIPP/xw3H333fGtb30rTjvttDwXMeuOAu4nNkdNAu4n/XfTPaX/HqhgGALuR2n6MApXr/n8NfHFe74Yhx86nGbSymY5dOShOPMxZ8bFT71YqFpZby1nu4Bg1a4gQCBSBKv33Xdf3HLLLXHyySfHYx7zmDjyyCMFrPZWcQKjXzgeeuihuOeee+KOO+6IM844I4477rji1lF6we4npXdQ/SMB95Ph7AP3lOH0QiX9CLgf9ePuqgQIbIaAYHUz+myVBHYVSBGsji4w+sXlzjvvjG9+85vjcMo/AiUKjP4ocPzxx8dJJ50kVO2xge4nPeK7dDIB95NklPueyD1l34QmKFzA/ajwBiqfAIHBCghWB9sahRE4OIFUwerBVexKBAgQIECAAAECBAgQIECAAIF+BQSr/fq7OoFBCAhWB9EGRRAgQIAAAQIECBAgQIAAAQIFCQhWC2qWUgnkEhCs5pI1LwECBAgQIECAAAECBAgQIFCrgGC11s5aF4EOAoLVDliGEiBAgAABAgQIECBAgAABAgQiQrBqG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ZAiWP3Upz5VpY1FESBAgAABAgQIECBAgAABAvUKPPvZz97z4gSre6bzQgL1CAhW6+mllRAgQIAAAQIECBAgQIAAAQLrCwhW17cykgCBFQIpglWwBAgQIECAAAECBAgQIECAAIFNEvDE6iZ121oJ7CAgWLU1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0P6TiQAAIABJREFU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Ae/c1sAAAQ1ElEQVS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xCs1t9jKyTQKiBYbSUygAABAgQIECBAgAABAgQIECDQEBCs2hAECIRg1SYgQIAAAQIECBAgQIAAAQIECHQTEKx28zKaQJUCgtUq22pRBAgQIECAAAECBAgQIECAQEYBwWpGXFMTKEVAsFpKp9RJgAABAgQIECBAgAABAgQIDEVAsDqUTqiDQI8CgtUe8V2aAAECBAgQIECAAAECBAgQKFJAsFpk2xRNIK2AYDWtp9kIECBAgAABAgQIECBAgACB+gUEq/X32AoJtAoIVluJDCBAgAABAgQIECBAgAABAgQINAQEqzYEAQIhWLUJCBAgQIAAAQIECBAgQIAAAQLdBASr3byMJlClgGC1yrZaFAECBAgQIECAAAECBAgQIJBRQLCaEdfUBEoREKyW0il1EiBAgAABAgQIECBAgAABAkMREKwOpRPqINCjgGC1R3yXJkCAAAECBAgQIECAAAECBIoUEKwW2TZFE0grIFhN62k2AgQIECBAgAABAgQIECBAoH4BwWr9PbZCAq0CgtVWIgMIECBAgAABAgQIECBAgAABAg0BwaoNQYBACFZtAgIECBAgQIAAAQIECBAgQIBANwHBajcvowlUKSBYrbKtFkWAAAECBAgQIECAAAECBAhkFBCsZsQ1NYFSBASrpXRKnQQIECBAgAABAgQIECBAgMBQBASrQ+mEOgj0KCBY7RHfpQkQIECAAAECBAgQIECAAIEiBQSrRbZN0QTSCghW03qajQABAgQIECBAgAABAgQIEKhfQLBaf4+tkECrgGC1lcgAAgQIECBAgAABAgQIECBAgEBDQLBqQxAgEIJVm4AAAQIECBAgQIAAAQIECBAg0E1AsNrNy2gCVQoIVqtsq0URIECAAAECBAgQIECAAAECGQUEqxlxTU2gFAHBaimdUicBAgQIECBAgAABAgQIECAwFAHB6lA6oQ4CPQoIVnvEd2kCBAgQIECAAAECBAgQIECgSAHBapFtUzSBtAKC1bSeZiNAgAABAgQIECBAgAABAgTqF9hvsPr/ASfxQPoKcGc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5019260" y="1751011"/>
            <a:ext cx="1997763" cy="2117850"/>
            <a:chOff x="5729176" y="1775902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7C4816F7-E82F-4228-94D2-340E1525E97B}"/>
</file>

<file path=customXml/itemProps2.xml><?xml version="1.0" encoding="utf-8"?>
<ds:datastoreItem xmlns:ds="http://schemas.openxmlformats.org/officeDocument/2006/customXml" ds:itemID="{F2C13323-7FAC-4DC1-8A79-E8DA2059C927}"/>
</file>

<file path=customXml/itemProps3.xml><?xml version="1.0" encoding="utf-8"?>
<ds:datastoreItem xmlns:ds="http://schemas.openxmlformats.org/officeDocument/2006/customXml" ds:itemID="{16068A54-7A18-4AD4-82AE-6837184F02F2}"/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135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54</cp:revision>
  <dcterms:created xsi:type="dcterms:W3CDTF">2017-01-26T20:10:20Z</dcterms:created>
  <dcterms:modified xsi:type="dcterms:W3CDTF">2018-02-26T22:18:37Z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