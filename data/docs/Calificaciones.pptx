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9" r:id="rId5"/>
    <p:sldId id="265" r:id="rId6"/>
    <p:sldId id="266" r:id="rId7"/>
    <p:sldId id="268" r:id="rId8"/>
    <p:sldId id="275" r:id="rId9"/>
    <p:sldId id="276" r:id="rId10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669" autoAdjust="0"/>
  </p:normalViewPr>
  <p:slideViewPr>
    <p:cSldViewPr snapToGrid="0" snapToObjects="1" showGuides="1">
      <p:cViewPr>
        <p:scale>
          <a:sx n="104" d="100"/>
          <a:sy n="104" d="100"/>
        </p:scale>
        <p:origin x="-582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Enrique Brito Carrillo" userId="S::luis.brito@unisimon.edu.co::90306561-d6cf-4dc9-ab9c-f9afa0da1e1e" providerId="AD" clId="Web-{12EC9826-FE74-E19E-4397-5A8C4EEED2E1}"/>
    <pc:docChg chg="mod">
      <pc:chgData name="Luis Enrique Brito Carrillo" userId="S::luis.brito@unisimon.edu.co::90306561-d6cf-4dc9-ab9c-f9afa0da1e1e" providerId="AD" clId="Web-{12EC9826-FE74-E19E-4397-5A8C4EEED2E1}" dt="2024-02-19T20:37:43.365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19/02/2024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19/02/2024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19/02/2024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19/02/2024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19/02/2024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19/02/2024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19/02/2024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19/02/2024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19/02/2024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19/02/2024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19/02/2024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19/02/2024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19/02/2024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PORTAL DE ESTUDIANTES</a:t>
            </a:r>
          </a:p>
          <a:p>
            <a:pPr algn="ctr"/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REALIZAR LA CONSULTA DE CALIFICACIONES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Acceso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Ingrese desde su navegador al sitio web de la Universidad: </a:t>
            </a:r>
            <a:r>
              <a:rPr lang="es-CO" sz="1600" dirty="0">
                <a:hlinkClick r:id="rId3"/>
              </a:rPr>
              <a:t>http://www.unisimon.edu.co/</a:t>
            </a:r>
            <a:r>
              <a:rPr lang="es-CO" sz="1600" dirty="0"/>
              <a:t> y seleccionar en menú principal la opción «Portales»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Dirigirse a la sección «Portal Estudiantes»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642996" y="393175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6" name="5 Grupo"/>
          <p:cNvGrpSpPr/>
          <p:nvPr/>
        </p:nvGrpSpPr>
        <p:grpSpPr>
          <a:xfrm>
            <a:off x="3169213" y="1590261"/>
            <a:ext cx="1402787" cy="3269974"/>
            <a:chOff x="5729176" y="1775902"/>
            <a:chExt cx="1191284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53" y="2047108"/>
            <a:ext cx="8411375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Digite su usuario y contraseña para acceder al sistema y luego presione sobre el botón «Acceder»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69" y="2139249"/>
            <a:ext cx="8601953" cy="42631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Calificaciones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438411" y="1312540"/>
            <a:ext cx="82546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ingresar al módulo presionar el icono «Calificaciones»</a:t>
            </a:r>
          </a:p>
        </p:txBody>
      </p:sp>
      <p:sp>
        <p:nvSpPr>
          <p:cNvPr id="13" name="12 Rectángulo redondeado"/>
          <p:cNvSpPr/>
          <p:nvPr/>
        </p:nvSpPr>
        <p:spPr>
          <a:xfrm>
            <a:off x="1027265" y="4089640"/>
            <a:ext cx="924560" cy="910955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4" name="13 Grupo"/>
          <p:cNvGrpSpPr/>
          <p:nvPr/>
        </p:nvGrpSpPr>
        <p:grpSpPr>
          <a:xfrm>
            <a:off x="2001520" y="1685925"/>
            <a:ext cx="2442145" cy="2859192"/>
            <a:chOff x="5729176" y="1771710"/>
            <a:chExt cx="1193027" cy="1140874"/>
          </a:xfrm>
        </p:grpSpPr>
        <p:cxnSp>
          <p:nvCxnSpPr>
            <p:cNvPr id="15" name="14 Conector recto de flecha"/>
            <p:cNvCxnSpPr/>
            <p:nvPr/>
          </p:nvCxnSpPr>
          <p:spPr>
            <a:xfrm>
              <a:off x="6922203" y="1771710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15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8 Rectángulo"/>
          <p:cNvSpPr/>
          <p:nvPr/>
        </p:nvSpPr>
        <p:spPr>
          <a:xfrm>
            <a:off x="7886700" y="2139249"/>
            <a:ext cx="571500" cy="26105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3556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Calificaciones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551307" y="1312540"/>
            <a:ext cx="41419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realizar la consulta de calificaciones, seleccionar el Programa y el Período a visualizar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70" y="2148971"/>
            <a:ext cx="8609947" cy="42419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3 Rectángulo redondeado"/>
          <p:cNvSpPr/>
          <p:nvPr/>
        </p:nvSpPr>
        <p:spPr>
          <a:xfrm>
            <a:off x="551307" y="3041142"/>
            <a:ext cx="5096256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3" name="12 Grupo"/>
          <p:cNvGrpSpPr/>
          <p:nvPr/>
        </p:nvGrpSpPr>
        <p:grpSpPr>
          <a:xfrm flipH="1">
            <a:off x="7976443" y="1855750"/>
            <a:ext cx="367599" cy="1036069"/>
            <a:chOff x="5729176" y="1775902"/>
            <a:chExt cx="1191284" cy="1140874"/>
          </a:xfrm>
        </p:grpSpPr>
        <p:cxnSp>
          <p:nvCxnSpPr>
            <p:cNvPr id="10" name="9 Conector recto de flecha"/>
            <p:cNvCxnSpPr/>
            <p:nvPr/>
          </p:nvCxnSpPr>
          <p:spPr>
            <a:xfrm>
              <a:off x="6903156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15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9" name="CuadroTexto 2"/>
          <p:cNvSpPr txBox="1"/>
          <p:nvPr/>
        </p:nvSpPr>
        <p:spPr>
          <a:xfrm>
            <a:off x="5437632" y="1312539"/>
            <a:ext cx="34630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imprimir el listado de calificaciones presionar el icono «      »</a:t>
            </a:r>
          </a:p>
        </p:txBody>
      </p:sp>
      <p:sp>
        <p:nvSpPr>
          <p:cNvPr id="21" name="20 Rectángulo redondeado"/>
          <p:cNvSpPr/>
          <p:nvPr/>
        </p:nvSpPr>
        <p:spPr>
          <a:xfrm>
            <a:off x="8392809" y="2717142"/>
            <a:ext cx="324471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3" name="22 Conector recto de flecha"/>
          <p:cNvCxnSpPr/>
          <p:nvPr/>
        </p:nvCxnSpPr>
        <p:spPr>
          <a:xfrm flipH="1">
            <a:off x="2834464" y="1897313"/>
            <a:ext cx="0" cy="109800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667" y="1637707"/>
            <a:ext cx="228600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35155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D1A00C-780E-42A5-B8ED-C125F0E06763}">
  <ds:schemaRefs>
    <ds:schemaRef ds:uri="http://schemas.microsoft.com/office/2006/metadata/properties"/>
    <ds:schemaRef ds:uri="http://schemas.microsoft.com/office/infopath/2007/PartnerControls"/>
    <ds:schemaRef ds:uri="d5c1a6a5-0428-459c-81cd-cf402d4ff623"/>
    <ds:schemaRef ds:uri="4b5fc4ab-1594-4dd7-8d7e-2e0a7577b23f"/>
  </ds:schemaRefs>
</ds:datastoreItem>
</file>

<file path=customXml/itemProps2.xml><?xml version="1.0" encoding="utf-8"?>
<ds:datastoreItem xmlns:ds="http://schemas.openxmlformats.org/officeDocument/2006/customXml" ds:itemID="{1C0247EE-7B87-48BF-9DA8-93F15F5A25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2E89BA-59B7-4EB5-9E65-FF031DAF65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c1a6a5-0428-459c-81cd-cf402d4ff623"/>
    <ds:schemaRef ds:uri="4b5fc4ab-1594-4dd7-8d7e-2e0a7577b2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101</Words>
  <Application>Microsoft Office PowerPoint</Application>
  <PresentationFormat>Presentación en pantalla (4:3)</PresentationFormat>
  <Paragraphs>12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51</cp:revision>
  <dcterms:created xsi:type="dcterms:W3CDTF">2017-01-26T20:10:20Z</dcterms:created>
  <dcterms:modified xsi:type="dcterms:W3CDTF">2024-02-19T20:37:44Z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SIP_Label_f535a957-b352-4c2d-aa57-80f72177303d_Enabled">
    <vt:lpwstr>true</vt:lpwstr>
  </property>
  <property fmtid="{D5CDD505-2E9C-101B-9397-08002B2CF9AE}" pid="4" name="MSIP_Label_f535a957-b352-4c2d-aa57-80f72177303d_SetDate">
    <vt:lpwstr>2024-02-19T20:37:43Z</vt:lpwstr>
  </property>
  <property fmtid="{D5CDD505-2E9C-101B-9397-08002B2CF9AE}" pid="5" name="MSIP_Label_f535a957-b352-4c2d-aa57-80f72177303d_Method">
    <vt:lpwstr>Standard</vt:lpwstr>
  </property>
  <property fmtid="{D5CDD505-2E9C-101B-9397-08002B2CF9AE}" pid="6" name="MSIP_Label_f535a957-b352-4c2d-aa57-80f72177303d_Name">
    <vt:lpwstr>defa4170-0d19-0005-0004-bc88714345d2</vt:lpwstr>
  </property>
  <property fmtid="{D5CDD505-2E9C-101B-9397-08002B2CF9AE}" pid="7" name="MSIP_Label_f535a957-b352-4c2d-aa57-80f72177303d_SiteId">
    <vt:lpwstr>34303541-74ec-4d4a-8c5a-8049d2fd6ce6</vt:lpwstr>
  </property>
  <property fmtid="{D5CDD505-2E9C-101B-9397-08002B2CF9AE}" pid="8" name="MSIP_Label_f535a957-b352-4c2d-aa57-80f72177303d_ActionId">
    <vt:lpwstr>ea29e1de-673f-4d70-8568-3be4a4caa1bd</vt:lpwstr>
  </property>
  <property fmtid="{D5CDD505-2E9C-101B-9397-08002B2CF9AE}" pid="9" name="MSIP_Label_f535a957-b352-4c2d-aa57-80f72177303d_ContentBits">
    <vt:lpwstr>0</vt:lpwstr>
  </property>
  <property fmtid="{D5CDD505-2E9C-101B-9397-08002B2CF9AE}" pid="10" name="MediaServiceImageTags">
    <vt:lpwstr/>
  </property>
</Properties>
</file>