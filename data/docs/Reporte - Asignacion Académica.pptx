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0" r:id="rId4"/>
    <p:sldId id="261" r:id="rId5"/>
    <p:sldId id="262" r:id="rId6"/>
    <p:sldId id="264" r:id="rId7"/>
    <p:sldId id="266" r:id="rId8"/>
    <p:sldId id="265" r:id="rId9"/>
    <p:sldId id="263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 DE </a:t>
            </a:r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ASIGNACIÓN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ACADÉMICA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</a:t>
            </a:r>
            <a:r>
              <a:rPr lang="es-CO" sz="1600" dirty="0" smtClean="0"/>
              <a:t>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</a:t>
            </a:r>
            <a:r>
              <a:rPr lang="es-CO" sz="1600" dirty="0" smtClean="0"/>
              <a:t>año </a:t>
            </a:r>
            <a:r>
              <a:rPr lang="es-CO" sz="1600" dirty="0"/>
              <a:t>y </a:t>
            </a:r>
            <a:r>
              <a:rPr lang="es-CO" sz="1600" dirty="0" smtClean="0"/>
              <a:t>período </a:t>
            </a:r>
            <a:r>
              <a:rPr lang="es-CO" sz="1600" dirty="0"/>
              <a:t>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75615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1826770" y="3559913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648200" y="1142357"/>
            <a:ext cx="431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</a:t>
            </a:r>
            <a:r>
              <a:rPr lang="es-CO" sz="1600" dirty="0"/>
              <a:t>dentro de las opciones, el reporte </a:t>
            </a:r>
            <a:r>
              <a:rPr lang="es-CO" sz="1600" dirty="0" smtClean="0"/>
              <a:t>«Asignación Académica»</a:t>
            </a:r>
            <a:endParaRPr lang="es-CO" sz="1600" dirty="0"/>
          </a:p>
        </p:txBody>
      </p:sp>
      <p:grpSp>
        <p:nvGrpSpPr>
          <p:cNvPr id="11" name="10 Grupo"/>
          <p:cNvGrpSpPr/>
          <p:nvPr/>
        </p:nvGrpSpPr>
        <p:grpSpPr>
          <a:xfrm>
            <a:off x="4077506" y="1727132"/>
            <a:ext cx="1364847" cy="2188381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13 Rectángulo"/>
          <p:cNvSpPr/>
          <p:nvPr/>
        </p:nvSpPr>
        <p:spPr>
          <a:xfrm>
            <a:off x="7675615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12" y="1751011"/>
            <a:ext cx="8417588" cy="47173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6351103" y="2784061"/>
            <a:ext cx="2209248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Para generar el reporte Consolidado de asignación académica, aplicar el filtro de «Programa», seleccionar las opciones «General» y «Mostrar todos los programas»(según sea el caso) y presionar el botón «Buscar». </a:t>
            </a:r>
            <a:endParaRPr lang="es-CO" sz="15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982039" y="1771546"/>
            <a:ext cx="0" cy="13608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Consolidado de Asignación Académica General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665676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4273383" y="3180244"/>
            <a:ext cx="1769828" cy="30839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7474109" y="1741072"/>
            <a:ext cx="0" cy="100883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37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62" y="18067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6261652" y="2794000"/>
            <a:ext cx="2209248" cy="44449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Consolidado de asignación académica, aplicar el filtro de «Programa», seleccionar la opción «Mostrar Consolidado» y presionar el botón «Buscar». 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707719" y="1781485"/>
            <a:ext cx="0" cy="15973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Consolidado de Asignación Académica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665676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4204252" y="3378835"/>
            <a:ext cx="992532" cy="22796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7474109" y="1751011"/>
            <a:ext cx="0" cy="100883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6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80341"/>
            <a:ext cx="8365252" cy="4688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de asignación académica por tipo de horas, aplicar el filtro «Función» y presionar el botón «Buscar»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2390885" y="1590261"/>
            <a:ext cx="0" cy="159929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CuadroTexto 1"/>
          <p:cNvSpPr txBox="1"/>
          <p:nvPr/>
        </p:nvSpPr>
        <p:spPr>
          <a:xfrm>
            <a:off x="0" y="749259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Asignación Académica por Tipo de Función</a:t>
            </a:r>
            <a:endParaRPr lang="es-CO" sz="2200" b="1" dirty="0"/>
          </a:p>
        </p:txBody>
      </p:sp>
      <p:sp>
        <p:nvSpPr>
          <p:cNvPr id="7" name="6 Rectángulo"/>
          <p:cNvSpPr/>
          <p:nvPr/>
        </p:nvSpPr>
        <p:spPr>
          <a:xfrm>
            <a:off x="7665676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 redondeado"/>
          <p:cNvSpPr/>
          <p:nvPr/>
        </p:nvSpPr>
        <p:spPr>
          <a:xfrm>
            <a:off x="1826770" y="3252857"/>
            <a:ext cx="1115213" cy="4191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1D4C6C6-CDC8-4D22-B28C-56B65B0E8EE5}"/>
</file>

<file path=customXml/itemProps2.xml><?xml version="1.0" encoding="utf-8"?>
<ds:datastoreItem xmlns:ds="http://schemas.openxmlformats.org/officeDocument/2006/customXml" ds:itemID="{9CBCA7FF-8755-448C-A7E4-075B68DC281E}"/>
</file>

<file path=customXml/itemProps3.xml><?xml version="1.0" encoding="utf-8"?>
<ds:datastoreItem xmlns:ds="http://schemas.openxmlformats.org/officeDocument/2006/customXml" ds:itemID="{BC1759C7-CC79-45B9-BC29-EADADEAED865}"/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255</Words>
  <Application>Microsoft Office PowerPoint</Application>
  <PresentationFormat>Presentación en pantalla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33</cp:revision>
  <dcterms:created xsi:type="dcterms:W3CDTF">2017-01-26T20:10:20Z</dcterms:created>
  <dcterms:modified xsi:type="dcterms:W3CDTF">2017-10-26T13:35:49Z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