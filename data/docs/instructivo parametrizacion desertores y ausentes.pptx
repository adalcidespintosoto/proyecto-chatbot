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81" r:id="rId8"/>
    <p:sldId id="283" r:id="rId9"/>
    <p:sldId id="284" r:id="rId10"/>
    <p:sldId id="285" r:id="rId11"/>
    <p:sldId id="286" r:id="rId12"/>
    <p:sldId id="287" r:id="rId13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4" autoAdjust="0"/>
    <p:restoredTop sz="94660"/>
  </p:normalViewPr>
  <p:slideViewPr>
    <p:cSldViewPr snapToGrid="0" snapToObjects="1" showGuides="1">
      <p:cViewPr>
        <p:scale>
          <a:sx n="50" d="100"/>
          <a:sy n="50" d="100"/>
        </p:scale>
        <p:origin x="-1770" y="-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18/03/2021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2827423"/>
            <a:ext cx="9144000" cy="1546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modulo </a:t>
            </a:r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parametrización de factores y causas</a:t>
            </a:r>
            <a:endParaRPr lang="es-CO" sz="280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>
                <a:latin typeface="Calibri" pitchFamily="34" charset="0"/>
              </a:rPr>
              <a:t>Ingrese desde su navegador al sitio web de la Universidad: </a:t>
            </a:r>
            <a:r>
              <a:rPr lang="es-CO" sz="1600" dirty="0" smtClean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</a:t>
            </a:r>
            <a:r>
              <a:rPr lang="es-CO" sz="1600" dirty="0" smtClean="0">
                <a:latin typeface="Calibri" pitchFamily="34" charset="0"/>
              </a:rPr>
              <a:t>seleccionar en menú </a:t>
            </a:r>
            <a:r>
              <a:rPr lang="es-CO" sz="1600" dirty="0">
                <a:latin typeface="Calibri" pitchFamily="34" charset="0"/>
              </a:rPr>
              <a:t>principal la opción </a:t>
            </a:r>
            <a:r>
              <a:rPr lang="es-CO" sz="1600" dirty="0" smtClean="0">
                <a:latin typeface="Calibri" pitchFamily="34" charset="0"/>
              </a:rPr>
              <a:t>«Portales»</a:t>
            </a:r>
            <a:endParaRPr lang="es-CO" sz="1600" dirty="0">
              <a:latin typeface="Calibri" pitchFamily="34" charset="0"/>
            </a:endParaRP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737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3900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3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36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70437" y="4269453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04505" y="1562832"/>
            <a:ext cx="801827" cy="3269974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810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" y="1769781"/>
            <a:ext cx="8653463" cy="417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«Desertores»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4352098" y="1504790"/>
            <a:ext cx="859096" cy="235258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3134922" y="3257447"/>
            <a:ext cx="1217176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741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52" y="1771490"/>
            <a:ext cx="8215096" cy="4000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smtClean="0"/>
              <a:t>Seguimos con la parametrización de  factores y causas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6324600" y="1504790"/>
            <a:ext cx="859096" cy="2013255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4724400" y="2893340"/>
            <a:ext cx="1600199" cy="8784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4209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43" y="2042954"/>
            <a:ext cx="7183114" cy="3422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983628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un factor presionamos el boton señalado y se desplegara una ventana.</a:t>
            </a:r>
            <a:endParaRPr lang="es-CO" sz="1600" dirty="0"/>
          </a:p>
        </p:txBody>
      </p:sp>
      <p:sp>
        <p:nvSpPr>
          <p:cNvPr id="5" name="14 Rectángulo redondeado"/>
          <p:cNvSpPr/>
          <p:nvPr/>
        </p:nvSpPr>
        <p:spPr>
          <a:xfrm>
            <a:off x="848000" y="2762748"/>
            <a:ext cx="838200" cy="59939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16 Grupo"/>
          <p:cNvGrpSpPr/>
          <p:nvPr/>
        </p:nvGrpSpPr>
        <p:grpSpPr>
          <a:xfrm>
            <a:off x="1814780" y="2402005"/>
            <a:ext cx="384464" cy="660439"/>
            <a:chOff x="5729176" y="1775902"/>
            <a:chExt cx="1191284" cy="1140874"/>
          </a:xfrm>
        </p:grpSpPr>
        <p:cxnSp>
          <p:nvCxnSpPr>
            <p:cNvPr id="7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7949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09737"/>
            <a:ext cx="8707836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983628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smtClean="0"/>
              <a:t>Creamos el factor, posterior a eso presionamos el boton aceptar y se actualizara automáticamente  el listado anterior. </a:t>
            </a:r>
            <a:endParaRPr lang="es-CO" sz="1600" dirty="0"/>
          </a:p>
        </p:txBody>
      </p:sp>
      <p:sp>
        <p:nvSpPr>
          <p:cNvPr id="5" name="14 Rectángulo redondeado"/>
          <p:cNvSpPr/>
          <p:nvPr/>
        </p:nvSpPr>
        <p:spPr>
          <a:xfrm>
            <a:off x="4152900" y="4000998"/>
            <a:ext cx="838200" cy="59939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4191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43" y="2042954"/>
            <a:ext cx="7183114" cy="3422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983628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añadirle una causa a cada factor presionamos el icono del  “mas” que señalamos en pantalla y se desplegara una ventana con opciones.</a:t>
            </a:r>
            <a:endParaRPr lang="es-CO" sz="1600" dirty="0"/>
          </a:p>
        </p:txBody>
      </p:sp>
      <p:sp>
        <p:nvSpPr>
          <p:cNvPr id="5" name="14 Rectángulo redondeado"/>
          <p:cNvSpPr/>
          <p:nvPr/>
        </p:nvSpPr>
        <p:spPr>
          <a:xfrm>
            <a:off x="1137921" y="3257550"/>
            <a:ext cx="309879" cy="127635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16 Grupo"/>
          <p:cNvGrpSpPr/>
          <p:nvPr/>
        </p:nvGrpSpPr>
        <p:grpSpPr>
          <a:xfrm>
            <a:off x="1493539" y="2732224"/>
            <a:ext cx="384464" cy="660439"/>
            <a:chOff x="5729176" y="1775902"/>
            <a:chExt cx="1191284" cy="1140874"/>
          </a:xfrm>
        </p:grpSpPr>
        <p:cxnSp>
          <p:nvCxnSpPr>
            <p:cNvPr id="7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591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10" y="1927178"/>
            <a:ext cx="8691377" cy="414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983628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smtClean="0"/>
              <a:t>Presionamos “crear causa” y se desplegara una ventana para añadir la causa</a:t>
            </a:r>
            <a:endParaRPr lang="es-CO" sz="1600" dirty="0"/>
          </a:p>
        </p:txBody>
      </p:sp>
      <p:sp>
        <p:nvSpPr>
          <p:cNvPr id="5" name="14 Rectángulo redondeado"/>
          <p:cNvSpPr/>
          <p:nvPr/>
        </p:nvSpPr>
        <p:spPr>
          <a:xfrm>
            <a:off x="1543050" y="2515098"/>
            <a:ext cx="1085850" cy="59939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0819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09" y="1743075"/>
            <a:ext cx="8487691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983628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smtClean="0"/>
              <a:t>Una vez creada la causa se actualizara el listado de causas que están asociadas a ese factor.</a:t>
            </a:r>
            <a:endParaRPr lang="es-CO" sz="1600" dirty="0"/>
          </a:p>
        </p:txBody>
      </p:sp>
      <p:sp>
        <p:nvSpPr>
          <p:cNvPr id="5" name="14 Rectángulo redondeado"/>
          <p:cNvSpPr/>
          <p:nvPr/>
        </p:nvSpPr>
        <p:spPr>
          <a:xfrm>
            <a:off x="4357229" y="3752850"/>
            <a:ext cx="1085850" cy="59939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3807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9473613A-1654-4D7D-8C41-F856F724C6A4}"/>
</file>

<file path=customXml/itemProps2.xml><?xml version="1.0" encoding="utf-8"?>
<ds:datastoreItem xmlns:ds="http://schemas.openxmlformats.org/officeDocument/2006/customXml" ds:itemID="{0790E980-8E96-486B-ABA4-28330C901CDB}"/>
</file>

<file path=customXml/itemProps3.xml><?xml version="1.0" encoding="utf-8"?>
<ds:datastoreItem xmlns:ds="http://schemas.openxmlformats.org/officeDocument/2006/customXml" ds:itemID="{871EABBE-2DC3-441E-8BC0-A3D0AAA68A6D}"/>
</file>

<file path=docProps/app.xml><?xml version="1.0" encoding="utf-8"?>
<Properties xmlns="http://schemas.openxmlformats.org/officeDocument/2006/extended-properties" xmlns:vt="http://schemas.openxmlformats.org/officeDocument/2006/docPropsVTypes">
  <TotalTime>4993</TotalTime>
  <Words>175</Words>
  <Application>Microsoft Office PowerPoint</Application>
  <PresentationFormat>Presentación en pantalla (4:3)</PresentationFormat>
  <Paragraphs>14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Guido Quintero Vides</cp:lastModifiedBy>
  <cp:revision>192</cp:revision>
  <dcterms:created xsi:type="dcterms:W3CDTF">2018-01-24T15:16:31Z</dcterms:created>
  <dcterms:modified xsi:type="dcterms:W3CDTF">2021-03-18T19:25:11Z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