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71" r:id="rId3"/>
    <p:sldId id="272" r:id="rId4"/>
    <p:sldId id="273" r:id="rId5"/>
    <p:sldId id="261" r:id="rId6"/>
    <p:sldId id="262" r:id="rId7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4" autoAdjust="0"/>
    <p:restoredTop sz="98090" autoAdjust="0"/>
  </p:normalViewPr>
  <p:slideViewPr>
    <p:cSldViewPr snapToGrid="0" snapToObjects="1" showGuides="1">
      <p:cViewPr>
        <p:scale>
          <a:sx n="103" d="100"/>
          <a:sy n="103" d="100"/>
        </p:scale>
        <p:origin x="279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05/10/2018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8731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05/10/2018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PARA CONSULTAR LA PARAMETRIZACIÓN DE EVALUACIONES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0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7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4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“Evaluaciones”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60062" y="3774390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25985" y="1504791"/>
            <a:ext cx="2375141" cy="2693092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64" y="1930571"/>
            <a:ext cx="8377953" cy="40847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Consulte las preguntas y respuestas según el tipo de evaluación seleccionada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69265" y="2975537"/>
            <a:ext cx="6739028" cy="2861844"/>
          </a:xfrm>
          <a:prstGeom prst="roundRect">
            <a:avLst>
              <a:gd name="adj" fmla="val 383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783707" y="197432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Parametrización</a:t>
            </a:r>
            <a:endParaRPr lang="es-CO" sz="2200" b="1" dirty="0"/>
          </a:p>
        </p:txBody>
      </p:sp>
      <p:cxnSp>
        <p:nvCxnSpPr>
          <p:cNvPr id="14" name="13 Conector recto de flecha"/>
          <p:cNvCxnSpPr/>
          <p:nvPr/>
        </p:nvCxnSpPr>
        <p:spPr>
          <a:xfrm>
            <a:off x="4572000" y="1494148"/>
            <a:ext cx="0" cy="139683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4E7BEFBD-4F97-4F17-840B-E5C577685A61}"/>
</file>

<file path=customXml/itemProps2.xml><?xml version="1.0" encoding="utf-8"?>
<ds:datastoreItem xmlns:ds="http://schemas.openxmlformats.org/officeDocument/2006/customXml" ds:itemID="{C4A24C7A-B403-4400-8CD9-73E816A63ED7}"/>
</file>

<file path=customXml/itemProps3.xml><?xml version="1.0" encoding="utf-8"?>
<ds:datastoreItem xmlns:ds="http://schemas.openxmlformats.org/officeDocument/2006/customXml" ds:itemID="{C3F0954E-38E7-4832-9896-2BC1B6633861}"/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87</Words>
  <Application>Microsoft Office PowerPoint</Application>
  <PresentationFormat>Presentación en pantalla (4:3)</PresentationFormat>
  <Paragraphs>12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Parametrizacion Evaluaciones</dc:title>
  <dc:creator>Ing. Andrea Pastori R.</dc:creator>
  <cp:lastModifiedBy>Andrea Pastori Rojas</cp:lastModifiedBy>
  <cp:revision>46</cp:revision>
  <dcterms:created xsi:type="dcterms:W3CDTF">2017-01-26T20:10:20Z</dcterms:created>
  <dcterms:modified xsi:type="dcterms:W3CDTF">2018-10-05T14:12:30Z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