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9" r:id="rId2"/>
    <p:sldId id="265" r:id="rId3"/>
    <p:sldId id="266" r:id="rId4"/>
    <p:sldId id="268" r:id="rId5"/>
    <p:sldId id="267" r:id="rId6"/>
    <p:sldId id="269" r:id="rId7"/>
    <p:sldId id="270" r:id="rId8"/>
    <p:sldId id="271" r:id="rId9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713"/>
    <a:srgbClr val="36A1B0"/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8669" autoAdjust="0"/>
  </p:normalViewPr>
  <p:slideViewPr>
    <p:cSldViewPr snapToGrid="0" snapToObjects="1" showGuides="1">
      <p:cViewPr>
        <p:scale>
          <a:sx n="100" d="100"/>
          <a:sy n="100" d="100"/>
        </p:scale>
        <p:origin x="-702" y="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A2449-1130-4ACF-ADCA-85FECFA74E72}" type="datetimeFigureOut">
              <a:rPr lang="es-CO" smtClean="0"/>
              <a:t>26/02/2018</a:t>
            </a:fld>
            <a:endParaRPr lang="es-CO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FC2F0-45E8-461B-87BF-1D692BC061F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6512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1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977900" y="2357742"/>
            <a:ext cx="74168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SIAAF WEB</a:t>
            </a:r>
            <a:endParaRPr lang="es-CO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PARA GENERAR EL REPORTE </a:t>
            </a:r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DE DISTRIBUCIÓN POR </a:t>
            </a:r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PROCEDENCIA EDUCATIVA Y OFICIAL PRIVADA</a:t>
            </a:r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14379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9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Acceso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Ingrese desde su navegador al sitio web de la Universidad: </a:t>
            </a:r>
            <a:r>
              <a:rPr lang="es-CO" sz="1600" dirty="0" smtClean="0">
                <a:hlinkClick r:id="rId3"/>
              </a:rPr>
              <a:t>http://www.unisimon.edu.co/</a:t>
            </a:r>
            <a:r>
              <a:rPr lang="es-CO" sz="1600" dirty="0"/>
              <a:t> y </a:t>
            </a:r>
            <a:r>
              <a:rPr lang="es-CO" sz="1600" dirty="0" smtClean="0"/>
              <a:t>seleccione en menú </a:t>
            </a:r>
            <a:r>
              <a:rPr lang="es-CO" sz="1600" dirty="0"/>
              <a:t>principal la opción </a:t>
            </a:r>
            <a:r>
              <a:rPr lang="es-CO" sz="1600" dirty="0" smtClean="0"/>
              <a:t>«Portales»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397011" y="2634125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78683" y="1731372"/>
            <a:ext cx="1888511" cy="107469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6364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2074528"/>
            <a:ext cx="8331199" cy="41290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Dirigirse a la sección «Portal Profesores y Administrativos»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309996" y="3912705"/>
            <a:ext cx="2524273" cy="186193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72000" y="1484912"/>
            <a:ext cx="0" cy="237147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2675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47108"/>
            <a:ext cx="8386528" cy="41564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Digite su </a:t>
            </a:r>
            <a:r>
              <a:rPr lang="es-CO" sz="1600" dirty="0"/>
              <a:t>usuario y contraseña para acceder al sistema y luego presione sobre el botón </a:t>
            </a:r>
            <a:r>
              <a:rPr lang="es-CO" sz="1600" dirty="0" smtClean="0"/>
              <a:t>«Acceder»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639957" y="4333461"/>
            <a:ext cx="3130826" cy="10535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4774025" y="1590261"/>
            <a:ext cx="801827" cy="3269974"/>
            <a:chOff x="5729176" y="177590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60239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762209"/>
            <a:ext cx="8400178" cy="41508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</a:t>
            </a:r>
            <a:r>
              <a:rPr lang="es-CO" sz="1600" dirty="0" smtClean="0"/>
              <a:t>al sistema deberá </a:t>
            </a:r>
            <a:r>
              <a:rPr lang="es-CO" sz="1600" dirty="0"/>
              <a:t>seleccionar el módulo </a:t>
            </a:r>
            <a:r>
              <a:rPr lang="es-CO" sz="1600" dirty="0" smtClean="0"/>
              <a:t>«Estadísticas Institucionales»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16552" y="1603320"/>
            <a:ext cx="2421716" cy="1823804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0" name="7 Rectángulo"/>
          <p:cNvSpPr/>
          <p:nvPr/>
        </p:nvSpPr>
        <p:spPr>
          <a:xfrm>
            <a:off x="5724525" y="1980198"/>
            <a:ext cx="1193110" cy="947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838268" y="3003631"/>
            <a:ext cx="1200832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54507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762208"/>
            <a:ext cx="8400178" cy="41508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En la sección «Bienestar institucional» seleccionar la sede en la cual generará el reporte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>
            <a:off x="4780425" y="1447801"/>
            <a:ext cx="505888" cy="2249718"/>
            <a:chOff x="5729176" y="1781163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81163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0" name="7 Rectángulo"/>
          <p:cNvSpPr/>
          <p:nvPr/>
        </p:nvSpPr>
        <p:spPr>
          <a:xfrm>
            <a:off x="5724525" y="1980198"/>
            <a:ext cx="1193110" cy="947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2361137" y="3040207"/>
            <a:ext cx="2353738" cy="1257473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085529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748979"/>
            <a:ext cx="8400178" cy="41631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Para generar el reporte presionar el botón «Ver» el la sección «Distribución por </a:t>
            </a:r>
            <a:r>
              <a:rPr lang="es-CO" sz="1600" dirty="0" smtClean="0"/>
              <a:t>procedencia educativa oficial y privada»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918215" y="1741570"/>
            <a:ext cx="363247" cy="3632646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0" name="7 Rectángulo"/>
          <p:cNvSpPr/>
          <p:nvPr/>
        </p:nvSpPr>
        <p:spPr>
          <a:xfrm>
            <a:off x="5724525" y="1980198"/>
            <a:ext cx="1193110" cy="947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5305928" y="4454186"/>
            <a:ext cx="3223414" cy="1463086"/>
          </a:xfrm>
          <a:prstGeom prst="roundRect">
            <a:avLst>
              <a:gd name="adj" fmla="val 6939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775207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1775897"/>
            <a:ext cx="8377950" cy="415217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Seleccionar el año y periodo, posteriormente presione el botón «Generar»</a:t>
            </a:r>
            <a:endParaRPr lang="es-CO" sz="1600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19175" y="1499857"/>
            <a:ext cx="0" cy="1362215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0" name="7 Rectángulo"/>
          <p:cNvSpPr/>
          <p:nvPr/>
        </p:nvSpPr>
        <p:spPr>
          <a:xfrm>
            <a:off x="5724525" y="1980198"/>
            <a:ext cx="1193110" cy="947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847088" y="2880360"/>
            <a:ext cx="5220462" cy="52120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021684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8D6C2BAC-BEB4-4E5F-AD08-845D0EBBF083}"/>
</file>

<file path=customXml/itemProps2.xml><?xml version="1.0" encoding="utf-8"?>
<ds:datastoreItem xmlns:ds="http://schemas.openxmlformats.org/officeDocument/2006/customXml" ds:itemID="{B3E7250C-E934-481D-B558-534EA575C001}"/>
</file>

<file path=customXml/itemProps3.xml><?xml version="1.0" encoding="utf-8"?>
<ds:datastoreItem xmlns:ds="http://schemas.openxmlformats.org/officeDocument/2006/customXml" ds:itemID="{2AF55A2D-A7DE-442A-B9CA-DA1C52394489}"/>
</file>

<file path=docProps/app.xml><?xml version="1.0" encoding="utf-8"?>
<Properties xmlns="http://schemas.openxmlformats.org/officeDocument/2006/extended-properties" xmlns:vt="http://schemas.openxmlformats.org/officeDocument/2006/docPropsVTypes">
  <TotalTime>865</TotalTime>
  <Words>137</Words>
  <Application>Microsoft Office PowerPoint</Application>
  <PresentationFormat>Presentación en pantalla (4:3)</PresentationFormat>
  <Paragraphs>15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9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S3-COMORG-JOAQUIN</dc:creator>
  <cp:lastModifiedBy>Andrea Pastori Rojas</cp:lastModifiedBy>
  <cp:revision>64</cp:revision>
  <dcterms:created xsi:type="dcterms:W3CDTF">2017-01-26T20:10:20Z</dcterms:created>
  <dcterms:modified xsi:type="dcterms:W3CDTF">2018-02-26T22:02:52Z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