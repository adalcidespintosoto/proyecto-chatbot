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1" roundtripDataSignature="AMtx7mgxeVEvceqrgo3nEIxsxKFi3C+p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customXml" Target="../customXml/item1.xml"/><Relationship Id="rId2" Type="http://schemas.openxmlformats.org/officeDocument/2006/relationships/presProps" Target="presProps.xml"/><Relationship Id="rId11" Type="http://customschemas.google.com/relationships/presentationmetadata" Target="metadata"/><Relationship Id="rId1" Type="http://schemas.openxmlformats.org/officeDocument/2006/relationships/theme" Target="theme/theme2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7105800" cy="5693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APLICATIVO ELECCIONES 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(arial 60 en negrita alineado a la izquierda)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O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 Configuración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435899" y="815630"/>
            <a:ext cx="7425211" cy="729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3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- Configuración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435900" y="1459097"/>
            <a:ext cx="11086200" cy="1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</a:t>
            </a:r>
            <a:r>
              <a:rPr lang="es-CO" sz="2000">
                <a:solidFill>
                  <a:schemeClr val="dk1"/>
                </a:solidFill>
              </a:rPr>
              <a:t>e</a:t>
            </a: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submódulo podrá modificar la información básica del aplicativo, incluyendo el periodo académico en curso, de est</a:t>
            </a:r>
            <a:r>
              <a:rPr lang="es-CO" sz="2000">
                <a:solidFill>
                  <a:schemeClr val="dk1"/>
                </a:solidFill>
              </a:rPr>
              <a:t>e</a:t>
            </a: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dato dependerá el periodo académico para la creación de nuevas elecciones.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finalizar la modificación de los campos, seleccione el botón “Guardar” que aparece en la parte inferior de la ventana para guardar los cambios realizados.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" name="Google Shape;99;p3"/>
          <p:cNvGrpSpPr/>
          <p:nvPr/>
        </p:nvGrpSpPr>
        <p:grpSpPr>
          <a:xfrm>
            <a:off x="612872" y="3224291"/>
            <a:ext cx="10909110" cy="3186566"/>
            <a:chOff x="612872" y="3060518"/>
            <a:chExt cx="10909110" cy="3186566"/>
          </a:xfrm>
        </p:grpSpPr>
        <p:pic>
          <p:nvPicPr>
            <p:cNvPr id="100" name="Google Shape;10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2872" y="3060518"/>
              <a:ext cx="10909110" cy="31865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3"/>
            <p:cNvSpPr/>
            <p:nvPr/>
          </p:nvSpPr>
          <p:spPr>
            <a:xfrm>
              <a:off x="2294130" y="3686360"/>
              <a:ext cx="1486300" cy="298786"/>
            </a:xfrm>
            <a:prstGeom prst="roundRect">
              <a:avLst>
                <a:gd fmla="val 16667" name="adj"/>
              </a:avLst>
            </a:prstGeom>
            <a:noFill/>
            <a:ln cap="flat" cmpd="sng" w="571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900" y="2879535"/>
            <a:ext cx="109156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>
            <a:off x="435899" y="952110"/>
            <a:ext cx="5446285" cy="729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3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 -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435900" y="1636521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esté submódulo podrá listar todos los usuarios que tienen acceso a los módulos de gestión del aplicativo, crear nuevos usuarios, y modificar o inactivar los ya existentes.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544288" y="3548418"/>
            <a:ext cx="1666649" cy="262719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341159" y="1036020"/>
            <a:ext cx="11086082" cy="1862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 nuevo usuario, selecciones el botón “Nuevo agente”. Luego diligencie todos los campos de la ventana emergente que se abrirá.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Deberá diligenciar al menos los campos “</a:t>
            </a: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de usuario</a:t>
            </a: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“</a:t>
            </a: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“</a:t>
            </a: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Apellidos</a:t>
            </a: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“</a:t>
            </a:r>
            <a:r>
              <a:rPr b="1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“</a:t>
            </a:r>
            <a:r>
              <a:rPr b="1" i="0" lang="es-CO" sz="2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Cargo</a:t>
            </a: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”, la contraseña y los módulos a los que se le asignará permisos.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7"/>
          <p:cNvGrpSpPr/>
          <p:nvPr/>
        </p:nvGrpSpPr>
        <p:grpSpPr>
          <a:xfrm>
            <a:off x="846160" y="2896737"/>
            <a:ext cx="9717206" cy="3417774"/>
            <a:chOff x="846160" y="2896737"/>
            <a:chExt cx="9717206" cy="3417774"/>
          </a:xfrm>
        </p:grpSpPr>
        <p:pic>
          <p:nvPicPr>
            <p:cNvPr id="116" name="Google Shape;116;p17"/>
            <p:cNvPicPr preferRelativeResize="0"/>
            <p:nvPr/>
          </p:nvPicPr>
          <p:blipFill rotWithShape="1">
            <a:blip r:embed="rId3">
              <a:alphaModFix/>
            </a:blip>
            <a:srcRect b="9993" l="67523" r="0" t="0"/>
            <a:stretch/>
          </p:blipFill>
          <p:spPr>
            <a:xfrm>
              <a:off x="846160" y="3186954"/>
              <a:ext cx="3538835" cy="27948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84200" y="2898028"/>
              <a:ext cx="4160112" cy="34164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7"/>
            <p:cNvSpPr/>
            <p:nvPr/>
          </p:nvSpPr>
          <p:spPr>
            <a:xfrm>
              <a:off x="2906973" y="3821373"/>
              <a:ext cx="1351128" cy="532263"/>
            </a:xfrm>
            <a:prstGeom prst="roundRect">
              <a:avLst>
                <a:gd fmla="val 16667" name="adj"/>
              </a:avLst>
            </a:prstGeom>
            <a:noFill/>
            <a:ln cap="flat" cmpd="sng" w="571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5418161" y="2896737"/>
              <a:ext cx="5145205" cy="3416483"/>
            </a:xfrm>
            <a:prstGeom prst="roundRect">
              <a:avLst>
                <a:gd fmla="val 16667" name="adj"/>
              </a:avLst>
            </a:prstGeom>
            <a:noFill/>
            <a:ln cap="flat" cmpd="sng" w="571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501271" y="3807229"/>
              <a:ext cx="863875" cy="53226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6"/>
            </a:solidFill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435900" y="952110"/>
            <a:ext cx="6183264" cy="729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O" sz="36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Configuración  - Personalizar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435900" y="1636521"/>
            <a:ext cx="11086082" cy="774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esté submódulo podrá modificar los aspectos visuales del aplicativo tales como colores, imágenes de fondo e inicio de sesión y logotipo.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 b="33067" l="0" r="0" t="7508"/>
          <a:stretch/>
        </p:blipFill>
        <p:spPr>
          <a:xfrm>
            <a:off x="1162845" y="2818262"/>
            <a:ext cx="9632192" cy="308762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1162845" y="3630306"/>
            <a:ext cx="1666649" cy="341194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9CFD8DBB-F160-41E7-8302-BEB5ED4354E1}"/>
</file>

<file path=customXml/itemProps2.xml><?xml version="1.0" encoding="utf-8"?>
<ds:datastoreItem xmlns:ds="http://schemas.openxmlformats.org/officeDocument/2006/customXml" ds:itemID="{05F5FD7C-B31B-4185-B8E1-7073302471EB}"/>
</file>

<file path=customXml/itemProps3.xml><?xml version="1.0" encoding="utf-8"?>
<ds:datastoreItem xmlns:ds="http://schemas.openxmlformats.org/officeDocument/2006/customXml" ds:itemID="{F85BD8EF-BDB8-4313-8300-EB9E5E2D8E6B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dcterms:created xsi:type="dcterms:W3CDTF">2021-08-30T16:06:06Z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