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71" r:id="rId7"/>
    <p:sldId id="262" r:id="rId8"/>
    <p:sldId id="272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>
        <p:scale>
          <a:sx n="104" d="100"/>
          <a:sy n="104" d="100"/>
        </p:scale>
        <p:origin x="-582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INFORME DE INSCRIPCIONES Y MATRICULAS – TRANSFERENCIA EXTERNA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</a:t>
            </a:r>
            <a:r>
              <a:rPr lang="es-CO" sz="1600" smtClean="0"/>
              <a:t>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1647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«Rectoría»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62162" y="1603320"/>
            <a:ext cx="700088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1113182" y="2990107"/>
            <a:ext cx="824948" cy="6774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3" t="21893" r="68805" b="35086"/>
          <a:stretch/>
        </p:blipFill>
        <p:spPr bwMode="auto">
          <a:xfrm>
            <a:off x="1186769" y="3029137"/>
            <a:ext cx="635764" cy="63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013540" y="298534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83" y="1708002"/>
            <a:ext cx="8483600" cy="42045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seleccionar el informe «Transferencia Externa»</a:t>
            </a:r>
          </a:p>
        </p:txBody>
      </p:sp>
      <p:grpSp>
        <p:nvGrpSpPr>
          <p:cNvPr id="17" name="16 Grupo"/>
          <p:cNvGrpSpPr/>
          <p:nvPr/>
        </p:nvGrpSpPr>
        <p:grpSpPr>
          <a:xfrm flipH="1">
            <a:off x="6571428" y="1478214"/>
            <a:ext cx="541576" cy="1782397"/>
            <a:chOff x="5729176" y="1781755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2" y="1781755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816176" y="1779456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113004" y="2760575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6386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2013285"/>
            <a:ext cx="8400178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crear el reporte deberá aplicar los filtros solicitados de: Año, Periodo y Fecha. Posteriormente presionar el botón «Generar», este creará el reporte en un documento PDF para su visualización.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60375" y="2932067"/>
            <a:ext cx="6775312" cy="5466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2" name="AutoShape 4" descr="data:image/png;base64,iVBORw0KGgoAAAANSUhEUgAABVYAAAKlCAYAAAAgmLcrAAAgAElEQVR4Xuy9C9yVU97//y2HkqIGKQ3VIKeRUzJKZWIkg5AwTWUk/h5nXo3DUIycp7/j8HhIPdJ4jIRoJDPTKORQBhmnhqmYSE4hiVH9Xp+19/fa61p7Xad97/ve997353q9enW3r3Wtw3ute7fv9/1d39Vs/fr164UXCZAACZAACZAACZAACZAACZAACZAACZAACZAACZBAagLNKFZTs2JBEiABEiABEiABEiABEiABEiABEiABEiABEiABEjAEKFa5EEiABEiABEiABEiABEiABEiABEiABEiABEiABEggIwGK1YzAWJwESIAESIAESIAESIAESIAESIAESIAESIAESIAEKFa5BkiABEiABEiABEiABEiABEiABEiABEiABEiABEggIwGK1YzAWJwESIAESIAESIAESIAESIAESIAESKD2CDz00ENyzDHH1N7AOCISIIF6I0CxWm9oWTEJkAAJkAAJkAAJkAAJkAAJkAAJkEC1EKBYrZaZYj9JoPEQoFhtPHPBnpAACZAACZBAkyXw3HPPybbbbis//OEPmywDDpwESIAESIAESKCyBChWK8ufrZNANRKgWK3GWWOfSYAESKAeCNx1111yyimn1EPNrJIE4glMnTpV7rjjDnn44Ydls802Iy4SIAESIAESIAESqAgBitWKYGejJFDVBChWq3r62HkSIAESKB8BitXysWRN2QjMmjVL9t9/f0rVbNhYmgRIgARIgARIoMwEKi1W//Of/8h3330n33//vfmzdu1aWbdunaxfv96MtFmzZtK8eXPZYIMNzJ+NNtpINt54Y/M3LxIggcoQoFitDHe2SgIkQAKNjkBWsYqt25deeqm88sorZiyDBg2Sm266KZBjgwcPlmnTppl7X375pdxwww1y7733ysqVK6Vr165y4YUXypAhQwTRivfff7+XxwknnCC77babjBkzxnsf9b/xxhvm/sCBA2XUqFGhcueff74sXbo06IfeRF9Q74ABA7z1ap32zd69e5v6NaIyqt+77767XH755UX14rXjjjtOdt11VzNm8EM/7Msug69fe+21onqUKW7g+fvuu08WL15smA4dOlQwZr18daB/KKPjwDx17ty5qC8TJkyQmTNnyrhx40yf07BTbk899ZS0bdtWhg8fHmJhjw/1ofz48eNl+vTpwRoaPXp00J7WN2nSpJB0BT9cWD+8SIAESIAESIAESKBcBCohViFS16xZY/5ApJZyQbK2bNnS/IFo5UUCJNBwBChWG441WyIBEiCBRk0gi1iFKO3fv7/ceuutJtJQxSlEoIq/LbbYQj799FMzZgjAf//730ayQehBKp511lnmeeTVfP/99005V5jpPQjcK6+8sogf2kZdw4YNk3bt2smCBQuCMmivX79+RuRqP3ATfT366KNNub/+9a/eOVFpbLcJPpC0ul1dx+TKvc033zwkIrUBCExIQ/QZz1511VVy3XXXhWSwXQZfQxZDANsXnscFlk8//bTcc889Ji8pxnviiSdKnz59ApnpqwPj+OKLL0LzBAk6Z86cUH7THj16yOeffy5TpkwxfU5iBwk6YsQIMy4Ia+3Pz3/+80D22uPT+bn44osDBpC511xzTdAXzMPhhx9upP3EiRMDDCqkbYncqL+52DkSIAESIAESIIGqINCQYvWbb76R1atXmwhV90JkatKlUaxuOYjVVq1aySabbJJUBe+TAAmUgQDFahkgsgoSIAESqAUCWcQqhBciDe3oSTCA8FLZZYtVW6gpK9SBS6WdPo+/bWEW1ZZdD/oC6Tl58uRAakLSQfZBPNpiFa9DfqJeRKDa0Zhune74Ro4caWQnZGpWueeKVYjFuXPnyiOPPBIITVesqoh11xeePeqoo2T27NmhSE5I47322isQkz7uqMueG3wNIQsOGvGrkhSRrHYf4tjZbLS/6OfYsWMDKWr3B3Nst6nPqLDG3zr3kOMXXHBBEGGclX0tfH9yDCRAAiRAAiRAAvVPoCHE6rfffiurVq2KFaqQpohe1ZQAmg5A0wBsuOGGwfZ/SFifZEV6gDZt2kiLFi3KBu7TR8+RK2Ss3HzkFkGdvtfK1mC+ooZoo3r6/KlMP3uALB65QM7dM9dr8BlwxbP5IQyTiQvOle7lHhDriyRAscrFQQIkQAIkYAhkEasq8BBJiOhEX35MN2IVW9ZPO+006dWrl1dmog8+YZZWrGKLOyI3VQ5C9B1//PFme7wtVhGJCSGJepHb092Oj35EtYnyf/zjH40ozCr3XLGKdhC9O2/ePK94jJKieE6lsa/vtrD01YFncVCURvdinjA3Oi6tH1IUEci2WI1jt/3228vLL78cmyfV7g/Ku1GyaFsjWd99991gHpCOANGwKpKzsue3OAmQAAmQAAmQAAmkIVDfYhWfob/++utQVzQ6FXIUfyBRkWv1s88+M39QHlGtuKdb/rFTq0OHDmbrP17TyydYEb2KoIJyXJUSq+Xoe0PXUR8y2BaowybkxeqK6XLOYbOl/+M3y6D2ecm65GRZcDbVakPNOcVqQ5FmOyUTGP/n2+X15YtSP/+bQ86UHbfeIbL8Pz96R65+8vep69utQzcZ/bPTU5dnQRKoVgJZxCrGqPkxIccQUQjJaufHtMUqykOG/elPfzI5WX35QLUM/nYjVrEd3L0OPPBAEzGrEhTyDekFsL1fxS/knN0PlEW6ARVzKgrdk+ijxKr9um7nd/t1ySWXhPqv931iFePE66eeeqoR1G7EKnKV2teMGTOCVAIuJy1nS0fU59YBbnbeVOVji9GDDjrIpGlA7loVq0ns3Pn2fR/Y44srr/dc3phXpECgWK3Wdxn2mwRIgARIgAQaN4H6EqsQpUjFhL/1UqGqf0OeQqQuX75cVqxYYcqqbHWp4RlI1W7duknHjh2D6FUVq65gRYQrUj/V9ZCrZLG6UG7qMVKmmA7nIych/q4UGXvLIMnFuaLMbOlvoirt8iIyYqIsOFvkprMXS9cdxsm4d8bIrFsGiQSRssus+kWkV+4+6l14Sw+5u8usUDStSC66c9w8tNtbxhj5uLBQ/+R8m31nS49RU6T3WOv5V24yr+ml9xbeco4s7tJVxl2Rvxf0wR5Lbxk2QmRxF0T3itUHi4tTf64dMOsvswOGyiQsSTHW2X0tsWrzNaJ1sZzMqNUGe7OhWG0w1GyoVAIn3XuuQG6mkattN2kjw3seK3tvt0dkc39/71W598UHZeU3XyV2SdudNPymxLIsQALVTiCrWLXHC8n6wAMPmMOpNGoxSpxBjiHyE1GTdv5N1FeXiFVIVohSbK2HkNPDoex+QGRi+z22uOOC5L322muLDkGKi1i98847jdDNKveixKq9rf+kk04KRGZcxGpc25rHVqWtilHd3m+nSwAD5YPyiDzGH6QZQESru3U/jl25xCrWB8Q7oozdeYDwRd5bTSPBHKvV/q7D/pMACZAACZBA4yJQH2IVh1IhCEFlpytUQQDSFQEB+PwDoYo0AFE5VJUY6sE2fwQI/OAHPzCCFVv/cfkEK8pDrkLIlnoliVVbbuLrkTJRFpywOFqsrvhUPm2/RV64QoJeIXLpybL4sJEiGpGZ3+qOFAQnLxlgydOcNJ19sCtTC6MzEZ756E3z9V/6y6xbusq9PUbK4rxENf00Ahev3y1dVb72sPpgRYV2vV/LQ+gW+hDuW06yoo2xckXQB/Qs4BKKKLW292/jY5KLRtWrSKy6EatXdGU6gFIXeQnPUayWAI2PNCwBiFVcf1haOJQmqge/7NxDzup3UqJYvXXOpNT1oS2K1Yadc7ZWGQJZxCrEnkYP2r2NikiEdMPJ9XZkqE9e1lWsQioiHQC21yMNAKJAVfhpFCsOY9ILUhOC1z3EKkqs2tvsyyVW0RfU9Y9//MN8qFYRGidWVZLah3XpmCCXVZ66dUBoX3/99cEBXHhG+WiaA6Rq0IPG9HkcoIXcrXHsNPUCmNsXZKgesGX3x5eTFc8honjmzJkmPYI7D3roGSKYsZYoVivzXsFWSYAESIAESKBWCZRbrOKAKkhVvWypql9/9dVX8vbbb8vHH3/szbuaxBqpABCJCrG68847J0avQq6WerBVklgVIyDHybNWJKl5LTJiNT86fc5ElUKsakRr7r62C3kZRGpar9s5X8O8NIrUzjtqR8wW6s5FlkLs5qNa7ahRU2ku4hVi1deHqL5BrIby0iJSdW5/a6t+cc5U01yISYxYdXOsjhgmwyZLPiI4afXwfjkIUKyWgyLrqFcCEKvbtesoC5f/U/60/C1vW73adpKum3c099KI1fMfvVrmrVwm27fcTN5d82VRnagP97XetGIVaQa++jacM0ejZ+17bVpsGpmuwC7XcbOtpWPbDkH/Vq1ZJYtWvBv8u1v77aV1y9ZF/f9w5XL58MuPQq+XUjZte75xa+NxY/X1c9Hyd8yYt9l869iUDvbgUM+cRc/Kl2tWmZd36rCD9OvWO3JduuNCwSg+vrJfrVklby9/R3p0yWULj4uQjuoEmP3t7Wfl1L4npv7+QbS1ey1Y8opsA15tO0SOIW0DWcSq5sF87LHHgnypkH1HHHGEN2JVBZidExSvQY5BhupVV7GKPiAdwJIlS8xv/XGpOERuURWGNhPd9m4fYuUTq3pivUbkllOsoj/oB/oNeYmo0TixivK4j8hblykO8dJDt3x1QGj++Mc/9h4yhnQAXbp0MWkAwEOff/311xPZqbRViYo+om/PPvustz9gPGzYMPGtIWXgmwesF0RGn3HGGRSrab+5WY4ESIAESIAESCAVgXKKVUSqfv7550G7PqmKm5CqCEDAoVZ1uZBHtXv37iZ6FZedRsCNfkWO1lIiVxPFqg5ApSC29sdErAqiRbEd34jYA+SZIGK1XGJVO5QXrKYdRKYW6i+MyRWrGr0anpVQtGgK6RsvVnP9sqNzTURrEZN4sRrqYZHIrsuq4rNpCFCspqHEMhUloNJu3JO3ylsrP/CKUAjS3x1yTiq5pKJs+sIn5L3PP/RGrv68w87StkVr+dV+QzIJvhkLZ8n4uRMDaXtez+MDcYZ7d7841YwBfT28eziqSyGj3K+fvNmME2J3xqi7A3kKgXj9X26T2976m1y931D55b7HhMSr1qHpDlAOV1JZsFVpffGeR8hpB5xo6kV7dzxzj1zzymNyxs4/lQsOPsPbno4NdWAufrJ1N9Pu4i8+NMI7Skyjn3b0MCKOV367KujL7/uekige0fYxj44TzNnAbn3kuaUvmzmdfMh5ckLPwd61a3NEgbix2QxQVtcGvn7+o0VmnjDmO468JFbmuh0578ExZh6fH3FbajF759x75MYX/xisDf1lAjjjFwE616XmBM4iVtEWIgsvuugiI+Lwm293W729NRzRotjmjjJ77rmnQP5BCk6aNCkUxRolVn05VtEH5BzFNX78+EDeIWKzb9++gXDUftiRnPZ8+A6CgtBz23RzyEblWEXd9mFZ2lZUKgC9Dyncp08fM6Y0YlWZKksfU59Y1chdPTjKlypBI2H1echqN4UA+u2yUybI44r+4AO+SlqUd/ujawhrApe7hnxiFf3v37+/OZSMEasV/e+ZjZMACZAACZBAzREol1jFdn58HvRt/4dgVcmKcvhMhgOqkrb+J8GGKN1xxx0FvyjH5YpVu360j8+AWXOuFrbTa75Uezt+LpdocFo9IjMndpVZl4pcYeX8zB3AlNuqbsQq0gVgW3yw3T4+YrWQRzU5FUAo72qQexQ5TNOIVScVQD7qdpmd3zRFmoLoVABSJFUxb6FUAc7BVLoGwnIXcrYggf25ZpNWD+/XhQDFal3o8dkGJQCpdObcuyLb/O7SZzL1x5V69sNpUgpENab9RB2uUMQ9iL+kCFhE6WrqA0i/G48dFzQH0df598dK0ngxvp9MPsM8l1RW60RZV0iq6J1/5gPe6FjtmG/c6AME9m8PvzBybnz9VOnoY2hXBEn+g/GHGgH91Jl/DG7h+TS5dpVPGrm58ZUHmPrtsmh/zIzrjCCFXJ09aqJXPLuDt3m785u0iHVtuNL5/henyYgnbzSPP3TkmEhxH1d/VrGqdWm+S2wXdw+BcttDxOj7779vhJsdIZo0bt6PJqBMt912W5MGodIXxCciXLPMsa4hCGVeJEACJEACJEACJFApAuUSq5988klwUJUbqapidd26dUa+zp8/v87RquAFSdqpUyeTvgmXT6zachUHWm211VYZUduHQeUfNQdO5Q9XCrav454eFpU/qf6KZ3MPhLaqWwc+9RojY8yBVSfJ4Hn/kZ9bhy8VokqzHl4VPhxrmMnbmiYVAH7jbx9eVRhLVMTqzUfafUs+vKqTEcx5JsEsOIdXBUwKh3ShqNuHUF/t+cg4uyxeGgGK1dK48akKEGhqYlWjIYHalWiQfEmyNItYRRsqM11JqYeHJUVBxgnluOXi66fWlSQd9VlEkT48akLQDF530yj4+uCTpVF9jSqrctc3T1F12ZGnKLP0zAdTCVmUjRKr9j2XR9pv11LFatr6WY4ESIAESIAESIAESIAEGjOBcohV/JIZEai4oqQqXv/+++9l2bJl8tprr5WUW9XlqHlW9913X3ML4lblalRagFatWplfhvMiARIonQDFauns+GQDE2hqYnX/znvJmyveMdGQuOwoxPoQq8hR+rMHcpGlGpWpkZVpxJ9PrJbST4jKwyecbLa2J0WSIk3Ebnf9yvQZ0a1ghrynUflS3SVbDrGKOlV2JkXYavsH/v54+e0hZ8tpj15ltvUjVUOSuNZn48Sq/T2SJN59374Uqw38psbmSIAESIAESIAESIAEGhWBuopV5En97LPPzJjipGrz5s1NRCvy67/55ptlE6vbbLONqFiFTE0jV5GTtUWLFo1qHtgZEqgmAhSr1TRbTbyvTVGsDu05WIZPOdfkHMVW80eH32IOdCpFWKZZPhB+EJrIs4rt+2AOuWunIoiqJ2p+kgSfHbEKwXj3q7mcmWm31R89YZT3ULM02+ErIVYhsCFU3xz9uIz/8+3ymxfuM3OblGqBYjXNCmYZEiABEiABEiABEiABEiidQF3FKrb2f/fdd4FY1W3/9t+Qqvi3ilXk2ddnSu+5yMYbb2zOMNDc9Rql6pOrdkoARLpuueWWdWmaz5JAkyZAsdqkp7/xDR75PP+66BlZsvJDc8iTLddKFauIgPzdX24zJ8bbgrCx51hF9CVOjEdU5pH3nh0ckgQm5c6xqivBztP52egnTOQoIiv7deuduFjciFXdIp9FrL5+yv8GEahxh0+5nYGsfHv5O8HBVbgPWQl5GXeVW6ymiTxFygVcyAH7wcrl5uAtXGlEMMqliVh10zkkTl6+QFOLWMWH2C+++MIcFMWLBEiABEiABEiABMpJIHdAj8iYx8OneZezDdZVfgJ1EavffPONrFy50nTKFqn4t8pUvK5fIxUAzh549dVXyyJW9fAqnGNgpwCwxSq+xmWnBsC/cRDtJptsUn6grJEEmgABitUmMMnVMkRsO//D/Idk2Rcfeg8DKkWs2lISHJCrFFvF995uD6kWsYp+21GdyJ+JCNYswjKprK4RO18otrXjtHn7UKi4tRR1eBVYx11ujlWtJ81hUOjvU4ueDR3UZKcHSBp3OcSqzSwpdYGmVgBbvcAYUcJpZWiaHKsacZz1e78piVUc+LTHHnvIddddJ6NGjcqKiuVJgARIgARIoFETyEk991AUX5cLB7I0pgEV+o+DXM6V/LE4jamLiX0pp1hNO5+5g3kSu5YvkD/UhwfdhIDVRawmRatCqNqCFZLzo48+khdffFHWrFmTduIiyyFfKg6T3X777Ytyq6ItW7CiEluuItp1iy22qHMfWAEJNEUCFKtNcdYb0Zghmh5bOEvuW/h4IJf6ddlb9t1uTzmwW+/QKfRZxSrqPv3BS+XzNV+ZuvXSPJj1LVZ927shxTQSNW4afOUQzavRjXg2SRpmPbxK+3PZjOvkmlceM/90D82K63PU4VUYy28OOdOkMPBdbj/tHKtJOUt1DicNvymoWuVlkqi0BWySEEXlURJWeSUdtIU6wGjmoqdDB23Z85qmH1FiVevJklbAnY+mJFZvuOEGgVzF37xIgARIgARIoPYJVJNEq6a+NszKUbGaTZwm9Y2cfYRKFavYyg+xisu3/d+OVFW5irKrVq2Sv/71r4Jo17pem266qQkc6NKli5GmbqRqUkoAiFUIVl4kQALZCFCsZuPF0mUiAPl1xzP3GIEHIXVQtwNkn+32iD0ZvRSx2qZl6+AgJLSDg6Agng7tso/Zin3rnEnyh6ULikYFoXdWv5NMZGvWS8UenoPcG9r9MFMFhJqb3sBXtwrh7h12lF8ffEZILtvSM06sQk7e9+I0OXPuXaaJPx93Xart/ChrC8c0h1bpGDRfKCJqxxxylny1ZpXZnn/ji3+M3JLv9lPFon2QVpzcVSmLMkd0H2C6cv1fbjPzHDdmtAsROeLJG80zSDtwePcBIdb23NhzirLdOuxgtvFPe3WmWT9YW+MOvzDyeeV6ytRLBL84QP5avey6se5uHXJlbD2aUxZRqYO6H2o4z170jPlewnq7a8hVkRI7aS3XRaw+99xz5kRRbD2Ku7D9/oknnjBFtt12WxkwYIBsttlmkY/E1Qsxiu1T7oXf1PvqRF1xlz6n9caNR+vSZ3D66+uvv26iBNy2cW/WrFlBXw899NBYTi4jpCr44Q9/mDR9kfe1b+Dtq0dTIrgV+FIklMIG9YKX3X5cGgaXZRxbcAV3XGCPPiv/qPVhj1P7FMUgaU1rG+68J6019AF9dcfmcnLnJIpFuddMyYuND5IACTRiAlUk0VZMl3MOGycydpbcfCQj6LCoKFYb7lurVLGK/6O//vpr01FfPlU3FQD+jQt5Vv/0pz/J6tWr6zxIbOXHZ/Gdd945JFZVqLp/o0E7ahURr/jsw4sESCAbAYrVbLxYugwEdHs+5OYFB58RK1Pt5rKKVTyrkhDCasBOfYxIg1jFSeyQePUhVtEuhN+9Lz4oTyx5ybSFC/Lt9D4nJkovCMrXly8yzwzeY2Bomztew/0Zb8+J3aIPaQjpZ19xUaPutELgtmnRJvVJ9eB89ZO/j1wddkSpXSiun+jDe59/aIpH9V0F/QNvzQk4Q+ye2/ekWJHs628cH3tO7P7v1qGb9N+pdyoBj0hTvex5tV/HfdQ5+mene1n6eKHgdu06mihvyOG6XKWKVcitoUOHmqYXL17slZr4sHnSSSfJU089ZRLqI4/TK6+8Yp659tprZciQIUVdT6oX0aZXXXWVd8gHHnigTJo0KdSXpO1NM2bMMLLLrtc3Hrtf+gyE2OGHHy76b+3U1KlT5aKLLjL/xLiRdwvj9vXPx2jp0qWG6VlnnSWXX355SdOL52699VbTPiIi3Gvw4MFmXnyX224pbFAv2F9yySVy/vnnm2a0zfvuu8/IdftyWfrYQiSOGDHCsAFLXLqeHnvsMfNDRdz60Pa0T3EMsFanTJnizcV70EEHmXZdTklrDe0jqsUdG+rD5ZsnvK5zqeuyvtZMSQuND5EACTRyAvFideEtPWTkO2Nk1qUiVxw2Tp4Vewt+/ll7hL3GyKxbBolqz+D5W7rKvT1GypSgrLOVPy9N7SQFvV2BGiNW3S3x7rPx4ygISu1e5PNJ47BkZzBUh4k/FUAyS99CyiRWA8Y2+09l+tkDZNy8fOqHD26SHqMKsyTipIR4xbnvpAvI9aerTFzQX2ab+c49f8Dz+vpwWWzaC0h7cs1qn+wRVz71Q6lidcWKFbJ27dpAqmJU9tZ/Fan6Gv6G1MTngTlz5pQlFcCGG24o7du3lz59+sgGG2xgwGoKAFeq2jlY9SArPIPneZEACWQjQLGajRdLl4GAnjyPw3rMD5CLnpGXly8y2/Xt6ETdEq45PiHRPvzyo8ge+KJLIecg3e448hJzEvvvDjlH7n5xqrRt0VquPuIieem9V03kIa43V7wjm7VsLZ026yDbtO2QGEFbBhSsggQaFYFSxSpkGYQhPhT6JCnkz9FHH23Ges899wRRk3gdogivPf3000VRnEn1qjjTbVcKE+ITwgy/cX/44YcDuerKvSj4Wi+Emm886Nf06dPNmOPEKqTqaaedVpTHFTJt2LBh0q9fP5k4cWLQDUi1JUuWFEm8CRMmyIUXXliyXO3Ro4f07dvXcMbhCG7UKqQirmnTpgV9wdw88MADcs0118igQYOClAmlsEGlUWIVjF9++eWQAE8jVtFnSOfZs2cHz6pkhOh89913i6bXN04tFHUPEaknnniimRe3Ts3Ti/tz586VBQuKdz+g/ijp7runa8Y3Tyivc6kpLOprzTSqNyZ2hgRIoEwEUojVyWjKFVu+51SIFcrmhGZv6T2vq5wc5ER1yuVlXWg7uyNRi3OJOm1MtvrnEbCmH95xiOTupXg+aRyiddkyMs/JkqvFYjUdS9+EZxKrqEDFqArR/L/DItm/JtL0uzBPYSGrz/buJdL/0sKhXTn2dtn82hCPoA+VK9Pyz1BNKWIVUaeffPKJkaq4NGJVo1TtaFXIS/03nnvrrbfkzTffLMvhVWgbUas//elPTRAD+uETq76UAIpoyy23lI022igDMRYlARKgWOUaaHACu4w/LIguROOIMDy++0D5cs0qc6q7RjfihHpc2HY9feETgfBEVB4iDnHd/vQ9cuOx40yEaMfNtg5Fv9rbxJHDFVuwsXX6J5PPMNGqtojVLfZJOT0bHFYDNIhIYHB//qNF8ujwWxIjahugS42uCY1YBaP5Zz4Qu1W/0XU+Q4dKEauQWV27dpU77rjDCCQIITfaTsWgTxbh+b322kuGDx8eishMU2+UWMWQEdGI39bbUZJZxSqEGeSpLT9RNw4EgGyEqIwTq1rOl8dV+66RhyrUfIIZbWr5KOEWNc0aXYvnjm96nBgAACAASURBVDrqKBNV60a+xglHnTs3mjcLG/TNJ1YhRj///PMiwZxGrEbNJZ4dP368jBs3rkjUlyJW0Xdl6EYjgyNee+SRR0w+M1/0LZ7PIlajvh98/aivNZPhLYNFSYAEqopAGrHqOcjKCLnFxdGGjiRVoVmUA9Qq139uPirWinQFwjTCU/IStatzOJP7bLHAy09SpudF4sZx7jYRqQocJkWCMiVL37LKLFalEA06bMJEkVEjZYoTUSviWxO51xY7UcTuWKL6o68nRiFHzIfOcyXTQJQiVrGN/4svvvCKVVuuuhGsEKuQquUUqy1btpSePXtKp06dTNRqkljFfVwatYqUSsjVyosESCA9AYrV9KxYskwEIDwXLHmlKCpUtzljS/YFj11rTr7XvKh205CfyGuJLf07t93GlNPt/Zp3FNGu+/7+OHO/S9uOsvKbr4ywRbRs1807mq3lrVu0NiJWpSoE78BufUy/0m6p1lydkMJDew6uOuGmBx7VNTdnmZZGo6xGU1Bgfdx+7JWpU1c0ysEkdKoUsQrxhqhGRPOpzHTlIKLq8FtzOyIyiU+aeuPEKuofOXKkiWpU0ZtVrEKUIcWBnQ5Ax6j3osRqlIyLGnec9MMzKpptUZzEUBngb8hhm6n9bFLbEMQqvpV5FjZoyydW8frAgQNNNK4tJdOIVURu4oLUTJt/tlSxGiUwweXiiy+WUaNGmbWmnN15ySJW8Swion0RsO7rSfNW6ppJs65YhgRIoBoJpBGrGbZhe8Wq53lLoBmxOtkjLV2cnkhU/7b6QmSmitAiSZuvu67P22J3+HvY7i6ere3hgUS26Y7XF8nrlCmO5PWsQVecOmkXig++8qyJqL54I4uLGUSP2S9si0bRCPLrliJWIVUhVzVSFeNyJSruQXTqIVa4D7H6zjvvyMKFC+Xbb78tyxsLxCpSW3Xs2LFIrEblWmWe1bKgZyVNmADFahOe/MY0dESgQqZ+vuYrkxIA19X7DZW7X50hP9m6WyBS9Wsc3IPDelAG+UbbtWwjvTvvHeSm1JPTXz/lf+Vvbz9rpKceVuSKWRwodVnfk2WfznvIS0tfNW2f0DO3NRbpBx5bOMt8fWrfE83fEMOaPuDXT95sDsJCLlXUoc81JrZRfdFct8ft3K/okKxq6H9D9FEP0Yo7QKsh+tFQbZQiViFNEa2nUZkQXm5UZFqhaY8zTb1JYtW9j34gH2fv3r2LkOIQI83zaj8HeXb77bcHeUARpfjee+/JKaecEsqp6sqzpL65HUjDKEmkuXXaUb8Ym25ddyMrk+q175fCBv2KEquQ7agf2/eRSgKSNI1YheA+4ogjTEQxcsciOhk/RLj5Wm0mSWIVdV155ZUhjDgYC784wOm6diS2HQmMPqt89eXkzSpWbXmv49G5vO6664zI9TH1vU8kzW1DvbewHRIggcZAIIVYRY5VJ5pUe17YYh8eS0ho+p63IxPzkZ52ftXi1AMivqjFqPa1N0n9qOvztljNCeJkCR0lGZNY+lZL9ojVXC1BW06O1PxdE506xbqXJHA1ErWQY/Vc6W51OOp1jY71R8KGVwSqK4p4bcBvoVLEKtJSfffdd7GHVkGkumL1+++/l2XLlsnzzz9flhyrwIRUABrUAIkLaWpHrSYdZLXxxhubz211vcxa+Ev/yPeUutbP50mgMRGgWG1Ms9EE+4KIz9/95TYjSRF1ilyoP3vgQhOpiryriC7F1XaTNuakd4hUHOy0f+e9zGnzW7dsY7b4I4+qbtHW0+lRVg8Bggz95QMXm7pwmJSKWbSJ7e+4jrz3bCNxF3/xocwYdbfc9+I004aKU7SFS8WvThciGbt32LHq5CTE6gdffBR7yFMTXJKhIYPRV99+nepwqlpglVWsqgCyt0hDvN12222hfJRppKHNL229SfLSJ1aRtqBz585F07X77rsHW+Tt5/SwJVscI8ISMs0+rKoxilWNULVzmEK0Ifesnd4gSb5FidW0bAA7TqxC+CLfLAQpRGsasYo6NQ/szJkzg8O3ovLionySWPUd4IX6kPYBQh1b4/RChCqiUzQKW7fwawSrvcCyilU86+ZS9eVeTfN9lTS3tfC+xTGQAAmkJVCiWA0dYmSlCnC2chcOryocaGV6FrHlu0jg2dGWkblTk2VmVD+iIlldemnGUbJYTcnSN6OliVXrcKiiNABopXhNpI2yrbNYjYymTRnZmnbZl1CuFLGKg6sgLO0cq27Eqn1olaYHgPTE54k///nPJuK1rhfax+cV7AiCIMWlYhUHa/mkqr6mZdMeYFX0C4KQvMc8zpb+Qb5lz8jw/TC3vyw4u5NMP/sKESsnb1052M+jn3d3mSU3H5mXxc7BbMUSH32/W7o+nssR7P1FSH6soXuRv6AovG+F3veK8jEXfsEQRJeH+qr1eA7AQ3ZsJ01KORmyrmQCFKvJjFiingggh+pv594tiJiEWEVUYI8ue5ocqBpVCmmJrfw4VAplJh9ynnkGF7b5I0p12RcfGgmLQ640whBb2yFHW7dsLSpa8QzqxYVT1DXi9bQ+I2T4lHNNO6hndN+R5oArpBhAe39cONOkCIBkhXgdsFMfGfHkjaGDtlxE2D4+c9HTpg69NNWARr5GnfCuJ8b7TqK/dciVsekGzntwjEl7oJfvhHlIZuSsnbPk7yFJjP6B5y/3PaZou7t7cv2v9hviFbJuOR2LywfC8uonfx+7stB3X1/wkKZgmPX20yaaWS+Icojw4T2PLZKhPp54Dmkhdtx6h6K+uGPRAkgpkTR3KOsbo68tzBl+abD0zAcj0wxEtWd3Gmv6tANOrFOqgqxiFWINeUb1VHb0R0+9R85VjQC1t5KneTtJW2+SWIUMu/feewPJm0ZEoX92vYhMPP3000OpDhCViEjGOLGquUl9EYw+BmkYIfoAUtjN+RrFFHIOOUwhLPVCagT0yc7VmiTf7HZLYYO248Qq7msEKCIyd9ttt1i2UeNFHddff72JfvXlqk0Sq6hXRakeWgWxOmnSpJBU1chfV9Kj3Xbt2hUdYlWKWHXXj2/u62PNpPn+ZBkSIIFqJVCKWPUfMGQI1FGs2hSLpGGWVADOdESJ0bTCMI1YjUwFEJtjNT1L3worSaxqf0YMkymTp3iiQDOkAnA6VVexGi26q1OsLl+eOwxZUwHYh1epRNVoVTtqVQ+Xwq6Yjz/+2KQG0JynWd9p0A7SAOCz4n777Wce90WravSq3tM0APo3+tShQ4eY5n1ruYR5C8SqHfOcddQx5S0pWZCnYWmqv1wQS0pG5mnON7XwlnNk8Qk3ywHPnyMDlpwsC85G/3NMFo9cILkczIsLh/jpOPvOlh4TuwYRvIHw/ckz4fLm/W+29H/8ZFl82EjRvkVHAC+Um85eLMMjdhuUkSiriiFAscrl0eAEIMXGzLjObJ//w3HXmHyrkJaIOP3wi+Wy212/MhGrp/fJbb23pReeXbTiXXNQ1apvV5l72K6PC/lSIam0XhxOpflTcR9SFVJUxSwiVyFgcWkUKsQcIlPvGnKVEX9uLldNT/C7Q86JzMN69IRRRqhCVJ7cc4jJ2Tr77WdNWgNcb45+3PyNfmMsiNDVCyK3X7feZiwQc0hjcObcu0L3o9INaL5ULQxR/dOdeof42ZIZUbv9ux0gbVq2DvoHJmDgjg8y9t4XHzQCEJdG+rpCEuVunTPJcPvzcddJt/bbe0WfzuP5j14dsEd/Om3WwRykpbIU8wNhbl+awkDn77Sex5kDzpCeYdqrM4NnUd9vDy+wdXmi7huO/I3pIwS8e7ljxppUYYu5g8SHYPfNHV7TMY578tZA0iN3r90W6un8+2NNFXaEtdsXtz3wP6/n8aYYDmbT9evjleUbPKtYhdiBtHO31mOreffu3QMB6OY6dfuk2+tVGKatN0msujKqFLGqW7AxJggypAFAP5OiKn3bue1xq7i74IILzPb1JEa+reBxc6vt45ApNwfpVVddJfaW8jjh6LZrM0/LBv1MEqsoAwZIB3DttdfKaaedFnkwGKI377//fm/O3ri8olnEKvqjUagaSau8VXoi3607p/hFgyt1SxGrdhoHpDjwHY5V7jWT5b2CZUmABKqRQCliNfoZV/QlC8n8AUq+LeluVKsvz6b3VHsRV/BF9qOuz3tSGiQdpBWWuelZ+lZXdrGab89ExR0gz5w9QMbNcyN+PX3SSFJ3npyDt+omVsVIqHHiST0RMU8N+R1XSsTqhx9+GCtVfdGqdkTrRx99JIsWLZL3339fvvnmm5KGixQA+Ay9yy67SJs2bUJSNS4dgEas2nlWkZ816ooSfIXI0GW5FBNaQRCZaUVQI8ISwl+ciNUPcFhe/slew2SYLJauJpLVidK0oj2LIlKdjqO/V8jYfMSqG0lrCVHEIRgJ2lXGvDPbH0H7yk1yznvDTV1od3bfBXJuPn4haGe7e/ORuHlhnBers7rcbfVD2+ovC05YLOdcKTI2EKMqfyFWC5Gzub6BV1hEq+hFdC2vyhGgWK0c+ybZsuZSxeDvHXaTPLXoWTnm0XGx0Z+lgoJEtHO0Pj/iNiPR0OY+2+0hH375kZFxEJ+Qu0d0H2Be84k29HvK/GmCQ6p2ab9DkG/V7ZvKTYgv9/R4jTpExKN94UAtFWN6+Jbeh9xDBG/w/5JHNOo9zSur//5s9BMhiaeHMOE+BK4raG1hiTLIT2uLU40G1vohjjGHrpREO5Cj7jh982j3GfMDGY7LZmK/DsHYf8JIk84hqn2NAEU9rqy0eUK0J/XRZubLs6oSPYopXt9l/GEmivbGY8cVIbDr960Z94GNrzzAvGT3XQ9qAxNccZGvSd9LWcSqb2uy1u/e03+7p6qjvMorbLeGtMtSb5xY1QhIO3K2FLGKPkJgIXIRBwpB+CHHZZJYxXOIGEXUgO/QLu27Ro5qfXZ/7flCFO/06dPF3tYfN59RByDhmSyHIEF633rrrUGEq8s8DRu0mUas6lpAeUQ+Jx0M5mMVJ6CzilX0w46k1dym7jZ9ex5890oRqzpPWB/IHwsWCxYUovNxv9xrJun9gfdJgASqnUApYlW3wVopABCbhdyJV+S2rWokWLJYXSC5SM9nnS2rnug37wFGKmUsORiVMsCbK7aOz/sidO08qx4h6EbJ+iLhfCx9Ky2rWNUtykVbikPCNM9kh4khWVPcz6iUAV1lorPVO22OVe947G3P3pywDfM9WG6x6kpVjWDVvzUPKj77zJ8/38jVUi7s+MEvYhG1iktFqZtf1Y1YtcWqPpckVguisrinYdGZW2OzD54lY+WKogjPcWbtaSoARyQGkZs3S9f77e38hTqD7f0xwNKLVY38xC8ifKkJ4tIboE/hZ4LvbW8ajtx7qxGziHD1itWbZZAtmsWTCqW+o35LWYhN9BmK1SY68ZUatoo0yLJFy98xEX/2tv24fkFCIbJVBZJdFpLt+iMuCiJYNRIUssotj7JtW7Q2eVuxbd7eSq51Qlyd1e+kUHcgXA+fcHJwUFb/nXoXbTdXqeeTdhCX0xc+GeR91cptuRglVsFI5etDR44pipZVYWiP167LjozE+B8eNcGL2hZ97hh8bSCK0xWG5RCrNhNb8NrS1Bau9mAgGn8w/tDgJVs0ZhWrSFehUak+sWpHCfu46v2ovtoCGR32za09Np9YxX2blyvUs3yvZxGrkFT4AGgf6KNt+aIG9YAiRCMiQhP5nyCGLr30UlmyZElwcFGWelXyQTrZF2QYUgCorNV7kHuI4NQUBS4bHGCF6E5XHkL2IsLT3kKfRqxqGfRj9OjRsuuuuxqRjIhHRI2eddZZQV5X9EVTICASEhIPjBDZOnbsWCNVXZGIfiKaEX/sSwXl8OHDQ/VrGZWFKi6VuX1wE+pAOURg2u2WwgbtphGrKKd9w9dRYhX3EI2MdWOvJ0Tpgile9wnoUsQq2tJIWkTT4ocdpIBwDwBTtpp+wm6/VLGqLJByYOjQoWZ9uFfWNZPl/YBlSYAEao1AaWJVt7iOm1fgkZOp+ajDebncfibvaNLhVRoRphFpWqUr0WJOhnfzHbr5ESMFb76tkp/35Ip188S6OQ6L0w+EI/bQJR9LjYCzV2DSoVJa1tSHiDkw9knU/HzZUXY5SR4tz03dzhzVLWI1l+syKkenvu7+QrGhviNLEau+VADY8m9LVFuwQqbaYhX/XrVqlbz00kvyz3/+M/NQ8fxPfvITE62qotYWq3bEKnKtuhGs+Dcu/TsuFUBYVBZ3NSqSE2I1JGSLcqxCrNp5WQuyEmLVGx2qeVNjiKUTq7Ok60QVo8WSFNVHjTspzUjRc07KEJNWpaSIVX8/My8ePlAWAhSrZcHIStISUDFki0I3MjKqLl/eUi2L+vbq0M3kSHUPl4rrm90PuxwkmZ0fVe9BXOoFYesKs6gIzLg+pBGrEG6I7MXl2+5t5wNVUWyL1SRBqP1zpaQt6VRKYou/nb7AFY51FasQ0EgHgcuNzFRhinnQlAo+traAtfuXVaza5X1iFW0jIlXlvbuW0Q/N/+v2UyOAET2s8jZpK3+UWNU+JD2f9H2aVqxqjkl7O7lbN2TUwoULgyg7iDpIOUQ/2hfys44bN85Ix6z1quRz28bW7V/84hfB6el6P+mEUwhNiCpXHqooRr0qktOIVbSLcpB9kLJ6Ifr1jDPO8IoyPXAK0loviDWIWPfE+6gIXI369eUZDd7Ltt8+EM8Qjr6DmyCEjz/++FC7pbBBm2nFKspi7UAkx4lVzAkkJsRv1Hpy10WpYtVOCYAIZPTt3Xff9X47aQoGW0aXKlbRACJg3Zy4bsNZ1kzSewDvkwAJkAAJkEBTJ1CKWLUPr3JlqkpUXzoAOycrUgAgXzvy+Ge9NtxwQ+nVq5d069YtkKO2PM0iVtHP9u2j95VHpQJQgXjykgFeCdqoxerRY2Txr8dJ4fio3AwUflnik5j+vLKuWDbi9P6ucrOJzB0guShdazt/lFid3F9m3+GmCLDEc9FzWVcNy5eTAMVqOWmyrkQCKoZQ0JfLM64CRP+NnzvRK05VkEKIntv3JHl7+TtBblJIyZ223l4ueOzaQJZq+Sixite7bt5RcPgSUgXgQroA+0AqSD/3MCk74hPPaD37d95LduqwQ+SBTz4ZiudV7EGS2tGNdmSjRqNCeP7vC1ODCFxbrNqiEeWQxzXqitqGb/fFHafdn1LFKnKitmnRJshFixyiQ3sODlINZJGidv/sXKtZ6rD54+sosermrdW8rjovUVGomJMlKz800cNRzN058olVzSMclfc28ZvSKpBWrGap01cWogmXRojWtb5qeB7SWLd2uRGmvv5D0OGU2DhG4Ig/vkjGamBSjj5CeuoPIE1pPZW6ZsrBnHWQAAmQAAmQQC0TKEWsfvrpp+bgKTsS1c6hiq/dw6vcg67w/GuvvWbkatYDrJBTFZ8vt9tuOzM1bhqALDlWN9poI/ML8ejLd3hVYXs+xOrdXRDVjjqiUgHkI5alEqkArLylkpOj9uFVuT47qQA8EjMytysiUj2HVIVTIVh0TTS8ddiVpkCAWB3hHII1SoL0G0mRw7X8PdoYx0ax2hhnpYb7pCezl3KCOaSYfdiRjUkjSX+ydTfBifUQq8jzie3+uPTQJXyNspf1PdkcYuVLK4Ayvi3uaabFzXfpPuPLC5omYhWS1I46tSM5IdbmLPm7OeQpqq4skbRRZW2xinHZB4PZUq9UsaopGlQy6wFNp/bNHWKWRYpGpTTIUofbZpRYtdMs2HlSNXWFm2sX9brS1e5v3NqzxSpkvabG8En+NOvVLdNQYrWUvvGZYgIQqvjjHk5FViRAAiRAAiRAAiRAAqURKEWs4pfhiDj1idW4HKvooQpWyE+kM8IvzVevXp2686h/p512MgfHQrDiqotYxSFYm2++eWL7RakcglyiUQdNNYbDq/KHRlnpSNx0Il6xWpTLtDitB4CFck5PziPMc1l2Sw8Zqa8p3XyKjai0InHpRooiYxNnjAXqkwDFan3SZd1lJ4Atz7h8QtSWq89/tKiojApVe9u1L20ABN9bKz8QSFrIKxV7aQcDuYro2hfee8WbmsA9UCmtWHWlLdIQdNxsa3OqvEZFphGrSXk804pV9Gf4lHODKGCVive9OK1Oh1dBOv5iyjlBZLJG2GaRoraotHlnqQPznSYVAMrZzPRgMESh9uuyt2gEq71+XOlqy1mUizqAyharvznkTDny3rMj0xCkXa92OYrVUqhV7hlEayIPKy8SIAESIAESIAESIIHyEChFrEKE4nNZXcQqnl2zZo3Jsfr888+nGgykKj4LHnzwwUaGog5cdRGrqK9Vq1ap2i93oZAsdCM5y90Y6yOBMhKgWC0jTFZV/wQ0Z6VPiELsbd2yjXy05qtANkGSntxziHywcrnct/DxVPlX3TQBSVvnk0YNAXnH05PlNy/cZ4q6h0KlFat41o3EROSvRqviflRddnRpVOSljsPOGWqnE3AjVlEeQrD/hJEh3r077y2vL18kk4bflIQm1F87X61vK78tOZNyrNrPq+hEZ+pLrGq+VLSB9fPbQ842eWij8ge7h1a5oKLmyE0FEBXFnAg+ogDFaqnk+BwJkAAJkAAJkAAJkEAtEChFrGIbP9IB1EWsgt0nn3xi0gFE5XJ3+aK9li1byvbbb2/yq7Zr1y50eBVSCuBPllQASAOAdAAVufKHxGmuU/dAuIr0iY2SQAoCFKspILFI4yAAifeH+Q/JjLfnxApSjTg9tMs+MrznsUHnZ7/9rDy79O/y+ZqvIp/XqFcIWhyGhRQCEGWH79RP9u28R2xuUjSESFVch3cfUARNZVpdxKov1YAdgRolVpNOr9fORh0chfs+sYrX7We0HneMUSsoKjo2Kkdq3EFRdhtHTxgVRNLa0Z9JYhVrDFfHfF5dW5gmCWlblmLNtGvZxuRPdS+tE/Om+XtRZtHyd4JDrKLEsS/Hqj1WWyKX8l1LsVoKNT5DAiRAAiRAAiRAAiRQKwRKEasY+8cff2wkZtThVUk5VpFKADn28efbb79NjRPtbbzxxrLLLruYw2Cxlb/UiFXUtdVWW6VumwVJgARyBChWuRIaPQGIu6uf/H1wKBM6DPEUlR9VB6QHR+m/F3/xYWLEqnuYlUbB2hGyyIF5VPdDvZIVQhCXL32ASjFXfqWJWLXloC0d7ZyeaDeqLl8agb2326No7u3IVjuCFAWjxCru2eIW/66rWLX74R6Mdebcu0y/o3KR2qLXLZMkVtFup806BPNns04Sq3EHetmgNeoaOXHdK+qAMi3nE6tuJO/sURMDMZz1m5tiNSsxlicBEiABEiABEiABEqglAqWKVaQCgByNEqturlX78CrwW7ZsmcyfP99EvpZyIdJ03333lU6dOpnH7ShV++u1a9cG4hVfa0QrnoGUZZqpUujzmaZOgGK1qa+ARj5+O2IQsm7wHgPNtn4c2oMrSa5mGR6kKq6um3c0f+PgqwsOPsNIKkQyLlrxrsxf+moQMYvyo/uODEWnQpo9seQl+cNx14gtLu2T293DjFSWoc3PRj8hrVu2Drqt47clp52P05V9dvSiuw3dZgkh6/bR3lbu5oFFh1Qcun3UzkYdGBU3B76IVbsfiD62oz7dvK7u+MHm9AcvNdGqvoPCosQqnvvwy4/M4Wg3HPmbYO6icrX6xoS+/WD8oeaWK7y1vM6djy/K4HA3TRnhG7td/5ujHw+6YYto97ks3wMUq1losSwJkAAJkAAJkAAJkECtEShVrCIdwGeffRYcRoUIVVeyqlxVqQp2EJvfffedvPjii/Lee+/J999/XxLSDTfcULbbbjvp2bOn2cqPtnC50asqVjVNgC1Wf/CDH1QuDUBJo+ZDJNA4CFCsNo55YC8iCKh4u3jPI0KHAEEkIbeoL9dqqTDtk+2T6kBU5PSFT8rdr86QndtuI9cfcZHsuPUOYgsujZjVSFn8+64hV5lyuBDlefeLU4Mt63jNlrWQbKgf8ljTEYz+2enmWbTzwFtzRCUt+nPBY9cW1YUUBvoMnoNYhDxUbpBwbVu0Fu2jHvB1Qs/BIQSYBz0QzCeUtbCOH2V8EZl2pbbo9fGGfDytz4iQaEY5CMwxM64zaRpwoc84aAzXH5YuMH9jvfz64DOKnrXFc9Qcq8S2x6xlkyJxdfzuetX5/vWTN5v5RJ9P3uPw0Nxgvt00F5gfrK23P3pXxs+dGFrvmj8YaSfciOQ0/H3jzyJWJ0zIpTkYNWqUF2Xc/X//+9/ywAMPRH6bHXfcceake5yKij84+R6XPrf//vsL/rjX1KlTzUtDhgwJ3UIEAfqD38D7+ltqvegb2ly6dKlpb+DAgYK+27/p17p1TEljRz06Xh2/D1QUA5RFn2bOnCk4oRYHGfTq1auoX5HwU94AU8wh2sHVuXNnMycu+xtuuMG87s5X0pzY3cCWuCeeeEJ22203GTCgOM0Kxvv+++97e77tttsW9SnlEFmMBEiABEiABEigCRIoVawCFcQqxKjmWnWjVG2xCsG5cuVKWbFihXzwwQfmbwjWulxICdC+fXvZZpttzN/4HAjBa0tUX95VyFfIWIhVXiRAAtkJUKxmZ8YnGpCAilWIoqHdD5MeXfaUr9asMpGjiOzD6/ZhVaV0Tet4dPgtgfRMWw+E1n0vThNsT9ct65CcLy19Vb5csyqoZqcOOxSlDtAoSbetjpttbaJkUc9X334d3G7TYtOgf3j2pfdeDaJl0Q9E1LqX/Yx9D1Lz7eXvhIr7+qgFIGTtS/vo46R1+9Ih2OWjxo8yvjQFblt4Hm3ZnDdr2dpw1hyp7jPuOHz979Z+eyNko8rG9U3HpHXEjdedG3e+9VnUhTWPiNqotYLX3efTMHTryyJWZ82aJUOHDpXrrruuSFZCYl544YVy3333eUUYhOHhhx8ue+65p7Rt27ZoXOPGjTM5oiDlrrrqqmBL4dZx7wAAIABJREFUlD6HZ15++eWirUqDB+d+ITBt2rRQnRBvF110kfnw+uqrrxppa1+l1Av5ec8998igQYPkxz/+sTkJ9t577zXVPvbYY6b/uLTuGTNmGLmYNHa7/zr+Aw88MNRfjOOVV14xbU+cODG4hz4cffTR5t6JJ55oxhnVL9/aT/sa5HC/fv3MAQmYR4hkvAYeaBf91gvb0i655JJAFuvrSXNi9wWsp0+fbtpbsCD3yxP7wrxjzFhP7rX77rvL5ZdfnnZoLEcCJEACJEACJNDECdRFrK5Zs8Z89rLFqitZv/rqKyNREZ2Kz3QQnZCxGklaF/xoCyIV0auQuPjMjChW5E1t3bp1ZHoAiFVIWByExYsESCA7AYrV7Mz4RAMSgCw6ZeolsZGpuoU/a/SqvfX/6iMuKjkvJXBAqF3/l9vkoG4HeA+uakBkbIoESiaQRayikZEjR8qcOXPMH5WVKt0g3mzpZ3fKlY1RHY4SqyjvSkW8FiVW8ToiKufOnWtksEaEarvan7T1QtRBotoCFc/ig3T//v3NB9O//vWvpvoosaqiNW6y3PHbZX3yWgWjr18QrkuWLPEK6awLRkWnK7chS0877bSQUI8Sq0lzon0C07322kvOOOMMI9l93KLmPeu4WJ4ESIAESIAESIAE6iJWQe/zzz8PRa3iNYhTCNXly5ebqFZ8jQOqSt32n3aWIFhbtGghbdq0Mb+g7tChgxGsiE7FpWkAUI7RqmmpshwJFBOgWOWqqAoCiB5csOQV09dlXy43UYq7tM9tqUek5exFz5jUADiJXS/k2bQvbJ1+a+UHsnW+DMqe3HNIWUUo+umLVqwKyOxkkyeQVayq9EKkoEaJqtzzRZQq4LqKVUhVRDC6EbE+wQbRu8ceexghh3bxjBv1qP1JUy/G3LVrV28UJsaHSN4777xTJk2aZCI560usoi1bWiYxVQ6+6NGsCx+cEWGh8th+3t367xOraeZE69TIVqynk046yQhyOyIW5ShWs84gy5MACZAACZAACUQRqKtYxXZ+fE5CBCq+XrVqldl9hShVCNVyRKZmnT2NZIVgRfQqPp9BsCJ1ACJcIV3xNS8SIIHSCFCslsaNTzVCAtgO/9SiZ+Wtj96V15cvModPqXx9c8U7svKbr2S7dh3Na3HbxRvh0NglEmgQAlnFKjplRyni34gIveOOO2LzWiZJQB1sVMQqJOn48ePN9m9b4PoEG6JLUR4yVYWeK2Tt/iTVq+N9+umng+3+cZNTX2JV61XWGkX77rvFKUG0f4gwRj5YnxDNssB0XiBpNXds1PM+sZpmTrS+gw46yIhxtKnsFy9eHEoDQbGaZfZYlgRIgARIgARIII5AXcUq6oZIxWeuZcuWGcmKFAGN5YJkRRQrdlh16tRJunTpYkQrLxIggdIJUKyWzo5PkgAJkEBNEShFrAKARqniazt6NQqOSkHNA2qXs0VdnFjFoURIN+BGy6IuO8dqjx49TB5QzbNpizpt15afSfXGbc/3jTdrjtUTTjghkNK2wLTrhiBGxC4+CD/88MNGMqaRi1n7Hre4wfPWW281RRDB27dvX5NP1z1cyidW08wJ6nVFuEYLu+IeY8cPL5D69sWDq2rq7YmDIQESIAESIIEGIVAOsYqOPvLII/Lxxx83SJ9LbQTRq0cddVSpjzft556/Sprtf6lc+dx6ueQnTRsFRy9CscpVQAJlJPDJJ5+Y/0Dxn9Smm2wiX3/zjfl7yXvvyaatWkmrTTcN7m+55Zby3tKlstWWWwbl0BW7rNahXcQzaAOvb7LppsHzuK9t4W+Ue/PNN02buN584w3ZZdddg/a7bLddUP7jTz6Rr1evNuW036jbvlCX3kP/8DUutPPN11+bPuO11V9/HYwHX6NeLYs+o63tOncO1Y1clcOHDw9e0/HhBS2vYwE/bcMev44B41IWNisw8V2YKzDS8SsXlLXnDX3GXOnfKK9toW+IhsQYtB20XY1XqWJV86pizHa+1SgGcQc46cFVeDZOrOIgKI1g1AO0XLmoB2zZB1b5oh5d+RlXb1Y5GSVWfVIZY8a48Mcevx5epYdWQWQilykkNKQqroYWq2gT8/7EE0/IvHnzzLyjfxDdKntRxhWraecEz9qRrbqWkN8V82lH3UYdXsWDq6rxXYh9JgESIAESIIHKEiiXWEXU6qOPPlrveVRLpYW8qkceeWTJ0arL/2+wdBz6kNP8lTJv/SWS+yRbQ9e/75PB2y6W0cHYlst9x50hcsM0GRo+E7eGBs2hZCFAsZqFFsuSQAIB/Ef8yYoVsuLjj6Vvv34yDYe5nH66vLdkicxfsEDab7WV9OnXT+64/XZzeraeon3bf/+3nPFf/yVPzZ1rotBwyAyugQMHGkGq1zHHHCNoY5dddjF/zjnrLBk8ZIjsu88+8v/fcIOp/1A888YbRvJ9/fXXsnTJErl0zBjz3Buvvy6HDRxo5C7uow58PXPmTBkxYoRMnjxZDkTk2cCBQZuzZs40X6/45BMjURFt9vjMmbLrbrsJ+nPnHXcEr6Ecxo36ICzRH7BAWchG8Lg5H+WmDVw5bpzpn14QmAteesn0He0hp6K2j78xnsHHHhsaP6LVdttlFyM4IVzx3KmnnWbGDEH6+ptvGq645s+fL/vuu6/5GuNHP5+YOVO2bN/ecNdy+jXmE3OGLeKXjR0rD06bZtpSiYr7eBb9feONN0zd4FKNV6liFWNNI/aUSTlSAah8tA/QOuecc0wTGrGKe4js9F0qY3HP15+oelW62rLWrR+RlSo8y50KQNt3ozYhHHE4l5s/1u5bXBn7AC99Bj8QZLn0QK2zzjoriBB2xWraOUG722+/vZG1vstOxZBl7WUZD8uSAAmQAAmQAAk0PQLlEqsg995775n8+43xwi6j7fJBKVn799y4ZtJr7DHyh/fDYtG8/tof5MMHhkqHrJVWVfnlsvzfHaQDpWpVzVp9dpZitT7psu4mR0DF6qrVq42wXL1qlfTo2dOIvsVLlxrppsIQZV5//XXZb999BV8vXbxYtmrf3ghOiEVIUAhESEqVfbZYBVwI2latW8s111wjf1+wwAhERE6qfEW7kLeQmYgMhfgbe+mlMv+ll0zkK6IuISKnPfigafe3V1whrVu1MuUhPPEapCPqxDMQmPga91SsqhhF/QtefNGMYfGSJdK1SxcjVnFBPGI8H69YYYTy3j16BGvDFau4oYfT6LjRT4wDdeMCF3v8KjNRF9rGBXEG0YR2EWGqMhX8n3rqKfn5z39uykGuQl732GcfI5YxLlx47rT/+i8jxSGrXpg/X3bbbTcTgQvhjbohVSGacUE2d+7SxdR99913V+Xar0axah+gpdAhVnXbOCSfuz0dktw+fMknVqPq1e3pUXlk8T3Wp0+fIM9sucUqxqjb8G25mEb4Yq1iy757+BPqxHjxfmRfKq/t13Q8bp5aLeNKTlusZpkTjWwF5x/+MPypddiwYeZ9SNM7UKxW5dsNO00CJEACJEACjZJAOcUqBvivf/2rzvntyw0KqbF+9KMflVRtLlJViqSqqQzb42/omhOr+a3ydiOFbfPPyVXNZkv/50R65bfT9/9zM5n9s3ki+/eSS6+YJ+vHiFzVrJdcalUQ97y9Hd+Npi08h0jTjvLLqValQ1QEu/es6Fs7YtV8/UuxY3WPue9DmfaLnEqGXA7GgReC+kvCzYeqhADFapVMFLtZHQQg29564w0jK9tvuaWRGP/9P/8jxw4eLEuWLjX3EEkJCbnpppuayEbIQER5QoJu16WLEanY7o7XIPQg8jRqEzIUl8rZY449Vl6aP1/22Xdf8wzaQJuoC23ggkxBJKwKQNQJMfj0nDnmPgTFgw89ZNrYddddg/p0OzsiSCEcIQ1RBmPYedddjZjFBemJOjVqE+Oy+6h9R4TnwAEDZOasWaGITp9YBUcIXgjnLp07G7mLrxEpishZXBgj+o6yEL56H7y23Gorw0LL2akNUN+cuXPNWDAGjBNjwvOYJ7SFC2wxbpMCIT9X+KCl7MET9SpHRLUi+hV126kNqmPl5npZjWIV/VYJh6+xbR5iVaMn3YOO7PIqJqMiaH314nnN6Tl79uzQIUq4p5GueqhWfYhVCMr+/fubQwfsLfFYk3jN3oqv6w/RqvjlRFykbdq1ikhSXy5d7Zctb22xmmVO4g7acg/qolhNO3MsRwIkQAIkQAIkkESg3GIV7SFyFZ/Zvv/++6Tm6/U+tv9DqpYaqYrOGWn58OD4qNS8fNzbzj9qROvf80IWYlUFai5xQC4K1paZy2X5DzsUIl9D2/GLnw/AmXLTZLBG01rtdp3kRtTmZeru8+TDHcaHxhWKvg3a7i+zm/WSv1siVZyxhsdRqH/9mJpLkFCva7XaKqdYrbYZY39JoMYIuDlWa2x4VTWcahWrKjSx7V/FKiRj9+7dZeLEid45gBwcNGiQid6MS02gW9e1XlSmOWXbtWtncp0ikhlS8c477zQRy3Y0a9Ycq6hfD/CKy+eq9V5yySUCaYoL0bJHHHGEoF8XXnihifSM6lddFqZGx4IJDttCO2CCcSOFhp1n1xaraecE49ljjz1M1PmoUaOKuupGBVOs1mU2+SwJkAAJkAAJkIBNoD7EKupHiiWz4y0fJNLQ1BFMgl9+47NZXa70YtWSm+YDtC08IUbHS1crlQCE5PgdCpGfQR9Dka+afqD4+cKYou8Z6SmIhi1IzuC1n80uRNu6gEJiNdxvkZzklbxEdsdheL0zOtRmXfjz2cZJgGK1cc4Le0UCJEACDU6gLmJVt2Xr33GdhxgbM2aM2AdV+cpD4N1///1BztS45yAQTzrpJMGBRZBxyLd66qmnFqUB0HYgLf/xj38Y8Zq2XntsaA//xgdkRMXigqg95ZRTgsOn8Jpbt/47jo9yccfvPoMxPPvsszJp0qQgctbtV9u2baVfv35F/arr4oLYxXrRHLZoB+OHFLW37kN6Qr4irUDaOTn++OONpL755puL0gBovyG8f/zjH5v2sqy9uo6bz5MACZAACZAACdQ2gfoSq0oNn6HwGbQhL3xm8qV4KqUPsWLVSFCRee93lfHOdvlcW9Fi1CskcTiWSQsAEWoL0zixinacbf35OnLRpJ5RaxvONv8ghQDFailLpUk9Q7HapKabgyUBEiCBaAJ1EavkSgIkQAIkQAIkQAIkQALVTqC+xSr4fPDBB/LSSy/J8uXL6xVXhw4dZJ999pFtttmmbO0k5lgNxKoTsRrqQXLEalEEa0LEa/QAc5J18fnrBXlc3YjVyOeK8qoultHrkQqAEatlW0w1VBHFag1NJodCAiRAAnUhQLFaF3p8lgRIgARIgARIgARIoNoJNIRYVUY42AqHh5ZbsEKoIlVVqQdUJc1hLvJTo08LpYP8ovmIVbFykYYjXdOJ1V6v6cFSmoM1ORVATvzuLfPWXyJmw7+VA9WIVTuPa7CN/0PpekNH+eXuhTQBoXoy5li1UxowFUDSaqqN+xSrtTGPHAUJkAAJ1JkAxWqdEbICEiABEiABEiABEiCBKibQkGJVMa1YsULeffddk6t+1apVJdFr3bq1dOnSRXCOQPv27UuqI8tDOfH4kPOIJVtDuVFFZEhBkoa39eeqKM6xGt7Of+VzefkpqKer3F0UOeoK3sK/jwkEr5MiQESC7f55yXpp8Jg1lqLo1V+KPfJC/cXjoFjNsqqqtyzFavXOHXtOAiRAAmUlQLFaVpysjARIgARIgARIgARIoMoIVEKs2ohwyNVHH31kDrtauXKlEa1r1qyR77//3hTbcMMNpWXLlgKRihz3OIxq6623rvOhVFU2TewuCTQqAhSrjWo62BkSIAESqBwBitXKsWfLJEACJEACJEACJEAClSdQabFaeQLsAQmQQFYCFKtZibE8CZAACZAACZAACZAACZAACZAACZBAzRGgWK25KeWASKDeCVCs1jtiNkACJEACJEACJEACJEACJEACJEACJNDYCVCsNvYZYv9IoPERoFhtfHPCHpEACZAACZAACZAACZAACZAACZAACTQwAYrVBgbO5kigBghQrNbAJHIIJEACJEACJEACJEACJEACJEACJEACJEACJEACDUuAYrVhebM1EiABEiABEiABEiABEiABEiABEiABEiABEiCBGiBAsVoDk8ghkAAJkAAJkAAJkAAJkAAJkAAJkAAJkAAJkAAJNCwBitWG5c3WSIAESIAESIAESIAESIAESIAESIAESIAESIAEaoAAxWoNTCKHQAIkQAIkQAIkQAIkQAIkQAIkQAIkQAIkQAIk0LAEmq2e8Yv1DdskWyMBEiABEiABEiABEqg5As1EJPhUiX/EXAm3w08mF26WXEREUhUqNB1ZHINsnrWLufIhRmVaAUE/48cHRuk/9Dvji+pqWqRpy6VdNBhI2jq95fwPp1tHbifTdiRhvk01KepKUcTUk4FRpnGXvIbxYETnU40pHZ7M31WZBp80h2kHkq8nlqVVV9pqM6z1tJzCVZbpfT3tWk/spC7yZqm+dRKrc96gs71npnxfSDuXQXWZH/AM0/N/VjKM4hJl+14px5hSvl+WMs6SnsH/men/h/U30Zi41FpfMvyHWNL8izT74po6r4ASm+ZjJEACJEACJEACJEACNUMgy+fwLGVTAMr0817attOWy/LzXZY6U4zbFElZZ7O0P/elLYe2U5VtVuSh0w4tXM4aaFpPEFnOI47XixhGSVdRnSknIKles4hT1JWiSFBPqrIi8d8/TiUp6/RYmegFk7bOoFzCwktbH4in/sZImkBUtkGKQlaRyH46iyzteIrKoZ6IPqWss+JiNbGf+e+bxHJppsYZbar3t6hlHdGhtHUG3S3LwIp/GZgGh1umeSPqS5b//GLHWq4x4fuslsRqOcaT+kNCwmpM8x9z0oJO+6EhqZ7o+82+HF/nFVB663ySBEiABEiABEiABEig+glkkU2pP99qwfgffNavF2me+Lk7X1fatmPLObKiTnWmfThiiQSPx9eTjlH+58LmMTLG7kaqrq8XWd+8DGLVaSxV2zoel51/fNkYaZ1pO5LwLR40nvBDfqrmsq31+HGXyL1ouBHfy6nGk68s5Vo3P9kmvh/k6ly/fr00T37zSPf+bEBmEKuJ7zH5QaQdj7dcxPdyyjrDxRIeSllnbn5SFE5RJCeymousL8cvb5zRpvp/Je49xv/Lm7RrM79C0y/m2FWa8j09ro7Ub5BJ3y5l6EsQjl9XKZpqkSUNKL8IMnzve2ssZ19SvgFGjqwcc2TeYcuwfstRR7n6Er8Umq2/kWI1xXcLi5AACZAACZAACZAACcQRyPIzTpayaahnqS9txFDszybWzSyf+739zNJ5D4zg8YR60jZjyqWMVklVZ3ORZoBU16vE9AtF8x3zQ2NJayMVBDV5IusiWJiw0RQ/ECc2Zy3IxLL5OYkt59xMW2fRdOcjC93Xs9SXdq2nnUf0pVxReAZ7yu+bxJ/znQGkZeQtFxOxun6tiKzL8I1ZpveYTGI16b0jv67SMoodbYlr3dt2xCLM3M8U7wmJM1gmUZZpa0hcp8oxpizf5El9SVpjiYCjI8PTPBqUybw4ImovRz11maN1IutWp/nPJSWdcozHvNmXIao4usvN9jxr+3KspJRQWIwESIAESIAESIAESIAE0hIo1wfqtO1Z5Rqs6YZpKHUraQviJ4i0ZUvAX/xIuRrzdzzTcErpClINbLyBbNy+layPkqsNC7SAuJTxlGVOS62kfB0umyvKtIBKHXcpz0WxWivftdhW1m3YLqNcTd8HbfnLdc3Nyv5+fTNZvRZfp9cP66S5fCsbNdB3Rvp+padQasnyrfFcDxrT2EplwucaO4H169fJhs1byQZbnmnJ1cbe67r1b9MNm0sL/P5YRu3O77K6seTTJEACJEACJEACJEACJEACVUOgAj/+oMkWG8pG27aR9Wsr0H7VzE0Vd7RRTqu/U83Wr5X/tNpRZKP2IoLI1cZ6NUqojRUW+0UCFSawTjZo1kpadbhI1q9bVeG+NEzzyJJhfq+24ak/5rtVwzBnKyRAAiRAAiRAAiRAAiRAAk2QgMnn2WJDadGpTXQ6gCbIhUOuEIH138u3m+wgazfaSpplSgdQof6yWRIggUZPYP36tbJR802l1dYXNBmxqpNCsdrolyc7SAIkQAIkQAIkQAIkQAIkUM0EKFarefZqsO8UqzU4qRwSCVSWAMVqZfmzdRIgARIgARIgARIgARIgARKoWQIUqzU7tdU5MIrV6pw39poEGjEBitVGPDnsGgmQAAmQAAmQAAmQAAmQAAlUMwGK1WqevRrsO8VqDU4qh0QClSVAsVpZ/mydBEiABEiABEiABEiABEiABGqWAMVqzU5tdQ6MYrU65429JoFGTIBitRFPDrtGAiRAAiRAAiRAAiRAAiRAAtVMgGK1mmevBvtOsVqDk8ohkUBlCVCsVpY/WycBEiABEiABEiABEiABEiCBmiVAsVqzU1udA6NYrc55Y69JoBEToFhtxJPDrpEACZAACZAACZAACZAACZBANROgWK3m2avBvlOs1uCkckgkUFkCFKuV5c/WSYAESIAESIAESIAESIAESKBmCVCs1uzUVufAKFarc97YaxJoxAQoVhvx5LBrJEACJEACJEACJEACJEACJFDNBChWq3n2arDvFKs1OKkcEglUlgDFamX5s3USIAESIAESIAESIAESIAESqFkCFKs1O7XVOTCK1eqcN/aaBBoxAYrVRjw57BoJkAAJkAAJkAAJkAAJkAAJVDMBitVqnr0a7DvFag1OKodEApUlQLFaWf5snQRIgARIgARIgARIgARIgARqlgDFas1ObXUOjGK1OueNvSaBRkyAYrURTw67RgIkQAIkQAIkQAIkQAIkQALVTIBitZpnrwb7TrFag5PKIZFAZQk0abH62Wefra8sfrZOAiRAAiRAAiRAAiRAAiRAAiRAAiRAAiRAAiRAAtVFoBnFanVNGHtLAiRAAiRAAiRAAiRAAiRAAiRAAiRAAiRAAiRQeQIUq5WfA/aABEiABEiABEiABEiABEiABEiABEiABEiABEigyghQrFbZhLG7JEACJEACJEACJEACJEACJEACJEACJEACJEAClSdAsVr5OWAPSIAESIAESIAESIAESIAESIAESIAESIAESIAEqowAxWqVTRi7SwIkQAIkQAIkQAIkQAIkQAIkQAIkQAIkQAIkUHkCFKuVnwP2gARIgARIgARIgARIgARIgARIgARIgARIgARIoMoIUKxW2YSxuyRAAiRAAiRAAiRAAiRAAiRAAiRAAiRAAiRAApUnQLFa+TlgD0iABEiABEiABEiABEiABEiABEiABEiABEiABKqMAMVqlU0Yu0sCJEACJEACJEACJEACJEACJEACJEACJEACJFB5AnUWq9+t+0ZWr/9Mvl33tayXdZUfEXtAAiRAAiRAAiRAAiRAAiRAAiRAAiRAAiRAAiRAAh4CzaS5tGi+qbRq9gPZuPkmdWJUJ7EKqfr52vdlxiuvyFV/miir1qyuU2f4MAmQAAmQAAmQAAmQAAmQAAmQAAmQAAmQAAmQAAnUF4HNN2ktFx32Kzl8zz2l3Qbb1kmulixW169fLyvXLZOH/j5PLp72+/oaK+slARIgARIgARIgARIgARIgARIgARIgARIgARIggbISuGbwmXLM3r2kbfNO0qxZs5LqLlmsrlu3Tj5e+47sf9XZjFQtCT0fIgESIAESIAESIAESIAESIAESIAESIAESIAESqAQBRK4+85ubZKsNdpDmzZuX1IWSxeratWvl43X/lO5jTi2pYT5EAiRAAiRAAiRAAiRAAiRAAiRAAiRAAiRAAiRAApUisHDcnbJV8x1lgw02KKkLFKslYeNDJEACJEACJEACJEACJEACJEACJEACJEACJEAC1UyAYrWaZ499JwESIAESIAESIAESIAESIAESIAESIAESIAESqAgBitWKYGejJEACJEACJEACJEACJEACJEACJEACJEACJEAC1UyAYrWaZ499JwESIAESIAESIAESIAESIAESIAESIAESIAESqAgBitWKYGejJEACJEACJEACJEACJEACJEACJEACJEACJEAC1UyAYrWaZ499JwESIAESIAESIAESIAESIAESIAESIAESIAESqAiBGharneS8E0+VNfdcJv9dEbRslARIgARIgARIgARIgARIgARIgARIgARIgARIoFYJ1KhY7STnnT9Vrt/2DbngvFFyY63OHsdFAiRAAiRAAiRAAiRAAiRAAiRAAiRAAiRAAiRQEQI1KFbzUnWnNiKrX6BYrciyYqMkQAIkQAIkQAIkQAIkQAIkQAIkQAIkQAIkUNsEakysWlIV80axWturl6MjARIgARIgARIgARIgARIgARIgARIgARIggQoRqCGx6khVitUKLSk2SwIkQAIkQAIkQAIkQAIkQAIkQAIkQAIkQAK1T6BGxKpHqlpzt+bbb0X+84ksWf4v+dur98gNT74gS2p/bjlCEiABEiABEiABEiABEiABEiABEiABEiABEiCBeiJQA2I1Xqr6uK359AX57/tHyQUL64kqqyUBEiABEiABEiABEiABEiABEiABEiABEiABEqhpAlUuVrNL1WA2/7NMHp56shw3Z1lNTzAHRwIkQAIkQAIkQAIkQAIkQAIkQAIkQAIkQAIkUH4CVS5WRaT7b+W1U4+RnTcqAc63r8o1Vw6TsSuyPvtbee1/jpGdIx5b+fZ42eqGe7JW2rjKnzhd/tPrR7F9quQ4zzt/nly/U5tGfUCZ6eO2b8gF542SG0uY3WCMtbzOSuDCR0iABEiABEiABEiABEiABEiABEiABEigMRCofrEKinWQq8v/cZlse+tDGeciJ1Y7+ARqXkhWUjrmBnOiPHnjaNnr/fJI3jt/+5ovmkQUAAAgAElEQVSctNkLJUvCjIATipd3bOXtW6G28ojVj2XS/zdITq1DJ83cyUOy0WWX1aEWPkoCJEACJEACJEACJEACJEACJEACJEACJGATqA2xGiVXV78qN/7xT7Jmhz2lS6stZK8f7So7t2sTXgGrS5GFMWJV4u415OIrr3ykWG3Iucu1lYtYpVhtePJskQRIgARIgARIgARIgARIgARIgARIgASSCdSOWPXJVY807bLvaLlz8Any03Yt8nSWyf+NOVRGZEoHkFGsHjxBPh6yn7S15uOtebvL7vlsAbmIwhfkb5vtJz9tlS/k9L14W/i/CpGMpv5d5eV5b8hevfaTtsuXyFsduhRSFSzXaMXiFAZpI2sjxWpR2/m2PKkECmPO9UPmPSTSq5BSodCXnBQOWABJ1BgCTvFj0+jRSe/vKift1Ea0L5m45qfGHUcoJUTQz7wYtVMBeNZBHP9UYlXrdPmYf/8rzLEOrCZukUtroPxyKKw1iH/GznnymxFLkAAJkAAJkAAJkAAJkAAJkAAJkAAJkEA1EagtserK1aho1Pa/kEfP/40MbIcHvpK/Te0lh/wly7RFi9WcDJNCnXnxJVbaALeMkZYdJJB9ko963Tkvy4rqzG/z/6nko21VroXG60as5sWjJf5UhNmSN4pCvFjdT9rabatstbiGJaFKUFcO7yfL5+0uz/3ITTvg8s4+NhWotsgsiauRh1vJ36b+WToOOUZ0jnLcwv0MpwJQmVwQ6jn+qMu//lKJ1SCyNSeLjQB1olzDqQCS10E0qzZi8wuticQ5z/L9xbIkQAIkQAIkQAIkQAIkQAIkQAIkQAIk0PgJ1J5YteXqf2K2+fe6Xd4/sY90kGXy8E2HynFvZpmsuMOrnCi+vPSEMNQIVXEklE9a2jLMl6sz9JqvjaIcqz4Z7JF9ERiSxGpofL46QmOO74sRq05OULR/9BeaL9YvVsM5b8Nj80nKyNc0yjR27nJiVex5dZgn51iN5x97eJVHomuEryvKfWK17KwS5zzL9xfLkgAJkAAJkAAJkAAJkAAJkAAJkAAJkEDjJ1CbYlXl6tBOMvGiqBPZ89vNW74pN/7XcXJBprnKHrFqpwHINVWIlPUdLpRdrO4qL4ciHyOiOj3jrHvEqtt2rpFiMahj9gnF8GsaxYt6NEryvINPlBv/gvwJ2ccWKad3cnLuokGVlp4ozIIU94nVMFyvWM2wXT5txKpp1Ru1nOuPN2I1Zh0kivz8s+mYlhIRnumbkYVJgARIgARIgARIgARIgARIgARIgARIoCIEalesAmf7TtJlxTJZ4kWbF6tfPiQ7XnZZRJmoOYnJsepGOXqjScP1NqRYDUcqpl9ziTlWi7b9Q1h68sCacsli1e5Z8db0NBGryZIzUVyWU6wGQtUWjWkiVlMeXqX1e9JfJEespmRl54tVcZ5/TUwKjLg5T7/WWJIESIAESIAESIAESIAESIAESIAESIAEqoFAbYvV2BnIybl2Lxwq+96/LONcJR9eFWwR94lVI8EkOHyqPKkA0kWshsSqTxxGkMgiVr1lPakAwtvowwdahe+5B0GlEKvO2KKjK8PiMiQhM4vVcL/sNnPi0ZWk5RKruh5fkOU77SeuPE8Uq2lZxYjVXZAneDMn9UaG9ZXxG5DFSYAESIAESIAESIAESIAESIAESIAESKDiBJquWG1/nfzz4i3k9vOiUgXEzU2yWA3kVtGp7YVI2Y0uu8w0Up7Dq9KJ1Z2tiMZIWeoZemax2sHONas5adOkAnhIpJd7KFSemR7WFZUKIGZscdvWg1QI3mhjh2sgC7MdXpUTq9ahZnoAWSv70LIw+MSI2nzx3PrJ8X6zqJ2IVAClsEoSq7FzXvH3OnaABEiABEiABEiABEiABEiABEiABEiABMpKoMmK1S4nPiBTV58n+07NGq0K/slideeibfD7SZBndflDolI1EKvygvxts/1EDyAK8nzmp7s4X2nUNvvC+gieCdpzDt3ybBuPWl1ZxKoti3P1oa8PSZcbR8tPW0Gu+vKTWtGbyybIx0MsXkEdg+RU87UbsVqYk511AM7Yog6ScrmG8s3GRqwWUhoEbaJta27dNsNt5STzkj6Qon65Gnt4leae/fQY+U+vH0mh366EBi5ESP+okDs2v36zsEqTd9XOi1s85+BV1vcuVkYCJEACJEACJEACJEACJEACJEACJEACFSXQRMXqfnLxkTvL/z16T8bcqvUzV74cq/XTEmslARIgARIgARIgARIgARIgARIgARIgARIgARIoB4GmKVZjD7UqB9ZsdVCsZuPF0iRAAiRAAiRAAiRAAiRAAiRAAiRAAiRAAiRQaQJNU6xWmrrTPsVqI5sQdocESIAESIAESIAESIAESIAESIAESIAESIAEEghQrHKJkAAJkAAJkAAJkAAJkAAJkAAJkAAJkAAJkAAJkEBGAhSrGYGxOAmQAAmQAAmQAAmQAAmQAAmQAAmQAAmQAAmQAAlQrHINkAAJkAAJkAAJkAAJkAAJkAAJkAAJkAAJkAAJkEBGAhSrGYGxOAmQAAmQAAmQAAmQAAmQAAmQAAmQAAmQAAmQAAlQrHINkAAJkAAJkAAJkAAJkAAJkAAJkAAJkAAJkAAJkEBGAhSrGYGxOAmQAAmQAAmQAAmQAAmQAAmQAAmQAAmQAAmQAAlQrHINkAAJkAAJkAAJkAAJkAAJkAAJkAAJkAAJkAAJkEBGAhSrGYGxOAmQAAmQAAmQAAmQAAmQAAmQAAmQAAmQAAmQAAlQrHINkAAJkAAJkAAJkAAJkAAJkAAJkAAJkAAJkAAJkEBGAhSrGYGxOAmQAAmQAAmQAAmQAAmQAAmQAAmQAAmQAAmQAAlUXKxyCkiABEiABEiABEiABEiABEiABEiABEiABEiABEigGgls1XxH2WCDDUrqerPPPvtsfSlPrl27Vj5e90/Zpf3+pTzOZ0iABEiABEiABEiABEiABEiABEiABEiABEiABEigYgTeXPGcUKxWDD8bJgESIAESIAESIAESIAESIAESIAESIAESIAESqEYCFKvVOGvsMwmQAAmQAAmQAAmQAAmQAAmQAAmQAAmQAAmQQEUJUKxWFD8bJwESIAESIAESIAESIAESIAESIAESIAESIAESqEYCFKvVOGvsMwmQAAmQAAmQAAmQAAmQAAmQAAmQAAmQAAmQQEUJUKxWFD8bJwESIAESIAESIAESIAESIAESIAESIAESIAESqEYCFKvVOGvsMwmQAAmQAAmQAAmQAAmQAAmQAAmQAAmQAAmQQEUJUKxWFD8bJwESIAESIAESIAESIAESIAESIAESIAESIAESqEYCFKvVOGvsMwmQAAmQAAmQAAmQAAmQAAmQAAmQAAmQAAmQQEUJUKxWFD8bJwESIAESIAESIAESIAESIAESIAESIAESIAESqEYCFKvVOGvsMwmQAAmQAAmQAAmQAAmQAAmQAAmQAAmQAAmQQEUJUKxWFD8bJwESIAESIAESIAESIAESIAESIAESIAESIAESqEYCFKvVOGvsMwmQAAmQAAmQAAmQAAmQAAmQAAmQAAmQAAmQQEUJUKxWFD8bJwESIAESIAESIAESIAESIAESIAESIAESIAESqEYCFKvVOGvsMwmQAAmQAAmQAAmQAAmQAAmQAAmQAAmQAAmQQEUJUKxWFD8bJwESIAESIAESIAESIAESIAESIAESIAESIAESqEYCFKvVOGvsMwmQAAmQAAmQAAmQAAmQAAmQAAmQAAmQAAmQQEUJUKxWFD8bJwESIAESIAESIAESIAESIAESIAESIAESIAESqEYCFKvVOGvsMwmQAAmQAAmQAAmQAAmQAAmQAAmQAAmQAAmQQEUJUKxWFD8bJwESIAESIAESIAESIAESIAESIAESIAESIAESqEYCtSNWV0yXcw4bJ89iFkZMlAVndw/Nx6ePniMDrjB3ZdiEiSKjRsoUT7lMk3h1SxGZI/Kb/TI9xsIkQAIkUAkC9vugv/1hMnHBuRJ+98zQU+t9uPfYWXLzkVtkeDhXNOhjrzEy65ZBkr2Gj0R+2VnkyKUix2+duX0+QAIkQAIFAgvlph4jZUoMklLf6+wqF97SQ0ZOFilHXUG9y+4X2f4RkXfvF+nEOSUBEiABEiABEiABEqgvAjUjVvVDaQ5Ubxnz+M0yqL1i+1Smnz1Axu0wUSbKSPPhFdewCQvk3D1LQPvitSJ9Lw8/OPh/Rf5wQgmV8RESIAESaBgC0dIy/x45T0RKFpqFOkp+b62rWP3jCSInPhKGOZa//GqY1cVWSKAWCRTEal3e15LIlFes5n+5NM1pde4akZ5JPeF9EiABEiABEiABEiCBrARqRKwWRxSU9bf+XqoviLTsl7tzDyOjsi48licBEmh4AnHRoHWPFMX78N3SNfRLrexjrHM/TJTWr3INUyRknwA+QQIkYBGoRrGa737wi6bLRdZcxFklARIgARIgARIgARKoJwK1IVZfuUl6jJpiUgDM6nJ3bsu/FXWV+0G9qwwbMUWm5KNVwTOQr/q8CzmowxK3Jn3A1rmtprvNEZF+IlfwB/h6Wp+slgRIoIwEUovVS0Wu0NQqofYLqQJMhNU7w2SYTJEpGuk6crEMwHuxee88QJ7BTgHcc65C5JcVKWvK9JZhI0SmTM69h9+0wzg513rP1mp87925OvO/8Lpnjsij/USmHcVtsGVcP6yKBJoegZRiNelzpJ2uKoBY2F0V3nVVoKzvlVFpXIrv5+tcgp1Vr4jMPUqk769EuKuq6S1djpgESIAESIAESKDBCNSEWNUPpOYD5jaaa7XwgTWcX9UuIzLsd2Nk8a9zuVkLUa6uSC0542CDTSQbIgESIIEkAulSAZwkg+dNErOLNMhDXZwqYFk+J2Ao9YrKhZAULcjYwntx7v256/25vIIi+TK2fNhhB5F33gmndrHkRX1uy03iyPskQAJNhUBCjlX8Esn6RZT/c+QlMmzyVbk8rfn31MJ7Ye69T9z30w/yAQP51FZ4r7y7i5W3OnivrGNe7KYyjRwnCZAACZAACZAACdQjgeoXq/rhMoguLQgA/YBbLBOsCIRArIbzsgbRA3U94KoeJ49VkwAJkEAWAukOr+ovs/OHtdjy0n0fDcSq/R7pE6v2/UAGOGLVKhO0o2I1lPM1ZfRYFigsSwIkQAKRBFK85zjva5rfv/A5siBWg/dUR4wGYlXfC711+iSve6YAp5IESIAESIAESIAESKChCVS9WI0VBfkfyMWkArDTA1CsNvRCY3skQAKVJ5Auf2mKCK1bBgnFauXnkz0gARKobwJZxGpEX0Z4xKpTtOiX+SGxerIsPmxkLuK1KLqfYrW+VwDrJwESIAESIAESIIEkAlUuVoujU82Are2kiA4Y/h7FatJC4H0SIIHaJ5BVrMZtt/dG9TNitfYXEUdIAk2KQBaxGiU5PXVkiVid3F9mj0DKKqv+iCjZJjU1HCwJkAAJkAAJkAAJNBIC1S1WIz9YWvkAvQda+SJWmWO1kaxJdoMESKCeCGQVq74cq5piJbVY1QgrEUnMsSpWtCxzrNbTKmC1JEAC6QlkEav+z5HDJkwUGZWPOE3KsepLBRCIVa1fZHpwMCAjVtPPJUuSAAmQAAmQAAmQQP0QqGqxGvxgH8rBlwNlHwxw49jFcl5UKgAceCV6SIADOaiXh1nVz/JjrSRAAg1JIJ1YDUf92/0rHMwikiRWZ91ygDwT/PAfHmUhEtb6JVi+yLARw2TK5CkioQOwws8H/eBhVg25fNgWCTRBAinEKqhY70U2pOKcqqF3VHOIH3KyxqcCuFkGBYdZ5Z7vPXai9P/LSBk3D/8aJsHnXDuqtQnOFodMAiRAAiRAAiRAApUgUNVitRLA2CYJkAAJkAAJkAAJkAAJkAAJkAAJkAAJkAAJkAAJUKxyDZAACZAACZAACZAACZAACZAACZAACZAACZAACZBARgIUqxmBsTgJkAAJkAAJkAAJkAAJkAAJkAAJkAAJkAAJkAAJUKxyDZAACZAACZAACZAACZAACZAACZAACZAACZAACZBARgIUqxmBsTgJkAAJkAAJkAAJkAAJkAAJkAAJkAAJkAAJkAAJUKxyDZAACZAACZAACZAACZAACZAACZAACZAACZAACZBARgIUqxmBsTgJkMD/a+/uYuQqzzyBP/6CYL7MdCBgloQJYBybbIQgi7KChtVGiybSCFlaoWWkuUBY4mLmYnMRWVmiXESQCOUie5FcIBlxEWmYjVay2JFmxSirDSaaERsQIgEHjJkQIgwBGsyXCfhrdarqVJ1TXdXdT5epPqf719JIE/dzznnP733qUPr3W28RIECAAAECBAgQIECAAAECBAgQEKzqAQIECBAgQIAAAQIECBAgQIAAAQIECCQFBKtJMOUECBAgQIAAAQIECBAgQIAAAQIECBAQrOoBAgQIECBAgAABAgQIECBAgAABAgQIJAVaH6wePXo0XnvttXjvvffi5MmTydtXToAAgekIrF+/Ps4777y45JJLYvPmzdO56JireG6uKL+LEyCwBIGmPTMPHz4c77//vveaS5g7JQQIrIxA8dw899xzY+vWrSv+XvPQkUPx0LMPxYG5A3H85PGVAWnwVTeu3xg7ZnbEndfcGVduubLBIzU0AgSWItDqYLUIB1544YX43Oc+1/mPR/EfEz8ECBBookDxh5/imfXHP/4xrr766hV7w+u52cTuMCYCBIYFmvbMLMKKTZs2xbp160wWAQIEGilw6tSpOHbsWOePQCv5XrMIVb/12Ldi08ZNccbGM2JdeG4ON8ypOBWfHP8kjh0/Fj+8+YfC1Ua+ogyKwNIFWh2svvTSS3HWWWfFBRdcEBs2bPBmd+nzrpIAgSkLFG92T5w4Ee+880589NFHccUVV0x5BN3LeW6uCLuLEiCQFGjKM/PQoUOdkRd/wC/fawpXk5OpnACBT12geGaWz83ij+jFz5VXrsxKyHt+eU+8+O6LcebGMz/1+277BT4+/nFcdf5Vcd+N97X9VoyfwJoWaHWw+vTTT3f+GnfmmWf2V6t6s7um+9nNE2ikQPFGt/gpVmB9/PHHnZX211577YqM1XNzRdhdlACBhEDTnpnFJ6POOOOMzntN7zMTE6mUAIGpChTPzuK95ieffNL5hNRKvdfc9ciuOPszZ1upuoTZL1aufvinD2PfbfuWUK2EAIGmCrQ6WH3qqafiy1/+so9mNbW7jIsAgZpA+RGt3/zmN3HdddetiI7n5oqwuygBAssQaMoz87LLLouNGzcKVZcxhw4hQGC6AsVz8/jx4/GHP/xhxd5r/uW+v4wtm7dM98ZbfLUjR4/EP+z6hxbfgaETIND6YPUrX/lK582uHwIECLRBoNj76te//vWKvdktglXPzTZ0ijESIFAINOGZ+fnPf957Te1IgEBrBIpg9ZVXXlmx95qC1VyrCFZzXqoJNFFAsNrEWTEmAgRWrUDxZveZZ55ZsTe7gtVV21pujMCqFGjCM1Owuipby00RWLUCgtV2Ta1gtV3zZbQERgkIVvUFAQIEpijQhJDAitUpTrhLESAwkUATnpmC1Ymm0MEECExZQLA6ZfAJLydYnRDQ4QQaICBYbcAkGAIBAmtHoAkhgWB17fSbOyXQdoEmPDMFq23vIuMnsLYEBKvtmm/Barvmy2gJjBIQrOoLAgQITFGgCSGBYHWKE+5SBAhMJNCEZ6ZgdaIpdDABAlMWEKxOGXzCywlWJwR0OIEGCAhWGzAJhkCAwNoRaEJIIFhdO/3mTgm0XaAJz0zBatu7yPgJrC0BwWq75luw2q75MloCowQEq/qCAAECUxRoQkggWJ3ihLsUAQITCTThmSlYnWgKHUyAwJQFBKtTBp/wcoLVCQEdTqABAoLVYhLefDS+8zcPxsFyQq66K358361xUed/vxGP3vO38eCL1dnaFnf95N649cL6DD679/b4+0t/HPf+RffI7s/842/9zs/irn/bgNk3BAIEpi7QhJDgdAaro597U2d1QQIEVqlAE56ZywpW534R9/+3h+Nfy3n54h1x355b4rOd//1W/OL+e+Lh/i+Lf/ti3PH9PXHLTH0in/+7u+ORS+6LPf+he2T3Z/7xt/zXB+KOL41rgkmvt0Bzde7ztbjtgTtie7Xstw/H3f/9F4N/qd3/Km1Wt0WgIQJtDla/8dUH4o4/21yRPBoHnr87fvD7huB+CsMQrH4KqE5JYMoCgtV4Nh68/XsR/bCzF4RGN1x9Y+/t8b1/ujW++7O74pre5Lzxv78Tf/tQ1MPVXz8Yt9/7aGy7sxqs1s/ViVs7db8bGcxOee5djgCBFRBoQkhw2oLVkc+9FUB1SQIEVq1AE56Z+WD1+Xj47h9F9MPOXrAZ3XD1rb+7O3702C3xzUoY+db/vT/u+fuoh6u9cPKL/6UarNbP1YlbO3WvjAxmi18X4ezyr7dQa5WBbf1euuP5RQzC3l7dZd+MB/6qFr+u2r51YwRWUqCtwWo3VI2hIHV33H/rzbH1w8fir3+5dyVZP7VrC1Y/NVonJjA1AcFqEQz8j39TWaFarmB9PG76yb1x6SO3x/fiu/Gz3WWsWv/9rRd2g9lHe1M2Klh9/MZK2NpZHds99/CK16nNugsRIHBaBe6777545plnaucswst77rln3nWaEBJMHqwu9Nw7rbRORoDAKhRo2zMzHawWweL/uqSyQjUiOis7n4gbvr8nLn707vhRDIWMld/fMtMNZsv1nqOC1Sf+XSVsrR07v2E6weqyrze6AbtBcLnkdlSwGrXgeOQYVmFvuyUCTRBoY7C6+8afxs1nj1md+oVvxwPbL4+XV+nKVcFqE141xkBgMgHB6ii/yqrSxYPV8gTd1am1EDUiio/Jfu93g60Fuqtd/7y2AnayKXQ0AQIrLVCEqkVQUP0pQtUiwBz+WR3B6sLPvZWeD9cnQKDZAm17ZqaD1VH8lVWliwer5Qm6Kz1rIWq5AvUPg60FuiHn52tBZnUIiwerC19vwW7q3Fc9RO2GyA/H5/srdrtB8Su1lbfN7lGjI9BmgbYFq6NXqo6fgW4IW//90bcfjrt/9Y+dfyx+/9WPH4uXz7s5dmzs1h1+9a9jz7MR0Qlpd0R1s4GIw/HYo3uisx628/st8atXI26+dGv3uLg/fnrp1toFx14vDsTD/+cH0R3J0n4Eq0tzUkWgyQKC1XmzM2IrgAVXrJYnGB2sFr/thKv/VNbVtxVocnMYGwECSxeorsAat1q1OJtgdemmKgkQWL0CbXpmTh6sjtgKYMEVpOW8jw5Wi992P95f1g2tGB1qm6kHq8X1h/aYra+6Xb197c4INEGgncHqkUG42UH8Rnz7P97RD0aLfynCzEfitvnbBVzTDT7L8HTe6tfO77fEged/FVu2D28r0LtOGYiWwWtl64FvfOEb8Y+/r0alxfYEX40jvRW0C662XUJDCFaXgKSEQMMFBKuVCequJi2+wmoQfnZC0QmC1eEVq/ZYbfgrwvAILFOgugJr3GpVweoycR1GgMCqE2jTM3OSYHXwkflB+Dlp0Nk5vrJidUl7rE4Y5I5twCWtWLXH6qp7AbuhRgusjmC1TtxdhdoLVs97eWhVaHcf1uitSu0EnVHZk7W/lUA3WC3ryit0VsyW5xy77cD8oLcW5Favl+wOwWoSTDmBBgoIVjuTMtgvsL5Ham+16bKD1eEvxiquNX5lawP7w5AIEEgIlNsBjNpbtTyNFasJUKUECKxqgbY8M5cXrA72SR1erTlZsDr8xVhFi1RXtr5V25+1+AKpa59ebI/Vss1GrZAtv6CqWzNv5emIYLUTJv+/G+p7zI4KYFd1d7s5Aisn0M5gdfhLq6p+3VDz8vfKFav1D/KXlWODzqFgtf6h/t7Rx3sf4Z8XrJaBanX/10WC3OTUC1aTYMoJNFBAsNoPVUd/RH+iFatjvqhq5Dkb2ByGRIBATqD8AqtRe6sKVnOWqgkQWP0CbXlm5oPVMlQd/RH9iYLVMV9UtdCXQ010vcXacERguvTrLXZyvydAYDkCbQtWi3tc8OP0vY/697cCmLdita6UXbFaO3pesFoPUbu1gtXl9KVjCKxmgTUfrC72ZVLd/VHroWv3mIi7fnJv3Hph2R4jVqJ2gtUHI+78cdz7Fxf1CnurY//Td+Nnu69Zzb3l3ggQGCFgxaq2IECAwNIFmvDMzAarS/oyqcfqoWv3mIg7vr8nbpkpfUasIO3tXRq1L4LqBbk3fzMe+Kvt83C7+7Eu83qLTdW4YHVJ11vs5H5PgMByBNoYrBb3OepLrLr/1l2huvAeq9Hfo3WxYHVrZf/Uci/XYjVs58uvxgSr1WPKL8+yFcByutMxBFanwJoPVutfLFWd5G294LT3ZVYvjvpd9d/GfMS/F64WO7f2f4Sqq/PV5K4ILEGgCSFBsaJ248be16QuYczjS2xtMhGfgwkQWFSgCc/MbLBa/2Kp6i1+sRec1j9e360of1etH/PlVUNfDNU5Ykyo2j3bhNdbaJbGfMR/vsGo+1t0+hUQILAMgbYGq8WtVoPU7q13P4L/zEUPxG3xSCf8LIPNAc3h2hdfjQ9W744fxLfjge07orqZQBHYdkLV4mfUHqvlF1r1LlgEqi9u+WncfHZ3bG9eNrSna3LObAWQBFNOoIECaz5YbeCcGBIBAqtYoAkhwekLVlfxRLk1AgQaIdCEZ2Y2WG0EnEEQILBmBdocrK7FSROsrsVZd8+rTUCwutpm1P0QINBogSaEBILVRreIwREgUBFowjNTsKolCRBok4BgtU2zFSFYbdd8GS2BUQKCVX1BgACBKQo0ISQQrE5xwl2KAIGJBJrwzBSsTjSFDiZAYMoCgtUpg094OcHqhIAOJ9AAAcFqAybBEAgQWDsCTQgJBKtrp9/cKYG2CzThmSlYbXsXGT+BtSUgWG3XfAtW2zVfRk81RvQAACAASURBVEtglIBgVV8QIEBgigJNCAkEq1OccJciQGAigSY8MwWrE02hgwkQmLKAYHXK4BNeTrA6IaDDCTRAQLDagEkwBAIE1o5AE0ICwera6Td3SqDtAk14ZgpW295Fxk9gbQkIVts134LVds2X0RIYJSBY1RcECBCYokATQgLB6hQn3KUIEJhIoAnPTMHqRFPoYAIEpiwgWJ0y+ISXE6xOCOhwAg0QEKw2YBIMgQCBtSPQhJBAsLp2+s2dEmi7QBOemYLVtneR8RNYWwKC1XbNt2C1XfNltARGCbQ6WH366adj586dccYZZ5hdAgQItELgk08+ieeeey6uvfbaFRmv5+aKsLsoAQLLFGjCM/PSSy+NTZs2LfMOHEaAAIHpChw7dixeffXVFXuvueuRXXH2Z86OdbFuujfewqudilPx4Z8+jH237Wvh6A2ZAIFSoNXB6ksvvRTnnHNOXHTRRbFunQe3tiZAoNkCp06dijfeeCM++OCDuOKKK1ZksJ6bK8LuogQILEOgCc/MQ4cOxYYNG+L888/3XnMZc+gQAgSmK1A8N9999904ceJEXHnlldO9eO9q9/zynnjx3RfjzI1nrsj123TRj49/HFedf1Xcd+N9bRq2sRIgMCTQ6mD16NGj8cILL0SxkmBmZibWr1/vTa8WJ0CgcQLFm9yTJ0/G3NxcZwXB1VdfHZs3b16RcXpurgi7ixIgkBBo4jPzggsu6PwxvwhZ/RAgQKCJAkWYWvzx/p133lnR95qHjhyKbz32rdi0cVOcsfEMK1dHNEuxUvWT45/EsePH4oc3/zCu3LIyIXgT+9iYCLRRoNXBagFehASvvfZavPfee53gwg8BAgSaKFD84ee8886LSy65ZMVC1dLFc7OJHWJMBAhUBZr2zDx8+HC8//773mtqUwIEGitQPDfPPffc2Lp164q/1yzC1YeefSgOzB2I4yePN9ZspQa2cf3G2DGzI+685k6h6kpNgusSOI0CrQ9WT6OFUxEgQIAAAQIECBAgQIAAAQIECBAgQGBJAoLVJTEpIkCAAAECBAgQIECAAAECBAgQIECAwEBAsKob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M6gAAQAAGwhJREFU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QQrCbBlBMgQIAAAQIECBAgQIAAAQIECBAgQECwqgcIECBAgAABAgQIECBAgAABAgQIECCQFBCsJsGUEyBAgAABAgQIECBAgAABAgQIECBAQLCqBwgQIECAAAECBAgQIECAAAECBAgQIJAUEKwmwZQTIECAAAECBAgQIECAAAECBAgQIEBAsKoHCBAgQIAAAQIECBAgQIAAAQIECBAgkBRY0WD1rZMvxbYLr4/16zYkh62cAAECBAgQIECAAAECBAgQIECAAAECKyNw8tSJOPjmk/HZ9VfEhg3LyzbXvf3226eWM/wTJ07Eu6cOx5+dc1FccNbFyzmFYwgQIECAAAECBAgQIECAAAECBAgQIDB1gXc+ej3e/uCNOH/d1ukHqydPnow/Hfsg3l//Wnzu3Mvj/M9caOXq1FvABQkQIECAAAECBAgQIECAAAECBAgQWKpAsVL13T+9GX98/+U49+Ql8ZlN58T69euXenitbtkrVk+dOhXFqtWPTxyNj9cfiWPxUZyKZS1+XdbAHUSAAAECBAgQIECAAAECBAgQIECAAIGMwLpYF5virDjz5JY4c8PmzmrVdevWZU7Rr112sFqcoQxXi4C1+P+L//NDgAABAgQIECBAgAABAgQIECBAgACBJgoUIWrxf0WgOkmoWtzbRMFqGa4KVZvYJsZEgAABAgQIECBAgAABAgQIECBAgMCwQBmuLnelanm+iYNVU0OAAAECBAgQIECAAAECBAgQIECAAIG1JiBYXWsz7n4JECBAgAABAgQIECBAgAABAgQIEJhYQLA6MaETECBAgAABAgQIECBAgAABAgQIECCw1gQEq2ttxt0vAQIECBAgQIAAAQIECBAgQIAAAQITCwhWJyZ0AgIECBAgQIAAAQIECBAgQIAAAQIE1pqAYHWtzbj7JUCAAAECBAgQIECAAAECBAgQIEBgYgHB6sSETkCAAAECBAgQIECAAAECBAgQIECAwFoTEKyutRl3vwQIECBAgAABAgQIECBAICNwcF/cv+/gyCNmbtodu//9zIJnm/vnvbH38blYSu3oEx2Mfffvi4Mzs7F799di4astdmO9c8W22LVnV2xbrDzx+4OP3B/7nj/9500MYQqlc/Eve/fG/rmZmN29O762zMnoWg0Pt243r2/KPlywD8rxnf55KMezbdee2NVvnFw/jX4tlOeoevR857qvveW/dhZviaXMxbyz9OaiGNfsm3u7c7l9V+y57XS+ooavWs7t4N87czHzL7F37/6Yq5QP5qi0rfTr0PNsUlvB6uI9poIAAQIECBAgQIAAAQIECBCIXIhUgglWV1PrTB6slv1QixFnZmJubi6iEpouL1idtnXuNTHqtVAGm/2Ab0kB8um7z/L6ZRjZD1oXCkr7wep/jp0H/me8PlsNm0/f2KpnqtldfbAXpl4eO2ZejgNF6xR/5Pns/t4fgbbF12+ai58/XsatZbA6CLG37doVsW9fFH8yqoflufELVnNeqgkQIECAAAECBAgQIECAwBoVGBEiDa9m7QVj0VulWgvPbuqGMPsrS8u6gcbwir3h1YblitXr4/p4Mp5c7vG1WdsW3VylshK3GHvxb5XVb9XwpXv4/ICm88/bd8Wu2De0CrO+6rB/+TFGtZVzc/VVeGPH0VvR2D93JwyL7grfwQVjdvdsvL538G8zOy6PuQMv9wOlfrh2w7Y4+ER1dXIxF7Mx11mlWpvNeefs24wcU28lY+++ZrZvi4PPH+yucrxxLvbufT123jQX+ysrmxcMVjvz9FzEzFwUeWw5B3tum+mtqO0FbtFb5Vx6zuyIy+cOxMsL2czr0+48bnuhu/J6/lwUJ9sWu3ZfHPtrKyfrx9VfC4OV3gv+4aH3+tryhS1x5PdHeqeYidldO+O5feUqzQX6bKzTYGXpcLBaH8/ciF7aHV+rrKQt+r5wufxLM/Hyb6O3knkQwO/487k48LvK3Q+/Vpa1Er08fxmsDr8uy2fI8B8Cqv+7gzPx6mvB6hr9z6HbJkCAAAECBAgQIECAAAECOYHhYLX+MduZX3Y/3j1z3fURTz0Zc52P2w9CuX441A/TimBoW9yw/WA8URzX2VagCHL2x8W1j5n3rrN5c8TRo5UwbmnH11YE9le0bY2tcTgO94LS0WPfFdH7yHptNdzMbHz9wv3x886Yd8XOA/s6oePWSyMOv9r7SPSXnuuunOsHed3gZ9x1Zoog+s3ZwUep+8FqNyAaPY4yJKwEa/svroytsoJvaBxfm+kFTBdWgthqwFUJzLuB2dyQ+0yUgVndZvSY+ls4dO7r9Zjthdq1lYKVj5cX20ssHqwW81/cexmQFSsPd8fF+4uwrAzO52qhaDlHC425DFC7H23vBrXFiszZt7rB6shzVLeWqITi414Lwx8/n7+Ktx6W9l87M7Mxe+H+2F989H5mNnbteC72FasyF+2zYafBCtPRWwEM9Wt1NWjRJ7Ovx97eFgVlsFoGznNFbbmitLLqdXCd4dd8dj+JwZYAM/0QfKnBasS8+11WsDt4cgpWc/8VUU2AAAECBAgQIECAAAECBNaowLhgtbc6rAzGymB1aGVmGQ51Q6XorSzsHtsJFsuP7c4LOurBavb4+oq88h7KYLU+lf0grDeGuVF7gVaC1WowOPI6/cBryKgfIg9WkdZCxv4Ky+6Ky3Hj2L17WxysrCat7XlZvbXhcUT0gsuZ/srdQUhVHLgtZnsrSMtgte4+CFZrq447bvPH1N+HdyhYHaxYfS523jQT+x8f7Ce6pGB1qMdqweqenfHc/ftirh9+DwK92qyPsInaSux6j5bBan21dfXcMzFb3suY18LC+3pWXme9ALr22in/OFD9A8W4Phtz/fF9WzRGuVp6cE/z5nhksLondv72/tj35iDw3fb12Zj7eW9l7fbZmH1zfyf0Lv+YMuoj+LXgc2g7gkEAXQapwytSh59RQ78vV1MPvb4n2WdVsLpG/3PotgkQIECAAAECBAgQIECAQE5gOStWB6stR69YrX6Ut7rycMQXBI1csbr48bUVq/29GQfB6pICzaGAZ3DO+StW6yFUfQVnf8Vq76P4nWCxv7q18uVc44LV6jiqNf0tDCoBX23MI7ZxqG03UF/RWF2JW1ux2t9mYMyK1S2Xx5YjL8eR2rYKla0dyq0A+itLex24fVfsvnB/7UvO+iHa8NYJ1XMvGKwOeq9zlepH0BewKVcHF/PYCQp7q6nLlZm1Fav9fqq7l9tC1FesDq087nzp24gvV6quVk4Hq2NWRs9zmr9itf866IfKQytLy0B37IrVPZ3tMAZfdFfdHqG6fcHCweq4Z9LoLROqq1fre6x2v5xuTLA6tJpesJr7L4FqAgQIECBAgAABAgQIECBAIC3wKe2xWgtjRn27+CJ7rC71+Nr9jthjtVinWa6w66+aHfGN7aP2Ma2EduNW9/UvP2JV52Dv1l7VULA60w/gKjcxYl/X0XvWFqY3xLbnn4iD1Y+sF7FeuSK3DBqH9nbtXm3wBUGDqxcBXn3f1vIeyvC4rB1elThYdTgIXIdD1O6Hw+d/C3xnL9MiMBvyKff0ra9YrdSN2xu3E7gO2QwbzAslB196NPAoxtVdIVvdobYwuf66iCefqm1Q29v2ovcR+OF9insn7bj1envxFauDj+fX+qwM3JcQrA4/Dkb3Un2LgiKQHGwFUIS1Q0FnZUuH2vnPjYj3c18aNXrLglF721bPO//L1mwFkH7wO4AAAQIECBAgQIAAAQIECBAgQKApAmNDss4qQz8E2iNgK4D2zJWREiBAgAABAgQIECBAgAABAgQIECDQEAHBakMmwjAIECBAgAABAgQIECBAgAABAgQIEGiPgGC1PXNlpAQIECBAgAABAgQIECBAgAABAgQINERAsNqQiTAMAgQIECBAgAABAgQIECBAgAABAgTaIyBYbc9cGSkBAgQIECBAgAABAgQIECBAgAABAg0REKw2ZCIMgwABAgQIECBAgAABAgQIECBAgACB9ggIVtszV0ZKgAABAgQIECBAgAABAgQIECBAgEBDBASrDZkIwyBAgAABAgQIECBAgAABAgQIECBAoD0CgtX2zJWREiBAgAABAgQIECBAgAABAgQIECDQEAHBakMmwjAIECBAgAABAgQIECBAgAABAgQIEGiPgGC1PXNlpAQIECBAgAABAgQIECBAgAABAgQINERAsNqQiTAMAgQIECBAgAABAgQIECBAgAABAgTaIyBYbc9cGSkBAgQIECBAgAABAgQIECBAgAABAg0REKw2ZCIMgwABAgQIECBAgAABAgQIECBAgACB9ggIVtszV0ZKgAABAgQIECBAgAABAgQIECBAgEBDBASrDZkIwyBAgAABAgQIECBAgAABAgQIECBAoD0CgtX2zJWREiBAgAABAgQIECBAgAABAgQIECDQEAHBakMmwjAIECBAgAABAgQIECBAgAABAgQIEGiPgGC1PXNlpAQIECBAgAABAgQIECBAgAABAgQINERAsNqQiTAMAgQIECBAgAABAgQIECBAgAABAgTaIyBYbc9cGSkBAgQIECBAgAABAgQIECBAgAABAg0REKw2ZCIMgwABAgQIECBAgAABAgQIECBAgACB9ggIVtszV0ZKgAABAgQIECBAgAABAgQIECBAgEBDBASrDZkIwyBAgAABAgQIECBAgAABAgQIECBAoD0CgtX2zJWREiBAgAABAgQIECBAgAABAgQIECDQEAHBakMmwjAIECBAgAABAgQIECBAgAABAgQIEGiPgGC1PXNlpAQIECBAgAABAgQIECBAgAABAgQINERAsNqQiTAMAgQIECBAgAABAgQIECBAgAABAgTaIyBYbc9cGSkBAgQIECBAgAABAgQIECBAgAABAg0REKw2ZCIMgwABAgQIECBAgAABAgQIECBAgACB9ggIVtszV0ZKgAABAgQIECBAgAABAgQIECBAgEBDBASrDZkIwyBAgAABAgQIECBAgAABAgQIECBAoD0CgtX2zJWREiBAgAABAgQIECBAgAABAgQIECDQEIH/D3mMz79v5pVz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329160" y="1790632"/>
            <a:ext cx="0" cy="1131496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4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30200" y="887944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Reporte Generado </a:t>
            </a:r>
            <a:endParaRPr lang="es-CO" sz="1600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9" name="7 Rectángulo"/>
          <p:cNvSpPr/>
          <p:nvPr/>
        </p:nvSpPr>
        <p:spPr>
          <a:xfrm>
            <a:off x="5547338" y="1815117"/>
            <a:ext cx="1569079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2" name="AutoShape 2" descr="data:image/png;base64,iVBORw0KGgoAAAANSUhEUgAAAvYAAAJeCAYAAADfrkGjAAAgAElEQVR4XuydB1RVx9aAP5ooVrAgYm9gAUVUsKKCYi9YomI0GnvFEowNO2Kv2Cv23kXsgIgKVoyKXaNiA0RFOvxrH7xyQTAmL8mfvHf3WqzEe+fMmdkz59xv79mzRyslJSUFjWg0oNGARgMaDWg0oNGARgMaDWg0oNHAv1oDWhqw/1ePn6bxGg1oNKDRgEYDGg1oNKDRgEYDGg0oGtCAvWYiaDSg0YBGAxoNaDSg0YBGAxoNaDTwX6ABDdj/FwyipgsaDWg0oNGARgMaDWg0oNGAooHkcHYPdGRGVB82rO9HJX2NXv6XNKAB+/+l0db0VaMBjQY0GtBoQKMBjQb+uzUQ4c3EEQFUd59CqyLa/9191fTuCw1owF4zKTQa0GhAowGNBv6lGrjCkh+mEVx9POv767NmqBve2driMbcbZXUgPngJ/WfeocG0+XSNX8OAiUd4nazWVb3qDNkwHnsDeH9jO3Nmr+d4yHNic5hStWkfRo9sh5kBJIasYqBcK6kmtLTQ1s2BYQlbugwdgH0xuOTZD/eTkWiV7Mjs2V0opRPPxUV98TjzDp0yXdg5ux0hqwYxyfs16bJV6JjRbdF0nExU8JXIteUDmHIsXCmnpaNPHtOqtO43iHYVcklDWDVoEt5KQ9JEx6wbi6Y78bkavl0v3c0Sub/fg8me3oS8iMegeHXaj5qCS4PCKK36cJPts9xZczSEsCRDzBv1Yvz47lTJm0jIqoFMPJLaJy0tbXRzGFLCtgtDB9hTTBeuLPmBacHV2b3aLq3dWtro6BlQwMyRfsOdqZovtR8fbm5nlvsajoaEkWRoTqNe4xnfvQp51fsy2Ap4z43tc5i9/jghz2PJYVqVpn1GM7KdGQYkcnPNUNy8s9HWYy7dUicBS/rP5E6DaSzqGv9V/Rk93I/HZE+8Q14Qb1Cc6u1HMcWlAYU/s3ESD7f9xE873lDTxRPX+rmBJO54uTBmXwz245Yw0Dp7aocSL+HZz52TkVqU7Dib2V1KoRN/kUV9PTjzTocyXeYyu2Px1LJJ99k8cjS7wyrRe+lEmufXhuQX7Bk3mI23k9I/m1oG1B21iia/uGSt++SLLOzjweVqP7NqWE2y8YGb22fhvuYoIWFJGJo3otf48XSvkpfEa8sZMMWP8sPX81PdbEA0J6f1ZNmrlkyf70zKxmGMP2JM/7UTcMj15Wsi6f5mRo7eTVil3iyd2BxpuiJx99nvMRlP7xBexBtQvHp7Rk1xoUGaMlPVpNz/GOGpEx79PKZUbd2PQe0qkAuZY9/23KSV00JbRw+DAmY49huOc9VcX5+n/PYzFf/Yh0XunuwLesg7bSPK2HZg+PhB1C+s/RvvBt1Pykji/uaRjN4dRqXeS5nYPH/qs5V4jeUDpnAstfPo6OfBtGpr+g1qhzzuiry/wfY5s1l/PITnsTkwrdqUPqNH0k5eTFmIBuyzVI3mC40GNBrQaOCv0cDdu3eVisuVK/fX3OB/pdakQ/QwbsXhFgd5syoPwyras+ihIW1WBbGnVwniD/aiZPtAuvtdY2r0MMo5LCe+WjOqqwg4Ww1cNk2kwaPFNLcbzhndarRzqkOB8ED27gkmyWExfgcGUNJvIGaNVxBv1RRrE22SY55yxf8aUdU9CPIbyqN+pWm1JowUg6Ysv3+YvgUuM86qNu43EtCznkJ8sCunBpnTZFUCVk2qpQG4rjk9lnjQ/rNXNQ6ffmVpsS4FqyZWFIoP525wEA+07Zjre5RhZf0YZN6EVQlWNKlmkgoHgK55D5Z4tOdzNb9DL+4GM6ltO5VfLTvQ3saAu0e2cuJNHRYGezO4xF08W9RlyOns1OrQCsvkS+zZHUxKyzUE7+7KvcFmNF4Rj1VTa0y0k4l5egX/a1FU9wjCz9UM7x7GtDrcgpRnPdTaXZiE179w7uJjcjp5cWW7MwXveNKi7hBOZ69Fh1aWJF/aw+7gFFquCWZv9+tpY7yhKTcXN8du+Bl0q7XDqU4BwgP3sic4CYfFfhwYUIpzwypiv+ghhm1WEbSnFyXiD9KrZHsCu/txa+rHrPU3rRxr6toy9VdLOrS3weDuEbaeeEOdhcF4Dy6DziddJ7/cxffW37HbeDxnz02mWvhGOlTtyWmLeZw/NhQzVcHYI/Qu3Yo1YSkYNF3O/cN9KXB5HFa13bmRoIf1lCsET6iUCrdX3KhhM42riTmxX3SDY4NLoJ0cxq7RA9lwO4F3ob743TOgqmNNiurlpN7oVVTfbJG17ofepadpWw632MczrxY88mxB3SGnyV6rA60sk7m0ZzfBKS1ZE7ybrrcGULbFFmw2vmRXF4HFt6xpUZj+D4bif20aSWMsaOBZhmVhR+htmPHFksgVtxrYTLtKYk57Ft04xuASMisTuT61NrZTf8WyQ3tsDO5yZOsJ3tRZSLD3YMqodCT879OPsi3WkWLVBKtC8YTfDSbogTZ2c305Oqwsft/43Kg/X4UTXvPLuYs8zumE1xUvTKZWyFpXw14w9CvPVOFnW/m+Xg92RFeilZMdRT4Es29XIFFWk/Dzm0DFs197N7hSUfqaeAW3GjZMu5pITvtF3Dg2GEVNcT70K9uCdSlWNLEqRHz4XYKDHqBtNxffo8OoxE0WN7dj+BldqrVzok6BcAL37iE4yYHFfgcYYKYyHNKPiwbs/1d+ADX9/Fs1cPr0aRo2bPi33lNzs3+HBi5cuEBQUBC1a9emWrVq/45G/1NbmRnA3k9Ex7QLW4I30TqodwawX4OV11v2f6/u7frA/h/K0X5naaaeP8UYCwlIjiPEvSE2bk9wPniHJfqjMGu8lqobItjXTa6NZo9zcTrstWPjmy0YDi1N28N6GEdFU3fDQzZVW4GdxTye5o/gufG4z2Dv6GWN18tdKPyUqXwC+y02bPxULv7mLBxqjuVB54M89dRnkLkjXtZevNzVhSyr+R16mfS4G4W7BdJ22yXWtS9E4oX59JlxDjOXjYyMG0rZ5pspN+caJ4aXRYdo/Cd1YXJoPSauGkqCqxmN11ZlQ8Q+UtWyB+fiHdhrt5E3ezpzKh3Yq7U7OYyljqUZcr0zex8vQ39oWZpvLsecaycYLl72aH8mdZlMaL2JbB0RlQb2nkn8UK49O0tP5fypMaQOVQjuDW1we+LMwTue5BwjYH+fRB1TumwJZlPrIHqnA/ss9PdxO50KdyOw7TYurWtPocQLzO8zg3NmLmwc14BPfngJYOfZxo5Y9zxJpXknGXGjI223mjI98DSuldVASwH7thzWMyYqui4bHm6i2go7LOY9JX/Ec4zHqcA+Dr/hFjisz0cN02sE5xjPpcAJpFUVz8Wfq1JrXnGWhR2lb36ZOHGcGvgV3W/JRX8V2K/MztCyzdlcbg7XTgxXVrKi/SfRZXIo9SauYujHkX8c7OP8GG7hwPp8NTC9FkyO8ZcInFAZXT6yvVNhugW2ZduldbQvlMiF+X2Ycc4Ml43jaJCmzE9gr2ZYxN9klkNNxj7ozMF7nuiPNOdbnhsB+7RyyYQtdaT0kOt03nuH749WyXqebjXhpyyfqXgCRophk5sx/n5MqSGTPI6rc7sxQvqyeAqOtwd/5d2wB2cDiPMbjoXDevLVMOVacA7GXwpkggzwJ7DfYrPx0/Mcz81ZDtQc+4DOB++xIL4/5drvpPTU85waY0HqdHenoY0bT5wPcmdVs0zfARqw/6f+YGna9a/VQHJyMsuXL2fgwIH/2j5oGv7XaWDTpk3I8SHFihWjQYMGf92N/hdq/gJgHdhZpC5GQf587LaPgFa7seqQlcdeB1OnmSztHsMkaxtmGkwh5OzPnz2uSb9MxdZqKsljgzlXfzlmjVeh32oYbc10SIp+wKktewit4M5F32E87l+atr51cDI8RGD1A5yzXkgFVz1a2Zxg5yvXLD32uqU7M3duV0p99mB+CfYSfjPJxhp3bTfiz9bOxOOsS+nOc5nbtdRnrzK/Qy8epQ7Sy6YLXk/1KWJZC7sGTXDq+SPtLPIQOs0Gy0nJjLtykUkWGb2Dn+BylT6thrXFTCeJ6Aen2LInlAruF/Edbc7RDGC/vtw0jrs3IiXsDLMHjeFIXlcCgr/Hp44lk5LHceXiJL64jVpfXrhcwNpmJgZTQjj7s9mn/ibxy1RbrKYmMzbYn0ZrLHHYWYS6RkH4f+zGvoBW7Lbq8BWP/Sf9dTZgXy8bung9Rb+IJbXsGtDEqSc/trPAMGOYetJDVrauzsAAbfJ+/EiZ8X74u1kr4PVZPoG9bx0nDA8FUv3AOawXVsBVrxU2J3byyvUT2H84RG9zJw413IKP1RJqjQ5j4JnrzKmjqu0rYJ+V7ofdo9cnsH8yJgQ7y0kkj7vCxUkWfDGKisf8j3nsPxzqjbnTIRpu8cFqSS1Ghw3kzPU51NFP5uXuXth08eKpfhEsa9nRoIkTPX9sh0UGZaZ67NXvn0jIJBus3bVxu+pLbc9KX6x0ZfbcKGC/vhzTjrvTKCWMM7MHMeZIXlwDzuOwrhKNs9KVy0uGfeGx/zQnvktibv2KjI/+mYvBU6iqHcH9aw+IlOgoLV2MSltiekXAPqt3w2gq6X7gUG9znA41ZIuPFUtqjSZs4Bmuz6mD/hdgL9F2k7CxdkfbLZiVcd9jM9OAKSFn+Vm1FJT0C1NtrZiaPJbgC5OwzMRprwH7/4UfP00f/1YN/B6w37t3LydPnuT58+fky5dPAT3x4lauXJmpU6cyYcIEAgMDkdCNgIAAwsPDKVKkCPXr11fKy3dv375N1z9jY2PKli3L1atXiY6OTvfd999/z5MnT5TrqlSpQufOnT9/P3PmTOX/R48e/fmz1atXY2BgQNeuXb/Q4e7duzl37tznzwsVKoS1tTUODg5cvnyZEydO8PLly8/f6+npKffs0qXL589ev37Nzp07lfYmJCRw8+ZNpI2FCxdWyhw7doxXr15hY2PDwYMHefbsWbp2DBo0iNKlS3P79m22bNmi6ElXVxcLCwtcXV2VsqJfWUGJiYlR/i3fly9fXvmrV68es2fPJikpiZ9//vlz3du3b1f0V6tWLVq3bq18vm/fPqKiomjWrBnSV5X4+Phw8eJFQkJCyJMnj7JS4+zsrHy9bNkyTE1NlTrOnz/PpUuXOHXqlHI/0ZWMdYsWLZR+Sh01atTA0dFRuVb09/TpU+rWravoRyOZaCATgD3guItluq60XqZNH1dLds26Ro9MQ3E+gX23t4ytWo8FxrO5e9KF4p8gLun+bOwqjOXtyAAuNV6PWePlRBiXJOf7J7yINsCy2zQWzxxEfZMEjvQuTVv/jsxp5oPrqeaMrbSJmW9+xj3PRH56/B+CfVIoHnUtcIsZTfyFhn8Y7LPSyyzbbCSGBbJ55Qb2n/TF/2Io4ToWuHr70eWkHdbuuky8doEJSkyBunwC++URGJfMyfsnL4g2sKTbtMXMHFQfE50kDmUIxVn6SBUvroVeoZoMXrWXOc1fMbm6Ne66E7l2YUJq6IK6qI3x8wH+VK23AOPZdznpUvxTKFIS92fbUWHsW0YGnKfZ5qo4HHBk1zJdXFsvQ7uPK5a7ZnGtR1ahOGqGUWIYgZtXsmH/SXz9LxIaroOFqzfnPOqTM2Ozbs+jUY2RnCv5E34XZlEr4/LJJ7D37ziHZj6unGo+lkqbZvLmZ3fyTPyJx5/APmJrJ8p3P0fb/aGsrLKR5uaDufHdPm6vbklqmPVXwD4r3Sfsp/snsH888jJ1rd3RnXiNCxMqphl/n/oTd2IA5ZpuoubnUJxI1rQwof8jF85emUJilqE4EWztVJ7u59qyP3QlVTY2x3zwDb7bd5vVLaXliYQFbmblhv2c9PXnYmg4OhaueJ/zoL6aMr8E+yRCPepi4RbD6AsBNFxd+ZvBvsnSR3yeYXqFqDl4FXvnOHJLQsay0lXiqayfqU7RTLetxjStCVw5P4FKMRtoU+AHDsQJ2Oem49YXbCwoq3lZvRt0IGIrncp351zb/YSurMLG5uYMvvEd+26vpqVeaihOmscekkI9qGvhRszosyyP/4F6C4yZffckLmkvJmbbVWDs25EEXJ5BTdkWkUE0YK/5tdRo4E/WwLeC/fHjx9mxYwd2dnYK/EVERHD27FmaN29O48aNsbW1VWBw165dCrgK9BkZGXHt2jVu3LhB+/btFRj+8OED/v7+CoALLArw58iRg4ULFypldHTSfikF+t+8eaNArBgRc+bMQV9fn6NHjzJjxgyyZcuGtEtEYFNgOjIykpUrVyr1q4t8J38tW7ZUPpbwEjEafvzxR+Li4hRDRIwQFaQLUMfHx9O2bdvP1fz6668sXrxY6avcR7zZ9vb2uLi4kCtXLsSwEBEA9vT0VMpJH1QiMerSV6lD+l2pUiVE/9L24sWLM2LECEXH9+7dw9LSkuzZs/Pu3Tt8fX2xsrJSVlUEpD9+/Mj48eOV/5e2i1EgAO7h4aGAt5+fH8HBwcr4TJs2jYoVKypNEKiX76SP0jbpv3wm49exY0elftFP0aJFlTGScWzSpAlVq1Zl48aNSP8F+mNjYxUdlyxZUhmTnDlzKoaKGD5ixElbNZKJBjIF+6PcmhrNYGsnvF5lg4TiuHwG+0xCcZJfsKJ5GQZdbcf2W5to/ymOOGJ7Z8ydD1FzxQN2l5r0abk9nF12PvSz74xXTGvW+G2neykV2HfB2z0c5y4HSMwVTclhZ3EJaUSvR2lg/y0hBUqMvVooDtGH6W3Whm1VV/Bhd6k/GIrjwAHHzPRymR+fTGf2MUO6LxpJfQOIvT0Lx2rjeNLThwt1l2HmfIKG60PZ1b0Q2sRydnRD+l12YN6O8eiN+xQOEr4LO59+2Hf2Iqb1Gvy2d6fUF2DviOKxn+GAQXZDTMuUpqASkhHF1o4lcT7RkPWhu+heSBtizzK6YT8uO8zj+KSEz6E4r2Y+o3mZQVxtt51bm9qTOlQRbO9sjvOhmqx4sIty0ysrYH/01lSiB1vj5PWKbCRQ3EUF9pmH4iSF7mDi7GMYdl/EyFRFMMuxGuOe9MTntieNMqaMjDvFQLMmeFlv5NXuTMKiVGDfxRv3cGe6HEgkV3RJhp11IaRRLx4J2I/Lx8qWFenv/S7dpmptIyc23N5Jt4JiZf5GKE5mulcD+2eLP/J9SWdONFxP6K7upKp3NA37XcZh3g4m5JqGRYOllF8ZxsGe+SD5OUsal2JE5M8EXxzH+9GZx9gnP1tJy4r98X6nvpFbGyOnDdzeVoPTk2dzzLA7i0bWx4BYbs9ypNq4J/T0uY2nmjK/BPtoDvc2o822qqx4sJNSkyt+eyiO4rGfgYNBdgxNy1BamWBqYUuZ6UoB+6zC2z6w27kU3x2pzapbe+lZ6K3isX993oO2Q45Rf7MK7CVML7N3gxbPVrakYn9v0qvJCKcNt9nZ8TIDMoB99OHemLXZRtUV91id+ANlBl2l3fZbbEp7MdHZ3JlDNVfw4MCPynhqwF7z66jRwF+sgW8F+/3793PgwAF++OEHcufOjaGhoeLRlRANgXiBdPm3l5eX4tE3NzenVKlS5M2bV/EmC2gLJIoIDArADx8+XPm3eNMFbhctWqSAu7ocPnyYVatWKfcRiBbQnj9/vrIaIDAu3m2RBQsWUKJECcULLsDZqVOnL+qRsnJvlYwdO1YxUsQbLh5sMzMzBYyzEgFbubd4pcWwefz4Mb/88gs9e/akVatWSjtFn6KPJUuWKG1VedBVdYpHXrz+AtLSHxFVuwYMGKDAsYBz9erVlXoE4teuXasYErIiItfIikDBggUV/YlnXq5/9OgRffv2Vdov9Usdco2sEKiMGWmfrARI+8X4uH//PhJDLzoXo6pfv35Ke8XoEONJyrRr105p48OHD9mzZw9aWlqKfgX8379/r7RRxlVWQ2TFQ1YANGCfxQzKAuxvezYgcrsz1Z238UzLnJ/8VZtnM4uxT+bVju+x6roTrUajmD6yGcUjTzLH1R2flM7suLyeFiHp42jf+47AtskCXjZeQdD+77nVTzz2XTh1uiIe5ftwOLYkg49fprZnMXqog/3awgz0HEh1vU/90TKgnH07bD+ns/kUiuNVlEFSTvsddw95Mm9/FG23XmVTqxAFQtYWHojnwOqkVVMO+3a2aZtyv1kvVxj+S0cq9vOlTJ/5TO9Wnhi/WQyZcAxjt2DOj4xkdI3GLHhdjV7Du2EZe5Ils/cSVms+QccH8GyIepz3e3xH2NJkwUsarwhif5/iGTbPZr03INpvJDUaL+B1tV4M72ZJ7MklzN4bRq35QZwacjctxn5dTXZ8b0XXnVo0GjWdkc2KE3lyDq7uPqR03sHl9S25NbxiKtjf9qRB5Hacqzuz7ZkW5j/5f9o8m7n+Gtr+Qv/K/fAt04f507tRPsaPWUMmcMzYjeDzbl+GCH0z2J/idEUPyvc5TGzJwRy/XBvPYj0UsL/QxZuGFmN42nIqE1ubKisQSXc24zojAMsFnzbR/hbYK/sbMuj+++tqm2cduDiyBo0XvKZar+F0s4zl5JLZ7A2rxfyg4wzNt57W5fpytsIgFk7vRLEXuxg7eAmhDl482NWBmxJjvjgnvZYMp26O1HmrnccMm7ujsBjzlJZTJ9LaVGk5dza7MiPAkgXXN5BjaGX6+Zahz/zpdCsfg9+sIUw4Zoxb8Hnc1OKtUsHei6KDPBlYXZt3dw/hOW8/UW23ctWrFSFDzHH8hucmfYy9+vsi436EDLrq/pChX3mm8viPoEaTxUTWGYHHmJYUj76Jz0oP5vuE02aLOtin7r9J927Y05DdDhaMedqSqRNbk6qmO2x2nUGA5QJuHCyHe/kWeBUdpDzP2u/ucshzHvuj2rL1qhdOKbv43qorO7UaMWr6SJoVj+TkHFfcfVLovOMy650Kft5Ar97jv9Vjf//Bfa7evk5Scob0TWotEttPV1uHYgVNqVmj5hdvc/mxDQm9QUxC7G/gmRYm+Y2pV6vuX4xxmuo1GkivgW8Fe/Eai3dcQmnECy0eagm5EIgTD68K7CVsRsBSwjcEPgXu5U82X6okM7DfvHmz4oEWT7mIeOMFEsXjL15sAUj5TjzNsidA7ideYoFaWREQ+JVQFAHaK1eu0L17d8XTrBIxEDKCvYCqgLYAuPRNjA1VGIncS4wTgWiVZAR78aaLt1oMlx49eijGgQrsxQAQvajqk9ULWe0Qz7esWowbNy7dQEyaNEkJmRGPvhhIYnDIvwXOxYgQHfbp00cB+++++07xyIshICsPsrIg/xVjRmBcdCmwLvf39vZWjDHRv7RJysr1AucZRQX2MrbSTvm36F1EVk62bdumhBfJZwL2NWvWVFYFZJxk5UAD9r/xdskSYBuhn/SYtU416HMkPyO/CvayHzKCgPn96Td9LzcjE0nR0sOocnvcVi5jiG0+Ek5J5gv1zbNRnHaxxXFxJK3W+9PT1w4n/y6cvtIXf3sLxt1pz7ZHa0jsaZwO7NVDBZSe6ZjS++B9VjVTGd+fwH7lU5LQQktHj7ymVrQYNoeFLnXJn5AaNpAW0pKqHx3T3hy8v4rP1fwOvcyq9oAN/TszfNN1IhNS0NI2oGSzCXht+pm6+SD+4X6mDHdjzfGbvEnJT4Um/Zix2I0WxRK/3MAZdRoXW0cWR7ZifdA2DMebqGXF+dqm33ge7p/CcLc1HL/5hpT8FWjSbwaL3VpQDLXMRxtakhwRwPz+/Zi+9yaRiSlo6RlRub0bK5cNwTZfIn7D0sC+kX4Sj9c6UaPPEfKPVIF9VvrzpNS2/nQevonrkQmkaGljULIZE7w28bMoIqN8M9if5kpff+wtxnGn/TYerUmkp7GAfRBrEntSY0YCowKu4F7jU7B07GmGVGrCSiO3T5tov3HzrLru/btx3NbpU1acNmSPf8j+KcNxW3Ocm29SyF+hCf1mLMatRTF0+Mi1pT3oNHoPdz8kK/3OU74js3dtoG9lrdTNo/PukKjWf91y3RibazszEkYRcMWdtKYPoVKTlRi5XcK34yUGdx7OpuuRJKRooW1QkmYTvNj0c13UtZkK9it5miQpU3XQy2uKVYthzFnoQt38CanZpNRCbLJ6br4d7GWRSG2enh3A+cZNv/JMxXJz00gGjtuA/6/RJKdokS1/BRx6jMFjcjfKX8z63dBiSmceTV5K4qgArrjX+LS/IZbTQyrRZKURboGTedqmNStTO4+OXl5MrVowbM5CXOpKSsxkIgLm07/fdPbejCQxRQs9o8q0d1vJsiG25MviiIK/Fez3eu8nMOYa72I/EJcUn+kbWzaVmeYrjG0OC1o1Tl3iV5fTvqd5oPuMcw8vk5yinpA4fTnjXAXI/U6fcT1++o1fBs3XGg38uRr4VrCXuwrcC9zKn8TDC6AK3EkoR9OmTRUgFREvcGhoqAJ6L168UD4TT7CArUhmYC8g2ahRo8+hOAKmAvrXr19HYvsFWAUqpQ5ZOZDwFwFdgXUBWQkxKVCgABIbL6AtYO/k5PRZWZmBvdR75MgRBYglJEVEAFpEDAsJYalTp87nOjIDezEKJAxGwFegXMJnBHwFoiXkRQXQAukCwBs2bEBbW/vzaoWqcnd3d8VIkLh3iV+XawWWRecSLiQefAnPEbAXw0ZWKOTe0m8xtKTP4l0Xb7voR8ZHVjlkpUXCdiRkau7cueTPn18B/cxEHewlpEpChlQiKyQC9hK+I8aOgL2sGIjeHjx4oKwMiAdf47H/c5/Pr9YWF87De8+JyWlKmZJG6TdD/o3N+P+4VVz4A+4+/YBeodKUM8mVqSfw/6NdWd0zLvwh957HkNO0DCWN/sSjVePCeXD3KR/0ClG6nAm5/kfOd0r+EMa9hy+JzWb8J/Y7jvAHd3n6QY9Cpcth8m9WZlI0rx4/5nViPoqXKULujHtB/tKHI47wh/d4HpMT0zIl+a3p/reC/a4jezj2NpArEb/yIiYqUzVooUXnsrbUyVmVNk1SN62py4QAMJoAACAASURBVCnf09zReszq6968jHmXpSpbFauC0YecTOs94S9Vt6ZyjQYyauBbwV684wK2Q4cOVby+Au4SBiIbZwX0BI4F7AWWZROlbEqVmHq5RsoKqMvm0azA/muhOOJZFy+zeOIlFETCe6T+3r17K7AqYSMCstIW6Y/Ehkvoz5gxY74K9hJ/LoaAGA1/JBRHPPZiPEj/BLAFbCVu/muhOALaAsNLly5NNxSySVfCYaQOVSiO9FXqVa0CiFEjYL9ixQrFoBFPvhgJsvlWwpnEmBHwllUIKSerDvJvCRmS0CC5Tq6RNkvYkYgYDmI8iQEj34sBJvqV+iSERxUuJKE4skFWrpe9AgL2I0eOVPYAiNEk95EVAgnL0YTiaN4zGg1oNKDRgEYD36KBvxXs9x7dx/nYEJ6+e8XR57/wLkG2FqdJOQNDrAqUpmQ+E2wNsvLYn+FKUihLrx5CKymRJ3HvSU5J27xRPmd+XsZHU69gaax0yuD2Q1qmi8wU4n3am5TcOiSmJKOnrYtWZCJNHZri43eMZAMtdLR0SHgTQwvH9HHCgRfOE6sfx4eEGPJlz0ux3CaKJzHgXAD6Rjl4+f4Nejq6FNDJR7Uq6XNV+1/wJ1o3nvjkBHS1dDDNa4xWDIr3UCXHT54gW8HsvIuTrCYpGObIQ+yrj7I4Sw7jnIR/jCKXXg603iXToH5ayjwBv4uhl3gb+05Z0ZD6tbW0SCaZxMh4WjmkXwURD/Cvkc94+eENSZ/Kv4x6Sa4cuZW6m9Vrong9MxMBEP/L53iR8IrYhDgF6Aom5KOFQ3PFO6suJ06eIHshAyJi36MF5DfIS8zLaOwbpcZEi0hGlES9ZJ5GhZGYkqS0PToumsjot5gYmpD0Jo46NWqT38hIga+vifdxb8J0IqiUpxw1rWso8JqVHDt1nOS8WiQkJ6KNNonJCTyLfEGBXEbKfbN91KJm9ZpfrUO9bll1EshUQXdW9xV4E2+zALwApoR+CEAK1IvXXqBUwH7r1q2K91g2u4qXWWLe5VoJSZFYdBHJ7CLQqR5jL2WmTJnyRYy93EcgU7zzEvYhnuTJkycrITnisZaNtQLlZcqUUbLGiEiWmzNnzigbOWUlQUTql7CUiRMnKv+W8B75TK4Xz7i0Xbz1smqgEvG+y34ClYiRMm/ePOU+AriSdaZDhw4K0Aqwi5dePOOy0iAg3aZNG+VPXcQIkIw+AuPdunVTvhLvu9Qnm1/FMJK4ejEO5E82JIthU6FCBSXbj8TQS9ulj+KJF0iX9kgokmQNkph/mW+qDEKJiYnK5lopJzoXQ0HGReBb4vml3eLZF/2K0SZgL5uIZSVDDAoBfmmrjLXoT3Quc0bq+emnn5TVAtGjjLvsuxCvv3oI1FcnvuZLjQY0GtBoQKOB/2kN/K1gf+HiBcI/RnIx/Do7Hvtz72NkOuUb6egzsYIzJfIVQT9ZLx30qQoKLLz9GMWj+OcEvw5h/f1ABUhVYmNYnFpFKmCTqzLZU/Rp0aT5Vwd464Ht7Hnty4mXt2hdsCrOZZvTpGFjthzYxtG350mIT8K5WFNaZgD7S1cus+3mITY+9SOPTjY8G/9E4yoNCQoO4v6Hx8y5uQeHXJVoVKymUp+67D26n4DYGyy64Y19vor8WL4ZlYtXUOKPVSIhR5c/3GL+rUNEJ8bhbt2VstrF0dXR5UHSU9yv7WBU1XaUTjbF0SE1PZ6IQMfaIxvZ8cKP25HPsM9tRmE9IyIMPmIUm5OZP05K1xYJB/C5dJLNz05x/NkN2uetSiG93Oz5cBVD/dwMK9ycHzt+GWYgQLb/og/LnnnTKFt5SucrwoU3oRQqVpgO+etTv279dPc5cfok95KeMOHSFvR19ZhUtTNldYvTwC7NKLl3/x5X7l1j3R0fTkTd5LtSNTH5mJs4Erih9Yp7kU/pVKEhzXPXpKFd1oc/CVxtOLYdz5dHcanegZ5VnZRwjKzklN9pNt85xN7Xl6lboAwVMCU+KYE7ca+4GPeEeiYVGF6mI/Vqf9t+jW/12Et7JAuMQJy0T+BOAFDAVSBRwFA2Z0qMvcR/y2ZKCfsQD7SAoUCqKhRHNslK2IpcIyJwKfAucKsuAsgSay4eZYlBF+gVuJfQFDFMxSMvwCqhKxICIsAqcuvWLQVCZY4KaIvIpl4BYpXI9eKNlvAVuV7CeWQzqbpIneKVVomkshQjSIwZ2YQqXmoBaAmbkb0AohuBaqlTdCV6UQ8HknokZl6gWMBZysozIKsZUk6MCqlD9ubIvSUUSO4h3vmwsDClvQLQYgDJqojoW/YViHEhxo6Ew4iRI+VUaShlfCVDjxgpom9JjSnZgcQrL8auKo2mGGKygiGefNnYKx55KSdjIjH3srdCUmfKyom0XXQ2ePBgJfxJVlJkXGQuS/pPzQm1X32Na77UaECjAY0GNBr4pIG/FexVWl+xczXuv+4nLAPYy/d3um+iZPEvN6FlHLF9PgcIiL7Kklsn0oF9g4JlGW3XC3vz9GD5tRGfddiThTcPMrhgY8b8kAYdC4+v4OXjF7j3TvVIZpQ1O9ez5PkBbr9/Td385RhdoSsODRwQA2Za8Eam2fWjSiWLL64TgNt34zjf7Z+Ci3FzZvUZm2n9vn6+LL6zh1NvfmG4qSMTvk/dL7Bkx3LOx4fyg0kLHOwdvrj2duhtFt7YxvlnNxhf1pn2zdux/8gBPibG0KX1d1+UD7oUxL6I88y+sJ199dxoVr8xLnsmcejxJYYVbsHQrgO+uObocR9WR5zi2asH+PRYo4DpwWOHyV7UAIO32ahTOy2OWnWxzwkf+l1aTI6cBniU75ZpqJWUnbB2NjOf72djyzG0MbdXAOz6g19Y9fwYgb+GsMJxJB2sv9x/obrPab/T7I48x7qQo1QyLMpUsx/SGT+ZKXuO10IWvTpK/4rNGdt8iFIk8EIgy67uYl/4JVzMWzDF6dv2a/wesJf7CKhLSIaseAjYZ3UaqXh4BRwFKAUINZJeA2KsSIiMwL2seMhG479LZE+AamxUKxpZ3VvChmQFQZUd5+9qo+Y+Gg1oNKDRgEYD//0a0IA98J+AfVDSbZ7HRHHmxW1aGFfjhxJNcLR3pPN8F8Y0+fE/AnuZfiv3r2P0rU3UzFWS0ZWdya6fnRU399PMqi4dLJt9zniiPlUzA/uJ6+YyuWea0aJePiPYZ0vSZsWTvTyOe49L4eZ0bZN2iJHqusM+R1gZfoLLz24yoKADRfMWpnCBwmglQoVy5kooRWZSZnpLsuX9fWAvICue33Vnd7Ii7CROJa1Z0dkjy6fz4PHDnIm+TPDLewS9foBnrYH0tE87FOlbwV7KLd6yjHkvjpA7UY/rrnu+6Y3we8H+myrVFNJoQKMBjQY0GtBo4E/XwAcuLnVl2Z2ytHTIwcXblZg8qj7KEQMa+VdqQAP2/yHYh+WMwN6sHpNOLSM4/Am9y9jTtJAtKy7v/1PAXuKHexwZT4R2IiNNWpBXPzcXkkNplq/WFyE+qhmoAvstd3wpRX7yaBtwP/4VzyYczXSSqoN9b9MGfNCL4+mHl/Qu3Yb6FW0yhXTJqz770DLWhweQQ0ePfDnykCt7LuwNK9KhjD3WVun3Fahu/EfBXq6ft3Exi14epYZRMXb2Wp5pXySbyLbLB4l9+xGDHDlYEnaMKnlMGVGuM/YN0+L5M16cmcdeyqzeuY7Zzw/y9t17Xk5IPbjpt0QD9r+lIc33Gg1oNKDRgEYD/wgNJIawyu0Iua2yE3z4Crk7zWBCc5N/fFakf4Tu/qGN+MvAXpalD545TGjiI66+uKdsxuxerBlNHRz5PaE4EocaFHKJk68uQFQCQxx7K5vvTgWe+UeE4ihgn78Wb+IjGXd5FWEx7xhcpQ3nX93Fo3rf/9hjL/Nm2Yn1uJxfQ6fyDbDIW5hsyXq0NnegdKnSmU4rFdgHPL3O6JKdKJivIBOvexE4ZMNvgv0s295svHOc1zFRTCjlRCf79krscEaR8X395jXnbwcRFv+G8y9+4cy7B2RLSWZVjZG0aJS6wTKj/FGwlzSQS3avwvPVMXqY2zOt1agv6pYQJ//As2z99QgV85emSL7CuAV68Sb2HR7m3ejZ6vssH8OswH7F9tXMCTtEaa08+Azz+qbH+L8J7CUGXmK/Jf5d4sQ1otGARgP/fA0khqxi0CRvXqeAlrYOegYFMHPsx3DnquQKWcXAiUeU7yR3trZuDgxL2NJl6ADsi+nClSX8MC2Y6uNXU+tcP9xPRqJVsiOzZ3ehlE48Fxf1xePMO3TKdGHn7HaErBrEJO/X6U5ORceMbosmU+7QYCYeSf1OS0sb3RyGlLDtwtAB9sit1CXu/n48JnviHfKCeIPiVG8/iikuDSisnfjVe5TYM+A/aON0nIwest9jMp7eIbyIN6B49faMmuJCffYxbvBGbmc4dkfLoC57NjRh1cCJHElVIlrauuQwLIFtl6EMsC8GavpP66MOZt0WMd0pDZoTry1nwJRjhCvV6KCfx5SqrfsxqF0FcvG1fk+nTZQXw8Yfwbj/WiY45Pr6pEy6z+aRo9kdVoneSyfSPH9q8onEm2sY6uZNtrYezO1WFh3iCV7Sn5l3GjBtfnfMdOD9je3Mmb2e4yHPic1hStWmfRg9sh1m6Q8iB2J5cGQpi3dc5IV2UWp3G8aARsXQJZnw82uYtfI0z7JXooPLSNqWV60HJPFwyyhGB1iywzM1EQSx9ziwYAG7rkaQrbQ9fUb2xOZTe//5T94/o4V/KtgL0Mjm0djEOG4+v8fbvDGEv3/NxYhfqVegAg1yV6WxvcM3g71scjv3ywU2Pz/O8bBbFMiRmwGWLTCLM0FXT/dPBfu5N/bRz7gRfey7KRktRKYfmkfSm/gsM+tIjL2AfbMiDTArW56tvvuYdX8PifGxfExK4FjLeX8K2HufPsaAK4uUjBrVDIvSv3QHmjZMPXE0M8ksFGeP9z7y5zWicH7jz2n5VNdmDMWJSorC5eJybE0q0D2/Pe1bpp6UqS7HThwjsbA2RSmEZWVLrly9wrF3V5l+dgObbEbT2v7LGHA59Kj1wZ/Rz/37Q3HkfpujznLiYRAzKnane/MvQ2skVt3nvj+LTm2hbp7ySnNf6b1jx7NgHHNXZLqji7KxMTPJDOwlXnvRsbVsjwzkJ8uODGuaujH1t+S/Cexl46mkv5TsO7KJUyMaDWg08M/XQNypQZg3WUWCVROqFU7g9S/nuPg4J05eV/AymUqFxiuIt2qKtYk2yTFPueJ/jajqHgT5uWLm3QPjVodpcfAx3+0rR6s1YaQYNGX5/cP0LXCZcVa1cb+RgJ71FOKDXVMPEFqVgFWTamkn3+qa02PJZAynVaDxinismlpjop1MzNMr+F+LorpHEH6uFfmcCjzxOlNr2zL1V0s6tLfB4O4Rtp54Q52FwXgPLopvlveYRA63sv9BG6dRbk1dbKf+imWH9tgY3OXI1hO8qbOQi2sLs3LIBm4nvCPU1497BlVxrFkUvZz1OLChOgPNGrMi3oqm1iZoJ8fw9Io/16Kq4xHkx7AXQ9P0//lUYV3MeyzBo32Rz97w1MOZ1pFi1QSrQvGE3w0m6IE2dnN9OTqsLH5Z9tuDVg9/wqKBJ2WWhXGkt+FXJ2XiFTdq2EzjamJO7BepTrSFeL9hVLRfxEPDNqwK2kOvEvEc7FWS9oHd8bs2i+r3FtPcbjhndKvRzqkOBcID2bsnmCSHxfgdGICZmnH28bQLVo5LeWtem7IxVzj/rBwT/M/jVngT7av25lSeqhT/GEJo3kGcuDyP+gZJhJ1wo1Mnd84VGE7SnXlAPOdGV6Xh0hQcu9oQeXALt2xXE7Kre9rc+uc/fv/vLfzTwP5swFkev/mVeznfkhL7gbfJCWR7nUTJnMYUzGVEwdwFPmdA+VaP/bGTx0kurMPqizvxeX6TErkLEBUbTad8NalV1ooLb0P+lM2zW87uofeZ+dgXs6R17urky5aHD3HRHH13AafCDfmuWYcvBurho4fsO3+EV9kjqZnNQgFtyXax4cxOVr48wfOPbwlqtyxTsD/je4Y7emEMPuVJZ6PajLXvhblZWkacjDeTzBhLr2xl+sUd9KzkiHNBuy+yzqhfI2A/5/omLjz7hb4mjpTKV5SomPecDA/mh/JtqF8vbWOxeMLPBPjiE3eNFdeP4F7GmSqFyrI7wpdd98/TxciWAfWdqWheIV2zDh49hE/MZSrEFaZcgZLEJMZyMv4GN18/4OdyXXConz7s5dLlS7yOi6B34EJy6Oozr+qPFM9rSpUqVdLVe+/ePead8WL1i1MssR9EkXd5iE2IJSjsJoHJd2lZtg6dyjhmesqnpLj0fhtAoQ95GN/TVan3kO8RugXOpUhOI8aUdaJacUslL3pGmblhHotf+dDTzAFb/UrEJ8VzLfwuPtHXsChQEqe89WjaOC370Nee3D8C9hLaJJlQSpQooeSOz0wk84vqcCrJKS8GaEb9yXVSj5STDaSSRUclklFK0ptK+1QiG3YlJaW6wSPpNCUETEQyzkg+e9WeCSkvmXEkB7t8Lqs5deumzxYkB0tJSkkpKykzpS2ywiMbrNXLSn+krKRolfSokj1GstZkFDmcS7Iwycm7st9CMuaon177LW9R6busPkh6Sjn8S10kjac8B+oic0R1sJZ8Lnn8pc8icuJsxlUsybIjG2Klj5IqU9KTSr/lNF8ZK+mrnJSr3m5lNTIoSBkPySgkGarkM8mYI2lFVSIbq+U7Sdkq3xUvXlyZI5m1W3WNlJVUmdIeMVBlNUv9OxnPrOaObFaX8ZBzDUQk3aeq75npWrIzSRlJcSoZfeS0YXlnyefSZ3WRzE4Z+/hnjO+3zIH/pTIK2Dt6Ye31kl1dDEgOW4pj6SFc77yXO98fpUq6U3Sj2eNcnA577dj4Zg+dT6UH+7aH9TCOiqbuhodsqrYCO4t5PM0fwXPjcZ/B3tHLGq+Xu+iSzosb9+XJtNF7cC7egb12G3mzx5nPxT9up1PhbgS23calde0plHiB+X1mcM7MhY3janFukDmZ3yOWI71L88fb+JHtnQrTLbAt2y6to32hRC7M78OMc2a4bBxHA3Esx1/k56q1mFd8GWFH+6K8UZVTZxuztuoGIvZ1U/oRvceZ4h32YrfxDVtNfkqn/6zmXirYb8FmY+o4EX+TWQ41GfugMwfveaI/Mqt+Q3zAyG8E+zj8hlvgsD4fNUyvEZxj/KcTbdPA/n6iDqZdthC8qTVBvVVg78bLvuVov7M0U8+fYoyFHAIWR4h7Q2zcnuB88A6rmqlGMInbq3ry4wYjRh9eQPPHk7Cp7kEhz19Zn9Kd0oNf8VPwBYbf6U7ZrgF09L6Fy+0O1BkeiHbeaMINB5OogP17NrYzoXeUO/dO9OPOYDOan3Um4PJ0qmdY4flfep5/b1//FLCX1Iz+kdf5kPIO4+xFMNMpTI5sOShXuqzyI5RRvhXs79y9Q9ibMDxCtxMb84HqpuasuXEck+y5GWzbmQcv7v0pYH/81AmOxV7j4uPLxCYloaefg9LZ81KrSDVq5quk/DhnlNN+Zwj8eI2H4U9oa+mIbRFrBaIePX7E2lPbOBFzneV2Y7DMJCuOT+BxDv3qy/XwR5TIY4xDvmrUMbdVICgzkcN1dvvsY9+7QOpkq0jHei0xLWKaaVmBnz0++zgcGcCbj1FUKliKPPq5iPj4lvcv3rNy0Nx01ylA+eYGO64f5dH7V1Q3MaNuDksS4hPY8Po4uXWy0dioBg0r1VVS/6nE+5g3wVr3ufLsJtly5kM7KYk8OjpYaJWhba2mSkpFdTl6/CgPsoWx97Yvutq6tK/QkKIx+WnaOH3Ijs/JYxz7EEzw85tYFSyNce4CxMTHgK4ehm9zUMXEjBrWNdLlQlfdx2PfQq5FhmKWowQNi9piV9eOhbuXceDNBXS1tKhVpCJVtMvTrnn6POiBF89z6M4JgqLvUSpPIUoZFSU+MYGYlETyROhjXbQSdnXqf5EPPquH7feCveRul1SOAn+SvlLSMkqOdZVIqksBU4FlGV9J5SgQJWUkBaN6Fh3JxS6npAqYS378Vq1afd5gLQdiSR0CbiqRuiR7jICkpHQUEJRDsiRVpUoEClXnAMj95L6yl+HQoUNKGkbJAqMCdoH0devWcfz4caVOAWRJPyl54yX9pBy2JCJtlDSeUo/cU0J95IRXSREpfwKIAtMCfZL2UZ4BSecp/RZglYOeVOD5LS890a/cT4BcTqRVlxkzZiipNUW36nqRcyUkNaeAqqSpFN1JeyX3vehVJXKYl/RHjJcePXoohoPk3JdDx0RfAreSV190KDntxTAQkRScYgBInZK+VPQkaUol5EnGQiA4ICBACYWSPsu8kj95H4mOZE7Iioq6oaZqk+hU9C+GjByYJQaaSiRrkIC7tEP6ob7RXQ7Ukn7KeEoKVBEZT0nHKaI+F1T1ybkFYhiJDmTuymnGstoqKzzqKXxVdcl4Dhs2TDH8pG/SRxl/9fEVPamff/AtY6wpk6aBVLBfT7lpx3FvlELYmdkMGnOEvK4BnHdYR6XGq9BvNYy2ZjokRT/g1JY9hFZw56LvaMyPZgB73zo4GR4isPoBzlkvpIKrHq1sTrDzlWuWHnvd0p2ZO7c9D4eY0XiVPq2GtcVMJ4noB6fYsieUCu4X8R1dic+slvyS3b1s6OL1FP0iltSya0ATp5782M4CQ+24TFcFUu/hxK1+pWn7h9vYGYN9vbDp4sVT/SJY1rKjQRMnev7YDgvDT2elfAXsV+m3YlhbM3SSonlwagt7QivgftEXl5fDvvTY65am89y5dC2VdmTpF2Av4TeTbLB218btqi+1PSt9sRqS2u+umJ7/RrD/cIje5k4cargFH6sl1BodxsAz15lTRz/VY++wkyJ1jQjy/0i3fQG02m1FB/HYX+rC4Vo2zDSYQsjZn5WwHJGkX6ZiazWV5LHBXJqUdvZO2uxLJHRxc2xHv2XE+TM03lSdeovKsur1Abrdm4C1zWxMljxhQbb5bMnZmcqHHHAO/J4EBeyTiTjlRsuuq/lgXorokFdUm3OErT3N0uaK5kH/TQ38KWA/02sBy18f46ea32Gsb4j/tfOERoVRsUAp+tb+jsLGhfG/do77Tx8xrOsADp84QlwhHWKT4r9oYN0CVSheLM0YWLFjNV5vTtKjSguO3g2krFExfnlxh942nUhJSuRKWCgfE2J48zGS/AaGlDMqSsNytTE3yTzkIjONyA9q6J1QEpMTSfrk2dLR0iZHtuxZhm6I1+nJ019JIQUpW8G8ggIAIgJOr8JfU75MOeXHKqPcuXOHmPjYzx/L9SVLlFS8cVmJeEcfPHqAcUFjChUqlGU5+eG9eesmickZAgMBg+w5KFe2XLprBcSk7+pnAehq61C2TFlC74YqsZGZtU88vxJjL/dJ/hRdKQdKFS6Uefvkxz48MkLRl4gcmlUwf0HF+6ousurx9PnTdPGacrSUtpY2xoWMv5rC8ObtmyQkJiqHeBUqkFq3GIcxcam6lnoKFyr8hf7Ea/z8ZVg6r2ZqG7UxLVIEI8P0Xsffeqp+L9iLLuWAKYEcyRsvaRBVB0NJCkf5k3zzAtAC0gK34sEVWBUAFDhTedwFrgT2BM6GDBmiwJXAu8jq1atZuXIlEyZM+Gx4CTgL8Moz0LdvXwUYt23bpuRzl/zqqjz2qj4LKMqqgtQlhz/JqoDArBgRIgLgcsiSgLzAmRyyJXNXDn6SnO6So18gWQwHAUq5TiBTAFe83uKRl1z64sGWk3MXLlyoGBJyqJN40MVzLH2U+wwcOPCznn5rTCRnv+Til5z0AtkqA0Ouk3okh72UEZGQMQFVObhLQFX0JWcCiO7kOzEE5ERalSxevFjJ6S/jKP8vfZw6daoC7nJgmIC9HJwlsOvi4qJAsxw4JX0RXUjfRQ8Ct25ubkyfPl3R3Zo1a9i5c6cyhmJUy5jLyoUYXjK2MuaqlQbRlaTclDGTXP8qj70YWFJeTuFVrYaIHsTDLoaD6FfluRfAlnMJZMVG5oPUKSIrHaIfEZkrAv8yV1QGisC7lJ0zZw4jRoxQ2iQHrw0YMEA5fEvmjErkMwmZE13L6pycvyDGn4yvjLkYOTK+YhTJAW/yuUZ+vwZSQ3GW8kj1M6ClR6Gag1m1dw6OtwZj1ng5EcYlyfn+CS+iDbDsNo3FMwdR30SHpEMZwN6/I3Oa+eB6qjljK21i5pufcc8zkZ8efyPYL4/AuGRO3j95QbSBJd2mLWbmoPqYpPFtagcTwwjcvJIN+0/i63+R0HAdLFy9Oedhw4VMQlLSgf0fbmNXSukkEha4mZUb9nPS15+LoeHoWLjifc6D+nI241fAfnmEMSVzvufJi2gMLLsxbfFMBtU3IVE9FEoVivNNYJ9EqEddLNxiGH0hgIarK//HYB+xtRPlu5+j7f5QVlbZSHPzwdz4bh+3V7ckmwL2B3DctQxd19Ys0+6Dq+UuZl3rgV+QE3tr1mOB8WzunnSh+Cc7J+n+bOwqjOXtyABuzKiZYXLGEbqhF60GHMV47GG8x1fjsksl7FdasE5Wg+6JJ38G+eY95PhgCUmKZX+PYnT4DPbxXJvTlMbTXlKrUw3eeu/heaOVnFzbmeIZ58vvfyz+Z674U8B+4tqZbI4KIEVLGyO9XDTIVYZyRUpx9/0THPPXwSifEYFvr5InW07CPkTwIe4DJvmMqaRdkoQC2jx6/ZiYJ+/JnTcPRUsUx75SHQUGjp45xqYIX0rnLsjD1w+xKWDBBwOIToynSTYLatvU5pfQm8y/vZWHUS/5sYAD3zm2V5a+VTCTcSTlB0O81CrPk4mJyTd7Yv+uWSE/jNuP7uZy/G0evn/FQLP2tGzw9YO2/q62/ZX3EWDdc3QfZ6Ov8zT6NYOtumJnWfuLU2z/yjb8GXV/68mzqnuJB1O8ngJ3AtoC6gLEAa2EWAAAIABJREFU4tGUQ40EsgWeJHe9QJvUL0aAeGIFHgWABI4EWsXrL157gT75XjzHqpUWgXGBMoE3VZiJeKnFEFi2bJniCRb4FrCXQ5sEeFWHMmXUi0CcHCwlbZXc+wJs4iWWtKTicRYDRLzM8v8yn8eNG6fULYaIGAQCqKNGjfp82rK0Q1YU5LAn8eZK+6StEt4idchKhsCq9F0OyhIvsgCyALr66kZm4yegKHWLYSSrDFJewFsl0k8x1KWMiLRFwFbAWtowduxYZSyWL1+uGIXi8Ra4l1UpuU6+l/eK6F4MNAF76atAqoCurOT17t1bAWTV/0sZMXbFQy9gL0CeEeylLhlL2d8gqxPSfxlTgWt5b4kRJjAssnHjRsX4E+AXY0QlMndEX6NHj/4cBiSGpxhe0j9ZfZC5Ju9MMV7EkJDVEJkPAu9itKmL6FIO8xLjS65TiRgP0l5Z4ZBVEZljAvRiOKjAXuaVGEdSpxgFok/Rm9SjPr6yOrB+/XrFaJP5JyFaGvl9GlD32M9wMCC7oSllShdUUhjGnRqImRKKE84uOx/62XfGK6Y1a/y2071UZmDfBW/3cJy7HCAxVzQlh53FJaQRvR6lgf1vhuKE78LOpx/2nb2Iab0Gv+3dUXNckxS6g4mzj2HYfREj6xtA7G1mOVZj3JOe+NyeByN+IxTH/w+2MSmUHRNnc8ywO4tG1seAWG7PcqTauCf09LmNZyP93wzFCd9lh08/ezp7xdB6jR/bu5dKBXu1UKisRu9Lj300h3ub0WZbVVY82EmpyRWzCEH6xlCc5GesbFmR/t7v0jnLtI2c2HB7J51uDU8F+6O3mBo9GGsnL15lg4TiLvhdGcG1tmUYdLUd229tov2nMP6I7Z0xdz5EzRUPOPSjupMxnttruuA4OBCzSbvZ/lMtDGXj82RZgcjPwidH+fHuKCo3XI3Fhufs7iqOzAxgH38e16r18bLZxYN1LXm7pDGlRiYyI/Q0I0p+/bT53/eE/HeX/lPA/tjJYzx7F0Y2nWzkz2FElcqWHD1/nEvxoRQvVJJDt31JAHJq63Il8lflVE8j/VyUypmfsLh3FNA1IJFkPsbHkE0vJ5eGbMUvwJ9Db8/zOOIp5fOakFcvNwVj87H2+WHqlbTGvHBZtJ/GcuzdRV4lxWBXpIJyYm3RRGPq1q5LwLkA4hPjKVK4CGblzbh67SrvPrzj7fsoYgqlcP/VQ6yKVqYYxlnGNP9/DL2EZRw+482hj5eUDTZt8teiRd2myg/vf7PIysEen/3sjjoHkfG0KVkPu6p1ssyH/0/Wxe/12AskySqPAKZ4OiV8TWCnbNmyiid03rx5CgyJ1/VrIqEZAksSQiLXCnzKSaYqb7rKYy+ApR5WJXWKV1oMDPGay/dr165VTl+V8DAVUMt/BbjlTzbUClzLKbECrOJhFvgUMBSYlDAQAdeMHnsxuMW7LXAtwJrVeQcShiNQLMaMwKq6CAgLhIpRI6sD0t+sRNomwC4e6h9++EGBbWmfGDyq6zKCvXpdYjxIaI3EtAuUCmwKFItnXrzJAubyZ2trq3ifxduemcde+iDjKiExOXPmVOBZjLWveexlvMTAkvtLWckGJqtQme0REbAXuJbxzgj2YszIHFCFRcr8FB1Ku52dnZXVBDG+BOYlNl7GXeadrCiIQSBhQiqR9grYiyGaEexVHnsJuRL9it4F9kVPYsgJrEvIk8wdcdzI2MkpxmKYqovsEZHxlRUOV1fXf9T7+Z/83lFvW8YY+/TfqcA+gn3dDHjvOwLbJgt42XgFQfv7UDzD5tm2/l04dboiHuX7cDi2JIOPX6a2ZzF6qIP92sIM9BxIdb1Pd9IyoJx9cz5OrUDjtVXZELGPbgbv8R1hS5MFL2m8Ioj9fUp93jybHLaGNhX74VumD/Ond6N8jB+zhkzgmLEbwedH83qYOY6Z3qMZERPK8ofb2NCWX/pXpp9vGfrMn0638jH4zRrChGPGuAWfx81C9zfBXomxf+/LCNsmLHjZmBVB++n+cCjmjmspPNCTgWlKwaCcPe1s07LipIK9F0UHSTlt3t09hOe8/US13cpVr1aEDMmq3+2o9kA2zy4mZ68lDK/7KTJAOw8Vm7TCumAqBCfdm0NDizE8bTmVia1NFaZIurMZ1xkBWC64wSHLeVRWwP42ng0i2e5cHedtz9Ay/wn/ax6U3vc9Vl13otVoFNNHNqN45EnmuLrjk9KZHZfX4/TpPnKvj+fGUtthJqHFWtC3XUVyoEuZNqNxjhhO+bb7qDhxFd2fTeTH9XmYds2Xn8qLCz4D2CfdZFotK6anjOL4wX68Ht+I73ZZsubBHr7/fQvn/5ZH9S9p558C9qqWiZfrxOkThLy+y6WUh+TVycbR5zcwzZGXsrkKEhX7nkQtLW69fY69qQWhUc+VjYmXXt6lQl4Tnn14Qx/rjjQsXZtlB9fjE3udDka1MdE3oryFGTPPrePCi1BMchrxOuYdhjrZaFWhAZbGZQl5cZfYuI9U1iqNDjo8MHjNu+hIol9GUyZXUe4mv+adfhxRsR+UuPgK+YrgaFYf61wVsKj85emwf4m2v6FSWSZ/mPyc4CuXqZLfjJpVayjeuf92iYiM4HzYVQKuXaZNeTtqWtf413b594C9nCYroCSALF5v8XBKSIR4lMVTKfHbEjoi3lMBpqxEvL0S3iLlxcMtHmCBSYn7FmNB5GtgP3/+fAV4b968qYC93F/CbCTuXbW6JR55gUqBRIEzud+sWbMU0BX4lBCiPn36KCAmnliB6IxgL+Fq4gUXqP9af+Q56NWrl9JvKZtRBBzFCJHQlcw2garKS7iJrEhIiI947CXsSmBT7i0QLPI1sBfIlU3KAvgC9uKRFoNGPM6iX9GpGCESDy4QrAo3yhiKI2VltUXgWkKoxAiScfoa2IuhJt552WArwC1GkepkYvFwi/Gmkq+BvbRXVlBkLEVkbKQ+MRZk3sl4SeiWgLcYWuLFlzAZWYmQP/Vx+lawl5UFCbcRI0fCj2Reihdf7iU6lXAcmSsyvmJwZRQxkqSOiRMnftVw+9e+JP7ihv8esIcoTrvY4rg4klbrg9hmOB4Ttaw4As2nr/TF396CcXfas+3RGhJ7GqcD+yZLH5Eu+FPHlN4Hb9LloKUa2ANRp3GxdWRxZCvWB+3k+2IqL2w8tzf0p/PwTVyPTFBW/w1KNmOC1yZ+rpsjNcY+03v8QrvdFRSw/2NtvI9nqW307zycTdcjSUjRQtugJM0meLHp57ooT8w3bp6NOu2CreNiIlut5+yA8zRuqhYKpYy3Dqa9D3J/VTNSgyMhFexX8jRJ0oHqoJfXFKsWw5iz0IW6+RO+0u/7eOYZi0WDedxJVJtMuuUZcSaEuXWySWwT1ybWpMaMBEYFXMG9xqeQuNjT/B971wFVxdV1N71Lk6ogRVHsCBrsXRFL7D2xtxg19hijJLHX2Es01qiIRiyoKFhQ7CIWbAjSe+88mv/aAw8fT2xJvvxJnLuWS3lv5pZ9Z2Sfc/c5Z0q9LvjFYCFurkjGAJcyYt9BDcURu9C36TicMZyJqw9Wwlk5Fdd+nogJSzzxJK0IrxRUYFC/Hxb+shVTnPVkct1n4/dhVhh4MAWvUzOoosPGMPhMysbe4d3x9eEQ5Cnqw2n2EZxb1hGlBwDyUpwSJF1YiH7DVsI/oRBQt0SP5cfhPs3hdaD1//jd+S90/5cS+73HfsN9xXBEZyUiNicd05r2w+Jbh1FPywD3ksPxmZENqmrqwTsmCEPrtINvyE1oqWpAS0UNFjrGeJz0ElNsBiM6NxHbos6gq00zdNJ0QGxaPI5k3cKDhGDU0zOFiZYh7qVFoU4VMyzuMgU7brojNCVSqH5aTdcEPpEP0KRqDSRnpyCrMB8ZeZmwNbLGkZe3MMCkGTqaNoW6kgq0VTXRqEEjQRu/5/QBhKTHILkgR9jXauq6Qi70Uf2/xPVbN3An9J5gmEiblqomGlevh8y8bDxNeCHo89mMdYzQ2KKe4MGTbyfOncLD2CcCUaJ+u6ahFQb3KtUms3meOYFnqSEIVUtFbFwK9F5pwFy9Cqz1qqGWgRW6dH6d4nL9b5uRUVA6H31NXTS1cYBzs9djBj4MxKm758r7tjGwxPDeQytM6fS507gXG/SGtpwXcX7V9cxgU7VGhSw69Lw9fPYIIUlheJoWjcyifChBEVVVNVG7qiUaVq+HFs1LgwMTk5Lw23l3IcOQtLFfB/P66N61orRo6Z41UDJXRW5qNpRyqYYHRnUZhkt3riA8LarCvC31q2Nkn+F4/OQxbj27i+j00mBQJUUlNDarV6HvXzx+xd2kUPSv3Q5dOlVMEUpyc9zPC3GZCZW+y6pKKsL6m9Z1rJAh5X0v/scQexIYknmp9IY6anrOGbhIQkTPKYk9pRyyHlL5OfC+FStWCNIdklDq1qmLppSD5Ihk6l3EnvfSO0xPLok9Pf/0wsuSR0pQaGyQJEqJPedOeQYJP2UqJLSUeJBMV0bsKcvgPOhV5pxIVCtrJPZSKQjXLt84LnGidv9dxJ4ZZTgnSlakY5EwUm/OUxB64N9F7Ck14ukCs9lIiT3XRYOMuJJQ0/CmV5qGyPuIPddMkktv9oQJEwTP9ds09lwzNf3U7vM6Zrehx5saeBpu1K9L1/QuYk9CTcOL19ILTk8910WdvzTomR5yeuxJvCkxoiHE54HX8dmQtg8l9ryeRhcDv2kMcQ0cg88UDRqeBkycOFEg9dIgXdk9pqFJo4x9yJ4YvO/dE7//lyMgScHLF9HIVjGGTS0zaP9t6gsJUl6+QHS2CoxtasHs7xv437FhkhSEhcQiT6sabK0Myg2TD598AVLDXiBB1RK1q+m8v/iVJAmhLxKgaG4HawMaKWL7GAT+EmJ/4eIFPEp/jnPJARjj1Bt+L++iahUjDGvUDQM93dDS0Ao9GnRBWmg8GtdqiJJXr5ApyUKyUib01Ksg5lkEVBVVYFHXCgYlulgXsAtROWkYYthOIOU7433xOCsGA2o4wVBLH34R9xCelwF7HWOYaBviUtxTaCupCNKeUU0+x6WXt3ElIRjmyhooVFRANR1jFBdJ0MqiCfrV6gJrK+sKGI3dMgPXC8PR3sweTa2bICY9HqefXUHVEh2cnLYTPhd8oG6pje/9duJJSgRMNPWwuNVoqCYpoKBYghSdbPx06xByiyRoYV4PIwzaoW/3irnfL/pdxK5wb5yPDxQCSBc5D4eZxACfd+klzGXr4R3YkXwZkuJ8DLJrBVsjG0SlxeL08yuIlmSjvXFduOo1Q/8epbrWo5eO42zcVZyMeoCqqtqYWKcH2lVrikYNS9NHXvb3w/2C59gbdB7DGnRFB3MnNKntUGHdAQ8CEPkqASuu7EJoXjqcjWqilbk9QlOjcDzqAcw09TFSvy2mDy89KqdX+MxdH/z85ChyJblob9EITSwbICk7Fd7PruBJTjLa6NphcoMBaN6suUBEgrPDsPuBF3yi7sNWQw+zW4+CtZIZmjSsWJn29+sn8HvoBfjEPkFDver4slE3NNNrhHxVCQ4/9savT0qrvrI41ZcOPdHQstTLqGtpgAMBnnAPvoqpTXqjhV5jODk4Cdee8z2PZWFHEJQWjp9sB+KrfhXz0EdERiCxOAVbbh+BV/gdGClrYKh9B5S8KsapkBuIkmShnp45ljf9Gk3L+vyQl+tjiD29ofSgStMg0uijx56eU3rQ6ZXevHmz4A2XzyNPTzkxIEGlRIMeaZJQEm82zoP6an5O7+m7iL0suSWx5x8SL95bWZMSe5JBasspJaIRwPmQkEsz3sh77ClD4bzpuSYxlc2aIg0ApfFAjzi9xc2bNxe0+LKN8QU0Juh9p4zjbcSPUiCORRJNAk8pCxvnygB2eoxJkN9G7LkuetpJPEl2pcSewbC8l4GxJNokw8ziw/m+j9jTEJEG6vJvro/viXzwLPuj8cDnQhroy/ePn507d06QR3HeUvzeRexpSFD2whMYGkM0Fqhj5wlR9+7dBTz4rDHQlicJNODYeHrDGAdeJ30OPobYk5jzWSBJ555xHJ4GcG9puBELGkSUXMk2xplwfxlIz1OVyqRHH/IeiteICIgIiAh8igj8aWJPr++VgkeITY/Htx0m4uAjb9xk/nSjzhgk442WBTc6JkbQu8vmVub3/GWloqQsZMWhZ+li4BUcTbsKxVdAYGYcdnafI+RALykqhKaqOmIzElCsoIDErBTUNq0Jelhzw1JR27qU2IRHhgt58P1CbkBTWQOdjFvCzNhUyEAjbbu89mH2431wNW2EkRau6NihNP/60UvHcC08AD+PWlJ+7Veb5mB/xi3UVDBG4HdHyj/3unwGo+9sQF5hHjQVlTHVrDum9BkrBBOy0dv22+nDWB9zEqE5yWDinQsdl6F1i9bCL68DPkewPu4ssiV5WG43DCP7vM64ccb3LFYGH8D11HB0s2mGsQYd0NOlh9DvoYATGHl2FRShACtNA6zs8jUc9OzLdcuHTx5BQNFT9LfqhmZNKpe2kPyMPb0AFxKDMc2pH/rqOcP5M2e02jQQdzLiMKxuRwzVa4XOHTrDJ+AyRvssgaa6JuY1Hoy6mrYCWWC7HXAbK58cwMmIAPSwbIJvbAegTcvWuHnrJjzTb+LnO0fRwbgWdrj+BIvqpQXAZBtxWH3jV6wOPIEeVk74yqInOrUt3YurN/3xbeBW3EmJwMR6XTHd4QtYlwUNpqSmYsGhVXhlpIAf2k6DiYlJebeb3LdhdexpxOemwbVGE0w074EuHd8s7LXBYydmBe9BB2M77HD9EcVFxfAPD8C3t7cjsSAXnv2Xorlx/Tdycr/tP4wPJfYkU5SlUJctG6RKIsqUjNRx8xmilIKnSryGQbGUhjADCskz35OpU6cKsgWSNZJg2b4or2B/JKj0mpKcUooilXfxHWQ+dBJ5elJJFvlvymyY+UXeG853lEYE++E1PBHg3ySMDN4lcaMshQSwMo89pRkkeiSnnDeJKfeMzyG14CTilLRwXAbSkhDSAOBzxmw81NVzLAaKcr4khvycQbsM2pTNskQDiZIdEm8G70ob9faMW6DxRFLJGAc+f5RESRv3kIYQvenElO+wlNhzfTxNYZ56knzOj8YZ4xQ+hNgLz/TVq4J+nCdgJO7yxJ4pSBmLwHnQ+KPRRI87DT1ix5gbGnQfQ+ylp4jEj3vGOVNjz8xdNEpohEnlSZwj5TgMZOZ6adxQyvMxxJ590KCgIcH18JRGKqviPnJ/KTfiMyG7v8SG+0tMeKIgHw/ytvdO/FxEQERAREBEAPjTxH7H0b34KcwdQ+p2EIJVPV74Y659Hzjp10PLFpWnKmMe+2OpV3EpKbTCHjhUMcXUzwajMCYfGSYKOBNyHXdjniC/pAiFZTHd+ioaqKVtBG1KeBSVcDruaXm6RXbW0tAa7Ws5Q02ltGQxJTP3oh7iZWIY7IysUVvHBp2qNyv3bH+7+wdsi7+C3gYOmNlyZLnengZLXGYixg54re+dt+NHbEv2g9UrwzeI/cSAzWhmaAWv6AfoZNEQ31j2QZf2pYVwbt25hcNxF3Ep7A6i8zKQUShBwQJ/4bsz589ib5ofPF/4Y1j1Ztg9krlcK7b9/kcw5vJ6mKjpYKq5K4Z36C8QsxMPzuNr33WCZ/1+SgSaGFpilmV/9O9eqsX+o8Se934TsB7PMhMwsnp7fFHXtTQTyN3dOJUQCNeqDvim/oAKRbJIrE49uoilwR5IL8jDgR7foW+DrkIl4g8l9rsfemKe/+43iD3TcW69fhg7YnxhoamH5fbj0NulNI/4Ea/fhXSonas4YETHgeWFg5jmcoXPL3iimIDAlAhYahlihpkrJg56s3qsPLGn4eF14SzmPtyOuPwMrG80CX3auL4zHansjn0IsaecgqSTwZ0kjFJvMvshaWcgIuUi/JtSCkpbSMCYfpKxLLyf5IjBpQxm5XX0bPJv2UbZBb3rJIdMp8qxSNSYsYaNGnzuHftgQCTJMYk95Rf03tJzLJu7nNeRYNKrKiX2nBsJH2UvzHhDIv0uYk9yyu8px6DHmiSV6StJ6LhmesIp66E3nJIgZp6hx50acwafSq8j8aNunZ5gypUoLZENMOZ8aCBR7iGbnpKecuJA/EhsiRHHokyEjYHcJPpSw4QnJdJ0l5SVED/+TCLPIFhpKsuPIfYcR2pkcW2VpbsksSdOJMVcG+dF7z7nxRMcEuUPkeJIPfay8kDq/PmHUhtm/CHJJgmXPaHhODQ8ma1KWjfgY4k972cQN2MCaDhIMeb6GSTL75kwQH5/pbEcXLfYRAREBEQERAQ+HIE/Tex/dv8Fc0P2oaqKhpAnfIBVO/S3aCtkpnlb2+25D97pN3E85mGFFEx1tQyhqaYFQxUNGOibITD+BZ6lx6CTZWPYGFTH2edXEZWXgSrKqigsKUEtTX0EZSdXIPYNdEyEAkh1ze2gpaaF7PwcxKRE4UVGHPKLi9DaoiHGmLnApWNpFdHFv63CisjT0FXXQR8DR9RSMYaOug6qqGmhj2vv8mNpXvsuYj/t7i+YXt0ViyM8UFRSgmnVemB811JvmIfvcVzIC4SFpgE8Xt5EbG5GObF3P+mBDXGnBR34hpbjMbH9a2+9FD+vc6cx8cF6wXs867PB6K7lIBhNJPZrLx5Ed1NH7Ei8iIisJLQzq4+p1XuiR9fuH03sB9u1QUvYIFYtE3tf+KBnzZZooVgLQ3oNwkX/i/ji1hqhWNRYgzZYOaE057dsO+59EuuiPHE94QWmNeiG5T2+/XBin5aKUy+vYNzZ1W8Qe45x8ORhLAk7jBdZiVjTaiymtBspENLDt0/jhUI0Jtbsj8+cXufUPXjCHUfT/dFBrSE2R51CVEEGBhk54+tmQ+DQuKIkSZ7Yq6qqYc2JrdiT7Icetp9hst0AODauKB161yv2IcSepIZBkdQyM4CRmnjZRnJNGQR12/QwM0CT3nl6UUlwSYZJgpmiksSWnnN6b5llRLaRuNNjT48vn0VqninpkDaOS68zSbw0Qw3HI4GrrNFrS702vfP0WFOuw+tJ9BkQSY8siSBlNSTr9Lhy3vTaUjIjLSrFEwbeR0+9NBc7yRy919IUjlLyR3kPpTM0MLgGenBZlEtaOI7r5ykAM/hQty5t1IiToNMbzCqoso1SEBpQJMecB0ms7AkiDS2eJNAgolHLWgI0KKSGFI0Z7gn7ZgYgGhHEhEYN8aGMh0XC6I3mXlEqQ4mUbFEtGincG2mxKOLJcaQ40NhgH/zDGArOg31xDI4r68nmyQJPcEjMZSvm8hnjnssXouL19JZzj/gMUiLF51C20aDi6QDnyX3kuFw3n0HiL621wHtoHNHo4J7I5p4naWfMBQ1GGhbysho+t3x2aKjyveH+ch/Zv2zhtQ//lSZeKSIgIiAi8Gkj8KeJ/b7jB3Es7aoQuNizVlvUU7MSKoO+q/3ufQyH431wIvpRBWJvqaoNljvqbuUElzptcSHkJp6nRqORkTUeZMbjXuxT5BYVoHP1+kjNzxaCN1OLJBWGamdcE6NMu8HcwEworMTCS5IiCfKLS33+mspqMDcyRb269YT7fK5dwNc31yEsLw2qCkrQV9WAvkYV6GlUQTsFW7S1alYuz3kXsZ9+ewc8ui7E8qD98Ay7jZ4WDvip6UTh+HrnAw8kRybDVEMfO5IuVSD2DDheGfU7XmQl4XC3+ejj2O0N6BKTEjHk6ExcTQnD5Cafo59uc7Rq2Uog9r/4/I7NA+Zh1yV3/Jrsh+T8LIyyaYveRq2RkZf1UVIcB/3qaGJQA6ejH6CwpBj9bFugjVoDDOzZH6cunsaEwM0oKS7CV1U7YOHob9+Y56nzp7E19jR8ox+in4UDfhu+7i8j9t6+57A/7QqOPPdDU30L/FR3LFRUVXA00Q81jazQWqu+4L1lY2rTI88vIFMlG2Nr9sG+J57Y+MIHTka2gkxKNmCZ18sSe5cqjrgZ/wQvlJPRxbopHGGLTi3bl2cU+ZD/Lj6E2H9IP5VdQ5JLzy097iRa//YmLY5Fr7R8lVLZtdEQohyGxFae8JEQ0xBhjvh3Zdr5t2JFEi41frjG9+Xt/zeuU7q/NDCk7/G/cR3inEUERAREBP6/EfjTxJ5eHaYqZFNSUkYNy9dVY9+2OGp9Rx2YiyeFsYgpy0LDa5WZiUVVG8YaOrDSNcWd5JdIK5SAlVCzCvPQUNcctoaWOBtxD9XVtBCWm47cYmbIL222WobQVVZFPTUSVHtM6D1aOGZ+V2OxqpepkbgccROBcU8RmBqJ+KJcoaJqNU19zLH8HJP6l2blILHfmnQZ1qj6hhSHxN6z+yLcznqKby9tRf6rEvz82XhUr2KGRff2YoJxZyTnpGFd/BnE5WWWe+xJ7FdEHhWI/Y72UzGy1aA3pssKr18emwvfhOf4qnFPDKzaBi2bt8DxB+eww+cYTs/aDm9fb5zPvItdzy5AWVERI2p3QhfLpvANv4aBNt3fGvwZExuLMafmCxr7cY26o7tGYxRrKeGH21sRmpeB/jVaYXj1jsguysH4e5tKib1RR7hVQuy9zp/G5hgvgdh/Xb8r1nz+PW7fvYNjqdfLNfa/9liM6tWqv7HGtPQ0nAi5XO6xn2zZq1xjz4vped7s+Su2JJ5HqiQb2z+bDH1FXbjHesNFxxn9XPoInkc2n8u+OBTvg9Y2zdBEvSYSkI7uJ76DqpIyZjboj17mzeHkWBpgy7bR41fMeL5L0NjPbPEFvvJehdiCHExw6IVeWo5o3/Z1wZ8PeWE/tkDVh/QpXvN2BPj/Cb3uzEtP6ZDYRAREBEQERAREBD5VBP40sf8jwPFo/tdrv+F80j0EZMZX6MJURQNGalqCDj2tuADORrYY2qArCosKsO/BaTzIiBUkNYWvXmdLZQfM42CpXgV5xUWw1TbES0kWFtYcAGdbR5iZmgnevMqOmrX9AAAgAElEQVRaSGiI4AG1r2MvfH3p8iVE5MVi2ZMjSCzMxKSqbbF0rFs5sX+bxp7E/sUcT5y7cA57Ei/AM/Q6nKtaw1bPDLqZqlg7fjF+/m0j1id4V5TinPDAhvhTuJsUhjn1emJxn7lvTPPm3Vvo6zsfmSWF+MlqCGYMnShcI/XYk9iznaNXO+48PCJuCXKmNmb20FXRwNja/T86eHbxuQ1YdPcImhnZYIZlXyFA95ugHUiUZGCw3mdYNmB2hUBVYT7ep7Ah+gSuxj/D+nYTML750Hd67BMSE5CSkioYg5ICiUDsJ5xbW6kUh/17eXthXdhxXE15hrZGNeFo0RDpGVkYXqNTeTwHZSb7vQ5jU+xJFCurCGk7gVdC/YL43HR0rFYfs2wHomObDuU4y3rst3ZZgMN3T2HZC0+YqVfBjGqfY1j3QYJU4UPb/9Jj/6FzEK8TERAREBEQERAREBH49BD4W4k9g9WehDzFk8xIPC2OwrXIQMTlZyPv1evSFvR2qtPzr6GHKqrq6G3XGtV0TQUPOtNo3ksKQVxeFtKK8ivslr6yKqooqQmZdSyrmOBxahQa6pvD2sgWplnaaGBsC10NHXRqV5ppRdp2n94HFU0VDG9fsaqny5oRCCiKxQxzF8z7YuZ7if03d3fgQJt50FBXh0/oNWwI9RICL620q2JV/bH4vFOPSon96fNncCj9Ko4G+6Ohjhl+bvaN4I2Xbfv9PTDm8gY0qWqNqWY9MPTzUq++PLHnZ6e8vbA86hjuJAQL1zgbWmH1Z9M+mtjP91qJ1Q9OoY15XUwx74nPXXpi8PYpOJYUiJbmdTHZ2AX9e7wumMSc8Pt9PLAm+iRUlVWwrM5IDOrWD7du33pr8OyJsydhVMsEWjnqQqaXXx/8jvnX9r6V2HM93/26CNuSmBa0EM0MLDFIvy0mDn4dEBv0OAi7Q08iJzEHncwcoaykJGinn6aGYU3kSSHV6vc1BmBsj+HlgbbyGvus7Gz8GPALPMPuoGv1hhhh1Ak9O3UXtO0f0kRi/yEoideICIgI/GMQkPhhocs3OJFawvR0UFY3RO3u32LN/M4w+wtzyZck3cDBa9oY3LsBysolvR+CfG/M/uIBhh6YCwf5lOYlkdjYYxyKtpzFdKtKJipzr9n+vuh6YwQu7fwcH1XENO0SliyPwOClI2GrBJTE+2LZzGU4E6OLFpOWY8kgO1Saaf1d85ZddcEVuLnOgFcaxcKlTcGkHzaf/A6ffTBI74fxzSvy4T37CzwYegBz3wC24tVF4aexfNEOXI1VRd1+c+A21gl6SIXf0rGYse85dLu4YdfagbAqm2/apSVYHjEYS0faQgkliPddhpnLziBGtwUmLV+CQXZibvo/smMfes/fRuyZ1u347XM4k3UPSVnJqGNiIwS2BsW/QHJRPnLLCjzJZuBgbnoT9SqChIKfUz+eXPg68E+6SDVFJSFHuqaKOoqhADVlVXS3cEZxigTpJgqITouFJDcTGhp6aFJcHQ2r10Gndp2E25cdXIOwV0noZ9IBXcsKGJ0874Vv7m1DFS0NLLIfKZA6ti83TsfvmQGw0TDFlqZTyoPHjl84iZlBu7G96RR0atEBnmeOC5IRv+iHmGDbAUNquAi5m1fvW4/1CWeRkJ+NU80XoGunrkKRpUvBN7A2/BTic9Iwu25vtDNwKJd/kPyujTiGp1lxGG3SDsOa9CjP3LP96n4ceXAFi5uOEVJUspFUMu5hR7Iv7iSG/CFiH5sSh2URRxCakYDhVVvgq9bDhBONM7fP4xv/jUgvlGCIoTPGtxgkxCpQ/3vuqg+Opl/HlaiHmN60Pz63aIdaNWtVmu6SwakB9wPwOPUF1E210ErfETUsLLHq+k6suX8SLhaNMaVGb3Qu2yPZh9nz/AnMeLILcdmpcLVywmijTkKgMBuDNo+c88T+RF/01WmOCYPGlN/KU49597biWmII+lo1xU+fTYJdLTshaHLXjWNYGXYc9bSNcaL/emhpaOLQhWPYFHcGcTmpmNSwO2a3GANDg8pPfeRfNpHYf+h/P+J1IgIiAv8IBHLd0ctsN/qE/I4BGkBB4hUs6DoECSvjcLSPpjDFooxEpCkbwkhL6fWU89ORVKgNIx0ZBlqUhaQ0Begbab8m78VZyMjTgrrfaDgc7ovAfb2EIkeV9lneewlyU9PxSukYuttewfcx+9BJTe6ekmeYpGaPwoBC7Gwoy4Ll792AnHnTEffVr5hYkwZAPtLi0gB9M+iXKjgrbemP9mHemGnYljkJgUFL0Vg5F8cHWmOxvSeODgzGjC5b0eLaDcyqYFRUPm8UZSAxTRmGRlqQQRDI9UBv853o9eIYBmqUTkNBURUamqplhZwKkJGaBw0D3dcGRKV9FSMrIw9autpQRBGyktKgoG8E7UqMg5LcVKS/UsKx7ra48n0M9hFYFCEjMQ3KhkaQ3WKURGBTV1fc+MIdq1onYcvwr5G2KBAr0gfAaIYNvLwH4/7oNtjV+wUezdHF433zMGbaNmROCkTQ0sZQzj2OgdaLYe95FAODZ6DL1ha4dmMWKrPD/hHvwn9gEn8bsb9z7y4WPdyFmJw0jDbsgEZWdZGemY4D8WdxOyEEUZJsAU5ZYv+h+GooKqGfjTNaqtSFjUkNwWuvp6UrZPkIeRmKouIiFBQX4FlBNJ6lvkByShpaGNRHc1sneD3xwfbYi2hQxRp1XhlAEYoIyI9AGrIwu8kwOBnVR0p6CvxDb2N39GWEF6fBQE0Lk2t2RTPd+sjIzYR38i0cj7+HEVat4KxVH83qO2HX1cP4PfkatnaYCxP1qrj69Cbcwy7iVn4ECkqKMblWRziq1sbwPkPB1Iznn1/D/nBvROamo5luTdSGISQlhQgsiUWCJBWDq7XFkMY9UKd2HQGWlXt/xtm8e4jKz8S4Gh3RwqQJWpdlIiLRPnj2CLYlnkNxQT5+afMdPnN8nTFGFtddJ/dj/rP9SCnIRY0qJqhRpIdMlXy8zE3EVIdeqF9kgb6uvYVb6H2PUU3Fiuv7EJWbgSZK5qijaQ5FJUVcQzQk+dkY2agbrPOM0K5lW0G+4nftChY93Ysr8c9hwEq/CpZCdo+CqsqIz0rCF/W6oJthMxy97YULBUG4mxoFQ3UduGja44ce01DDskaFx+DJ0yfYeOc3HIm7g6+rdcKXLQaUZwfZf/wAPNKv415iCPoYOWJ4/c/h3PQzIV3iRq9fcCrtLu5nxKKKshr66DTG53U6ICo7HkeTb+Bq3DOoKShiuL4z2lR3RHVDc5zLCsDGAE+oKatgkLYTNk5e/kGP5IcS+yNHjgjZTpiPnNlAKuzLrl3CuyBflZMFp5ghRr4xzz0z3zDDDTPQUG/O1JjMbU+jmrneZVMZMhsNCxIx8wszvbBRxsTML8zCwnz5svnwOSaztDBTD4Mb2b+0McMNU1cyUwsz9bAxGJI56HlKx3zp7I/ZTqRZYZhthd9xXsyCw4wyjHeprDHTCrOyHD16VMiiI99YPIoVXeUb6wQwcxL3g+kzpdlkiNEfbcx+QykhNf2sosu0sywixbSdbByP2Xa4F8y4w8asMgx65ncMfO3YseKpoXQuzOPPvhknwPSXso31CJhhRr4xiFo2lecfXZd43yeOAIm9+X4Mjj2NoQKPz8ChHiZY3zUKNycX4uh4F8y+qYmqkiTojD6EkyOuokuzXYCBOvIyYqE04ij8fvoMMdt7wnnKbegaZSFKawrO3/kG150tsarQGvo2vTH91W58c9sU47a6o9PFLzBXpk+vec1QakIAKH6GTS6tMD/EBKaq8QiOcYVP0gqkT6k4D6+5VTBTnthXdm/CbBwz7oQqj+PxY9JitO6xDTkW+oi7F42OB1/gSN+nGKbWDdp3M7HdUcqEJbi4eh6CHczgOTMNK+6WEfvBdtjQxh/nh77EV05zYXPuFr61LTstqGzslL2oe2o8XGbfhGZVCZJ0RuOQ1zw0ky5WIPa70S/mLL6QVXyWRGFp4wbYqV4N2tmJeJzgCs/Q3XDyle9rLszW1oPlqkJY69fEuG2f48rQabita4SsKC1MOR+ANR1Ki/MBxXi2yQWt5ofAxFQV8cExcPVJwd66pzDeZTZualaFJEkHow95YZ50giXpeOofAu2WTrBQysbJEY442OMmxh41w/RmsXg00wASr97Q/qEzUq/ZY/u8YDiYeWJm2grcLSP2g+02oI3/eQx9+RWc5trg3K1vIYXsE3/z/ifL/9uI/e2AO5h3dzOis5PRu/pnaFatMSQlEvjEBsA3MgC6SqpChdWc4kKBmL+v8TVSgAIa6hjDQq8ahhi1R9c2nd+Za5zZM1htNEM1Fwcen4OFlgk6GjZGpmo+wtKj8Kq4SBi2iqYe6mnbwtrCSiA+Fy5dhKqxBlIlr4tq6alqIT8+V6g8q2KqJUhDNJRUIYnPQS+XnqDEJksrHy0snUpT1ekqIzItTsjSI6TtY8rOxFz07FKaj51VNNMz0uEfcxeJmUlQVVQWKtTqaxuiuVljGOgZCPmspe3YheNQ0VMHIw2YxacoMR8d2r3WjZOknfT1QopGFloYN0HjhpXngw54FoionIQKcJeUvEJTs/qCPp25z5mqjo3zJvl6+PQRsnQKEJUSDSXugoICdDSqQDdPE84NmwrkUkpUb9+5jUSldBSVxUTIG2419Myhmq+E0PRwQENZkMqwqSoqoaZ2DcGrLt8u3bqMXLViqKaVoHNZrQBecyPwJpJeZQh96KhoQCVTQci1T2yfJgQjXZKFYpn+65rYITknFXFZieWfqykqQz1PGc4On8HHzxeKJuqCDOxVXiH6tCrdq/e1DyX2TMfIIkhMUcnqnsz4wlOHvXv3YteuXUIBJxZ8km0k6sylztSRssYAA4eZ27y4uFgobMTUhfyZaQiZn5zFnJiGsV27dkJ3JO8spkTyzyJEbAxQ5r3MLc40jaxKKiWsTI1IMs7c9Sz2JC0Mxfs4XxJeVhllCkRmcWHufBJaGgAkwEz/yJzrrPTKvlmAiCkqWRyK8S/MtU5DgxVpeb1s4/XMdsMc/ZyfbNYUZsohGabRwiJLxIGpNpn7n+SbqSiJK6uo0ihgYSkaMh8TMyGdC40qFtBiHnziRmOK6SkZoM9+mc6RODGfPXPfS/eO6Ti51yw0RsLOucqn32TaSWLGMYgBU0TK7i/JO40n+WJNrNLLdYtNROBPIZDrjp5aI/C8dXOYK76CJPk5nhX3wz6/jegWOhV2kwzg4T0ZFhJ/TG+1FW29OmJb6wAsjDyKPspnMLzOarS5PR1nLGfAMfg5Fthk4UQvfcxyvIqhu1vhydZ8HOmmBsnpkYLH/s6k82gg12f7+74YV3YoKvEeArMFzgi6NQ1Vg2bBpnkCfj2ji0nTKs6j/b1NuGde0WNf2b17EmfBXbsldELTMS9iG44pDsfEtqoIdmuCJqEbkfJbZ+EEodKWsQMubcOwXCD2QNq5yXB0/RWZWhIUtdqJwFNjYF3mgq987K9wvMEkGHh4Y7KFBP7TW2Fr+/vwlS6WxF57EK7XtkdVgfooQLPrKvivqYfldla4vzobx3tLsN7JEjd+PI2qU6bJ9XUPO6ObwvrJVuQf6YDzvbUwwzEYzxfYIOtEL+jPaorw5wtgSdIk8cYQswVwDrqFaVWDMMumORL2JOKr4w0wycAD3pMtIPGfjlZb2+O+7zhUPKMuwsuDo9F3kxW2+MxFaHdd7J2QDd8h6ii6OxGG/YzwMGwRaigCGTtc0DZseSmxRxrOTXaE66+Z0JIUodXOQJwaY13x1OJPPbzizfII/G3EnkWGLj+9Bs/Ia4hSyBLIEgtakbyqKauhhqYetBWUcDMlDMVlUrO84kKhOJW06SqrCd5uZs+x0tCFra4p7BTM0bp6M0HW8jHtst9lPEl9AQNTQ9ipW6GJw4fnKf+YccRrPz0EPpTYExkWUDp+/LhQbZUFfEgcSZ7pySaR5emGbKNX183NTSDXlaV25Pck5swnz+9ZSInVZNkfiSaLNTEFK4k9CSEJOquvsjHfOavgkljSO0wSKs2LT8J68uRJgXDS+05jQerppzeZ6SZpINAIJEGlQcjxpR76CxcuYMOGDYLHmtcxzSUNC1Z7pTedBghxYwEjqTEh/+QQK5J/FriSbcSJ62TVVBJ5FslirnX+zPztbPSiX79+XSD8nIfUwPmYp5NFsHhqQOyla6cRwUJPPFGgIcVTCBpeNHJYuIqNpyDr168XquLyxINFseS99iT0NPI4f57ksD6A9H72wcJbNIBY1ExsIgJ/OQL02JvugMu93egYeQCTRx/FZ/suYkkbXeTs6QztKdFo3tBAqFUDZXuMXWqNzTPV4HVzFkxL4rDKuQ0S14zD6fb3sDHHHR3VgNTldWAa9APm3ZyFnBMRWF1PqZzY+3fYCEO5Psfv/QUjyvQZWRubwTJgJeL3tINavgd62p/G+O9i0WtGxXmM3z0DN2vXqyDFqezeaUEzyoh9Jn6KX4n+X65FYK4OTBXD8KzVGWS5u3wYscd1TKnzNaoevw63uhlw798Ue3vex9lRpaeAlY4d0B4rDKcgunlDGJQCCPvxe7FzhFXpNr7VYx+BH+xbIvNoBNY2kGBPB3OcmrgKmYNmyPW1G9+/7IJWOScQsbo6fq5riLsbc+BeugmoY/oY27P3oy1l7Vkb0cwyACvj96CdWj48etrj9LQAtF9hiCnRzdGwdIJQth+Pvb+MeC2XKUnH9dVDMN6rMX72WILOpgXwcNHGhkEZ8B+lhQL/kdAdUxuRz+eB7kdZYo/rU1Dn66o4ft0NdTPc0b/pXvS8fxZlkP3lj7LY4V9QefZjQbx67SrCE6MEaUxuQZ5A7FkdVkNZDdkFuUjWykFaQQZSctMQmZ2CXBJ/JVVk5mfBWkMPCopKsDaoBtXUV6hZpQaG9hz0RnGfj5nT6XNnBE1+p46lmnuxiQj8WQQ+htiT8NI7z3volSUBJelmYSp6quVPr/4IsSdZZwVPnuL07t1bIOs8eZEn9qw+SqOARZ4or6FEhlIgEkopsafMh15yeop5CkBCK0vsWRWX3muSW0qMpI33kLDyRIJ56CkP+quIPY0hrpEGDL3zxJMnA2PHlqaplTYaBatWrRKKKLEa6sc2EnueNHBvKCvi2tlYtInyN+LKolXyxJ7eehaoIh6cA4s0sQ/pSRj72LJli3DqwWeAzwRPHmiESQs6icT+Y3dLvP6jEJCT4mRdnIA6vWOw/PlJDHo2Hjaza+LK7W9h8yoMZ3YGoFq7FxjVJhRrI3aiXfE5jLRfiRY3vsaJ6vPRNjIIcyzy4N1fD1/Vu4QvDgxG7qkIrLJXguTMKDgc6o1bo0/BXq5Piy/6o0GZPEVydjDM3Frg8c2pMAn7EfYOIVh3RA3j5lech8Ww+tiiL+exr+TezXFSj308Go/VwfaBCbg+0RBBs2vAIWI7sj26fxixL/LCMNt1aB/oi7HGRbg5zQ5TqvnhzhwLAe7K5r05ZjTc7Wej5pXb+NbmFcLO7ESAxRfoL13sxxD7yYehP22+XF/D4HS0MVrlnkLEKmuc7K6B+W0jETTHAnne/aH3VQOEhLgJnnRIzmKwmRtaPL6JqSZh+NHeASGbYzDa3R6za17B7W9t8CrsDHYGWOCL/g3KpFEFeLi6G768MRC/7Z+A+sIelSB0gTWc4o8gYYcTElbWR93AjUg+1FHAUZbYF3kNg+269gj0HQvjopuYZjcF1fxuYY7FXxiV/VEP+3//4r/NY/+hUPLIPj03A3mF+YJXX1VJRSh+JSkqQElJsUDCtdQ0YV/LvkKFyg/tX7xOROB/jcDHEHvOhYR627ZtgsyCcjF6uUnqqJ+WbyT2c+bMEci3rJyEMhcSy8o89iSN9LBTxkI9+uTJkwWCLU/s6SGmvpsedXrm6bUfN26cIKeREnt6nBkITq84Pc+UC8kSe2rreeJArzilKW9rJOPyxJ46exogsutiBViOx8/psadnnrIlaeM6OCZlRJw/PeaU9ZCE82RBvnHNvJ4e8o9tjBmg0cAKq6zuSizphacsp1GjRkJ3rPQqT+xJypn1iVhS90/jh0YIdfhsnI+0OisNKcYyUN7EUxcad2w0VNgop5I2ZmniKQwlQWITEfhTCLyhsc/GpQm10CN6FUKOO8Orf3ssDKuN+srPEWq9COdXx6G/zXLkNWkC45xQFA5yx4Ufm+HlqhZw/C4W9jWz8SRrIE7c/w63nFuVE/uiBwvh6HoOHdeuQu2Dw/CDTJ++HiNhI32UqVXv3BJu8bVQvTAEQSmuOBe9EGFDKs7D190ZqzTlgmcruzdqZpnHPg1jDjmi0QoFtK6vgPScODzVW4wEHztMfkNjX4ZoBSlOAR6s6YZem7JQyzoPwUmtsNl3M3qayGjs5ecdtxtW+/qi/cIw1K6vjOeh1ljk64GR0sW+IcUBoNIc359fiOA2ch77b2KwImGoXF/uaLfXvozY2+PVo1Vo4fgdYu1rIvtJFgaeeIhfXKVxRdTYd0ZLt3jUql6IkKAUuJ6Lw26rfejbfiHCateH8vNQWC/yhcdIm1K5TJYHBlYbhFMqxqgiqCRV0WltEPZ3OofBdoNwuZoVssLMsSzQD9/UKZVRVpDiFDzAmm69sCmrFqzzgpHUajN8N/eEFLI/9dyKN1eKwD+O2P/d+0QPGnXfJBOKCgpCddr8vDzhMxVVVYEA8RcntctampqCfpuaWgYE8jpVNTWoqaqisKhUMsTrqRHmZ9WqVxcCHUlOSopLU3ryfhI4/vJmKfncnJxSjXqVKkJ59yo6OiguKRE8uPSw8m/OjePJHt+TwOnr6QnzlBQUCH3Rs8q0k5wDf+lTxqGkqCj8XFBYKHgz+TP7Z5/SCp70wrKkO6UEbPQYUkpRXFSEvPx8gYgQA/ZZUlSEopIS4WcVZWXhO45P7yPXyL5J/nR1dFBQhonsnvI7pqAkXkwNSix5DzEjOSMW/IxyEZJcjsO+83NzBS21qZkZNMq06G8LQvy7nyH58T6W2LPAEokuJSWU41A+Qq16ZY37TmJL0sznStpICCmreRuxnzJlioAnvcc9evQQJC+yxJ4SlZUrVwoyH45PDzM97PQy02CgRp1SHO4fZSz8mbIU9stnQCrFodyF/7527do7t6EyYs97GYArm1aUsiCSYgbyktiTALdt21Z4pun15zPO+dALT+82+6XMhx75yog9DRJi5O/v/4ceE+r2ScTv3bsnvNuMn+H8SN4ZLMv3SJbYu7u7C9Kk77//XiDp1NnTkKNxJZUJ0Vgh1sSZpyA8taFxRIOGciI2fk6NvWzQMo0LSrj47otNROB/i0AxMmJCkaxkDmtTbSByGZp2zcbeG19Dp0AXNYzLw15RlBqO4FQN2NQ0wZsJZ0qQHReGFDUL1DBQqtDnm/7bAqSGR0JiVBNm5UGlFefxdp9vZfdKESpBVlQIktUsYW38jpQ47wC0KD0SoSlqsLA1eR3wW3595WMXZ8QgNFkJ5tam0P6Tzur39lWUivDgVGjY1IRJJUssSA1HpMQINV8DCxRnICY0GUrm1jD90AkWpSEiJBXa1rYwfGc26CKkR4YK+25r8vpZ+d8+s59u7588secvUElenkA0SXb5S5IBs/cfPICJkRH0DQ0R/vKlQOypU7515w7at2sneO1I6plxhaQiMTFReIqysrIEYspfuiSpp06eRDdXVxRKJHj69Cns69VDelqaYECkpqYKhJ2Em4GGTR0dkZmdLdxPMkvvH8kKSZJl9ero3bevcOTvc/48jI2MkJKaKmgeOU5uXh7satfGowcPhHk+CgoStMs5ubnISE8XAlpZiItGBQmRkbGxQPBIqEmEHty/j4llntArfn5C33m5uUL/unp6wrqIUV5ODqpZWCAmOlrAS01dHXpVqggBha8UFAQJAbEy1NdHeGSk4NVk8Co/Y/AviZqqiooQdCgE0iqWBuhSGsIMIzQmEhIThWs5ZvVq1QTjgkYUCTNzLEdGRAgEnwGK/8T2sZVnuS6SOXq5qd0mSX8bWSNpZnAmvfay3lsSXBp2JK30/rMPGmokjZs3bxYIYpcuXQRPO3XhP/zwg6DpppyEnuRFixYJ1/KUgPPnnPhM8uRg1qxZAollLACJPeU8zH4zffp0YV9pUNBA5s/M/MLxFy5cWK7P5x6xTz7PNDxJgOlV55jU2PN9Y998F0huGRgsbXy2+XzwuSKx532cJxvvIdGnp56kmQR769atglyG19KTLt8YT0ADkUaJbGOfvEfaKO2RzSJEI5vvHhvnxPWwEUv+H8L3nZjy/wXiQI08iTsNJc5TmomHeBFXfs/AYa6ZJyrcI/4/wPeR2PPZ57PAbD80ZGg4VKlSRTjlkG2yAfX/xHdBnNN/E4GSuE3oNjgLGy7OQ23xwOi/ucniqv61CIjE/sAB5GRlIZee6cJCgazSW0xySVlCTna2QMLp7VRXU4O+gQGSExNRs1YtgXyHR0QIkiD+QqccgkSfjSSDnsdbN24IZJTX8351DQ3By8e+E+LiEB0TA20dHUG33LZ1a6RlZCA9NVUgwMEvXgh9+125QmYkEHd6+HlywM9j4+OFeZFk0AtOr390VBRsbG0RFRkpEGqScZ4eGBoYCGsj+U5JShJkALa1agnBjPSUkthP+uorYe7sj6SPHnUDQ0Nh3pQh0ODQ1NISspJwnPCwMBibmKCqkRGePH6M7JwcIdsHidjjoCDhlIBaZPZHTybXTHJCnGgI8YSExg1PRgokEoHQxcbECEaVopKSQPQdGjcWsGXjaQbxIgG6c/fuH9JJ/x1v6sd67Dkn7gE9uyRz8tpw2Tn/EY09iSM9xAxmpY6b0hkaUtxPesKpl1+7dq1ARGkUShsNURJ2GgMknFKPPUk0DQLKWZjZhh577gmNDRJSElwaBDwV4HvAxmeeBJiBpJTwEKO/QmNPIk9Dgl5y6tOJD8xH4FgAACAASURBVEkyswLxRErWSKDUhwYO5y8NGJau9fLlywLhlja+X7LZdzhvGhGU3vDERIoTM+0QXwbrbty4UXhWpR57GklcI+fF+6SNJ2TElYGwlDsRFxouNJCkGYFoIPFUgTjSkBI19n/HmyuOISIgIiAi8O9H4JMn9iQCKcnJwi9UShsoKyFJJhmnNIZev1u3bqFOnTqICA8XZCP02PEPSalUJsP7SW7okSPRIXHh36YmJoI3nddJ8vNhX7eu4DEk8SaxIoEl8aURQCkK5TU0Dmg0cCx+x3mR0NPLTokGvbsk1TwxEKQslMooKwtjk4yzH2UVFeHp5Dz5OWUyTJ8npNrU1BTmxuwjJM/02JNs0HMrbfRgClIeJSVBEkRvJQ0KGgrCnLS1he9JTPgZCTvJCb/jyQDH5Pccn9jQM8nv+Dn7pMFEI4EGC/ungcC0gMSBxgAxoGHyqqREMLS4L7yniq6uMA7nI5/r+5/yOv6TiT0x4t7SU07c6TnmvjAAlJ5mqTyE19EbzetILkly5Yk9n39KS0iseVpAKQ+lNPR883mix5tGHJ8BEmB6yel9pjHBd0Ce2NNIJbnlsyTb+F6RpFPfLp8Vh+8CM+pQW08POCVKNERodNCTT0LN55DPC+fP556nGTy9+NhGqRRxooFEYs/nmAYqjSWerPH9kc2Kw5MxnjBwXrLef86Npy40ADgvpjClhp7GiLRRDsdsOxyHenzGPYhZcT52x8TrRQREBEQEPj0EPnli/+lt+ZsrJqGmB5eSIrH9eQT+CLFnAaODBw8KhuS7Cg6R2DJzDa+hR1y+kSRSrkPPP79n7nnqvOn1lQZi0rjiWPQUU/rC/afRR5JP+ZZsI/mknp1ZXHiqQGOA2m8ScDbKxDgnevept6exSPJLLTrJPRsNPRpj0qJXPNUhyWaAKMekEcu+SdJpaMoHgzKYmFIXXkPPOdcj29gXjRUGsDJdJPGnd57kmJImknk29k3izziGP9KorSdRZ9YiGrTEjEZLrVq1BO07seS6GbhLmRulR5TgkJTL581n0DGNWEqamEmH8iRZ8k/Dh8HOPMmjAUus2AclQmITERAREBEQERAReBsCIrEXnw0Rgb8YgT9C7HnKQh07YxJIQN/WSBypc6f3Vr5YEe/hKQe9xvyOpJJB2jwtoY6d8i5p4+fSQG9p0TDKVngCJNsYJMv72R/lJryW/5Zm7OHJysuyGBQSd5J0zo9r4X00IoRAdBUVwRNP2Q8bpSb0+NMbzwrR/FlKwOXXzhMfkmcGj9L7zgqyso2GA9dDki3NVENDg95w6fi8j3PgvX8m2JQYULLDMTke+2V/lLbxZI1jcmyOxfXwe2b0ka9HQKOHRpL0c0qW5I0qnnLQ6OJpIaVsNI4onRObiICIgIiAiICIgEjsxWdAROBvQuCPEPu/aWriMCICIgIiAiICIgIiAv9hBESP/X94c8Wl/f8gIBL7/x/cxVFFBEQERAREBEQEPnUERGL/qT8B4vr/cgREYv+XQyp2KCIgIvBXIFB0E0t6fo1jiaXpWgEF6PdYC98f23xQ70mHJmB27jzsGmOFP5KKPd97Nr54MBQH5jrg/7X6QkkkNvYYh6ItpzE8zh3XtAejd4PS4kof0orCT2P5oh24GquKuv3mwG2sE/SQCr+lYzFj33PodnHDrrUDYVXWZdqlJVgeMRhLR9pCCSWI912GmcvOIEa3BSYtX4JBdnJopPph6dgZ2PdcF13cdmHtQCuUdpWGS0uWI2LwUoy0rTzP6EePxV4rzK8YT/bOxFLvBLD6jrJFL/ywbAjeGC71MtZtScHn8/rBWunD7qkwTlE4Ti9fhB1XY6Fatx/muI2Fk96HoC9e8z4ERGL/PoTE70UE/gACly5dEgIixSYiICIgIvCPQSD/JAabr0f7ZycwTKgTpAAFVXVoqZIkFiEjMQ3KhkbQkuGMBRlJyFYzhIE6ELm4MTpkHcTjhebIVdCDvqaU3ucjLS4N0DeDfmU1n0pykZr+CkrHusP2yveI2dcJam8Z7zVWBchIyoaaoQHUpcMUZSEpTQH6RtplRJdXFyAjNQ8aBrqvjQVel6EIA0Ot0uqp8q3kGSapsWJtNvqsbYrDfQOxr1dphaX8tDikQR9mlS6EVSYjsKmrK2584Y5VrZOwZfjXSFsUiBXpA2A0wwZe3oNxf3Qb7Or9Ao/m6OLxvnkYM20bMicFImhpYyjnHsdA68Ww9zyKgcEz0GVrC1y7MQtW5ZZSNo71MsIMGy94D76P0W12ofeLR5ij+xj75o3BtG2ZmBQYhKWN5Q2RdDz66LEquQeJ2NDaCRd7uKGXkQKU9BvC9XMnGMlaciUxODi8GYbdHIQbwWvhrPy+e+THaYiYTV3heuMLuK9qjaQtw/F12iIEbu6Ad9a5+se8SP/siYjE/p+9P+LsRAREBEQERAREBP4aBEjsq22CS+R5jCyv5gqUxB7FeJfZuKlZFZIkHYw+5IV5TknY3acxxl3RhXFOPCyX3MZByRDYblBEg2qKSH2RApfDQdhsvAGte2xDjoU+4u5Fo+PBFzgy+HV2reJnm+DSaj5CTEyhGh+MGFcfJK1IxxT58Zq9rkhaErEbfRqPwxVdY+TEW2LJ3cv4/FofOE+5DV2jLERpTcH5O9/gZusG2KleDdrZiXic4ArP0N1wvjgW7WY/gKF+Kl6qjYfXpUE42cQVRcceY5GdBHu62MF/7hmouDSC5PAaRI2Zidum47D93BgE9++FbTkW0I+7h+iOB/HiSF88HaaGbtp3kbu9LGtcSTqe+odAu6UTLJSycXKEIw72uImxR80wvVksHs00gMSrN7R/6IzUa/bYPi8YDmaemJm2AnfLiP1guw1o438eQ19+Bae5Njh361vYSomzxBeDdKejWewjzDSQwKu3Nn7onIpr9tsxL9gBZp4zkbbi7pvEXnIRqz96rEruKfDBmAbrUHNRPxiV1EaXvi1hCT8MU+sG7buZIAzPNg7AjMRaKPYsxo/318C55D331L8iN7eGyH7qjxDtlnCyUEL2yRFwPNgDge4DKqnk+9c8+p9SLyKx/5R2W1yriICIgIiAiMCniwCJvf7nuGBlDyOWFVduiG+O70WDtfaYZOAB78kWkPhPR6ut7XHb7Spsh1RDYOQy1IrZj6mrVTHC8Ce0frAUKb9/DsnW1rC/5Ya7I57htOJwTGyrimC3JmgSuhEpv3Uu87xK4D3EDAucg3BrWlUEzbJB84RfcUZ3EqbJjXffdxwMhZ0pwNUv9TCkWiAil9VCzP6pWK3UFOFfLoZT8HMssMnCiV76mOXoj2H7W+L+6mwc7y3BeidL3Fgch7GH7THHZD88v6+L0AOnoTmwLbycOqLQKxQr7POxs40F/L6/DO3ujSp47Pc4X8eWY4oYPrEtVIPd0KRJKDam/IbOb3UhF+HlwdHou8kKW3zmIrS7LvZOyIbvEHUU3Z0Iw35GeBi2CDUUgYwdLmgbtryU2CMN5yY7wvXXTGhJitBqZyBOjbF+fbKQsx/tdPdiQrYvhqgX4e5EQ/QzeoiIRSwemIEdLm0RtrwSYl/2VH/UWJXcoxi7Bp9VWwfjb0ajcZIndocOwzn/uWhQdvSRe8sN/VaYYv1uTcxq+RDf3V+DZonvvkf6wlWcW+mnRS8PYnTfTbDa4oOfWshYm5/uW/qnVy4S+z8NodiBiICIgIiAiICIwL8AgUo99jnY01kbU6Kbo6EB2T6gbD8eWx03od6p75B3pg9K1TUlghSnfdZBBK+oD8mhHqh1chLuT3mE4V+uRWCuDkwVw/Cs1RlkubuUEfssbGxmiYCV8djTTg35Hj1hf3o8vovthRly4+39ZUSZHCUH25tq48R3eTjTp0zXk7EadQ3vYmOOOzqqAanL68A06Ed8d2cmMo9GYG0DCfZ0MMepb+JxuK4npo+fj12X4mDiuhD7fhsIb1li39oCfgveJPb72gdgef8vsTYwFzqmigh71gpnstzhUhmxL0nH9dVDMN6rMX72WILOpgXwcNHGhkEZ8B+lhQL/kdAdUxuRz+fBiHRchtjj+hTU+boqjl93Q90Md/RvuhftpwOzZ3hDouKAhf6zcavFZgzK8McorQL4j9TFmNqReD5P6EmG2Gfgl27VMMFbAhWHhbhz+0c0Un7/WD3vn8Uog4rPqjzhLigogqqqMlD8EN/VGwzFY4+wuK4SUPQQbk1d4OMwBC10n+H3PQlot3gdfp7cCppvu0dmqIrjlCD9+moMGe+Fxj97YEln0z8Ut/EveOv+9imKxP5vh1wcUERAREBEQERAROD/AYFKiX0BLo21weyaV3D7Wxu8CjuDnQEWGKj7E0wm1MeLEDfUSDuAUaNjMLTJb5iUexDPy4n9KPyQ0B+7Bybg+kRDBM2uAYeI7cj26F7usT872AxuLR7j5lQThP1oD4eQdTiiNg7z5cb7on+DMhmGBD4DdDCh/guEuNVA2oFRGB3ZCAXf/YL2kUGYY5EH7/56+KreZXzpPkiO2EdibtQKPG33E0bYRmBdJ0f4Tb2JRgtaIXF/DLY4hWO+TUOE/3IbVco89n1/bopDvQOxPb0btLYPRML1iTAMmo0aDhHYnu2B7m8Q+wI8XN0NX94YiN/2T0B9QUFUgtAF1nCKP4KEHU5IWFkfdQM3IvlQRwEHWUJb5DUMtuvaI9B3LIyLbmKa3RRU87uFORZlWpySUCywdkL8kQTscErAyvp1EbgxGYdo0Xykx/69Y1XisUfAMvTbWgPbfxkK07xzGFV7ERxuX8FUc0WgJAaXdnvgXnoJUHgPv66JgeuGdZhvdxYj33bPW4h9ycPV6PblDQz8bT8mlIIotr8IAZHY/0VAit2ICIgIiAiICIgI/KMReIvGvjhkB/q2X4iw2vWh/DwU1ot84TG8AJvbNsbMiDqwyXwClen+OK4yFi5ZssR+PE7W/x7NViigdX0FpOfE4aneYiT4jYM0wQk19p1buiG+VnUUhgQhxfUcoheGYYj8eCNtyuUoRc82oG3jmYioY4PMJyqYfv02+l9qB8fvYmFfMxtPsgbixP35uN2ypRyxj8XP6cPR4ttw1G2khBcv62KV33ZYbqiHz7ZqoWmNEiSHJqHV7z7QEoh9HqYc/Qyu5zpi7WJ9LHFZBYXW9aGQnoO4p3pYnOADu8lyGvssDwysNginVIxRRYhfVUWntUHY3+kcBtsNwuVqVsgKM8eyQD98U6c0wLWCp7rgAdZ064VNWbVgnReMpFab4bu5J0zKg1NLkOAxGHaDLqOaVRbCzJch0O8blHb1kVKc945V+rTKz+/n7r2xJdcO5klPIBlyCD7zizGxXGNfFrSbuxe9mpVKcZxLHuBD7nk9ji2ODayGQadUYFwKIlQ7rUXQgWHQ/Ue/QP+OyYnE/t+xT+IsRQREBEQERAREBP53CBRnICY0GUrm1jDVLk9Dg9SwF0irYgNbw7eJzUuQFRWCZDVLWBtXlhKHsvlUhEdKYFTTDOUq6krHk1leUSrCXqShio0tpEMXpYYjOFUDNjVNyuRBlcNRlB6BkEQVVK9pDulS8hNeIl6xOqyM5FJLlmQjLiwFahY1oCeJQkiyGiytjd/Z/1s3oSgNESGp0LZ+Pee3zBDpkaFIUbOArUnl3uqitAiEpGrD2tbwT2aKKXrvWG/OsQgZMeFIVa0Oa6O37OkbN/2Re/53j/On3LNI7D/l3RfXLiIgIiAiICIgIiAiICIgIvCfQUAk9v+ZrRQXIiIgIiAiICIgIiAiICIgIvApIyAS+09598W1iwiICIgIiAiICIgIiAiICPxnEBCJ/X9mK8WFiAiICIgIiAiICIgIiAiICHzKCIjE/lPefXHtIgIiAiICIgIiAiICIgIiAv8ZBERi/5/ZSnEhIgIiAiICIgIiAiICIgIiAp8yAiKx/5R3X1y7iICIgIiAiICIgIiAiICIwH8GAZHY/2e2UlyIiICIgIiAiICIwL8TAYmfGwb7toP7ovaledsl1/HTgGNw8lgN1w9Npf6epSft7IdhGSvgPbMmyutB/QPgyveejS8eDMWBuQ6Qy7L/8bNLu4QlyyMweOlI2CoBJXEXsfr7tfCJM0bHGYsxp5P5P2rtH79A8Y73ISAS+/chJH4vIiAiICIgIiAiICLwP0Ug170nzPYNQdyZoRBKNuV7oq/BOrgk+WG8FlCUlYQMRQMYaim9ex75aYhLA/TN9F8XmSrOQkaeFrQyHuF+US041eAIRchKSoOCvhG0y4qpVt4xr8uAooEhZIeWpCUiT9MYemolyElNh4KeATTL63plIDFNGYZGWuXVdNl3QUYq8jQMoCtl7yW5SE1/BaVj3WF75XvE7OskGDVca5qCPozeObF8pJUuFPplhk/6o32YN2YatmVOQmDQUjRWjMDGDi1x3PUwdvaIxeIhm1H39wuYWfM9GP5Pd1rs/H+NgEjs/9cIi/2LCIgIiAiICIgIiAi8E4G3EvuEI6g6rR1mPzCEfupLqI33wtVBJ9HQtQjHHi+CnWQPutj5Y17oZmivaI0e23JgoR+He9EdcfD5WoS0t8SqQmvo15yIa04bYJfkhZSZt9DHeQpu6xohK0oLU84HYJnSRKh108bdzO1wLCP6JYnHMLbdbDww1EfqSzWM97qE4ec+Q8NflGCmmY6oUC2066SCyJdReJrQDUdDd8HJZzxcZt+EZlUJknRG45DXXJita4wGO9VRTTsbiY8T4OoZil12v8Gl1XyEmJhCNT4YMa4+SNltiT09nTHlti6MsqKgNeU8rrtewuCFF5D7CsiNfIT4LocQPOkeOvXYhhwLfcTdi0bHgy9wZLAuLq6eh2AHM3jOTMOKu0vRuMATg+0PYcBTD/TTLMKNaXUxr5Y/Ln9tLD6N/2EERGL/H95ccWkiAiICIgIiAiIC/wYE3krsYxbgRoM5MNnvie/rhuLAaU2Ma+uFWh0L4RW6Avb5O9HGwg8LY9ZA6ddjUBw+EW1Vg+HWpAlC1wfAdkIdPNmajyPdVBA1xxCWyafhmdoGsx2D8XyBDbJO9IL+rKYIf74AlnL6nALfUbCZY4L9nt+jbugBnNYciI7nnWF1bzmyj3fDhb4amGz3BOHLjfGzQy08+/k41EdPhYGHNyZbSOA/vRW2tr+HX2Oaw+r+amQf7w3JeidY3liIgwojscg5CLemVUXQLBs0T9iDuIGbYDDDEcHPF8Am6wR66c9C0/DnWGCpCEnQBvQddRdfHtuF9iHbcExxOCa2VUWwWxM0Cd2IlN86l0qYMnbApW0YlpPYKwTBzbEvYpb7Y3vLSPzYuik8+zzFI7c6/4ZHQpzjH0RAJPZ/EDjxNhEBEQERAREBEQERgb8GgfxjfWGytRdifUZCi13mHkavqjvQN8kbrU5Ox/j5u3ApzgSuC/fh1EDvCsS+tYUf3OK2QPPn/vhybSBydUyhGPYMrbweofbUjsg5EYHV9RTKiL0nlt/shMCNOXDvqAakLkcd08fYnr0fbeUF7kUhODR9PObvuoQ4E1cs3Pcbhl5sgdYZHghbY4fLX5rBrUUU/CcCW5wtcMdtBaJdZyC6eUMYKHARyrAfvxsLwrqhZeZRRKxtAMmeDjA/NR4Loybh4cp47GmnhnyPnrA/PQ23GkyF+d2NyHHvCDWkYnkdUzzeno29dqcxrudG1NzuhXmOmsi6vhz9v1yLwFwdmCqG4VmrM8hyd3mT2CsD2fd/wbRp2/FIpR46GD3AtaZncXWG+V+zaWIv/0gERGL/j9wWcVIiAiICIgIiAiICnw4CxUHzULtdLDaF7oWLLpBzbSJq9lPEsZcjcW/JU7T7aQRsI9ahk6MfrjxoBHvHROyP2QKn8PmwaRiOnXFdsNRgOwYmXMdEwyDMruGAiK1BsJ/eEbmnIrDKXkrsvXAkoRUWto1E0BwL5Hn3h95XDRAS4oYa8h7725vx49N2+GmELSLWdYKj31Tcd3BDm0wPvFxdCbFfdAhKo+aj5pXb+NbmFcLO7ESAxTA0/d1RjthPxl6VcVjS4jH+j727josq6+M4/qHsAgVF1kRBsFtZUVlFUTGxsAOxXQvswF4TYxG72zXWZFFRwdYHExQLXXsVUEJhZ4bnNYQCgqLLugi/+Zcb57zPued+53DunbNDCnLfxYzKd37lzzYLyDeuHg+vO1Pk7WHa5htA+SuboP9g/hy2j+WtDNEkgnU/5WRZ++ec7pef607FqPxgGWHbm30c7DWfs2fyMnSGTqRZvicsa9IEv0kXWGjxjx/RzTwd8zusqQT777DRpMgiIAIiIAIikKEEVM/Y5VgTu9VvKFJEm2ePstJ2vQ8b7TXZ2NaC0YHmVNS6zT3zOdxaUZSxZjVZmrM6xVQvuftXHXbfd+ZcrYr8omFJOY0Qwp/6k2/KBerPaZok2HvydpgXdauO5YlZKcL8Qmm/9ypLcg7+eI39w/W0tRhNoHlFtG7fw3yOF1P8GqQc7Gc9Ytxte6wm3se0nDa37pZg6pGtWK0vlyTYD+Xx9Ic0/3ESz0r/wN93rvOqqQdPVxdkkUVVxj4xo1SYH6Htd7G9yER+nP2aqmYFYt5mo13GgQmll2A7RwPLchqEhD/FP980np/oQz51h0i4FEdbif+vLWmz4m9K5X3KU9NJ7HW3wyg9vRIoQ3Xi9FEZCfbpox2kFCIgAiIgAiKQ6QUiX93n7nMV+iWN0X//mksFIQ/u8ELnB0oVzhX3usZ3PL/3DM0fiqP//i0zofx55yVZi5bA4HOvyFQEERgQRPaSpSj4qW0VITy48wKdH0pROFfqErHy9WPuvtSicIlCfHKXqCACH0aiX8owdvlRzEdBUGAAQdlLUirFgqkI/fMOL7MWpcRnKwpRQQ95HKlHMcN4u0zfzTI0gAT7DN28UjkREAEREAEREAEREIHMIiDBPrO0tNRTBERABERABERABEQgQwtIsM/QzSuVEwEREAEREAEREAERyCwCEuwzS0tLPUVABERABERABERABDK0gAT7DN28UjkREAEREAEREAEREIHMIiDBPrO0tNRTBERABERABERABEQgQwtIsM/QzSuVEwEREAEREAEREAERyCwCEuwzS0tLPUVABERABERABERABDK0gAT7DN28UjkREAEREAEREAEREIHMIiDBPrO0tNRTBERABERABERABEQgQwtIsM/QzSuVEwEREAEREAEREAERyCwCEuwzS0tLPUVABERABERABERABDK0gAT7DN28UjkREAEREAEREAEREIHMIiDBPrO0tNRTBERABERABERABEQgQwtIsM/QzSuVEwEREAEREAEREAERyCwCEuwzS0tLPUVABERABERABERABDK0gAT7DN28UjkREAEREAEREAEREIHMIiDBPrO0tNRTBERABERABERABEQgQwtIsM/QzSuVEwEREAEREAEREAERyCwCEuwzS0tLPUVABERABERABERABDK0gAT7DN28UjkREAEREAEREAEREIHMIiDBPrO0tNRTBERABERABERABEQgQwukYbAPx3vhSNZd+zsZMG3Kdp3DsHq5gTD8d//Kki3HuP4olOjcP1CxYXeGDm6GcbbXHJ8/io1+imTRNQs1wtmlCY8XObHBX48GI6Zib6oVu22EDwtHrOVGnvoMnd4F80hvFo5cR2xxNNDQ1CJr7oKY/NiGzi0rkj9mNxV/ecxmwo77GNiMYkrbkh/OG+zFvLGb8VcaYO08hQ6l4s6j3uLdKRYPW8NVrXJ0nTaUuvlid1P4bWCsqzdaViNwMjzA2I1+JFsTzUI0cnah2dMljFx3jWTFynbFfVi9z3glZUqNXzOeLknYThpoaGmTLbcBJWu0oItdVfQTVFV9hmCveYzd7I/SwBrnKR34QPGOU4uHseaqFuW6TmPoBwg2jHXFW8uKEdPsiWmiMH92/7qELceu8yg0mtw/VKRh96EMbmZMtgSmVz7C0KJw41FMavqYJe/bM0m9tcvSdc4w6mkmbHN1s2ugpZ2N3AYlqdGiC3ZV9VEXJdx74Wfca6a+XkDU45OsXbKa/efu8EqRix8qNaLH0AE0Kamu2Vf2sSRV/GyZhxRj15SZHHqiRen2kxlpbYAmoLy3kym/ePBE24xOTpXwnbWZ5C8vTQo1cmaM4YHP9smkZdHQ0EI7W24MStagRRc7qqo7UCqukWn2pjHtEfsJxmveWDb7KzGwdmZKh1IJ/pahx2CpnAiIgAiIgAikmUAaBvtXrGhihOPhyGQKl4WGbg/x7F+AgKW2/DjoMK80spNPPzeqoL9487cmhVoux2d7Ew41Kc6go1HJVlDbZBheV0ZxrXlRBnj9wOAjfiyqnzUuF6ykqWEf/jDox+HbS2kYtoImRo58VByNLBRttZhDWx0xz6Lk7px6mDmfw9jJG//ZteLOq+LxclvM+h0iNFobMydvLs+uRZb4Ur1eQ/OCvdgflQXzoX9wbn49cgGRHn0p1WwVOv09OFZmJqaDjpJsTbRNGOZ1jXH+LTFyPEyyYg3diPR0/LTXzl6UTBjCVU/5tdFn/K6Nw79lCu2kkRUTx534uNmir06F6o/qMcttzeh3KJRobTOcvC8zu1a8xGvWNC9Ir/1RZDEfyh/n5lMvFoK+pZqxSqc/nv6LsdIOYKntjww6/AqN7PnQz60i6K83/K1ZiJbLfdjZqyRa8aYfYWhjOvIEV0ffoGVy7akuY5aGuD30oL/2quTbXJ3xs5rguNMHN1t9glc0+Yx7p9TVKytE+LrSxtaJP54o0c6Tn9zKEILDlWjq12eWx0FGVtb5uj6W5Ap49dky9+XPje2p2WMXL4y6sePCalrnv49785oMPPwGk8GHOT3an3bFB5H85aWNyTAvTptN/4xNf1IuiwZZTRzZ6eOGbZZ1n7lGPPFfbEXc1Yvq8XJszfpxKDQabTMnvC/P5n03S7PhTg4kAiIgAiIgAhlbIO2Dvac+PTafShl52wAAIABJREFUwKWWdgI5DbLnN0I/2y2m167I+MvmjDzmxS91dFHcX4v9jw7semnG2NOXGFvsOa/eRoPiLJPqdWLtizrMPL+OTroaaGTJQ0GDSFY1Tn2w99TvweYTLtTkLS9vHmTOsLFsv63DT4uu4DGoKIHJBXtlAHPrV8T5tAodrb9RFnJgn/9ymuSMq1KCEKqRvQrjj59iSo1sCYK9JzdmlePlq7dEo+DspHp0WvuCOjPPs66TLhoaWchTsBDKdeqA6Yl+j82ccKlFIrHs+Smi9/AzXr5Mr5ZwLxXhfz3+tF8hJevUX8A89eiy3pvpdXQgWkHwJVd6dl7CZc3GuN87gGPB2GSvDJhL/YrOnFbpoPW3kkIO+/Bf3oRYivhgHwka2aky/jinptQgW5JgX/fedGpXHM9l85Ec8/qFOroK7q+150eHXbw0G8tp3+lUC4/9snRIrwvrvaejLlbsR4MseQpSSLkuJrTHt2fi7pWd/Eb65AyO/TLnmeAY0YpgLrn2pPOSy2g2dufeAUe0V33GXV8RF+w/XS8rratMs6jFxEs5qT9pJ5vH1qOQ4h47f25B1xV+ZGu2Ar+9PYiYl8yXx8/1sWSD/Sf6in5OUD5gTduaOOx9RZHuW9leczXNBh7idakBHDi3BOs84fz1+BWxl9ck6nVay4s6Mzm/rhO6GrHOOjvUXzY/fZ7YYO+JXpf1eE+vg466lwdfwrVnZ5Zc1qSx+z0OdDhIS/WX3xjC5K+RD8FeScDc+lR0Po1KR4u/lYVw2OfP8vcXXMYehKV2IiACIiACIpBWAv9CsC9If48A3BrEz8UlKKryHvOszHA6rUfD8UuZN7Ap5fXhztFt+PypRUmrDtQtFjcFHXmUASaNWfrMKnY2Ni5oonrO0i8J9gX74xHgRnxxQvd0x9RuA6/qzOOW1xCUyYQuxeVJVK8xlZs1xjBa1w2Xg9q023STbR3zx1YmLtgfUGijqVKSvfYMTnuNxsQrfsY+4WxkJEcHmNB46TOs3B7i0b9gzBIJ9Sc+IBXs70GAW4P3s5fvxb7EK2mPSMmPuP+seBagz/67LLeJa6fQXXQt1Y6NIZYsuH2MoUXVpVRweVJ1aky9SY0xo9F1c+Ggdjs23dxGLEVcsD+gQFtThTJ7bWac9mK0iVeiGfu6j+dhZebEab2GjF86j4FNy6PPHY5u8+FPrZJYdahLsbC4YF+gD/vvLie+WO+r9SoutCdpz0TVjt8myTFCd3WlVLuNhFgu4PaxoeSMC/YpuqeyXpZXx1L5x5ncMh3DKd8ZVI/7jqUKOsnqVTfRs7Cm0Y9FeZ7Ml8fP9rEUgn3KZY7dQXl/Ba1q9ONAUHZyZX9LWJQx/fadw62xbqIjRh4dgEnjpTyzcuOhR3/iL6/P9skE/bZAn/3cXW4T129D2dW1FO02hmC54DbHeh6NCfapukYUl5lUvQZTb9ZgzGhd3FwOot1uEze3dSTuikur8U6OIwIiIAIiIAIZWiDtg72HCt0iJTHInsAtaz2m+yzDLreKZ7sdsbRfzZ3IaDS08/BD+VpYNWlP38E9sCiUYF3JvxTsVQ9d+an0MHwMHDlwx41Si5LOpkbiPawCPy18RN2FN9huMJoynbYTae3GjYP9KKLOu3HB3qNsV7pq7mLN/3Ro4HqOPSbzKBOzFOdLgr0HKt0ilEwMRr3pPiyzy5l6ry8N9h5amFjZUsVAk2jlO176+3DyRhA56s/ljOcwzNRNEenNsAo/sfBRXRbe2I7B6DJ02h6JtdsNDvYrgmZ8APYoS9eumuxa8z90Grhybo8J88okWIqj84zdjpbYr75DZLQG2nl+oHwtK5q078vgHhbENHv8lyWVLkVKGhDffbQK27Py8CRqh8YGe48kf1dXO2u96fgssyN3XLD30DLByrYKBprRKN+9xN/nJDeCclB/7hk8h5kREjPj/Cl3VeyM/WfqVWNHGwy67UG77Waebu9IjmSHiuSWe6WijyUb7D9VZvXzKzHRnrtLbakx6DBB0ToY99nD+aVN0Yv/Nhm31aeD/afPExv+PdAyscK2igGa0UrevfTH5+QNgnLUZ+4ZT4YVXh/zH5jUXCOR3sOo8NNCHtVdyI3tBowu04ntkda43ThIv5gLTj4iIAIiIAIiIAKpEfjGwT42eLw4t4HFbpvZd/QsN56EoojWQKdYB9ac2Ejnz87Yv8Ddpgj9j6Wwxr5gPw4HfFhj75lkhlf1zI3GxQZyLF93dj9YRdnFSYJ92AEcyrRkdWhjlvnvo0+eA/Qybc3aV9WZ4evDaHXijQ/2Fadxbl4YPRv+wrU8LXCbo8+03mvSMNirw1oqvb402Cd6+EADLV1zmnUbxKhxjljELbAPO+BAmZarCW28DP99fchzoBemrdfyqvoMfH1GY6YVN2PvUZFp5+YR1rMhv1zLQwu3OehP682a+DX26n8KKF9wbsNi3Dbv4+jZGzwJVRCtoUOxDms4sbHz+xn7A2kQ7BNXTQtd82Z0GzSKcY4WMc8OxAfTlL9QxQf7T9er8iZbCjkcJFv7bTzZ2i71wT41fewfBPv7K1pRo99+XkbrUKrPHs4ta4pekuP982Cf+NkQDS1dzJt1Y9CocTha6KOZ6mskjAMOZWi5OpTGy/zZ1ycPB3qZ0nrtK6rP8MVntJk8RJuakVy2EQEREAEREAH1Aubo6OjotJGIX+LxiaU4757h53uD+4piWFmWIgdRvLpxmEVDHJh2LIRKky5yaXKF2OKkuJQkLkweMqDf4dssbRi7lET1fCk2RQdw7IfBHPVfRL24Gd6kwV5xZRLVq0/heilnvC/PQH9h4mAftLUDpp23E5SzGJXKG5ENJS9vXiAgSBPzUT74zqpJlgSh5cqpITwdXh2bJXfQLVWCqLv30R3wJTP2nqS4vOJLvL402HsWoOeOC7gYeTC590DW+Gej9pid7HOxipvdDWJrB1M6bw8iZ7FKlDfKBsqX3LwQQJCmOaN8fJlV823czHZFpl05xZCnw6lus4Q7uqUoEXWX+7oDYh6erR3sh++N+yiKWWFZKgdEveLG4UUMcZjGsZBKTLp4jsnFNsSusU+TpTg92XHBBSOPyfQeuAb/bLUZs3MfLlZ6McugPr/cJMEXlk/Uy+JkP0o3WcazatO5emosZeL+4aT6ay8uY89TsFUXOjUx4VWS5V6p6mPJBvtP9JW47ZX3V9K6Zl/2v8pKtizveKcsRb/fz+Fm8y8sxem5gwsuRnhM7s3ANf5kqz2GnftcsFL/eyC110jQVjqYdmZ7UE6KVSpPbDe7yYWAIDTNR+HjO4ua759aT5uRSo4iAiIgAiIgAhlV4JsGe9WfS2hkMgSvvO3YeGUL9jELe5XcmlmH8mMvUnTIUe4srPuZYP+OfT2L02rdGyznXefosJIxM3qRp0ZSsf487lWczKWzkyj/Ork12aGcHmWJ1ZzrFOyzn5vLrHmacP3zrKKxb4A5HEH2PLnJ+n4VwN+Eh4ShLNqXQ37uWP8dux7co+I0rpweh2nI7/SpZseaQAXRaFFiUNoE+y/y+opgH7/GPur6PGwsnTkeVhj7TefZ0N4QnsS+peRwRHby5M76/rkA/g4nJExJ0b6H8HOvwbaYJSvqYH+acaYh/N6nGnZrAlFEg1aJQXj6L6TUikaYDPEib7uNXNliH7ueW3mLmXXKM/ZiUYYc9WNhxU1pGOzj1+lHcX2eDZbOxwkrbM+m8xtob6j5hcE+pXotxipqPw7mrVj93JjeO4/j3sIQLULwHt0Am9m+aDZYzHWPfigSBvvU9rEk63o+/2VEbRrIqjY1cdwXRJHuW1hvtpjmY7x5G//wbNxrWWO/N6fhGvuo68yzscT5eBiF7TdxfkN7DENTc43U41XM26cOE5E9D7k/XHD8HR5CmLIofQ/54W6d/CKnjDooS71EQAREQARE4GsF0j7Ye2hR0uInyuppJCiTJgbNprCyjy5r2lTBYW8Qecq1oEvLCuR+dYldmw5xK6IwvfZcZ5Vt3s8EexUvNnekfNcdvMxpStNubama9xVntq7D874Ck+FeXJn7I1nfr7cuicVPZdHTUBL+5Cpn//eId/kbscj7IAPLkOhVhNcdT2FV3olT+bqw8+Z6WscVBcVVXGpVw8VXlw5bbrKl8Z5Ewd5MS8XTLZ2o1nUbT5RfGuw90CppwU9l9UgkZtCMPcubpt7rHwR79UOy/q6NsRhxjFCjrmy/uIoKGxpQ3ukU+brs5Ob61nygcKFWNRd8dTuw5aY74d0SBHszLVRPt9CpWle2PVHGBfvF1HuxhjZVHNgblIdyLbrQskJuXl3axaZDt4go3Is911dhS+oenvXQim/PhN3LgGZT3OlrtCb2rTgJZ/0V/rg2tmDEsVCMum7n4to2aMU8PPsJ95UdE/wn4jTjUqiXVVYlDzZ1oV7PbTxED9NaVTAM8+Ps5ce8y1aeEQdPMad+jq/rY+0Tz7C/X9eeUl9Z6cCDNXbUcNjLq8Jd2HphHW31rjPrpzqMPf0O08GHObvwp/ft+LmlOCn2yZV9338xSvjwrMLflcYWIzgWakTX7RdZ2+BAzMOz8V9+k71GXIuwxKo8Tqfy0WXnTdZ/uOC46lKLai6+6HbYws0t7Ums8bXDnewnAiIgAiIgAhlbIO2DfbLvsdei+IA/uP/rT6ieeTKl9wDme9wlVKleBaSBdj5Tmo9exgqnuuSPnyVPcSmOet3NUw5P6k6/+Ud5GKEi5ihaeTFtPYk1K4ZRSz0zGRfs3xdHQxOdXAUxqdWKwVOn0aemellGwgcbvdiafQjVp17F0PEA/u6NE6yZVnJ/oTXlhh1H28Ydv0069DNMGFpiZ0tXtq5O333BFPuiGfvk32OvVXwAivu/pt7rHwX7mF/XYr61BU4nwinhsBC7i0OZc9UQxwP+uDdOMGOqvM9C63IMO66NjftZ7PZVxiF+xj7miVslgStbU73vPoKLqWfsF2OVVcUzzyn0HjAfj7uhxDa7NvlMmzN62Qqc6uZ/vyb7c0txku9exRnwx01+rbj+42AfU7X5WFs4cSK8BI77LjL9T/sU39Ue6z7jo2CffL3U6FEEHpzNhJnrOXwpkNfkoXjVpvSaNBOnhkZofW0f2++IUYLnRj/1Hnt1mSOPV6ddzd7sfmlIh43n2dyxcMx/WSIvT8fKcgJno8z42eMsC+rHPmT76WD/6T4Z/9+DxG/FUeA33xoLpxOEl3Bk39Ga/Gr66WvkmsNxLKtP5aqhIwf83UnczRZiXW4Yx7VtcPfbj2NCjIw9JkvtREAEREAEROCrBdIw2H9ZGd69CODm/SCisuljXMaY/Mm8HfNzR1SGPSHg9kNCIrOiV9yU0oVyfFgy8rmdv7O/p4XXf1/ld7wIuMn9oCiy6RtTxjj/x6/4/O8LKSUQAREQAREQAREQge9S4D8L9t+llhRaBERABERABERABERABNKpgAT7dNowUiwREAEREAEREAEREAER+BIBCfZfoiXbioAIiIAIiIAIiIAIiEA6FZBgn04bRoolAiIgAiIgAiIgAiIgAl8iIMH+S7RkWxEQAREQAREQAREQARFIpwIS7NNpw0ixREAEREAEREAEREAEROBLBCTYf4mWbCsCIiACIiACIiACIiAC6VRAgn06bRgplgiIgAiIgAiIgAiIgAh8iYAE+y/Rkm1FQAREQAREQAREQAREIJ0KSLBPpw0jxRIBERABERABERABERCBLxGQYP8lWrKtCIiACIiACIiACIiACKRTAQn26bRhpFgiIAIiIAIiIAIiIAIi8CUCEuy/REu2FQEREAEREAEREAEREIF0KiDBPp02jBRLBERABERABERABERABL5EQIL9l2jJtiIgAiIgAiIgAiIgAiKQTgUk2KfThpFiiYAIiIAIiIAIiIAIiMCXCEiw/xIt2VYEREAEREAEREAEREAE0qmABPt02jBSLBEQAREQAREQAREQARH4EgEJ9l+iJduKgAiIgAiIgAiIgAiIQDoVkGCfThtGiiUCIiACIiACIiACIiACXyIgwf5LtGRbERABERABERABERABEUinAhLs02nDSLFEQAREQAREQAREQARE4EsE0j7YRz3m5NolrN5/jjuvFOT6oRKNegxlQJOSZEtQssgHx1i9dD2HL9zlZVQWChhXo3G3AfT6qVjcdiEcmzeazf4K0NSj3s8z6FpWG1Dx595pTNv3ECVa/NBsLJNbF8B74UjWXfsb0EBDUxPtLNnJW7gSzbraY1kka2KTYC/mjd2Mv9IAa+cpdCil9eHv4d4sHLmOmEOpPxoaaGlnI7dBSWq06IJdVX0SbA0E4zVvLJv9lRhYOzOlQ6n3f399fD6jNvqhSK5FNAvRaOQg8u6azI77BtiMaMe7VYs5HlIIm1GTaFvyw1kUV9fgvPgUESXtcBnVhIKa8Hm/5LuBKsiXLYuXssvHn8eh0eQqZELN5g4M7m5BITUv4Qkskx5Dm7Jd5zCsng6nFg9jzVUtynWdxtC6+WI3VPixYawr3lpWjJhmj+m7JJYJD6ddlq5zhlHt8kJGrrvGB24ttLPlxqBkDVp0saOqfmJtPtV2UedYOmwl/9OuyYB5DlSOqY98REAEREAEREAERCBzCKRtsI/wxbWNLU5/PEGpnYf8uZWEBIej1NSn/iwPDo6sHBPawy/MoWXzsRx7rkQzez7y54giOCgchWZ+fhy/i32T65JP9ZjFDUsyxCsK0KHG9CucHmuGFn+xunlJHPaHEY0O5ced5uq0EqxoYoTj4cgkraaBzg9tWH5iGz3eB2UVj5fbYtbvEKHR2pg5eXN5di2yxO/5agVNjBz56FDqjJ/VBMedPrjZ6qMZt73q8XJszfpxKDQabTMnvC/PplbMwVQ8/bURxQcdRV2Djz7aJgw7sgfDcRVxPmeMk/dJav1annabgqk29TKnx6nrqv5E4TO8PFYL7mM29jT/m16NyNT4JXNKxZ31dLPpy9a7kWhkVbePipCgMP6O1qGE/Vq81ttTTOtVCpbqA2ahodtDPPtnY03zgvTaH0UW86H8cW4+9XIBkR70LdWMVTr98fRfjFVYypZkaYjbQw/a/94MI8fDJG059Re0rCaO7PRxw1b/vfan2y5iM3YGXdiTxZ7tTzZhl/CbZOa4nqWWIiACIiACIiACmVggDYO9gqvTLKg18RI5609i5+ax1Cuk4N7On2nRdQV+2Zqxwm8vvfNfYkJNS6ZfzUqVgavZOtOOUjkj+dNzBt06TePEa2MGHfZlUf2Q2GB/XJPsWaPAcjF3Dg+g8Ns9dCvZlq1vdIiOVMaE3ffB3lOfHptP4FJTg4jnF1g+xJGF5yIwH3uaa9OrxTazMoC59SvifFqFjtbfKAs5sM9/OU1yxvWCuGDvqdeF9d7TqaMD0YpgLrn2pPOSy2g2dufeAceYWXNQEjC3PhWdT6PS0eJvZSEc9vmzPO5gqvC/ePzqLdEoODupHp3WvqDOzPOs66SLhkYW8hQIZ4W1WVywv8LEv/ph2notf1V2wffMBGL+QRF1ihHl67PgfkUmXTrLJFPf1Pn9FF+huHop7+HWtCqDPSMx7b6UrQu6UiGfimcnptPJbgpeIUXof/gmbg3DY4N9vGWthNPeGmTPb4R+ztC4YB8JGtmpMv44p6bUIFsKwd5TvwebT7iQ+FDZyW+kz7tVTTBy9ESvy3q8p9dBR60VfAnXnp1ZclmTxu73OOBYMPaL1OfaToJ9Jh7KpOoiIAIiIAIiIAJpF+wVFxhb+Udm3jJlzClfZlSPC4SqIE6uXsVNPQusG/1I4YtDMG+4mIelR3Li8hws3q+SUXJzVh0qjj2Pbrfd3FtdlVXqYO9TDsuqtzh1swkb7+/A7urPmDdYSt7aVbjl8z9KJgr2BenvEYBbA/VBVQQusMJ0uA96PffydLVtTGsrLk+ieo2p3KwxhtG6brgc1Kbdppts65g/tjfEB/sCfdh/dzk2ceUL3dWVUu02EmK5gNvHhlJUnTQVl5lUvQZTb9ZgzGhd3FwOot1uEze3dSTuaHE9LJKjA0xovPQZVm4P8egfH1TvMqfeh2A/u4IXfcs0Y8WzSrEhvrw2UadHUqHefO5Xnc7lU2Mo6Z1Kv7UtyJGgfytvTKNW5Yn4Fu7DgRvLaPw+9yvw/20Rf0SUoZ51QyoVCo0L9gktk14or2OD/QEF2poqlNlrM+O0F6NNvJKdsfcs2B+PADdimiXJ59WK2GBfoM9+7i63IXaTUHZ1LUW7jSFYLrjNsaFFY4L9Z9tOgr2MaCIgAiIgAiIgAplYIO2CffhG2hh0Y492WzY/3U7HhKnyPbCK50ttKDrgKLk67+TPja0Thc+oE0Mwa7CYP6vN4Jp3N/5oXJIhp2oxcoiCRQse0G3/TYacq0/VaWH0G2HO2tn7KZ4o2Oth57qZoZU0ePvsEusmjmfzTRW1Z13llLOJeq0I3sMq8NPCR9RdeIPtBqMp02k7kdZu3DjYjyLq9BgX7D20TLCyrYKBZjTKdy/x9znJjaAc1J97Bs9hsctkIr2HUeGnhTyqu5Ab2w0YXaYT2yOtcbtxkH4xB4v/pDLY11JxbJA5jdweUWHCBc67mHHBuSJ15wZSe851vEaU4GVq/U6NwTThowNb22HY6TeULdbyZE838qIi+M5F/J5FER1TTA2yGpalqrGSVeoZew8VukVKYpA9QTWy1mO6zzLscscFe4+ydO2qya41/0OngSvn9pgwr8zHS3E8VLoUKWlA4kNNx2eZHVExwd4DLRMrbKsYoBmt5N1Lf3xO3iAoR33mnvFkmFmM9ufbToJ9Jh7KpOoiIAIiIAIiIAJpF+xDVmNbyIGD2dqz7clW2qUQ7P9c2JBSQ09QoPc+7q1sGjdDG9sQUWedqWg5h7sVJnHxTB9O2KiD/Y/M3VaNVe0WwNAd9PmfPSNvdGTrL2H07rk3cbBPujBeQwvd6s78dngGVrpA2AEcyrRkdWhjlvnvo0+eA/Qybc3aV9WZ4evDaHWATG6Nvfo45s3oNmgU4xwtiF3yHcYBhzK0XB1K42X+7OuThwO9TGm99hXVZ/jiMzp+jbx629QG+yxE+QynvNUC7pedwLnTTdlazZI5D+qy0M+TwcUg1X7nJlMhwSqa0HUtMOi5H+02m3i+054cvGNfr+K0WvMcVYy+FkX6Heb20sqsT3Wwr8i0c/MI69mQX67loYXbHPSn9WZNkjX2nw/2idfYa2jpYt6sG4NGjcPRIu55htS0nQR7GdFEQAREQAREQAQysUDaBftIT/qVbsKyZ9WYfvUUY8vETRer/mKvy1jOF2xFl05NKOrZiR86budtPVcCjgyJXdIS9wne2IYS3fYQ1didwH3N2NYoNti73hjGtXqtWK9bgwoPz3Or3kr8Oh+ibKc9iYP9H9mp3XMoTYtro50tDwXL1KNFkwrkjytK0NYOmHbeTlDOYlQqb0Q2lLy8eYGAIE3MR/ngO6smWd4vxenJjgsuGHlMpvfANfhnq82YnftwsdKLXe8dtJUOpp3ZHpSTYpXKY5QNlC9vciEgCE3zUfj4zqLm+ydyUx/siTrHqEp1mH3HDGe3RuzvP5+HDZZy82BfjDQhfEfH1PkdcMQggW3k8dglPH9WmMjF8y5U0FZyZ98itl4OI/zSeubuvY9hwmDvmYqlOB4VmXblFEOeDqe6zRLu6JaiRNRd7usOSPTwbKqW4vTcwQUXIzwm92bgGn+y1R7Dzn0uWOnFViJVbSfBPhMPZVJ1ERABERABERCBtAv2hLLfwZxWq59j3Hsnx91bYKgFId6jaWAzG1/NBiy+7kF/nTW0LOvIgQhzhh4+yfyYqXT1q3IuMa2RFRPPKLGcc4Vjw7Ljpl5jrw72t7eRb4gxPfeGEq2hg8UsPzyKjaWwfZJg/6kwqnrCclsz+h2OIHue3GR9H3r/JjwkDGXRvhzyc8f6beybXDzfr7GP4vo8GyydjxNW2J5N5zfQ3hCexLxZ5zAR2fOQ+8PB+Ds8hDBlUfoe8sPdOv7fFl8Q7FHgO6EqNaddJ3eBfIS8UtJs5S329Ipdl696sip1fiM+vHYz1teDfmWbsfxxUbpvP8Wq1oZxb/aJ4sZUSypPvEShrwr2pxlnGsLvfaphtyYQRTRolRj05cE+fo191HXm2VjifDyMwvabOL+hPYaksu2Qt+LIkCYCIiACIiACIpB5BdIw2IPywSa61OvJtoegZ1qLKoZh+J29zON32Sg/4iCn5tQnNxGcn9IAa5ezhOU0oVHH1tTQD+Xa/i38fi2ELOWGceDkPKzyxL3uUh3s7/xB8+1WmDn5EKVVBifvK0x+0IVCXxDslXfmYVXeiVP5urDz5npa541rdMVVXGpVw8VXlw5bbrKlwc4kwV791KY/ro0tGHEsFKOu27m4qgIbGpTH6VQ+uuy8yfoPB+OqSy2qufii22ELN7e0J/Zry5cEe1Bcn0KtKpO59Hc0mrptWHf7N7q8fxo3lX5xr5b/0LWV3F/bjjp99vBUpwiW7dpiafiOexeOcuhEACEqbUyHe3F1bhnWxSzF0aKkxU+U1dNIcHVoYtBsCiv7Fot9eDZmxv4048y0UD3dQqdqXdn2RPlRsPfQKonFT2VJfCgDmk1xp+255h89PKvwd6WxxQiOhRrRdftFVlXYQIPUtJ3toZjXXe6O+oHqjSrFvbkotvja5fuwYmpz8id89CHzXvdScxEQAREQAREQgQwokKbBXu0TFXiQ2RNmsv7wJQJfQ57iVWnaaxIznRpiFP8wp+ovvF2HMmz2b/zvRSTR0aCho4u57VDmLh6HjXrD+PfYxwT7I/R/Oo4qP87Cv0BP9txdTYN97b8g2Cu4MqkG1adexdDxAP7ujRM8tKvk/kJryg07jraNO37rNHAoknDGPrbVFX7zsbZw4kR4CRwW2nFx6ByuGjpywN+dxgmeJ1DeX4h1uWEc17bB3W8/jurDcdsEAAAgAElEQVT1M18Y7FHeZGadiow7q6BAxy3cev8FIa4HpsYv2c4azo1N4xg6eQ3H776JmV1HQ4d8xha07O3MxKFNKZntU++x16L4gD+4/2vVj4K9+tWfgStbU73vPoKLJZ6xT+43AdAqzoA/bjLlbqtk3oqjwG++NRZOJwgv4cBCu4sMnZOKttueiyGFurArPPZx4ISfLFau3Dnyc+wD0vIRAREQAREQAREQgQwokObB/ouMlKH8eSuApxFZMDA2o7iu/FTot/GL5NXdW9x9pSRXoRKYFM2HyH+RvGwsAiIgAiIgAiIgAulO4L8N9umOQwokAiIgAiIgAiIgAiIgAt+ngAT777PdpNQiIAIiIAIiIAIiIAIikEhAgr10CBEQAREQAREQAREQARHIAAIS7DNAI0oVREAEREAEREAEREAERECCvfQBERABERABERABERABEcgAAhLsM0AjShVEQAREQAREQAREQAREQIK99AEREAEREAEREAEREAERyAACEuwzQCNKFURABERABERABERABERAgr30AREQAREQAREQAREQARHIAAIS7DNAI0oVREAEREAEREAEREAERECCvfQBERABERABERABERABEcgAAhLsM0AjShVEQAREQAREQAREQAREQIK99AEREAEREAEREAEREAERyAACEuwzQCNKFURABERABERABERABERAgr30AREQAREQAREQAREQARHIAAIS7DNAI0oVREAEREAEREAEREAERECCvfQBERABERABERABERABEcgAAhLsM0AjShVEQAREQAREQAREQAREIM2C/ZgxY3jz5o2IfkMBf39/oqOjMTc3/4ZnlVOJgAiIQNoJhISEcPXqVWrXro2Ojk7aHViOJAIiIALfWKBVq1ZYW1t/47MmPl2aBXtdXV3UA3S9evX+0wplppOfOHEiprpinplaXeoqAhlL4Ny5c7x7946yZctSoECBjFU5qY0IiECmEVBnspkzZzJ69Oj/tM5pFuwLFSrEuHHjGDx48H9aocx08mLFivH333/z5MmTzFRtqasIiEAGEpg3bx4jR44kICCA0qVLZ6CaSVVEQAQyk4CxsTF9+vSRYJ+ZGj2t6yrBPq1F5XgiIALfWkCC/bcWl/OJgAj8GwIS7P8N1f/kmCqee7qyLLgZo9ubkuUblkGC/TfEllOJgAj8KwIS7P8VVjmoCIjANxaQYP+Nwf+10ykDmG07BJ35BxhmpvWvnSa5A0uw/6bccjIREIF/QUCC/b+AKocUARH45gIS7FMgjzo5iabD9xMcHb+BBgXtfmVn7QPYOh1E/d4dDZ08FKlhz6jJvampq0nkiUl0PFKfrVOtyKreLfI0U9rtotr2uTTNFsHV1UMZ+IsHD99polfVkQXuo6hvoBlzgsgzM+gw5S2DdkylYa74c6awj14Ac5o6k2PFHgYW0+TdjXUM7T+VffcUZNUtQ+sJi5jR3gROTKHD2oLMWNEXc21AcYUl/X6n3K8TqB9TwLT5SLBPG8fv8iiKm+/7okPgtBT7W92QY8wcNIGddyKIzlIYa6dFzGxrjLpbRlxdzdCBv+Dx8B2aelVxXODOqPp58Z5ow9C9QajQQEM7G/lNmzF63jis9eP6/7L5aIxoxrwrigR02hj32cr+0WbcXjeU/lP3cU+RFd0yrZmwaAbtTbKC6jnHZg5iws47RERnobC1E4tmtsVYXRj5ZFoBCfYZq+kjPcfSxOUJndevonfJ2MmuqDMzsBv9mG47F9NOX1N942VGhym8HbSDqeobr+oebm2bJDOmrMc5YjROnxqP4u7HKY5nkzpypP5WplrF3nwjT0+h3a5q/D63AZ7je+DbYgPONZIMQknLp66D10RsUsgg8I4bMu5lrI78FbWRYJ8CWsT2VhRe2YLbu9qTPWYbDTSzZIffWmK0sS0B2+zIEv6Ikwu60Pt0d854DcZwR3MM19vz9GAncqh3ebebNnqu2PzlRbPtDTGZYsYOn0U0NXqD94iq1PUZwcMzAymiGcbv3S2Y5q/EoN8xfu9VEE1UPF6Twj4nqjIhe0NyXQ9hUf7NNDUZR6EVXrh3KIXq1ga6WQwgevkDNigcKdjRg4q/nOG4czm0I48xsPJSLC/uoGNMAdPmI8E+bRy/y6NEnaVH1ti+OPt6xxT62wZ0B5gwuawnJ5xM0fpzA3Y13bE6581gzXU0NJmC2Q4fFjU14o33CKrW9WHEw6PkH2jEmtZ3+K1ddoh6wckJjbF/Ppunmw0ZEHfO+caRRP4dwe42Bri1eo5nt5xoZcnKm222mIwrxAovdzqUUnFrQzcsBkSz/MFvNLvQA5PJZfE84YSp1p9ssKuJu9U5vH8uQuzXbPlkRgEJ9hmr1cPXNqHQgDOUG3cen3EmaBHJkX7VabMpG+NvnMW5qCZhv3fHYpo/SoN+HPu9FwU1IepdeDJjSjS/t/v8eLQo34aUx7MBRqy3f8rBTrE333e726DnakPEic6sbVKKo4MD2dA08YxbcuWL2NI8hQwykJybmsq4l7G68VfVRoL9p4L9GjseH+pKzgTbxFxUWzvzeG/H2PCuOM/Q0r3Ie+gKoy63Sj7YP1/D4yqmXHcN5bdm2WKPFnmH0+egfN1S5A7aTJs6x3BYqcdoJ312n3TCWOMek0xT2KfWSwbHBJsgRu6qQJnrroRssyHuyLzeaE0+V1vuOZ2i8U4jql6/RKXtRxhl4iPB/qsuE9kpRYFEwb4TlZLtbxvI168oA7Vd+W1WWyoZaPPC7wrhRSoSPdcU0+uuhP7WLK7/RnIn5sKoxsXOhdnQ8QkH4m6Er7fYUnBhY/48WR2nuGC/pKx6husd25vmYGHrUE71yQmqQKaal+G6awjbbN5fFWy0zoer7TN8TJ0oOlAb199m0baSAdov/LgSXoTKJXJLQ2diAQn2Gavxw9c2xXSPLiavzHA/Ph4ThQf9224kKOAOVT1P4Vw0hM1t6nDMYSV6o53Q330SJ+P4ZaxJxhQi2Nric+NREMO3l015POtk+IXBPijZ8qWYQQ7sRbtNWRn3MlY3/qraSLD/RLDP1eE0pmYF0FBvo5GDxnN8mP66XeJgTzBLLI05N+4Jy0LaJR/sH03Aq1BfTG7dxqVE0jlBFU+X2dDwxgR8F+RnRo32vF1+mV/KHcc+dwr7vA9Tz2k+TY+fy97Db7zR+9lG5fWRFLN8w4YlIfQ73pMjTbZgvaAsOw5Vx72GzNh/1ZUiOyUvkCTYVz6SfH9rH3aCuUNGsOC3S7z5wYK2Q2Yz9+dqXOmcm74mt7jtUiLJbHkEW5vnpPstS2oX1iQ68iW3biqxW3+CxY3v0etTwT7SA/s8P1P2nh/jjeKvNyXXRxbD8s0Ogt2NOTF3CCMW/MalNz9g0XYIs+f+zI/qf83LJ9MKSLDPWE0fE+xPdGbkY3fClhxn+N3+2J9rhOmOeRQ4dIqROiuwaXiDCb4LyD+jBu3fLufyL1Vjlgd+NFmgDvafHY+e02qa7ifGsy8L9qqny5ItX1TSycX4DOK0DkU7Jxn3MlY3/qraSLD/pzP2Sj8mVrAldE0AMx+1p+DSFjzx7BE7yx+xjRYFVtDmmStXy1gStus5y2vFva9G9ZjzJ4IxtszBmjomTAuqjEk+CL13keBWfxC4zJCxRVLYp3YYI2KW4ryip3tRmml58Ni1EvFzDZFe3dHrXZSz02/R9lhvri6rxIHudZlfeijmW4/xkyzF+aqLRXZKRuCjYJ9Mfzu/gup3XqBXwQRdzXAeem9gVJcxKFwfMMm7DJZhu3i+vFbcm5xUPD5/gmDj6lzvWZgVNv9jTYOHbBrYi50113Nsel3yJjhnsjP2yksMLtwMLY/HuFZ6f1Xg1V2P3kV9+V+PCF7oVcBEV5Pwh95sGNWFMQpXHu1onei/c9LemUtAgn3Gau+YYH9yCD5V5tElZC7OgeO4MtSF8A6D0DvkTdvtdTCZFkTl2BsvF4Nb8UfgSqxj/smX3Ix9oc+MR6/ot6pECuNZTQL6GLK0xRM8e8SuAYjY1oICK9oQcaRdMktxVNyba5Fs+X7cnWTVQHwGWbkFRauWMu5lrG78VbWRYP8Pg/3r4wOp0lOT9bcWUytgDKb1n7Dk7jps8kL4qX6UstNk1yNXtEcUx/rZMu5ua05+4NXeNhTuXgDP44b83E3B2v9Np6I2qJ4tx6bKYXpd34qxS/L7HHvUixW5Y9c1z3/rTMmG95h/Yxft1bOTqj9Z16g0Uy0u4VvWhWpHenN1RWN0nu+iex1HDoTUw+3Bb7LG/qsuF9npI4Hkgn3S/nZvCv4WrQhZfoWFtdUL2CLw6G7CHMtrHKw4meLWz1h2dxvNYy8M2hTuToFjgfz0S/EPS3FCj9G3TCsez7rF7x0efHrGniguDi9Jw3vzubGrPbGXxToalZ6KxSU/OmyvSquQ5VxZWDtmOV2ER3dM5lhy7YgDutLEmVZAgn3GavrYYP8zAdNu07LFLlQFrFiytznrqvRHb/9ywtt0RrH2f0yPvfGy3KYKh3tdZ1dHvRSCfYKlOCmMR/MjRqQwnj1lyP7y1H+yhLvrbMhLOKf6lcJOcxfP3Cp8HOyVN5hUzT7Z8m2M7p5o1cCHDDKPrKNl3MtYvfjraiPB/hPBPtFSHECn9nh+b7iZ4l0uYVZGDxSRvNWpwNB1G/i5qnpt7zN2OdbEbvUbihTR5tmjrLRd78PGzsXRDD3LFGtrZj02pYrhSy7fKsDg3YdodaAO/XLv5uJk87gZ92C2tCnDcqsLePV4ksw+nsysc+v9A4tLyiq49mtHmo0/R75yJmgHXuN1zVns2+xI8d3tqRwX7LOi4vlvXanS7S3z/tolwf7rrhfZK6lACsE+aX9rfG48tt02EGlemYIRAdzJ0pm1e8dRO1coZ6dYYz3rMaZVDHl5+RYFBu/Gc2YtPJKsaQ3z6ktp20fM8RvHkeKNYr7YJjtjHzPhdo1fOzZj/Ll8lDPRJvDaa2rO2sdmR3OyBHsx3rYbGyLNqVwwgoA7Wei8di/jar9/HZW0cyYUkGCfsRo9PtjfXVmOZXV/YHlDP66Mj2Rcxf7knVGbtZPzsPviZMzj/qkXvKUNZZZb8dxL/av1n19jn/x49DaF8ewn8j7bhWNNO1a/KUIR7Wc8ytqW9T4b6Vz8LWsb52LArfKUzqte+KtFkXplue1tnGz57jt6kDOlDCLjXsbqxF9ZGwn2Xwn3qd0iX93n7nMV+iWN0Y9/di9mBxXhz+7wIDwvxUsUJEeqlvSmcp+oEB4GvkCroDFGeeU99v9Cs8oh/6mAKpzngY8IzW5EScNcidbUq8KfcedBOHmLl6Bg6i6MVJUmKuQhgS+0KGhsROLLQkX480AehWbHqKQhuVJ1LabqlLLRdyogwf47bbh0WOyUx7NIXt2/y3OVPiWN9d+/8CKtqyDjXlqLfl/Hk2D/fbVXuiytvO4yXTaLFEoEROALBCTYfwGWbCoCIpBuBSTYp9um+X4KJsH++2krKakIiEDyAhLspWeIgAhkBAEJ9hmhFf/jOkiw/48bQE4vAiLwjwUk2P9jQjmACIhAOhCQYJ8OGuF7L0L+/PkJCgrC3Nz8e6+KlP8TAkqlkhcvXqBu7yxZ4l7bKmIZUuDNmzdERUVRoECBDFm/5CoVGBhIREQERYsWJVcueZA6Ize8+n6lqalJvnz5MnI1M33dFAoFf/31V8w4pqOjk2k8/Pz86NmzJ6tXr/5P66wRHR0dnRYlKFSoEOPGjWPwYPWT7f/ko+Ds9OYM2vWC+IJp6Npy8YgLvLvBuqH9mbrvHoqsupRpPYFFM9pjkjWSExNtGLo3CBUaaGhnI79pM0bPG4e13lHGNnHhSef1rOpdMvYNOFFnmGE3msfddvJrO331z9FyZkYHprwdxI6pDYm5tUR6Mr6HLy02OFMj9pczEn2ivCZi43SQN+rf0NLJQ5Ea9oya3JuauppEnZxE0+H7CX4vq0FBu1/5fWzNuB/h+Cc+H/ZVD46vX7+WQTJtONPtUSIjI3n79i1aWlrkzi2/0ppuGyoNChYSEhJzlMwUfNRjmPo2lCNHDvnimgZ9KD0fIjP27/TcHv9W2dT3K/V9Sx3qc+aM/f2AzPBR9+8OHTqwdevW/7S66TDYv+P3joVZaHWTvZ3Vb7sGDY0s5MwexPqmJowrtAIv9w6UUt1iQzcLBkQv58FvTfijhSFrWt/ht3bZIeoFJyc0xv75bJ6ue41doQGcKTeO8z7jMNGCyCP9qN5mE9nG3+C8c1EI+53uFtPwVxrQ79jv9CqoCeFraVLqKIMDN9A068dtFPPz0hvbErDNjizhjzi5oAu9T3fnjNdgDH9rReGVLbi9qz3ZY2uAZpbs5MiStq8AkaU4/+m1881OfvnyZSpXrszixYsZNGjQNzuvnOjbC9SoUYMbN24QHh7+7U/+H51RluL8R/D/wWkLFiwYE/Tu3bv3H5xdTvmtBI4ePUrDhg3ZvHkz9vb23+q0//l5ZClOik2gDvZGLLF5yB9xvxSn3lQVOBXzMtdxDdmGTfyrLF9vxDqfK7bPTlKwT4IfsQBeb7Gl4MLG/Hk0N91N96Br8goz9+OMN1Hg0b8tG4MCuFPVkzPORQna3IY6xxxYqTcaJ/3dnHQyRis1wX5rZx7v7RjzYzsozjO0dC/yHrrCqKt2FF5jx+NDXf/VX9SUYP+fX8ffpAAS7L8Jc7o4iQT70umiHaQQ/46ABPt/xzW9HVWC/ej/tEnS6Yy9Li2PFsdMX/2jEdpUGLqHdcXGkefnstzzGx/zi5YxH+V1Rhaz5M2O+/w0Q5futyypXViT6MiX3LqpxG79CRb/dBBb0xN0HvkY97AlHB9+l/7252hkuoN5BQ5xZqQOy2wacmOCLwvyz6BG+7csv/wLVSNTMWOfMNgTzBJLY86Ne8KyNx1J9CNbGjloPMeHBU0TvVz/Hze8BPt/TPhdHECC/XfRTGlSSAn2EuzTpCOl04NIsE+nDZPGxZJgL8E+SZdKfsZeeWkwhZtp4fHYlUrxvwMV6UV3vd4UvXKVssMLs8Lmf6xp8JBNA3uxs+Z6jk2vS97wtTQ1PckQnyrM6xLCXOdAxl0Zikt4BwbpHeJU2+1YmEwjqLIJ+Qjl3sVgWv0RyEqLrZ9fipMw2Cv9mFjBltA1AUwPbCsz9mk8UGTmw0mwzzytL8Fegn1G7u0S7DNy636omwR7CfapCvZEXWR4yYbcm3+DXe2N0ETFn+saUXqqBZdujeZa6wRLcUKP0bdMKx7PusXvbTywNT3JzwHTuN2yBbtUBbBaspfm66rQX28/K8PbYK9Yy/+mV0QbFc+W21DlcC+ub3hH58+tsU8Q7F8fH0iVnpqsv7WYyntaSbD/5PilIPDALKau8OZJFnPsnCfhUC0fQSdm4DB8PbfyNmLS6vm0Lx7/1HIwXtNn8aDjDHoYa4HqGUdmjmDmwcfktejPrOkdMEnmZTHBXtOZ9aAjM3oYxz40/Z1+vutgrwjkwKyprPB+QhZzO5wnOVAtXxAnZjgwfP0t8jaaxOr57fnQ1F5Mn/WAjjN6UOT6Uga4ePBSFddw2mXovngGrQ2TPquSpH98p+2sLva/GuyjvJho48TB2Cf+yVOkBvajJtO7pi6vVtrR+fUvHHb4Exe74RzU683qzYMon8yLA9Ka93teY68IPMCsqSvwfpIFcztnJjlUIx8p9+/EY5KKZ0dmMmLmQR7ntaD/rOl0SG4gI+P07+832P+De1aR6ywd4ILHh4GMMt0XM6u14UeXUka5Z/27wT4Kr4k2OMUOZOjkKUIN+1FM7l0T3Vcrsev8ml8OO/Cnix3DD+rRe/VmBn2LgQyQNfYp3h2Sn7FXb/7u2q90bDaec/nKYaIdyLXXNZm1bzOO5gq2tki8xj7Mqy+lbR8x56odm+v58PPdlZRbVpcfljfE78p4IsdVpH/eGVisnUzu3ReZbB4X/YK30KbMcqxOdGW/2SBulS9NXvWKIK1idF29i5GVYu90EVtsydnlEmZl9EARyVudCgxdt4Gfq+YkYnurxEtxAJ3a4zmyqhPqd/Ck1ed7XYqjerCExk3P0HXrHCz/cqPLoGCmejfA9YfhlNx/mI6Xe1F3dStuX3Om2JtrrB/Tm5/d39Df9zozKmkTsac9JaaZsXtnewKGN2KpxSnOjCzOh7gXwrX1Y+j9sztv+vtyfUalNH0bUVq1X2qP8/0GexUPljSm6ZmubJ1jyV9uXRgUPBXvBq78MLwk+w935HKvuqxudZtrzsV4c209Y3r/jPub/vhen0GF595sPeBHaDS8u7yYobvrcPSOOz8lfCNiyMf9I7Wu6XG7fzXYR2yhudFG2gZswy5LOI9OLqBL79N0P+NF/2zXuawoTYXHY6g0rSKnD/biW72Q8LsN9qoHLGnclDNdtzLH8i/cugwieKovv4S0Q/+j/p2XG0nHpIg9tC8xDbPdO2kfMJxGSy04dWYkxRN+b81g/ft7Dfb/6J5V4TneWw/gFzuQsXjobuocvYN74oEsQ92z/t1gH8GW5kZsbBvANrsshD86yYIuvTnd/Qwn+2fjymUFpSs8ZkylaVQ8fZBe32ogk2D/T26pUYQ8DOSFVkGMjfJ+1zOx/0RBve93G+xD/PG5k4sfqxVBS/1GoqqbaTwvml5javDk2gj0IvfTKtdkrIMu4nBhLmMCKmO4ewTBv1yMC/YdMVlUF58/OnFvQDVGlfTg3GjjD8E+8hhzxwRQ2XA3I4J/4aIE+3/a1b5yfxUh/j7cyfUj1YpoEfZ7d6pubsy86F6MqfGEayP0iNzfilyTrQm66MCFuWMIqGzI7hHB/HJxBnHfoeGdD4PK9CDrthvMq5n4FVWRxz7uH19Z2HSx278f7LfS+fFeOsY+8c/5oaXplfcQHsqGmDybwaiAYUz6Xz6aTdjCnlE1vskX4u832Ifg73OHXD9Wo4hWGL93r8pm27M47DRkWNL+fcqMZUnHpIg9dDRZRF2fP+h0bwDVRpXE49xojBME+4zWv7/bYP8P71mxg8s7fAaVoUfWbdyYV5NEI1kGu2d9i2C/tfNj9sYOZCjOD6V0r7zc91Dyg8kzZowKYNik/5Gv2QS27BmV7CvL/40BX2bs/w3VTHbM7zXYv28mxT0292rDkuJu7Ck9lsLr+hJ2xJ5siov0y2+H/tX7TC2mvsu9ZoVNPe7Pig32BHswsGpTVr3JSaSiDit999G7xMeLbV6vsKHe/VkS7NPBdaG4t5lebZZQ3G0PpccWZl3fMI7YZ0NxsR/57fS5en8qsU29Apt695n1PtirCJxXnapnJ3JvR0vyJluXJP0jHdT3a4vwbYM9BC+xxPjcGK4YdqboS0/Cu6+h2sI6XNhl/6++0Suhz3cb7D8MZNzb3Is2S4rj5jmKu83ypti/E49JwXgMrErTVW/IGamgzkpf9vUukcxkVcbp399rsP/H96yYN/vNo3rVs0y8t4OWyQ9kZJR71rcO9gQvwdL4HCeuGJK/6Es8w7uzptpC6lzYhf03fI2+BPuvvfPJfu8Fvudgrwo5zVx7R/ZXWsD26dbk22lDrkUdeO3Tk5xRPvTI2xvTh7cYE7N2KeGNDU4PLsOgAns4Pcmc11vbUn2dFcNwYvjhSHQqT+TCeRcqaqszogT7//5yURFyei72jvuptGA7063zsdMmF4s6vManZ06ifHqQt7cpD2+NiV2mljTYK68zqlQTonYGsqCqFrxaThOjvhyO1KHyxAv8z6Xix1/8/vtKf3UJvm2wV+I3sQK2oas4odNEgv3XtJoqhNNz7XHcX4kF26djXSiK7Z/o3wnHJE4PpsygAuw5PQnz11tpW30dVsPAafhhInUqM/HCeVzUA1nSiY2vKWc62ed7DvZff89St6GS66NK0SRqJ4ELqqLFK5Y3MaJvBr1nfetgr/SbSAXbUK6d0JFgr37yIP398mw6GYG+g2J8t8E+6ipzm3TjTPuNbOhbLuZ3AFR3J1Ci2jN2PF9BteezKWfuy+KXW2gQ8//KhMFewf7Oxrha+XLEwQDF2Z8xGWzEiXPOFEnyTKUE+/++E0ddnUuTbmdov3EDfcvFtDR3J5Sg2rMdPF9Rjeezy2Huu5iXWxrE/ms6SbBXBU6h3I8vWX9/EdWSeUA6toYZZ0bzmwb718cZWKUnmuv9cd5rKMH+iy+XKK7ObUK3M+3ZuKEvMd37M/074Zik2N8ZY1crfI84YKA4+3/2zjyu6mL9428WQQVFIETBDVFAshIxLVPL1MQlL4oXME3MJbcM9yU1TRP3fbmK5ka5pl5Nf2oSilJWF0UFTRAFXMEFkE0OwvH3OoDlgopyzpwDZ87r1R/J9zszz+d5ZuZ95jwzg7/TMOxD/2DskwNZGYrvUgv2JZqzjFXL9Uxr+B63N8ax5NkDWZlZjBIL9nc5MrQxnxlu5OLY3RLsdRbsFSFMbD+KfalgYGhEeav6fPTlTL5un8A3HsPZnaxUXUeLcXlrnDuNZ/7EdliHTaHjyL2kPHg4Ohtg67WcPV81w1gRy45vxjJn91+k3X+A+Zu9mb1iPB9WvU/o1x4M352MEgMMjMtj7dyJ8fMn0q7w5A3F8QB8pt3ji+3TaZu/ae85O7JVYJl9lg3DBzP9p0vkmlri0nUySwK8cSri9tqXnkeeeKG0gn36Nm/sfX6iXNXKBTm8Jm1ZcGYB5QY64XPEnjrpcdjNjCB0uEthju/j4JZzej4duiwjvb4D92Ju0WJ5MMs/tn1k82wh7skV+5KGWAnfT2ebtz0+P5WjauWCTecmbRdwZkE5Bjr5cMS+DulxdsyMCGW4S+HxK0+AffYOT6qu9CLx0KcFF8EV+ZFgXyxHZW2ms1kvTjRwwYpcFPfK8ebwDQT5u5E81voJsPcivKcpHczDyVrlXqziX/WhUpuKk74Nb3sffipXlYLwNqHtgiiC2h7E9xnx/dhiQ85p5nfowjltnIQAACAASURBVLL0+jjci+FWi+UEL/8Y1cXnj3/KTnyXVrAv6ZxF9g48q67EK/EQnz57IJNgX6xBJIvNnc3odaIBBWeX3KPcm8PZEOSPW/LYp8DeK7wnph3MCU9bhbuGT/mSqTjPc2DWD3SsGoR33I90r5BHRtRiPm57mAGRA9nbaB1dY3fw7wqQc/Mok9v3IGnODTbe/wS7NV24sNObCvllG2BoUoGKJnf5qacLg5Xz+WVNL5wrpPDHtHZ0/HUofx30IcSzOuu6xrKjoECOTm5Pj6Q53PixKxVRbYhqzrd/5VF1UAh7+qrg8Tk7soeasbGjExOrrebwSh/qKaMJ6t2cIQ8CSdjhhVWxgrb4D5VWsH+2hbmkJMSSbO6Ao/ULvgnlpnL54h1Mazpi+5yBsvhq6u6TpfdUnOdomptCQmwy5g6OvMjVuusZ9bdMoyv26m+uWkostWD/POuLHd+5pF6+yB3TmjiW9YEMKK1gr5Y5Sy29pXQUotkVe93VQIL9C8F+E5/e3EcPFbTl/s6Xdfww/+8Uotr+gO/1fXySD3N32dzZlsXtrxBiO6Dos+Nv/YeWDv/HF4k/4fPwmLy8GEL238OtY30Oej5+TObdzZ2xXdyeK78PwyZ5E91ahNB/jRXjx9iw6+gYHI0KwL6oHdkX9xrj6hLFotSteDy8ZPbu97SrsojOieH426o3IMse2KtXn7JSWpkE+7LiHDXbIcFeXlCl5pDSqeLKHtjrlLw60xgJ9vKCqqeDMesHOpiNRNHPk/pGuaSeO0CwwWjC9lVnbGU/olu+i53hAxS3ozmf58XG0KW0OdLt8bPjDSrSfm4Yc61GUuPTKhw5H4CLwU1+/f4Hfr+lBKN6dPiiHWe6muEX3ZJ37Qx5oLhN9Pk8vDaGsvTj10ha5UHbs5OJWGhNQFNv7gWeYrZ7zlNg/3BHdvDmXCr7v86lc5Owf/hzal4Uo2u3JG17EoHvPjNJ+JU6pAT7V5Kt1L0kwb7UueyVGyzBXoL9KwdPKXhRgn0pcJIamijBXoJ90WBvuYA3N02lpWk5zKq70tS9FmZZW+hSbTUeJ9fR5vIPDO37I802hjCjlUX+pVB267y4tv/Tx45pU16cgmuTq/wn8Ttal0vi2PqN/JoYzQ8ToxiYFsJrPaux2uMk69pc5oehffmx2UZCZrTCQnmJec2d+DbZDacqkH4pnBTPn4lf8x67nlixf7gj+8z2XOw6GXHw2iIaPTx9UXEYP6t+1Dody/R6TyVPlqgLSbAvkXyl5mUJ9qXGVSVuqAR7CfYlDiIdLkCCvQ47R41Nk2Avwb5IsO9Y9ZFUnIdPqMDeLujvVJz0kIG4eF5jVvQevI51KzoVJ+8c0956j99Gn2Jfn9oFZwQnb6NL9YV8dPsXXuv5SCpOeggDXTy5NiuaXY1X0rRHLutPzsg/OlGZGIhH4wP0jfqeB36PpuL8syM7br4pI+u25dKCs+z0tscQJVc2fET96c05ET2N158+ar1EXcna2prk5GRcXFxKVE5pevnevXukpaXl52rqy0dl7/Xr1zEzM6NmzZr6Yja3b9+mfPnymJs/etVs2Tb//PnzlCtXjpycnLJt6CPWjRs3jjlz5lCrVi0qVizjG2YesTsxMZEqVarkx7i+fFTxrfro05yVlZVFRkYGVatW1Rc353PJzZs3Wbp0KV988YXe2C1z7J/n6vzNsy8Ge8jg8MD6dL46lzOf/kj9Hr/h3OA1DArLLvfuJIK/+wTL2B8Y6DOeww/qUdfsFtExObw1eCmrvm7JsSdy7DMOD6R+58sM7HWR3dX/S/hU18ILQ1LY3M2FwNZH+fygS5E7st3NIDtyOb6dJvFHlYY4GccTebcZs37axOeu6k3DUZmomhTu3r2LpaWl3nSclJSUfFv1yebs7GxUX2gMDQ2xsHjGzSZlMAL00dcqm42Njbl//37JPaq8xIruHZh/OveRsoxxHLCFvePdeHxEUnLr+CZ+NffF840ijo5QXmZp5wHkrtjPiDrq/eVx5MiRLFy4MP8LnOpLjb589DW+9W381kc/q77MKBSK/H49fPjwEnZpJZdWdKfD/NM8NpI5DmDL3vG4PYlWylsc3/Qr5r6ePD2UKbm8tDMDclewf0Sdp07SK2FDkWBfUgVf+n0l2bcSuHqvCnVqWWr4qvQcUi/Hc9PIFkd7iyJuEnzpxhf5gj6m4vTv35/vvvuOBw/+PtdUPWLqcCn6mopToUIF3N3dCQsL02HvqLdp6k7FycnORHE/i13dqrLCM4lDvc0wUp0WZmoIuencSjHA0sYcYxTs6+PG1m4RbOxScCJVdsoNUrCkumV5UJ5nsGkD7p+4z5o31XtmXJk8FacYYWFgYMCQIUNYvnx5MZ4uG4/oYyrOv//9b3bs2IFSqSwbTiyGFWpPxcnJJlNxn6xd3ai6wpOkQ70xMzKhQkVTDMkl/VYKBpY2mKuGJsU++rhtpVvERvKHsuwUbqSAZXVLyqPk/GBTGtw/wf01b6qdAyXYFyM45CPPV0CCvX5EiAR7CfYli/RstnWsyOKu6fw6QHW/ei4xqz7mnWF/YmGTzhWzYez/vhZz2g/nz2oDWHWwHzHdu7AysyaWN05ytc0mLmxtxBQJ9iVzwxNvS7BXq5w6W5gE+x5q8032to5UXNyV9F8H5O+lzI1ZxcfvDONPCxvSr5gx7Oc/6BvpTYvhf1JtwDIW2i3FLzCTmpY3OHm1DZsubKXRFAn2xXZItWrVmDhxIsOGDSv2O/LBkikgwb5k+pWWtyXYS7AvWaw+AfaKn/A0G4l7TDST66azu4slo9+OZtHFf+Wv2K9/5zdW7DSk16D3MYmZQuPGF1l6axI7K8sV+5L54fG3JdirU03dLUuCvabAXsFPnmaMdI8henJd0nd3wXL028SfaczX7lvpdmIelb7biWGvQbxvEsOUxo25uPQWk3ZWliv2xe0uEuyLq5T6npNgrz4tdbkkCfYS7EsWn0+A/d15uFqHszRzC21MIXmWC9XOLmWXkX9BKk7rE8zq3psFEVlUqmZI3PkW/N/dqeyWYF8yN8gV+zJ4QdWLQ0KCvabA/i7zXK0JX5rJloKBDJdqZ1l1x5d1zVSpOMt5bWF3ei+IIKtSNQzjztPi/+4ydbcE+xdHbeETEuyLLZXaHtQk2Occ/hqPMf9HmuoO33KVqdm0B+Om9qOZpSEkfke39sfxO7yGf6n7Ot0XqKPWHPuX2lwIylvH2fSrOb6ebzydm6fBzYWaBfscDn/twZj/y/c05SrXpGmPcUzt14wCV3ej/XE/Dq/5l9pvTn5RR1Bnjr3y0gq6d5jP4/tIHRmwZS/jn9599dyNpMrLS+k8IJcV+0eg5n2kqDvHvkDjJ8A+exedKkzk/ctRjK15jwPdqzDkjbMsi/dks2cEq1I7YLbKm6TfBmEdNYbabgmsSpvG3tII9jmH+dpjDAXhXY7KNZvSY9xU+jWzxJBEvuvWnuN+h1kjeiBTNUdtOfalZ3OhJnPsdXXOUivYl5I5S+059oWTxeOpONns6lSBie9fJmpsTe4d6E6VIW8Qe/ZtprpvxvPXtiy2WoV30m8Mso5iTG03ElalMW2vBPsXzb1//12CfbGlUtuDmgT7rM0fY/99d2K2emGSeZWjC3vR7zc/jh8ehvXekYy4MYTvBtXL31X+2CY7tVlXdEFqBXug+JsLVXty+uC2tRsRG7uQv73w0U05GtxcqFmwL7hJ+fvuMWz1MiHz6lEW9urHb37HOTrMmt0jR3BjyHcMyr+DIZuUgl1IqPZTavqjTrCHHLIzFdzP2kW3qivwTDpEbzMjTCpUpGAf6S1SDCyxKdh99cRG0sftVp4fjGmD+5y4vwY17yMVA/bkEjm3Oe5fXadBvQzOpXuz+8wK7Be50/FgGxZ8a8kMj7kYtGyIQWomN/6qwrc3VnHSthSm4mRt5mP77+kesxUvk0yuHl1Ir36/4Xf8MMOs9zJyxA2GfDeIgvB+dJOdpqNbnWCfP5C9+ubCx/q1ZjcXahLsdXXOUivYl3DOErUhXgzYQ27kXJq7f8X1BvXIOJeO9+4zBH50ha/dO3Kw9Sha/TKGVYYtaWiQSuaNv6jy7Q1WnbSVqTjFHd4k2BdXKfU9p3Gw39KTa7t9yT9ZOvdPhtfvi8X+E3gtsaJt5bMkfnOLb1t2fnyT3XZfNHlar7rBvsgVzSI2F/78R18ivVsw/M9qDFh1kH4x3emy8pFNOdHTCa2pGfARAfZbel5jt2/BGeK5fw6nfl8L4k55McSiLZXPJvLNrW9p2XklmTUtuXHyKm02XWC7ryY9DeoF+7+XfOhYcTFd03+lYB9pDKs+fodhf1pgk34Fs2E/80ffSLxbFGwkXbbQjqV+gY/ZvbXRlFIG9kWPObnJ8cQkV6BuPVvyv6cpM7gRdwfTmrWporhC7G1TajlULfibBj8aPRUnH+y30PPabgrCO5c/h9enr8V+TnktwaJtZc4mfsOtb1vS+dH+fGE7Gg5vNa7Y/+Ocl9tcuIqD/WLo3uXRfh3N9NCaGgMfjYO9Ds5Z6gb7V5qzli3EbqkfgYI2xGsK7IschnKTiY9JpkLdetgWDlbKjBvE3TGlZs1yJMXexrSWA1U1PZCBPO5Sg/OE3hQtFOxJYVlLR/6YeJnRP1bivUoXSZ2QwMonN9nd+Z52BaflaeQjBOyL3FwYT1TjrwtW7Ne/w28rntiUs/g3KnV+SyPHAYoGe1KW0dLxD47dHE3/cu9R6WIqExJWstOwF4PeNyFmSmMaX1zKne/bFfxyoaGPCLBX/OSJ2Uh3YqInUzd9N10sR/N2/Bkaf+3O1m4nmFfpu6fsvjVpJ5VL1Yq9hhykpmLFgj2kLGuJ4x8TuTn6R8q9V4mLqRNIWPnkJrs7fK/JgUytqTjPAvsXbC6MWM87v614Ir4X81ulzryloeMAhYK9jsxZQsD+BXPWiXmV+E7ghnihYK+mcUgdxcjjLtWhop6XIRTs887x9ZudSV93jj6BFfLBPm1aInOe3GSXvgUPDdKeELAvcnPhKtJ91xWm4rTmxKwnNuXsDcfyX2UD7PPOfc2bndM5G9OnEOzTmJY4h+69FxCRVYlqhnGcb/F/pG/xKPVgf3eeK9bhS8nc0gZTkpnlUo2zq+7gu65Z/kbS5a8tfMruu1N3S7BX49grFuzzOPf1m3ROX0dMn8ACsE+bRuKcJzfZpbNFkwOZELB/0ebCjbQ+MeuJ+N5LuOW/ygbY68icJQTsXzRnLX+NhQI3xEuwH6/GEfLlizJ4oKabfmQqzsuLX9I3RIL93SNDafyZIRujF2I+pFw+2Cc26k+lJzfZZWyjU2kH+yI3F8by19tTcdvsScSqVDqYPbEp5z8nsO5WFsD+LkeGNuYzw43ELTQvBPtEGvWvxCrvJH4bZE3UmNq4JawiY1unUg/22bs6UWHi+1yOGkvNewfoXmUIb8Se5e2p7mz2/JW2i62esjtt2l4J9iUdvB55XyjY3z3C0MafYbgxmoXmQwrAPrER/Ss9uckug22aHMiEgP0LNhdGrCK1g9kT8f0fTlh3KxNgrytzlhCwf8Gc9WvbxVgJ3BAvwV6CvRqnCP0qSrNg3xmzXido4GIFuQrulXuT4RuC8Hc35XT/ArBP6bcZ97dmP77JLimUAVU05wchK/ZFbi4M5KMrX+Pe8SBtFnyL5QwP5ho8siln2jFcv2hWOlNxOpvR60QDClx9j3JvDmdDkD/upqcLwT6FfpvdeWu2AS0bGpCaeYO/qnxLUugANOhqQTn2kcxt7s5X1xtQL+Mc6d67ORP4EVe+Vm0kbc2oVr8wZpXhY3bfWHUSW5mKo7ZOrmmw72zWixMNXLAiF8W9crw5fANB/u6Ynu5fAPYp/djs/hazH+3P3yYRqsmBTAjYv2BzYZsFfGs5A4+5j/braRxz/YJmpTIVRzfnLCFg/4I5q/WoVvwyZhWGgjbES7CXYK+2CULfCtIk2BdXS2W6uE12qjZpBuyLtvapzYUoybgRxx3TmtSuouCKoE05ms2xL7anSb8Sy23TWjiI2IWEhjbPFmluLsnxMSRXqEu9f3ZfFW4krUm5JHF2a+a4y+L6WDvPaRTsi2uSMl1Yf37YJPUdd/kCI5+3ubB2FRQC+7Umc+yL72qxc5ZmwP7l56ya5ZKEbYiXYC/Bvrj9UT73hAK6APainSIS7EXb9qz6dAPsxauhkc2z4s14qRol2Nd/Kb1K88PCwF6HRNIFsBcth0iwF23bs+qTYC/BXldisdS1Q4J9qXPZKzVYgr28efaVAqeUvKQTK/Za0EqCvRZE10KVEuzVd/OsFtz3UlXKU3FeSi75cFEKSLDXj7iQYC/BvixHugT75WXZvY/ZJlfs9cPVcsW+jKzYly9fntzcXOrVq6cfkasDVkZHR+e3wtnZWQdaI6YJsbGx5OXl6ZXNaWlp3Lhxg4oVK1KzZk0xQutALfoY3/po8+XLl7l37x729vaYm5vrQOSJaYLK10ZGRno1Z+pjfMfExKA6fFCf5unbt29z584dLCwsUJ2YqC8fVXz36dOHdevWadVktR13aWJiwv3797GystKqQfpUeXJycr65+qS5PtqcnZ1NVlYWhoaGVKmiyXNodKv36KOv9dHm1NRUlEolZmZmmJpq8Kxc3Qpv9NHX0mYdC0INNSczMxOFQoGxsTGVK1fWUC26V6wqvn19fdm8ebNWG6c2sJfn2Iv3o0zFEa+5NmqUqTgyFUcbcSeqTpmKI1NxRMWaNuqROfYyx1503EmwF624GuuTYK9GMXW4KAn2Eux1ODxL3DQJ9hLsSxxEOlyABHsJ9qLDU4K9aMXVWJ8EezWKqcNFSbCXYK/D4Vnipkmwl2Bf4iDS4QIk2EuwFx2eEuxFK67G+iTYq1FMHS5Kgr0Eex0OzxI3TYK9BPsSB5EOFyDBXoK96PAUAPYKQia2Z9S+VDAwxKi8FfU/+pKZX7cn4RsPhu9ORokBBsblsXbuxPj5E2lX3RCyz7Jh+GCm/3SJXFNLXLpOZkmAN06mufw+42O+2HmTB4VqGVh2Jvz/2jCl40j2pjz8VzCw9WL5nq94+04IM7+YzI+xWTwwsaPdmCXM7O4I5+fScWxFVv93KLVznlWfgtBpPqy3DWD1QFeMgdzTyxi0pyFrJn+Q3wLF8QB8pt3ji+3TaZt/qIOCQ5P6ENEliLFNVW8UfHKOTqHjyL3800QDbL2Ws2d8HY7O/ILJP8aS9cAEu3ZjWDKzO47/vFpkXAgH++RQAvqPZGO0BR9NWcsC7zr5eoj8iLqgKjNyAxMmriXivjOfTJvL4LfNid89mRGzDpJYrT3jF03nX7WNhJguHuyTCQ3oz8iN0Vh8NIW1C7ypI9rRom6ezYxkw4SJrI24j/Mn05g7+G0syCRywwQmro3gvvMnTJs7mLcthLga7VxQlae12Fapqi2wTzk8g1kJvgT0cURMT348hsSdY5/C4RmzSPANoI+jERQZ82LiW/hxlzowZ2kH7J/wuRj3/l2L0OMuUw4zY1YCvgF9UIV33rkNjAo4QFIeYFyTLlNn0kP1BwEfPTrHPosfOlYlyDuOH7tXIC8jisUft+XwgEgG7m3Euq6x7Ph3Bci5ydHJ7emRNIcb297lx45OTKy2msMrfainjCaod3OGPAgkYUcnwnztWNz6PLt7Vsx3lYGBCWYG/8XTbg1dLuzEu0KBBw0MTahQUcmhPk5Mff0QoWOcMboShFezlbT+4xiDr/XFtK05UcmTONHlWfV14FB3W3wPvsXs40cY29AYRchQ3P7TknPbfYEM9vg159u/8qg6KIQ9fW0xJJP1Herxy7B4gjr+c8pD1jZP7NZ04cJObwqaaIChSQUMD/fFaerrHAodg7PRFYK8mrGy9R8c86+J4XOCUSzYZ7Cziw0j6+7lgO8p+rZai+eFSMbWfl4L1d+ThIB9dggDGo7AYvkuhhotpuPneawOrsvwt3bT++hGWh7+hBY7ehL36xCqqt/Ep0oUDfYZO7tgM7Iuew/4cqpvK9Z6XiBybO3nxqImZND8zbPZhAxoyAiL5ewaasTijp+T910M87IH03CEBct3DcVocUc+z/uOmGXNhXyJ1QbYKy8voOnr2olt7YB9KpEbJ9DPfyVpgyOICmgkxLdP9hEhYJ8aycYJ/fBfmcbgiCgCGuUWGfPLmov55i4W7HVjzhIO9k/5XIxvH41vUWCfGrmRCf38WZk2mIioABoZw80lLWkS0pkpXWwwMLLkzY7/oomNGE7RO7Df9OlN9vVQgXguv39ZBz/z//JNVFuCfK+z75MCQL+7uTO2i9uTsCWV912iWJS6FY/yheFy93vaVVlE58QwHPztWeZxmZ/7mP0TS1nb8LRbh9e1/Xz6yD9DNgd612Ko8SJ2zOpOo6rG3Dx3msyabtif7ZMP9mdO2fLvhs+q7yjVhjXiR3t3ok40YlvwOJzCHgH75E10axFC/zVWjB9jw66jY3A0eg7Yr/Pi2v5PebSJ2Qd6U2uoMYt2zKJ7o6oY3zzH6cyauDlUei4vCQV7RTA+FiNoej2SUVYK9nqaM7VdMuFDn99GdQOfCLBXhPSn4cKmbPc35+StGrRq704dcwUJ18GhjhkJazvTZKM3MUcGYK1uA4soTyzYKwj2sWBE0+tEjrJCsdcT86ntSA4filhPg8bBXhFC/4YLabrdH/OTt6jRqj3udcz4Y1BDFjbdjr/5SW7VaEV79zpYmYmZHLUB9uQkc1FLsa0VsFeEMG9CDG7VdzEqZTbhZRjsFSHzmBDjRvVdo0iZHU5Ag6NFxLwVgsIboWCvI3OWaLB/yucq2hX8EQP2CkLmTSDGrTq7RqUwO1wF9jkc6vcGi+pNx8tGifNH3Xivlokw6/UL7DuYMVLRD8/6RuSmnuNAsAGjw/ZRfWxl/KJb8q6dIQ8Ut4k+n4fXxlDmmfhTxf91Lp2bhP3DL1p5UYyu3ZK07Ql0XmzLv36pQwMbA9VvLbw5/L9s6RWOp7kPvzk34DXVP2NAxfZzCVvYEZObocz7chQLd5wgrUZzun85h3n+72HxZwHYn9x2h3dGPqu+ONosbEbwZ8F02NyOha9vZ//bK2mav2LvzY1VHrQ9O5mIhdYENPXmXuApZrsrnrlib+7zG84NXqOgiRVpPzeMhR5phM77klELd3AirQbNu3/JnHn+vPeCb5lCwT4ziA8sNjAwI5ge5XMJH2SNl80ZEqbXFtZpVBWJAPvMdW2pNDCO1n178k7aTtYlDuHYoSE4GikIHt+CT2dHUnvWcULGuVHwlVSzH7Fgn0nQBxZsGJhBcI/y5IYPwtrLhjNx0xH844zmwT5zHW0rDSSudV96vpPGznWJDDn2XyoMrMLAuNb07fkOaTvXkTjkGIeGiEnX0ArY54evdmJbK2D/cK1otQfvx80q02BfYOpdVnu8T9yscALqBxUR84cYIihVQSjY68icJRrsn/J5mQX7vzsyHu/HMUsF9obXmd/MnkVVh9O30S12rbtIz4NhjHtDpuK8EqU8+xz7LH7oYMmCNzcxtaUp5cyq49rUnVpmWWzpUo3VHidZ1+YyPwzty4/NNhIyoxXmJ4Zh18mIg9cW0eihPxSH8bPqR63TUbw9qWbxV+yVqVw8cxOrN52wNMzk8rEgxvWaQO6iq/xQfWg+2J/+xYB2/3pWfWdo+JU7wf3OsKrRPvxaLaD+cFe2hHzIua1NmdfciW+T3XCqAumXwknx/Jn4Nc3Z8qxUnKdW7JWkXjzDTas3cbI0JPPyMYLG9WJC7iKubu/62Mr+k44RCvbZ2/AwX4LP3TA+M8shrI8F/ZwvEz3B5pXi5VVfEgH2Wd97YLasAzd/98cm9wSjnAdTPex3Rqv2fqg+KVvoZD+f9vH/40sBuThiwT6bbR7mLPG5S9hnZuSE9cGinzOXoycg1tMCVuyzvsfDbBkdbv6Ov00uJ0Y5M7j6z3wZXI9lHW7yu78NuSdG4Ty4OmG/j+ah+181dovznhiwv0NgB3sGHlBQzu1r/vfnN7z1cFFPcGxLsB/C8uWa3jz7CNg7bSki5sP4c3T14oRniZ8RCvY6MmdJsNfw5tm7q/8Be9U4lpNDrokJxuRx5qvX8TXcyblvXUscu8UpQL9W7DtW5Z9UnIfyqMDe7p9UnPQQBrp4cm1WNHt8rjG6blsuLTjLTm97DFFyZcNH1J/enBPRX3Gx50uk4uSdZUojT1IDT7P4XdX6ahYH/ZyY2zKS/2s4oiDH/mYfvnN6Vn3jierhlg/2q9uXI2mnHy0+30fq+ytInPYXTXrksv7kjPyJUZkYiEfjA/SNCiK75zNy7J8C+zzOTmmEZ2ogpxe/m78CnHXQD6e5LYkM7o/lc6JJKNgrLzLZoQmJ25NY3SSJOQ1diVh6m81txN4UKQLs86K+wtXzPlvOz8Ut5yB9XBbQfE0jVs2vwa79w6iVuZOuNtNoEX+KUQJuyxYL9kouTnagSeJ2klY3IWlOQ1wjlnJ7cxvEeloA2OdF8ZWrJ/e3nGeuWw4H+7iwoFUE82Ob43l/C+fnupFzsA8uC1px5mBfRNz5KwbsHx9Uco6P492p2oltCfaCwf6N80XE/BkO9hUR3YhNxdGROUuCvUCw5wQzvf5D7VWBfFLtHgc/c2a625+EfWlXHC4v8TMS7HkC7FXbUA8PpH7nq8yN/Ynut/+Db6dJ/FGlIU7G8UTebcasnzbxuauSPb7PAPvHUnGAcu8yKfg7OkRNonPvIBSubthmxRBr0pP1uyfiHlWQihOVugzHv5Y/o75ctno/BHtTUCax49PG9L43hxCHaQyqtIvwqa6FpyqksLmbC4GtQ/Hb24Ah0W9Q30KVdGNE7U/XsqXWVB5Lxclv4iSC51VncefeBClccbPNIibWhJ7rdzPx3fwjdp75EQr2KEna5ouTzxHs66QTZzeTiNDhuAhO3xMB9iof7x70AYOPDgIZLgAAIABJREFUWuP4II6s7lsI/dqcZa3bMC+9ATVunUPZewdH53woBPbEgr0qxLfh6+TDEfs6pMfZMTMilOGiHS3kVBwlSbsH8cHgo1g7PiAuqztbQmfwXuZuBn0wmKPWjjyIy6L7llBmtHx+XyzxjFBYgDbAHkUEs7QU2xLsBYN9I8MiY15QeIsFex2ZsyTYCwR74xxOL+yE54osnOxucU7Rg82HvqGFoA1iegT2JZnycki9HM9NI1sc7S1KdiSZMpOk+KukV7CnbnXzZ5zwocb6XtpsJZlJ8VxNr4B93eqYF2MTt1iwLzAoNyWB2GRzHBytha/gquoXAvaFvstMjCXRwA5H24eZ9HncvRLP3Uo1qVVF3IYc0WBf6GgSYpMxd3DEWvRSfaH+Gt88+7CPZiYSm2iAnaPtI3smMkmMTcTAzpG/3f/SffrlX9AK2Oc3UzuxrU2wf3nvqPcNIafiPKvJRca8eu0rqjShqTiFDdD2nKUdsNe8L59Xg5jNs89uQe7da8Qnm1DDwYaH56+IUESCvQiVy3gd2gB7bUsqEuy1bevD+rUC9jpgvDCw1wFbHzZBe2CvPRG0dY699iwuqFmrYK8l47UB9loy9e9qJdhreMVe2w5+pH4J9jrkjNLaFAn2pdVzL9duCfby5tmXi5jS9bQEe01vntWdeJBgrzu+0GRLtL1ir0nbnle2BHttKV+G6pVgX4ac+RxTJNhLsC/LkS7BXoJ9WY5vuWIvV+xFx7fBgwcPHqij0vLly3P//n1U31jkR4wCFy5cyK+ofv36YirUgVouXryIUqnUK5vT0tJISkrKP9e9Ro0aOuAFMU3Qx/jWR5uvXLlCdnY2dnZ2mJk9drugmEDTUi0qXxsZGVG3bl0ttUB8tfoY37GxsagwS5/m6eTkZO7cuUOlSpVQHYWuLx9VfPfp04d169Zp1WS1gb2JiUk+2Ftbi7iLU6ua6Uzlqo6j+uiT5vposwp6MjMz8yGgShUxx9LpQpDro6/10eaUlJT8L+vm5uaYmmppp7YWAl4ffS1t1kKgaaFK1XylmrfKlStH5cqVtdAC7VSpiu8ePXqwadMm7TSgsFa1gf2zL6jSqn1lunKZilOm3fu3cTIVR6bilOVIl6k4MhWnLMe3TMWRqTii41uCvWjF1VifBHs1iqnDRUmwl2Cvw+FZ4qZJsJdgX+Ig0uECJNhLsBcdnhLsH1VcmcShRatI6TQeb2dx55S/qtMl2L+qcqXrPQn2EuxLV8S+XGsl2Euwf7mIKV1PS7CXYC86YiXYP6J4XswcOn9ZjgX7RtDASLQrXr4+CfYvr1lpfEOCvQT70hi3xW2zBHsJ9sWNldL4nAR7Cfai41Yc2CsvsaJ7B+afzn3ERmMcBwQx7t5XjNubwt/H8xjY4rV8D181y+HM2uEMnX2Qy9mGWLl/zsKV4/jA4hjTfNZjG7Caga7GqvtQOb1sEHsaLmfyB6aQfZYNwwcz/adL5Jpa4tJ1MksCvHHiEJP6RNAlaCxNVa/9/cnm7IbhDJ7+E5dyTbF06crkJQF4OxVs5FLE7uCbsXPY/Vca9x+Y82bv2awY/yFVleeZ23EsFVf/l6G1s4tua9WCK2QVxwPwmXaPL7ZPp23h7fTKpBBmfjGZH2OzeGBiR7sxS5jZ3ZHHmvaciBAO9smhBPQfycZoCz6aspYF3nWK3VZ1Bbb4C6qSCQ3oz8iN0Vh8NIW1C7ypU1wHqclo8WCvfZtV0om+oCo5NID+IzcSbfERU9YuwFu0owHhF1TpQJ8WD/a6Ed+iL6jShfgWfo69DsS3cLDXAZvFn2OvG31aL8+xz8nORHE/i13dqrLCM4lDvc0wMnnAXp8arOlygZ3eFQpQyMAQkwrlubWhLU7TGrA9bAkd7dM4NsqdVmGjuPzLa4yo7svBt2Zz/MhYGhorCBnqxn9ahrPdO42NHZ2YWG01h1f6UE8ZTVDv5gx5EEjCxnR61vuFYfFBdPz78AUliRs74jSxGqsPr8SnnpLooN40H/KAwIQdeBn8RE+XwSjn/8KaXs5USPmDae068uvQvzjY8xJ9TdtiHpXMhD89im7r8aHUNMxgj19zvv0rj6qDQtjT1xZDsjnYx4mprx8idIwzRleC8Gq2ktZ/HMO/ZsGXgRd9xIJ9Bju72DCy7l4O+J6ib6u1eF6IZGzt4rX1RbYU9++iwT5jZxdsRtZl7wFfTvVtxVrPC0SOrY1Iq0WDvS7YLBzsM3bSxWYkdfcewPdUX1qt9eRC5FgEh7dgsNeNPi0a7HUlvoWCvY7Et1iw1434Fgv2umGzaLDXlT6tl2BfAG/ZbOtYkcVd0/l1gOrM4iy2edqxzusa+z995Axj5SWmODsTtSidHZ3KF7yqiOW3P+CNJifo1+hH7N2jONFoG8HjnAgrBPut78zH1SWKRalb8Sh8jbvf067KIjpf/IID7z0B9sp4pru6ELUola3/vMD37aqwqHMi+0264/B/X5D4kw+FC+3kxYSw/54bHRtEF4D9mZNYd3u96La2qkel5E10axFC/zVWjB9jw66jY3A0yuZA71oMNV7EjlndaVTVmJvnTpNZ0w2HSsXDXKFgrwjGx2IETa9HMspKwV5Pc6a2SyZ8aDEbWzyTXviUWLBXEOxjwYim14kcZYViryfmU9uRHD4UkVaLBXvdsFk02CuCfbAY0ZTrkaOwUuzF03wq7ZLDERzeYsFeR/q0WLDXnfgWCfa6Et9CwV5H4lso2OuIzWLBXnf6tAT7x8DeHJ/fnGnwmkHBgn3F9sz9pRNBNgNxir7ANw5PrI9mbcXbLZjPgjuwud1CXt++n7dXNs1fsf/esh+V/V/n0rlJ2D98LS+K0bVbkrZxLld6hj6+Yq84SI/K/rx+6RyT/nmBqNG1aZm2mf3G/+bTKkc4H+CCwc1f+f6H37mlBKN6HfiiQxr9VWB/cgd3mg0puq0oubHKg7ZnJxOx0JqApt7cCzzFbHdjlDdDmfflKBbuOEFajeZ0/3IO8/zfw6aYy8FCwT4ziA8sNjAwI5ge5XMJH2SNl80ZEqbXfiGMq/MBsWCfSdAHFmwYmEFwj/Lkhg/C2suGM3HTha7kigV73bBZNNhnBn2AxYaBZAT3oHxuOIOsvbA5E8d0wUv2QlNxdKRPiwV73YlvkWCvK/EtFOx1JL6Fgr2O2CwW7HWnT0uwf9GKfV4UI2u2JGNnEoHvFJ5Qo7zGn6EpOL59lsHuwfQ7s4pG+/xotaA+w123EPJhOFvqj8OukxEHry2i0cMNsIrD+Fn1o9bxSYS3P/w42OedYJhdJ4wOXmPRPy9w2M+KfrUiOGTYhSZX/0Pid60pl3SM9Rt/JTH6ByZGDSTtaBOGqcD+dBgmHq2LbmvLiqxr4cS3yW44VYH0S+GkeP5MfODbXDtzE6s3nbA0zOTysSDG9ZpA7qKrbO9avNsXhYJ99jY8zJfgczeMz8xyCOtjQT/ny0RPsFEnt7+wLLFgn802D3OW+Nwl7DMzcsL6YNHPmcvRExBptViw1w2bRYN99jYPzJf4cDfsM8xywuhj0Q/ny9EIDm+xK/Y60qfFgr3uxLdIsNeV+BYK9joS30LBXkdsFgv2utOnJdi/COzJ4X/+dWiXuIqLWz9GdZ/tnd3dsPN7jZD4NixupgL71bQvl8ROvxZ8vi+V91cksKPbOUbWbculBWfZ6W2PIUqubPiI+tObc+JkXUY7P5ljn0P4yLq0vbSAszu981f5lVc28FH96TQ/Ec0Ugxm89d5vjD61jz61C74pJG/rQvWFH3E7tBDso27iF1ivyLYeOlId/965rD85g7eMQZkYiEfjA/Q9PZ2/PvQkNfA0i9+tmJ+SdNDPibktIwnub/lCwFU9IBTslReZ7NCExO1JrG6SxJyGrkQsvc3mNmJvihQL9kouTnagSeJ2klY3IWlOQ1wjlnJ7cxtEWi0W7HXDZtFgr7w4GYcmiWxPWk2TpDk0dI1g6e3NCA5vsWCvI31aLNjrTnyLBHtdiW+hYK8j8S0U7HXEZrFgrzt9WoL9c1JxoBzvTgrmu48vMq1dO2Zdc6Zx9ducin6NYbsOMfOdn/NTcfLB3hSUSTv4tHFv7s2/xU7fimRHLse30yT+qNIQJ+N4Iu82Y9ZPm/i89ibamw8h+o36WKiyfoxq8+nanYx2+Yvlvp2Y9EcVGjoZEx95l2azfmLT566YkEvsDwPxGX+YB/XqYnYrmpictxi8dBVft75SuHk2lWW1woto634897VgUKVdhE91peBrQQqbu7kQ2Pp/7GwYSOfeQShc3bDNiiHWpCfrd0/k3YfJ/C/Ae6Fgj5Kkbb44+RzBvk46cXYziQgdjovgE2LEgr0qtrbh6+TDEfs6pMfZMTMilOGCjRYL9rphs2iwR5nENl8nfI7YUyc9DruZEYQOdxF+6pPQVBwd6dNiwV534lsk2OtKfAsFex2Jb6FgryM2iwV73enTegz2xVqMfuQhJZmJsSRkWlDHwZaKxcw/hxxSL8dz08gWR3uLQqh+ft05qZeJv2mEraM9Fk+eY6/M5lbCVe5VqUMty2fR7Cu0VZlJUvxV0ivYU7e6+UudtiIW7Au0y01JIDbZHAdHa6Gr1g89JxrsC40mITYZcwdHrEUu1RcaLRrsdcFm4WBfYDQpCbEkmzvgqA1Ha+O4Sx3o06LBXlfiWyjY60h8iwV73ZizxIK9btgsGux1pU9LsH9ZvpfPP6WANsBe227QCthr2WitgL2WbdYO2GvfaLEr9tq3V9UCrYC9DpguHuy1b7Q2wF7bVmsD7LVts1bAXttGAxLsdcAJpb0JEuxLuweL134J9vLm2eJFSul8SoK9vHm2dEZu8VotwV7ePFu8SFHfU+JunlVfm2VJhQpIsNePUJBgL8G+LEe6BHsJ9mU5viXYS7AXHd9qA3tTU1Nyc3OpW7euaBv0tr7Y2Nh82+vVq6c3Gly6dAmlUqlXNqelpXHz5k0qVKiAvb293vhaH+NbH22+evUq2dnZVKtWDXPzYp4cUAZ6gcrXRkZGODg4lAFrimeCPsb3xYsXefDggV7NWXfu3CElJSW/P6v6tb58VPHt5+fH+vXrtWqy2sDexMSE+/fv89prr2nVIH2q/Pbt2/nm6pPm+mizCnoyMjLyIcDSsnhHoZaFfqCPvtZHm1UAkJeXR6VKlVAtEOnLRx99LW3Wj+jOzMzk3r17qLiwcuXK+mE0oIrvTz75hB9++EGrNqsN7FXfyiZOnMiwYcO0apA+VS5TcfTD2zIVR6bilOVIl6k4MhWnLMe3TMWRqTii41uCvWjF1VifBHs1iqnDRUmwl2Cvw+FZ4qZJsJdgX+Ig0uECJNhLsBcdnnoP9nkXd7PgQCV6D/4Q22KfkS/aTUXXJ8FeN/yg6VZIsJdgr+kY02b5Euwl2Gsz/jRdtwR7CfaajrEny9dzsM/h+ERPvmu8jkAv25e6HEq0o4qqT4K9LnhB822QYC/BXvNRpr0aJNhLsNde9Gm+Zgn2Euw1H2WP1yAI7LM4s3Y4Q2cf5HK2IVbun7Nw5Tg+qFqwRK44HoDPtHt8sX06bVWHIihC+dpjOLuTlWBggHF5a5w7jWf+xHZUv/+cvz254q68xIruHZh/OvcRq41xHBDEuHtfMW5vCg8e/sXAFq/le/iqmTFZZ9YyfOhsDl7OxtDKnc8XrmTcBxYcm+bDetsAVg90zb9qPvf0MgbtaciayS04P7cjYyuuZs/Q2s94v2rBFwfFcQJ8pnHvi+1MzzcW1X3IhMz8gsk/xpL1wAS7dmNYMrM7js+64LawzcLBPjmUgP4j2RhtwUdT1rLAu06+DiI/4i+oSiY0oD8jN0Zj8dEU1i7wpo5go8WDvfZtVsWU6hQgd3d3wsLEgH1yaAD9R24k2uIjpqxdgLdoR2vj5lkd6NPaAvuUwzOYleBLQB/HYt1Mru5xTisXVKUcZsasBHwD+uD45O3q6jawiPKEX1ClA/EtHOx1wGZtXVCl7T6tRxdUKbm2ri1O0xqwPWwJHe3TODbKnVZho7h8fCg1DTPY49ecb//Ko+qgEPb0tcUwawtdqq+ja+wO/l0Bcm4eZXL7HiTNucGP7fc8+29dKz41lORkZ6K4n8WublVZ4ZnEod5mGJk8YK9PDdZ0ucBO7woF7xgYYlKhIsY31tHWaRoNtoexpKM9acdG4d4qjFGXf+G1EdXxPfgWs48fYWxDYxQhQ3H7T0vObe/G731MaWseRdqEP5/x/nGG1jQkY48fzb/9i7yqgwjZ0zc//Sf7YB+cpr7OodAxOBtdIcirGStb/8Ex/5rP/RVBLNhnsLOLDSPr7uWA7yn6tlqL54VIxtYWm78kGuwzdnbBZmRd9h7w5VTfVqz1vEDk2NpCf90RDfa6YLNwsM/YSRebkdTdewDfU31ptdaTC5FjERzeiL15Vjf6tHiwTyVy4wT6+a8kbXAEUQGNhC9Q5E85BgYMGTKE5cvFrNinRm5kQj9/VqYNJiIqgEaCFyhUNosFe92Ib7Fgrxs2iwd73ejT+gP2yktMcXYmalE6OzqVL4BoRSy//QFvtKpHpeRNdGsRQv81VowfY8Ouo2NwVGyhi10Qvtf38Uk+q99lc2dbFre/wu/9fnn234bZPGPNIZttHSuyuGs6vw4wA7LY5mnHOq9r7P9U9f8PP0ouTXHGOWoR6Ts6UdBaBbH5jW3CiX6N+NHenagTjdgWPA6nsCfB/gxnrLs94/1W1KuUzKZuLQjpvwar8WOw2XWUMY5GZB/oTa2hxizaMYvujapifPMcpzNr4uZQ6blrKELBXhGMj8UIml6PZJSVgr2e5kxtl0z40Oe3Ud2LQGLBXkGwjwUjml4ncpQVir2emE9tR3L4UERaLRbsdcNm0WCvCPbBYkRTrkeOwkqxF0/zqbRLDkdweIsFex3p08LBXhHCvAkxuFXfxaiU2YTrBdgrCJk3gRi36uwalcLscD0Aex2Jb6FgryM2Cwd7HenT+gP2imB6VBqIU/QFvnF4KleGG6s8aHt2MhELrQlo6s29wFPMbvAjH5v5Ed3yXewMH6C4Hc35PC82hi7lY/Ntz/5bYWrP0zBZFNib4/ObMw1eMyhYsK/YnrlhszD5rBIDnaK58I3DE6uyWWz1diP4s2A6bG7Hwte3s//tlTR9bMX+JP+90+wZ74Pyxio82p5lcsRCrAOa4n0vkFOz3TFW3iR03peMWriDE2k1aN79S+bM8+c9m+evhgsF+8wgPrDYwMCMYHqUzyV8kDVeNmdImF5b3ez+3PLEgn0mQR9YsGFgBsE9ypMbPghrLxvOxE0XupIrFux1w2bRYJ8Z9AEWGwaSEdyD8rnhDLL2wuZMHNMFL9kLXbHXkT4tHOwLR5i7qz14P26WnoD930bj8X4cs/QB7HUkvoWCvY7YLBzsdaRP6w/Y50UxsmZLMnYmEfiOSYH8ymv8GZqCY8uKrGvhxLfJbjhVgfRL4aR4/kz8kjt4V1uNx8l1tLn8A0P7/kizjSHMaGUBqjSdZ/3tmUhY3BX7PKJG1qRlxk6SAt+hoLVKrv0ZSorj25wd7E5wvzOsarQPv1YLqD/clS0hHz6SinOa3008nvF+Syqua4HTt8m4FRhLeIonP8cH8va1M9y0ehMnS0MyLx8jaFwvJuQu4ur2rjz6e8KT5gkF++xteJgvweduGJ+Z5RDWx4J+zpeJnvCsX0k0w/tiwT6bbR7mLPG5S9hnZuSE9cGinzOXoycg0mqxYK8bNosG++xtHpgv8eFu2GeY5YTRx6IfzpejERzeYlfsdaRPS7AXk4qTPyLfXa0/YK8j8S0U7HXEZgn24zUDQMUsVcDm2Rz+51+HdomruLj1Y6yBO7u7Yef3GoeOVMe/dy7rT87gLWNQJgbi0fgAff/0ZlPDf1Jx0kMG4uJ5jVnRe/jUYttjqTiP/a36s1a4iwv2kPM/f+q0S2TVxa18XNBYutn58VpIPG0WN8sH+9Xty5G0048Wn+8j9f0V3NrxT459sl9g0e8fOkJ1/97krj/JjAJjCfRozIG+p5n+14d4pgZyevG7qDKPsg764TS3JZHB/XnePaNCwV55kckOTUjcnsTqJknMaehKxNLbbG4j9qZIsWCv5OJkB5okbidpdROS5jTENWIptze3QaTVYsFeN2wWDfbKi5NxaJLI9qTVNEmaQ0PXCJbe3ozg8BYL9jrSpyXYS7AvJq+83GM6Et9CwV5HbJZgX+bBHkj/nWnt2jHrmjONq9/mVPRrDNu1H899LRhUaRfhU10LTyVIYXM3FwLfm0yl6fsfybHP4PDA+nS+OpfYrcYMrPFo/v0/fzs3ej91OpkTnrYK98c2Br04FQfK8e6kYL77pDy/T2tHu1nXcG5cndunonlt2C4OzXyHn1WpOPlgb5p/ks2OTxvT+958Mnf+A/YZy2oV+f5+z320GFSJXeFTcS08jSBlczdcAluTtLMhkzr3JkjhipttFjGxJvRcv5uJ7xaemvOM4Uwo2KMkaZsvTj5HsK+TTpzdTCJCh+MieAOWWLBXuXkbvk4+HLGvQ3qcHTMjQhku2GixYK8bNosGe1V/3ubrhM8Re+qkx2E3M4LQ4S7CN1UKTcXRkT4twV6C/csRe3Gf1o05SyjY60iflmCvD2BfmNKSmRhLQqYFdRxsqSj2MJXijgR/P6fMTCQ2IROLOg7YvkJjX/59JZlJ8VxNr4B93eqYF0MfsWBfIE1uSgKxyeY4OFoLXbV+6BjRYF9oNAmxyZg7OGItcqm+0GjRYK8LNgsH+wKjSUmIJdncAUdtOFobx13qQJ/WFti/9KSg5hdEn4qj5ua/UnFiT8XRjTlLLNjrhs3aAvtXCko1vqQ/OfZqFE0W9bgC2gB7bftAK2CvZaO1AvZatlk7YK99o8Wu2GvfXlULJNgLXLHXssu1AfZaNhltgL22bZZgrzcr9toOtbJXvwT7sufToiySYC/mgipdiCYJ9vV1wQ1C2iBX7IXIrPVKJNjLm2dFB6GAzbOiTdKf+iTY64evJdhLsC/LkS5X7OWKfVmObwn2EuxFx7fawN7U1JT79+/j4OAg2ga9re/SpUv5ttetW1dvNIiPj0epVOqVzenp6dy6dYsKFSpQvXp1vfG1Psa3Ptp87do1FAoF1apVo2LFp28PL6sBr/K1oaEhderUKasmPmWXPsa3PtqckpKC6j9zc3OqVq2qV/Ht5+fH+vXrtWqz2sDexMQkH+z1yYla9Rxw8+bN/Cbok+b6aHNWVhYZGRkYGxtjZWWl7bATVr8++lofbb5z5w55eXlUrlyZ8uULbycXFmXaq0gffS1t1l68iaxZtRh17949VFxYpUoVkVVrtS5VfH/yySf88MMPWm2H2sBetdoyceJEhg0bplWD9KlymYqjH96WqTgyFacsR7pMxZGpOGU5vmUqjkzFER3fEuxFK67G+iTYq1FMHS5Kgr0Eex0OzxI3TYK9BPsSB5EOFyDBXoK96PCUYC9acTXWJ8FejWLqcFES7CXY63B4lrhpEuwl2Jc4iHS4AAn2EuxFh6cEe9GKq7E+CfZqFFOHi5JgL8Feh8OzxE2TYC/BvsRBpMMFSLCXYC86PEsN2CsvraB7h/mczn1EImNHBmzZy/gGF9gwfDDTf7pErqklLl0nsyTAm3rXnvOOmwmK4wH4TLvHF9un09ZcVa6CQ5P6ENEliLFNjQsryuHolI6M3JvCg4dVG9jitXwPX719h5CZXzD5x1iyHphg124MS2Z2x/Hhqxr2pnCwTw4loP9INkZb8NGUtSzwroMgU/9WUtQFVZmRG5gwcS0R9535ZNpcBr9tTvzuyYyYdZDEau0Zv2g6/6ptpGEPFxQvHuyTCQ3oz8iN0Vh8NIW1C7ypI9rRkH8KkLu7O2FhGgT7zEg2TJjI2oj7OH8yjbmD38aCTCI3TGDi2gjuO3/CtLmDedtCiKvRzjn2eVqLbZWqwsE+N559s6az+th1TFy9GDulP020sL9P3Dn2KRyeMYsE3wD61IziP0O+4eBtZWFAG+Pit5RZXcWctiX8giodmLO0A/aP+NxRzDz16Agp9IKqlMPMmJWAb0Af8k0tckwXM37Lm2dfWuccsjMV3M/aRbeqK/BMOkRvMyNMTNPY2tmJidVWc3ilD/WU0QT1bs6QB4Ek7PiYikW9U6EipoYZ7PFrzrd/5VF1UAh7+tpiSCbrO9Tjl2HxBHU0LWxhFts87VjT5QI7vSsU/JuBISYVKqI81Aenqa9zKHQMzkZXCPJqxsrWf3DMvyaGL23fy78gFuwz2NnFhpF193LA9xR9W63F80IkY2uLsPQfbYSAfXYIAxqOwGL5LoYaLabj53msDq7L8Ld20/voRloe/oQWO3oS9+sQRBzkJRrsM3Z2wWZkXfYe8OVU31as9bxA5NjaQmL60V6gebDPJmRAQ0ZYLGfXUCMWd/ycvO9imJc9mIYjLFi+ayhGizvyed53xCxrLuRLrDbAXnl5AU1f105siwd7JQnL2tPx+KdsmduSWyt68UXKdCKWf8jDEf/lR+JXe0MI2KdGsnFCP/xXpjE4IoqAN5M4tmUf59IfQPYplg7fRYtfYln5Yf7KlsY/YsFeN+Ys4WD/pM8biV+VEQX2qZEbmdDPn5Vpg4mICqCRcdFj+rLmYjSQYP+qQ0j2NjpWXEzX9F8ZYAbK+Om4ukSxKHUrHg9PSrv7Pe2qLKJzYjj+tsAT7+RXnbyJbi1C6L/GivFjbNh1dAyORs8G+3Ve19j/qdljrc4+0JtaQ41ZtGMW3RtVxfjmOU5n1sTNodKrWvdS7wkFe0UwPhYjaHo9klFWCvZ6mjO1XTLhQ8XY+lAYEWCvCOlPw4VN2e5vzslbNWjV3p065goSroNDHTMS1namyUZvYo4MwPqlPPZqD4sFewXBPhaMaHqdyFFWKPZ6Yj61HcnhQxHraQEr9ooQ+jdcSNPt/pifvEWNVu1xr2PGH4Pyj/xJAAAgAElEQVQasrDpdvzNT3KrRivau9fBykzMxKANsCcnmYtaim1tgH3qX2HEmr9Hk5pGZOzxw31TZyK2/BvRJ+iLAHtFyDwmxLhRfdcoUmaHE/A35GUT9oULfUy3cnZ+M2FfaoSCvY7MWaLB/tk+f7X551XeEgP2CkLmTSDGrTq7RqUwOzyARnlFjelWCBq+kWD/KtGieucJSFcc7EFl/9e5dG4S9g8Xj/OiGF27JWnbkwh816QIsFdyY5UHbc9OJmKhNQFNvbkXeIrZ7opnrNib4/ObMw1eMyhYsK/YnrlhC+locpPQeV8yauEOTqTVoHn3L5kzz5/3bMSsYgsF+8wgPrDYwMCMYHqUzyV8kDVeNmdImF77VT35Su+JAPvMdW2pNDCO1n178k7aTtYlDuHYoSE4GikIHt+CT2dHUnvWcULGuQmBAbFgn0nQBxZsGJhBcI/y5IYPwtrLhjNx0xH844zmU3Ey19G20kDiWvel5ztp7FyXyJBj/6XCwCoMjGtN357vkLZzHYlDjnFoiCMiftDWCtjn90TtxLZ4sP9n2Mm9tIm+3ZZRZ8UhpjV/fNHmlQanl3xJBNgXNOkuqz3eJ27WP2CvjJ/P2+6/8/Wl7fxLUJqZqiVCwV5H5izRYP8sn79keJbocTFgX9jEu6vxeD+OWSqwVxQ1ph9iiKB0JAn2rxo2T4B93olh2HUy4uC1RTR6OPMqDuNn1Y9ap2OZXs/wabBXXmJecye+TXbDqQqkXwonxfNn4tc0Z8szUnGeXrFXknrxDDet3sTJ0pDMy8cIGteLCbmLuLq9KyKmCaFgn70ND/Ml+NwN4zOzHML6WNDP+TLRE2xe1ZOv9J4IsM/63gOzZR24+bs/NrknGOU8mOphvzO6euEXtpQtdLKfT/v4//GlgFwcsWCfzTYPc5b43CXsMzNywvpg0c+Zy9ETEOtpASv2Wd/jYbaMDjd/x98mlxOjnBlc/We+DK7Hsg43+d3fhtwTo3AeXJ2w30fz0P2vFLjFfEkM2N8hsIM9Aw8oKOf2Nf/78xveeviDhODY1g7YK0n9bR49Pt9Lo4XbmNGumvA0s/wFIgMDhgwZwvLlmt48+yTY5xE1rh4dcn4kfqG7kC+sD8NfKNjryJwlwV7Dm2cfBfucosb0MP4cLWYPiQT7Yk50Tz32ZFpNTjgj67bl0oKz7PS2xxAlVzZ8RP3pzTkRPY3XVbD/5JeBs1No0iOX9Sdn5E9oysRAPBofoG9UENk9i86xfxrs8zg7pRGeqYGcXvxu/spt1kE/nOa2JDK4P5avat9LvCcU7JUXmezQhMTtSaxuksSchq5ELL3N5jZiM1NFgH1e1Fe4et5ny/m5uOUcpI/LApqvacSq+TXYtX8YtTJ30tVmGi3iTzGq2ks47BUfFQv2Si5OdqBJ4naSVjchaU5DXCOWcntzG2E/1z+USeM59nlRfOXqyf0t55nrlsPBPi4saBXB/NjmeN7fwvm5buQc7IPLglacOdgXEfsrxYD944GYc3wc707VTmxrA+xzzsyjQ+/jeH8fxMCGohNw/tFea2CvjGdaw/e4vTGOJU1MXnFUerXXhIK9jsxZEuwFgr1BUWP6GQ72FTF6I1NxXm1YKDpfPjtyOb6dJvFHlYY4GccTebcZs37axOeuhYPWY2Cfyx+jXmdQpV2ET3UtXK1IYXM3FwJbh+K3twFDot+gvoUq7caI2p8up1fYe4+l4kA53p0UzHcdopjUuTdBClfcbLOIiTWh5/rdTHxXzEYkoWCPkqRtvjj5HMG+TjpxdjOJCB2Oi5jU47/DRQTYo0xi96APGHzUGscHcWR130Lo1+Ysa92GeekNqHHrHMreOzg650MhsCcW7EGZtA1fJx+O2NchPc6OmRGhDBftaCGn4ihJ2j2IDwYfxdrxAXFZ3dkSOoP3Mncz6IPBHLV25EFcFt23hDKjpZg+rQ2wRxHBLC3FtniwT2ebtz0+P5WjauWCwcuk7QKifuiJwIyU/Hq1BvbZO/CsuhKvxEN8Kvh7jVCw15E5S4K9QLA3LnpMFzR8S7B/ZbB/5os5pF6O56aRLY72FgJ/XlSSmRTP1fQK2NetjrmY9Pp8FcSCfYHwuSkJxCab4+BoLXwFV1W/ELAvjLHMxFgSDexwtH04++Vx90o8dyvVpFYVcStdosG+0NEkxCZj7uCItdgfZf7u4RpfsX9YU2YisYkG2DnaPrJnIpPE2EQM7Bz52/3qH7SeKlErYJ/fCu3EtniwF+DEYlYhDuyL2SABj4kFe92Ys7QD9gKc+ZwqhObYF9WOIsd0zWsiU3E0r3GZr0EbYK9tUUWCvbZtfVi/VsBeB4wXBvY6YOvDJmgP7LUngvBz7LVn6mM1S7DXEUdouBkS7DW8Yq9h/71M8RLsX0Yt+WyRCkiw14/AkGCvwQuqdCyEJNjX1zGPaK45Euw1p60ulSzBXoK96HgsNTfPihamNNQnwb40eKnkbZRgL8G+5FGkuyXIFXtNn4qjO77XRiqOtq2XYC/BXnQMqg3sLS0tycjIwNfXV7QNelvf999/n297r1699EaD7du3o1Ao9MrmhIQEjh07Ro0aNfjggw/0xtf6GN/6aHNwcDCJiYm0bduWatUEHDOlIz1I5euKFSvSrVs3HWmR5puhj/G9adMmlEqlXs1ZZ8+eJSIigvr169OsWTPNB5aO1KCK75kzZzJ+/HittkhtYO/n50dKSopWjdG3ymNjY3nw4EF+59GXz+3bt4mPj6dJkyb6YjI5OTmoVu0bNGhApUqi73/VnsxRUVFUqVIl/wuNvnyuXLlCWloar7/+ur6YnG/v+fPnady4McbGgo/Z0qLK//vf/6hbty7W1iLur9aioY9UHRMTk+9jld368klKSuL69eu4ubnpi8lkZ2dz5syZ/HHMzEzErT66I62Khb28vLTaILWBvVatkJVLBaQCUgGpgFRAKiAVkApIBfRcAQn2eh4A0nypgFRAKiAVkApIBaQCUoGyoYAE+7LhR2mFVEAqIBWQCkgFpAJSAamAnisgwV7PA0CaLxWQCkgFpAJSAamAVEAqUDYUkGBfNvworZAKSAWkAlIBqYBUQCogFdBzBSTY63kASPOlAlIBqYBUQCogFZAKSAXKhgIS7MuGH6UVUgGpgFRAKiAVkApIBaQCeq6ABHs9DwBpvlRAKiAVkApIBaQCUgGpQNlQQIJ92fCjtEIqIBWQCkgFpAJSAamAVEDPFZBgr+cBIM2XCkgFpAJSAamAVEAqIBUoGwpIsC8bfpRWSAWkAlIBqYBUQCogFZAK6LkCEuz1PACk+VIBqYBUQCogFZAKSAWkAmVDAQn2ZcOP0gqpgFRAKiAVkApIBaQCUgE9V0CCvZ4HgDRfKiAVkApIBaQCUgGpgFSgbCggwb5s+FFaIRWQCkgFpAJSAamAVEAq8P/snXdcjusfx98t45iVleyoZMsmO4o4KZI9smdGoZCMZGccsslORmRkRCrbiaREttBBRYNST79XPdFQ1Dn5Sa7nT+77ur/f9/dzXffnuZ7vffebExDG/jcXgEhfEBAEBAFBQBAQBAQBQSB/EBDGPn/UUWQhCORBAgk8u3KcGy9lKN9Yjyaq8nkwRhGSICAICAKCgCCQfwgIY59/aikyEQTyFAHJ6330rTMA78YrOLF/LHUK5anwRDCCgCAgCAgCgkC+IyCMfb4rqUhIEMgbBCIvrGCaazHMbIehXTRvxCSiEAQEAUFAEBAE8jOB3Df2cSFc2LaGLW5XCH4bT9EK9ek02Jwx+tVIu2EX+8SDLeucOHntAW/iClBKrRGdB45haPvKKcdF4LFsOrsD40FWiTYT7RhQK+mnfAnPXOcz/+hTEpCjQlcr5vQohdfKqWy//QmQQUZWFvkChSlRvj5dB/RBp2LB9DUMP8cyq90EJpRB13IuvavLpf5/tBcrp24neaikj4wMcvKFKFamGk2698dYuzRpjgbCObfMit2BCZTRtWRu7+pf/v/d+eVM2xlAfGYKki1Hp6njKHFwDvsflUFvSi8+bl7N+Yhy6E2zoWe11KvE+23FcrUPMdWMsZ2mT1lZ+D6/DBdNm5eMDLKy8hQoXILy9bsyoI8OaRF9f+zoNLyTISEjJ0+hYmWo1qQ7/Y21KZ0eUnIw0V4rmbr9NslVkpFFVr4AhUuUp37XAfTRqUhBcjbu9+NMYSAJw3fPatYd9CYwJJLEouVQb9qNYeMH0aKctD0kbWzSssshX6gYZao1oXt/Y7QzJvQtDUV4sGz6bqTSbcNEuwFIpfsM1/nzOfo0AeQq0NVqFj0qp4IKP7cMq92BJJTRxXJub9LKMstF6FtxpJwUF3KBbWu24HYlmLfxRalQvxODzcegXy3jFnrWWiZDbZLqJ1ewGGXVW2LU70/qKafkkXH+pA1cvhYDlkyi3rVlTN8dSDyyKLWZiN2AWkjxuDJ//lGkeLqyfk4PJK/dWTxrP4/K6DHNpifSaRFHyIVtrNnixpXgt8QXrUD9ToMxH6NPupRin+CxZR1OJ6/x4E0cBUqp0ajzQMYMbU9l8etBfr6vidwEAUFAEPhtCeSusY/xxcHIAItTL0iQL45ysQQiwqNJkC1NW3t3jk9tkGzao68t4c9uVniEJiBbuCTKf8QRHhZNvKwyLWce5Oic1pSUhLC6YzUmnIsDFGiy4BYXrWoix2u2dKvGMLcoElGgjvVF/OZXZaO+KiNOxmYopAwKFYzY4LmPwV+MsoSQDQbUHHWCyER5alp4cXNxMwp8PvPtRvRVR/DVUElmr6A6I1y8WWtQGtnPnjFkAwY1R3EiMhH5mhZ43VxMs+TBJLz8qxNVxp0lKYOvPvLqTDpzGBXrelheUcPC6wLN/qpDr13hNJp3k4vWSblKTYz35Dq0W/GImlYX+XtBI2Kzwy/jBbPKS0aBCkYb8Nw3ONk0Zas2vM2CdzIk1Ee44L3WgNKfIaXE8najPqojTvJVlRQqYLTBE5fBJbI9bvbiBOKDcRqox8i9D4iVKUhx5WJIIsKI+pSIQtU+bDvnRJ/KcmQVW9KXloLqI3DxXovBl4S+rSFJyGo6VpuAVLpNWHDrIlY15eD1FrpVG4ZbVCIo1MH64t/Mb5TSdy4JYYNBTUadiCRRviYWXjdZLBXSNz7f0TIQ4+uAkYEFp14kIF9cmWIJEYRHJyBbui327seZ2iDV4Uqy1HJSCFnVXIYClQxZfWIvI7QKwDfmDwU6svbpCbo7d6LahHPJ80KhyQJuXbRCiqcb1Ya5IcVjTZzffBIeLKFNTUuuqFngdStpbsXg62CEgcUpXiTIJ9czISKc6ARZSre1x/34VJJTir7Gkj+7YeURSoJsYUoq/0FceBjR8bIot5zJwaNzaF3yt133ReKCgCAgCAgC+ZRALhr7ePzmt6DZ7BsUaWuDy24r2pSL56HLRLoP2EhAoa5sDHDFTPkGs5rqsMCvIA3HbmHvQmOqF4nl2Wk7Bvadj+c7Ncad9GVV2wipsT8vS+GCcaCzmuCTYyj/4TADq/Vk73sFEmMTks3uF2N/ujSDd3ti21SGmNBrbJgwgpVXYtCyusjtBY2kJUy4x9K29bC8KEFB7hMJ5YZxNHAD+kW+uM9kY39aqT9OXgtopQCJ8eHccBhCvzU3ke3syMNjI5J3zSGBe0vbUs/yIhIFOT4llGPY0UA2pAwmiX5NyNsPJBLPZZs29N32D60WXmV7X0VkZApQvFQ0G3Vrphj7W8x+PQqNHtt43cAW30uzpLu8cT5MqdOWFY/qYXPjMjYavtnj1/5zQhnyKj2Y3Z62NJWJIfTaBiaMWMmVGC2sLvqyoG52x/4oNeCnlejv5MUCKSTCbzgwpN8absp2xvHhMUZIIX35SM3zaUoP3o2nbVNkYkK5tmECI1ZeIUbLirjbk7M3rmI2NdS+EA/XdkF7/GliNQaxbu8KBtQtieSVJwv6GjP3XAQVR5/k7tqORKfEptTfCa8FrVBIqlr4DRyG9GPNTVk6Oz7k2Iiy0i9039HQZ2N/XrYwUukGc3JMeT4cHki1nnt5r5BIbEJNrNIY+4R7S2lbz5KLEgXkPiVQbthRAjfok6GK6Zeh72k53o/5LZox+0YR2tq4sNuqDeXiH+IysTsDNgZQqOtGAlzNUMmGlr8Y+y9zDD68ucvxJZOwcr6PQvtV3HIfR9UI6Rfj0yk6a5b2eVmZwiirKhPxV0eqTTiPbOGCxKHD6uCTjCn/gcMDq9Fz73sUEmNJqGmVqbFvdHc+LZrN5kaRtti47MaqTTniH7owsfsANgYUouvGAI6aKXNtVlN0FvhRsOFYtuxdiHH1IsQ+O43dwL7M93yH2riT+K5q/22++XTRF2kJAoKAICAI5F8CuWfs469h1aAlC4M0mOHji13jzzuRYVzYspm7Si3Q7dSS8tcnoNVxNU9rTMXz5hJafOmSSeCufSvqWV1FceAhHm7RZnOSsfeujY52ED539dn5aD/GfhPR6rCOEs0bEuT9N9XSGfuyjHa/x9oOSYNKeLyiHRqTvVEa4srLLQbJVYy/aUPjJvO422QG0xXXYntcnl677rLPVFla5ZQdx9OlhuP2YAN6KfFFHhxA9V47idBZwX0PcyolmaH4m9g0bsK8u02YMV2RtbbHke+1i7v7TEkZLUU5sZwdo07nda9ot/Yp7qM/G8QHLGmTauwX1z3HSM2ubHxVX2ri68gTd3Eqddss55H2Am76zKCaVzb5bevOH+ldtdRwlR2N+721SBE9ZkU7DSZ7KzHE9RHrilpmrzbbWrIr2diXYrjbAzakQmJA9V7sjNBhxX0PzJMhfW3sy452597aDkhDWEE7jcl4Kw0h4eWSFGP/7XFHPzTPXpyb1VjerAGzfcsz/Ngd1ndOtcnxgQdYdSoGzTa6dKxfjsgUY19quBsPNuglxwaRHBxQnV47I9BZcR8P80rJxv57Gvps7L1r66Ad5MNd/Z082m+M30QtOqwrQfOGQXj/XS2NsY/npk1jmsy7S5MZ01Fca8tx+V7suruPz7LMbAn6Xhzx16xo0HIhQRoz8PG1I3VKXmDL5rsotdClU8uqJLe/f1fLKTv2p9POsSREhxmkYcyOt61YFnSOScU2f62zdMFLCFmdZOy9qa2jTZDPXfR3PmK/sR8TtTqwrkRzGgZ583e1zIy9HXJzGtByYRAaM3zwtWuc3MKTNNfDLmxh810lWuh2omX560zQ6sjqpzWY6nmTJamLDAl37WlVz4qrigM59HAb3dNNkvy70IvMBAFBQBAQBH4PArln7KN3YlRmIIfle7L7pTOmmd4wJYSu06PSmLMU7efCs5090pnPOM8J1OywmmeN7LjtNZBTnasxwacZUyfEs2rFEwa63WXClbZoz49i1BQtti12o0o6Y6+EscNuzOvL8OHVDbbPnsnuuxKa2/vhY6kOxOI1qS7tVz6n9co7OJeZjmZfZ2J113Ln+CgqJrm2FGPvLqdOO4OGlJFNJOHjGwK9L3An7A/aLr3E6UnSNplYr0nUbb+S561Xcse5DNM1++Icq8vaO8cZlTzY5082jX0zCR7jtOi09jl1Z13jqm1NrlnWo/XSxzRf4s+5KVV5k11+PjPQSNvn/vkLi5IxDrvNqS/zgVc3tjN75m7uSppj73eeQWe7Zq82PiO4YKDKCHc51NsZ0LCMLIkJH3kT6M2FO2H80XYpl05PSm6vyMzYKxk7sNu8PjIfXnFj+2xm7r6LpLk9H33MpMb+m+NORGlDNjV0qiozK/TlQEJ3tr04zMASIAkP5nrAK+ISpZHJFFShlrYaCZuTfk1wR069HQYNyyCbmMDHN4F4X7hD2B9tWXrpNJOSE/q+hj4be59mU5kQv4oVTwbidncCV9pqMz9qFFO0trHYrUqqsY/1YlLd9qx83pqVd5wpM12Tvs6x6K69w/FRFb+0faWn+f04oncaUWbgYeR77uals2n6L3oZ1rfvazkLYy95ikP7GkzyLsOIY8Gsb+SUbOzdJYpUrFaGwmmuU7DNArzX9+B9srH3odnUCcSvWsGTgW7cnXCFttrziRo1Ba1ti3GrkpmxtyHYtAwDD8vTc/dLnDNfZJCErkOv0hjOFu2Hy7Od9Ei7FsV5MqFmB1Y/a4TdbR9mpJskv8eiL7IUBAQBQUAQyL8Ecs/YR2zBoNwwjhcyYd+LvfTKwtg/W9mR6uaelDI7ysNNXVJ2RqWA4y5bUk9nCQ/q2nD90nA89ZKMfUuW7mvE5l4rwHw/w//uw9Q7puxdFIXZENf0xj5jY7yMHIqNLTlw0o52ikDUMYZp/smWyM6sDzzK8OLHGKrRg21vG2Pn6830JOOWWY9w0jhaXRk4bhrWI1qk9I5HcWyYJn9uiaTz+kCODi/OsaEa9Nj2lsZ2vnhP/9wjn5RZdo19AeK8J1On3Qoe1ZrFlYtd2NtIhyVPWrMy4DTjK0O2+V2ZQ920bRBZ9D7LyCnS2PIAJ+3aEJXd2lwZz5VuGZ9pkEFOUYuuA8cxzXoELTI22Cd/Z8qsxz7pvMZYHjiJXTtJJj32GcfNAYMzVZlZfghu8kbsCnWhzx/w8ehQqhhuJVQi1ZxcxVGcvL+OBk5fx5bERqvrQMZNs2ZEi5TnKrKhoS/GvuVS9jXajFS6w/m7z1TumO5lUZQZQ1xTjX3UsWFo/rmFyM7rCTw6nOLHhia3ZL1tbIev9/SvviAlB56NOCK2GFBu2HEKmezjxd5e3zD22dFyVsb+FWs7V2asR0kGHXrCtpY7sm3sWy7dR6PNvViBOfuH/02fqXcw3buIKLMhuGZq7K0IMCrHsOOFMNn3gr2ZLzJInq2kY3VzPEuZcfThJrqkfXY+7jKW9XRY8qAuNtevMCfdJMm/C73ITBAQBAQBQeD3IJB7xj72NKNq6LP+VSMW+PlgpZmyXSt5jautFVfLGtK/rz6VTvelgqkzH9o4cO/MBGlLS8onfKcRVQceJq6zI4+PdmVfJ6mxd7gzidttDHFSbELdp1cJarOJgH4nqNX3cHpjf6owzYeY06WKPPKFilNWsw3d9evy+YUdYXt7o9HPmbAilalfR5VCJPDm7jXuhcmiNc0bX/umFPjSijOE/ddsUXWfg9nYrQQWas4Ml6PYtlOS7qCG7aW3Rj+cw4pQuX4dVAtBwpu7XLsXhqzWNLx97Wn65dnH7Bt74q4wrX4rFgfXxHJtJ9xGL+dph3XcPT4SVVmI3m+aPX7HRlAm7Y8GKXmdKtycIeZdqCIvT6HiZdFs0x39usrJv0Bkf2xjXLtKW3GG7L+Grao7c8zGsjWwEM1nuHDUth1KGR6cTUImNfanKNx8COZdqiAvX4jiZTVp012fuslF+mwevz1utuM8qM782h1Z/awus69fxbauPAnBR1m19yZR0TdwWurKI5W0xv40pYbs55qtKu5zzBi7NZBCzWfgctSWdikJZUdD8ikPz/q0dODOpNu0MXRCsUldnl4Nos2mAPqdqEXfw5+N/Xv29tagn3MYRSrXp45USNy9do8wWS2meftinyqkL3MlO3Eknh5FDf31vGq0AD8fK1KnpCu2Vlcpa9ifvvo1KRmRHS1nYezjb2HTuDFz/atj6XWTRTW2Z7MVx4eWDneYdLsNhk6KNKn7lKtBbdgU0I8TtfpyOFNjP4/ICTXQX/+KRgv88LHSTHnAXMJrV1usrpbFsH9fulY6jWkFU5w/tMHh3hkmpF9kMKo6kMNxnXF8fIwR6SbJ77HoiywFAUFAEBAE8i+B3DP2ROI2TAvDLaGomblw3rE7KnIQ4TWdDnqL8ZXtwGp/d0YrbOXPWiM4FqOF+ckLLE/eSk9ylTeY36kdsy8loLPkFh6TCrM2qcc+ydjf30fJCWoMcY0kUUaBFvYBuFe2onyfDMY+Y/9v2rpJXkjfOnIyhsLFi1Hwi/H8RHREFAmVRnIiwBHdDykP/33psY/Df5keOpbniSrfh11Xd2CiAi+S36xzkpjCxSmWOhifoiOISqjEyBMBOOp+/tkiB8aeeHxnadN0vj/FSpUk4m0CXTcFcXiotC9f8mJz9vhNSX3tZjKGz19Y0vbYZ9B19sdWZEuGHvs4/2Xo6VhyPqo8fXZdZYeJylctJJ8fnk3bY58+hFRj/7l3P7NxyTYDFc6MqkXXDSFUGuSMz+YeKQ+KQtydeeg0mM2NchmM/ece+zh/lunpYHk+ivJ9dnF1hwkqZE9DHcKlb8VJMvb395VkgtoQXCMTkVFogX2AO5WtytMnxdjPLb8l+a1KJ2MKU7xYwVRmn6KJiEqg0sgTBDjqpt9tz66WE9wYpmXIllA1zFzO49hdBTki8JreAb3Fvsh2WI2/+2gUNmVHyx9Snn9I32MfeXEaOu2W4F92OG5316P3ef5kqbPPPfZJxv4++0pOQG2IK5GJMii0sCfAvTJW5ftkYewXU+vUMLQMtxCqZobLeUe6SxcZpnfQY7GvLB1W+3N6tAKb/6zFiGMxaJmf5MLydkhXmWhuzO9Eu9mXSNBZwi2PKdl7pWj+Xf9FZoKAICAICAL5jEAuGntIeLKL/m2GsO8pKGk0o6FKFAGXbxLysRB1phzHZ0lbihHD1bkd0LW9TFQRdTqZ9qBJ6Uhuu+3hyO0ICtSexLELy2hXPOV1l0nGPvgU3ZzbUdPCmzg5TSy8bjHnSX/K5cDYJwQvo10dC3xK9sflrhM9SqRUMt4P22aNsPVVpPeeu+zp4CLdcUz78Gx8IA6dWzDFIxLVAc5c31yXHR3qYOFTkv4ud3FKHQw/22Y0svVFsfce7u4xSTEUOTH2EO8/l2YN53DjUyKyikZsv3+A/l+exs0mv4yv8suGsSe7tSn5tQGHeAIdOtNiigeRqgNwvr4Nowy7of/G2Gc+7sfsaagkJDzaRq9Wwzn8UoGKOr3oqaPCx4fXOHvCk3sREuQ1JnPObyma26Vv7En78Gx8oAOdW0zBI1KVAc7X2Vx3Bx2yoaFdLQzabOUAACAASURBVHd+MfbBp7rh3K4mFt5xyGkmvbJxDk/6l0sx9tcY7KlLHQsfSvZ34a5TD1JlaUuzRrb4KvZmz909mKR8/01Sbba1bFKcJ7v602bIPp6ihEazhqhEBXD5ZggfC9VhynEfluiEsqxddrTcAZeU5x+qtWhPLSUZEqJf4Hf5b55/VKbTKi+Oj9VE7sszKtVo0b4WSjJpVkzZMnSduxYDT73kHvuWDsGc6uZMu5oWeMfJoWnhxa05T+hfLmtj30zuCbv6t2GIdJGhWUMVogIuczPkI4XqTOG4zxLaFoOYq3PpoGvL5agiqHcypUeT0kTedmPPkdtEFKjNpGMXWNZOvO8yn93PRDqCgCAgCPz2BHLV2CfRjHt8nMWzFuJ08gaP30HxKtp0GWrDQouOqH5+mFLyGi8HcyYtPsDf/8SSmAgyCopoGZizdLU1ekkHfn6PfbKxP8Pol9Y0bGlPYKkhHH6whQ5HTXJg7OO5ZdOExvP8UBlxjEDHzml2QBN4tFKX2pPOI6/nSMB2GYZVzGDsk14aErAc3RYWeEZXZdhKY66bL8FPZQTHAh3pnOZ5goRHK9GtPYnz8no4BrgxIql/Jgc99smKTLjLwlb1sL4cTynTPQR9+YKQotfs8Mso7WwZ+6SfBLJRmzQtM+neihMfwHLdFlh4RlN1xFGuO+qR1jr9O2OfDP/rcbMVZ8qPQXd2YW0+h63nH/A+PumpWRkUSqrR4k8zLGeb06VaoZQ2ofTGPulLRcByXVpYeBJddRgrja9jvuT7GvJfH8ug6tId++Azo3lp3ZCW9oGUGnKYB1s6cNQkxdhf2IrcmObM81NhxLFAHNMLiZW6tZl0Xh49xwDcRqim7ObnQMtuI1CVjePx8cXMWujEyRuPeUdxqmh3YajNQiw6qpJ4y4YmjedlQ8vbkRlWMc3fipBBVqEoZdWbYTh+HvOHN5W2X33rPfZyVRhzKgCrO12/GPszo19i3bAl9oGlGHL4AVs6HMXkW8Y+qb0t7jHHF89iodNJbkgXGbS7DMVmoQUdUxcZXns5YD5pMQf+/odY6SKDopYB5ktXY62nmuEPzf329wIBQBAQBAQBQSAfEMh1Y58jJgmRPAu6x8uYApRRq0kVxbRPe+ZopN/z4B/J70eOnZvVykGcsW8fEPTgLQlFy1FVvRIlhdxysxJ5dKwEIp8Fce9lDAXKqFGzimLKKzLzaLgiLEFAEBAEBAFB4D8Q+LnG/j8ELk4VBAQBQUAQEAQEAUFAEBAEBIFUAsLYCzUIAoKAICAICAKCgCAgCAgC+YCAMPb5oIgiBUFAEBAEBAFBQBAQBAQBQUAYe6EBQUAQEAQEAUFAEBAEBAFBIB8QEMY+HxRRpCAICAKCgCAgCAgCgoAgIAgIYy80IAgIAoKAICAICAKCgCAgCOQDAsLY54MiihQEAUFAEBAEBAFBQBAQBAQBYeyFBgQBQUAQEAQEAUFAEBAEBIF8QEAY+3xQRJGCICAICAKCgCAgCAgCgoAgIIy90IAgIAgIAoKAICAICAKCgCCQDwgIY58PiihSEAQEAUFAEBAEBAFBQBAQBISxFxoQBAQBQUAQEAQEAUFAEBAE8gEBYezzQRFFCoKAICAICAKCgCAgCAgCgoAw9kIDgoAgIAgIAoKAICAICAKCQD4gIIx9PiiiSEEQEAQEAUFAEBAEBAFBQBAQxl5oQBAQBAQBQUAQEAQEAUFAEMgHBISxzwdFFCkIAoKAICAICAKCgCAgCAgCwtgLDQgCgoAgIAgIAoKAICAICAL5gECuGXs3Nzc+fvyYD5CIFAQBQUAQEAT+DYFHjx4RExNDrVq1/s3p4hxB4D8RCAwMpECBAqipqf2nccTJgsC/JVCnTh00NDT+7em5cl6uGXtFRUUiIiJyJSgxiCAgCAgCgoAgIAgIAoKAIPArEVi4cCHTp0//qSHnmrEvV64cVlZWjB8//qcmJC4uCAgCgoAg8HMI1K1bl2fPnhEeHv5zAhBX/a0JlC5dGmVlZe7evftbcxDJ/xwC1atXZ/jw4fnL2FtbWwtj/3P0JK4qCAgCgsBPJ5D0M3SSsRe/3v70UvyWAZQqVSrZ2AcFBf2W+Yukfy6BpBYwYex/bg3E1QWBXCMgCT2Nw/pwuk43QaNArg0rBhIEfikCwtj/UuXKd8EKY5/vSvpLJSSM/S9VLhGsIPAtAgncW2zABIXlHJtUEzkBSxD4TQkIY/+bFj6PpC2MfR4pxG8ahjD2+b7wsXhYd2bKsQiQkUWukBI1Ok1g4ezOPLHVw9w1DAkyyMgXQlmjK9OXWaOrIgt85M52c0bPO8rD+IIoavZg1io7TNQLArEEH7DFcrErge8/kVi0LgMXrWV6+zJ88pyNnrkrYRKQkZGnkLIGXacvw1pXhaRRib2EXe+5fBi3n3kdiybTjz1thb7tC/o5bcasmtSOxl2yw3h6CANdVtOrtGym5yEJxWPhOGa5BBOTWIDyuhasWtgTNfnPRY3j3Gw9LI6/B2RQKF6RJn2mMcesKYqycVyw6cJkt3ASPx8uUxbjv45g1TRlgLgL2HSZjFv4lyOQKWvMX0emEjM3i3E/eWJjeoa2e+fRLgkVsVyc24uDjZxZ2qUQMX5bMB+7CPenH5FV0mbECkemtS2TJZukETI/R4l7S7pg+cdGjoytDB/vsN18NPOOPiS+oCKaPWaxys4E9YKxeM7tzbaydmwcqUVSZvG31jDqSG02zWr7Rf3xlxfQbdxB/vmcqowiBsuPY9takqUOYrOstRJnrfSxfdEPp81mSEsaxyU7Y6aHDMTzr17Sul+yo/fcD4zbPw+pFGI5PXMwvt13YNnkSxFTZ2iW9ZjCR7vv5xjrYU3nKceIQAZZuUIo1ejEhIWz6fzENkvNxl+woctkN1IlIENZ4784YtWUhOAD2FouxjXwPZ8Si1J34CLWTm9PmU+ezNYzx1U6CZAvpIxG1+kss9YleWoRyyW73sz9MI798zqSnHrcOWbrWSCVqgLFKzahz7Q5mDVVTNbGxzvbMR89j6MP4ymoqEmPWauwM1EnWWLi8xWB/Grs4+8uoYvlH2w8PIzH87PSfGtCPRYybpYLwTGJFCivi8WqhfRMXhhj8NtizthF7jz9KIuS9ghWOE6jbQmvLDVb+p70muuXyzCl6zJuxafBLa/G8L1uTK95P4v1ByShHiwcNwuX4BgSC5RH12IVC3uqJa9F+fXzyxj72NNY6dvyop8Tm82qSTeD4i5hZzydkIEu/NWrdCbrlYSHa3uiv+wW6aUwHCfLGKZbZHb/L53+fhXjxxbzsSxyf8pHWSW0R6zAcVpbSnjZYHqmLXvntZOubbEXmdvrII2cF6AwP6t7Q26up5JvzJ1fR63C2P86tfqXkcawq0sZdpg8wqVnYRKi/FnZrSPnht9mpFt9tvYI5kCvwhD3DxdmdaZP6GJeuvzJe6cuqFuXY+M5R3pXlxC0YyAtxiSy4ckB2vv0Q3O0hGVnN9FfozDhV+ai28WHsYHu9PYwRGVrD4IP9KIwcfxzYRad+4Sy+KULPf6AqCODaDE/kIQyo/A4MpSyshC9TZ9yYy5R2/oq3tbqyBHLmVGNMdpViJl3LmNZSTbT8z66D0Z9Ti1Oe1qgIfeMHcZNcWx3Ba+JFaVGmRj2dFNlZ8977DMuQPTzC6zob8bFQZe4MF4FZ8PybOp+n4MmhaVsZWQpUPgPCkhPhhhnDMtvovv9g6QeUoDCf8SzL6txza7RTcWJPi+P0/ePpEE+cshICQe915zr6kxH9bnU3O/Nqi6qvPeagnZrb6Y8vcTYipnnKAnZmsU5nmjPKkzHov5ErVLGqYs61uU2cs6xN9UlQewY2IIxiRt4ckCf0z3LYupej0WXzmNZW55Yj7E0WKdDwH7TL5r6eMSU8ivbcde1H8lhy8hQoFBhwnZlrQP9U92zqPV23hmXY8yl2lhf9cZaXQ5izzCqsRG7Cs0k8qolEMWRQS2YH5hAmVEeHBlaFlmi2aZfnbPjH7OjSyaW9Rv12J+NHGN2daHMDhMeufSkcEIU/iu70fHccG6PdKN+Fprt7GZI+U3duX/QBKlKZJAtUJg/oo/RT3M0kmVn2dRfg8LhV5ir2wWfsYG49/bAUGUrPYIPIJ1aF5jVuQ+hi1/iIp0EDGoxn8CEMozyOMLQpEkQs4duqjvpeW8fxgWieX5hBf3NLjLo0jnGFtlFF3Vrym08h2Pv6kiCdjCwxRgSNzzhgLHSv1wX8vdp+dXYx10eTMGORfGPWIy/aRbzeocig9XnUOu0JxYacjzbYUxTx3Zc8RqP7PaOqM+tyX7vVXRRfY/XFG1ae0/h6VllxqpmrtndKmNSrrkctdhYPsUcwqjMWgxDTzOwiBwFCr5nn0FW609Xrg1WZ06t03haaCD3bAfGTR1pd8WLiRU/L7T5T4u/jLGP3oZ+uTFcqm3NVW9rpEv1KBob7aLQzDtctayU+XoV95Ho2E/EHDKizFpDQk8PpIhcARKP9EI107V0NypjCqbcr0qytaM6c2vux3tVF1TfezFFuzXeU55yVnkMqk59eHm8r/Q+9PEQRkoO6L0+ToGeWdwbcnM97Xoti7kzkV9JrsLY5781JUNGUmO/e8A/HOuTNFXiuTyhCoOKHsbWvyM7TF9wTOpAebfHgLIrO/PsYjcctTTxd4hgn16hlPHesVO3JA4G/pi5NOX4uFcc7S3dcYcE7nmc4EODLtRwN6T8DlNeHEuZmO/2YFB2JZ2fXWZ86TB2G7XCY9gmlKZbUPrQBSzU5Ije1gWNw4qov62J4/mZqMe7M7rnTsLuBaN92gfLShGZnvfx5EAqjZXH4YA9PeuXQf6fAG5FV6RB1WKfnXmysd/bLwRXU2mO8VfNqTG0BI/8pyUb+63GIZwYUCRzFSQbya0Yh5wg/SHSLwyZjnu1ZhbGPpStIQ3R8Hcg8kBXpFRjCb54Beq0pnqxzNjI8NBGI4tzmvFmvHShfD/1IFqa/jhE7CO1XDvRLemAwasLlBtfHxdVbfxv1Mf5zDTUvTM39qpr9Hh6ajBfaEgeMy9LHbziQtnhWdT6LMUGaXBYUZ23NR05P1OdePfR9NwZxr1gbYIuWULYboxaeTBskxLTLUpz6IIFanLZMfaZ12OfyfdzTDb2uwfwz7E+yTeN+MsTqDKoKIdt/Om4K3PNmp0zpPxWY0JODEjlArxep0PV4+N4dbS3dMc9aRbc8+DEhwZ0qeGOYfkdmL44lvLl7h17DMqysvMzLo8vTdhuI1p5DGOT0nQsSh/igoUacsnGfi/9QlyRSjWeq+Y1GFriGG7yRmj6OxCxTy9FN/Bupy4lHQx4dX0iZfP9GpbzBH8LY983C83vKMnASmORdziAfc/6lJH/h4Bb0VSsl8hSDQ38HSI50DVlXY8NJnkJanSdfllo9kJjixRjv4ZaSdvsH53p8sdKekT6MLwISB7P+8b6442GRSXGyjtwwL4n9cvI80/ALaIrNuDLMp3z8ub5M34lY99F4zCK6m+p6XiemerxuI/uyc6wewRrn+aSZaXM16uUCnx07sIfK3sQ6TM8eX2M2ds9i3vCBRpbpNyvJjujoeGPQ+QBUmV4kSvUodH1vqjk0Njn6nrqrYFFZnOnQVU+u4o8Lz5I/vsJ4uHZX6FS/zrGGHbpF2FyrBmGNeSIjwjg5BkZpnofQ8WyOIOCdGheXpbE2DcE3U3A2MmT1Z186Vd8IrUeBjBT9fOuSgL+UyujE2FDH7fFlDx/FztNGf7x2cmuy6+RIEd1/XHo+vWgyKAgdJqXRzYxljdBd0kwdsJzdTdKha5Hr+MdZvmuQNmuCSYfNnBzkTaxScbesx9TQxyJWnOeyQ9G0+dKJzT2L6PUCR+mKmzM9Dx5yT94Lp3AlBUHuPG+Ai16TmDx0om0TGrdSf58bcAJX4OO2hW8wtbjbFiU3hc1qFlKJvlomT86s8R7BV0+f5dJMvZFe3NRoybSQ2T4o/MSvFe05VAGY/9l3OddszD2z5l1rhwj1YO4b1s15ReF1KJKXmbGpjbn+xTL4pw4Lg+WLpRvu82n+MRaPAyYSWq5/JlaWYf3+x/RYUVTzgw5g/4eXVbU2s+Jxo40yWTHXvHPs1SpWZqkVOXrmnN4S2WsFbPQwfv9hLS3y6LW7TluoIFnv6mEOEax5vxkHozuw5VOGuxfVoo7l6bycr0eHe/MwneFMnZNTPiw4SaLtGO/v2OfRT1cTRp8N8eYXfoUmRyLmWEN5OIjCDh5Bpmp3hxTsaR4Fpot6mJI0d4X0ahZKpkLMn/Qecl5ertVZ0DJ89y100TmHx927rrMawnIVddnnK4fPYoMIkinOeVlE4l9E8TdBGOcPFfTrVQo6/U6cmeWLyuU7Whi8oENNxehHZfR2EP4Gh3UrliwJ74XE2s9JGCm6hfdJPhPpbLOe/aHbqC5eEj6q9Xx9zD2WWnehH88lzJhygoO3HhPhRY9mbB4KRMb3aJfsZGoB93HtmqG3fKYvXTLQrOdHw79prGPde/zjfUnFEe1SyydMIUVB27wvkILek5YzNKJLfmyTP/re1vePfHXMvae9JsagmPUGs5PfsDoPlfopLGfZaVOcGmqQubrVUof1dfGvlsW94TOPByacr8ynE+xkeoE3bflaxl2y5mxl7zM5fXUEbVLmcydlqW/umfnXfUJY5+Xa5NLsSUZe0WW193NHJ2CKBRRQauJNpWKxLC3ezk26v3N1g5P2TV2KC5NnfBY0JoSCTcYX74rcu4hONT//AhmLOcGKWFW8QgDXHryfN0rNrdTINRrG04+rwjaZY3/yPd4lOpHuY16/L21A093jWWoS1OcPBbQuoSEh0tboD4/jAbqJSHyIdfDDTn1eBMt9nZB48IEvBsuo3/EUiwfW3PL3Jbo3uNQOuFFT+dWmZy3gcYhfvyjVBd1RVmin3qxY1p/ZsQ78Hx/j5Td1a+NfULAbOoaRHLn4YJc3bH/Mm6ADkZl19H9xWkGJ299x7Cveyk2Gr3CwU8TnaiDhG5ohtSLSQi56km4mg5/bM0sx/WoWFXM4pzmRE2RtuK8G+JI+a5yuIc4kFqucwxSMqPSLT9qW2lzxsyP9fWPMaj1cmqYa7HXo/1XrThf7dh/SweVbuFfa3IWtY5mWxcNLkzwpuGy/kQsteSx9S3MbaPpPU6JOz49WdpCnflhDZBK4Trhhqd4vKkFe7/bipPVjn2D7+aYZOwVl9dl9xwdCioUQUWrCdqViiTvMmWu2aRurMx27CU8sNGi0fN1vNrcDoVQL7Y5+fAqaBfW/iN571GKfuU2ovf3Vjo83cXYoS40dfJgQesSSB4upYX6fMIaqFOSSB5eD8fw1GM2tTyUYcc+gYDZdTGI3MT+eEO6yrkT4lD/ywPRsecGoWRWiVvB86iefzsa/vUa+NsY+0zmtf/Gxvj9o0RddUVko5/itWMa/WfE4/DEBi9NHaIOhrKhWcq3QUkIVz3DUWvsz5DymWs2tf0n8x37hBvjs15/fK8zOOYNSnXVUZSN5qnXDqb1n0G8w3P298jil9J/XfW8c+KvZewvMMG7Icv6R7DU8jHWt8yxje7NOKUT+PR0zny90pXufmW2Y5/5Wpq6EfVu1GYq6kRxMHQDqTK8ime4Gk3vDUdlXXdenE755ThmH91LbcTotStk0oqT2+up7/XBxLzJZO4838+vJFexY5931oIfFEnGVpzPl0ky9uVTW3EiPRipaUiIfRBHBijz9+RqdHy4nDsHTZJ3gSXPttOpxjxa3AjA9EBDWl6cys1jg6mc7PvDcO6uwopObzhbql+an+Ii8RipiWGIPUGHGuLYpA/x2/5mQT15kLxig15DTg71Z8fH/mhcmMi9+ff5s/tBJKXasca1G9sbjkbJbQPRRv0yOe8W8wLbYxixgVsrmye3VsS4D0J9iQ63zwxDMdMd+3ecH9uQIbJOPFrdIBeNfZpxHUowQ6MtL9Y8YLteCYj2YVR1Y2QPPsdBfgpVdF+x/sE+uikDb10xKj+IUqfPozJxYKZs9qrZZn6Ox3OGbiwm7Vlc/oHJ1TrycPkdDpok7epKeLa9EzXmteBG0HT8+0hN78bOCoQeHESrEceIaLOW1wfS99h/ZeyJ43qWOghi+u0emdf6iBHuBhpcmHiP+ff/pPtBCaXarcG123YajlbCb1M0jfrEs+3vBUilsAG9hicZ6r+Dj/2+12P/bWP/rRwztuJ8mQnpfj5Oo9kjAyjhknkrTkLAXOq1vMjUm8cYLJ0EhDl3R2VFJ96cLZWurSHSYySahiHYBx2ioWMT+sRv4+8F9ZBHwqsNejQ8ORT/nYkMStuK8+48YxsOQdYpiGUFp1Ot40OW3zmIiXQysr1TDea1uEHQ3Fri7UeZrJy/k7HPqPlXcwOpbxjBhlsraS5dGBmkvgSd28epN6cKuq/W82BfN6RLkBHlB5XC43F7FlVJbR9L1ewRej/59o49cdezXn8CeuOsbUjEhluslAaD+yB1lujc5sww6SqdHz+/mrGfeG8+9//szkFJKdqtcaXb9oaMVnJjU7RR5uvVQVOSnu75ditO2rW0N09SduyjlscwsYour9Y/YJ/0RoirUXkGlfLg5QQ36rR9wZoH25HePkdR3ViWg8+XENQt470hgTs2jXJ1PQ3o7Yx2pnPnDL+SXIWxz4+rSrqcsmnskx5nPDeSGgbPWRJ8lP6Kd/jLtCszr5Sktro8j2+/o6n9UXaP0KJAfDC7RvZm+rlEqlcrwuuge8TVG83q9bPR8crQYx91jpE1DHg6sj8PXFU4fH0OWik/AoTvMUJzQzseDjqRbOwfbKrN+tYV2NAxgFszY7GuN5oSds3ZNqc4hzI5L/RgbWYaDGRHrBYNysZwL7gA/ba5Yt38c9dzDHsMitD/Rk00lSA+9gMKdc3ZvmMi2kVivmrFAQWazzzD5r5JbwJIeXg2XesHoNCcmWdWIzMkq3ElvDo4gqbGW3hfsSLyr55TsKcT3jv7UUU2kstzddG1D0GjoQpvbgZRavwhThgeo9WoYpnneG5wpuecXtiKoJRWnKg1tfh4+y9Mu87kSsnaqMs/5va7ptgf3c0IrXj2JbWpJBv7gkmvqODAgIYM/LCM6IPfM/ZJK/ftLHUQn7GfMqXWz5f4Yby7Dd4TH7Cp9npaV9hAx4BbzIy1pt7oEmxpsY1RxQ5xfY5WiikNZ4+RJhvaeTLIrSZjgupQo0RS44sclQds4cjU+t+th9zY7+eYPWOfPBGSNft8STD7CoymeNpWnGQJzOTMZhPe7RpJ7+nnSKxejSKvg7gXV4/Rq9czW8crQ499FOdG1sDg6Uj6P3BF5fB15qROAow0N9DuwjDcNQdyo6YmSsQT+0GBuubb2TFRmyJ85PZfpnSdeYWStdWRf3ybd03tObp7BFqiDSfTFfz3MvYZ53Vnzs00YOCOWLQalCXmXjAF+m3D1bo5RSMvM1dXF/sQDRqqvOFmUCnGHzrNwmbudE/XY5+i2edLCLA+Q5VOSQ/sZr5jn7xzm+X6U4DwczMxGLiDWK0GlI25R3CBfmxztebLMp0P78G/nLF/sIna61tTYUNHAm7NJNa6HqNL2NFi2xyKHcpkvbp2lvGVZL9j7NOupQFYn6lCp6SNqDW1iLw8F11de0I0GqLy5iZBpcZz6PRC2pd4xcERTTHe8p6KFeV59bwgPZ282dmvNE6di6a/N/SdRI0tyzOP71+vp+FZz51fSKfC2P9CxfoZocZFPOXxP3KUVVOlRIYXo0s+vubJ8w+UrFIJxZ/27jIJ0aGPeR5ZGNVqKhTNK20JsW959CAUSelqqJX+3LQvraAk+hXBT6IpUaUqZf/IXsDZOyeOiKeP+UeuLGqqJXJ1J/dbOvgZuswz15R85PWT53woWYVKP3oSxEXw9PE/yJVVQzXjZMwzQPJGIPnV2OeEriQ6lMfPIymsWg2VdAujhOhXwTyJLkGVqmXJ5hKUjUt/Y/2RRBP6+DmRhVWpplL0l+pXzkbiXx3yyxj7f5Ncbp0jieZV8BOiS1Shatk/0mki9u0jHoRKKF1NjQy3z9y6OnxjPc167uTe5X/kSMLY/0i6YmxBQBAQBASB/zsBYez/78jFBdMQEMZeyOFnEhDG/mfSF9cWBAQBQUAQyHUCwtjnOlIxYA4ICGOfA1ji0FwnIIx9riMVAwoCgoAgIAj8TALC2P9M+uLawtgLDfxMAsLY/0z64tqCgCAgCAgCuU6gRo0aBAcHY25unutj/6wBo6KiePHiBdWrV0dWNnvP5vysWHNy3Xv37lG+fHmKFv380oOcnJ03j3VwcEBeXp5x48blzQD/RVTh4eGEhYUl//Gj/PKJi4vj8ePHVK5cmYIFM/lr579ookn6mzRpEsuXL/+pGcgkJiYm5kYE5cqVw9ramvHjx+fGcGIMQUAQEAQEgV+MgLKycrIJER9BQBAQBH5HAnp6epw4ceKnpi6M/U/FLy4uCAgCgkD+IZAfW3HmzJmDra0tr1+/JqnVIz984uPjUVBQYOrUqSxZsiQ/pJScQ35sxTEyMsLV1ZWEhIR8Uyd3d3eSDPC+ffswMTHJN3mJVpx8U0qRiCAgCAgCgkASAWHsfw0dCGP/a9QpKUph7H+dWglj/+vUSkQqCAgCgoAgkA0CwthnA1IeOEQY+zxQhGyGIIx9NkHlgcOEsc8DRRAhCAKCgCAgCOQeAWHsc4/ljxxJGPsfSTd3xxbGPnd5/sjRhLH/kXTF2IKAICAICAL/dwI5Nfbxj49hP28jXi8KoGVsic2wRpQkDE+7YUx2CqJEJxu2LDehSspf2A4/twD7J6bYDVZDDgmvzixkysLjhJRowWj7BfRWL5BJzuGcW2DPE1M7Bqtl+DPe2SCU4x77+Mccs5/HRq8XFNAyxtJmGI1KQpinHcMmOxFUohM2W5ZjkpoUC+yfYGo3GLWEW6wbY4v7G0lKZPJol1r4WwAAIABJREFUDlqNfQ+VryJNzyIbiaQ5JHeNfRznZuthcfw9IINC8Yo06TONOWZNUZR9zSbjfrxbdJJhz2wxnnwcJbMtOI+rk7OAs3l0TnvsM9VfmCd2wybjFFSCTjZbWG5Shc9/4D0dc8krziycwsLjIZRoMRr7Bb3JXH7nUuubc/nlvBUnU/1lPacIT42vov86xti6kyo/TQattqOHSsa3Qf23OZW7Pfbf0N/bTRj3e8eik8N4ZmvM5ONKmG3Zzbg6nyuaTWFl8zBh7LMJShwmCAgCgoAg8GsQyJGxlzxhTecuXBqwlyU6r1nbfxzh83xZFNGL0pOr4XbSlJtDW7PF8D63LUtwx2kGZhMdeT/aF3+7+sjHHMak6nxqHnLB5N5kOq1rgc+lqVRJ60EibuM0w4yJju8Z7euPXf2c39BzZuwlPFnTmS6XBrB3iQ6v1/ZnXPg8fBdF0Kv0ZKq5ncT05lBabzHk/m1LStxxYobZRBzfj8bX3476siF47T1GQGQifLzJavNDtDobjGP7tK+kjOB2RhY5lEfuGvsY9nRTZWfPe+wzLkD08wus6G/GxUGXuDC+MiG3bhJfoy4hM+ozv95Fjg8tmcNos394jox9pvrzooNDBSZXc+Ok6U2Gtt6C4f3bWFZ+/xXzuMMmVJ1fk0MuJtyb3Il1LXy4NLUK6eWXob45l18OjX3m+vPq4ECFr+ZUZd7fTh9f3VAv9h4LQCq/1ZgfasXZYEfSy++/z6ncNfbf0N/oQty6GU+NuiHMqD+feheP8wPll/xK0uHDhzN9+vTsi/YHHCneivMDoIohBQFBQBD4HQnkzNhHEOgdTNGWjagoF8WRQdrsNrjMMBcVJjV5we0pSsS6GVJ0ji5hPjVZP+MeDVQOMSV8EddTjL2p+ipae5+i78MxNJpWDfcr01FL46xiPZYy414DVA5NIXzR9f+LsY8I9Ca4aEsaVZQj6sggtHcbcHmYCyqTmvDi9hSUYt0wLDoH3TAfaq6fwb0GKhyaEs6i63akfu/4iPc4TQYX3MedZU1J96bvWA+WZmSRQ7H9CGO/t18IrqZ/JEcSf9WcGkNL8Mh/BDMrqPPKbhr3Jtnwd8muzNpzmGlN/oXDzUaOOTP2meiv8zISh86gyYvbTFGKxc2wKHN0w7g+7NpXzOMOm6K+qjXep/rycEwjplVz58p0tTTGPhaPpVnVNxvJpBySs1YcCV/rrzPLEocyI+Ocuj6Ma1nF99GbcZqDKbjvDsuapn/PfG7MqR9h7DPVn3sCFdRfYTftHpNs/qZk11nsOTyNHyQ/YeyzL2txpCAgCAgCgsCvQCBHxv5LQvE83D0UozVVWHt6Gg+6lmD7yCjO9ClE/PVRKBuXxu/RPCrLwruNerR5ZC819oTjPlabLpvfUyQ2nlabfDlqVpWvux3esVGvDY/s/x/GPrVK8Q93M9RoDVXWnmbag66U2D6SqDN9KBR/nVHKxpT2e8Q8aVLotXmEfRpjL3m8jMbal5n9cD9/lsi88ulZ5EwdP9rYE74GHbUreL2xw1K5Em9ORzNoayNWtrrGwT5FchZsDo7OkbHPTH+Ha2BVfjsjo87Qp1A810cpY1zajyfzKicfnY55uDtjtbuw+X0RYuNbscn3KGZVM+m1yaS+OUgphzv2menvMDWsymc5p77Wn4THyxqjfXk2D/f/Seby+29z6kcb+8/687ylgnKlN5yOHsTWRitpde0gP1B+wtjnRNjiWEFAEBAEBIG8TyDHxl4SwcWlfRjhVp8VzgvQLReHs15RVvV+h/eQIsR5D6aEmQZPg2ZQOoOx4uJ4NMeV4vBFG7Te7aVn4+20mwQWk08Sq9CA2deuYlsvaWf4v5mQnLXiJNVIQsTFpfQZ4Ub9Fc4s0C1HnLMeRVf15p33EIrEeTO4hBkaT4OYIU0qg7FPwH9adfTjXHi8Qhu5txvQVx3JyVgFGsy+xt+29b42mTmUxo829gkBs6lrEMmd4Ml529hn1F9JF/SKrqL3O2+GFInDe3AJzDSeEpRcqLTGvjZXx2syrtRhLtpo8W5vTxpv74ZHD2dqj8ygv/+7sc+ov5K4fGNOfaW/BH+mVdcnzuUxK7TlIFP9/bc59aON/Wf93fZUEMY+h2tDusPFX579L/TEuYKAICAI/PoEcmbs4/Bbqs/ASybs3DGS2sldHBIezKpKo1f7Cd3YiNDFtdHyXc2bPR2S21HS7pjGu/VDzaEdvmeGUSb+MhPVx6PqeQXLihkf9PtvJiSnxj7Obyn6Ay9hsnMHI6VJIXkwi6qNXrE/dCONQhdTW8uX1W/20EGaVHpjL3nM3NoteeP0iFWNMnsYWKqTvLtj/47zYxsyRNaJRysr5WFjn4n+JA+YVbURr/aHsrFRKItra+G7+g17kguVlrkmJ/up4dDOlzPDyhB/eSLq41XxvGLJ1/L7+heZnMz0nLXiwNf6+/acyqg/yeO51G75BqdHq8hafv9tTv1YY5+qvweWrsLY50RsGY8Vxv6/0BPnCgKCgCDw6xPIkbGPdMZEtTdHFcpQPLnlugAdl/uzo6M7puq9Oa9ahchH5Vno64m5prQnO52ZjbvFMv3urImsQdUP93jd6i/O/NWNshl9/f91xz4SZxNVeh9VoIw0KQp0XI7/jo64m6rT+7wqVSIfUX6hL57mmtK3rWQ09h8PYFjGEeNXpxkg/V6Q6SdPGXuDIvS/URNNJYiP/YBCXXO275iIduFnXxt74+v0K6hP0evvWa+du732OWrFyVR/fixXGIl67/OoVonkUfmF+HqakyK/dPqT3FqGfvc1RNaoyod7r2n11xn+6lY23cOzKaL9qtUqJzM9Z8Y+c/35LVdgZBZzKqP+Ph4wpIyjMa9ODyBr+eUxY5+F/hqEWX5l7I2v96OgflGuv19PLstPtOLkRNjiWEFAEBAEBIG8TyBHxv5b6cSH8yQ4jKJV1VBO/+xehrPiiXj6gLcFK6JW9hsu+D+gy+mOfdaXiif8STBhRaui9u2k/kO02Ts1d1txsnfN/8dROTL23wgoPvwJwWFFqaqmnP7B5YznxEfw9MFbClZU4wfJ71/32H+VXrbn1I+vVO7u2P/4eLN7BfFWnOySEscJAoKAICAI/BIEcs3Y56Fsc8/Y552khLHPO7X4XiQ527H/3mh54/+Fsf+xdRCvu/yxfMXogoAgIAj8NgSEsf81Si2M/a9Rp6QohbH/dWoldux/nVqJSAUBQUAQEASyQUAY+2xAygOHCGOfB4qQzRCEsc8mqDxwWL4z9kWLFqVChQp06tQpD+AVIQgCgoAgIAj8vwmsX7+euLg4xo8f//++9A+73smTJ7l//z5Dhgwh6T6XHz4JCQmsXbuWqlWrYmBgkB9SSs5h9erVyMvLM3r06HyT065duwgLC8tXcyogIICzZ8/SsmVLGjZsmG9qlaS/SZMmsXz58p+aU6614sjKypKYmPhTkxEXFwQEAUFAEBAEBAFBQBAQBH4GAT09PU6cOPEzLv3lmrlm7MXrLn9qHcXFBQFBQBD46QREK85PL0G2AhCtONnClCcOEq04eaIM2Qoi37XiCGOfrbqLgwQBQUAQyLcEhLH/NUorjP2vUaekKIWx/3VqJYz9r1MrEakgIAgIAoJANggIY58NSHngEGHs80ARshmCMPbZBJUHDhPGPg8UQYQgCAgCgoAgkHsEhLHPPZY/ciRh7H8k3dwdWxj73OX5I0fL38Y+9iw2Rvb4xIGsrDyFSqrRabwNYxrfYYGJHRdiEpGRkUWuUEmqtBqK1ZTOVJQDovzZNdeG9WeCCJMtQ139Mcye0RPNpD8o+DGIAwvnsu64Hy9ii1C1RT9mzBtLq9KfOD/PBLsLMSTKyCArV4iSVVox1GoKnZMHhXi/tZhZHkGhlwPrzTRJ/teY09iYLOGSRIthm5ZjUj4ad5v+LL/0Cc2h61lpWjHpTPzWmmF5RIFeDusx05SOl/DsJHbTF+N6K5QEpVp0nWTP7B7VKPBFMbGctTHCXgoA+UIlUes0Hpsxjbmz4BuxZpl/LOfn9WahVwyfH0+WLdmJkzsaMqfnIi7Gpj60LFO0HbP2zqB5aOYxxh2bjtGagkw7bEuHT1nxll5v0QNdFq4fS/2CcVxeOgD7mFEcnt0uS6ZxPovou/AtA7bb86dy6t91j/WYQ89FF0kNU4ai7Wax17IyHnbTWex6i9AEJWp1nYT97B5USwX5I+egGFsQEARymYAw9rkM9AcNJ4z9DwL7A4YVxv4HQP1BQ+ZvYx+zgz9LDiKgiwV963wi8OhmXF4YsP+WAbtrDMRfdwqmdQvy6cV5tm3zo9nWYA72ec9mo2aMvqLBsCn9aSDjy/Ylm3naaTdXt7bm0vCmmB5TYfCUITQteJtt9usIbL6RmwdMuNCrDAP9dZliWpeCn15wfts2/JptJfhgf5SJxXNCLTqsfgCaFnjfWkyzJOMYuY3upYdxPL4o3bc94mCv64yq0ZVNL6DRPD8uz9CEWE8m1OqA9FRvbi1uRgHesb9vDYbe0Wf2+FbEnVrK/JOVWOrnztgqn81sDDv+LMmggC5Y9K3Dp8CjbHZ5gcH+WxjsrpF5rPtbcjir/Ld34ZxJWQbdTsqxTvIXCJmiDZgzNooeykMI0J+KaR2pG5YpXAeTqbrcGZh5jH3dO6E0rghOYQ7E9c+Cd8r1+h2So82SS5yeXJXjgyvTL3IFkQf6QhZMPx7qj2qfF8x5cIbxqqnGPmZnD5SHBKA/1RRpmDIUrmPC8MT51Bx6B/3Z42kVd4ql809Saakf7mOrkHr2D5qBYlhBQBDIdQLC2Oc60h8yoDD2PwTrDxlUGPsfgvWHDPobGHszPq55ifsIZd7tNEJ1SAjW1yZwvdVQole84ORwZRJebKSb5ljezQrkXLd96NRbSoXNQezvXxpZJIQ4dkFz8icWnPuTI+1nU2hlIEeGqUj/79xO3KMaYNhVDfdeZRgcvYIXJ4ejnPCCjd00GftuFoEXLFD7cJShmqYE6fXi3Q4Pmh8OZKN+EamxLzuNR2ryhDdZz51Rl9DRPYxM6UcUHvp3srGPOjoUTdMg9Hq9Y4dHcw4HbkS/yFuceqgx5mEP7OePpVt9Ofy8HlO2/Z80KZfe2Jt9XMNL9xEov9uJkeoQQqyvYX69Vaax+m/4xICGmee/MMgV5UkqDAm35ebOPpRA5n/snXtczff/wJ8VuZRFpNTcKcLkPpfMqHVxWYoublGuc6kxlw1DueRarqNcy7WUCaPVIppmYy6FRVLIhHXRhVodv8fp5LZv7WfW50R7n3/7fN7v9+v5en/OefY6r/P5UKlGHXRU9zKwtiuPFl1kp5OWQuyralG31mN2lrLG5gcVYr/95y5s+PDv53M+UoCKxses+TmIeh5NXoh9dslM/1bsXR+x6OJOFMtUoapWXWT77Wj6WSIDvRYysb8JapdOkaTbm0876wmxl+RtRwwqCEhLQIi9tHzLanQh9mVFUvpxhNhLz7isZvgPiP0IzrQdQDeDXBJ+PM5vejOIOtmGFfWHEFpYg2qVZeQ/zkejjSu+B9fT7/J4mn76My5nzuJhUqmIc/6pz2ll9h19vS048nkEA6MusKzjNba4eXLsvgwqt+czPzfujajLkNBCalSrjCz/MfkabXD1Pch6u/qk7xmM0dhMPGO9SXfowKqG27kW6Ih2kdjPoYZzR8IiG7N21FnGHTbGITuAWAe52OuwZ7ARYzM9ifVOx6HDKhpuv0agozZP4rYy0XUOu3+5R37VenQaspAt60bRquqz7aGo2I8405YB3QzITfiR47/pMSPqJG1W1C9xras0PGleSvwDIs/Q0bs+Q4Ozi1txKtP6yx+JnRPPwNoj+PbJi1Yc9U++4fbR8bx3peQ16u8wKxL7LUG6fO1QMm/FfA2YwmcMuuzDt6024KnxJZ9nKyr2f5TCtPrfVexHfMuLZarzyTe3OTryPtsnujJn9y/cy69KvU5DWLhlHaNegCyr602MIwgIAkogIMReCZDLYAoh9mUAUUlDCLFXEugymOY/IPbOXOo9AdvWmmjqtcV6uANdagRiV9eZO+N2Mqm6LzNXp2Dh+x2bHRtT+NMMTD7aQ4+D1/G1VBhyVpATjYclMGX/pxwZtAbDvYkEDEjlgNcmon46yPrwZmy8F0R117o43xnHzknV8Z25mhQLX77b7EhjlRR8+7Zgws9NsTIz4s/YY0Tc/pD1V44yvqZ/kdjX3fA5iZN9SW90j0LrtQwIH0/E4F85PeIkfVtM4OemVpgZ/UnssQhuf7ieK0fseHTyDBmNzGhbOY7jIauYPvM7jP0SCRmuXbw1iltxLvVmgm1rNDX1aGs9HIcuNQi0K3mtBr+UHr/7+Uiafq3/+hV7rRyunih5jVty7YvEfmu4EcstSuatmM8ANw1/Lg4+Qne7I6i+n0WqySaygj4qlenIsyNKb8X5n4p9HQpunuRMRiPM2lYm7ngIq6bP5DtjPxJDhvOMZBlca2IIQUAQUBIBIfZKAv0vpxFi/y8BKvF0IfZKhP0vp/oPiP2LVpznrHL3YFd3pKIVx7WQ0DEfMii4IUtjwvm8cQzT2pmxtZYb27dMo0thFIucR7NFZSo//mhPeJ8uLHoyEt8tX/GxVhJHF7gwek+T52KvaMVxpTB0DB8OCqbh0hiO9T+CWRsPHlkNpUc9VZDdIco/DM255/lx4hkG6s5BLyiEenN64BFblzEHQ6g3txdhg39hZ+XxtPF4hNXQHihOjcI/TJO5v6wma2hPNr/vxeFtI9G7upzBfdeiszaRQy46r4j981acFwDYY/esbejVtYZPeMjM0uL/aQa/OeoyKmcVKUfHUPv5FwM7i1pxHs4Iw7t/8aPO1WpQ3yiLNR92L3GN/n86KXrsU7/gQvdSeBfNp4ebRgC3tnUhdHhHhuy+S1XbnWQuvUuvUpj+YLSIBo7XGRu6DrvaKoAaNRq0ov73DtR2fciMMG9eLLMeT/yt6LX5fbwOb2Ok3lWWD+7LWp21JB5y4RnJf3mdidMFAUFAiQSE2CsR9r+YSoj9v4Cn5FOF2CsZ+L+YToj9mNrIHoQypvMgDhiu5pfvJlD3/DrGjvqa4Mvp/Ell6rQbytId3+DSuir51/bwuesMtp1O4fFTqFrXBOsJi/CZ8xHR9i/12MseEDqmM4MONGP60AcsD2rN3t92YltTnq00Ah2NGHbJhVOnWrKo/hz0Qi7jEPoBlrs7sO3611y36EaY7W4sgu3Z1Govv+20RXFqII5Gw7jkEkVYr4MMcfHmx3v58l+rUt9iHnsDZ9K1xnPjLmrF+XuxH0Pt52s1ZPUv3zEs/ZtS4pexZ1BpYv9qKw6VTVkR/wPDfpvLoBLW2GK3ohXHP/MgNldK4y2fr1jsd3yK+q3t2HUaTXiPbfzYehWdNrUqkWnE/BQGOu0iTfaMgzofeV/ncB03dF5pxYHKpiu4utcYPwcXvH+8R778B7X1LZi3N5CZL0D+i0tMnCoICALKJiDEXtnE32w+IfZvxq08zhJiXx7U32zOii32b8ak+Kw80m/d5g+VOjSoX/OlW0jK/1xI7oM7/J5TjXoN6lK9PG+dUpDJ3eRU8jQNaKirUYY/9vy7+P8h2NdaYxnO9w+Xpzi8gMy7yaTmaWLQUBeN8szpG61fnCQICALPCAixfzf2ghD7dyNP8lUKsX93ciXE/t3JlVipICAICAKCwGsQEGL/GpDegkOE2L8FSXjNJQixf01Qb8FhQuzfgiSIJQgCgoAgIAiUHQEh9mXHUsqRhNhLSbdsxxZiX7Y8pRxNiL2UdMXYgoAgIAgIAkonIMRe6cjfaEIh9m+ErVxOEmJfLtjfaNIKJ/YaGhoYGBhgbm7+RkDESYKAICAICALvNgE/Pz/+/PNPPvvss3c7kJdW//3335OQkICzszPyz7mK8JLJZGzcuJGGDRvSt2/fihBSUQwbNmxATU2NcePGVZiY9uzZQ3p6eoW6pq5evcrx48fp2rUr7dq1qzC5ku8/d3d3vL29yzUmladPn754utG/WIqqqiplNNS/WIU4VRAQBAQBQUAQEAQEAUFAEFA+ASsrK7777jvlT/zSjGUm9np6esyePZvJkyeXa0BickFAEBAEBIHyISBaccqH+z+dVbTi/FNi5Xe8aMUpP/b/dOYK14ojxP6fbgFxvCAgCAgCFYuAEPt3I59C7N+NPMlXKcT+3cmVEPt3J1dltFIZqeE+bErvyyx7o7/cn7+MphDDCAKCgCBQjgSE2Jcj/H8wtRD7fwCrnA8VYl/OCfgH0wux/wewKsShhddY1m8KlVcd4fOWahUiJBGEICAICAIvExBi/27sByH270aeRMX+3cmTfKX/CbHPi1mMg8djJgV5YqYJ5B/na8vpfPcIUKnMe/U74zRzPq5daqGaF85XVgu4O9SfLa5NKFLf/BgW280iZcR+VrfZjvWM6vh9O5qkhQ5s112M3zhjKsmfXXpxHeNDW7P5Sz2WW8+gut+3TKz/gMglk5i7P4Hcp+rom09nzaL2hDlasfJiwUu7pRJNx/gzI3cW0w+mIUMFlUpVqW3Ul1krZ2Ner/hRqHkxLHbw4PGkIDyLgpG/crm01Z2JS8O49UQV7Q5j8d44k151Zfy23JoZ1f0IndiQJ5d34D7Bk0OJBVSp1YKBc9ew2N6QKnlReDhsR3exH+OMiyLh4rrxhLZez9xeVYrnyOf415ZMV0Cj8nv16ew0k/muXahVcJJ51lM5nP7i988qunasD/2KLvLhihiWckxQJw72L533+gGxzLaYxpEMUFFVo6p2cz6ZsoSvLZJZYOnOwTQZqKhQqWptjPrOYuVsc2pHz8N66mFeLEcFXbv1hH7ViT8ilzBp7n4Scp+irm/O9DVLGNS0eJElsJWlRrJk0lz2J+TyVF0f8+lrWDKoaVG+xUsQEATeTgJSi73s90hWzFlF+O916TN1ITPM9Mvwqd8lM50/fz4LFizgwYMH1KlTp2zBpx9nkVcyjotH0lQNCpKO4OXpx6m76hjbzWDe6I7ULNsZi0ZTltgXJh1k7udehN3Tw2KWD56fNlR8tkv0kuendu3axMfHSzBDIUkH5/K5Vxj39CyY5ePJpw2ljEYRguQV+7QoFo+ein+8Fp/M28oq+0aSf86GhYVhaWnJvn37sLe3L/tcFSZxcO7neIXdQ89iFj6en6KEVP0XxD6bUOduLLxaSN3xkYS66KKau4f+BjsZdG0fduo53DnpzTDX0zjHHGeyXgBWep8R03o2P0fPxlAN8iLG08l2F1XnXCa659dUMdMkLmMZcY66OIa1ZWnMCWa0rkRe5ETafWPKlV2NGFnFDM24DFbcGY3h/FaER03HSO02AXZd2PjxGX4Yp82ff+ZywLYuG2xSCR+hgZr6U0IHG7BtYALBg6tB/n1OzrXAKXUZv+8fSHUgO9SZbguvUlh3PJGhLuiqykjZZoahR0uCotdgbfCIU9M60DN6GrdixpDiUgUzzTgezTmHteFs9PyOs9GhGbL4AEZ0+4ynvskEW4UzSNeRsLZLiTkxg9aV8oic2I5vTM8S5CifVfHPw57+BuwcdI19durk3DmJ9zBXTjvHcNL1HDb6mxlwPQT7aoqjVVTVqVZd/cWHXW5gycc83U3fv+H986RTWNcNwP7mfgZVKyQ7bjX9zY4zJnYch022MTAhGAWqk8y1cCJ12e/4/zkE/c0DuB5ij2I5KqiqV6O6LJyRhvNpFR7FdCM1bgfY0WXjx5w55UZ91ZLYPiFspCHzW4UTNd0ItdsB2HXZyMdnTuEmP0G8BAFB4K0kIKnYy5JZ27s731rvY3O/uyx0Wo9x8A9MayatXEkl9hmx/nzp6sbGRxM4H7cYE9Vk1llYEzN8L8tNH7Bh2CTSPc+zvvezIk/ZpVwpYi+7xarOrTg44iT+pscZ0iOYoTd/5LO6ZRfHX0eSUuxlt1bRudVBRpz0x/T4EHoED+Xmj58hYThKEPtsQgboMLXJYY45XsCl51Zsrscyo6G0n7PSir2MW6s60+rgCE76m3J8SA+Ch97kRyk3XvFGrPgV+7Td2PaIZPRmbWZN1+HAyek0zZOL/V6GphxE4a0F/OzeHBeto8TN+Alro2+pZfgHLTeeYI5hAWETBrEz7RoJHcKJelnsh5iw36ADcedMCIyYiWF0CWJ/24UGEyvhE+zFIJO6VLp/hYs59WnXuAbwhEDr6qwemMWPY+T3Jc5l7wB9AhzvcmSIQqgz9/RDd7UFt3+ajA5p7LbtQeTozWjPmo7OgZNMb5zMPCMj4nyyCO5bVZHWvAROn4E2PRtweaRc7C8RpzuYFnE+ZOyzpPgoMneaU9OnH/dO6jHZZD8GHeI4ZxJIxExDoksR+71DUzhYLPsFP7vT3EWLmz+3wkZ/G3YpRxle2u2Vi8S+hGNytv8t75gisd/N8PtHcJIjKfiJKY2c0fx2HnFmu3C8ewQFqkz29NNltcVtInXHoL/NjpSjw3llOU+OMaLBRCr5BOM1yIS6le5z5WIO9ds1pkZJbJv+ybERDZhYyYdgr0GY1K3E/SsXyanfjqL0iZcgIAi8lQQkFfvcAzi23MPgq4HYVS8gxs2YL5tHc2KStGoljdjnEbniS661q8eBaeksPSsX+wyuRieg2b0j9dXkhbEO7O53nr2DnxV5yi7lShF78km7cRcaN0IjeSv9Ovpjf+0EY2qXXRzKFHvy01CEo0Hy1n509Lfn2okxSBiO9GKfF4GD1ud0vhvLNO08DttoMt88jbMTpf2glVbsIT/tBndpTCONZLb264i//TVOSLnx/htiL+P3TZaYXZ7Lee/aLO5sz2PfCyxtGfQXsYf0daY0PTObtI33sDaKYugXKWzMXseJqTeY4HSGT4yCWFnn6F/Evh0RoyKw2mOOd6sgjnbaSOe/VOzXtUwjasUUpnkHc+7R+3QbNIVlK9zoriP/T7Txtgp6AAAgAElEQVQEse+vgXO8KV31VXma95D43wqx849ibf+68PsmLM0uM/e8N7UXd8b+sS8XPNIZXmMchvHXWdD4r//d5vNTkdj/SvAfH+LWKpErcwyeV9EL476goekjgm72wbtLBKMirNhj7k2roKN02ti5xIr9y2JP+jpMm57h1J3+2Gg6cNqoJXVUFBXy6hbLifa2fv5PBHKxL+mYhfex/RvecrG30phKnqsNzdUKyLhyjAiVL4g+Uo8Z7zkTb9oVfdWn5D2M57dCO/yj1tLnhC2aDqcxalkHxXKqY7E8Gm9rde5HrWDKNG+Czz3i/W6DmLJsBW7ddUpmu7QDqvejWDFlGt7B53j0fjcGTVnGCrfuFKVPvAQBQeCtJCCp2BfGMa+DLSle0WzqfosFpp04MPAqsfNaSMpCGrEvXnKmH5Yf3cRLLvbP+wwLSNztgu26RmwI96CbBM/EUo7YF9e7ImbRY/hSYht6ERM5k3Zl/3/K8/xLWbEvjoaIWT0YvjSWhl4xRM5sV/SNvpQvSVtxcgLopbWDcdkROFUt4Oz42tjpXCLZs6GUISG12BctPi+CWT2GszS2IV4xkcyUcuP9J8RelsiKboYsTGuHYU3ISjxLus33JK15yOBXKvaFXPn6A/plbSNx4RWsjU4yJbo9K4dlsGJGErMvurMgx4FJ2iWIveslNpkcwbnnKpq7G7M3svdLrThpLKx6hfvaH2BYS5WcW6cImDmMLwt8uBM0EI0SK/Z6+Fn+yrY+t9g10YX9XfyJXNQTLWQkruiG4cI02imC4Wy6Dd/fcOdoc1OyQ1Lx/VBdkVZZCj9HpdP0I0OuF7XiXCRKxZy+amGk+Jg87y3MO+6MtmsDLl5qzVcdInC9tAmTI870XNUcd+O9RPb+31acl8W+8MrXfNAvi8txXf9lxb503kViX2sVH+yej2mVymjUM6ZzhwZo5O5lgJ4flr9uo8+tXUx02U8X/0gW9dQiN9CmxIq9LOMGl+5r84FhLVRzbnEqYCbDvizA584+2n5TAtvEFTS5dh/tDwyppZrDrVMBzBz2JQU+dwgaKMGnnKRvYWJwQeC/Q0BSsZe3RF7wxc1tE7GVW9Fb5yI/djrKqan6kgJWqtjLMji9womxh03wDlyEuZ40lQzJxP4PX6wMxnEsrzLtvv6FXxe0Lc5NOnv7GrDSIolfpkj3DYv0Yv8snL30NViJRdIvSBhO0WSSiv2TQCw11+CQGc0ojXyiR2rhanSL+C91JL2mlCL2z1PVF4OVFiT9MkXytqkK3YpTeHkeHZ0K2P7rItpWAtk9XyzbH8Pl58HsavNSK07mCSa2H4WqfzxrTXYXib3btYVc/3QAIbI6fLzuIP13tGdCKWLvZ1GZ1BBneow9QsZHG3iw51mP/R9MCOyITYYvF1d3LfqPOjfMGcPlpsRGjKbW/9eKkxXJuBY2pHjFEzokjQUdnSjY/iuLFMHga9meYy6/8mVMe8zvbeLGvv5FX8f9cdAWfec6RN5fh9pYRY992sgtNDFLZNXlEOwNVEF2mx2fNMez2zniZ8Xh1E4u9n5YVE4lxLkHY49k8NGGZIL/0mP/QuwzOTGxPaNU/bm5NOVfi31pvP+nFefZZS4Xe/2A5604WZHjaGGTgld8KHanbEsUe/l+MLHJwPfiaroqkoGz4XJML6zmtnkJbEfup80SZzJ8L7JacQJhzoYsN40lYnQtSd9wxOCCgCDw5gQkFXtZKt/O30Rl96/pW/Mum6ysuDLvF1Z3Ky6svPmy//ZM5Yl9PpdWWDEixp6dAeNoLWEpWDKxf5lkfgwzu87n/QNHmdwgh5CBOnj0SOLCND2JMkXRj5ul+vFsfsxMus5/nwNHJ9MgJ4SBOh70SLqAhOFIL/ayG8xt3JF7Qan4dUxlWWtjzq99yJ4+Zf+7jpeTLq3Y5xMzsyvz3z/A0ckNyAkZiI5HD5IuTEO6naeIrgKL/QTOTGvF+BoHODvfuLhKnc4e2xb4dp+DxhfunGvZAm0KyHtcmQ/cdxDg1gGNop7vk7jd2EzrTT1539eMKxfnkDe77d+IfRWQpRI8vD0jHq8kZ++LH8+u0z/FnH4jCMgzpp1uLtcS1Bm6/SCzu8rvaPP/99hnHx9H83538Ao0YvGc9zhwdj7Gxb/RSt9jSwvfj0kN7YSHuTleKUa0r/eQC/F1mHwgnCW9NYpbceLIXteU2PWO9J1zhpqtDamUFEtmFy8O7R6LccE+7J+JfVEowQxvP4LHKx8Q8rLY99Ng2LmWtNCGgrzHVP7AnR0BbnRQ+WubDVC5K3MitjDk2T/c/9OKU3zMQVN29iid9+uKPWRzfFxz+t1ZzqXh+2nu9FIrTtFUc4jYYkXcnH6MCMjDuJ0uudcSUB+6nWCz/XQZX6NEtr99nUq/EQHkGbdDN/caCepD2X5wNkXpEy9BQBB4KwlIKvYUcnX9p9j6/Ukzrd/53WgeBzfaIa+XSPlSmtg/DsTewIFDlevyXlFbjjpmq+LYNVSrzMNTitiTx3mvj+mzIouW7z/gimwEwSeX0VuK2/wUE5JS7Mk7j9fHfViR1ZL3H1xBNiKYk8t6S3LXopcTLmnFHhmpgY4YOpzAoFEWN/WXcD7KnRYS335OWrGHvPNefNxnBVkt3+fBFRkjgk+yTMqNV5ywCiz2k8v8TejNB5SRk5rEnaxqGDSph6YkHwAycu4lkJyjRaPGulQvbY78DG4l3UdNtykGWtLexeHNeUl7piwnlaQ7WVQzaEK910mGLIfUpDtkVTOgST1NyW9rJ230YnRBoOITkFbsFfzy026RkqdNQyW9J0gq9uW0JZQj9orgCjNvk5RZg/oNakr+YEZJxV4RDZm3k8isUZ8GNaX9pujZ1pBW7BWzFKQnk5CmSeOmtZG2Vq+YT2qxL9543E7KpEb9BigpVRW5Yv82iX05vWuKaQUBQUAQ+A8SUIbYKxurEHtlE3/z+aQX+zdf25ueqQyxf9O1vel5ShH7N13cvzhPVOz/BTxxqiAgCAgCgsDbR0CI/duXk5JWpMyKvTKJCLFXJu03n0uI/Zuze50zVZ4+ffrisaWvc0Ypx+jp6TF79mwmTxYV+3+BUZwqCAgCgsA7S0CI/buROiH270ae5KsUFft3J1cVrmKvoaFBvXr1MDc3f3eyIFYqCAgCgoAgUGYEtmzZwp9//sn48ePLbMzyHig8PJwbN24wbNgwNDUrxq/3CwsL8fPzo0GDBlhbW5c34jKbf+PGjaipqTFmzJgyG7O8B9q7dy8ZGRkV6pr67bffOHHiBB9++CEmJibljbjM5pfvP3d3d7y9vctszDcZqMwq9qqqqpRR8f9N4hDnCAKCgCAgCAgCgoAgIAgIAuVGwMrKiu+++67c5pdPXGZiL1pxyjWPYnJBQBAQBMqdgGjFKfcUvNYCRCvOa2F6Kw4SrThvRRpeaxEVrhVHiP1r5V0cJAgIAoJAhSUgxP7dSK0Q+3cjT/JVCrF/d3IlxP7dyZVYqSAgCAgCgsBrEBBi/xqQ3oJDhNi/BUl4zSUIsX9NUG/BYULs34IkiCUIAoKAICAIlB0BIfZlx1LKkYTYS0m3bMcWYl+2PKUcreKLfe4ltrpPZGnYLZ6oatNhrDcbZ/airio8ubwD9wmeHEosoEqtFgycu4bF9oZUyQvnK6sF3B3qzxbXJhQ9nzU/hsV2s0gZsR9v3XVYTz1M+vMbdKqga7ee0GlP8LB052CaDFRUqFS1NkZ9Z7Fytjn1VCH30lbcJy4l7NYTVLU7MNZ7IzN7aXNtuTUzqvsROrGhfFHscJ+A56FECqrUosXAuaxZbI/hs8ewyW6zb8pkzlttwatv7aK9UXjTn8++/B2XrTPpUl2xXfKiPHDYrstiv3EYyx/LXHCRdeNDab1+JqqLrZl6OJ0Xy9fFbn0oX3WpRF5CMAtmLOPg1Uf8+VSTD0YsZcOs3n/PSz5hKZy1ry3HekZ1/L6dSEPVJ1ze4c4Ez0MkFlShVouBzF2zGHt5cLJUIpdMYu7+BHKfqqNvPp01SwbR9PkjpQv47Rmn0Ul4OGxHd7Ef4xTBcXHdeEKNp1F7nQ0rLxa8dM1UoumYAGY+/oqZJcQ87YkHlu4HUaSsElVrG9F31kpmm2tzysOB7bqL8RtnjALhOsaHtmbz3F7FkGNY7ODB40lBeJo9u0tFLpe2ujNxaRi3nqii3WEs3htn0kv7GsutZ1Dd71smNlT9m70XVXJsrdczt5d8E+QRs9gBj8eTCPI0o2jWvHDmjDzPgIAZdH7GK/8k86yncvjFJkVF1471oV/R6Y9Ilkyay/6EXJ6q62M+fQ1LBjUtilG8BIGKQEA5Yp/O8UVeJDsuZmRT6Z/iLfkDqgqSOOLlid+pu6gb2zFj3mg61pR2NyhX7JWXL6nvY58WtZjRU/2J1/qEeVtXYd9I+ndvycU+LYrFo6fiH6/FJ/O2ssq+keSfSdLfxz6NqMWjmeofj9Yn89i6yh4lpKqCP3lWlsI2M0M8WgYRvcYag0enmNahJ9HTbvGj3XH6Gc5Gz+84Gx2aIYsPYES3z3jqm0ywZShWep8R03o2P0fPxlAN8iLG08l2F1XnXOZEoynobx7A9RB7qhW976mgql6N6gWBDKi3jYEJwQyuBvn3TzLXwonUZb8T2HkfZoYetAyKZo21AY9OTaNDz2im3Yqiw9xqmGnGkb2mNv7WhszW8+P4RgeayeIJGNGNz576khxsh3bxe2x21GTajcjG58I2+molscmyN6GOxznk0hDV4mNy9w1C1zGMtktjODGjNZXyIpnY7htMz+5AdYg+mwdcJ8ResXpUVFGvVh31zEMMbTEB2cof2DzMiGrpZ/Awt+bHiVc5anWsdF4DH5fKOarDXKqZaRKXsYbau60xnK2H3/GNODSTER8wgm6fPcU3OZi+v4zEcH4rwqOmY6R2mwC7Lmz8+Ayn3OoXx5TPTyOrKDgti2OQriNhbZcSc2IGrSvlETmxHd+YnmWXzVPy/szlgG1dNtikEj5CAzX1pxx2eL/EmAsCB1Bv20ASggdTjXzun5yLhVMqy373J3+ELo5hbVkac4IZrSuRFzmRdt+YciXIsQhbdqgz3RZepbDueCJDXdBVlZGyzQxDj5YERa/B2uARp6Z1oGf0NG5FdWBuNTM04zJYU3s31qXtPavwUmMLcqwunxTnbgu5WliX8ZGhuOiqQs52rJr9wOSkAKyf/QOYG4iN/mYGXA/hRZrVqVZdRvhIQ+a3CidquhFqtwOw67KRj8+cwq3+s90j7Ye5GF0QkJqA5GKfEYv/l664bXzEhPNxLDaRXqykFXsZyesssI4Zzt7lpjzYMIxJ6Z6cX9+bZ28pUuRMaWKv5HxJKvbZIQzQmUqTw8dwvOBCz602XI+dQUOJ376lFftsQgboMLXJYY45XsCl51ZsrscyQ+KgpBb77JAB6ExtwuFjjlxw6clWm+vEznjhaVJcU/IxK3TFXpY4DyOjOHyygulbtbjImnCaM7SiwZ4utIjzIWOfJcV/InOnOTV9+nEvSotRRt9Sy/APWm48wRzDAsImDGJn2jUSOoTzg1zst9mRcnQ4Gi9nJncvA/QDcLx7hCFFlfNM9vTTZbVFMrsf9sAozoes4L7F8+WRcPoMtPmQh5MVwvroixCMW8Thk7EPyxeLwrymD/3uncVN99lkWZyY1I6Rud5822Ud9seGcTx4OAYvXdi5++wx2W9Ah7hzmARGMNMw+hWx32aXwtHhr6yeB9+Y0vi7Sdw75KCoBMu/DbgWydHHbTEO7Y5xKbzuBqbRs0TObfjw4WSqyMU+7QtCPmhBnE8G+14Ex07zmvj0u0e00XQaTKyET7AXg0zqUun+FS7m1Kdd4xrFK3lV7O1N9mPQIY5zJoFEzDQkuljsi+SXJwRaV2f1wCx+HCOPMZdAG31Kijl37wD0Axy5e2QIipTtoZ/uaixuR1J3ogn7DToQd86EwIiZGEa/LPZp7LbtQeTozWjPmo7OgZNMb5zMPCMj4nyyCH6x4VCk+SGTq8jFPo0vQj4ofe+d1GPy38SWttuWHpGj2aw9i+k6Bzg5vSlqpYr9NuxSjvJqmp9wbEQDJlbyIdhrECZ1K3H/ykVy6rfjOWqp3m3EuIKAkghILfZ5kSv48lo76h2YRvrSsxVC7DOuRpOg2Z2O9dWKihYddvfj/N7BivdFiV7KEntl50tKsc+LcEDr887cjZ2Gdt5hbDTnY552lonPPiolypWkYp8XgYPW53S+G8s07TwO22gy3zyNsxIHJa3Y5xHhoMXnne8SO02bvMM2aM43J+3sRCROVcUW+7wIJ2qMMyT++gIav/LfbB5hTu/h1iqRK3MMnle5C+O+oKHpI4ISu+HZJoqhX6SwMXsdJ6beYILTGT4xCmJlnaNFYq/pcBqjlnVQKap4V8dieTTevb6lv4Yz8aZd0Vd9St7DeH4rtMM/agXV3LQYZxjP9QWNn8+nuP5eCOsf/RfynlsrEq/MeSHphXF80dCUR0Gp+HZVf3HJZp1gUlsz1ucPZO8v+3CQ9/q89JKLfbuIUURY7cHcuxVBRzuxsfOzir0mDqeNaFmnaPWoVLdgefRytKe+z/CaJ/htcQtU7v/Izl0/8UAGas36YLi3C1NL4bVrdxbmk0riDPk/jVSIfWp/Fmq70SrxCnOe/wdSSNwXDTF9FET6xqZErZjCNO9gzj16n26DprBshRvddZ7F9RexbxfBqAgr9ph70yroKJ02di6q2Jcu9iXF7E2vb/uj4RyPaVd9VJ/m8TD+Nwrt/Ila24fjju2IGBWB1R5zvFsFcbTTRjoXV+xlv2/C0uwyc897U3txZ+wf+3LBI53hNcZhGH+dBa9uODkIRhaJfSr9F2qXvvdu9sG7Symx2WeyydKMy3PP4117MZ3tH+N7YSkd8kqp2Gs6cNqoJYo0q1DdYjnR3tao349ixZRpeAef49H73Rg0ZRkr3LrzHLVEHwxiWEFAWQSkFntFHJn4WX7ETa+KIPYvMlOQuBsX23U02hCOR7dXiz9lnT9lib2y8yWl2OcE9EJrxziyI5yoWnCW8bXt0Ll0E0+Jq9uSin1OAL20djAuOwKnqgWcHV8bO51LJHs2LOst98p40op9DgG9tNgxLpsIp6oUnB1PbTsdLt30lPzblQpdsS+Mm0p902xCUn35sNiJZSk/E5XeCM1NbeivFkaKj4mih17eqnzcGW3XBly82JQpLU8yJbo9K4dlsGJGErMvurMgx4FJ2gqxL7Vir+eH5a/b6HNrFxNd9tPFP5JFPTWJm1of0+wQUn0/RLEUGSk/R5HetCvZ0xStOJmjNqLfV42wFB9MXiwKZ21XGlxMwLPZy/IuI3FRZz55sI7ffD78n140hdi7cmmTCUece7KquTvGeyPpXdyK87/Vaxk35hnT8c433NvyMZVTT7Hd/0fuxe9idtwYojotwr4UXr9+m8PHH5XEuSlds6cpWnH+GMXGBn1RC0vB50VwHHfWxrXBeX4dmct97Q8wrKVKzq1TBMwcxpcFPtwJGlj8rcj/ir3rpU2YHHGm56rmuBvvJbL334l96RV7PT9Lft3Wh1u7JuKyvwv+kYvoqZXLPvt2RLheYpPJEZx7rqK5uzF7I3tzJciexBXdMFyYRjvDmpCVyNl0G76/4c7R5qZkh6Ti+2LD8XNUOk27ZjOtqBXnD0ZtbEDf0vbepdZ81SGCkmLb13kD3QwXktbOkJpkkXg2HZvvk9jcbW8prTglVOxlGdy4dB/tDwyppZrDrVMBzBz2JQU+dwgaKO2HuKTv0GJwQeAlAkLs32Q7yMg4vQKnsYcx8Q5kkbneX4pQbzLm358jmdj/4YuVwTiO5VWm3de/8OuCtkr9R0xKsX8SaInmGgcyo0ehkR/NSC1XjG7F86VO2efn5RElFfsngVhqrsEhM5pRGvlEj9TC1egW8RIHJa3YPyHQUpM1DplEj9IgP3okWq5G3Ir/EolTVbEr9uT/glsjc+5tusG+/vIfmv7BQVt9nOtEcmdsMC3MEll1OQR7eQVZdpsdnzTHs9s54mf+Qn+jk7hdW8j1TwcQIqvDx+sO0n9Heyb8f2L/UitOVuQ4Wtik4BUfisOdz2lkfo9NN/ahWMpBbPWdqRN5Bxe/Gore8VWPmdrEjMRVlwmxl3+TIOP2jk9o7tmNc/EetHrl91kykpZ8iPnDdVxd2bl0sfezoHJqCM49xnIk4yM2JAcU9diX1JZSeMWDtt1P88WFI4xsqJgsTd6D7v0Jd9cm0rY0XnNymVoaZxc/ahT12K/i8YwmmCWu4nKIfdE3ErLbO/ikuSfdzl3BIbADNhm+XFzdteir39wwZwyXmxIbMZpaRSspSez9sKicSohzD8YeyeCjDckE/6tWnCwix7XAJsWL+FA7Tsor9q6X8LOoTGqIMz3GHiHjow08CGzDvI5OFGz/lUVtK4HsHr6W7Tnm8itfxrTH/N4mbuzrjyLNtug71yHyjgt+NRQ99qsez6BJaSxnxeHUTi72f40tEY+rPXEq2M6vi9pSCRn3fC1pf8yFuIAnDC2xx74EsS+8zDwTGzJ8L7K6axFpwpwNWW4aS8RoBWnxEgTedQJC7P95BvMvrcBqRAz2OwMY11rKBpwXa5NM7EsMX3nfsEgp9rIbc2nc8R5BqX50TF1Ga+PzrH24hz5S/hhC6vvYy24wt3FH7gWl4tcxlWWtjTm/9iF7JA5KWrGXcWNuYzreCyLVryOpy1pjfH4tD/f0kfR3K/KtX6Er9vIAs37ywNzcixSj9tR7eIH4OpM5EL6E3rWeELvekb5zzlCztSGVkmLJ7OLFod1jMf5zO9Zysb+xmdabevK+rxlXLs4hb3bb52L/SisOULnrHCLWquL6So99NsfHNaffneUkHPqU5IXmmHulYNS+Hg8vxFNn8gHCl/Qg/tmPQte14knsehz7zuFMzdYYVkoiNrMLXod2M9b4pTac4or/64p9FWSkBg+n/YjHrHywE9Uhr7alQGW6zolgy5BaJOwah8Os4zxt1gSNB/Fcy2/LhLWb+NqiNpdL46VeOuce8cWtOBnraFUQy3rHvsw5U5PWhpVIis2ki9chdo81Rj39OHP6jSAgz5h2urlcS1Bn6PaDzO76rNu/FLEvuqFOMMPbj+DxygeElCr2Jce8VtX11R777OOMa96PO8svMSzUmsgisVfctSd4eHtGPF5J5sxfaDW+BgfOzse4+J+t9D22tPD9mNTQTniYm+OVYkT7eg+5EF+HyQfCWdIjvrgVJ4N1rQpK33sF+7B/JvYvx7bsOxp7uFPjwFnmv5gU2xa+fBw1nMMtJxHfpjla8rYbtYYMX+9EdPchL7XiFG1S5kRswSpuDv1GBJBn3A7d3GskqA9l+8HZPEf9z51AnCEIvFUEhNj/03RkEWhvgMOhytR9T/FDYHWzVcTtGorWPx3qHxwvxP4fwHp2qCyVQEdDHE4Y0CjrJvpLzhPl3kLyO8hIWrGXO0qgI4YOJzBolMVN/SWcj3KnhcS/SZdW7OXaEIijoQMnDBqRdVOfJeejcJc6qP+C2CscOId7CcnkaDWisW71V79ezM/gVtJ91HSbYqAl/S3LZDn3SEjOQatRY3Srl/Yz9nwybiVxX02XpgZaz1uF3uAt4M1OkT3hQfIdHtdsRINaf7my/o7X33F+aSX5GbdIuq+GblMDXkUuIyc1iTtZ1TBoUg9NiX/l/2ZwXucsGTn3EkjO0aJRY11KT7Ny994rK5flkJp0h6xqBjSppyn5V+6vQ00cIwiUFQHliH1Zrfb1xpH2rjivt4ayPkq5Yl/Wqy99PCkr9opZC0hPTiBNszFNa0tcqi8OU1qxL44qPZmENE0aN60teVVbPqPUYq9IVTrJCWloNm6KklJV8Sv2yruUxUyCgCAgCAgCbwMBIfZvQxb+/zUIsf//Gb0tRyhD7JUdq1LEXtlB/Wcq9uUAVkwpCAgCgoAgUD4EhNiXD/d/OqsQ+39KrPyOF2Jffuz/6cwVvsf+nwIRxwsCgoAgIAi82wSE2L8b+RNi/27kSb5KIfbvTq4qnNhraGigp6dHnz593p0siJUKAoKAICAIlBmBbdu2IZfGMWPGlNmY5T1QREQEN2/eZMiQIcg/5yrCSyaTsWXLFurXr4+lpWVFCKkoBj8/P9TU1HBxcakwMQUGBpKZmVmhrqn4+HhOnjxJ586dadtWfkvUivGS7z83Nzd8fHzKNSCVp0+fPi2LFcgvJvmbhXgJAoKAICAICAKCgCAgCAgC/zUC1tbWHDlypFzDLjOxl1frZ8+ezeTJk8s1IDG5ICAICAKCQPkQEK045cP9n84qWnH+KbHyO1604pQf+386c4VrxRFi/0+3gDheEBAEBIGKRUCI/buRTyH270ae5KsUYv/u5EqI/buTK7FSQUAQEAQEgdcgIMT+NSC9BYcIsX8LkvCaSxBi/5qg3oLDhNi/BUkQSxAEBAFBQBAoOwJC7MuOpZQjCbGXkm7Zji3Evmx5SjlaxRf73EtsdZ/I0rBbPFHVpsNYbzbO7EVdVXhyeQfuEzw5lFhAlVotGDh3DYvtDamSF4WHw3Z0F/sxzlj+5NUCLq4bT6jxNGqvs2HlxYKXclKJpmP2cnhWO9TzYljs4MHjSUF4mmkWHZN//Gssp3/HI0Cl8nvU7+zEzPmudKn1J1HzHInotRfPjxVPjss77cHgkI6ELtLga0t3DqbJQEWFSlVrY9R3Fitnm6NzbTnWM6rj9+1EGsqfzFrCnC8Wl0fkbAumHckAFVXUqmrT/JMpLPnagmSP0uauzFdWc/khB1TUqqFj3JfPF06lt96fhM8ZyfkBAczo/OJptAW/vbSeJ6WzLoovZjEOHo+ZFORJMR4p97YYWxAQBP6jBKQWe9nvkayYs4rw3+vSZ+pCZpjpS/70ZmmfPJvPxW8+Y0HYQ57deqJSC2fWLh5IPQmfAELw4vgAACAASURBVC692BeQdMQLT79T3FU3xm7GPEZ3rCn5VSHtk2fLJybJxT4tisWjp+Ifr8Un87ayyr4Rf3nufZnnTfIHVBUkccTLE79Td1E3tmPGvNEoYftV8CfPylLYZmaIR8sgotdYY/DoFNM69CR62i1+tDtOP8PZ6PkdZ6NDM2TxAYzo9hlPfZMJtgpnkK4jYW2XEnNiBq0r5RE5sR3fmJ5ll81T8v7M5YBtXTbYpBI+QgM19WpUr6JKdqgz3RZepbDueCJDXdBVhdw9/THYOYhr++xQz7nDSe9huJ52Jua4K7/Y1MPf6Xe+G1K9aMM+OWCLto8luUffY0C9bQxMCGZwNci/f5K5Fk6kLvud3fU+o4qZJnEZ62hViRLnfLH7c9llXZcA+5vsH1SNwuw4Vvc34/iYWMYdMil57u/UsWr6PWOv+GKu+ojL3zhge86N3/ZbEWzVjB8mJxFg/eIR1vk/jVSsJ+1LfrYsmXXMxPqokk2oczcWXi2k7vhIQl10Jf8gLPN3ATGgICAIvBMEJBV7WTJre3fnW+t9bO53l4VO6zEO/oFpzdQkZSOt2MtIObWXI1eyeMoTLqx150CPH0jY2BtFiUqal9RiL0teh4V1DMP3Lsf0wQaGTUrH8/x6er/4CJMkMCnFvrxiklbsswkZoMPUJoc55ngBl55bsbkey4yi6qV0L2nFXkbyOgusY4azd7kpDzYMY1K6J+fX90bi7VexxV6WOA8jozh8soLpW1WxOfISTnOGVjTY04UWcT5k7LOk+E9k7jSnpk8/7p3UY7LJfgw6xHHOJJCImYZEF4t9kKNcwp8QaF2d1QOz+HHMs/sJp7HbtgeRozejPWs6OgdOMr2pmkLs9w4l5aAjRfpe8DPuzV3QOhpDy+nvly72+gE43j2Cwvkz2dNPl9UWtznZafpLYl/ynH8V+93D73PEST5QAT9NaYSz5rcsiO1Tutg3+4HJSQHI/T3z4DDabbHg11Bbvv0bsb/0a21sW5XEug09m9WAtN3Y9ohk9GZtZk3X4cDJ6TSV9nNQuncDMbIgIAi81QQkFfvcAzi23MPgq4HYVS8gxs2YL5tHc2JSXUmZSCv2L5b+JHoSLUZWYd/llXSR2EAkF/uMq0QnaNK9Y33UskNx7rCbfuf3MlhRS5PsJanYl1NMkop9XgQOWp/T+W4s07TzOGyjyXzzNM5OrCFZjuQDSy32GVejSdDsTsf6akVF2A67+3F+72CFC0r4qtCtOHkRTtQYZ0j89QU0fuUfvzzCnN7DrVUiV+YYPK8cF8Z9QUPTRwTd7IN3lwhGRVixx9ybVkFH6bSxc1HFvjSxl/2+CUuzy8w9703txZ2xf+zLhaUdyP+r2JPOOtOmnJmdQN/1jUsV+/4azsSbdkVf9Sl5D+P5rdAO/6i1WCS6PBf7lg9KnvPF11e57LLSYGqeKzbN1SjIuMKxCBW+iD5CvRml/FPxnToWmp8R36Y5WgUZJFz9E4eDsWweUBX/vxH7X4P/oMtnJbGW714Zv2+yxOzyXM5712ZxZ3se+15gaQepv2iT8MoRQwsCgsBbS0BSsS+MY14HW1K8otnU/RYLTDtxYOBVYue1kJSHUsRelsTKTh346etEgj7VkjSeojpXQQGVK1fmiy++YPny5dLNV5DIbhdb1jXaQLhHN6R+vJeUYv8ckpJjklTscwLopbWDcdkROFUt4Oz42tjpXCLZs6F0e0JysX+x9ILE3bjYrqPRhnA8ukm9+6jYFfvCuKnUN80mJNWXD9UVkGUpPxOV3gjNTW3orxZGio8JzwrHeced0XZtwMVLrfmqQwSulzZhcsSZnqua4268l8jepYm9jMQV3TBcmEY7w5qQlcjZdBu+T9pM9wN/qdgXXuHrD/qRte0Spl4GfDPgLuEjFYnO3TeAOn625IZWZYCeH5a/bqPPrV1MdNlPF/9IFvXU4nnrS8YaqvmUPKf5s68gkIt9LVZ9sJv5plWorFEP484daKDxhBBb3ZLnPghWzyv2MjLOzKO3zU0W3NjEH3alt+JcjFbH8uOSWDflI+NMVnUzZGFaOxR4zpJu8z1Jm82ff1si6dUrBhcEBIH/FAFJxR7IvuCLm9smYiu3orfORX7sdJRTU/UlZawMsS+Mm0kzq3z2J3nTQQnfqCpD7GUZp1nhNJbDJt4ELjJHT9rujqI9ILXYl0dMkor9k0AsNdfgkBnNKI18okdq4Wp0i/gvdSS9pqSt2CuKmhmnV+A09jAm3oEsMtdTSgtyha7Yk/8Lbo3MubfpBvv61wb+4KCtPs51IrkzNpgWZomsuhyCvYEqyG6z45PmeHY7R/ysOJzaycXeD4vKqYQ492DskQw+2pBMcEmtOIWXmdfRiYLtv7KobSWQ3cPXsj3HXOLY+dT5lVaczBMTaT9KFf94H7TmGdHr7jpu7LBEixx+HN8MO9UQ7q1IZsBLrThZkeNoYZOCV3woDsnFFfs/JhD4YclzhjhqF18Mih77F604z66RQuK+LGXu5fEviT3IHuygf4u9DE7cD45/02N/3xnfZiWz/t3te7o5FbD910Uo8Phi2f4YLnEhPF+qpJevGFwQEAT+SwQkFXtZKt/O30Rl96/pW/Mum6ysuDLvF1Z3K64eSQRaerGXkeTRmu4P/bm5piPSRqOAJLnY519ihdUIYux3EjCuteQtEM9SL6nYl1NMkoq97AZzG3fkXlAqfh1TWdbamPNrH7Knj7S9YFKLff6lFViNiMF+ZwDjWkvdgPPijadiiz2Q9ZMH5uZepBi1p97DC8TXmcyB8CX0rvWE2PWO9J1zhpqtDamUFEtmFy8O7R6LccE+7J+JfRWQpQYzvP0IHq98QEgJYl9wZhqtxtfgwNn5GBdXOdL32NLC92Nujg1DY9g5WrbQhoI8Hlf+APcdAbh10EB2L4SxXezY+qg+9Svd406VQfhH72Ro3cBXxB6yOT6uOf3uLOfK7AgafaLJhbAq2E8qec7U48+eulua2MvlupS5dfyLW3EMqakKhY8LaOC6hcAZrQmy0OSz+DY011IB1Gg4fCv7e/g8bw1qcLYk1p5oLGzF+BoHODvfuPjbkXT22LbA9+NfOD65gUQfg2JYQUAQ+K8SkFTsKeTq+k+x9fuTZlq/87vRPA5utENeH5LyJb3YPyHYpi4b7e4RPlw5EiK12GcF2mPgcIjKdd9T3GFF3YxVcbsYKnGXkZRiX14xSSr2yEgNdMTQ4QQGjbK4qb+E81HutJC4W1dasc8i0N4Ah0OVqfueIhB1s1XE7RqKxNuvYrfiPH+TleVwLyGZHK1GNNat/upXIfkZ3Eq6j5puUwy0lPDd4/+88+fxx80bpMp0aNJUR8mtKRLM/XespfzUE2MLAoKAIFBMQFqxV0ySn3aLlDxtGtbTVMrX69KLvfK3j9Rir/yIFDNKKfblFZO0Yq+IqiA9mYQ0TRo3rS35nWPk80kr9uWVqQreY19+WMXMgoAgIAgIAuVFQBlir+zYhNgrm/ibzyfE/s3ZKfNMIfbS0lZ5+vTp07KYQk9Pj9mzZzN58rN2lLIYVYwhCAgCgoAg8K4QEGL/bmRKVOzfjTzJV6mMir2yaQixl5a4EHtp+YrRBQFBQBD4zxAQYv9upFqI/buRJyH2706e5CutcD+e1dDQQFdXl969e79bmRCrFQQEAUFAECgTAjt27Ci644qrq2uZjPc2DBIZGcnNmzdxcHBAU1PK58EqL9rCwkK2b9+OgYEBlpaWyptY4pm2bNmCmpoaI0eOlHgm5Q2/f/9+MjMzK9Q1FR8fT3R0NJ06deKDDz5QHkyJZ5LvPzc3N3x8fCSe6e+HL7OKvfxikslk5RqMmFwQEAQEAUFAEBAEBAFBQBAoDwLW1tYcOXKkPKZ+PmeZib3osS/XPIrJBQFBQBAodwKiFafcU/BaCxCtOK+F6a04SPTYvxVpeK1FVLhWHCH2r5V3cZAgIAgIAhWWgBD7dyO1QuzfjTzJVynE/t3JlRD7dydXYqWCgCAgCAgCr0FAiP1rQHoLDhFi/xYk4TWXIMT+NUG9BYcJsX8LkiCWIAgIAoKAIFB2BITYlx1LKUcSYi8l3bIdW4h92fKUcrSKLfb5x/nacjrfPQJUKvNe/c44zZyPa5daFJych/XUw6Q/v3u+Crp26wmd9gQPS3cOpslARYVKVWtj1HcWK2ebUzu6lHO+6kL+pa24T1xK2K0nqGp3YKz3Rmb2qkvB6cWMCOuG/4JeqMszmf8TXsMO0S5gERZVnnB5hzsTPA+RWFCFWi0GMnfNYuwNq0iZczG2ICAICAIVmoDUYl94ZQfTFh8jtRCoVJ8B85fg1FTaJ5dL/oCqwivsmLaYY4qgqD9gPkucmiJlVMoQ+7SoxYye6k+81ifM27oK+0aVJN/70j6gqoCkI154+p3irroxdjPmMbpjTcljklzs06JYPHoq/vFafDJvK6vsGyF1piS/j31BEke8PPE7dRd1YztmzBuNElJV8W53+UqPfe4e+hvsZNC1fdip53DnpDfDXE/jHHMc13N26G8ewPUQe6oVXRIqqKpXo3pBIAPqbWNgQjCDq0H+/ZPMtXAiddnv+P85pMRzqj7YgZmhBy2DolljbcCjU9Po0DOaabdiGHVuCM22D+D6t0PQkE+Td4ih9ddjdvM7rIKtMZyth9/xjTg0kxEfMIJunz3FNzkYO23Jr1MxgSAgCAgCFZKA1GJ/f40pHSP7MW+ADipqtfjA+lM66qhKylJysb+/BtOOkfSbNwAdFTVqfWDNpx11kDIqycU+O4QBOlNpcvgYjhdc6LnVhuuxM2goZVCAlGIvS16HhXUMw/cux/TBBoZNSsfz/Hp6S1wPlFbsswkZoMPUJoc55ngBl55bsbkeywyJEyWt2MtIXmeBdcxw9i435cGGYUxK9+T8+t5InKr/gtjvZWjKQRyry99zC/jZvTkuWkf5udUs9LfZkXJ0uEK4n71y9zJAPwDHu0cYUnROJnv66bLa4jaRumNKOEdG4jwjjOJ8yAruS9WicfJIOH0G2vRE/wfHksX+xkbudGpBnE8G+ywVZ8nn2mleE59+9zjrpivph4QYXBAQBASBikpAWrHPJ9y1DT7NPLHTkWH0iS3dGxR9HyvpS2qxzw93pY1PMzztdJAZfYJt9waKb5klfEkt9nkRDmh93pm7sdPQzjuMjeZ8zNPOMrGGhEFJLfYZV4lO0KR7x/qoZYfi3GE3/c7vZXCRr0j3klTs8yJw0Pqczndjmaadx2EbTeabp3FW4kRJLfYZV6NJ0OxOx/pqZIc602F3P87vHYzEqfqviT2krzOl6ZnZ3Om/EU2H0xi1rIOK/FpQqY7F8mi8e31Lfw1n4k27oq/6lLyH8fxWaId/1Fr6nLAt4Zwf6BugwzjDeK4vaPw/1Y3cbx3RdYymSYvieZ5mcO2SIev/mMb39dxolXiFOQbPygeFxH3RENNHQaT7dpXuChUjCwKCgCBQgQlIKvayu6zsYoBPXXdcTB5wYNsNhoZFM7ONlE0rIK3Yy7i7sgsGPnVxdzHhwYFt3BgaRvTMNu90K05OQC+0dowjO8KJqgVnGV/bDp1LN/GUuBIsZcX++WVbkMhuF1vWNdpAuEe3VwuUElzbkop9TgC9tHYwLjsCp6oFnB1fGzudSyR7NpQgkhdDSiv2L+YpSNyNi+06Gm0Ix6PbK6VkSeKr2D32Ra04L1fsC7ny9Qf0y9pGXNfFpVfs9fyw/HUbfW7tYqLLfrr4R7Kopxa5gTYlnFNI3NT6mGaHkOr7YXGFQ0bKz1GkN/2IJqdKacVJWMSvzfuiFpaCj8mzD4Q8jjtr49rgIomezSRJuBhUEBAEBIGKTkBSsZfDy8+nQF2dShRy6atWOKqGcGWhsaRYpRX7oqDIL1BHvRIUXvqKVo6qhMQuxFjC/1ekrtg/CbREc40DmdGj0MiPZqSWK0a34vlSR9JUSdqKI1+5LOM0K5zGctjEm8BF5uhJ3Fokn1NSsX8SiKXmGhwyoxmlkU/0SC1cjW4RL3GipBd7GRmnV+A09jAm3oEsMteTtLXt2a7+b4l95gkmth+Fqn88S1PsX6sVJytyHC1sUvCKD8XulG2J5+T/4kYj83tsurGP/rWBPw5iq+9Mncj7+DwYUUqPfSht5jbBLHEVl0PskRftZbd38ElzT7qdi8ejlYTvptK+p4nRBQFBQBAoVwKSin3BOZbYfUPDTb4M0XtM2CgjPNv9TPQUfUljllbsCzi3xI5vGm7Cd4gej8NGYeTZjp9PTkFfQmmUWuxlN+bSuOM9glL96Ji6jNbG51n7cA99JG5ylrRin3+JFVYjiLHfScC41pK3dTzb1JKKvewGcxt35F5QKn4dU1nW2pjzax+yR+JESS32+ZdWYDUiBvudAYxrLXUDzou3nwov9v00hnGuZQu0KSDvcWU+cN9BgFsHVAJtXm2rASp3nUPEWlVcX+mxz+b4uOb0u7OcS8P309zppfadZ+ds6c8ND3PMvVIwal+PhxfiqTP5AOFLelPl21J67G8eY5RaLOsd+zLnTE1aG1YiKTaTLl6H2D3WWPLeRkk/gcTggoAgIAiUIwFJxZ58Lnr3xWZDLob6D7iS58Se8AX0kLhvW1qxh/yL3vS12UCuoT4PruThtCecBRIHJbXYI0sl0NEQhxMGNMq6if6S80S5t5D8bitSin1WoD0GDoeoXPc9RRzqZqyK28VQLWkvOEnFHhmpgY4YOpzAoFEWN/WXcD7KnRYS3xZHWrHPItDeAIdDlan7niIQdbNVxO0aisSpquA99tLu8/8ZXZZzj4TkHLQaNUa3+uuXOfIzbpF0Xw3dpgZoiUK9krMmphMEBIGKRkBasVfQKshMISlNnfcb6xTfNEFailKLfXFQpCSlof5+Y3Se3dNBwrAkF3tFUKQnJ5Cm2ZimtSUu1RezklLsJUzH3w4trdgXX1PpySSkadK4aW3J7xwjn1FasS+vTCHEvvzQi5kFAUFAEBAEpCCgDLGXYt1/N6ZSxF7JQSlH7JUclMR3xVF+NIoZlSH2yo5NiL20xFWePn36/FFR/2aqV+5j/28GEucKAoKAICAIvJMEhNi/G2kTYv9u5EmI/buTJ/lKK3aP/buVC7FaQUAQEAQEgTIgIMS+DCAqYQgh9kqAXEZTiIp9GYFUwjAVTuw1NDTQ0dHh448/VgI+MYUgIAgIAoLA20Zg586d/B975x6X4/0//mcHodqiJGrOU04/hPFlGCMlaSk6DCG2WIYxp08ac2jOOc9kDjWHFaFl+EiUiC3LIYfIIacJK3TgbnX3e9yV4/JZ6H138L7/2mOu6329X8/X9b6u5/3qdV+XShoHDx5c2qb22vPZv38/SUlJ9OvXD9V9rjx8lEolAQEBmJqa0qNHj/IQUl4M69atQ1NTE3d393ITU0hICA8ePChXa+r8+fMcPnyYVq1a0bx583KTK9X5N3r0aBYtWlSiMRVbK46Wlhaqi4X8SAKSgCQgCUgCkoAkIAlIAm8bgV69ehEWFlaiYReb2Mse+xLNozy4JCAJSAIlTkC24pR4Coo0AdmKUyRMpWIj2YpTKtJQpEmUu1YcKfZFyrvcSBKQBCSBcktAin3ZSK0U+7KRJ9UspdiXnVxJsS87uZIzlQQkAUlAEigCASn2RYBUCjaRYl8KklDEKUixLyKoUrCZFPtSkAQ5BUlAEpAEJIHiIyDFvvhYihxJir1IusU7thT74uUpcrTyLfZZUUy1HUtY6tNH5GuYOLE8+EP29F+Hia8/nk1Ur/rN5sSy4YQ2W45Pxzhm9R5JyO3H+2hQ1W4hv3bbh+3YMJ4OpYGJ03KCP9yJ3ZgdpChBQ0ObSkYW9Jq0AG+rmvy99z/0/PYm/QN+ZGj9/FfKZsX44jTpBu5bFmCyzI6xYak8mZ2GCU7LQxn3aDo2hY5pzPl5tkzQ9SfUq07eeIoYX1ymP2Rk8Ay664s8VeTYkoAkIAmUDQKixT7nyg58vprNnls1sJ60iBmf1EH0S8OFv6Aq+wo7Z8/A/+BNdJo4MWHqMNpUEZtvtYl96n5mzU7C1XcwDUQnSl0vqFJzTMLFPiUS32FjCUgwoMfUNSx0rovKzkR+1PWCqtT9s5id5Irv4AbCrxMqXuVb7DODcDBdjf2FEJwr558eGpo6VGYbziau7Gkxh5gDE2imrSDCy5LvO8US7BCOq+liup7bQX/dvD3Q0KmExnYnTFfbcyHEmfyhNNDUqQwhDtRc24fErf2oTBa3o3ywdktm7p9b6BHUkxpfxNDM+zeivc3RQkH48A9w3FCJKacjqDvqPVbbXyDk6eTQqaxLdpD9S8bcSM0vKtJdP570ZU2BdEIHdWDm2RyqD48g1MMETZGrQI4tCUgCkkAZICBU7JVXWdi2KTvcowjotJ9PO26l/+VDfFFdLBixYq8kaZk1tjED2TyvE3dWDGBk6gziln9MRYFhqUPs750KYPLQ0ax8MIK4eF9airZFNYh9ScQkVuzTCbE3Zmz9MHa7Hsej8xocLpxiQh2xRiNe7O9xKmAyQ0ev5MGIOOJ9Wwr/svKWiP1anG7sYuCzj/3N/Bnnllswax3PsZZBhE80J/pZsTdbhs3V/zL4mX0ygxwwXevEjV0DeW6ozfaYBrpyc+en5H0PuL8JO5PFWF87gsdOWyy2V8X8r8asPDAF8+w9jOj7EynnE2m9d2+e2K91usGu5yYHmS8dM4oPxj8j9ikbcewYwbDVhkwab8y2qPFqqUYIvM7LoSUBSUASeGMCQsWeLFIu3oR6ddFLWoNdmwCczx/gM6M3nvb/HEC02N87G02i/oe0qaVFeuggWm+0I25zv/z7mqCPeLFXEDF/Mucta7JtXCpzYsuD2JdMTELFXhGOi8FXtL15inGGCsIc9JlmlUKs1zuCzrz8YYWLvSKC+ZPPY1lzG+NS5xArxf718vncU3FUFXt9Fw5bNKaaRn6VXdd6HtGz0nC3DGdIeE82WfnRNHgXH6xs+7RiX/UT9tVtjLFqH+3mjNm+gQGxTui7HMaicTXyh9LFel40sx70Q29QAp3am6KZq+BuwjlynAKIXNobvQBbLCL78/WNlaQvO8DYiyNwO9oDi+AFVNulEvt3cTlsQeP8yaGha828aD+6bO/9kjGtueTxWOwb8+cPNnQ/7UOcnxG+bZ15uOo4c1qroRzxeqmRe0kCkoAkoBYCYsU+PwRF+CQ6DpzDqTqziYmYiKVIAwbEiv3TtGRf2oiH4zLqrtjL9A5iX4QlXuwL4rrvj81Hl5ldLsS+ZGISKvYZgXQxWI9nejhulbKJHW6Ek/FJkmbktxyL+ggX+yepsuGjy7Ol2L9uIv8h9qYvqdhbhjP05A+03DmIzgsbMqbJZiI+LmjFecWKfQ1/G/5Y242rG7zw2NKOgIhZdDaAjHW2WESNIrrVAgbcm8+EK96cGPMtGS4jMcwT+5dX7AsfM4sjgwvEfkll5ncwZ2aKJeZVIO1SLKkO/+XKaisqvS48uZ8kIAlIAuWAgDrEPh9TKpt7mbHA+gq/jxLbiyNe7JXcOzwft8/DaOkXxCyrGsJbO6XYv8FiU/OXFaFi/ygIG/0luNyPZoheFtGDDRhqcZWEycZvAOjfd5Vi/++M3mQLMS+oyuux/19i7491hWRCBnXk8533+GhFEltVPfavKPZPW3HSiPBshMON2SSEDuRdVcU+ajTnZ17gE/sQlNW6smxHb9a3GvGvYl/4mC4kFVTs748Ioo1bNuv+mEULbVDeWoVNq914xIfgavgmqZD7SgKSgCRQtgkIFfusGCa2n8Z723bxZe0MQvoYM73jFY6PqyEUmmixzzo5n57uMTj/FIhnM8F/figgJcX+DU6Z8iT2yov41GvDreBk/NskM7dZE+KW3mVTN5G/8FBDK46s2Oc+fXTNG5zr/7sVB6jQnimhPdjeQ1Wx98e6IiiTtzKwlTsPF9wh5H+I/XOtOHlDTSHUajMtnu2xT9+PZ0M7rs9LZHP2UBpHjebi6mb80Pk9VnU/w4kpCrxbPBb751txoALtp4SzVHPo8337T8Y8g3d4XXroH2dfRWeGv7ON2GlNCn5lncomx0as6vo7+7+s/QYE5a6SgCQgCZRtAkLFHgVxs7vSbX4ajd+7wxmlO1uj5vKx4CfIiBX7NIKczXD5pQLV381v59TpvpD4Df0xEHgqSLF/A7jlSexRkhzkirnLAczqpnHZ9DviIsfQSHBnsazYv8H5V4RdxVTsi3BguYkkIAlIApJA+SIgVuzzWeXcv8aV++9Qq3YVdNSAT6zYqyGAQg6hNrFXc3jVqlXDyMiIhIQENR9Z3OGEtuI8/gtOahKJKfrUa2Ak9GlMjympS+zFZaXwkcv34y7VTVMeTxKQBCQBSaDECahD7NUdpBR7dRN//eNJsX99durcU4q9WNqyYi+WrxxdEpAEJIG3hoAU+7KRalmxLxt5Us1SHRV7ddOQYi+WuBR7sXzl6JKAJCAJvDUEpNiXjVRLsS8beZJiX3bypJppuWvF0dPTy+tt69q1a9nKhJytJCAJSAKSQLEQ2LBhAzk5Obi7uxfLeKVhkAMHDnD16lWcnJxQ3efKw0eVI1WuatasiZWVVXkIKS+GgIAANDU1GTBgQLmJadu2baSlpZWrNXX+/HmOHDlCy5Ytad68ebnJler8GzVqFIsXLy7RmIqtYq+lpYVSqSzRYOTBJQFJQBKQBCQBSUASkAQkgZIg0KtXL8LCwkri0E+OWWxi/9zjLks0JHlwSUASkAQkgZIgIFtxSoL6qx9TtuK8OrOS2kP22JcU+Vc/brlrxZFi/+ongdxDEpAEJIHyRECKfdnIphT7spEn1Syl2JedXEmxLzu5kjOVBCQBSUASKAIBKfZFgFQKNpFiXwqSUMQpSLEvIqhSsJkU+1KQBDkFSUASkAQkgeIjIMW++FiKHEmKvUi6xTu2FPvi5SlyvMZNkwAAIABJREFUtPIt9tlHmNV7JCG3cwsYalDVbiG73Y5iO0EX/+1e1LoTwXcjfdiSmEmujilW45fwXd86JM6zZYKuP6FedeDRadaPGcGMXy6RXbEqjfr4sMTXmfdvrKBvzwWcyH4mRdoN+CxwIg//M5Gw1MfHBQ0TJ5aHjuPRdBvG7EhBiQYa2pUwsujFpAXeWNXUzBtEEeOLy/SHjAyeQXd91f+IwNt6HDvvgYamFpUMG9Jj1Hd8Y/8eF56dY2H7ijxz5NiSgCQgCZRSAsLFPuMU6yd7sybubyw+nc68ER9gIJiF8BdU5Vxhh89XzN5zixrWk1g04xPqaIkNSrzY53Blhw9fzd7DrRrWTFo0g09EBwWIfUFVycQkXOxTIvEdNpaABAN6TF3DQue6aIs9/RD+HPsSWFMqZOVb7B+F4mq6mK7ndtBfVxWuBho6lajwx1Aqdtcn/t58rg8zZ1rTvUSOt0DrWiBO7VbS9eg+2vlUprt+POlLjAiwNce7hj/7V7rwvjKBQPcOfJG7iqStvdHNUPB35jYcq6/AIXkv7npa6OSG4fLeauwvhOBcOf/M1NDUobJuNkH2NVnbJ5Gt/SpD1m2ifKxxS57Ln1v6oEs6oYM6MPNsDtWHRxDqYYJm5gZsqwfifHkLfSvnkB6/mN7d9/PZxT00n1gxf47LmkJh+wpeFHJ4SUASkARKIwGxYv+IiM+a8ZXBcrZ5abHY9nNyfjzPsg5iNUSs2Cu5urAtTXe4ExXQif2fdmRr/8sc+qK60PSKFnvl1YW0bboD96gAOu3/lI5b+3P50BeIjUqs2JdUTGLFPp0Qe2PG1g9jt+txPDqvweHCKSbUyS94ivqIFfuSWVNvh9ibLcPm6n8Z/Mxjf7OODH4i9tc8auOlvYits/vSsro2t8+cIKNWU5K/zJfmB1+H0KRRPIvu/YxNpYLT6/5PWFVZhN2tWEabAI+CsNVdTJ+0Q3ymOk5mEA6ma3G6sYuBzz1uOJPN9qYEut5k56d53zS4v8kOk8XWXDvyJcYpG3HsGMGw1YZMGm/MtqjxNFCoxH4jA2/vxE21S/YRRtUdhP6e49jP030q9oXtK7jaImqxyXElAUlAEngTAkLFXhHBsGZ+tA0ejf4fd3ivszWt6xqiJ9brESv2kJVykZvUo65eEmvs2hDgfJ4Dnxm9SRr+dV/RYk9WChdvQr26eiStsaNNgDPnD3yG2KjEin1JxSRU7BXhuBh8RdubpxhnqCDMQZ9pVinEer3zr+fQm2wgVuxLZk29HWJf9RP21W2MsQag3Zwx2zcw+Pbjiv0yGqdEMn/UOPy2HuPBex3oO2ou80d/wEWPfLH/q/dM3h3dlEtnpmD2+MtjTjxf1+nEg+BkVrXXKVzs9V04bNGYaqrjooGu9Tyi/bqwvbcegxI60d5Uk1zFXRLO5eAUEMnS3tVI/sGG7qd9iPMzwretMw9XHWdO45/pqTcWxVAHGmplc+/MbsI1viZ6vxf3hz6u2Dfmz8L2bS34TvMmK0ruKwlIApKAIAJCxT5jLd3f8eRyVw/6/98DQtbe4ouDe/migdhKimixz0uFIpxJHQcy51QdZsdEMNEyvwAl6iNc7PODInxSRwbOOUWd2TFETLREbFSCxb6EYhIq9hmBdDFYj2d6OG6VsokdboST8UmSZtQRderljSta7EtiTb0dYv+/KvYpM6l05jaGzc2pqpnB1YOBTBwwmexFlxi3wzBP7O8PWYlpLy323FhEy8fXbcV+BhkOpfaJRGa8r/mKFfsa+Nv8wdpuV9ng5cGWdgFEzOqMgfIS8zuYMzPFEvMqkHYpllSH/3JlyW36VF1I843T6FSxAno1m9C2dW30yOLI4AKxX1K58H1XW/H4jwxCV4ccXBKQBCSBUkRAqNhn/oSN3jJ63j7CaONsjo2zYETNaH77uqZQAmoR+4IIUjf3wmyBNVd+HyW0bUU9Yv8kKHqZLcD6yu+MEtyLI7bH/pnTLHWz2mISKvaPgrDRX4LL/WiG6GURPdiAoRZXSZhsLHRNqUXs1bympNj/NYKgNg7cW3WCxe1V3+Ez2TPInHmdjjEzukZ+m8vCh4yt351LC08T4myGJkqure9BwxkdOJYwnaYq2X/dVpy0CDwbOXBjdgLbWq2krVs26/6YRQttUN5ahU2r3Xj85kRAo2dacZ6c5k/F/v6IINoUtm98CK6GQteFHFwSkAQkgVJHQKjY58TznyYO/L35HPMss9gzuBELO59kj0cVoRzEin0WMRPbM+29bez6sjYZIX0wnt6RK8fHUUNgVKLFPitmIu2nvce2XV9SOyOEPsbT6XjlOONEBiX4x7MlFZNQsVdexKdeG24FJ+PfJpm5zZoQt/Qum7pVFHj2ia7Yl8yakmJ/bxmmB6dg5x6IooklJpnnSdTpz7od49EY+fSHqY9OLce11xSOVmmGufYVTt1vx+xfNvJ5E538k64wsX+uFQeo0J4p4UvRHPp8j336fk8a2l3Fc8BFdtTcTuy0JuT/YSCVTY6NWPXhf6g89b9Pe+z/IfbH2VfRmeHvbPvnvl1/Z/+XtYUuDDm4JCAJSAKljYBQsUdJ8o7hdBkRhVGDXC5n9mVz5Cw6qZ5iJvAjVuxBETebrt3mk9b4Pe6cUeK+NYq5H4v9siJa7FHEMbtrN+anNea9O2dQum8lau7HiI1KcCtOCcUkVOxVayrIFXOXA5jVTeOy6XfERY6hkeBuYtEV+5JYU+Vf7It6kVVmkHzlOmmVzahfU5/Cf4edxb2rV7itZUIDM4MC+S7qAeR2koAkIAlIAuoiIFbsC6LIuEXiLQ1MG5gI79lWHVG02OdFlXOfa1fu806t2lQpqFuJzJlwsc8PivvXrnD/nVrUVkdQgiv2+flQf0xixT4/quzUJBJT9KnXwAixtfr844kW+5JYU1LsRV6x5NiSgCQgCUgCJUJALWKv5sjUIvZqjkk9Yq/moNQi9uqPSR1ir+6o1CL26g6q3D/HvgSAykNKApKAJCAJlCwBKfYly7+oR5diX1RSJb+dFPuSz0FRZ1C+X1BVVApyO0lAEpAEJIFyQ0CKfdlIpRT7spEn1Syl2JedXJU7sdfT08PQ0JCPPvqo7GRBzlQSkAQkAUmg2Ahs3ryZnJwc+vfvX2xjlvRAUVFRXLt2DQcHB1T3ufLwUSqVbNq0iRo1atCtW7fyEFJeDBs2bEBDQ4NPP/203MS0Y8cO0tPTy9WaSkxM5OjRo7Rs2ZKmTZuWm1ypzr9Ro0axePHiEo1JIzc3N7c4ZqClpYXqYqFaVPIjCUgCkoAk8PYReHw7KU/3gWdvkeUlrvIYk2q1lefzr7yce8/mSfXf5S2uXr16ERYWVqIX/2ITe9U3f29vb7788ssSDUgeXBKQBCQBSaBkCMhWnJLh/qpHla04r0qs5LaXrTglx/5Vj1zuWnGk2L/qKSC3lwQkAUmgfBGQYl828inFvmzkSTVLKfZlJ1dS7MtOruRMJQFJQBKQBIpAQIp9ESCVgk2k2JeCJBRxClLsiwiqFGwmxb4UJEFOQRKQBCQBSaD4CEixLz6WIkeSYi+SbvGOLcW+eHmKHK18i332OebZTkDXfzvDrszEZZ0Jvv6eNFG9pjj7BMuGh9JsuQ9dKipI3PotE+bu4OyDv8nVb477nBVM+rg62VFTsR0bRuqTn/ZqYOK0nOAP99C/0PEmU2OJLRN0/Qn9LImptmMJe7ozGiZOLA8dx6PpNozZkYISDTS0K2Fk0YtJC7yxMj7/ZM5edVTvwFUQ4+vC9IcjCZ7RneffWp7F/m9sGP/rA9VPP6jwbi3auk1k2tB2VM2Oesmx/0O7x69pVuzlPz2/5Wb/AH4cWj//bbpZMfg6TeKG+xb8TJYVGnvouEdMtxnDjhSl6hcnaFcywqLXJBZ4W1FTEzJPrmGM1xz2XH2EpmFrPvdbycQu1fPf6KuIwddlOg9HBjOje340Wfu/wWb8r+RFUeFdarV1Y+K0obSrqtrjEafXj2HEjF+4lF2Rqo364LPEF2fziqBMJuK7kfhsSSQzVwdTq/Es+a4vDQS/hlrkgpRjSwKSwJsTEC72KZH4DhtLQIIBPaauYaFzXURfdtT2gqqUAyxa8RefTHaiXt5NQdxH3WKfcmARK/76hMlO9YS+Pb5atWoYGRmRkJAgBF5KpC/DxgaQYNCDqWsW4lxX9NmnhlacElhT4l9QlUKk7zDGBiRg0GMqaxY6o4ZUUb7FPusIgyt2Rz/+HnPjXTFx3UOLOTEcmNAMbUUEXpbf0yk2GOt9/Wk0QsmCfasZYFGZ1KPTsbI9hNfZPbgccMR0tT0XQpypnLdENdDUqQzbnF8y3gbqflGR7vrxpM89jYPpauwvhOCcvzMamjpU1s0myL4ma/sksrVfZci6TZSPNW7Jc/lzY02+KJjzsqbakB7KoA4zOZtTneERoXiY5OlxwSeTTb3N+KnveX520iHjehR+A4ZyeFAMUUOPveTYOvmCrfpkrKNnjS+IaebNb9HemGuBInw4HzhuoNKU0xyoO6rQ2HWzg7CvuZY+iVvJn34UPtZuJM/9k6C2P9PdfDqNg6NZYmvGg4PjaN05mnFXY/CqpUl66CA6zDxLTvXhRIR6oAonc1NvzH7qy/mfndDJuE6U3wCGHh5EzH4v9DbYYu5dA//9K3F5X0lCoDsdvshlVdJWev0+GPNpTdkbOR4LrWsEOrVjZdejHBxd62mMQi6rclBJQBIozQTEin06IfbGjK0fxm7X43h0XoPDhVNMyCvEiPuoReyVN9g4oC39j7gQc34h/yfYF9Up9sobGxnQtj9HXGI4v/D/hH4REyr26SHYG4+lfthuXI970HmNAxdOTUDw6Se4x75k1pRosU8Pscd4bH3Cdrty3KMzaxwucGpCHeF+8haJ/ae03GJG6/hjtAwKZ6J5dIHYryDVuh6/jrzFLy6P6+E5nI/YxUNLWxrudcR0rRM3dg3k2ScHZ/7s/JLxXhT7tTjd2MXA5x47nMlme1MCXW+y81PdvDvB/U12mCy25lrUB4x/RuxTNjrSMWIYqw0nMd54G1HjGzxTacgX+839b7DDNX+c7N/G0NDDgMu/NcXBtLBjP3PjyViHrcV2qpr/ReOVB5hins2eEX35KeU8ia33sk8l9oXETuZm7E0Dcb25k/zp32eTnQmLrZPYeLcjFvGLSNvai0p5h1KQePgo/L/OvP9OChsdOxIxbDWGk8ZjvC2K8Q208sV+c39u7HAlb7js3xjT0AODnTvQdmxK/KJ7/GyTP5rqWD9ZVWGR3S2iLcZT20ubRVtn07dldbRvn+FERi0s670j7u4qR5YEJIFST0Co2CvCcTH4irY3TzHOUEGYgz7TrFKI9RJ73REv9tmcW9qPsbcbkrMth2+PLyg/Yp99jqX9xnK7YQ7bcr7l+IKyK/aKcBcMvmrLzVPjMFSE4aA/DauUWASffmLFvoTWlFixVxDuYsBXbW9yapwhijAH9KdZkRLrhdgrBW9Txf5TLMOHEN5zE1Z+TQne9QEr235PpyPjiDIfSJUD5/BtpMHtQz+x4cgdlGjxfs+RWMX3Rd/lMBaNq5H3ZHwNXaznRTMrzb3w8WJfEHt9Fw5bNKZa/s7oWs8j2q8L23vrMSihE+1NNclV3CXhXA5OAZEstb6Ex2Oxb3yHH2y6c9onDj8jX9o6P2TV8Tm0flJF+afYk7qMTg2OcvB6bxwKPbZtgXDnV+xtLSLp//UNVqYv48DYi4xwO0oPi2AWVNuVJ/aFxe7XZTu99QaR0Kk9ppq5KO4mcC7HiYDI+VQebYCneQIXvq33j2+lyj9/wKb7aXzi/DDybYvzw1Ucn9OarBfFnlSWdWrA0fHrye43nqaXzjDF7HE1LIf4r+vQ6UEwqSsbEDl/FOP8tnLswXt06DuKufNH86Gx2MpZqbcaOUFJ4C0nIFTsMwLpYrAez/Rw3CplEzvcCCfjkyTNqCOUumixzzw6Fac5NVi8VpevPzzJf8qN2GdydKoTc2osZq3u13x48j9lWuwzArtgsN6T9HA3KmXHMtzICeOTl5khuGQvtMe+hNaUWLHPILCLAes90wl3q0R27HCMnIw5eXmG8L+uvFUVe8vwoZz8oSU7B3VmYcMxNNkcwce/zeZsmzZc//4WP3atQPLBdQQcukXCBm/iPR8QUX3gSyv2hY73otgXWjVXVexr4G/zB2u7XWWDlwdb2gUQMaszBs+0Dy2pvIgO5jNJsTSnCmlcik3F4b9XWG31uHr9T7HPOfMNze3SOB3fvogV+yhGRbdiwYB7zJ9wBe8TY/g2w4WRhvli/9KKfQ1/bP5YS7erG/Dy2EK7gAhmddYnfmwtOqWHkLzq/9DJu80pufFbJKkNOqG7tiPmM1OwNK8CaZeITXXgv1dW8+G2Fyr2OWf4prkdaas3ke3wCVp7brCo5eNmTwX7BxkytHYcfwzO5LZhc8yrapJx9SCBEwcwOXsR14P7PPfXFaF3Wzm4JCAJlDoCQsX+URA2+ktwuR/NEL0sogcbMNTiKgmTjYVyECr22SeZ+oENey3d6GBwjq3rkukycxF+Xh2pIjAqYa04f62ip5knuxUVaOk5BEJPYenWAYNzW1mX3IWZi/zw6iguMpGtOI+CbNBf4sL96CHoZUUz2GAoFlcTEHz6ia3Yl9CaEiv2jwiy0WeJy32ih+iRFT0Yg6EWXE2YjNgrxVtXsR/KSX9rKiSHMKjj5+y89xErkoJoPr8FHx7+muM7B1Mnzx9T8nrg/XrcZd+/if0/xtv0Qo99EVpx0iLwbOTAjdkJhLokFVTs/2JE0P/hlr2OP2a1QBslt1bZ0Gq3B/EhrhjmXWxfFPv7HPBqxRDNAC7PuVFksR99fiYXPrEnRFmNrst20Ht9K0b8m9g/04qTFuFJI4cbzE4IxeX6V9S1usUPF3+mtxHw1w4cTQdRbe8Bao52J3vdH8xqoQ3KW6yyacVuj3h+yh30XCvO/QNetBqiSUDCAipOqk/3Sws5HeKMqmivvLaeHg1n0OHYGVyCWuNwbxUnFrfPa+HJ3DMI83mdOBU+jKoCb0ZyaElAEijdBISKvfIiPvXacCs4Gf82ycxt1oS4pXfZ1K2iUChCxV55g/1rg/jjnhL+/oMfF9zAdskiprq1FNo2IEzsn8mE8sZ+1gb9QX5oP7Lghi1LFk3FraW4hgiRYq+86EO9NrcITvanTfJcmjWJY+ndTQg+/cSKfQmtKbFir+SiTz3a3Aom2b8NyXOb0SRuKXc3dUPsleItFfuKKEneOpBW7g9ZcCcEV51ENni6MGl/Lu/X1+NOwnmyWoxg6Q/f0OmQ4/PtKECF9lMI7bGdHqq/APhb8/x4m58X++faYfJ2Zkr4UjSHPt9jn77fk4Z215l3xpvwuj3QP76His4jeWdbLNOaFFSrUzfh2GgVXX/fx5e1Ve0mmWyy02PAscY0MoRsxUMqNB/D+sDRtNYIeqEV5/Gxf+TTx18X81pxohh9cTXNfujMe6u6c+bEFBTeLZ6I/XOtOAWxhy/VZOhzPfbp7PdsiN31eST+8glJM62wmn0Di1Y1uXs8gWpfbmOXw046Dn+HbbHTeBqOI41WdeXy53vQG3CMxvlB8LBCc8asD2R0az14dIrlrr2YcrQKzcy1uXLqPu1m/8LGz5ugk7qfKXbuBCqaYGmSyflEHfqv24F3++efHST0bisHlwQkgVJHQKjYq+4fQa6YuxzArG4al02/Iy5yDI0E/9BUqNg/m8HM9di3LU+tOE+Dy1xvT9sy3oqjehpckKs5LgfMqJt2GdPv4ogc00joj4FVBIW24pTQmhIr9qoH9wXhau7CAbO6pF025bu4SMaIvlBQ3sX+FW83ykd3SLr+kCp1a1NV8EX6FadW5jZXZtwiMSkDg7r1MNF98573rHtXuXJbC5MGZhg89wg2JRnJV7ieVhmz+jXRf/NDlTnWcsKSgCTwPAGxYp9/rOzUJBJT9KnXwEh4BU51PLWJvRpPJnVU7NUYzpNDiazYF5x9pCYlkqJfjwZGouu/+UcUK/Yls6ZEi33BhYKkxBT06zVATakq5z+eLYkVLY8pCUgCkoAkUKIE1CH26g5Qir26ib/+8cSL/evP7XX3VIfYv+7cXnc/tYj9607uDfYr3z+efQMwcldJQBKQBCSBsklAin3ZyJus2JeNPKmrYq9uGlLsxRLXyM3NffJu1zc5VI0aNfD29ubLL798k2HkvpKAJCAJSAJllIAU+7KROCn2ZSNPUuzLTp5UMy13FXs9PT2qVq1K586dy1Ym5GwlAUlAEpAEioVAUFAQOTk5uLm5Fct4pWGQgwcPcv36dXr37o2+fvl4QIBSqeTnn3/GxMSEjz/+uDRgLpY5bNq0CQ0NDVxdXYtlvNIwyC+//EJ6enq5WlOJiYn8/vvvqAoBzZo1Kw2Yi2UOqvNPVdxesmRJsYz3uoMUW8VeS0sL1cVCtajkRxKQBCQBSeDtI/D4D8Dl6T7w7B+1y2NcMqbSvU7lmird+Xl2dqpc2dnZofoyVpKfYhN72YpTkmmUx5YEJAFJoOQJyFacks9BUWYgW3GKQql0bCN/PFs68lCUWZS7Vhwp9kVJu9xGEpAEJIHyS0CKfdnIrRT7spEn1Syl2JedXEmxLzu5kjOVBCQBSUASKAIBKfZFgFQKNpFiXwqSUMQpSLEvIqhSsJkU+1KQBDkFSUASkAQkgeIjIMW++FiKHEmKvUi6xTu2FPvi5SlytPIt9tnnmGc7AV3/7Qy7MhOXdSb4+nvSRPVW2ewTLBseSrPlPnSpqCBx67dMmLuDsw/+Jle/Oe5zVjDp4+pkR03FdmwYqU8exqmBidNygj/cQ/9Cx5tMjSW2TND1J/SzJKbajiXs6c5omDixPHQcj6bbMGZHCko00NCuhJFFLyYt8MbK+PyTOXvVUb1GVUGMrwvTH44keEZ3nn8WQhb7v7Fh/K8PAA0qvFuLtm4TmTa0HVWzo15y7P/Q7slbdZUkR3zHSJ8tJGbmomNqxfgl39G3AZybVxDDiEpEfDcSny2JZObqYGo1niXfOaKxqi89F5wg+5mzU7vBZwROfMh/Jv6TV+i4B3zT81tu9g/gx6H1yXt5bFYMvk6TuOG+heX9jF8S68vmKF8NLPLCIMeWBMoyAdFin31lJ7Nn+HPwpg5NnCYwdVgbqggGJv4FVSlE+g5jbEACBj2msmahM3UFX2bFi302V3bOZob/QW7qNMFpwlSGtRGdKRD9gqqUSF+GjQ0gwaAHU9csxFl0otTRipMSie+wsQQkGNBj6hoWOtdF8OmH+OfYq39NqS5D5Vvss44wuGJ39OPvMTfeFRPXPbSYE8OBCc3QVkTgZfk9nWKDsd7Xn0YjlCzYt5oBFpVJPTodK9tDeJ3dg8sBR0xX23MhxJnKeRduDTR1KsM255eMt4G6X1Sku3486XNP42C6GvsLITjn74yGpg6VdbMJsq/J2j6JbO1XGbJuE+VjjVvyXP7cWJMvCua8rKk2pIcyqMNMzuZUZ3hEKB4mKtl//MlkU28zfup7np+ddMi4HoXfgKEcHhRD1NBjLzm2Dk9GeLSHwebTaLo3kvEWWlwLdKLdyq4cPTiCGx75MdztPQ/zaU3ZGzkeC61rBDq1Y2XXoxwcYcxDxd9kbnOk+goHkve6o6elQ26YC+8Vwkv37wB61viCmGbe/BbtjbkWKMKH84HjBipNOc1vE2oXHutL5ziaWs+iEHxTlcNLApJA2SEgVOyVSSyztiVm4GbmdbrDigEjSZ0Rx/KPKwoFJFrs00PsMR5bn7Ddrhz36MwahwucmlDn6f1CQHSixV6ZtAxr2xgGbp5HpzsrGDAylRlxyxGcKrFinx6CvfFY6oftxvW4B53XOHDh1ATy6oACP2Ir9umE2Bsztn4Yu12P49F5DQ4XTjFBcFCixb4k1tRbJvaf0nKLGa3jj9EyKJyJ5tEFYr+CVOt6/DryFr+4PK6H53A+YhcPLW1puNcR07VO3Ng1EL1nlfpn55eM96LYr8Xpxi4GPrszmWy2NyXQ9SY7P9XNG/X+JjtMFltzLeoDxj8j9ikbHekYMYzVhpMYb7yNqPEN8qvdeZ98sd/c/wY7XPPHyf5tDA09DLj8W1McTAs79jNBPNqNe20vtBdtZXbfllTXvs2ZExnUsjTj9OACsbebQ20vbRZtnU3fltXRvn2GExm1sKz3Tt5Aj4Js0V3ch7RDn+XxyQxyKJQXGeuwtdhOVfO/aLzyAFPMs9kzoi8/pZwnsfVeYibUptBYXzrHeuTPQH4kAUlAEniegFixv8fZ6ET0P2xDLa10Qge1ZqNdHJv75V+DRX3Eir2CcBcDvmp7k1PjDFGEOaA/zYqUWC+h11nhYn/vLNGJ+nzYphZaqiJZ643YxW1GcKqEir0i3AWDr9py89Q4DBVhOOhPwyolFi/BN0ShYq8Ix8XgK9rePMU4QwVhDvpMs0ohVnBQYsW+ZNbUWyf2luFDCO+5CSu/pgTv+oCVbb+n05FxRJkPpMqBc/g20uD2oZ/YcOQOSrR4v+dIrOL7ou9yGIvG1ch7Mr6GLtbzopmV5k6h48W+IPb6Lhy2aEy1/J3RtZ5HtF8XtvfWY1BCJ9qbapKruEvCuRycAiJZan0Jj8di3/gOP9h057RPHH5GvrR1fsiq43No/eTvU/8Ue1KX0anBUQ5e741Doce2pdKTO4+S25HzGTXOj63HHvBeh76Mmjuf0R8a8FuB2KcvMSZy/ijG+W3l2IP36NB3FHPnj+ZD4/zyQGFiXxgvv482Y2sRSf+vb7AyfRkHxl5khNtRelgEs6DaLmK+rvCSWF82R2OhlSRRN2c5riQgCYgnIFTsn0w/m0sbPXBcVpcVe6fT4bniTfHHKFbsMwjsYsB6z3TC3SqRHTscIydjTl6eIbQSLFrsn6bqEhs9HFlWdwV7p3d4rkhX/JkS24ovC2A3AAAgAElEQVSTEdgFg/WepIe7USk7luFGThifvMwMwdVtoWKfEUgXg/V4pofjVimb2OFGOBmfJGlGHRHpeTKmWLEvmTX1For9UE7+0JKdgzqzsOEYmmyO4OPfZnO2TRuuf3+LH7tWIPngOgIO3SJhgzfxng+IqD7wpRV7y/BCxntR7Autmqsq9jXwt/mDtd2ussHLgy3tAoiY1RmDZ9qHllReRAfzmaRYmlOFNC7FpuLw3yustnqs5v8U+5wz39DcLo3T8e3/tWKvvHeRk7cNaW5eFc2MqxwMnMiAydksur6Bml6qiv1Jrn+Vw23D5phX1STj6kECJw5gcvYirgf3ybs4vlrFPopR0a1YMOAe8ydcwfvEGL7NcGGk4S4O9Q0qNNZVH9x4yRyD6SP4Rir0iiIHlwQkAWEEhIu98h6H57vxeVhL/IJmYVVDcB8EIFbsHxFko88Sl/tED9EjK3owBkMtuJowGdWvn0R91CH2ynuHme/2OWEt/QiaZYUaUiW0Yv8oyAb9JS7cjx6CXlY0gw2GYnE1gckiEyW6x/5REDb6S3C5H80QvSyiBxsw1OIqCYKDEiv2JbOm3k6x97emQnIIgzp+zs57H7EiKYjm81vw4eGvOb5zMHXy+lxS8nrg/XrcZd+/if0/xtv0Qo99EVpx0iLwbOTAjdkJhLokFVTs/2JE0P/hlr2OP2a1QBslt1bZ0Gq3B/EhrhjmXWlfFPv7HPBqxRDNAC7PufGvYp9zeiotHe6x6sRi2qv+ipy5h0Hm8+h06leafaUS+xMcNeqPw71VnFjcnvxNBmE+rxOnwodR9TXEfvT5mVz4xJ4QZTW6LttB7/WtGGEYxuoMx0JjPTHjLB8XOsdwhqkmID+SgCQgCbxAQKzYZ3Fyfk/cY5z5KdCTZmI7cJ5EJlbslVz0qUebW8Ek+7cheW4zmsQt5e6mboj85YBwsc86yfye7sQ4/0SgZ7O8e5g6PiJ/PKu86EO9NrcITvanTfJcmjWJY+ndTXQTmSjRYq+8iE+9NtwKTsa/TTJzmzUhbuldNgkOSqzYl8yaemvFviJKkrcOpJX7QxbcCcFVJ5ENni5M2p/L+/X1uJNwnqwWI1j6wzd0OuT4fCsOUKH9FEJ7bKeHqmLvb83z421+Xuyfa4fJ25kp4UvRHPp8j336fk8a2l1n3hlvwuv2QP/4Hio6j+SdbbFMa1LQVZ+6CcdGq+j6+z6+rK2qEGWyyU6PAcca08gQshUPqdB8DOsDR9NaI+iFVpzHx/6RT598s09l/xQ73AMVNLE0IfN8Ijr917HDuzXxj1txZtxmip07gYomWJpkcj5Rh/7rduDdPv/3CP/ailPAK3xJFoMsohh9cTXNfujMe6u6c+bEFBTeLRhh4EuHddNeEusWmq2yL2SO7V94QpA6LtfyGJKAJFAWCAgV+7QgnM1c+KVCdd7Na4vUofvCeDb0NxCKRqzYgzI5CFdzFw6Y1SXtsinfxUUyppHY55KIFvu0IGfMXH6hQvV385+wotOdhfEbEJwqoRV7lMkEuZrjcsCMummXMf0ujsgxjYQ/QUZoK47KyYJcMXc5gFndNC6bfkdc5BgEn37Cn4pTEmuq/Iv9K15mlY/ukHT9IVXq1qaq2OvZK85M7ObKjGSuXE+jsll9auoX9idlJRnJV7ieVhmz+jUpdBOxU+Tf5yh4AnJ4SUASKDMEhIp9CVEQLfZ5YWWnkpSYgn69BhgJrgDnHS47mwoVKvD1118zb968EiJb/IcVWbHPn202qUmJpOjXo4E6EiW6Yl+QguzUJBJT9KnXwEjoX4oeZ1xsxf5JUGpdU1Lsi389yxElAUlAEpAESpiAFPsSTkARDy/FvoigSsFmYiv2JROgWsS+BEIr38+xLwGg8pCSgCQgCUgCJUtAin3J8i/q0aXYF5VUyW8nxb7kc1DUGUixLyopuZ0kIAlIApJAmSAgxb5MpEm24pSNNOXNUop92UlWuRN7XV1dqlSpQufOnctOFuRMJQFJQBKQBIqNQHBwMEqlEhcXl2Ibs6QHOnjwIDdv3qRXr17o6z9+mWJJz+rNjp+Tk8OWLVuoXr06Xbt2fbPBStHeP//8MxoaGjg7O5eiWb3ZVMLCwsjIyChXayoxMZFjx47RrFkzmjZt+maAStHeqvPvyy+/ZMmSJSU6K43c3Nzc4piBlpZW3gVdtajkRxKQBCQBSeDtI/D4dlKe7gPP3iLLY1wyptK9TuWaKt35eXZ2qlzZ2dnxyy+/lOiki03sa9Sogbe3d963FfmRBCQBSUASePsIyFacspFz2WNfNvKkmqVsxSk7uSp3rThS7MvOySdnKglIApKACAJS7EVQLf4xpdgXP1NRI0qxF0W2+MeVYl/8TOWIkoAkIAlIAiVIQIp9CcJ/hUNLsX8FWCW8qRT7Ek7AKxxeiv0rwJKbSgKSgCQgCZR+AlLsS3+OVDOUYl828qSapRT7spOr8i322eeYZzsBXf/tDLsyE5d1Jvj6e9JE9VbZ7BMsGx5Ks+U+dKmoIHHrt0yYu4OzD/4mV7857nNWMOnj6mRHTcV2bBipT37aq4GJ03KCP9xD/0LHm0yNJbZM0PUn9LMkptqOJezpzmiYOLE8dByPptswZkcKSjTQ0K6EkUUvJi3wxsr4/JM5e9VRvQVWQYyvC9MfjiR4RneefxZCNufmFRxr2BWmu6zDxNcfz/wAObFsOKHNljMxdxY243/lAaBR4V1qtXVj4rShtKv6N5FTXQnvspkZXfNfM6g4PJ1+IW0InW+LMjmC70b6sCUxk1wdU6zGL2FWqz249lzAiexnTnLtBnwWMIHMSePZkaIEDQ20Kxlh0WsSC7ytqKl8moe8mBQx+LpM5+HIYGZ0z49IsXcKg+PsCZzQVvirscvO8pQzlQQkgdchoB6xT2X/rNkkufoyuIHW60zzlfYR/ubZnCvs8PmK2XtuUcN6EotmfEIdwWGpS+yzr+xk9gx/Dt7UoYnTBKYOa0OVV6L/ahuLfvNsSqQvw8YGkGDQg6lrFuJcV3XPF/tRj9ird02p9wVV6outfIt91hEGV+yOfvw95sa7YuK6hxZzYjgwoRnaigi8LL+nU2ww1vv602iEkgX7VjPAojKpR6djZXsIr7N7cDngiOlqey6EOFM5b91ooKlTGbY5v2S8DdT9oiLd9eNJn3saB9PV2F8IwTl/ZzQ0daism02QfU3W9klka7/KkHWbKB9r3JLn8ufGmnxRMOdlTbUhPZRBHWZyNqc6wyNC8TBRyf7jTxZHBj8+Vjx9TVzZ02IOMQcm0ExbQYSXJd93imV9rgtmP/Xl/M9O6GRcJ8pvAEMPDyJm/1B+d6hJgNuf/Pqpbt6gj7Y5YrjIhsxId/YMNmda071EjrdA61ogTu1W0vXoPjwN/+bvzG04Vl+BQ/Je3PW00MkNpZ/ZWvokbiU/pCh8rN1InvsnW3qdfJIHVUzpoYPoMPMsOdWHExHqgSqkjHU9eX/fl1wJtFXLq6TFXgLl6JKAJFCSBISL/b1TBEweyuiVDxgRF49vS/FiJVbslVxd2JamO9yJCujE/k87srX/ZQ59UV1oGtUi9sokllnbEjNwM/M63WHFgJGkzohj+cf5xSwRH6Finx6CvfFY6oftxvW4B53XOHDh1ATy6oACP8LFvgTWlNrEXs2xvUVi/yktt5jROv4YLYPCmWgeXSD2K0i1rsevI2/xi8vjengO5yN28dDSloZ7HTFd68SNXQPRe2bRZP7s/JLxXhT7tTjd2MXAZ3cmk832pgS63mRngVDf32SHyWJrrkV9wPhnxD5loyMdI4ax2nAS4423ETW+AU+LKM+LvXPLLZi1judYyyDCJ5oT/azYb+7PjR2u5Ol79m+MaeiBwa4YGo9/76Viv9u9Nl7ai9g6uy8tq2tz+8wJMmpZUu8d1TeAIGx1F9Mn7RCfqWLL3Iy9aSCuN3eSH9J9NtmZsNj6Gkc8Lz4j9g/Y6NiRiGGrMZw0HuNtUYxvoCXFXuAFWQ4tCbxtBESLvSJiPpPPW1Jz2zhS58SWA7GHrJSL3KQedfWSWGPXhgDn8xz4zEjoqaMesb/H2ehE9D9sQy2tdEIHtWajXRyb++UXs0R8RIq9ItwFg6/acvPUOAwVYTjoT8MqJRYv1X1Z4Ee02JfEmlKX2Ks7trdK7C3DhxDecxNWfk0J3vUBK9t+T6cj44gyH0iVA+fwbaTB7UM/seHIHZRo8X7PkVjF90Xf5TAWjauR92R8DV2s50UzK82dQseLfUHs9V04bNGYavk7o2s9j2i/LmzvrceghE60N9UkV3GXhHM5OAVEstT6Eh6Pxb7xHX6w6c5pnzj8jHxp6/yQVcfn0PpJcegFsbcMZ0h4TzZZ+dE0eBcfrGz7tGL/rNiTyrJODTjqnUiv5fVeIvafo7wdyfxR4/DbeowH73Wg76i5zB/9IcaqykAhYt9bbxAJndpjqpmL4m4C53KcCIhcSu8qvz0R+yWGP2LT/TQ+cX4Y+bbF+eEqjs9pjUJW7AVekuXQksDbRUC02OfTvI+/zUdcnl0+xD4vJEU4kzoOZM6pOsyOiWCipTj5zasxZWdToUIFvv76a+bNmyf4JM3m0kYPHJfVZcXe6XR4rthWvIcWKfYZgV0wWO9JergblbJjGW7khPHJy8wQXLIXLfYlsabUJfbqju0tE/uhnPyhJTsHdWZhwzE02RzBx7/N5mybNlz//hY/dq1A8sF1BBy6RcIGb+I9HxBRfeBLK/aW4YWM96LYm76sYl8Df5s/WNvtKhu8PNjSLoCIWZ0xeKZ9aEnlRXQwn0mKpTlVSONSbCoO/73CaqtKBVehf4r90JM/0HLnIDovbMiYJpuJ+LigFedZsc85wzfN7Uhbe5JOs8343v4mewfnX+Uyf7anmr8jmf914OLJ2xg2N6eqZgZXDwYyccBkshddJ7iPXuEV+xr+2Pyxlm5XN+DlsYV2ARHM6mwAT2JKYeyuzpjPTMHSvAqkXSI21YH/XllNh82yFad4by1yNEng7SUgxf7Ncp+6uRdmC6y58vsoRDbjCBP7v1bR08yT3YoKWH7zO39MrcPh+W58HtYSv6BZWNUQ27ciUuwfBdmgv8SF+9FD0MuKZrDBUCyuJjDZ+M1y/m97S7H/N0LP/PuL59+3LdRaCHj7xN7fmgrJIQzq+Dk7733EiqQgms9vwYeHv+b4zsEFPxZKyeuB9+txl33/Jvb/GG/TCz32RWjFSYvAs5EDN2YnEOqSVFCx/4sRQf+HW/Y6/pjVAm2U3FplQ6vdHsSHuGKYdw4VJvb+WFdIJmRQRz7feY+PViQRqOqxf0bs7x/wotUQTQISFmEw1YIuN5dxcb0NBmRwaPj7OGmGcGvpu0xt6cC9VSdY3F5VtclkzyBz5nU6Rfiwqv/aipMW4UkjhxvMTghloFFBxf7EIYwGDSR73R/MaqENylussmnFbo94Ah/1lz32r3DdkJtKApLAywlIsX/VsyOLmIntmfbeNnZ9WZuMkD4YT+/IlePjqPGqQ73C9sLE/rk5ZHFyfk/cY5z5KdCTZmL/CJF3ZJFir7zoQ702twhO9qdN8lyaNYlj6d1NdBP3k4G8mKTYv8KJXeim6vsL31sp9hVRkrx1IK3cH7LgTgiuOols8HRh0v5c3q+vx52E82S1GMHSH76h0yHH51txgArtpxDaYzs9VBV7f2ueH2/z82L/XCtO3s5MCV+K5tDne+zT93vS0O468854E163B/rH91DReSTvbItlWpOCrvrUTTg2WkXX3/fxZW1VxeElYl8RlMlbGdjKnYcL7vBTrjN6A47RuJEhZCt4WKE5Y9YHMrq1HspbIXzezok1D2pRS/sW1yv2JSD6J/rX1SR1/xTs3ANRNLHEJPM8iTr9WbfDm/aqnyL8a499Ovs9G2J3fR6JW99ncuXu6G78jH1zDdgWO42nITnSaFVXLg0KQ/+LBP5fQ4O8lietOgNZE/I1avhN2puuVrm/JCAJlDICUuxfPSGKuNl07TaftMbvceeMEvetUcz9WOSzY9TUipMWhLOZC79UqM67eW2sOnRfGM+G/gavDqmIe4gUe5TJBLma43LAjLpplzH9Lo7IMY2EP01Oin0Rk//SzaTYvzbBN3nzrPLRHZKuP6RK3dpUFf+Qg9eOsfh3VPDX5YskK42p38CYx40+ecdRZpB85Tpplc2oX1MfsX/ALP7I5IiSgCTw9hFQj9irl6vYp+IUxJJzn2tX7vNOrdpU0REfn3oq9uLjePEIQsU+72DZpCYlkqJfjwZGgkv1BcGpR+zVmyv19tirL7byXbFXH0d5JElAEpAEJIFSQkCKfSlJxL9MQ4p92ciTapZS7MtOrqTYl51cyZlKApKAJCAJFIGAFPsiQCoFm0ixLwVJKOIUpNgXEVQp2EyKfSlIgpyCJCAJSAKSQPERkGJffCxFjiTFXiTd4h1bin3x8hQ5WrkTe11dXQwMDOjYsaNIbnJsSUASkAQkgVJKICQkBKVSSd++fUvpDF99WocPH+bmzZv07NkTPT2BD2F/9am99h6qHKlyZWxszEcfffTa45S2Hbds2YKGhgZOTk6lbWqvPZ9ff/2VzMzMcrWmLl68SFxcHE2bNqVx48avzaa07ag6/0aOHMnSpUtLdGoaubm5ucUxAy0trbwLumpRyY8kIAlIApLA20fg8e2kPN0Hnr1Flse4ZEyle53KNVW68/Ps7FS56t27N6GhoSU66WIT+zd5Kk6JEpAHlwQkAUlAEigWArIVp1gwCh9EtuIIR1xsB5CtOMWGUvhA5a4VR4q98HNGHkASkAQkgVJNQIp9qU7Pk8lJsS8beVLNUop92cmVFPuykys5U0lAEpAEJIEiEJBiXwRIpWATKfalIAlFnIIU+yKCKgWbSbEvBUmQU5AEJAFJQBIoPgJS7IuPpciRpNiLpFu8Y0uxL16eIkcr32KffY55thPQ9d/OsCszcVlngq+/J01Ub5XNPsGy4aE0W+5D53sRfDfShy2JmeTqmGI1fgmzWu3BtecCTmQ/g1+7AZ9t3kr7bfaM2ZGCEg00tCthZNGLSQu8sTI8yFTXcLpsnkHXvJfBKTg8vR8hbYKYVWE6Pb+9Sf+AHxlaXytv0KwYX5wm3cB9ywJMltkxNiyVJ78g1jDBaXko4x75FjrvJuOMWOZQ2PzCmGSpgyLGF5fpDxkZPIPu+o9jyOTkmjF4zdnD1UeaGLb+HL+VE+lieP4JJ686mjw6vZ4xI2bwy6VsKlZtRB+fJfg6m1NREcl0l3WY+PrjmQ+RE8uGE9psOT5dnn37XRon1k1h8rJ9XPu7AoZNnZg8ZzI2tbKJnOpKeJfNzMgHhOLwdPqFtCF0dv1ncjUNmzE7SFGChoY2lYws6DVpAd5Whhx82f7zuxH5jU3heampCYpEtn47gbk7zvLg71z0m7szZ8UkPq6u5Nw8Wybo+hPqVYfMk2sY4zWHPVcfoWnYms/9VjKxS/WCN+4qiPF1YfrDkQTP6M4TrCJXqBxbEpAEXpmAesQ+lf2zZpPk6svgBvnXdJEf8W+eTSHSdxhjAxIw6DGVNQudqSv4DexqE/vU/cyanYSr72DUkCpEv3k2JdKXYWMDSDDowdQ1C3EWnSh1tOKkROI7bCwBCQb0mLqGhc51EXz6If7Ns+pfU6prUPkW+6wjDK7YHf34e8yNd8XEdQ8t5sRwYEIztBUReFl+T6fYQKp+Yc60pnuJHG+B1rVAnNqtpOvRfXga/s3fmdtwrL4Ch+S9uOtpoVMZtjnUZG2fRLb2qwxZt4nyscYteS5/BihwqRmA25+/8qmuCu8jtjkassjmDr/q9KXGFzE08/6NaG9ztFAQPvwDHDdUYsrpCOqOeo/V9hcIca6cf2/Q0ESnsi7ZwX1fMu8NOOQqCpmfLhU10wkd1IGZZ3OoPjyCUA8TNFFyY213zKc3Jjh6CbZmDzg4rjWdo8dxNbI1PpXzOS0x2oituTc1/Pez0uV9lAmBuHf4gtxVSWztuZe+Jq7saTGHmAMTaKatIMLLku87xRLsmhcwoOTaj7a0/745q3f4YmP2iDPrhtBzZg3Wn5jDLdeaBLj9ya/5gHi0zRHDRTZk7m3+NFenHKm5tg+JW/tRmSxuR/lg7ZbM3D8DULi8ZP/IAWy2f0letnRhX/9GjFAuYN/qAVhUTuXodCtsD3lxdk9/LnlUpLt+PA8m/0Z38+k0Do5mia0ZDw6Oo3XnaMZdjcGrliakhzKow0zO5lRneEQoHiaaIu/jcmxJQBJ4TQLCxf7eKQImD2X0ygeMiIvHt6VoBQHRYp8eYo/x2PqE7XbluEdn1jhc4NSEOgVFjddMxL/spg6xv3cqgMlDR7PywQji4n1RQ6rEin16CPbGY6kfthvX4x50XuPAhVMTqCP4diS2Yp9OiL0xY+uHsdv1OB6d1+Bw4RQTBAclWuxLYk29ZWL/KS23mNE6/hgtg8KZaB79ROyrDK+Nl/Yits7uS8vq2tw+c4KMWpbUe0dlnkHY6i6mT9ohPst7dHAmm+1NCXS9yc4COb2/yQ6TxdZcizDG46Vi3w+L7VUx/6sxKw9MwTx7DyP6/kTK+URa792bJ/ZrnW6wa+DzzyfO/Nn5JfMOJs+l/zE/IGUjjh0jGLbakEnjjdkWNZ4GGpeYamFB/KI0tvaqlH+5VSRy+Cj8v/+7y5d5X4BS+DqkOY3iF3HvZxsKtuL+T1ZUWWTHragafNlyC2at4znWMojwieZEvyj2OWeY2sKO+2vOs6jt45tdCmt6NGDbkHP032heJLE3DXTl5s5PydP/+5uwM1mM9bUIjD3+l9i/JC+/aONY71dG3voFl8dl9pzzROx6iKVtYxLyxP4kJ40csYhfRNrWXgWxK0jMA9SZ999RYXWkY8QwVhtOYrzxNqLGN0B8nU7MDVWOKgmUZwKixV4RMZ/J5y2puW0cqXNiy4HYKwh3MeCrtjc5Nc4QRZgD+tOsSIn1QnUbFPURL/YKIuZP5rxlTbaNS2VObNkXe0W4CwZfteXmqXEYKsJw0J+GVUosXiITJbpirwjHxeAr2t48xThDBWEO+kyzSiFWcFBixb5k1tRbJ/aW4UMI77kJK7+mBO/6gJVtVRX7YJzTI5k/ahx+W4/x4L0O9B01l/mjP8RY9Q24MLHvrceghE60N9UkV3GXhHM5OAVEsrRbBJ/8L7GP7M/XN1aSvuwAYy+OwO1oDyyCF1Btl0rs38XlsAWNq+U/f19D15p50X502eHMy+ZduNgr+fMHG7qf9iHOzwjfts48XHWcOc0O4PaOJ+YJF/i23gtf7Z/8ZSOZ3jMNGd30EmemmD2p1OTEf02dTg8IvtwNv3bhDAnvySYrP5oG7+KDlW2fr9g/2k4/48X0+HM/nz3pVcnmtzENGWIQgs8fXYog9n3QG5RAp/amaOYquJtwjhynACKXdiPik/8h9i/Ji5/xNGoPrMKBc7400rjNoZ82cOSOErTep+fInjwYphL7P9j+Vzs8zRO48G29f1aplH/yg013TvvE4WfkS1vnh6w6PofW4gt1ou6pclxJoNwSEC32+eDu42/zEZdnlwexzyCwiwHrPdMJd6tEduxwjJyMOXl5htBKsHixLzjF7/tj89FlZpcDsc8I7ILBek/Sw92olB3LcCMnjE9eZobg6rbQin1GIF0M1uOZHo5bpWxihxvhZHySpBl1hF6jxIp9yaypt1Dsh3Lyh5bsHNSZhQ3H0GRzBB//5s8HibcxbG5OVc0Mrh4MZOKAyWQvuk5wH72XVOxr4G/zB2u7XWWDlwdb2gUQMaszBo9CcDT5HvubexlcUN3/2b4a/o532EE/LKJGEd1qAQPuzWfClf/f3plAVVW1DfhhcARDUZxIBUlA9CsHMsMhTVDEIVIDzBlNVCTHHELDwAEnNEVLMOcRE8WhJAlFUdRMHDDDAMHpBwdAGQS6XP91AU378gu+j32vXPdZq9Vadc7e+33eMzzs+559vLkw8UtyXMdjXCT2L56xbx3xN+M++4IZe2USS+wsmZveGsuakJV0lgznH0le04DPG3UiOzSNoPaViy8W5S3ORGVg8W42U4pKce4z4pvG9NIL59byVk9no/OPDMN4ZGMuXGzJ520jGHlxDa0ODqNzQDMm2uwg8v1nSnEKTjC2qScNj51jdtMnf0DkcWCQKQvan2PKkTf5uu9tDhcDIndnX+oE9yP3e+vnSnHqBztybn03rm/1xP27d9gUOY/ORnmE9qv398dHuLCj79/npUaiDza2N/k69Vu6Vkrj+IZNnEiNZ6t3HB4Pj2HrpRL7C5yq7Ein7FDSgtpTTEjJrTNRZFi8h82DAOws55Le2pKaZJF0NgPnH5NZ6/Dkdw2h9x/ZuCQgCZSBgBT7MsAq2jWPEEdDVrg+IHqEAQXRwzEaacX1+JmYlLWpMuwvxb4MsEp2zQtxxHCFKw+iR2BQEM1wo5FYXY9npshEiZ6xzwvB0XAFrg+iGWFQQPRwI0ZaXSdecFBixV4z19SrKfbBPaiUFsqwjqM5mPkeq5N8uWLnTGbQBb56V1X4kUv4MEsWd7pExKha/1yKkxWJh7Uzt/zj2ffxfbytunA7MJGNjkaQc4Ixb/RHN/Qmi+P7YnVsAlfn/s4HfUNR1ulKYFgfNrYZWzqx/+u4U3b/bSlO4WUfbAcq2HBuHm/pgzI1CMc2h3CP24HFl2Y4pK4hcWcfagP3w/rRcFgdIm+6E1yjuMY+4NE0mtonEXA5FBdTXVDeYGP3ZvjZ/UL8jDgGtlaJfTA9KqUROqwjow9m8t7qFHY/rbEv4MTEFozIX8OZr+2InTOUnVWbEr/0OM5njtItqDldbgeSuNERI3I4MeYN+uuGkrpc5zmx/7MUJ4tID2ucb/kTv+9j7ntb/f3xq996vkTqubxkMPetDpycep6Dw5sU/8GSHkLfBsvofi+qROzjSB8WhJlDKjKfSCwAACAASURBVGsSd9KnGBD9Gg6jTuT/MeFHOwYqNnBu3lvooyQ1yJE2h9yJC3XDuOz3ZnmEJCAJCCQgxb6scJUkzjbHNnUXacG2pC1qiU3sSu5t78azyyKUtdV/2l+K/T8R+vf/r0ycjbltKrvSgrFNW0RLm1hW3ttON5GJEi32ykRmm9uSuiuNYNs0FrW0IXblPbYLDkqs2Gvmmnplxb4KStJ2D6HN0EcsvRtKj9Oz6D10M/k2ramXe5WEyoPYEObNu6pSklLU2Gcf8aBZ75ssTgjDPmYM7/Rfx8NGjdBPvUmVAZuI3jIIk01ORWKfuLYlazq/TpD9r1yYlY/3W0/E/vlSHKjEu7MiWKnnSdGMfXAP/jrufy/FUXB6SgvG1NjD2Tk2JTPuGWzvZ01Q1585Mvw2vg4O+N+yok2De5yPr4PXnsMs6Bj/VKoDWyi4tMqNXrNOU7OlJfrJl3jwjj/7t43GRrETlydiXwWUabsZ0mYoj5beJfSp2AM5F1g9fAjLEk2wNLjKj9G30Gv+Cdv2BuD8Wjij3+nPuoeNaKSfys0qA9gUvYVBDc+8QOyB7CN4NOvNzcUJhNnHMObvjjfL+7d3H/7My37ccrbj4TqDI4/foKnBXeKvFvDW2JWs+aIrN0pens0ObMwpXwcc/G9h1aYB987HU8drD4f9DJjbYgw19pxljk1JVX3GdvpZB9H155/waiz4raWy3/vlEZLAK01Ain3Z069MC8HN0pWjpmZkXWvIgtgoJlqLrTWUYl/2PKFMI8TNEtejpphlXaPhgliiJloLX0FGaCmOyslC3LB0PYqpWRbXGi4gNmoigk8/4aviaOKa0n6xL8s1o8whLfkmWdVMadrA8H9bCSD/PtcS01CaNMXC5GUr1VCSk5pASo4RZub1qP4iJy3I5HryHfTqWWBq9N+9IlqQeYPr9/WpZ1aX3DObOJjrhHu3ekXLgN6/lkia0oSmFiZPX9Itfbr+2+OV5N1N4eajmpg1rvXCG6EyJ5WElByMzMyp90JApR+t3FMSkATUS0A9Yq/emESvilMUjSKDlIR0DM0tqC14BrioO4WCSpUqMXXqVBYvXqxeoAJ7E73cpWqp6YyUBNINzbFQR6JEz9iX5EKRkUJCuiHmFrWF/lL0JPViZ+yfBqXWa0qKvcALWzYtCUgCkoAkoBkCUuw1w72svUqxLysxze0vdsZeM3GpRew1EJp2r2OvAaCyS0lAEpAEJAHNEpBir1n+pe1din1pSWl+Pyn2ms9BaUcgxb60pOR+koAkIAlIAhWCgBT7CpEmWYpTMdJUNEop9hUnWVon9tWrV+e1116jQ4cOFScLcqSSgCQgCUgC5UZg7969KJXKIhnRlu3kyZOkpqbi6OiI6jmnDZsqR6pcqWrSO3furA0hFcUQGhr6VIa1JahDhw6Rm5urVddUYmIiFy5coHnz5kX/aMumOv/Gjx/PypUrNRqSzuPHjx+Xxwj09PSKbui6unKlkvLgKduQBCQBSaCiEVA9A1SbNj0HnsSkTXGpHvtPHv3amCsZ08t959DGa0pFXBVXnz592Ldvn0YTUG5iX79+fby9vfHy8tJoQLJzSUASkAQkAc0QkKU4muFe1l5ljX1ZiWluf1mKozn2Ze1Z60pxpNiX9RSQ+0sCkoAkoF0EpNhXjHxKsa8YeVKNUop9xcmVFPuKkys5UklAEpAEJIFSEJBiXwpIL8EuUuxfgiSUcghS7EsJ6iXYTYr9S5AEOQRJQBKQBCSB8iMgxb78WIpsSYq9SLrl27YU+/LlKbI17Rb7/MN83vNLbg/axLcjm1L0/dSCGOb3n8Gtod+xrF4gTpMPkPH0tV0d6vVfxb6pufg6fsb3DwGdSrzWqB0Dp89h5Du1UP62GKdp1Qne60kT3VwurpuI58JwrufpYtx2NMu+mU4X46ssdppG9eC9jEqei+uGeswP9sBG9XVuxQUCx+yj5arZdFF92S8/hvmuvjwavws/e0ORuZZtSwKSgCTwShBQl9inH13O6vsfMLO/efHzReAm/MuzimQO+vsRfPw2lW36M81nFLY1BQakli/PKkg+6I9f8HFuV7ah/zQfRokOCopW+alduzbx8fFCAKZHzWfU5E3EG3XHZ10ALmYquRC7CRf79Cjmj5rMpngjuvusI8DF7IVfhy+vSMV/oCqdqPmjmLwpHqPuPqwLcEENqUK7xT5nAz3rjyOmpTdnor2x1IP8iDG83W8rVWdd5qjZpzRc25ffQ12oVnSm6KBbuRrVFTvpY7qFAVd30r9yDjePLWPwyJMMizmCx92RVLE3JC5zBTU322Pp25xd0StwMn3I8Slt6Rw9hetRbZldzR7DuEwWxblRzy2ctxbGcHRaS/TzI/Fs/TWdzu7CrTpk7xuG3dwrFNYdQ+Q+d+rJxXzK65qV7UgCksArSkAdYq+8tY3B7QZxyjWGqwHthUuIWLFXkhLYA6eYIexY3Im7qwczPsOP2FXvo5p/ErWJnrFXpgTSwymGITsW0+nuagaPz8AvdhXviwxKtNhnh9LXZDJNDxzC7bw7ndc58/ulaTQR7A5ixT6b0L4mTG56gENu53HvvA7n3y8xTXBQosU+O7QvJpObcuCQG+fdO7PO+XcuTWuC4FRpv9g7We2lluV9mn9zlFmWCsLHDmBL+lUS2h7mJ5XYr+/PrR+GYPDsnSt3O31MdzDoVliRfIOCMxOb4W70A+d6+heLffpkQlpYEbc8i929qhYfnZ/AydPwr/b38KryROw/ptV3prSN+4VWIRFMt4x+RuzT2davI5Gj1mI84zNM9hzjMwvR8z6ibtGyXUlAEpAEXg4CwsVe8RsrP5rMnWaF7Cn8kvNLK77YZ16JJsGwA7aN9IomnNpu603sjo8QuWK+cLHPvEJ0giEdbBuhl72PYW230Tt2Bx+JDEqw2OdHuGI0qR23L03BOP8AzoZzcEg/i2cNsdeeULHPj8DVaBLtbl9iinE+B5wNmeOQzlnBQYkV+3wiXI2Y1O42l6YYk3/AGcM5DqSf9URwql4FsY9i0NRbfJMdyNHJiYwdeJruVrtYWueHIrE3dD2JVfM66BRN2Fenx+JolnXZ8xexh4zATlic9ibVc0ex2Kc5M7eWB5bxv/Ol+V/+/io4xfBnxL51xAgiem7HYVkLdv3wNt+0K56xd3mwBkf7y8yOXUbt+e1weRTE+YVthc/8iL38ZeuSgCQgCWiWgFixz+W0T38W1v+K9dWn0uHi51og9n/mS5G0Dfd+gZitPoyv3XNTXuWeVNFi/3TAiiS2ufcj0Gw1h33tnp/IK/eoxJbi5GzugtFGD7IjBlJVcZYxtftjcvEafoJnt4WKfc5muhhtxCM7goFVFZwdU5v+JhdJ8WsiIDt/NilW7HPY3MWIjR7ZRAysiuLsGGr3N+HiNT/hv65ofSmOk9UxPo1uw9LBmSyZloz3hYl8mePKeONisS/djH0hv37xJr2z1vOb6+pisb8/hm/NO5EdmkZQ+8rFZ4ryFmeiMrB4N5spT0txPqZ1xEgurmnFwWGdCWg2EZsdkbx/diftVtthOTed1pY1ISuJsxnO/Ji8FoeSHwCEntGycUlAEpAEtJSASLFXXPThbcfDtB5oh9Fvu9mQ1oW5y5fh2VFsQbrYUpyiBxiZJ5cwcPQBWi0LYZ5DfeElA+oQe2XmSZYMHM2BVssImedAfdF1EIJn7PNCHDFc4cqD6BEYFEQz3GgkVtfjmWki9mIWKvZ5ITgarsD1QTQjDAqIHm7ESKvrxAsOSqzY5xHiaMgK1wdEjzCgIHo4RiOtuB4/E8GpehVm7I8x4epcfv+gL6HKOnQNDKPPxjaMLYvYPziKZ5sR6G6KZ6ne6JIa+wByp5jhkLqGxJ19qA3cD+tHw2F1iLzpTnCNP0txisQ+uAeV0kIZ1nE0BzPfY3WSL1c6D0Sx4Rzz3tIHZSpBjm045B5HqJux2CtUti4JSAKSgBYTECn2yltHWB9yjkwl/HHuW5becmLFch8GthL7A7tosS+4uISeQ2Nw2bIZj5aCa1VKzj3hYl9wkSU9hxLjsoXNHi2FlhU9ezmJfHlWmTgbc9tUdqUFY5u2iJY2say8t51ugt8bECr2ykRmm9uSuiuNYNs0FrW0IXblPbYLDkqs2CtJnG2Obeou0oJtSVvUEpvYldzb3k3oeyuq8/CVmLGfkLiWlms683qQPb9emEW+91tPxf65Uhyg0ruziFipwwiDwfzS3BpjFOQ/qsSbEzeyeUJbKp0aXiL2gbR4dApfBwf8b1nRpsE9zsfXwWvPYRZ0jP9LKU6x2FdBSdruIbQZ+ohF35vjO7EGe87OwaakrD5jez+sg7qSdkR+NVeLnUOGJglIAoIJiBT7Z4eeu7Ev7bSiFCeLEBdTXPdXou5rxSusVLYPIG7rIIwE5kq02GeFuGDqup9KdV8rLnGtbE9A3FYGiQxK8Iw9yjRC3CxxPWqKWdY1Gi6IJWqitfASXqFir3KjEDcsXY9iapbFtYYLiI2aiLXgxX7Eij0o00Jws3TlqKkZWdcasiA2iomig9J6sRd4Q/qzaSU5qQmk5BhhZl6P6mr4mU8tYclOJAFJQBKooATUJfbqxCN6xl6dsTzpS7TYayImVZ8iZ+yLY1KQkZJAuqE5FrUFT9WXQBQr9iVRZaSQkG6IuUVt4bPaqh5Fi31xqjJISUjH0NwCNaVKy2fsNXVVy34lAUlAEpAENEZAir3G0JepYyn2ZcKl0Z3VIfbqDlAtYq/uoOSMvQaIyy4lAUlAEpAEhBKQYi8Ub7k1LsW+3FAKb0iKvXDE5daBdtfYlxsm2ZAkIAlIApJARSEgxb5iZEqKfcXIk2qUUuwrTq60TuyrV69OjRo1sLOzqzhZkCOVBCQBSUASKDcCYWFhPH78GGdn53JrU9MNxcTEkJaWRvfu3VE957RhKywsZP/+/dSuXZtOnTppQ0hFMezdu7fo39p0/qnKVh49eqRVMSUlJXHx4kWsrKxo3ry5Vp1/np6eBAYGajQmncequ3A5bPr6+qhuFrq68i3WcsApm5AEJAFJoMIRUCqVRWPWpufAk5i0NS5tzJWM6eW+dWjzNdW3b19UExya3MpN7OvXr4+3tzdeXnLJSE0mVPYtCUgCkoCmCMhSHE2RL1u/shSnbLw0ubcsxdEk/bL1rXWlOFLsy3YCyL0lAUlAEtA2AlLsK0ZGpdhXjDypRinFvuLkSop9xcmVHKkkIAlIApJAKQhIsS8FpJdgFyn2L0ESSjkEKfalBPUS7CbF/iVIghyCJCAJSAKSQPkRkGJffixFtiTFXiTd8m1bin358hTZmnaLfX4k3j2mcDATdHT1qGrcjO6fLuCLvo25F7mA8bO/IyH3MZUbOvDZigUMsIDfFjsxrXow+zybQO5F1k30ZGH4dfJ0jWk7ehnfTO9CXV3Iu7yRiWP92J+koEotaz6cvYL5LpZUyT/MrOGx9N08jXbPfg457zIbJ47Fb38Siiq1sP5wNivmu2BZ9NG4fBJ2f8m0RWFcefgHjw3fZOjC1cx4vy7K3xbjNK06wXs9aaJ6Hzg/hvmuvjwavws/e0OR54ZsWxKQBCSBCklAuNjnXGLjTG/Wxf6B1ce+LB77NkaCSQn/8qwylYgFU1jw/S2M7MbiP88Vy8pig1KX2CuSD+LvF8zx25Wx6T8Nn1G21BQYmtgvzypIPuiPX/Bxble2of80H0bZioymGJRwsU+PYv6oyWyKN6K7zzoCXMx4VqFEpEv4B6oUyRz09yP4+G0q2/Rnms8o1JAqLf/ybO5WnOpuxuXadwyoVkh23Ff0sT/CJ5dncLLTHFocjuIzKz1ubO7PO9905fTxsdxyr4K9YRzZK2qy3t4S3+a7iF7hhOnD40xp25noKdc50f8IvS29qR98hG9c30AZv5mhduN4HJTCbsd99HzjJ7ySN+P05EvPylQ2OVniXT+YI9+48oYyns1D7Rj3OIiU3f3R2T8I67FKlv60lsFW1cg47YuD0wk8r4QzKMmdKvaGxGUG0kIfsvcNw27uFQrrjiFynzv15OI/Iq532aYkIAlUYAJixT6PyE9aMsloFXs89fjKaTSF314l0E6shogW+9y9LpjPbc6e71y4Ork7X9udIGaqGSIfMWoRe2UKgT2ciBmyg8Wd7rJ68Hgy/GJZ9f6TB3T5n+gixV6ZEkgPpxiG7FhMp7urGTw+A7/YVQgMRw1in01oXxMmNz3AIbfzuHdeh/Pvl5hWNJspbhMr9kpSAnvgFDOEHYs7cXf1YMZn+BG76n3EnXnFrLR7xr5I7Lcx5M5BBqqW/VWc4lOzYRjuC+Cm46foL9+N/4BW1NW/w68XcmjU2pTLw4vF/uHkEKys4lietZteVYth5Sec5DQtaLz9HazjlpO505GS/8WDLQ7UXN6b1Cgjhv9F7JXJfthYx7E8cyeOfx6AQ83l9E79gcoDzPl+fCr7XZ/MwBdyNfIHHrV2onn8s2KfzrZ+HYkctRbjGZ9hsucYn1noiTvrZcuSgCQgCVRAAkLFPj+SUS2X0W7XBAzP3eX1zj1oa2aMgVivR7zYu2G5ojPRP35M0jhbpjcN5/QMCy0Q+0yuRCdg2MGWRnrZ7BvWlm29Y9nxkbhvAQgV+8wrRCcY0sG2EXrZ+xjWdhu9Y3cgMBzxYp8fgavRJNrdvsQU43wOOBsyxyGds541hN59RIt95pVoEgw7YNtIr2hStu223sTu+AhxZ94rIvY9DSaTP9KZZnoKMn89RITOVKKPTKB29BI+nbKM3b885HW7AXy6aAkTOhhxpkTs7zvPpYaHJfG/f4n5c3805hM+8DUmtEji11mmT296hXFTadLpIbuS7PC1eX7GPj98IK9NaEHSr7MwfdJWYRxTm3Ti4fZ96H/kTs2jvzHfWoc7J7aw9dRdlOjxRs/x9Hw46umMffO7a3C0v8zs2GXUnt8Ol0dBnF/YVvjPVUKvLNm4JCAJSALlTECo2Oesx76GB9e6ujOo/UNC16cy7vhhxgmeZBEt9mSE49nWiW8fGpCv6Mja2P2MNBc7caSWGfun55aCpG3u9As0Y/VhX+wMyvmke6Y5kWL/ZzhJbHPvR6DZag772iEwHPFin7OZLkYb8ciOYGBVBWfH1Ka/yUVS/JqISxIgVuz/HLoiaRvu/QIxW30YX5EnXkmXWj9j37NWAG9um0OnKpUwaGBDu7aNqZaZyMU7xrxpWQvdnOsc3zydwTMVLL+5lQaexTP2D8Z8S6NO2YSmBdG+pM5QeesMURlmGK75F330wrm1vBVPbnv5R4ZhPLIxFy5Y4GX5vNgX/uJFw156hN9aTqs/D2CY8Ugax4aj27cdN79O5duulUg7voFNJ1KJ3+pNnMdDjtl6lYj9Cqott8NybjqtLWtCVhJnM5z5MXktDk9+BRB6CcjGJQFJQBKoGASEin3uFhwNAul55xQTTBT8MsWKsQ2iOTO1gVA4YsVewUkva8bX2ctJHxse7BjA2xv7cP6HERgLjEqY2N8PoqepB4fyK9H6i58559OEk0sGMvpAK5aFzMOhvtgSD9Fir8w8yZKBoznQahkh8xwQHI54sc8LwdFwBa4PohlhUED0cCNGWl0nfqaJwLNPHWKvJPPkEgaOPkCrZSHMc6gv9BewJ7C0XuyfK8Upibrwsg+tnDMJuvAV76p+E8kNZ5jlYjpd+p6Wk0pq7ANymWDmQOqaRHb2qQ3cJ6xfQ4bVieTm6N1Y2ycRcDkUF9UUvPIGG7s3w8/uF+Kn/0zvv9bYF5xlclN7kgIuE+qimuVXcmNjd5r52fFLvA86896iw8mpnD84nCZF4p9OSN8GLOt+j6gnYn9/LCHtB6LYcI55b+mDMpUgxzYcco8j1E3krVfodSUblwQkAUmg3AkIFfvCOD63ceaPHb+xuHUB4cOtCeh8kXB3sS8wihX7PA4MsmB511giRtVFcWoCll6mRJ2eRiOBDixM7J87owq4uKQnQ2Nc2LLZg5ai6yAAoWJfcJElPYcS47KFzR4thZd1PEEp9OVZZSKzzW1J3ZVGsG0ai1raELvyHtu7ia1GFz1jX3BxCT2HxuCyZTMe6jjxXpUZ+78Te8jgyKzeDN2cj03reuReTaDyoA2EebclrqQUJzuwBVmnfHFw8OeWVRsa3DtPfB0v9hxewPu18ri0yo1es05Ts6Ul+smXePCOP/u3jcbmjw30MBxH/L+aYaQD6DVhyLpQxuutwa3XLE7XbImlfjKXHryD//5tjLapDIoEtnq4MuPIY95oasDd+KsUvDWWlWu+oOuN4hr78+FVcBlfgz1n52BTMuufsb0f1kFdSTsiv7Jb7mYgG5QEJIEKS0Co2KMkLWwMXcYeo7bFY67lDmBH1Dw6CV6kTKzYQ8GFpfTsG0hWM3MeXb1Lx1URrOpTT+gMo1rEPisEF1NX9leqy2tF70FUxj4gjq2DxK1jJFLss0JcMHXdT6W6rxWX4Va2JyBuKwLDET9jr7qmQtywdD2KqVkW1xouIDZqItaC31sRK/ZZhLiY4rq/EnWLTzwq2wcQt3WQ8BW0tHvG/h8eS8qcNJJvZlHNtCkNDF8wLaHMITUhhRwjM8zrVX/+JleQyfXkO+jVs8DUqDS1iAVkXk/mjl49LEyNnpbxPBmmMu8uKTcfUdOsMbUEn9AV9oktBy4JSAKSwD8QECv2JZ3npJKQqkNDi3pqmTUVLfZFUSkyuZ54nyqNLKinhplttYi9Bq4WkWKvgXDUIPbFUSkyUkhIN8TcorbwlWNU/YkVe01lSttXxdEcV9mzJCAJSAKSgIYIqEXs1RybWsRezTFJsVcz8P+hO6GlOP/DuP6XQ6XY/y/0/vlYncePHz/+593+eY/69evj7e2Nl5csT/lnWnIPSUASkAS0j4AU+4qRUyn2FSNPqlFKsa84uXqlS3EqTprkSCUBSUASkARKS0CKfWlJaXY/Kfaa5V+W3qXYl4WWZvfVOrGvXr06hoaGtG/fXrNkZe+SgCQgCUgCGiFw4MABVD8C9+nTRyP9i+j09OnT3Llzh27duqF6zmnDplQqOXjwIMbGxnTo0EEbQiqKYf/+/UX/1qbz7/Dhw+Tl5WlVTMnJyVy6dAlLS0usrKy06vwbN24cq1at0mhM5VaKo6+vT2FhIXp6pXmZVaMxy84lAUlAEpAEBBBQPQNUmzY9B57EpKOjg66uwDUoBeTjRU2q/vhSyb225kobzz9tjEkbz7++ffsSFhamxqv537sqN7GXNfYazaPsXBKQBCQBjROQpTgaT0GpBiBLcUqF6aXYSZbivBRpKNUgtK4UR4p9qfIud5IEJAFJQGsJSLGvGKmVYl8x8qQapRT7ipMrKfYVJ1dypJKAJCAJSAKlICDFvhSQXoJdpNi/BEko5RCk2JcS1EuwmxT7lyAJcgiSgCQgCUgC5UdAin35sRTZkhR7kXTLt20p9uXLU2RrWiz2niStHkDPpRdQPENQ3+ITNk3LZcZnYaQrQUdHn6q1reg1YyneDg2KvyybH8N8V18ejd+Fn33xd8LzD39Oz9k/kYMOetVMsOk1ibmT36d+8QHEzHfF99F4dvnZ8/yXxfOJmNaHH7vvZ5F9FfIub2TiWD/2JymoUsuaD2evYL6L5fNfWVOmEblgPLO/SyD3cWUaOnzGigUDsNDnPx+fe5F1Ez1ZGH6dPF1j2o5exjfTu2B8dTFO06oTvNeTJqrx/m18sxge25fN09oVf6ZabpKAJCAJVFACIsU+48g8/FPcmD/coujr4TmXNjLTex2xf1jxse9ixr5tJISa0A9UZRxhnn8KbvOHY6EHytQIFkxZwPe3jLAb6888V0sqC4hKXWKvSD6Iv18wx29Xxqb/NHxG2VJTQDxPmhT75dlCksNmM8k/nNT6PZix3I8PmohfLES42KdHMX/UZDbFG9HdZx0BLmbCXUT4B6oKkwmbPQn/8FTq95jBcr8PUEOq0GKx94KCPHLy/yB3Tz/qrnYm7fBQDPQq83jfR5iu/5CE3R9RjQLuHJtNj4FpLPq/7/iwOmTvG4bd3CsU1h1D5D536ulCzoaeWPw4ml+DHNB9eJmvXfvxy4Tf+G5ADdUBDLOby5XCuoyJ3Ie76oCnWy6buhqwfkQOP3X/DidLb+oHH+Eb1zdQxm9mqN04HgelsLu/8dMj8sKHYzmnBYejPsNK7wab+7/DN11PE+V6hN4vOv7DR6y3t8S3+S6iVzhh+vA4U9p2JnrKdaLazqaavSFxmYG00H9xfG/85EXyZie1fMpZ4D1VNi0JSAKvOAExYp/JpU0zGTnhGx6OjSVufiv08yL5pOUkjFbtwVPvK5xGF/Lt1UDsBMyOiBL7zEubmDlyAt88HEts3Hxa6eey18Wcuc338J3LVSZ3/xq7EzFMNSv/lXjUIvbKFAJ7OBEzZAeLO91l9eDxZPjFsur9KsKuEpFir7weQLsWYQw9tolORz6m4+5BXDsxjrrCoiluWKzYZxPa14TJTQ9wyO087p3X4fz7JaYVzUSK28SKvZLrAe1oETaUY5s6ceTjjuwedI0T40RnCi0X+5LzIS/EiepffUjWiU8wAHJ39KXhZjduH/yYotWAH2ynd72v6HHjFF4m6Wzr15HIUWsxnvEZJnuO8ZmFXpHY/ym+Dwgb3Jpve5xj35CapG/rR8fIUaw1nsFnJns49lnxTE7x9kTss1ifYot13HIydzpSteT/PtjiQM3lvUk9O4F6T8Z7aCiNPfVZvtufAa3qon/nVy7kmFJryzsvPP52SDqdreJYnrWbXiWN5yec5DT/ov09L6o8FfvSxCfuQpItSwKSgCQgmoAQsc+PZMnMq7RusIcpGQs5O78VhZGjaLmsHbsmGHLu7ut07tEWM2MDITONYsQ+n8glM7naugF7pmSw8GyJ2LtZsqJzND9+nMQ42+k0DT/NDIvylyz1iH0mV6ITMOxgSyO9bPYN9o7bpAAACrFJREFUa8u23rHs+EjctwBEij0F6STeBnMzA1LW9cZ2kwtXj35CbcEXlVCxz4/A1WgS7W5fYopxPgecDZnjkM5ZzxpCoxIr9lCQnshtzDEzSGFdb1s2uVzl6CeiM/XKin0fDIbF0+ndhug+zude/G8U9t9E1Mo+1Elbg6P9ZWbHLqP2/Ha4PAri/MK25G/ogeG4eP7VzAhFZgJX/nAl7NJa+tZKY42jPZdnx7Ks9nzauTwi6PxC2j6dsXki9unM+KE+E1ok8ess0+KSH6AwbipNOj1kV1oQ7z75rVN5h6glnzJl2W5+efg6dgM+ZdGSMWR/WvOFx2/dloXDeEvif/8S87/cfwtODX8q9s3vvii+Z/9wEXotycYlAUlAEhBKQIjYP5mMCXbkvWv+RWKfv96eGh7X6Oo+iPYPQ1mfOo7jh8cVlbOU9yZG7J8GheN71/AvEnvICPekrdO3PDTIR9FxLbH7R2IuICa1iP3TRChI2uZOv0AzVh/2xU41yydoEyr2RWPOJ2JGR4YsvEQT/xgip7cunqQUuAkV+5zNdDHaiEd2BAOrKjg7pjb9TS6S4tdEYEQgWuyLUxXBjI5DWHipCf4xkUxvLTpTr6zY96V+sCPn1nfj+lZP3L97h02R8+hspCRpiR2Wc9NpbVkTspI4m+HMj8lrsdvxjPgqMznt8z7O177kd9947C3nkt7akppkkXQ2A+cfk1nrUBXVdzd0dYvFfsOIhyz++Q166YVza3mrpzP6+UeGYTyyMRcS/HijSMiVZCZe5I7xm1jW0iXn+nE2Tx/MTMVS9tf3ZMALjj+3N4eu72UTmhZE+5I/EJS3zhCVYcG72VNKSnFWUG15KeITeinJxiUBSUASEEtAXWJfsMURg8Ce3Dk1ARPFL0yxGkuD6FNMbVD+s9tqE3tO4mU9njp7T+Jj84AdA95mY5/z/DDiz3LR8sqeMLG/H0RPUw8O5Vei9Rc/c86nCSeXDGT0gVYsC5mHQ/HLccI28WJfMvSMHfQyXUqP5J/5VHCFh1CxzwvB0XAFrg+iGWFQQPRwI0ZaXSd+pomwHKkaVovYP01VL0yX9iD550+Fl01pd419CdD/XIqTRaSHNc63/Inf04Zv2g1EseEc897SV71BRJBjGw65x7E5b9AzpThK7m7sg/WO/hxst5LRig2cm/cW+ihJDXKkzSF3Iu386fTbam6ttSH47bpEzH7Izoaf09Q+iYDLobiY6oLyBhu7N8PP7hfifVuUyH4hl31a4ZwZxIWv3i36Kzw3fBiWizvxi/+vtH3R8bNymWzmQOqaRHb2Uf3Uc5+wfg0ZVieSm+7B1FCV4twfS0j70sQn9FqSjUsCkoAkIJSAusReJ+5zbJz/YMdvi2ldEM5w6wA6XwzHXcCbmWoTe8UBBlksp2tsBKPqKjg1wRIv0yh+ntao3HMmTOyfG2kBF5f0ZGiMC1s2e9BS/IQpIsW+IGY67855nT0/eNE4J5QPTXzpmHyeKfXLPT3PNShU7JWJzDa3JXVXGsG2aSxqaUPsynts7ybuPQjxYl9AzPR3mfP6Hn7wakxO6IeY+HYk+fwUBKdK1tgXXePZR/Bo1pvrHoNJDGvA3rNzsCn52TFjez+sg7qSNOxAcSmOZU10KeSRojEj13xGmvskauw5y5w/D6CfdRDv7ejNtp5+5PzrNRJudGdP/Fp6GuVxaZUbvWadpmZLS/STL/HgHX/2bxuNzbNLDmQcYVbvoWzOt6F1vVyuJlRm0IYwvN/V/4/HZ53yxcHBn1tWbWhw7zzxdbzYc3gBHeOLS3HOh1fBZXwN9vyn+JoZoaP6FHuTIawLnVr0s6zcJAFJQBKoSATUJfb6yjTCxnRh7LHaWDy+Ru6AHUTN6/SXldHKh5zaxF6/gAtLe9I3MItm5o+4ercjqyJW0ee5RSHKJya1iH1WCC6mruyvVJfXip5nlbEPiGPrIDGrF6l6ECn25Mfi37UbS7Ka8/rdX1EO3c2xRe8LXeVHFZNQsUdJWogblq5HMTXL4lrDBcRGTcRasH+InrHPj/Wna7clZDV/nbu/Khm6+xiL3hfwV/9fLsdXYsa+fG5B/0UruanEpxRQ36oxRs/+8leQyfXkO+jVs8DU6EWFi0py0pK5mVUN06YNMCzt8cocUhNSyDEyw7xe9ae1/P/F6OUhkoAkIAlUSAIixf7vgOSkJpCq0xCLeuKmg4WK/d8Epci8TuL9KjSyqCesflstYq+BM1io2BfFU8iDG8k8qNGIxjVFLET679DEin1xf4qMFBLSDTG3qK2W1flEi31xqh5wI/kBNRo1Rk2pejVm7DVwXcsuJQFJQBKQBDREQN1ir44w1S326ohJir06KJdPH+oQ+/IZaelbUYvYl3445bannLEvN5SyIUlAEpAEJIGXgYAU+5chC/88Bin2/8zoZdlDiv3Lkol/HocU+39mJPeQBCQBSUASqEAEpNhXjGRJsa8YeVKNUop9xcmV1ol99erVUf3Tvn37ipMFOVJJQBKQBCSBciPw/fff8/jxY3r16lVubWq6oTNnznD37l26du1a9IzThk2pVPLDDz9Qq1Yt7OzstCGkohgOHjxY9G9tOv9++ukn8vLytCqm5ORkLl++zBtvvIGVlZVWnX/jxo1j1apVGo1J57HqLlwOm76+PoWFhejpCfiaRjmMTzYhCUgCkoAkIJaA6hmg2rTpOfAkJh0dHXR1xa7DLjY7z7euzbnSxvNPG2PSxnvFBx98wN69e9V5Kf9bX+Um9vXr18fb2xsvLy+NBiQ7lwQkAUlAEtAMAVmKoxnuZe1VluKUlZjm9pelOJpjX9aeta4UR4p9WU8Bub8kIAlIAtpFQIp9xcinFPuKkSfVKKXYV5xcSbGvOLnSzpEq0/h+gQ8nLCbxhZuVWtau1U6QMipJQBJ4QkCKfcU4F6TYV4w8SbGvOHlSjVSKfcXKl9aNVvl/3zF99g0GLJvEOzW0LjwZkCQgCWiAgBR7DUD/L7qUYv9fQNPQIXLGXkPg/4tutVvs83/Cp58/JwpAV1efqjUt6O7lw7i3LzPPZT7Hch+jo6OLXtWamHV05/MpPWikeuc2O46tvj6siYgnXbcub/YcxxczB2CtWoggL57dC3z5+vuL3M43wNxuEDP9POlo8gdH/VyYfyyXx6qXm/SqUtOsI+6fT6FHUaOguLiakdP2Uemj5awZaU3Rf809jI/LYmKUNoxaG4BLwxzCfQYTEPMH1u5r+MqtkepILq4eybR9lfho+RpGWhe3V3jjEPNnLCLsQhqFxi3oNcmfLz5sypPv0BVe24SnxwauKp45M/TMGbjUjVveSziZ/+f7yjqGXZm9YyYd88+z4Ys5BEVcIaNKU7p88iULPNpR7agfrgsTcViwBs9WVSg4tYQh/rmM2fkFXauokG3F12cNEfHp6NZ9k57jvmDmAGv0Tyzk4wX3GbLRnw9qP//C14uOKca8mwW+X/P9xdvkG5hjN2gmfp4dMck9yIx+gVSZvpcvu1Uh6/wGvpgTRMSVDKo07cInXy7Ao53qk83ZxG31xWdNBPHputR9syfjvpjJAFUSC29waP4MFoVdIK3QmBa9JuH/xYc0Vc8H/P6Ly1QeIglIAmUhIMW+LLQ0t68Ue82xL2vPUuzLSkxz+78sYv//3dkIp3FnebM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677" y="1296071"/>
            <a:ext cx="6538646" cy="52274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0" name="7 Rectángulo"/>
          <p:cNvSpPr/>
          <p:nvPr/>
        </p:nvSpPr>
        <p:spPr>
          <a:xfrm>
            <a:off x="5699738" y="1858188"/>
            <a:ext cx="1569079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0603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4229737A-D253-49C9-8136-068D2B0348CF}"/>
</file>

<file path=customXml/itemProps2.xml><?xml version="1.0" encoding="utf-8"?>
<ds:datastoreItem xmlns:ds="http://schemas.openxmlformats.org/officeDocument/2006/customXml" ds:itemID="{699AF3C8-AC7F-4E51-A895-03F7FD6EAC43}"/>
</file>

<file path=customXml/itemProps3.xml><?xml version="1.0" encoding="utf-8"?>
<ds:datastoreItem xmlns:ds="http://schemas.openxmlformats.org/officeDocument/2006/customXml" ds:itemID="{6C433362-41E4-4F2F-8401-241B56ADC6F5}"/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133</Words>
  <Application>Microsoft Office PowerPoint</Application>
  <PresentationFormat>Presentación en pantalla (4:3)</PresentationFormat>
  <Paragraphs>13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46</cp:revision>
  <dcterms:created xsi:type="dcterms:W3CDTF">2017-01-26T20:10:20Z</dcterms:created>
  <dcterms:modified xsi:type="dcterms:W3CDTF">2018-02-26T21:39:25Z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