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71" r:id="rId6"/>
    <p:sldId id="273" r:id="rId7"/>
    <p:sldId id="257" r:id="rId8"/>
    <p:sldId id="274" r:id="rId9"/>
    <p:sldId id="275" r:id="rId10"/>
    <p:sldId id="276" r:id="rId11"/>
    <p:sldId id="277" r:id="rId12"/>
    <p:sldId id="278" r:id="rId13"/>
    <p:sldId id="272" r:id="rId14"/>
    <p:sldId id="279" r:id="rId15"/>
    <p:sldId id="28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0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6C0635-0720-4914-BA98-8E5EC1E9FFBA}" v="4" dt="2021-11-29T23:03:54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Patricia Pastori Rojas" userId="S::andrea.pastori@unisimon.edu.co::62588e05-5874-4b1f-bb98-2372ec742878" providerId="AD" clId="Web-{FE6C0635-0720-4914-BA98-8E5EC1E9FFBA}"/>
    <pc:docChg chg="modSld">
      <pc:chgData name="Andrea Patricia Pastori Rojas" userId="S::andrea.pastori@unisimon.edu.co::62588e05-5874-4b1f-bb98-2372ec742878" providerId="AD" clId="Web-{FE6C0635-0720-4914-BA98-8E5EC1E9FFBA}" dt="2021-11-29T23:03:52.695" v="0" actId="20577"/>
      <pc:docMkLst>
        <pc:docMk/>
      </pc:docMkLst>
      <pc:sldChg chg="modSp">
        <pc:chgData name="Andrea Patricia Pastori Rojas" userId="S::andrea.pastori@unisimon.edu.co::62588e05-5874-4b1f-bb98-2372ec742878" providerId="AD" clId="Web-{FE6C0635-0720-4914-BA98-8E5EC1E9FFBA}" dt="2021-11-29T23:03:52.695" v="0" actId="20577"/>
        <pc:sldMkLst>
          <pc:docMk/>
          <pc:sldMk cId="3931476603" sldId="277"/>
        </pc:sldMkLst>
        <pc:spChg chg="mod">
          <ac:chgData name="Andrea Patricia Pastori Rojas" userId="S::andrea.pastori@unisimon.edu.co::62588e05-5874-4b1f-bb98-2372ec742878" providerId="AD" clId="Web-{FE6C0635-0720-4914-BA98-8E5EC1E9FFBA}" dt="2021-11-29T23:03:52.695" v="0" actId="20577"/>
          <ac:spMkLst>
            <pc:docMk/>
            <pc:sldMk cId="3931476603" sldId="277"/>
            <ac:spMk id="3" creationId="{05F09D71-1AE3-4F66-8728-8946B7A13C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8674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unisimon.edu.co/portales/administrativo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2999" y="1874778"/>
            <a:ext cx="8919777" cy="2640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EVALUACIONES DE SELECCIÓN (ILE – TICS)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endParaRPr sz="6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697868" y="1201632"/>
            <a:ext cx="1079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/>
              <a:t>Desde la página web de la universidad, en la sección de «Portales» (</a:t>
            </a:r>
            <a:r>
              <a:rPr lang="es-CO">
                <a:hlinkClick r:id="rId2"/>
              </a:rPr>
              <a:t>http://www.unisimon.edu.co/portales/administrativos</a:t>
            </a:r>
            <a:r>
              <a:rPr lang="es-CO"/>
              <a:t>), ingrese su usuario y contraseña, y presione el botón «</a:t>
            </a:r>
            <a:r>
              <a:rPr lang="es-CO" b="1"/>
              <a:t>Acceder</a:t>
            </a:r>
            <a:r>
              <a:rPr lang="es-CO"/>
              <a:t>»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2EBEABF-2DCB-4CB6-B2DF-86C349255D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4"/>
          <a:stretch/>
        </p:blipFill>
        <p:spPr bwMode="auto">
          <a:xfrm>
            <a:off x="2076356" y="2091671"/>
            <a:ext cx="7687588" cy="3564697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670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697868" y="1371430"/>
            <a:ext cx="1079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/>
              <a:t>Luego seleccione «</a:t>
            </a:r>
            <a:r>
              <a:rPr lang="es-CO" b="1"/>
              <a:t>Evaluaciones de selección</a:t>
            </a:r>
            <a:r>
              <a:rPr lang="es-CO"/>
              <a:t>»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C778D86-511E-4857-AE9A-00AE059FB8BA}"/>
              </a:ext>
            </a:extLst>
          </p:cNvPr>
          <p:cNvGrpSpPr/>
          <p:nvPr/>
        </p:nvGrpSpPr>
        <p:grpSpPr>
          <a:xfrm>
            <a:off x="1731146" y="2091015"/>
            <a:ext cx="8078680" cy="2961426"/>
            <a:chOff x="1731146" y="2091015"/>
            <a:chExt cx="8078680" cy="2961426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8BAF4163-3EF7-4A05-AB04-B5429ABFCDFF}"/>
                </a:ext>
              </a:extLst>
            </p:cNvPr>
            <p:cNvGrpSpPr/>
            <p:nvPr/>
          </p:nvGrpSpPr>
          <p:grpSpPr>
            <a:xfrm>
              <a:off x="1731146" y="2091015"/>
              <a:ext cx="8078680" cy="2961426"/>
              <a:chOff x="1731146" y="2091015"/>
              <a:chExt cx="8078680" cy="2961426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76FACA8B-53D5-4A6E-A98F-BCE5D402F9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31146" y="2091015"/>
                <a:ext cx="8078680" cy="2961426"/>
              </a:xfrm>
              <a:prstGeom prst="rect">
                <a:avLst/>
              </a:prstGeom>
            </p:spPr>
          </p:pic>
          <p:grpSp>
            <p:nvGrpSpPr>
              <p:cNvPr id="11" name="Grupo 10">
                <a:extLst>
                  <a:ext uri="{FF2B5EF4-FFF2-40B4-BE49-F238E27FC236}">
                    <a16:creationId xmlns:a16="http://schemas.microsoft.com/office/drawing/2014/main" id="{E7B00D39-DFFA-4F87-9885-CD7CBD267FFE}"/>
                  </a:ext>
                </a:extLst>
              </p:cNvPr>
              <p:cNvGrpSpPr/>
              <p:nvPr/>
            </p:nvGrpSpPr>
            <p:grpSpPr>
              <a:xfrm>
                <a:off x="4101483" y="3222408"/>
                <a:ext cx="1313896" cy="734152"/>
                <a:chOff x="4101483" y="3222408"/>
                <a:chExt cx="1313896" cy="734152"/>
              </a:xfrm>
            </p:grpSpPr>
            <p:sp>
              <p:nvSpPr>
                <p:cNvPr id="8" name="Rectángulo 7">
                  <a:extLst>
                    <a:ext uri="{FF2B5EF4-FFF2-40B4-BE49-F238E27FC236}">
                      <a16:creationId xmlns:a16="http://schemas.microsoft.com/office/drawing/2014/main" id="{7AD6A409-507A-44D0-A917-30CA24F4AEE5}"/>
                    </a:ext>
                  </a:extLst>
                </p:cNvPr>
                <p:cNvSpPr/>
                <p:nvPr/>
              </p:nvSpPr>
              <p:spPr>
                <a:xfrm>
                  <a:off x="4101483" y="3524435"/>
                  <a:ext cx="1313896" cy="39061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pic>
              <p:nvPicPr>
                <p:cNvPr id="7" name="Imagen 6">
                  <a:extLst>
                    <a:ext uri="{FF2B5EF4-FFF2-40B4-BE49-F238E27FC236}">
                      <a16:creationId xmlns:a16="http://schemas.microsoft.com/office/drawing/2014/main" id="{E7CD8565-D8B5-48B9-9581-90ADAD705C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20823" y="3222408"/>
                  <a:ext cx="1075215" cy="734152"/>
                </a:xfrm>
                <a:prstGeom prst="rect">
                  <a:avLst/>
                </a:prstGeom>
              </p:spPr>
            </p:pic>
          </p:grpSp>
        </p:grp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A22A2E3D-123B-44C7-8340-2D4DFFDFE386}"/>
                </a:ext>
              </a:extLst>
            </p:cNvPr>
            <p:cNvSpPr/>
            <p:nvPr/>
          </p:nvSpPr>
          <p:spPr>
            <a:xfrm>
              <a:off x="4012707" y="3198087"/>
              <a:ext cx="1473693" cy="823497"/>
            </a:xfrm>
            <a:prstGeom prst="round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72909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4400">
                <a:solidFill>
                  <a:schemeClr val="lt1"/>
                </a:solidFill>
              </a:rPr>
              <a:t>O</a:t>
            </a:r>
            <a:r>
              <a:rPr lang="es-CO" sz="4400">
                <a:solidFill>
                  <a:schemeClr val="lt1"/>
                </a:solidFill>
              </a:rPr>
              <a:t>FERTAS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301333" y="1220417"/>
            <a:ext cx="1079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/>
              <a:t>Seleccione «</a:t>
            </a:r>
            <a:r>
              <a:rPr lang="es-CO" b="1"/>
              <a:t>Configuración Evaluaciones</a:t>
            </a:r>
            <a:r>
              <a:rPr lang="es-CO"/>
              <a:t>»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970CC3AB-6C48-45DB-853D-8B62136E5152}"/>
              </a:ext>
            </a:extLst>
          </p:cNvPr>
          <p:cNvGrpSpPr/>
          <p:nvPr/>
        </p:nvGrpSpPr>
        <p:grpSpPr>
          <a:xfrm>
            <a:off x="1592063" y="1932715"/>
            <a:ext cx="8430826" cy="3994015"/>
            <a:chOff x="1592063" y="1932715"/>
            <a:chExt cx="8430826" cy="3994015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86ED04C7-E342-475C-A8B2-5E59F6D81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2063" y="1932715"/>
              <a:ext cx="8430826" cy="3994015"/>
            </a:xfrm>
            <a:prstGeom prst="rect">
              <a:avLst/>
            </a:prstGeom>
          </p:spPr>
        </p:pic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63E0A1EB-6BC8-4021-A438-C8D7CB407E2C}"/>
                </a:ext>
              </a:extLst>
            </p:cNvPr>
            <p:cNvSpPr/>
            <p:nvPr/>
          </p:nvSpPr>
          <p:spPr>
            <a:xfrm>
              <a:off x="2169112" y="2334827"/>
              <a:ext cx="1151138" cy="754602"/>
            </a:xfrm>
            <a:prstGeom prst="round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1725819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301333" y="1220417"/>
            <a:ext cx="1079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/>
              <a:t>Según su asignación, seleccione el tipo de prueba que va a crear, modificar o eliminar «</a:t>
            </a:r>
            <a:r>
              <a:rPr lang="es-CO" b="1"/>
              <a:t>Configuración Evaluaciones</a:t>
            </a:r>
            <a:r>
              <a:rPr lang="es-CO"/>
              <a:t>»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56BB099-29A2-4CBE-B1A6-E311FC4B1BA1}"/>
              </a:ext>
            </a:extLst>
          </p:cNvPr>
          <p:cNvGrpSpPr/>
          <p:nvPr/>
        </p:nvGrpSpPr>
        <p:grpSpPr>
          <a:xfrm>
            <a:off x="1623915" y="1844662"/>
            <a:ext cx="8944169" cy="4280929"/>
            <a:chOff x="1623915" y="1844662"/>
            <a:chExt cx="8944169" cy="4280929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4C3B8092-1B01-4EEA-A275-E3F39BCBB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23915" y="1844662"/>
              <a:ext cx="8944169" cy="4280929"/>
            </a:xfrm>
            <a:prstGeom prst="rect">
              <a:avLst/>
            </a:prstGeom>
          </p:spPr>
        </p:pic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0C952F7C-8A1C-4688-8936-F811FE09F897}"/>
                </a:ext>
              </a:extLst>
            </p:cNvPr>
            <p:cNvSpPr/>
            <p:nvPr/>
          </p:nvSpPr>
          <p:spPr>
            <a:xfrm>
              <a:off x="1766656" y="2281561"/>
              <a:ext cx="2396971" cy="363985"/>
            </a:xfrm>
            <a:prstGeom prst="round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08565A20-907F-4D4D-BB51-41B2A4D3739A}"/>
                </a:ext>
              </a:extLst>
            </p:cNvPr>
            <p:cNvCxnSpPr/>
            <p:nvPr/>
          </p:nvCxnSpPr>
          <p:spPr>
            <a:xfrm flipH="1">
              <a:off x="3888420" y="2467992"/>
              <a:ext cx="110083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390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301333" y="1220417"/>
            <a:ext cx="1079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/>
              <a:t>Para crear una oferta, luego de seleccionar el tipo de prueba, seleccione el botón «</a:t>
            </a:r>
            <a:r>
              <a:rPr lang="es-CO" b="1"/>
              <a:t>Crear</a:t>
            </a:r>
            <a:r>
              <a:rPr lang="es-CO"/>
              <a:t>». Se abrirá una formulario para diligenciar los datos de creación. Para finalizar, seleccione el botón «</a:t>
            </a:r>
            <a:r>
              <a:rPr lang="es-CO" b="1"/>
              <a:t>Guardar</a:t>
            </a:r>
            <a:r>
              <a:rPr lang="es-CO"/>
              <a:t>». 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AC3F09-3E99-4244-A313-175C9746E3A2}"/>
              </a:ext>
            </a:extLst>
          </p:cNvPr>
          <p:cNvGrpSpPr/>
          <p:nvPr/>
        </p:nvGrpSpPr>
        <p:grpSpPr>
          <a:xfrm>
            <a:off x="878190" y="1880173"/>
            <a:ext cx="7262633" cy="3668371"/>
            <a:chOff x="1623915" y="1844662"/>
            <a:chExt cx="8944169" cy="4280929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656BB099-29A2-4CBE-B1A6-E311FC4B1BA1}"/>
                </a:ext>
              </a:extLst>
            </p:cNvPr>
            <p:cNvGrpSpPr/>
            <p:nvPr/>
          </p:nvGrpSpPr>
          <p:grpSpPr>
            <a:xfrm>
              <a:off x="1623915" y="1844662"/>
              <a:ext cx="8944169" cy="4280929"/>
              <a:chOff x="1623915" y="1844662"/>
              <a:chExt cx="8944169" cy="4280929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4C3B8092-1B01-4EEA-A275-E3F39BCBB5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3915" y="1844662"/>
                <a:ext cx="8944169" cy="4280929"/>
              </a:xfrm>
              <a:prstGeom prst="rect">
                <a:avLst/>
              </a:prstGeom>
            </p:spPr>
          </p:pic>
          <p:sp>
            <p:nvSpPr>
              <p:cNvPr id="6" name="Rectángulo: esquinas redondeadas 5">
                <a:extLst>
                  <a:ext uri="{FF2B5EF4-FFF2-40B4-BE49-F238E27FC236}">
                    <a16:creationId xmlns:a16="http://schemas.microsoft.com/office/drawing/2014/main" id="{0C952F7C-8A1C-4688-8936-F811FE09F897}"/>
                  </a:ext>
                </a:extLst>
              </p:cNvPr>
              <p:cNvSpPr/>
              <p:nvPr/>
            </p:nvSpPr>
            <p:spPr>
              <a:xfrm>
                <a:off x="1766656" y="2281561"/>
                <a:ext cx="2396971" cy="363985"/>
              </a:xfrm>
              <a:prstGeom prst="roundRect">
                <a:avLst/>
              </a:prstGeom>
              <a:noFill/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8" name="Conector recto de flecha 7">
                <a:extLst>
                  <a:ext uri="{FF2B5EF4-FFF2-40B4-BE49-F238E27FC236}">
                    <a16:creationId xmlns:a16="http://schemas.microsoft.com/office/drawing/2014/main" id="{08565A20-907F-4D4D-BB51-41B2A4D3739A}"/>
                  </a:ext>
                </a:extLst>
              </p:cNvPr>
              <p:cNvCxnSpPr/>
              <p:nvPr/>
            </p:nvCxnSpPr>
            <p:spPr>
              <a:xfrm flipH="1">
                <a:off x="3888420" y="2467992"/>
                <a:ext cx="1100831" cy="0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A444E7B8-227C-4667-9F3A-14A3BEE92414}"/>
                </a:ext>
              </a:extLst>
            </p:cNvPr>
            <p:cNvSpPr/>
            <p:nvPr/>
          </p:nvSpPr>
          <p:spPr>
            <a:xfrm>
              <a:off x="5983551" y="2285999"/>
              <a:ext cx="914400" cy="363985"/>
            </a:xfrm>
            <a:prstGeom prst="round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9E5F8CAE-E28A-44C9-B7E7-D121846D7032}"/>
                </a:ext>
              </a:extLst>
            </p:cNvPr>
            <p:cNvCxnSpPr/>
            <p:nvPr/>
          </p:nvCxnSpPr>
          <p:spPr>
            <a:xfrm flipH="1">
              <a:off x="6482179" y="2467992"/>
              <a:ext cx="110083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47F84DBB-7125-4233-9ED2-E0AFBDCBB95F}"/>
              </a:ext>
            </a:extLst>
          </p:cNvPr>
          <p:cNvGrpSpPr/>
          <p:nvPr/>
        </p:nvGrpSpPr>
        <p:grpSpPr>
          <a:xfrm>
            <a:off x="5270018" y="2061100"/>
            <a:ext cx="5847843" cy="3306516"/>
            <a:chOff x="5270018" y="2061100"/>
            <a:chExt cx="5847843" cy="3306516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0F505818-7886-4988-9152-93E4B9D6B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80644" y="2061100"/>
              <a:ext cx="4137217" cy="3306516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920BF7AB-6108-440F-925B-4853874577AD}"/>
                </a:ext>
              </a:extLst>
            </p:cNvPr>
            <p:cNvCxnSpPr>
              <a:cxnSpLocks/>
            </p:cNvCxnSpPr>
            <p:nvPr/>
          </p:nvCxnSpPr>
          <p:spPr>
            <a:xfrm>
              <a:off x="5270018" y="2566458"/>
              <a:ext cx="1710626" cy="86254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7301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301333" y="1220417"/>
            <a:ext cx="1079626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/>
              <a:t>Para modificar una oferta, luego de seleccionar el tipo de prueba, seleccione el botón «</a:t>
            </a:r>
            <a:r>
              <a:rPr lang="es-CO" b="1"/>
              <a:t>Editar</a:t>
            </a:r>
            <a:r>
              <a:rPr lang="es-CO"/>
              <a:t>» de la oferta que desea modificar. Se abrirá un formulario con los datos de la oferta, luego de modificar los campos necesarios, seleccione el botón «</a:t>
            </a:r>
            <a:r>
              <a:rPr lang="es-CO" b="1"/>
              <a:t>Guardar</a:t>
            </a:r>
            <a:r>
              <a:rPr lang="es-CO"/>
              <a:t>». 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8F56976A-D810-4866-80EC-3059E688CBDD}"/>
              </a:ext>
            </a:extLst>
          </p:cNvPr>
          <p:cNvGrpSpPr/>
          <p:nvPr/>
        </p:nvGrpSpPr>
        <p:grpSpPr>
          <a:xfrm>
            <a:off x="878190" y="1880173"/>
            <a:ext cx="10840334" cy="3668371"/>
            <a:chOff x="878190" y="1880173"/>
            <a:chExt cx="10840334" cy="3668371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9FAC3F09-3E99-4244-A313-175C9746E3A2}"/>
                </a:ext>
              </a:extLst>
            </p:cNvPr>
            <p:cNvGrpSpPr/>
            <p:nvPr/>
          </p:nvGrpSpPr>
          <p:grpSpPr>
            <a:xfrm>
              <a:off x="878190" y="1880173"/>
              <a:ext cx="7262633" cy="3668371"/>
              <a:chOff x="1623915" y="1844662"/>
              <a:chExt cx="8944169" cy="4280929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656BB099-29A2-4CBE-B1A6-E311FC4B1BA1}"/>
                  </a:ext>
                </a:extLst>
              </p:cNvPr>
              <p:cNvGrpSpPr/>
              <p:nvPr/>
            </p:nvGrpSpPr>
            <p:grpSpPr>
              <a:xfrm>
                <a:off x="1623915" y="1844662"/>
                <a:ext cx="8944169" cy="4280929"/>
                <a:chOff x="1623915" y="1844662"/>
                <a:chExt cx="8944169" cy="4280929"/>
              </a:xfrm>
            </p:grpSpPr>
            <p:pic>
              <p:nvPicPr>
                <p:cNvPr id="5" name="Imagen 4">
                  <a:extLst>
                    <a:ext uri="{FF2B5EF4-FFF2-40B4-BE49-F238E27FC236}">
                      <a16:creationId xmlns:a16="http://schemas.microsoft.com/office/drawing/2014/main" id="{4C3B8092-1B01-4EEA-A275-E3F39BCBB5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623915" y="1844662"/>
                  <a:ext cx="8944169" cy="4280929"/>
                </a:xfrm>
                <a:prstGeom prst="rect">
                  <a:avLst/>
                </a:prstGeom>
              </p:spPr>
            </p:pic>
            <p:sp>
              <p:nvSpPr>
                <p:cNvPr id="6" name="Rectángulo: esquinas redondeadas 5">
                  <a:extLst>
                    <a:ext uri="{FF2B5EF4-FFF2-40B4-BE49-F238E27FC236}">
                      <a16:creationId xmlns:a16="http://schemas.microsoft.com/office/drawing/2014/main" id="{0C952F7C-8A1C-4688-8936-F811FE09F897}"/>
                    </a:ext>
                  </a:extLst>
                </p:cNvPr>
                <p:cNvSpPr/>
                <p:nvPr/>
              </p:nvSpPr>
              <p:spPr>
                <a:xfrm>
                  <a:off x="1865233" y="2285999"/>
                  <a:ext cx="2396971" cy="363985"/>
                </a:xfrm>
                <a:prstGeom prst="roundRect">
                  <a:avLst/>
                </a:prstGeom>
                <a:noFill/>
                <a:ln w="5715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cxnSp>
              <p:nvCxnSpPr>
                <p:cNvPr id="8" name="Conector recto de flecha 7">
                  <a:extLst>
                    <a:ext uri="{FF2B5EF4-FFF2-40B4-BE49-F238E27FC236}">
                      <a16:creationId xmlns:a16="http://schemas.microsoft.com/office/drawing/2014/main" id="{08565A20-907F-4D4D-BB51-41B2A4D3739A}"/>
                    </a:ext>
                  </a:extLst>
                </p:cNvPr>
                <p:cNvCxnSpPr/>
                <p:nvPr/>
              </p:nvCxnSpPr>
              <p:spPr>
                <a:xfrm flipH="1">
                  <a:off x="3888420" y="2467992"/>
                  <a:ext cx="1100831" cy="0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Rectángulo: esquinas redondeadas 6">
                <a:extLst>
                  <a:ext uri="{FF2B5EF4-FFF2-40B4-BE49-F238E27FC236}">
                    <a16:creationId xmlns:a16="http://schemas.microsoft.com/office/drawing/2014/main" id="{A444E7B8-227C-4667-9F3A-14A3BEE92414}"/>
                  </a:ext>
                </a:extLst>
              </p:cNvPr>
              <p:cNvSpPr/>
              <p:nvPr/>
            </p:nvSpPr>
            <p:spPr>
              <a:xfrm>
                <a:off x="1745042" y="2765074"/>
                <a:ext cx="251462" cy="221408"/>
              </a:xfrm>
              <a:prstGeom prst="roundRect">
                <a:avLst/>
              </a:prstGeom>
              <a:noFill/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0" name="Conector recto de flecha 9">
                <a:extLst>
                  <a:ext uri="{FF2B5EF4-FFF2-40B4-BE49-F238E27FC236}">
                    <a16:creationId xmlns:a16="http://schemas.microsoft.com/office/drawing/2014/main" id="{9E5F8CAE-E28A-44C9-B7E7-D121846D7032}"/>
                  </a:ext>
                </a:extLst>
              </p:cNvPr>
              <p:cNvCxnSpPr/>
              <p:nvPr/>
            </p:nvCxnSpPr>
            <p:spPr>
              <a:xfrm flipH="1">
                <a:off x="1985571" y="2861675"/>
                <a:ext cx="1100831" cy="0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41597ED6-9EC4-4994-95D1-D245A159E1B9}"/>
                </a:ext>
              </a:extLst>
            </p:cNvPr>
            <p:cNvGrpSpPr/>
            <p:nvPr/>
          </p:nvGrpSpPr>
          <p:grpSpPr>
            <a:xfrm>
              <a:off x="2065724" y="2160991"/>
              <a:ext cx="9652800" cy="3387553"/>
              <a:chOff x="2065724" y="2160991"/>
              <a:chExt cx="9652800" cy="3387553"/>
            </a:xfrm>
          </p:grpSpPr>
          <p:cxnSp>
            <p:nvCxnSpPr>
              <p:cNvPr id="12" name="Conector recto de flecha 11">
                <a:extLst>
                  <a:ext uri="{FF2B5EF4-FFF2-40B4-BE49-F238E27FC236}">
                    <a16:creationId xmlns:a16="http://schemas.microsoft.com/office/drawing/2014/main" id="{920BF7AB-6108-440F-925B-485387457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65724" y="2751662"/>
                <a:ext cx="4914920" cy="677338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pic>
            <p:nvPicPr>
              <p:cNvPr id="14" name="Imagen 13">
                <a:extLst>
                  <a:ext uri="{FF2B5EF4-FFF2-40B4-BE49-F238E27FC236}">
                    <a16:creationId xmlns:a16="http://schemas.microsoft.com/office/drawing/2014/main" id="{812C3E9A-E9BE-4831-A1B9-FD1D63385B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6671" y="2160991"/>
                <a:ext cx="4321853" cy="338755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31476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301333" y="1220417"/>
            <a:ext cx="1079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/>
              <a:t>Para eliminar una oferta, luego de seleccionar el tipo de prueba, seleccione el botón «</a:t>
            </a:r>
            <a:r>
              <a:rPr lang="es-CO" b="1"/>
              <a:t>Eliminar</a:t>
            </a:r>
            <a:r>
              <a:rPr lang="es-CO"/>
              <a:t>» de la oferta que desea borrar. Se abrirá una ventana de confirmación, para eliminar, seleccione el botón «</a:t>
            </a:r>
            <a:r>
              <a:rPr lang="es-CO" b="1"/>
              <a:t>Si</a:t>
            </a:r>
            <a:r>
              <a:rPr lang="es-CO"/>
              <a:t>». 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5396AFBE-7594-4301-9A4E-AFCA3948023E}"/>
              </a:ext>
            </a:extLst>
          </p:cNvPr>
          <p:cNvGrpSpPr/>
          <p:nvPr/>
        </p:nvGrpSpPr>
        <p:grpSpPr>
          <a:xfrm>
            <a:off x="878190" y="1880173"/>
            <a:ext cx="9111257" cy="3668371"/>
            <a:chOff x="878190" y="1880173"/>
            <a:chExt cx="9111257" cy="3668371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8F56976A-D810-4866-80EC-3059E688CBDD}"/>
                </a:ext>
              </a:extLst>
            </p:cNvPr>
            <p:cNvGrpSpPr/>
            <p:nvPr/>
          </p:nvGrpSpPr>
          <p:grpSpPr>
            <a:xfrm>
              <a:off x="878190" y="1880173"/>
              <a:ext cx="7262633" cy="3668371"/>
              <a:chOff x="878190" y="1880173"/>
              <a:chExt cx="7262633" cy="3668371"/>
            </a:xfrm>
          </p:grpSpPr>
          <p:grpSp>
            <p:nvGrpSpPr>
              <p:cNvPr id="2" name="Grupo 1">
                <a:extLst>
                  <a:ext uri="{FF2B5EF4-FFF2-40B4-BE49-F238E27FC236}">
                    <a16:creationId xmlns:a16="http://schemas.microsoft.com/office/drawing/2014/main" id="{9FAC3F09-3E99-4244-A313-175C9746E3A2}"/>
                  </a:ext>
                </a:extLst>
              </p:cNvPr>
              <p:cNvGrpSpPr/>
              <p:nvPr/>
            </p:nvGrpSpPr>
            <p:grpSpPr>
              <a:xfrm>
                <a:off x="878190" y="1880173"/>
                <a:ext cx="7262633" cy="3668371"/>
                <a:chOff x="1623915" y="1844662"/>
                <a:chExt cx="8944169" cy="4280929"/>
              </a:xfrm>
            </p:grpSpPr>
            <p:grpSp>
              <p:nvGrpSpPr>
                <p:cNvPr id="9" name="Grupo 8">
                  <a:extLst>
                    <a:ext uri="{FF2B5EF4-FFF2-40B4-BE49-F238E27FC236}">
                      <a16:creationId xmlns:a16="http://schemas.microsoft.com/office/drawing/2014/main" id="{656BB099-29A2-4CBE-B1A6-E311FC4B1BA1}"/>
                    </a:ext>
                  </a:extLst>
                </p:cNvPr>
                <p:cNvGrpSpPr/>
                <p:nvPr/>
              </p:nvGrpSpPr>
              <p:grpSpPr>
                <a:xfrm>
                  <a:off x="1623915" y="1844662"/>
                  <a:ext cx="8944169" cy="4280929"/>
                  <a:chOff x="1623915" y="1844662"/>
                  <a:chExt cx="8944169" cy="4280929"/>
                </a:xfrm>
              </p:grpSpPr>
              <p:pic>
                <p:nvPicPr>
                  <p:cNvPr id="5" name="Imagen 4">
                    <a:extLst>
                      <a:ext uri="{FF2B5EF4-FFF2-40B4-BE49-F238E27FC236}">
                        <a16:creationId xmlns:a16="http://schemas.microsoft.com/office/drawing/2014/main" id="{4C3B8092-1B01-4EEA-A275-E3F39BCBB5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623915" y="1844662"/>
                    <a:ext cx="8944169" cy="4280929"/>
                  </a:xfrm>
                  <a:prstGeom prst="rect">
                    <a:avLst/>
                  </a:prstGeom>
                </p:spPr>
              </p:pic>
              <p:sp>
                <p:nvSpPr>
                  <p:cNvPr id="6" name="Rectángulo: esquinas redondeadas 5">
                    <a:extLst>
                      <a:ext uri="{FF2B5EF4-FFF2-40B4-BE49-F238E27FC236}">
                        <a16:creationId xmlns:a16="http://schemas.microsoft.com/office/drawing/2014/main" id="{0C952F7C-8A1C-4688-8936-F811FE09F897}"/>
                      </a:ext>
                    </a:extLst>
                  </p:cNvPr>
                  <p:cNvSpPr/>
                  <p:nvPr/>
                </p:nvSpPr>
                <p:spPr>
                  <a:xfrm>
                    <a:off x="1865233" y="2285999"/>
                    <a:ext cx="2396971" cy="363985"/>
                  </a:xfrm>
                  <a:prstGeom prst="roundRect">
                    <a:avLst/>
                  </a:prstGeom>
                  <a:noFill/>
                  <a:ln w="5715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/>
                  </a:p>
                </p:txBody>
              </p:sp>
              <p:cxnSp>
                <p:nvCxnSpPr>
                  <p:cNvPr id="8" name="Conector recto de flecha 7">
                    <a:extLst>
                      <a:ext uri="{FF2B5EF4-FFF2-40B4-BE49-F238E27FC236}">
                        <a16:creationId xmlns:a16="http://schemas.microsoft.com/office/drawing/2014/main" id="{08565A20-907F-4D4D-BB51-41B2A4D3739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3888420" y="2467992"/>
                    <a:ext cx="1100831" cy="0"/>
                  </a:xfrm>
                  <a:prstGeom prst="straightConnector1">
                    <a:avLst/>
                  </a:prstGeom>
                  <a:ln w="57150">
                    <a:tailEnd type="triangle"/>
                  </a:ln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" name="Rectángulo: esquinas redondeadas 6">
                  <a:extLst>
                    <a:ext uri="{FF2B5EF4-FFF2-40B4-BE49-F238E27FC236}">
                      <a16:creationId xmlns:a16="http://schemas.microsoft.com/office/drawing/2014/main" id="{A444E7B8-227C-4667-9F3A-14A3BEE92414}"/>
                    </a:ext>
                  </a:extLst>
                </p:cNvPr>
                <p:cNvSpPr/>
                <p:nvPr/>
              </p:nvSpPr>
              <p:spPr>
                <a:xfrm>
                  <a:off x="1913552" y="2767394"/>
                  <a:ext cx="251462" cy="221408"/>
                </a:xfrm>
                <a:prstGeom prst="roundRect">
                  <a:avLst/>
                </a:prstGeom>
                <a:noFill/>
                <a:ln w="5715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cxnSp>
              <p:nvCxnSpPr>
                <p:cNvPr id="10" name="Conector recto de flecha 9">
                  <a:extLst>
                    <a:ext uri="{FF2B5EF4-FFF2-40B4-BE49-F238E27FC236}">
                      <a16:creationId xmlns:a16="http://schemas.microsoft.com/office/drawing/2014/main" id="{9E5F8CAE-E28A-44C9-B7E7-D121846D7032}"/>
                    </a:ext>
                  </a:extLst>
                </p:cNvPr>
                <p:cNvCxnSpPr/>
                <p:nvPr/>
              </p:nvCxnSpPr>
              <p:spPr>
                <a:xfrm flipH="1">
                  <a:off x="2154080" y="2863995"/>
                  <a:ext cx="1100831" cy="0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Conector recto de flecha 11">
                <a:extLst>
                  <a:ext uri="{FF2B5EF4-FFF2-40B4-BE49-F238E27FC236}">
                    <a16:creationId xmlns:a16="http://schemas.microsoft.com/office/drawing/2014/main" id="{920BF7AB-6108-440F-925B-485387457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2553" y="2753650"/>
                <a:ext cx="4778091" cy="675350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AABB7855-91DA-4342-BB60-17668C221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6222" y="2969026"/>
              <a:ext cx="2943225" cy="1257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7439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REPORTES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7766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301333" y="1220417"/>
            <a:ext cx="1079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/>
              <a:t>Seleccione «</a:t>
            </a:r>
            <a:r>
              <a:rPr lang="es-CO" b="1"/>
              <a:t>Reportes Evaluaciones</a:t>
            </a:r>
            <a:r>
              <a:rPr lang="es-CO"/>
              <a:t>»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970CC3AB-6C48-45DB-853D-8B62136E5152}"/>
              </a:ext>
            </a:extLst>
          </p:cNvPr>
          <p:cNvGrpSpPr/>
          <p:nvPr/>
        </p:nvGrpSpPr>
        <p:grpSpPr>
          <a:xfrm>
            <a:off x="1592063" y="1932715"/>
            <a:ext cx="8430826" cy="3994015"/>
            <a:chOff x="1592063" y="1932715"/>
            <a:chExt cx="8430826" cy="3994015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86ED04C7-E342-475C-A8B2-5E59F6D81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2063" y="1932715"/>
              <a:ext cx="8430826" cy="3994015"/>
            </a:xfrm>
            <a:prstGeom prst="rect">
              <a:avLst/>
            </a:prstGeom>
          </p:spPr>
        </p:pic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63E0A1EB-6BC8-4021-A438-C8D7CB407E2C}"/>
                </a:ext>
              </a:extLst>
            </p:cNvPr>
            <p:cNvSpPr/>
            <p:nvPr/>
          </p:nvSpPr>
          <p:spPr>
            <a:xfrm>
              <a:off x="4228731" y="2334827"/>
              <a:ext cx="1151138" cy="754602"/>
            </a:xfrm>
            <a:prstGeom prst="round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89023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532660" y="1042468"/>
            <a:ext cx="109614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/>
              <a:t>Para generar el informe de las pruebas ya realizadas, seleccione el periodo académico, tipo de prueba y programa académico. Seleccione el botón «</a:t>
            </a:r>
            <a:r>
              <a:rPr lang="es-CO" b="1"/>
              <a:t>Generar</a:t>
            </a:r>
            <a:r>
              <a:rPr lang="es-CO"/>
              <a:t>» para visualizar los resultados y el botón «</a:t>
            </a:r>
            <a:r>
              <a:rPr lang="es-CO" b="1"/>
              <a:t>Reporte</a:t>
            </a:r>
            <a:r>
              <a:rPr lang="es-CO"/>
              <a:t>» para descartar los resultados en un archivo de Excel.</a:t>
            </a:r>
          </a:p>
          <a:p>
            <a:pPr algn="ctr"/>
            <a:r>
              <a:rPr lang="es-CO"/>
              <a:t>En la columna acciones podrá descargar los resultados de la prueba en caso de que el aspirante finalice la prueba correctamente.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D9C8354-5F09-4D91-80D9-075827D3B91D}"/>
              </a:ext>
            </a:extLst>
          </p:cNvPr>
          <p:cNvSpPr txBox="1"/>
          <p:nvPr/>
        </p:nvSpPr>
        <p:spPr>
          <a:xfrm>
            <a:off x="532660" y="5697444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/>
              <a:t>Si el aspirante no pudo finalizar la prueba, podrá reiniciar la prueba, para que la realice nuevamente. 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020E705-BF00-47E0-8576-1B4C6DA3D844}"/>
              </a:ext>
            </a:extLst>
          </p:cNvPr>
          <p:cNvGrpSpPr/>
          <p:nvPr/>
        </p:nvGrpSpPr>
        <p:grpSpPr>
          <a:xfrm>
            <a:off x="1558980" y="1825550"/>
            <a:ext cx="10269279" cy="4537962"/>
            <a:chOff x="1558980" y="1825550"/>
            <a:chExt cx="10269279" cy="4537962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D39B45EF-B8ED-4338-B704-067D3D9017FC}"/>
                </a:ext>
              </a:extLst>
            </p:cNvPr>
            <p:cNvGrpSpPr/>
            <p:nvPr/>
          </p:nvGrpSpPr>
          <p:grpSpPr>
            <a:xfrm>
              <a:off x="1558980" y="1825550"/>
              <a:ext cx="8672069" cy="3733885"/>
              <a:chOff x="1146634" y="1743637"/>
              <a:chExt cx="9898731" cy="4620799"/>
            </a:xfrm>
          </p:grpSpPr>
          <p:pic>
            <p:nvPicPr>
              <p:cNvPr id="14" name="Imagen 13">
                <a:extLst>
                  <a:ext uri="{FF2B5EF4-FFF2-40B4-BE49-F238E27FC236}">
                    <a16:creationId xmlns:a16="http://schemas.microsoft.com/office/drawing/2014/main" id="{04754954-219D-411F-A3C8-54B17FE4FD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46635" y="1743637"/>
                <a:ext cx="9898730" cy="4620799"/>
              </a:xfrm>
              <a:prstGeom prst="rect">
                <a:avLst/>
              </a:prstGeom>
            </p:spPr>
          </p:pic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2EAAE7C9-1D04-4F5B-A13C-0481D9EA86E0}"/>
                  </a:ext>
                </a:extLst>
              </p:cNvPr>
              <p:cNvGrpSpPr/>
              <p:nvPr/>
            </p:nvGrpSpPr>
            <p:grpSpPr>
              <a:xfrm>
                <a:off x="1146634" y="2238178"/>
                <a:ext cx="8946738" cy="464878"/>
                <a:chOff x="1201444" y="2059618"/>
                <a:chExt cx="9149918" cy="514905"/>
              </a:xfrm>
            </p:grpSpPr>
            <p:sp>
              <p:nvSpPr>
                <p:cNvPr id="11" name="Rectángulo: esquinas redondeadas 10">
                  <a:extLst>
                    <a:ext uri="{FF2B5EF4-FFF2-40B4-BE49-F238E27FC236}">
                      <a16:creationId xmlns:a16="http://schemas.microsoft.com/office/drawing/2014/main" id="{CAE47993-8BED-44A9-8A59-AB93CA1B0A24}"/>
                    </a:ext>
                  </a:extLst>
                </p:cNvPr>
                <p:cNvSpPr/>
                <p:nvPr/>
              </p:nvSpPr>
              <p:spPr>
                <a:xfrm>
                  <a:off x="1201444" y="2059618"/>
                  <a:ext cx="6689983" cy="514905"/>
                </a:xfrm>
                <a:prstGeom prst="roundRect">
                  <a:avLst/>
                </a:prstGeom>
                <a:noFill/>
                <a:ln w="5715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12" name="Rectángulo: esquinas redondeadas 11">
                  <a:extLst>
                    <a:ext uri="{FF2B5EF4-FFF2-40B4-BE49-F238E27FC236}">
                      <a16:creationId xmlns:a16="http://schemas.microsoft.com/office/drawing/2014/main" id="{CF5D3A95-9EA4-451A-93C3-A7B0244F7BB2}"/>
                    </a:ext>
                  </a:extLst>
                </p:cNvPr>
                <p:cNvSpPr/>
                <p:nvPr/>
              </p:nvSpPr>
              <p:spPr>
                <a:xfrm>
                  <a:off x="7954983" y="2188343"/>
                  <a:ext cx="2396379" cy="288527"/>
                </a:xfrm>
                <a:prstGeom prst="roundRect">
                  <a:avLst/>
                </a:prstGeom>
                <a:noFill/>
                <a:ln w="5715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</p:grpSp>
          <p:sp>
            <p:nvSpPr>
              <p:cNvPr id="15" name="Rectángulo: esquinas redondeadas 14">
                <a:extLst>
                  <a:ext uri="{FF2B5EF4-FFF2-40B4-BE49-F238E27FC236}">
                    <a16:creationId xmlns:a16="http://schemas.microsoft.com/office/drawing/2014/main" id="{A1091D61-E2C9-468E-8B50-24F5006DD678}"/>
                  </a:ext>
                </a:extLst>
              </p:cNvPr>
              <p:cNvSpPr/>
              <p:nvPr/>
            </p:nvSpPr>
            <p:spPr>
              <a:xfrm>
                <a:off x="9775278" y="2614890"/>
                <a:ext cx="647106" cy="464878"/>
              </a:xfrm>
              <a:prstGeom prst="roundRect">
                <a:avLst/>
              </a:prstGeom>
              <a:noFill/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447EA068-5DBD-4CD5-9103-481621AF3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68019" y="2827865"/>
              <a:ext cx="2160240" cy="2543744"/>
            </a:xfrm>
            <a:prstGeom prst="rect">
              <a:avLst/>
            </a:prstGeom>
          </p:spPr>
        </p:pic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7AB904E1-FFC5-4418-8022-F058A5D2616E}"/>
                </a:ext>
              </a:extLst>
            </p:cNvPr>
            <p:cNvGrpSpPr/>
            <p:nvPr/>
          </p:nvGrpSpPr>
          <p:grpSpPr>
            <a:xfrm>
              <a:off x="6402011" y="5643432"/>
              <a:ext cx="2549894" cy="720080"/>
              <a:chOff x="6402011" y="5643432"/>
              <a:chExt cx="2549894" cy="720080"/>
            </a:xfrm>
          </p:grpSpPr>
          <p:pic>
            <p:nvPicPr>
              <p:cNvPr id="28" name="Imagen 27">
                <a:extLst>
                  <a:ext uri="{FF2B5EF4-FFF2-40B4-BE49-F238E27FC236}">
                    <a16:creationId xmlns:a16="http://schemas.microsoft.com/office/drawing/2014/main" id="{7176DA08-5B80-46C2-89D3-77F9A802D2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91665" y="5643432"/>
                <a:ext cx="2160240" cy="720080"/>
              </a:xfrm>
              <a:prstGeom prst="rect">
                <a:avLst/>
              </a:prstGeom>
            </p:spPr>
          </p:pic>
          <p:cxnSp>
            <p:nvCxnSpPr>
              <p:cNvPr id="36" name="Conector recto de flecha 35">
                <a:extLst>
                  <a:ext uri="{FF2B5EF4-FFF2-40B4-BE49-F238E27FC236}">
                    <a16:creationId xmlns:a16="http://schemas.microsoft.com/office/drawing/2014/main" id="{6582DA5E-68F4-4720-8F15-4995CDE3F0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2011" y="5847756"/>
                <a:ext cx="1968618" cy="286714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FB4A01C5-8CDE-4B0A-8695-BA96C8C3CB8E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9685269" y="2716567"/>
            <a:ext cx="1062870" cy="1112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78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AC2B57-338F-4B06-9ECE-6EA1B15DD11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DB01F7B-6F45-4998-9210-DFE6741D2CAA}"/>
</file>

<file path=customXml/itemProps3.xml><?xml version="1.0" encoding="utf-8"?>
<ds:datastoreItem xmlns:ds="http://schemas.openxmlformats.org/officeDocument/2006/customXml" ds:itemID="{C0B30E6A-1C89-4F1C-BD8C-1321D1C6F0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revision>1</cp:revision>
  <dcterms:created xsi:type="dcterms:W3CDTF">2021-08-30T16:06:06Z</dcterms:created>
  <dcterms:modified xsi:type="dcterms:W3CDTF">2021-11-29T23:04:24Z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