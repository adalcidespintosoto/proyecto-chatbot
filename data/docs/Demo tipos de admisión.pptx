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9" r:id="rId2"/>
    <p:sldId id="269" r:id="rId3"/>
    <p:sldId id="266" r:id="rId4"/>
    <p:sldId id="267" r:id="rId5"/>
    <p:sldId id="290" r:id="rId6"/>
    <p:sldId id="270" r:id="rId7"/>
    <p:sldId id="292" r:id="rId8"/>
    <p:sldId id="293" r:id="rId9"/>
    <p:sldId id="294" r:id="rId10"/>
    <p:sldId id="295" r:id="rId11"/>
    <p:sldId id="296" r:id="rId12"/>
    <p:sldId id="291" r:id="rId13"/>
    <p:sldId id="271" r:id="rId14"/>
    <p:sldId id="272" r:id="rId15"/>
    <p:sldId id="273" r:id="rId16"/>
    <p:sldId id="275" r:id="rId17"/>
    <p:sldId id="274" r:id="rId18"/>
    <p:sldId id="276" r:id="rId19"/>
    <p:sldId id="277" r:id="rId20"/>
    <p:sldId id="278" r:id="rId21"/>
    <p:sldId id="279" r:id="rId22"/>
    <p:sldId id="280" r:id="rId23"/>
    <p:sldId id="289" r:id="rId24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82" autoAdjust="0"/>
    <p:restoredTop sz="98669" autoAdjust="0"/>
  </p:normalViewPr>
  <p:slideViewPr>
    <p:cSldViewPr snapToGrid="0" snapToObjects="1" showGuides="1">
      <p:cViewPr varScale="1">
        <p:scale>
          <a:sx n="72" d="100"/>
          <a:sy n="72" d="100"/>
        </p:scale>
        <p:origin x="111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7" d="100"/>
        <a:sy n="87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20/05/2021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20/05/2021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20/05/2021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20/05/2021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20/05/2021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20/05/2021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20/05/2021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20/05/2021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20/05/2021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20/05/2021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20/05/2021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20/05/2021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20/05/2021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656BD05-05C5-4F87-AE1E-3C2653CE9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8864"/>
            <a:ext cx="9144000" cy="417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261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577CE55-52F4-466D-9454-18CB73843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150" y="1800225"/>
            <a:ext cx="2228850" cy="25146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F3D7E24-4EBD-4416-BD66-8DC17E997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1" y="2214561"/>
            <a:ext cx="1952000" cy="197321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8614589-7BF6-49BF-823F-7AFD3F9366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8129" y="1885950"/>
            <a:ext cx="2009775" cy="242887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8C09A5A-727E-4837-8865-5D03A92241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9407" y="1985962"/>
            <a:ext cx="2124075" cy="222885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CD3BD68-A1D3-4CDE-987F-4EECCB7BD2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7950" y="4466602"/>
            <a:ext cx="1924050" cy="1952625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C1B29BD7-6BA1-46F9-BBEF-CECC0CC561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8129" y="4400550"/>
            <a:ext cx="2038350" cy="1990725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0801C926-3FB5-4CE5-96DC-5EC3F8899E94}"/>
              </a:ext>
            </a:extLst>
          </p:cNvPr>
          <p:cNvSpPr/>
          <p:nvPr/>
        </p:nvSpPr>
        <p:spPr>
          <a:xfrm>
            <a:off x="590551" y="4187778"/>
            <a:ext cx="1952000" cy="21277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BAD6BB6-1976-4704-9448-F23420067C29}"/>
              </a:ext>
            </a:extLst>
          </p:cNvPr>
          <p:cNvSpPr/>
          <p:nvPr/>
        </p:nvSpPr>
        <p:spPr>
          <a:xfrm>
            <a:off x="2647950" y="6370614"/>
            <a:ext cx="1952000" cy="21277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F672685-488D-488D-98F0-F77A54191CF3}"/>
              </a:ext>
            </a:extLst>
          </p:cNvPr>
          <p:cNvSpPr/>
          <p:nvPr/>
        </p:nvSpPr>
        <p:spPr>
          <a:xfrm>
            <a:off x="6601449" y="4152060"/>
            <a:ext cx="1952000" cy="21277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F47B83F-087A-4414-8515-D6DD258A2B0E}"/>
              </a:ext>
            </a:extLst>
          </p:cNvPr>
          <p:cNvSpPr txBox="1"/>
          <p:nvPr/>
        </p:nvSpPr>
        <p:spPr>
          <a:xfrm>
            <a:off x="3630877" y="1244265"/>
            <a:ext cx="1882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Tipos de admisión</a:t>
            </a:r>
          </a:p>
        </p:txBody>
      </p:sp>
    </p:spTree>
    <p:extLst>
      <p:ext uri="{BB962C8B-B14F-4D97-AF65-F5344CB8AC3E}">
        <p14:creationId xmlns:p14="http://schemas.microsoft.com/office/powerpoint/2010/main" val="4165298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0A42DEAF-8B3D-41E0-A67C-FAC010EC09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4638" b="2892"/>
          <a:stretch/>
        </p:blipFill>
        <p:spPr>
          <a:xfrm>
            <a:off x="0" y="1946372"/>
            <a:ext cx="9144000" cy="3976292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CFE71F93-64B3-4FC9-A11B-E55AE5FBC9A1}"/>
              </a:ext>
            </a:extLst>
          </p:cNvPr>
          <p:cNvSpPr txBox="1"/>
          <p:nvPr/>
        </p:nvSpPr>
        <p:spPr>
          <a:xfrm>
            <a:off x="2812224" y="1244265"/>
            <a:ext cx="3519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Validaciones previas a la inscripción</a:t>
            </a:r>
          </a:p>
        </p:txBody>
      </p:sp>
    </p:spTree>
    <p:extLst>
      <p:ext uri="{BB962C8B-B14F-4D97-AF65-F5344CB8AC3E}">
        <p14:creationId xmlns:p14="http://schemas.microsoft.com/office/powerpoint/2010/main" val="1647208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A9FA430-68EF-4F01-ACD2-5B7A7B46E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9198"/>
            <a:ext cx="9144000" cy="1656907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97E5BD1E-E904-40C9-AE59-98DA34592E8B}"/>
              </a:ext>
            </a:extLst>
          </p:cNvPr>
          <p:cNvSpPr txBox="1"/>
          <p:nvPr/>
        </p:nvSpPr>
        <p:spPr>
          <a:xfrm>
            <a:off x="3448071" y="1615181"/>
            <a:ext cx="224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Requisitos adicionales</a:t>
            </a:r>
          </a:p>
        </p:txBody>
      </p:sp>
    </p:spTree>
    <p:extLst>
      <p:ext uri="{BB962C8B-B14F-4D97-AF65-F5344CB8AC3E}">
        <p14:creationId xmlns:p14="http://schemas.microsoft.com/office/powerpoint/2010/main" val="1205804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A5A676C-2770-4D56-B866-7C2E7F3E54E2}"/>
              </a:ext>
            </a:extLst>
          </p:cNvPr>
          <p:cNvSpPr txBox="1"/>
          <p:nvPr/>
        </p:nvSpPr>
        <p:spPr>
          <a:xfrm>
            <a:off x="2862470" y="3059668"/>
            <a:ext cx="3747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Mensajes de restricción (validaciones)</a:t>
            </a:r>
          </a:p>
        </p:txBody>
      </p:sp>
    </p:spTree>
    <p:extLst>
      <p:ext uri="{BB962C8B-B14F-4D97-AF65-F5344CB8AC3E}">
        <p14:creationId xmlns:p14="http://schemas.microsoft.com/office/powerpoint/2010/main" val="2027762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4D98D6D-EDFD-4900-9FAE-5316256701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202" b="6887"/>
          <a:stretch/>
        </p:blipFill>
        <p:spPr>
          <a:xfrm>
            <a:off x="0" y="1802295"/>
            <a:ext cx="9144000" cy="410817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7702D5C-3536-4351-9F94-611467A16EFF}"/>
              </a:ext>
            </a:extLst>
          </p:cNvPr>
          <p:cNvSpPr txBox="1"/>
          <p:nvPr/>
        </p:nvSpPr>
        <p:spPr>
          <a:xfrm>
            <a:off x="2589726" y="1191112"/>
            <a:ext cx="3964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Tiempo máximo de retiro para reingreso</a:t>
            </a:r>
          </a:p>
        </p:txBody>
      </p:sp>
    </p:spTree>
    <p:extLst>
      <p:ext uri="{BB962C8B-B14F-4D97-AF65-F5344CB8AC3E}">
        <p14:creationId xmlns:p14="http://schemas.microsoft.com/office/powerpoint/2010/main" val="4261940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712750D-3691-451B-9D7A-437A484A7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202" b="7403"/>
          <a:stretch/>
        </p:blipFill>
        <p:spPr>
          <a:xfrm>
            <a:off x="0" y="1815547"/>
            <a:ext cx="9144000" cy="408167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8F93370-27E3-42F9-B8A8-1EE08E5C3740}"/>
              </a:ext>
            </a:extLst>
          </p:cNvPr>
          <p:cNvSpPr txBox="1"/>
          <p:nvPr/>
        </p:nvSpPr>
        <p:spPr>
          <a:xfrm>
            <a:off x="2209622" y="1189528"/>
            <a:ext cx="4724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Tiempo máximo desde la última matrícula activa</a:t>
            </a:r>
          </a:p>
        </p:txBody>
      </p:sp>
    </p:spTree>
    <p:extLst>
      <p:ext uri="{BB962C8B-B14F-4D97-AF65-F5344CB8AC3E}">
        <p14:creationId xmlns:p14="http://schemas.microsoft.com/office/powerpoint/2010/main" val="1806927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4728A48-2E83-42FF-85FB-C3894DD96B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945" b="5083"/>
          <a:stretch/>
        </p:blipFill>
        <p:spPr>
          <a:xfrm>
            <a:off x="0" y="2011018"/>
            <a:ext cx="9144000" cy="421419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572D68E-4967-4FE0-A41A-A5997A69DE47}"/>
              </a:ext>
            </a:extLst>
          </p:cNvPr>
          <p:cNvSpPr txBox="1"/>
          <p:nvPr/>
        </p:nvSpPr>
        <p:spPr>
          <a:xfrm>
            <a:off x="3332173" y="1582197"/>
            <a:ext cx="2477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PPA inferior al requerido</a:t>
            </a:r>
          </a:p>
        </p:txBody>
      </p:sp>
    </p:spTree>
    <p:extLst>
      <p:ext uri="{BB962C8B-B14F-4D97-AF65-F5344CB8AC3E}">
        <p14:creationId xmlns:p14="http://schemas.microsoft.com/office/powerpoint/2010/main" val="1824007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C6309F0-70C9-48E0-BEA3-DC511533DB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460" b="4824"/>
          <a:stretch/>
        </p:blipFill>
        <p:spPr>
          <a:xfrm>
            <a:off x="0" y="1881809"/>
            <a:ext cx="9144000" cy="420094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1BB281E-86E3-4F47-A3FC-FEBBC4D5FB0A}"/>
              </a:ext>
            </a:extLst>
          </p:cNvPr>
          <p:cNvSpPr txBox="1"/>
          <p:nvPr/>
        </p:nvSpPr>
        <p:spPr>
          <a:xfrm>
            <a:off x="3226155" y="1397531"/>
            <a:ext cx="2479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PPP inferior al requerido</a:t>
            </a:r>
          </a:p>
        </p:txBody>
      </p:sp>
    </p:spTree>
    <p:extLst>
      <p:ext uri="{BB962C8B-B14F-4D97-AF65-F5344CB8AC3E}">
        <p14:creationId xmlns:p14="http://schemas.microsoft.com/office/powerpoint/2010/main" val="822008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1BB281E-86E3-4F47-A3FC-FEBBC4D5FB0A}"/>
              </a:ext>
            </a:extLst>
          </p:cNvPr>
          <p:cNvSpPr txBox="1"/>
          <p:nvPr/>
        </p:nvSpPr>
        <p:spPr>
          <a:xfrm>
            <a:off x="2679975" y="1397531"/>
            <a:ext cx="3784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Sanciones, bloqueos o créditos activos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34EBEF6-8EB3-491C-8544-14533AA0BF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460" b="5856"/>
          <a:stretch/>
        </p:blipFill>
        <p:spPr>
          <a:xfrm>
            <a:off x="0" y="2133600"/>
            <a:ext cx="9144000" cy="4147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456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A5A676C-2770-4D56-B866-7C2E7F3E54E2}"/>
              </a:ext>
            </a:extLst>
          </p:cNvPr>
          <p:cNvSpPr txBox="1"/>
          <p:nvPr/>
        </p:nvSpPr>
        <p:spPr>
          <a:xfrm>
            <a:off x="2838256" y="3059668"/>
            <a:ext cx="3467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Proceso para Transferencia Externa</a:t>
            </a:r>
          </a:p>
        </p:txBody>
      </p:sp>
    </p:spTree>
    <p:extLst>
      <p:ext uri="{BB962C8B-B14F-4D97-AF65-F5344CB8AC3E}">
        <p14:creationId xmlns:p14="http://schemas.microsoft.com/office/powerpoint/2010/main" val="2559952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92BFEC3-5BCC-4ABE-BE4F-AF4EAE21E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4217"/>
            <a:ext cx="9144000" cy="421721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D744D2B-CBE4-4732-9DB7-32E525C50A17}"/>
              </a:ext>
            </a:extLst>
          </p:cNvPr>
          <p:cNvSpPr txBox="1"/>
          <p:nvPr/>
        </p:nvSpPr>
        <p:spPr>
          <a:xfrm>
            <a:off x="3356988" y="1203499"/>
            <a:ext cx="2430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Selección del programa</a:t>
            </a:r>
          </a:p>
        </p:txBody>
      </p:sp>
    </p:spTree>
    <p:extLst>
      <p:ext uri="{BB962C8B-B14F-4D97-AF65-F5344CB8AC3E}">
        <p14:creationId xmlns:p14="http://schemas.microsoft.com/office/powerpoint/2010/main" val="4062711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2A727EC-07D3-41E7-BB75-DF72F0B1CC83}"/>
              </a:ext>
            </a:extLst>
          </p:cNvPr>
          <p:cNvPicPr/>
          <p:nvPr/>
        </p:nvPicPr>
        <p:blipFill rotWithShape="1">
          <a:blip r:embed="rId2"/>
          <a:srcRect t="13565" b="5375"/>
          <a:stretch/>
        </p:blipFill>
        <p:spPr>
          <a:xfrm>
            <a:off x="0" y="2266120"/>
            <a:ext cx="9144000" cy="416118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FDCD6EE-CDF7-40CA-B824-F6A66FDAFC46}"/>
              </a:ext>
            </a:extLst>
          </p:cNvPr>
          <p:cNvSpPr txBox="1"/>
          <p:nvPr/>
        </p:nvSpPr>
        <p:spPr>
          <a:xfrm>
            <a:off x="0" y="1471567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dirty="0"/>
              <a:t>Si no cuenta con  ninguna restricción, se visualiza el formulario de inscripción con los datos básicos.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514A2AF-9F1E-4A02-BD8E-B4A67F6416CF}"/>
              </a:ext>
            </a:extLst>
          </p:cNvPr>
          <p:cNvSpPr txBox="1"/>
          <p:nvPr/>
        </p:nvSpPr>
        <p:spPr>
          <a:xfrm>
            <a:off x="0" y="1101515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b="1" dirty="0"/>
              <a:t>Inscripción</a:t>
            </a:r>
          </a:p>
        </p:txBody>
      </p:sp>
    </p:spTree>
    <p:extLst>
      <p:ext uri="{BB962C8B-B14F-4D97-AF65-F5344CB8AC3E}">
        <p14:creationId xmlns:p14="http://schemas.microsoft.com/office/powerpoint/2010/main" val="2775283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13965D6-F13C-45FD-B36D-789FDD46EAAE}"/>
              </a:ext>
            </a:extLst>
          </p:cNvPr>
          <p:cNvPicPr/>
          <p:nvPr/>
        </p:nvPicPr>
        <p:blipFill rotWithShape="1">
          <a:blip r:embed="rId2"/>
          <a:srcRect t="13290" b="5026"/>
          <a:stretch/>
        </p:blipFill>
        <p:spPr>
          <a:xfrm>
            <a:off x="0" y="2627244"/>
            <a:ext cx="9144000" cy="3935896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1F81B79-E424-468F-AC74-D9DE5168B376}"/>
              </a:ext>
            </a:extLst>
          </p:cNvPr>
          <p:cNvSpPr txBox="1"/>
          <p:nvPr/>
        </p:nvSpPr>
        <p:spPr>
          <a:xfrm>
            <a:off x="0" y="1471567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dirty="0"/>
              <a:t>El aspirante carga todos los requisitos y le llega correo electrónico con la relación de los documentos cargados. Al igual que para primer ingreso, los funcionarios involucrados, deberán aprobar los requisitos y confirmar la inscripción.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EB0D73D-A320-423A-86A5-554E96248C3C}"/>
              </a:ext>
            </a:extLst>
          </p:cNvPr>
          <p:cNvSpPr txBox="1"/>
          <p:nvPr/>
        </p:nvSpPr>
        <p:spPr>
          <a:xfrm>
            <a:off x="0" y="1101515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b="1" dirty="0"/>
              <a:t>Requisitos de Inscripción</a:t>
            </a:r>
          </a:p>
        </p:txBody>
      </p:sp>
    </p:spTree>
    <p:extLst>
      <p:ext uri="{BB962C8B-B14F-4D97-AF65-F5344CB8AC3E}">
        <p14:creationId xmlns:p14="http://schemas.microsoft.com/office/powerpoint/2010/main" val="3070272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3C38EB7-F55D-48FB-9B36-949D83E2162F}"/>
              </a:ext>
            </a:extLst>
          </p:cNvPr>
          <p:cNvPicPr/>
          <p:nvPr/>
        </p:nvPicPr>
        <p:blipFill rotWithShape="1">
          <a:blip r:embed="rId2"/>
          <a:srcRect t="12844" b="5286"/>
          <a:stretch/>
        </p:blipFill>
        <p:spPr>
          <a:xfrm>
            <a:off x="0" y="1722782"/>
            <a:ext cx="9144000" cy="408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482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7C43361-35BD-4090-944B-341525E231A0}"/>
              </a:ext>
            </a:extLst>
          </p:cNvPr>
          <p:cNvPicPr/>
          <p:nvPr/>
        </p:nvPicPr>
        <p:blipFill rotWithShape="1">
          <a:blip r:embed="rId2"/>
          <a:srcRect t="13565" b="6635"/>
          <a:stretch/>
        </p:blipFill>
        <p:spPr>
          <a:xfrm>
            <a:off x="0" y="2302999"/>
            <a:ext cx="9144000" cy="373711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6FE2E69-7B25-4E61-AF6F-16E8CC36F266}"/>
              </a:ext>
            </a:extLst>
          </p:cNvPr>
          <p:cNvSpPr txBox="1"/>
          <p:nvPr/>
        </p:nvSpPr>
        <p:spPr>
          <a:xfrm>
            <a:off x="0" y="1471567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dirty="0"/>
              <a:t>Se agrega la opción de que el aspirante pueda descargar cualquier formulario que se encuentre relacionado a un requisito tipo documento.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D183949-4510-4FDA-B904-40F345B8865B}"/>
              </a:ext>
            </a:extLst>
          </p:cNvPr>
          <p:cNvSpPr txBox="1"/>
          <p:nvPr/>
        </p:nvSpPr>
        <p:spPr>
          <a:xfrm>
            <a:off x="0" y="1101515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b="1" dirty="0"/>
              <a:t>Requisitos de Inscripción</a:t>
            </a:r>
          </a:p>
        </p:txBody>
      </p:sp>
    </p:spTree>
    <p:extLst>
      <p:ext uri="{BB962C8B-B14F-4D97-AF65-F5344CB8AC3E}">
        <p14:creationId xmlns:p14="http://schemas.microsoft.com/office/powerpoint/2010/main" val="9769247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107867A-A73A-49BE-965C-871A87BC74A2}"/>
              </a:ext>
            </a:extLst>
          </p:cNvPr>
          <p:cNvPicPr/>
          <p:nvPr/>
        </p:nvPicPr>
        <p:blipFill rotWithShape="1">
          <a:blip r:embed="rId2"/>
          <a:srcRect t="13583" b="4916"/>
          <a:stretch/>
        </p:blipFill>
        <p:spPr>
          <a:xfrm>
            <a:off x="0" y="2766825"/>
            <a:ext cx="9144000" cy="3949149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809B0EC7-2CD0-46A1-8B01-7D4D70A8D50D}"/>
              </a:ext>
            </a:extLst>
          </p:cNvPr>
          <p:cNvSpPr txBox="1"/>
          <p:nvPr/>
        </p:nvSpPr>
        <p:spPr>
          <a:xfrm>
            <a:off x="0" y="1471567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dirty="0"/>
              <a:t>El aspirante carga todos los requisitos y le llega correo electrónico con la relación de los documentos cargados. Al igual que para primer ingreso, los funcionarios involucrados, deberán aprobar los requisitos. A diferencia de primer ingreso, todos las inscripciones deben ser admitidas por el funcionario a quien corresponda.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2E2E98C-D00D-4F2A-9027-5456D69FA469}"/>
              </a:ext>
            </a:extLst>
          </p:cNvPr>
          <p:cNvSpPr txBox="1"/>
          <p:nvPr/>
        </p:nvSpPr>
        <p:spPr>
          <a:xfrm>
            <a:off x="0" y="1101515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b="1" dirty="0"/>
              <a:t>Requisitos de Selección</a:t>
            </a:r>
          </a:p>
        </p:txBody>
      </p:sp>
    </p:spTree>
    <p:extLst>
      <p:ext uri="{BB962C8B-B14F-4D97-AF65-F5344CB8AC3E}">
        <p14:creationId xmlns:p14="http://schemas.microsoft.com/office/powerpoint/2010/main" val="31609790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A81A9DDC-F1A3-4142-BB0E-7553B677E844}"/>
              </a:ext>
            </a:extLst>
          </p:cNvPr>
          <p:cNvPicPr/>
          <p:nvPr/>
        </p:nvPicPr>
        <p:blipFill rotWithShape="1">
          <a:blip r:embed="rId2"/>
          <a:srcRect t="13063" b="5416"/>
          <a:stretch/>
        </p:blipFill>
        <p:spPr>
          <a:xfrm>
            <a:off x="0" y="2623931"/>
            <a:ext cx="9144000" cy="379012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21194B05-0629-4B42-96BA-727DC305BE3E}"/>
              </a:ext>
            </a:extLst>
          </p:cNvPr>
          <p:cNvSpPr txBox="1"/>
          <p:nvPr/>
        </p:nvSpPr>
        <p:spPr>
          <a:xfrm>
            <a:off x="0" y="1471567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dirty="0"/>
              <a:t>El aspirante carga todos los requisitos y le llega correo electrónico con la relación de los documentos cargados. Al igual que para primer ingreso, los funcionarios involucrados, deberán aprobar los requisitos.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93AD776-3154-4480-B0B7-3291EEFB0191}"/>
              </a:ext>
            </a:extLst>
          </p:cNvPr>
          <p:cNvSpPr txBox="1"/>
          <p:nvPr/>
        </p:nvSpPr>
        <p:spPr>
          <a:xfrm>
            <a:off x="0" y="1101515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b="1" dirty="0"/>
              <a:t>Requisitos de Matrícula</a:t>
            </a:r>
          </a:p>
        </p:txBody>
      </p:sp>
    </p:spTree>
    <p:extLst>
      <p:ext uri="{BB962C8B-B14F-4D97-AF65-F5344CB8AC3E}">
        <p14:creationId xmlns:p14="http://schemas.microsoft.com/office/powerpoint/2010/main" val="36530764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0D80512-3B99-40E2-A9BE-FC39DA61B5CD}"/>
              </a:ext>
            </a:extLst>
          </p:cNvPr>
          <p:cNvPicPr/>
          <p:nvPr/>
        </p:nvPicPr>
        <p:blipFill rotWithShape="1">
          <a:blip r:embed="rId2"/>
          <a:srcRect t="12778" b="5834"/>
          <a:stretch/>
        </p:blipFill>
        <p:spPr>
          <a:xfrm>
            <a:off x="0" y="1842052"/>
            <a:ext cx="9144000" cy="388288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809FF67-8369-4AA3-90DB-812096255E6B}"/>
              </a:ext>
            </a:extLst>
          </p:cNvPr>
          <p:cNvSpPr txBox="1"/>
          <p:nvPr/>
        </p:nvSpPr>
        <p:spPr>
          <a:xfrm>
            <a:off x="0" y="1101515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b="1" dirty="0"/>
              <a:t>Caracterización – Encuesta Poblacional</a:t>
            </a:r>
          </a:p>
        </p:txBody>
      </p:sp>
    </p:spTree>
    <p:extLst>
      <p:ext uri="{BB962C8B-B14F-4D97-AF65-F5344CB8AC3E}">
        <p14:creationId xmlns:p14="http://schemas.microsoft.com/office/powerpoint/2010/main" val="38238921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2DEE9FF9-6DFD-40F2-8117-DD25350BA576}"/>
              </a:ext>
            </a:extLst>
          </p:cNvPr>
          <p:cNvPicPr/>
          <p:nvPr/>
        </p:nvPicPr>
        <p:blipFill rotWithShape="1">
          <a:blip r:embed="rId2"/>
          <a:srcRect t="13835" b="5365"/>
          <a:stretch/>
        </p:blipFill>
        <p:spPr>
          <a:xfrm>
            <a:off x="0" y="2014330"/>
            <a:ext cx="9144000" cy="364434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6BC9C81-73C2-48A0-AF74-D0C064C64979}"/>
              </a:ext>
            </a:extLst>
          </p:cNvPr>
          <p:cNvSpPr txBox="1"/>
          <p:nvPr/>
        </p:nvSpPr>
        <p:spPr>
          <a:xfrm>
            <a:off x="0" y="1101515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b="1" dirty="0"/>
              <a:t>Oficialización de Matrícula</a:t>
            </a:r>
          </a:p>
        </p:txBody>
      </p:sp>
    </p:spTree>
    <p:extLst>
      <p:ext uri="{BB962C8B-B14F-4D97-AF65-F5344CB8AC3E}">
        <p14:creationId xmlns:p14="http://schemas.microsoft.com/office/powerpoint/2010/main" val="25064173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1AF1B71-BA34-4AF7-9417-BCED09ED2F53}"/>
              </a:ext>
            </a:extLst>
          </p:cNvPr>
          <p:cNvSpPr txBox="1"/>
          <p:nvPr/>
        </p:nvSpPr>
        <p:spPr>
          <a:xfrm>
            <a:off x="0" y="1101515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b="1" dirty="0"/>
              <a:t>Información y Recibo de Matrícula</a:t>
            </a:r>
          </a:p>
        </p:txBody>
      </p:sp>
    </p:spTree>
    <p:extLst>
      <p:ext uri="{BB962C8B-B14F-4D97-AF65-F5344CB8AC3E}">
        <p14:creationId xmlns:p14="http://schemas.microsoft.com/office/powerpoint/2010/main" val="30275285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27868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A4B651A9-3D8C-411E-8559-213F7FAAF374}"/>
</file>

<file path=customXml/itemProps2.xml><?xml version="1.0" encoding="utf-8"?>
<ds:datastoreItem xmlns:ds="http://schemas.openxmlformats.org/officeDocument/2006/customXml" ds:itemID="{5A0C5D25-ED96-413D-A18D-92B02420044F}"/>
</file>

<file path=customXml/itemProps3.xml><?xml version="1.0" encoding="utf-8"?>
<ds:datastoreItem xmlns:ds="http://schemas.openxmlformats.org/officeDocument/2006/customXml" ds:itemID="{C1835040-D695-48D0-BCA1-EC3B881FA218}"/>
</file>

<file path=docProps/app.xml><?xml version="1.0" encoding="utf-8"?>
<Properties xmlns="http://schemas.openxmlformats.org/officeDocument/2006/extended-properties" xmlns:vt="http://schemas.openxmlformats.org/officeDocument/2006/docPropsVTypes">
  <TotalTime>1210</TotalTime>
  <Words>243</Words>
  <Application>Microsoft Office PowerPoint</Application>
  <PresentationFormat>Presentación en pantalla (4:3)</PresentationFormat>
  <Paragraphs>24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6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Rosa Angelica</cp:lastModifiedBy>
  <cp:revision>55</cp:revision>
  <dcterms:created xsi:type="dcterms:W3CDTF">2017-01-26T20:10:20Z</dcterms:created>
  <dcterms:modified xsi:type="dcterms:W3CDTF">2021-05-20T23:42:57Z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