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9" r:id="rId5"/>
    <p:sldId id="265" r:id="rId6"/>
    <p:sldId id="266" r:id="rId7"/>
    <p:sldId id="268" r:id="rId8"/>
    <p:sldId id="267" r:id="rId9"/>
    <p:sldId id="271" r:id="rId10"/>
    <p:sldId id="262" r:id="rId11"/>
    <p:sldId id="272" r:id="rId12"/>
    <p:sldId id="274" r:id="rId13"/>
    <p:sldId id="273" r:id="rId14"/>
    <p:sldId id="275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NCY MILENA ANTEQUERA LASSO" userId="S::frency.antequera@unisimon.edu.co::589a1c82-6ef2-4c61-a5f2-73241828cf2e" providerId="AD" clId="Web-{8B6F7B3D-46EF-49E7-AC0A-A49D5B62AB7E}"/>
    <pc:docChg chg="mod">
      <pc:chgData name="FRENCY MILENA ANTEQUERA LASSO" userId="S::frency.antequera@unisimon.edu.co::589a1c82-6ef2-4c61-a5f2-73241828cf2e" providerId="AD" clId="Web-{8B6F7B3D-46EF-49E7-AC0A-A49D5B62AB7E}" dt="2023-11-21T21:33:04.545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21/11/2023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21/11/2023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LOS REPORTES DE BIENESTAR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6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Módulo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sistema deberá seleccionar el módulo «Bienestar»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19"/>
            <a:ext cx="700088" cy="27369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13539" y="3916818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63924"/>
            <a:ext cx="8322243" cy="41123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Módulo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«Reportes»</a:t>
            </a:r>
          </a:p>
        </p:txBody>
      </p:sp>
      <p:sp>
        <p:nvSpPr>
          <p:cNvPr id="9" name="7 Rectángulo"/>
          <p:cNvSpPr/>
          <p:nvPr/>
        </p:nvSpPr>
        <p:spPr>
          <a:xfrm>
            <a:off x="7831680" y="176633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22730" y="2819792"/>
            <a:ext cx="933070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>
            <a:off x="2006600" y="1524382"/>
            <a:ext cx="548993" cy="1718903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7 Rectángulo"/>
          <p:cNvSpPr/>
          <p:nvPr/>
        </p:nvSpPr>
        <p:spPr>
          <a:xfrm>
            <a:off x="7714068" y="18287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8" y="2267230"/>
            <a:ext cx="8102600" cy="40157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Elegir el reporte que desea en el Menú de Reportes. Posteriormente para generar el reporte deberá aplicar los filtros solicitados de: Año, Periodo, Nivel y Programa. Finalmente presionar el botón «Imprimir» o «Exportar Excel», para crear el reporte.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84514" y="3308362"/>
            <a:ext cx="6275257" cy="9527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17 Rectángulo redondeado"/>
          <p:cNvSpPr/>
          <p:nvPr/>
        </p:nvSpPr>
        <p:spPr>
          <a:xfrm>
            <a:off x="617067" y="3006956"/>
            <a:ext cx="1215416" cy="117741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0" name="19 Conector recto de flecha"/>
          <p:cNvCxnSpPr/>
          <p:nvPr/>
        </p:nvCxnSpPr>
        <p:spPr>
          <a:xfrm>
            <a:off x="1197343" y="1733797"/>
            <a:ext cx="0" cy="123325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>
            <a:off x="4677695" y="2010015"/>
            <a:ext cx="0" cy="123325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7 Rectángulo"/>
          <p:cNvSpPr/>
          <p:nvPr/>
        </p:nvSpPr>
        <p:spPr>
          <a:xfrm>
            <a:off x="7721245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Reporte</a:t>
            </a:r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8" y="2279092"/>
            <a:ext cx="8102600" cy="4003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Aplicar los filtros solicitados de: Año, Periodo, Nivel y Programa. Finalmente presionar el botón «Imprimir» o «Exportar Excel», para crear el reporte.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84514" y="3308362"/>
            <a:ext cx="6543260" cy="9527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4677695" y="1840327"/>
            <a:ext cx="0" cy="140294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7 Rectángulo"/>
          <p:cNvSpPr/>
          <p:nvPr/>
        </p:nvSpPr>
        <p:spPr>
          <a:xfrm>
            <a:off x="7721245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1. Detalle de Selección/Caracterización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26113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2481" r="9962" b="1598"/>
          <a:stretch/>
        </p:blipFill>
        <p:spPr bwMode="auto">
          <a:xfrm>
            <a:off x="593421" y="1616807"/>
            <a:ext cx="8075138" cy="4755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EJEMPLO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3" name="7 Rectángulo"/>
          <p:cNvSpPr/>
          <p:nvPr/>
        </p:nvSpPr>
        <p:spPr>
          <a:xfrm>
            <a:off x="7661611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1. Detalle de Selección/Caracterización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4395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5" y="2279092"/>
            <a:ext cx="8102603" cy="4003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86114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Aplicar los filtros solicitados de: Año, Periodo, Fecha inicio, Fecha fin y estado. Finalmente presionar el botón «Generar» para crear el reporte.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84514" y="3348118"/>
            <a:ext cx="6543260" cy="47638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4677695" y="1770889"/>
            <a:ext cx="0" cy="151213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7 Rectángulo"/>
          <p:cNvSpPr/>
          <p:nvPr/>
        </p:nvSpPr>
        <p:spPr>
          <a:xfrm>
            <a:off x="7731184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2. Póliza Estudiantil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36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8" y="2279092"/>
            <a:ext cx="8102600" cy="4003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Aplicar los filtros solicitados de: Año, Periodo, Nivel y Programa. Finalmente presionar el botón «Imprimir» o «Exportar Excel», para crear el reporte.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84514" y="3308362"/>
            <a:ext cx="6543260" cy="9527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4677695" y="1840327"/>
            <a:ext cx="0" cy="140294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7 Rectángulo"/>
          <p:cNvSpPr/>
          <p:nvPr/>
        </p:nvSpPr>
        <p:spPr>
          <a:xfrm>
            <a:off x="7721245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3. General Servicios Estudiantes(Con Icetex)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1294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0" t="8369" r="22380"/>
          <a:stretch/>
        </p:blipFill>
        <p:spPr bwMode="auto">
          <a:xfrm>
            <a:off x="1840042" y="1616807"/>
            <a:ext cx="5920409" cy="47810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EJEMPLO</a:t>
            </a:r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3. General Servicios Estudiantes(Con Icetex)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12360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06" y="2279092"/>
            <a:ext cx="8102602" cy="4003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Aplicar los filtros solicitados de: Visualización, Año, y Periodo. Finalmente presionar el botón «Exportar Excel», para crear el reporte.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984514" y="3308362"/>
            <a:ext cx="6543260" cy="9527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" name="21 Conector recto de flecha"/>
          <p:cNvCxnSpPr/>
          <p:nvPr/>
        </p:nvCxnSpPr>
        <p:spPr>
          <a:xfrm>
            <a:off x="4677695" y="1840327"/>
            <a:ext cx="0" cy="140294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7 Rectángulo"/>
          <p:cNvSpPr/>
          <p:nvPr/>
        </p:nvSpPr>
        <p:spPr>
          <a:xfrm>
            <a:off x="7721245" y="232778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4. Cantidad Estudiantes Icetex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35680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1" t="17920" r="19702" b="4609"/>
          <a:stretch/>
        </p:blipFill>
        <p:spPr bwMode="auto">
          <a:xfrm>
            <a:off x="1461781" y="1600982"/>
            <a:ext cx="6220437" cy="491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EJEMPLO</a:t>
            </a:r>
          </a:p>
        </p:txBody>
      </p: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4. Cantidad Estudiantes Icetex</a:t>
            </a:r>
          </a:p>
        </p:txBody>
      </p:sp>
      <p:sp>
        <p:nvSpPr>
          <p:cNvPr id="5" name="AutoShape 4" descr="data:image/png;base64,iVBORw0KGgoAAAANSUhEUgAABVYAAAKjCAYAAAD2wVQ2AAAgAElEQVR4Xuy9CbRUxbX/v0EURFAcQBBliIoDESfECAEMMRKcUBFNDGhEND7nuHxqophEJIqPn2PMM4oQh/g3KhocgmjCEwxoBKNiECEYBgcQBFER0aj817e697l1qutM3X3v7e77PWuxgO46Vbs+dfpy+dxdu5pt3rx5s/AiARIgARIgARIgARIgARIgARIgARIgARIgARIgARJITaAZxWpqVmxIAiRAAiRAAiRAAiRAAiRAAiRAAiRAAiRAAiRAAoYAxSofBBIgARIgARIgARIgARIgARIgARIgARIgARIgARLISIBiNSMwNicBEiABEiABEiABEiABEiABEiABEiABEiABEiABilU+AyRAAiRAAiRAAiRAAiRAAiRAAiRAAiRAAiRAAiSQkQDFakZgbE4CJEACJEACJEACJEACJEACJEACJFB7BB599FE58cQTa29inBEJkEC9EaBYrTe07JgESIAESIAESIAESIAESIAESIAESKBaCFCsVstKMU4SqBwCFKuVsxaMhARIgARIgASaLIEXXnhBdtttN9l1112bLANOnARIgARIgARIoHEJUKw2Ln+OTgLVSIBitRpXjTGTAAmQQD0QuOuuu+Sss86qh57ZJQnEE3j44YfljjvukMcee0y23XZb4iIBEiABEiABEiCBRiFAsdoo2DkoCVQ1AYrVql4+Bk8CJEAC5SNAsVo+luwpG4Hp06fLYYcdRqmaDRtbkwAJkAAJkAAJlJlAY4vV//znP/LFF1/Il19+aX599dVX8vXXX8vmzZvNTJs1aybNmzeXLbbYwvzacsstZauttjK/8yIBEmgcAhSrjcOdo5IACZBAxRHIKlaxdfuqq66SV1991cxl6NChcvPNNwdybNiwYTJlyhTz3scffyw33nij3HfffbJ+/Xrp3r27XH755TJ8+HBBtuKDDz7o5fGDH/xAevbsKWPGjPG+j/7feOMN8/6QIUNk9OjRoXaXXHKJLF++PIhD30Qs6Hfw4MHefrVP+81+/fqZ/jWjMiru/fbbT375y18W9IvXTj75ZNl3333NnMEPcdiX3QZ/fv311wv6UaZ4A/c/8MADsnTpUsP01FNPFcxZL18fiA9tdB5Yp65duxbEMnHiRJk2bZqMHTvWxJyGnXJ77rnnpF27djJy5MgQC3t+6A/tJ0yYIFOnTg2eoUsvvTQYT/ubPHlySLqCHy48P7xIgARIgARIgARIoFwEGkOsQqRu2rTJ/IJILeaCZG3VqpX5BdHKiwRIoOEIUKw2HGuORAIkQAIVTSCLWIUoHTRokNx2220m01DFKUSgir8dd9xR1q5da+YMAfjOO+8YyQahB6l4wQUXmPtRV/Ptt9827Vxhpu9B4F577bUF/DA2+hoxYoRsv/32Mm/evKANxhs4cKARuRoH3kSsJ5xwgmn317/+1bsmKo3tMcEHkla3q+ucXLm33XbbhUSkDgCBCWmImHHvuHHjZPz48SEZbLfBnyGLIYDtC/fjAsvnn39e7rnnHlOXFPM9/fTTpX///oHM9PWBeXz00UehdYIEnTlzZqi+ae/eveXDDz+U+++/38ScxA4S9LTTTjPzgrDWeI4++uhA9trz0/X52c9+FjCAzL3uuuuCWLAOxxxzjJH2kyZNCjCokLYlckV/uBgcCZAACZAACZBAVRBoSLH62WefycaNG02GqnshMzXp0ixWtx3EauvWrWXrrbdO6oLvkwAJlIEAxWoZILILEiABEqgFAlnEKoQXMg3t7EkwgPBS2WWLVVuoKSv0gUulnd6P321hFjWW3Q9igfS89957A6kJSQfZB/Foi1W8DvmJfpGBamdjun268xs1apSRnZCpWeWeK1YhFmfNmiV/+tOfAqHpilUVse7zhXuPP/54mTFjRiiTE9L4wAMPDMSkjzv6stcGf4aQBQfN+FVJikxWO4Y4djYbjRdxXn311YEUtePBGttj6j0qrPG7rj3k+GWXXRZkGGdlXwufT86BBEiABEigugjMv7W3jLo3KuZ+MubPt8jQDkXOafVUueiosSJXT5dbjtsxWyev3iy9R98vIybOk4sPEBH379l6S93a8FgyRqbfOlQyRpx6jHI0bAix+vnnn8uGDRtihSqkKbJXtSSAlgPQMgAtWrQItv9DwvokK8oDtG3bVlq2bFkONKaPtY9fJNfI1aHnzvda2QbMd9QQY/hjni83954hg+ZdLL3KPaky9JedS2XPpwxIGqULitVGwc5BSYAESKDyCGQRqyrwkEmI7ERffUw3YxVb1s855xzp27evV2aCiE+YpRWr2OKOzE2VgxB9p5xyitkeb4tVZGJCSKJf1PZ0t+Mjjqgx0f6Pf/yjEYVZ5Z4rVjEOsnfnzJnjFY9RUhT3qTT2xW4LS18fuBcHRWl2L9YJa6Pz0v4hRZGBbIvVOHa77767vPLKK7F1Uu140N7NksXYmsn61ltvBeuAcgTIhlWRnJV95X3aGBEJkAAJkECtE8iJVb9AhQwZfM1skdMmybwLi9A1FKv19vjUt1jF99CffvppKH7NToUcxS9IVNRaXbdunfmF9shqxXu65R87tTp27Gi2/uM1vXyCFdmrSCoox9VYYrUcsRfXR2WLyOxitTgKvCueAMUqn5CKJzDh2d/KglWLU8f58yPPlz133iOy/b/eXyK/fuY3qfvr2bGHXPq9c1O3Z0MSqFYCWcQq5qj1MSHHkFEIyWrXx7TFKtpDhj311FOmJquvHqi2we9uxiq2g7vX4YcfbjJmVYJCvqG8ALb3q/iFnLPjQFuUG1Axp6LQPYk+Sqzar+t2fjeuK6+8MhS/vu8Tq5gnXj/77LONoHYzVlGr1L6efPLJoJSAy0nb2dIR/bl9gJtdN1X52GL0u9/9rinTgNq1KlaT2Lnr7fsc2POLa6/vubyxriiBQLFarV9lGDcJkAAJNB0CcWIVFFSuBpmjWdBQrGahlaltfYlViFKUYsLveqlQ1d8hTyFSV61aJatXrzZtVba6k8A9kKo9evSQTp06BdmrKlZdwYoMV5R+KvWQq2SxChE5Su43AY+QScj0xPN6rcjVQbayLSvt9pL/YYPIzRcule57jJWx+SxnCTJl37X6F5G+dVnQ+Mzd3a0wizv4QYaJKffDjm+/eJHcJ4Nk6TVjZbYdq/XZNC+fNkJG3Csy6M/d5e4HRQYtGStj98APRDrL1AsHy9g5ujL5ubr358cLZaeDx4NLpfu99+c5SV0Gef6znYtJpJ9mpeczy3Mx5X8gY702YuJ06T7JE48Zy45bKjoDN9OHtYIaU6xW0GIwFD+BM+67WCA308jVdlu3lZF9TpKDuuwfifMfK16T+156RNZ/9kkich138sibE9uyAQlUO4GsYtWeLyTrQw89ZA6n0qzFKHEGOYbMT2RN2vU30V8pGauQrBCl2FoPIaeHQ9lxQGRi+z22uOOC5L3++usLDkGKy1i98847jdDNKveixKq9rf+MM84IRGZcxmrc2FrHVqWtilHd3m+XSwAD5YP2yDzGL5QZQEaru3U/jl25xCqeD4h3ZBm76wDhi7q3WkaCNVar/asO4ycBEiCB2iWQJFZF8kLJEkNKIyyCLLlSIG1wR53QCfq0sbr9py0FYIscW+akWDKfyOr+oKcUQAljpAijqCb1IVZxKBWSEFR2ukIVgUK6IiEA3/9AqKIMQFQNVZ0Y+sE2fyQI7LDDDkawYus/Lp9gRXvIVQjZYq8ksWrLTfMZkEky7wdLo8Xq6rWytsOO+fIQa2XqhdeIXHWmLD1qlIiWq7BKEJy5bLAlT9F+sMw4Ir4kxtrVa2XHDvkCFHjmZg2S6d3ulsHXdM+JXxEJxXrUUjkz/3ruWe4ukyBWj5ohg/IlPMzrfxkUlLYI7r+wl/jGC2WmG3la11euHIfkJbTNQwX0IJnR+27pbsbOfd1QNroeV8s1MnjZmUEGfHg+1ljm607lljYo9rls7PsoVht7BTh+IgGIVVx/WF53KE3UTT/q2lsuGHhGoli9bebk1P1hLIrVxGVigxogkEWsQuxp9qA99aiMREg3nFxvZ4b65GWpYhVSEeUAsL0eZQCQBarCT7NYcRiTXpCaELzuIVZRYtXeZl8usYpY0Nc///lP8021itA4saqS1D6sS+cEuazy1O0DQvuGG24IDuDCPcpHyxygVIMeNKb34wAt1G6NY6elF8DcviBD9YAtOx5fTVbch4ziadOmmfII7jrooWfIYMazRLFaA194OAUSIAESqFECyWI1L3OccgG5+yxZ6stO9Was5kVtqLxATjyNnWP1l0Ks5mSSWHVgfX37F67w3pwsmyGzZbbUZReWMkZ9PjLlFqs4oApSVS9bquqfP/nkE1m0aJGsWbPGW3c1ab4oBYBMVIjVvffeOzF7FXK12IOtksSqaMalLfRjM1bzswsyNZFRCrEaln86LsTqjAH5+sARNV+jeAV1j0+bZMRqqFZsXrhGSmCIVSvr1v3hhxnTKe1hj1cgViMzePPRBz90yH12O+fLhwQZrPlmtljNNJ8KrRmb9KxX6vsUq5W6MowrIACx2mX7TjJ/1b/kqVVvesn0bddZum/XybyXRqxe8vivZc76d2X3VtvKW5s+LugT/eF97TetWEWZgU8+D9fM0exZ+722LbeJLFdgt+u07c7SqV3HIL4NmzbI4tVvBX/v0WF3adOqTUH8K9evkpUfvx96vZi2acfzzVsHj5urL87Fq5aYOe+y3c6xJR3syaGfmYtny8ebNpiX9+q4hwzs0S/yU+TOCw2j+PjafrJpgyxatUR6d0PFf4kV+VFBgNn/LZotZw84PfWnHdnW7jVv2auyC3i16xg5h7QDZBGrWgfziSeeCOqlQvYde+yx3oxVFWB2TVC8BjkGGapXqWIVMaAcwLJly8xP/XGpOERtURWGNhPd9m4fYuUTq3pivWbkllOsIh7EgbghL5E1GidW0R7vI/PWZYpDvPTQLV8fEJrf/OY3vYeMoRxAt27dTBkA8ND7FyxYkMhOpa1KVMSI2GbPnu2NB4xHjBghvmdIGfjWAc8LMqPPO+88itW0H262IwESIAESaHACacRqQTmAvFzqbmXqIfBUstWImKWFh2IlidSCw6tyEnWpczBWoQj1II0qUVAg20oYo55XspxiFZmqH374YRCxT6riTUhVJCDgUKtSLtRR7dWrl8lexWWXEXCzX1GjtZjM1USxqhPQNYdsjMlYFT3kzYjYb8vfgozVMolVa2u9KbshdRmrmUSkT6xaGaLBukWMl06sjpSlWl7ASNrCbfvu1wyK1VI+MeW7l2K1fCzZUz0RUGk39pnb5M3173lFKATp/xx5USq5pKJs6vynZcWHK72Zq0d33FvatWwjPz50eCbB9+T86TJh1qRA2v60zymBOMN7d7/0sJkDYj2mVzirS/Gh3X8/c4uZJ8Tuk6PvDuQpBOINf7ldbn/z/+TXh54qPzrkxJB41T603AHa4UpqC7YqrX92wLFyzrdPN/1ivDv+do9c9+oTct7e35HLjjjPO57ODX1gLb61cw8z7tKPVhrhHSWmEaedPYyM4/Wfbwhi+c2AsxLFI8Y+8fGxgjUb0qO/vLD8FbOm9x75U/lBn2Hep9LmiAZxc7MZoK0+G/jzi+8vNuuEOd9x3JWxMtcN5KePjDHr+OJpt6cWs3fOukdueumPwbOhP0wAZ/wgQNe62JrAWcQqxkJm4RVXXGFEHH7y7W6rt7eGI1sU29zR5oADDhDIP0jByZMnh7JYo8Sqr8YqYkDNUVwTJkwI5B0yNgcMGBAIR43DzuS018N3EBSEnjumW0M2qsYq+rYPy9KxokoB6PuQwv379zdzSiNWlamy9DH1iVXN3NWDo3ylEjQTVu+HrHZLCCBul50yQR1XxINv8FXSor0bjz5DeCZwuc+QT6wi/kGDBplDyZixWk//8LJbEiABEiCBkgkUI1Yj5aUrP7PUWM0qVgtEax5FmjGj7pV85qxmrJYyRskrE99BucQqtvPj+0Hf9n8IVpWsaIfvyXBAVdLW/6SpQ5Tuueeegh+U43LFqt0/xsf3gFlrrrpb4CW/trnt+GIypJeOymeUYp0ndZfpV4lc49teP+9iMWIV5QJwiFuwRT4+Y7WujmqKUgDOtnvdIh+bsWrFGmzT94lVpxSAyaTdJbzN3y4REKxfZCmAnFgNShtoiQBThqCuPIFdbiFVKYCk7NikB4vvJxKgWE1ExAaVQgBS6fxZd0WG88VVf8sUqiv17JvTlBSIGkzjRB+uUMR7EH9JGbDI0tXSB5B+N500NhgOoq/rb06SpPlift+69zxzX1Jb7RNtXSGponfu+Q95s2M1MN+8EQME9q+OuTxybXxxqnT0MbQ7giTfYcL3jYB+7vw/Bm/h/jS1dpVPGrm51bXfNv3bbTH+mCfHG0EKuTpj9CSveHYnb/N21zfpIdZnw5XOD740RU575iZz+6PHjYkU93H9ZxWr2pfWu8R2cfcQKHc8ZIy+/fbbRrjZGaJJ8+b70QSU6W677WbKIDT2BfGJDNcsa6zPEIQyLxIgARIgARKoBQLFiNVg63AEgOCgqxjJGdVHcG+CaPVucbbicbci26HGZbWauKyDiAZfo8fzFE42boz6fjbKJVY/+OCD4KAqN1NVxerXX39t5OvcuXNLzlYFF0jSzp07m/JNuHxi1ZarONCqffv2GZFqeQnrNnsLfOjwpdxBUTi4KfRc6YFQZju6dXhV3zEyxhxYdYYMm/MfOdrarl6XKVva4VUjrh5jDqzqeEY/WbXb1XLLceHaqxC83lgdsapCOTi8ymJg36/jmSx0I12Xypmmr6XSXe6X+/OHX7mfbfPpOG2MjMkflpWrCZv/zNhlFoLPc8zhVRSrGZ/x7M0pVrMz4x2NRKCpiVXNhgRuV6JB8iXJ0ixiFWOozHQlpR4elpQFGSeU4x4ZX5zaV5J01HuRRfrY6InBMHjdLaPgi8EnS6NijWqrcte3TlF92ZmnaLP8/EdSCVm0jRKr9nsuj7Qf2WLFatr+2Y4ESIAESIAESIAEmgqBNGLVbVOw5T8Klk+shg6CqhNaWvMyKC+QSqza9VXTr1g2sVrcGOmjKa5lOcQqfsiMDFRcUVIVr3/55Zfy7rvvyuuvv15UbVV3hlpn9ZBDDjFvQdyqXI0qC9C6dWvzw3BeDUigoOZsA47NoeqFAMVqvWBlp/VBoKmJ1cO6HigLVy8x2ZC47CzE+hCrqFH6vYdymaWalamZlWnEn0+sFhMnROUxE880W9uTMklRJqLnXT82MSO7FcxQ9zSqXqr7XJZDrKJPlZ1JGbY6/uG/OUV+deSFcs7j48y2fpRqSBLXem+cWLU/I0ni3fcZpVitj69c7JMESIAESIAESKApEkgWq/lMPSv7LFUdU8AsEKvOVnsbuFu3NWtpgCyLV2opgCxj1VPbUsUq6qSuW7fORBcnVZs3b24yWlFff+HChWUTq7vssouoWIVMTSNXUZO1ZcuW9USU3RYQoFituYeCYrXmlrR2J9QUxeqpfYbJyPsvNjVHsdX88ZG3mgOdihGWaZ4MCD8ITdRZxfZ9MIfctUsRRPUTtT5Jgs/OWIVgvPu1XM3MtNvqT5g42nuoWZrt8I0hViGwIVQXXvpnmfDsb+Xnf3/ArG1SqQWK1TRPMNuQAAmQAAmQAAmQQGUQSBKrBQdXIey8mPSd/D34mu7mdPBeXrGal7TOqeRoWjBOkli1Dx1C3Uu9og7HCuGOisORyCWNUb/rW6pYxdb+L774IhCruu3f/h1SFX9XsYo6+3pPKbPbaqutzBkGWrtes1R9ctUuCYBM15122qmUoXkvCTRpAhSrTXr5K2/yqOf518V/k2XrV5pDnmy5VqxYRQbk//zldnNivC0IK73GKrIvcWI8sjKPu+/C4JAkMCl3jVV9Euw6nesufdpkjiKzcmCPfokPi5uxqlvks4jVBWf9PshAjTt8yg0GsnLRqiXBwVV4H7IS8jLuKrdYTZN5ipILuFAD9r31q8zBW7jSiGC0S5Ox6pZzSFy8fIOmlrGKb2I/+ugjc1AULxIgARIgARIgARIoJ4E4saqys7CWqNavHBEjURFlTlQuvRoHBuVqRPrGs2s9BmMliVVvX9Hi1mVWKIzzBwxJP5ktg2T6rUMFERfGm36Mcq6T21cpYvWzzz6T9evXmy5tkYq/q0zF6/pnlALA2QOvvfZaWcSqHl6FcwzsEgC2WMWfcdmlAfB3HES79dZb1yda9k0CNUuAYrVml7b6JoZt53+Y+6i8+9FK72FAxYhVW0qCCGqVYqv4QV32l2oRq4jbzupE/UxksGYRlklt9Wmx64ViWztOm7cPhYp7qqIOrwLruMutsar9pDkMCvE+t3h26KAmuzxA0rzLIVZtZkmlC7S0AtjqBcbIEk4rQ9PUWNWM46xfBZqSWMWBT/vvv7+MHz9eRo8enRUV25MACZAACZAACZBALIH4g6isGqieXtx7fYc51bVRCVt4qFDuvtxJ7ThkxxyQIzdL79H35/58QF2WbPD3fDwFh1h5smEjAYTqvebGHbniIhlsnaKOe0sao56ev1LEalK2KoSqLVghOd9//3156aWXZNOmTSXPCPVScZjs7rvvXlBbFWPZghWD2XIV2a477pg/yKnkSNgBCTQtAhSrTWu9K262EE1PzJ8uD8z/cyCXBnY7SA7pcoAc3qNf6BT6rGIVfZ/7yFXy4aZPTN96aR3M+harvu3dkGKaiRq3GL52yObV7EbcmyQNsx5epfH84snxct2rT5i/uodmxcUcdXgV5vLzI883JQx8lxunXWM1qWapruHkkTcHXau8TBKVtoBNEqLoPErCKq+kg7bQBxhNW/x86KAte13TxBElVrWfLGUF3PVoSmL1xhtvFMhV/M6LBEiABEiABEiABEiABECgWLGKrfwQq7h82//tTFWVq2i7YcMG+etf/yrIdi312mabbUziQLdu3Yw0dTNVk0oCQKxCsPIiARLIRoBiNRsvti4TAcivO/52jxF4EFLf7fFtObjL/rEnoxcjVtu2ahMchIRxcBAUxNP3ux1stmLfNnOy/GH5vIJZQehdMPAMk9ma9VKxh/sg907tdZTpAkLNLW/g61uFcK+Oe8p/H3FeSC7b0jNOrEJOPvDSFDl/1l1miGdPHp9qOz/a2sIxzaFVOgetF4qM2jFHXiCfbNpgtuff9NIfI7fku3GqWLQP0oqTuypl0ebYXoNNKDf85XazznFzxrgQkac9c5O5B2UHjuk1OMTaXht7TdG2R8c9zDb+Ka9NM88Pnq2xx1weeb9yPevhKwU/OED9Wr3svvHc3Tb82th+tKYsslKH9vq+4Txj8d/MZwnP213Dx0VK7KRnuRSx+sILL5gTRbH1KO7C9vunn37aNNltt91k8ODBsu2220beEtcvxCi2T7kXflLv6xN9xV16n/YbNx/tS+/B6a8LFiwwWQLu2Hhv+vTpQazf//73Yzm5jFCqYNddd01avsj3NTbw9vWjJRHcDnwlEophg37Byx4/rgyDyzKOLbiCOy6wR8zKP+r5sOepMUUxSHqmdQx33ZOeNcSAWN25uZzcNYliUe5npuiHjTeSAAmQAAmQQJUTKFas4t/oTz/91MzeV0/VLQWAv+NCndWnnnpKNm7cWDI5bOXH9+J77713SKyqUHV/x4B21ioyXvG9Dy8SIIFsBChWs/Fi6zIQ0O35kJuXHXFerEy1h8sqVnGvSkIIq8F79TciDWIVJ7FD4tWHWMW4EH73vfSIPL3sZTMWLsi3c/ufnii9ICgXrFps7hm2/5DQNne8hvefXDQzdos+pCGkn33FZY26ywqB27Zl29Qn1YPzr5/5TeTTYWeU2o3i4kQMKz5caZpHxa6C/qE3ZwacIXYvHnBGrEj2xRvHx14TO/6eHXvIoL36pRLwyDTVy15X+3W8jz4v/d65XpY+XmjYZftOJssbcriUq1ixCrl16qmnmqGXLl3qlZr4ZvOMM86Q5557zhTURx2nV1991dxz/fXXy/DhwwtCT+oX2abjxo3zTvnwww+XyZMnh2JJ2t705JNPGtll9+ubjx2X3gMhdswxx4j+XYN6+OGH5YorrjB/xbxRdwvz9sXnY7R8+XLD9IILLpBf/vKXRS0v7rvtttvM+MiIcK9hw4aZdfFd7rjFsEG/YH/llVfKJZdcYobRMR944AEj1+3LZeljC5F42mmnGTZgiUufpyeeeML8pyLu+dDxNKY4BnhW77//fm8t3u9+97tmXJdT0rOG8ZHV4s4N/eHyrRNe17XU57K+npmiHjTeRAIkQAIkQAI1QKBYsbp69Wr56quvAqkKFPbWfxWp+hp+h9TE9wMzZ84sSymAFi1aSIcOHaR///6yxRZbmNXQEgCuVLVrsOpBVrgH9/MiARLIRoBiNRsvti4DAT15Hof1mP9ALv6bvLJqsdmub2cn6pZwrfEJibby4/cjI/Bll0LOQbrdcdyV5iT2/znyIrn7pYelXcs28utjr5CXV7xmMg9xLVy9RLZt1UY6b9tRdmnXMTGDtgwo2AUJVBSBYsUqZBmEIb4p9ElSyJ8TTjjBzPWee+4JsibxOkQRXnv++ecLsjiT+lVxptuuFCbEJ4QZfuL+2GOPBXLVlXtR8LVfCDXffBDX1KlTzZzjxCqk6jnnnFNQxxUybcSIETJw4ECZNGlSEAak2rJlywok3sSJE+Xyyy8vWq727t1bBgwYYDjjcAQ3axVSEdeUKVOCWLA2Dz30kFx33XUydOjQoGRCMWzQaZRYBeNXXnklJMDTiFXEDOk8Y8aM4F6VjBCdb731VsHy+uapjaLeQ0bq6aefbtbF7VPr9OL9WbNmybx5hbsf0H+UdPe9p8+Mb53QXtdSS1jU1zNTUV+YGAwJkAAJkAAJNCCBYsQqsk4/+OADI1VxacaqZqna2aqQl/p33Pfmm2/KwoULywaq4VQAACAASURBVHJ4FcZG1up3vvMdk8SAOHxi1VcSQBHvtNNOsuWWWzYgcQ5FAtVPgGK1+tew6mawz4SjguxCBI8Mw1N6DZGPN20wp7prdiNOqMeFbddT5z8dCE9k5SHjENdvn79HbjpprMkQ7bTtzqHsV3ubOGq4Ygs2tk5/697zTLaqLWJ1i31STc+qg50iYGQCg/uL7y+Wx0femphRm6LLmmuiGatgNPf8h2K36lfz5IsRq5BZ3bt3lzvuuMMIJAghN9tOxaBPFuH+Aw88UEaOHBnKyEzTb5RYxRogoxE/rbezJLOKVQgzyFNbfqJvHAgA2QhRGSdWtZ2vjqvGrpmHKtR8ghljavso4Rb13Gl2Le47/vjjTVatm/kaJxx17dxs3ixsEJtPrEKMfvjhhwWCOY1YjVpL3DthwgQZO3ZsgagvRqwidmXoZiODI17705/+ZOqZ+bJvcX8WsRr1efDFUV/PTDV/DWPsJEACJEACJFAqgWLEKrbxf/TRR16xastVN4MVYhVStZxitVWrVtKnTx/p3LmzyVpNEqt4H5dmraKkEmq18iIBEkhPgGI1PSu2LBMBCM95y14tyArVbc7Ykn3ZE9ebk++1Lqo9NOQn6lpiS//e7XYx7XR7v9YdRbbrIb852bzfrV0nWf/ZJ0bYIlu2+3adzNbyNi3bGBGrUhWCd0iP/iautFuqtVYnpPCpfYZVnXDTA49Krc1ZpkejIrvREhR4Pn570rWpS1dU5GQSgipGrEK8IasR2XwqM105iKw6/NTczohM4pOm3zixiv5HjRplshpV9GYVqxBlKHFglwPQOep7UWI1SsZFzTtO+uEeFc22KE5iqAzwO+SwzdS+N2lsCGIV38o8CxuM5ROreH3IkCEmG9eWkmnEKjI3cUFqpq0/W6xYjRKY4PKzn/1MRo8ebZ415eyuSxaxinuREe3LgHVfT1q3Yp+ZNM8V25AACZAACZBArRIoRqxCqkKuaqYq2LgSFe9BdOohVngfYnXJkiUyf/58+fzzz8uCFGIVpa06depUIFajaq2yzmpZ0LOTJkyAYrUJL34lTR0ZqJCpH276xJQEwPXrQ0+Vu197Ur61c49ApOqfcXAPDutBG9Qb3b5VW+nX9aCgNqWenL7grN/L/y2abaSnHlbkilkcKPWLAWfKwV33l5eXv2bG/kGf3NZYlB94Yv508+ezB5xufocY1vIB//3MLeYgLNRSRR96XyWxjYpFa92evPfAgkOyqiH+hohRD9GKO0CrIeJoqDGKEauQpsjW06xMCC83KzKt0LTnmabfJLHqvo84UI+zX79+BUhxiJHWebXvgzz77W9/G9QBRZbiihUr5KyzzgrVVHXlWVJsbgBpGCWJNLdPO+sXc9Ot625mZVK/9vvFsEFcUWIVsh39Y/s+SklAkqYRqxDcxx57rMkoRu1YZCfjPxFuvVabSZJYRV/XXnttCCMOxsIPDnC6rp2JbWcCI2aVr76avFnFqi3vdT66luPHjzci18fU93UiaW0b6msLxyEBEiABEiCBaiFQjFhFWaovvvgi9tAqiFRXrH755Zfy7rvvyosvvliWGqtgjFIAmtQAiQtpametJh1ktdVWW5nv20q91j5+kQz+yyCZfutQKb23UqPh/SRQvwQoVuuXL3tPIICMz//5y+1GkiLrFLVQv/fQ5SZTFXVXkV2Kq93Wbc1J7xCpONjpsK4HmtPmd27V1mzxRx1V3aKtp9OjrR4CBBn6o4d+ZvrCYVIqZjEmtr/jOu6+C43EXfrRSnly9N3ywEtTzBgqTjEWLhW/OjVkMvbquGfVyUmI1fc+ej/2kKem/gCD0Seff5rqcKpaYJVVrKoAsrdIQ7zdfvvtoXqUaaShzS9tv0ny0idWUbaga9euBcu13377BVvk7fv0sCVbHCPDEjLNPqyqEsWqZqjaNUwh2lB71i5vkCTfosRqWjaAHSdWIXxRbxaCFKI1jVhFn1oHdtq0acHhW1F1cdE+Saz6DvBCfyj7AKGOrXF6IUMV2Smaha1b+DWD1X7AsopV3OvWUvXVXk3zuUpa21r4usU5kAAJkAAJkEA5CRQjVnFwFYSlXWPVzVi1D63S8gCQnvh+4tlnnzUZr6VeGB/fr2BHEAQpLhWrOFjLJ1X1NW2b9gCr+bf2llH3WhGfNknmXdgr/8J8ubn3DBk072LRVwrm9urN0nvWIJl3YWeZeuE1IlfdIkPr4dwsxHl3t+lyy3FhvVv4OmIeJffnAx0xcZ5cfIBIwTzxfn6uRh5fMzt3RzD/tTL1wsEydo7OeIRMynMItZe613Mtc/ctHZUb17xi9y8iuZjCcQaj5OMt9Rni/cURoFgtjhvvKgMB1FD91ay7BRmTEKvICuzd7QBTA1WzSiEtsZUfh0qhzb1H/tTcgwvb/JGl+u5HK42ExSFXmmGIre2Qo21atREVrbgH/eLCKeqa8XpO/9Nk5P0Xm3HQz6UDRpkDrlBiAOP9cf40UyIAkhXidfBe/eW0Z24KHbTl4sD28WmLnzd96KWlBjTzNeqEdz0x3ncS/W3Dr40tN/DTR8aYsgd6+U6Yh2RGzdqZy/4RksSIDzx/dMiJBdvd3ZPrf3zocK+QddvpXFw+EJa/fuY3sU8RYvfFgpu0BMP0Rc+bbGa9IMohwkf2OalAhvp44j6Uhdhz5z0KYnHnog1QUiJp7dDWN0ffWFgz/NBg+fmPRJYZiBrPDhrP9DnfPr2kUgVZxSrEGuqM6qnsiEdPvUfNVc0AtbeSp/nSkbbfJLEKGXbfffcFkjeNiEJ8dr/ITDz33HNDpQ6QlYhMxjixqrVJfRmMPgZpGCH7AFLYrfkaxRRyDjVMISz1QmkExGTXak2Sb/a4xbDB2HFiFe9rBigyMnv27BnLNmq+6OOGG24w2a++WrVJYhX9qijVQ6sgVidPnhySqpr560p6jLv99tsXHGJVjFh1nx/f2tfHM5Pm88k2JEACJEACJFDLBIoRq6tW5Q5D1lIA9uFVKlE1W9XOWtXDpbArZs2aNaY0gNY8zcoY46AMAL5XPPTQQ83tvmxVzV7V97QMgP6OmDp27BgzfF4cyhgrGzUn+5ZeXSgwIzsKxGqkes2KINwe/Y/OadJ+dlze1x2puXqqXHTUUjnTI4bn33qRLP3BLTJU7DZ1949ccZEMXnZmIJmDzN2rRK6x+7TmbwtUFbrixmD+PkMG/dkV0PPl5guXykhmBpf2vJR4N8VqiQB5e3YCkGJjnhxvts//4eTrTL1VSEtknK78aJX0vOvHJmP13P65rfe29MK9i1e/ZQ6q2vD5BvMetuvjQr1USCrtF4dTaf1UvA+pCimqYhaZqxCwuDQLFWIOmal3DR9nxJ9by1XLE/zPkRdF1mE9YeJoI1QhKs/sM9zUbJ2xaLYpa4Br4aV/Nr8jbswFGbp6QeQO7NHPzAViDmUMzp91V+j9qHIDWi9VG0NUf2evfiF+tmRG1u6gHt+Wtq3aBPGBCRi484OMve+lR4wAxKWZvq6QRLvbZk423J49ebz06LC7V/TpOl7y+K8D9oin87YdzUFaKkuxPhDm9qUlDHT9zulzsjngDOUZprw2LbgX/f3qmDq2Lk/0feNxPzcxQsC7lztnPJMqbLF2kPgQ7L61w2s6x7HP3BZIetTutcdCP11/c5Lpws6wdmNxxwP/n/Y5xTTDwWz6/Pp4ZfmEZhWrEDuQdu7Wemw179WrVyAA3Vqnbky6vV6FYdp+k8SqK6OKEau6BRtzgiBDGQDEmZRV6dvObc9bxd1ll11mtq8nMfJtBY9bWx0fh0y5NUjHjRsn9pbyOOHojmszT8sGcSaJVbQBA5QDuP766+Wcc86JPBgM2ZsPPvigt2ZvXF3RLGIV8WgWqmbSKm+Vnqh3664pftDgSt1ixKpdxgElDnyHY5X7mcnytYJtSYAESIAESKBWCRQjVleuXBkrVX3ZqnZG6/vvvy+LFy+Wt99+Wz777LOi0KIEAL6H3meffaRt27YhqRpXDkAzVu06q6jPGnVFbfGvywB9N5T5KX1VwIYzOUecNkLuFydj9b06GSp9R8gIWSrdTSark6UZ9JnLKPVlpGr8iPcaubogYzX8upthi1g9WbSv3iwXrRhp+krXr4hAoE7qLtNHLZXBJkM3L5I9YhlzmTEgn7EKkXqtyNWBMEWMd0t3R6wGorcesn2LehCb6E0Uq0104Rtr2lpLFePfN+JmeW7xbDnx8bGx2Z/FxgqJaNdoffG0241Ew5gHd9lfVn78vpFxEJ+Qu8f2Gmxe84k2xH3/3CmCQ6r26bBHUG/VjU3lJsSXe3q8Zh0i49G+cKCWijE9fEvfh9xDBq9eceJM68pq23WXPh2SeHoIE96HwHUFrS0s0Qb1aW1xqtnA2j/EMdbQlZIYB3LUnadvHe2YsT6Q4bhsJvbrEIyDJo4y5RyixtcMUPTjykqbJ0R7Uow2M1+dVZXoUUzx+j4TjjJZtDedNLYAgd2/75lxb9jq2m+bl+zY9aA2MMEVl/ma9FnKIlZ9W5O1f/c9/bt7qjraq7zCdmtIuyz9xolVzYC0M2eLEauIEQILmYs4UAjCDzUuk8Qq7kPGKLIGfId2aeyaOar92fHa64Us3qlTp4q9rT9uPaMOQMI9WQ5BgvS+7bbbggxXl3kaNhgzjVjVZwHtkfmcdDCYj1WcgM4qVhGHnUmrtU3dbfr2OvjeK0as6jrh+UD9WLCYN68uOx/vl/uZSfr6wPdJgARIgARIoCkQKLdYdaWqZrDq71oHFd/7zJ0718jVYi7s+MEPYpG1iktFqVtf1c1YtcWq3pckVn2iUmMOi86cTJ1xxHS5Wq6xMjnzknUPlA/QUgBnytKjLHFoZWh2f9CWp3V9utv7fdxSC1D75gKpiTfD8tVIUBkh99+bLx6Ql73iilwVq3lBGmSnWnLYZpdJrNZ31m8xD2ITvYditYkufGNNW0UaZNniVUtMxp+9bT8uLkgoZLaqQLLbQrLdcOwVQQarZoJCVrnt0bZdyzambiu2zdtbybVPiKsLBp4RCgfC9ZiJZwYHZQ3aq1/BdnOVej5pB3E5df4zQd1X7dyWi1FiFYxUvj563JiCbFkVhvZ87b7szEjM/7HRE72obdHnzsE3BrI4XWFYDrFqM7EFry1NbeFqTwaicYcJ3w9eskVjVrGKchWaleoTq3aWsI+rvh8Vqy2QEbBvbe25+cQq3rd5uUI9y2c9i1iFpMI3gPaBPjqWL2tQDyhCNiIyNFH/CWLoqquukmXLlgUHF2XpVyUfpJN9QYahBIDKWn0Pcg8ZnFqiwGWDA6yQ3enKQ8heZHjaW+jTiFVtgzguvfRS2XfffY1IRsYjskYvuOCCoK4rYtESCMiEhMQDI2S2Xn311UaquiIRcSKbEb/sSwXlyJEjQ/1rG5WFKi6VuX1wE/pAO2Rg2uMWwwbjphGraKex4c9RYhXvIRsZz439PCFLF0zxuk9AFyNWMZZm0iKbFv/ZQQkI9wAwZavlJ+zxixWrygIlB0499VTzfLhX1mcmy9cDtiUBEiCBOAI5OSAypmBbKu7S7DK3hiCZlp1AfltzsH247AMkdBg7vmYo9ot4Tho62HTjFSNWfaUAsOXflqi2YIVMtcUq/r5hwwZ5+eWX5V//+le6QK1WuP9b3/qWyVZVUWuLVTtjFbVW3QxW/B2X/h5XCiBKVGo4oazLfJ1QiFiI1ZCQLaixCrFq12WtyxqFWA2Eo9Vn+cWqr8xBbmbuvE3t1SV15RDM32WSTO92d+E8kbHqbNX3ccyWsRqRVZv56eEN5SBAsVoOiuwjNQEVQ7YodDMjozrz1S3VtujvwI49TI1U93CpuODsOOx2kGR2fVR9D+JSLwhbV5hFZWDGxZBGrEK4IbMXly9r1a4HqqLYFqtJglDjc6WkLelUSmKLv12+wBWOpYpVCGiUg8DlZmaqMMU6aEkFH1tbwNrxZRWrdnufWMXYyEhVee8+y4hD6/+6cWoGMLKHVd4mbeWPEqsaQ9L9SR/UtGJVa0za28ndviGj5s+fH2TZQdRByiH70b5Qn3Xs2LFGOmbtVyWfOza2bv/whz8MTk/X95NOOIXQhKhy5aGKYvSrIjmNWMW4aAfZBymrF7JfzzvvPK8o0wOnIK31gliDiHVPvI/KwNWsX1+d0eBr2e67B+IZwtF3cBOE8CmnnBIatxg2GDOtWEVbPDsQyXFiFWsCiQnxG/U8uc9FsWLVLgmADGTE9tZbb3k/TlqCwZbRxYpVDIAMWLcmrjtwlmcm6WsA3ycBEqg/Au4hJGak0GEv2caOF5vZ+iqmddz4ucNeyiVV/dtfzfbafP3EIH5PBlgxc6u/e/LCuYR1L4itgsVqYz+jxa5jMWLVPrzKlakqUX3lAOyarCgBgHrtqOOf9WrRooX07dtXevToEchRW55mEauIs0OH6H3lUaUAVBSeuWywV4JWvFg1n6WlET8EKJSYPoGM2qpRYvXmPcbKPN3mjwVGVuyD3eWW4MCvXFmD1Bmr3qzarE8O25eLAMVquUiyn1QEVAyhsa+WZ1wnyP6bMGuSV5yqIIUQvXjAGbJo1ZKgNimk5F477y6XPXF9IEu1fZRYxevdt+skOHwJpQJwoVyAfSAVpJ97mJSd8Yl7tJ/Duh4oe3XcI/LAJ58Mxf0q9iBJ7exGO7NRs1EhPH//94eDDFxbrNqiEe1QxzXqitqGb8fiztOOp1ixipqobVu2DWrRooboqX2GBaUGskhROz671mqWPmz++HOUWHXr1mpdV12XqCxUrMmy9StN9nAUc3eNfGJV6whH1b1N9cHMN0orVrP06WsL0YRLM0RL7a8a7oc01q1dboapL34IOpwSG8cIHPHLl8lYDUzKESOkp/4HpCk9T8U+M+Vgzj5IgASyEtCsPVc0lpbVWbHSKvKAlazc8u2dbbR6cjZO3A5naVZDdmQ9iNUisdb/bbm5ShWeVF6MWF27dq05eMrORLVrqOLP7uFV7kFXuP/11183cjXrAVaoqYrvL7t06WKW1i0DkKXG6pZbbml+IB59+bI667bnQ6zW1TyNKgWQk4jI8KyMUgARP8BRCD6J6XxtsjNWvYdXocaqlbnqqw1bIFbtw66cr61JmcP1/xnnCDYBilU+Dw1KQE9mL+YEc0gx+7AjO3DNJP3Wzj0EJ9ZDrKLOJ7b749JDl/BntP3FgDPNIVa+sgJo49vingaUW+/SvcdXFzRNxiokqZ11amdyQqzNXPYPc8hTVF9ZMmmj2tpiFfOyDwazpV6xYlVLNKhk1gOazh6QO8QsixSNKmmQpQ93zCixapdZsOukaukKt9Yu+nWlqx1v3LNni1XIei2N4ZP8aZ5Xt01DidViYuM9hQQgVPHLPZyKrEiABEiABCqHQKot80VkMFauWF0razvsKHFaJsvq1MmX3IEvuWzYqK3l0dt4s4xZf22bkFhdXd7noP7WpLDnYsQqfhiOjFOfWI2rsYrRVbBCfqKcEX5ovnHjxtRTRv977bWXOTgWghVXKWIVh2Btt912iePnPotWsyBjPOqgqQo+vMpIy7EyOzRr6+tMRC3TEIOIQ7pE6n6o5m9fN6g3C/aauqjsHya5bRMXjA3qlQDFar3iZeflJoAtz7h8QtSWqy++v7igjQpVe9u1r2wABN+b698TSFrIKxV7aecCuYrs2r+veNVbmsA9UCmtWHWlLcoQdNp2Z3OqvGZFphGrSXU804pVxDPy/ouDLGCVig+8NKWkw6sgHX94/0VBZrJm2GaRoraotHln6QPrnaYUANrZzPRgMGShDux2kGgGq/38uNLVlrNoF3UAlS1Wf37k+XLcfRdGliFI+7za7ShWi6HWePcgWxN1WHmRAAmQAAlULoGkbfFR77ulA/pdPT10qnWUWE26D6QKyhJ4ttAntUk3fqEAratL2F3u6z1K8se+iC0f6lYzJ2KWjrJOyYb8iBHR/rgc0YMBnDkHcV0lco0RLHaGcfL9JuaC8gRWHwXvOWzc95055ubVXSbNGyQzDLf8/flT1HPCxROn9dHwZ/janx1P+Ya4OVlzLqjx6tznvl83n5Gy9MLBggzk3NX49ViLEasQofi+rBSxins3bdpkaqy++OKLqb6oQarie8EjjjjCyFD0gasUsYr+WrdunWr8cjeKzdgs92DsjwTKSIBitYww2VX9E9CalT4hCrG3c6u28v6mTwLZBEl6Zp/h8t76VfLA/D+nqr/qlglI2jqfNGsIyDuev1d+/vcHTFP3UKi0YhX3upmYyPzVbFW8H9WXnV0alXmp87BrhtrlBNyMVbSHEBw0cVSId7+uB8mCVYtl8sibk9CE4rXr1fq28tuSM6nGqn2/ik4EU19iVeulmu/T23WWXx15oalDG1U/2D20ygUVtUZuKYCoLOZE8BENKFaLJcf7SIAESIAESMBPQDOUXDEax6tAtuazqcSSqz6BmOa+wozPvIyzRGOaNtHj14kxlbNultWoJf2k35zucua8iyWXhxpRLsHMe2nQztdf8nPnyxItHK8ukyyiZENIdBbeXxibb07+jNVCloXt6kS3X8hGH17lKznhz+x11z3VnDw1Xgvuy7exPwM65359RQZddYsMzZf0jM9ITl7tcrQoRqxiGz/KAZQiVhH7Bx98YMoBRNVyd+eH8Vq1aiW77767qa+6/fbbhw6vQkkB/MpSCgBlAFAOoFEuJ3O00Q5la5TJc9BqJkCxWs2r18Rih8T7w9xH5clFM2MFqWacfr/bwTKyz0kBpRmLZsvs5f+QDzd9Enm/Zr1C0OIwLJQQgCg7Zq+BckjX/WNrk2IgZKriOqbX4ILVUZlWilj1lRqwM1CjxGrS6fUabNTBUXjfJ1bxun2P9uPOMepRjcqOjaqRGndQlD3GCRNHB5m0dvZnkljFM4arU76uri1Mk4S0LUvxzGzfqq2pn+pe2ifWTev3os3iVUuCQ6yixLGvxqo9V1siF/PlgWK1GGq8hwRIgARIgARiCBRsMU3IyMu37+7UpnSlaYGMS3OfR9CayG05tktuS6wtcQvaHKBZr1J30Iu370KBpwIzKsPRft3McdmZMi9/uEtR0i3qQBpHCEb2ner+iC3+BUx87XKvLU3ISI6UygmHV3nnFfGsmMN0grV/18R1v5sd7M6pYHw/C//zO1sKfuAQ9Yw24BeZYsQqwluzZo2RmFGHVyXVWEUpAdTYx6/PP/889Ywx3lZbbSX77LOPOQwWW/mLzVhFX+3bt089NhuSAAnkCFCs8kmoeAIQd79+5jfBoUwIGOIpqj6qTkgPjtK/L/1oZWLGqnuYlWbB2hmyqIF5fK/veyUrhCAuX/kAlWKu/EqTsWrLQVs62jU9MW5UX74yAgd12b9g7e3MVjuDFA2jxCres8Ut/l6qWLXjcA/GOn/WXSbuqFqktuh12ySJVYzbeduOwfrZrJPEatyBXjZozbpGTVz3ijqgTNv5xKqbyTtj9KRADGf9cFOsZiXG9iRAAiRAAiSQjkDB1nq9zbvl2xKW2s4RWK5Yjay5at03cgW2k3v6tqaQtnZr2vHddpGlEQpkX92hN7ccl6vYWpRYjVoer1j1bIVPc7/gNPH7ncO0fDd6pGOUGHUEY5r1vfiA8Jj6zKXOlrbH7HJfujm58UfNJ+H5rYvcL5rTfcrK06pYsYpSAJCjUWLVrbVqH16FyN99912ZO3euyXwt5kKm6SGHHCKdO3c2t9tZqvafv/rqq0C84s+a0Yp7IGVZZqoY+rynqROgWG3qT0CFz9/OGISsG7b/ELOtH4f24EqSq1mmB6mKq/t2nczvOPjqsiPOM5IKmYyLV78lc5e/FmTMov2lA0aFslMhzZ5e9rL84eTrxBaX9snt7mFGKssw5rpLn5Y2rdoEYev8bclp1+N0ZZ+dvehuQ7dZQsi6Mdrbyt06sAhIxaEbowYbdWBU3Br4MlbtOJB9bGd9unVd3fmDzbmPXGWyVX0HhUWJVdy38uP3zeFoNx7382Dtomq1+uaE2HaY8H3zliu8tb2unY8v2uBwNy0Z4Zu73f/CS/8chGGLaPe+LJ8BitUstNiWBEiABEiABIonEHWIScGBMM4QmtHpF5bR8eC+QbNw2Ey8PEyqCasjpBamPoG5ZIxMv3Vo+ICrArFaeEp3KWI1iqvyrKv96sSVn3Dc/WmEda6buC3+/rVTKVpXk1TLJ+TbJ4jZ2Z76ueE1DB/Xg/cw5tVyTaKEN/2kFaZeUYyasc588ozcDN7iP2nZ7yxWrKIcwLp164LDqJCh6kpWlasqVREdxOYXX3whL730kqxYsUK+/PLL7EGLSIsWLaRLly7Sp08fs5UfY+Fys1dVrGqZAFus7rDDDo1XBqCoWfMmEqgMAhSrlbEOjCKCgIq3nx1wbOgQIIgk1Bb11VotFqZ9sn1SH8iKnDr/Gbn7tSdl73a7yA3HXiF77ryH2IJLM2Y1UxZ/v2v4ONMOF7I8737p4WDLOl6zZS0kG/qHPNZyBJd+71xzL8Z56M2ZopIW8Vz2xPUFfaGEgd6D+yAWIQ+VGyRcu5ZtRGPUA75+0GdYCAHWQQ8E8wllbazzRxtfRqbdqS16fbwhH8/pf1pINKMdBOaYJ8ebMg24EDMOGsP1h+XzzO94Xv77iPMK7rXFc9Qaq8S256xtkzJxdf7u86rr/d/P3GLWEzGfuf8xobXBertlLrA+eLYWvf+WTJg1KfS8a/1glJ1wM5LT8PfNP4tYnTgxV+Zg9OjRXpRx77/zzjvy0EMPRX7MTj75ZHPSPU5FxS+cfI9L7zvssMMEv9zr4YcfNi8NHz489BYyCBAPfgLvi7fYfhEbxly+fLkZb8iQIYLY7Z/0a986p6S5ox+dr87fByqKAdoipmnTpglOqMVBBn379i2IKxJ+yjfAFGuIcXB17drVrInL/sYbbzSvu+uVtCZ2GNgS9/TTT0vPnj1l8ODCMiuY79tvv+2NfLfdSvQ7vAAAIABJREFUdiuIKeUU2YwESIAEGoSAuzW+7GLTmkWavtO0QZf1LlYh7CZ1DwnYVDVWIzIocxisMgyOyI0Uq6FDmPz3ly5W47OI63h7RKRXrGp914iyE5F1LOuyRSlWTyzq8w+xCjGqtVbdLFVbrEJwrl+/XlavXi3vvfee+R2CtZQLJQE6dOggu+yyi/kd3wdC8NoS1Vd3FfIVMhZilRcJkEB2AhSr2ZnxjgYkoGIVoujUXkdJ724HyCebNpjMUWT24XX7sKpiQtM+Hh95ayA90/YDofXAS1ME29N1yzok58vLX5OPN20Iutmr4x4FpQM0S9Idq9O2O5ssWfTzyeefBm+3bblNEB/ufXnFa0G2LOJARq172ffY70FqLlq1JNTcF6M2gJC1L43Rx0n79pVDsNtHzR9tfGUK3LFwP8ayOW/bqo3hrDVS3Xvcefji79FhdyNko9rGxaZz0j7i5uuujbveei/6wjOPjNqoZwWvu/enYej2l0WsTp8+XU499VQZP358gayExLz88svlgQce8IowCMNjjjlGDjjgAGnXrl3BvMaOHWtqREHKjRs3LtgSpffhnldeeaVgq9KwYbkfCEyZMiXUJ8TbFVdcYb55fe2114y0ta9i+oX8vOeee2To0KHyzW9+05wEe99995lun3jiCRM/Lu37ySefNHIxae52/Dr/ww8/PBQv5vHqq6+asSdNmhS8hxhOOOEE897pp59u5hkVl+/ZT/sa5PDAgQPNAQlYR4hkvAYeGBdx64VtaVdeeWUgi/X1pDWxYwHrqVOnmvHmzcv98MS+sO6YM54n99pvv/3kl7/8ZdqpsR0JkAAJlJdAmnqRaTP+nMjSbsW3b0uznTxSEhZZisArYFNkrEJ03t1tumgZADMPFYJu3U9rkuGsVv8hTXZfWsvWL1ZT3h9VCiBNjdWEGqk6tSwZq5F1bPOdRctzaxt+VCmApBqrmUoB1FbGKvBu2rTJfO9li1VXsn7yySdGoiI7Fd/TQXRCxmomaSlfhDAWRCqyVyFx8T0zslhRN7VNmzaR5QEgViFhcRAWLxIggewEKFazM+MdDUgAsuish6+MzUzVLfxZs1ftrf+/PvaKoutSAgeE2g1/uV2+2+Pb3oOrGhAZhyKBoglkEasYZNSoUTJz5kzzS2WlSjeIN1v62UG5sjEq4CixivauVMRrUWIVryOjctasWUYGa0aojqvxpO0Xog4S1RaouBffSA8aNMh8Y/rXv/7VdB8lVlW0xi2WO3+7rU9eq2D0xQXhumzZMq+QzvrAqOh05TZk6TnnnBMS6lFiNWlNNCYwPfDAA+W8884zkt3HLWrds86L7UmABEig/ARixFx+sALZ6TlBHU1dsVbUfRkOuCr28KzwoVcRh1clitWc4BPnAC9wiC0HUCBeIw6VCnjODuqi+sVq2vvTHUDlKwUQKYudQ7NSi1XNsI2UzzHPZOjZyx1elXSollsKwDvHYN3qylBEzqeKSwHo148PP/wwlLWK1yFOIVRXrVplygXgzzigqtht/2m/VkGwtmzZUtq2bWt+QN2xY0cjWJGdikvLAKAds1XTUmU7EigkQLHKp6IqCCB7cN6yV02s7368ymQp7tMht6UemZYzFv/NlAbASex6oc6mfWHr9Jvr35Od823Q9sw+w8sqQhGnL1uxKiAzyCZPIKtYVemFTEHNElW558soVcClilVIVWQwuhmxPsEG0bv//vsbIYdxcY+b9ajxpOkXc+7evbs3CxPzQybvnXfeKZMnTzaZnPUlVjGWLS2TmCoHX/Zo1gcfnJFhofLYvt/d+u8Tq2nWRPvUzFY8T2eccYYR5HZGLNpRrGZdQbYnARJoUALBtmtPbVOvRNVt3FZ7T+ZrYfZpuvsKshU9MaRp48t+daWnb+t+5JZ7W/rugtPpl8qZBfU3sXIR29yVs1NT1Cdi7YPEtIZpVFxp7y/g4c2uzce+xySZd2Gv4DEsHCOqFmtSKYD8fRJfR9dbUsEueZCXsqnm5MlQLejf84zVsljFdn58n4QMVPx5w4YNZvcVslQhVMuRmZr1a5hmskKwInsV359BsKJ0ADJcIV3xZ14kQALFEaBYLY4b76pAAtgO/9zi2fLm+2/JglWLzeFTKl8Xrl4i6z/7RLps38m8FrddvAKnxpBIoEEIZBWrCMrOUsTfkRF6xx13xNa1TJKAOtmojFVI0gkTJpjt37bA9Qk2ZJeiPWSqCj1XyNrxJPWr833++eeD7f5xi1NfYlX7VdaaRfvWW4UlQTQ+ZBijHqxPiGZ5wHRdIGm1dmzU/T6xmmZNtL/vfve7RoxjTGW/dOnSUBkIitUsq8e2JEACjUXAf/hRRA3MIMOvLlr3ZPeobf3uOL4T4W2xiBH0ACebTVKbqPHD9xXOL41YNeUIlp0Zko/uurnx4X3fXOtErMtSZOqFg2XsnNz8zcFevkzaQOTG338xqtGE6rH646mLO8ymYD5OxmmajNVcGYfCw6g0cptPwfOYH09fD9omzSlh67+O7T5jtSxWMWeIVHzP9e677xrJihIBlXJBsiKLFTusOnfuLN26dTOilRcJkEDxBChWi2fHO0mABEigpggUI1YBQLNU8Wc7ezUKjkpBrQNqt7NFXZxYxaFEKDfgZsuiL7vGau/evU0dUK2zaYs6HdeWn0n9xm3P9803a43VH/zgB4GUtgWm3TcEMTJ28Y3wY489ZiRjGrmYNfa4hxs8b7vtNtMEGbwDBgww9XTdw6V8YjXNmqBfV4RrtrAr7jF3/OcFUt++eHBVTX154mRIgARIgARIoEEIPProo3LiicUdXmUH+Kc//UnWrFnTIDEXOwiyV48//vhib2/a9704TpoddpVc+8JmufJbTRsFZy9CscqngATKSOCDDz4w/4DiH6lttt5aPv3sM/P7shUrZJvWraX1NtsE7++0006yYvlyab/TTkE7hGK31T40RNyDMfD61ttsE9yP93Us/I52CxcuNGPiWvjGG7LPvvsG43fr0iVov+aDD+TTjRtNO40bfdsX+tL3EB/+jAvjfPbppyZmvLbx00+D+eDP6FfbImaM1aVr11DfqFU5cuTI4DWdH17Q9joX8NMx7PnrHDAvZWGzAhPfhbUCI52/ckFbe90QM9ZKf0d7HQuxIRsSc9BxMHY1XsWKVa2rijnb9VajGMQd4KQHV+HeOLGKg6A0g1EP0HLloh6wZR9Y5ct6dOVnXL9Z5WSUWPVJZcwZ88Ive/56eJUeWgWRiVqmkNCQqrgaWqxiTKz7008/LXPmzDHrjvggulX2oo0rVtOuCe61M1v1WUJ9V6ynnXUbdXgVD66qxq9CjJkESIAESIAEGpdAucQqslYff/zxeq+jWiwt1FU97rjjis5WXfX/DZNOpz7qDH+tzNl8peS+k62h650HZNhuS+XSYG6r5IGTzxO5cYqcGj4Tt4YmzalkIUCxmoUW25JAAgH8Q/zB6tWyes0aGTBwoEzBYS7nnisrli2TufPmSYf27aX/wIFyx29/a07P1lO0b//f/5Xz/uu/5LlZs0wWGg6ZwTVkyBAjSPXCT08xxj777GN+XXTBBTJs+HA55OCD5f/deKPp//u45403jOT79NNPZfmyZXLVmDHmvjcWLJCjhgwxchfvow/8edq0aXLaaafJvffeK4cj82zIkGDM6dOmmT+v/uADI1GRbfbnadNk3549zU9z77zjjuA1tMO80R+EJeIBC7SFbASPW/JZbjrAtWPHmvj0gsCc9/LLJnaMh5qKOj5+x3yGnXRSaP7IVuu5zz5GcEK44r6zzznHzBmCdMHChYYrrrlz58ohhxxi/oz5I86np02TnTp0MNy1nf4Z64k1wxbxX1x9tTwyZYoZSyUq3se9iPeNN94wfZfjp9yN8WErVqwi1jRiT+dUjlIAKh/tA7QuuugiM4RmrOI9ZHb6LpWxeM8XT1S/Kl1tWev2j8xKFZ7lLgWg47tZmxCOOJzLrR9rxxbXxj7AS+/BfwiyXHqg1gUXXBBkCLtiNe2aYNzdd9/dyFrfZZdiyPLsZZkP25IACZAACZAACTQ9AuUSqyC3YsUKU3+/Ei/sMuqST0rJGt8LY5tJ36tPlD+8HRaL5vXX/yArHzpVOmbttKrar5JV73SUjpSqVbVq9RksxWp90mXfTY6AitUNGzcaYblxwwbp3aePEX1Lly830k2FIdosWLBADj3kEMGfly9dKu07dDCCE2IREhQCEZJSZZ8tVgEXgrZ1mzZy3XXXyT/mzTMCEZmTKl8xLuQtZCYyQyH+rr7qKpn78ssm8xVZlxCRUx55xIz7q2uukTatW5v2EJ54DdIRfeIeCEz8Ge+pWFUxiv7nvfSSmcPSZcuke7duRqzignjEfNasXm2E8kG9ewfPhitW8YYeTqPzRpyYB/rGBS72/FVmoi+MjQviDKIJ4yLDVGUq+D/33HNy9NFHm3aQq5DXvQ8+2IhlzAsX7jvnv/7LSHHIqr/PnSs9e/Y0GbgQ3ugbUhWiGRdkc9du3Uzfd999d1U++9UoVu0DtBQ6xKpuG4fkc7enQ5Lbhy/5xGpUv7o9PaqOLD5j/fv3D+rMllusYo66Dd+Wi2mEL55VbNl3D39Cn5gvvh7Zl8pr+zWdj1unVtu4ktMWq1nWRDNbwXnXXcPftY4YMcJ8HdLyDhSrVfnlhkGTAAmQAAmQQEUSKKdYxQT//e9/l1zfvtygUBrrG9/4RlHd5jJVpUCqms6wPf7G7jmxmt8qbw9St23+BRnXbIYMekGkb347/aBnm8mM780ROayvXHXNHNk8RmRcs75yldVB3P32dnw3m7buPmSadpIfPWx1OlxFsPuelX1rZ6yaP/9I7FzdEx9YKVN+mFPJkMvBPPBC0H9RuHlTlRCgWK2ShWKY1UEAsu3NN94wsrLDTjsZifG/v/udnDRsmCxbvty8h0xKSMhtttnGZDZCBiLLExK0S7duRqRiuzteg9CDyNOsTchQXCpnTzzpJHl57lw5+JBDzD0YA2OiL4yBCzIFmbAqANEnxODzM2ea9yEoHnn0UTPGvvvuG/Sn29mRQQrhCGmINpjD3vvua8QsLkhP9KlZm5iXHaPGjgzPIYMHy7Tp00MZnT6xCo4QvBDO3bp2NXIXf0amKDJncWGOiB1tIXz1ffDaqX17w0Lb2aUN0N/MWbPMXDAHzBNzwv1YJ4yFC2wxb1MCIb9W+EZL2YMn+lWOyGpF9iv6tksbVMeTm4uyGsUq4lYJhz9j2zzEqmZPugcd2e1VTEZl0Pr6xf1a03PGjBmhQ5Twnma66qFa9SFWISgHDRpkDh2wt8TjmcRr9lZ8ff6QrYofTsRl2qZ9VpFJ6qulq3HZ8tYWq1nWJO6gLfegLorVtCvHdiRAAiRAAiRAAkkEyi1WMR4yV/E925dffpk0fL2+j+3/kKrFZqoiOCMtHxsWn5Wal48H2fVHjWj9R17IQqyqQM0VDshlwdoyc5Ws2rVjXeZraDt+4f0BONNuigzTbFpr3O6T3YzavEzdb46s3GNCaF6h7Ntg7EEyo1lf+YclUsWZa3gedf1vHlNzBRLq9Vmtts4pVqttxRgvCdQYAbfGao1Nr6qmU61iVYUmtv2rWIVk7NWrl0yaNMm7BpCDQ4cONdmbcaUJdOu69ovOtKbs9ttvb2qdIpMZUvHOO+80Gct2NmvWGqvoXw/wiqvnqv1eeeWVAmmKC9myxx57rCCuyy+/3GR6RsVVyoOp2bFggsO2MA6YYN4ooWHX2bXFato1wXz2339/k3U+evToglDdrGCK1VJWk/eSAAmQAAmQAAnYBOpDrKJ/lFgyO97ySSINTR3JJPjhN743K+VKL1YtuWm+gbaFJ8ToBOlulRKAkJywR13mZxBjKPNVyw8U3l83p+j3jPQUZMPWSc7gte/NqMu2dQGFxGo4bpGc5JW8RHbnYXgtuTQ0Zin8eW9lEqBYrcx1YVQkQAIk0OAEShGrui1bf48LHmJszJgxYh9U5WsPgffggw8GNVPj7oNAPOOMMwQHFkHGod7q2WefXVAGQMeBtPznP/9pxGvafu25YTz8Hd8gIysWF0TtWWedFRw+hdfcvvXvcXyUizt/9x7MYfbs2TJ58uQgc9aNq127djJw4MCCuEp9uCB28bxoDVuMg/lDitpb9yE9IV9RViDtmpxyyilGUt9yyy0FZQA0bgjvb37zm2a8LM9eqfPm/SRAAiRAAiRAArVNoL7EqlLD91D4HrQhL3zP5CvxVEwMsWLVSFCROW93lwnOdvncWNFi1CskcTiWKQsAEWoL0zixinGcbf35PnLZpJ5Z6xjONv+ghADFajGPSpO6h2K1SS03J0sCJEAC0QRKEavkSgIkQAIkQAIkQAIkQALVTqC+xSr4vPfee/Lyyy/LqlWr6hVXx44d5eCDD5ZddtmlbOMk1lgNxKqTsRqKIDljtSCDNSHjNXqCOcm69JLNgjqubsZq5H0FdVWXyqWbUQqAGatle5hqqCOK1RpaTE6FBEiABEohQLFaCj3eSwIkQAIkQAIkQAIkUO0EGkKsKiMcbIXDQ8stWCFUUaqq2AOqktYwl/mp2ad1rYP6ovmMVbFqkYYzXdOJ1b6v68FSWoM1uRRATvweJHM2Xylmw79VA9WIVbuOa7CNf6V0v7GT/Gi/ujIBoX4y1li1SxqwFEDS01Qb71Os1sY6chYkQAIkUDIBitWSEbIDEiABEiABEiABEiCBKibQkGJVMa1evVreeustU6t+w4YNRdFr06aNdOvWTXCOQIcOHYrqI8tNOfH4qHOLJVtDtVFFZHidJA1v6891UVhjNbyd/9oX8vJT0E93ubsgc9QVvHV/PzEQvE6JABEJtvvnJetVwW3WXAqyV38k9szr+i+cB8VqlqeqettSrFbv2jFyEiABEigrAYrVsuJkZyRAAiRAAiRAAiRAAlVGoDHEqo0Ih1y9//775rCr9evXG9G6adMm+fLLL02zFi1aSKtWrQQiFTXucRjVzjvvXPKhVFW2TAyXBCqKAMVqRS0HgyEBEiCBxiNAsdp47DkyCZAACZAACZAACZBA4xNobLHa+AQYAQmQQFYCFKtZibE9CZAACZAACZAACZAACZAACZAACZBAzRGgWK25JeWESKDeCVCs1jtiDkACJEACJEACJEACJEACJEACJEACJFDpBChWK32FGB8JVB4BitXKWxNGRAIkQAIkQAIkQAIkQAIkQAIkQAIk0MAEKFYbGDiHI4EaIECxWgOLyCmQAAmQAAmQAAmQAAmQAAmQAAmQAAmQAAmQAAk0LAGK1YblzdFIgARIgARIgARIgARIgARIgARIgARIgARIgARqgADFag0sIqdAAiRAAiRAAiRAAiRAAiRAAiRAAiRAAiRAAiTQsAQoVhuWN0cjARIgARIgARIgARIgARIgARIgARIgARIgARKoAQIUqzWwiJwCCZAACZAACZAACZAACZAACZAACZAACZAACZBAwxJotvHJH25u2CE5GgmQAAmQAAmQAAmQQM0RaCYiwXeV+EvMlfB2+M7kxs2Sm4hIqkZ1Q0c2xySbZw0x1z7EqExPQBBn/PzAKP03/c78okJNizRtu7QPDSaStk9vO//N6Z4jN8i0gSSst+kmRV8pmph+MjDKNO+in2HcGBF8qjmlw5P5U5Vp8klrmHYi+X5iWVp9pe02w7OellO4yzJ9XU/7rCcGqQ95s1QfncTunC/Q2b5mpvy6kHYtg+4y3+CZpuffrGQYhS3K9lkpx5xSfr0sZp5F3YN/M9P/C+sfopK41FosGf5BLGr9RZp9dF3JT0CRQ/M2EiABEiABEiABEiCBmiGQ5fvwLG1TAMr0/720Y6dtl+X/d1n6TDFv0yRln83S/r8vbTuMnaptswIPnXZq4XbWRNN6gsh2HnG8WcQwSroK+ky5AEn9moc4RV8pmgT9pGorEv/5cTpJ2afHykQ/MGn7DNolPHhp+wPx1B+MpAVEZ1ukaGQ1iYzTecjSzqegHfqJiClln40uVhPjzH9uEtulWRpntqm+vkU91hEBpe0zCLcsEyv8YWAaHG6b5hUUS5Z//GLnWq454XNWS2K1HPNJ/U1CwtOY5h/mpAc67TcNSf1Ev9/s4wklPwHFj847SYAESIAESIAESIAEqp9AFtmU+vtbbRj/H5/Nm0WaJ37fne8r7dix7RxZUVKfaW+OeESC2+P7Scco///C5jEyxg4jVeibRTY3L4NYdQZLNbbOx2Xnn182Rtpn2kASPuLB4An/yU81XLZnPX7eRXIvmG7EZznVfPKdpXzWzf9sE78e5PrcvHmzNE/+4pHu67MBmUGsJn6NyU8i7Xy87SI+yyn7DDdLuClln7n1SdE4RZOcyGousrkcP7xxZpvq35W4rzH+H96kfTbzT2j6hzn2KU35NT2uj9RfIJM+LmWIJUjHL1WKpnrIkiaUfwgyfPa9PZYzlpRfACNnVo41Ml9hy/D8lqOPcsUS/yg023wTxWqKTwubkAAJkAAJkAAJkAAJxBHI8n+cLG3TUM/SX9qModj/m1hvZvm+3xtnluA9MILbE/pJO4xplzJbJVWfzUWaAVKpV5HlFwrWO+Y/jUU9G6kgqMkT+TqChUkbTfEf4sThrAcysW1+TWLbOW+m7bNgufOZhe7rWfpL+6ynXUfEUq4sPIM95ecm8f/5zgTSMvK2i8lY3fyViHyd4YNZpq8xmcRq0teO/HOVllHsbIt81r1jRzyEmeNM8TUhcQXLJMoybQ2JC6occ8ryIU+KJekZSwQcnRme5tagTeaHI6L3cvRTyhp9LfL1xjT/uKSkU475mC/2Zcgqjg652QEX7F6OJyklFDYjARIgARIgARIgARIggbQEyvUNddrxrHYNNnTDDJR6lLQN8T+ItG2LwF94S7kG8weeaTrFhIJSA1ttIVt1aC2bo+RqwwKtQ1zMfMqypsV2Ur6Ay+aKMj1Axc67mPuiWH0lX7TcTb5usX1GuZo+Bh3546+bmyf7y83NZONX+HN6/fC1NJfPZcsG+mSkjys9hWJblu8Zz0VQSXMrlgnvq3QCmzd/LS2at5YtdjrfkquVHnVp8W3Torm0xM+PZfR+/JSVxpJ3kwAJkAAJkAAJkAAJkAAJVA2BRvjvD4Zs2UK23K2tbP6qEcavmrWp4kArcln9QTXb/JX8p/WeIlt2EBFkrlbqVZFQKxUW4yKBRibwtWzRrLW07niFbP56QyPH0jDDo0qG+blai7O/ya9WDcOco5AACZAACZAACZAACZAACTRBAqaeZ8sW0rJz2+hyAE2QC6fcSAQ2fymfb72HfLVle2mWqRxAI8XLYUmABCqewObNX8mWzbeR1jtf1mTEqi4KxWrFP54MkARIgARIgARIgARIgARIoJoJUKxW8+rVYOwUqzW4qJwSCTQuAYrVxuXP0UmABEiABEiABEiABEiABEigZglQrNbs0lbnxChWq3PdGDUJVDABitUKXhyGRgIkQAIkQAIkQAIkQAIkQALVTIBitZpXrwZjp1itwUXllEigcQlQrDYuf45OAiRAAiRAAiRAAiRAAiRAAjVLgGK1Zpe2OidGsVqd68aoSaCCCVCsVvDiMDQSIAESIAESIAESIAESIAESqGYCFKvVvHo1GDvFag0uKqdEAo1LgGK1cflzdBIgARIgARIgARIgARIgARKoWQIUqzW7tNU5MYrV6lw3Rk0CFUyAYrWCF4ehkQAJkAAJkAAJkAAJkAAJkEA1E6BYrebVq8HYKVZrcFE5JRJoXAIUq43Ln6OTAAmQAAmQAAmQAAmQAAmQQM0SoFit2aWtzolRrFbnujFqEqhgAhSrFbw4DI0ESIAESIAESIAESIAESIAEqpkAxWo1r14Nxk6xWoOLyimRQOMSoFhtXP4cnQRIgARIgARIgARIgARIgARqlgDFas0ubXVOjGK1OteNUZNABROgWK3gxWFoJEACJEACJEACJEACJEACJFDNBChWq3n1ajB2itUaXFROiQQalwDFauPy5+gkQAIkQAIkQAIkQAIkQAIkULMEKFZrdmmrc2IUq9W5boyaBCqYAMVqBS8OQyMBEiABEiABEiABEiABEiCBaiZAsVrNq1eDsVOs1uCickok0LgEmrRYXbdu3ebGxc/RSYAESIAESIAESIAESIAESIAESIAESIAESIAESKC6CDSjWK2uBWO0JEACJEACJEACJEACJEACJEACJEACJEACJEACjU+AYrXx14ARkAAJkAAJkAAJkAAJkAAJkAAJkAAJkAAJkAAJVBkBitUqWzCGSwIkQAIkQAIkQAIkQAIkQAIkQAIkQAIkQAIk0PgEKFYbfw0YAQmQAAmQAAmQAAmQAAmQAAmQAAmQAAmQAAmQQJURoFitsgVjuCRAAiRAAiRAAiRAAiRAAiRAAiRAAiRAAiRAAo1PgGK18deAEZAACZAACZAACZAACZAACZAACZAACZAACZAACVQZAYrVKlswhksCJEACJEACJEACJEACJEACJEACJEACJEACJND4BChWG38NGAEJkAAJkAAJkAAJkAAJkAAJkAAJkAAJkAAJkECVEaBYrbIFY7gkQAIkQAIkQAIkQAIkQAIkQAIkQAIkQAIkQAKNT4BitfHXgBGQAAmQAAmQAAmQAAmQAAmQAAmQAAmQAAmQAAlUGQGK1SpbMIZLAiRAAiRAAiRAAiRAAiRAAiRAAiRAAiRAAiTQ+AQoVht/DRgBCZAACZAACZAACZAACZAACZAACZAACZAACZBAlRGgWK2yBWO4JEACJEACJEACJEACJEACJEACJEACJEACJEACjU+AYrXx14ARkAAJkAAJkAAJkAAJkAAJkAAJkAAJkAAJkAAJVBmBEsTqu/K7Ce/II7KlXDLqIBmyQ3jm6174h5wy+z8ie+0qzx7bubxY1i2RKyetFem3j4w7bFtP3xqbb9g2csulPWXf8kZUPb3981FlldyoAAAgAElEQVS5dclecuHxPeNjXvuCTJw4S9b6Wu04QEaPPkx2rJ5ZM1ISIAESIAESIAESIAESIAESIAESIAESIAESKCuBMohVkT4FgvNjmTZpody4TupBrOb6XtH/UPnJnlEscmJVhrpt8nHJjvLHUXsIXPAbT/xd/rBTlKAtK+uYzqLiLf/4a2b+Xp6So+XHA9unEKsLpOfo0XJYyKAulsfGPyaLG1Wu5mKQEy6XE3qUnxF7JAESIAESIAESIAESIAESIAESIAESIAESIIEkAiWLVdmrjTyypmUgKs2AJqP0c+my1wZ5RMqdsfqxrFu3rezgZMiGJxotKk0m7cJtw/EmUar39xtKrK6R537/lMhRP5bDOyRMymSs+sSqyOKp4+WxNY2ZtUqxWu+PJAcgARIgARIgARIgARIgARIgARIgARIgARKIJVC6WB26q8jU96WLVQ7AyMsPdpZb5B25yBar/1og35u6IRzQDnXZo6H7FuWa2dmwyC4N9WcE7sfy7YJSBFGiMvf6CivDti5jVeqybK0IT7KyXnNtd5VvL3wnl40rIsH7+fIEL4VmZ5UdcOcezDtctsDMd6e3CzjZHMKcMpQ2WP2c/P7PIkf/+HBJyFcVSRKrcoJcPjSfLrr4MRn/2OLwuloZrWvnTJSJa3rKgDWzZFa+tsCO/UfL6L65VFgjat90bnfen9X+BOn5xmMyS/aVbmvfkGX55qafnWbFju/2b4/Nrw8kQAIkQAIkQAIkQAIkQAIkQAIkQAIkQAIkUAyBMojVQ6X/m/Z2+rqt+ng9EKHeuqh5qZivw6p1WV1Z2SUvN7OK1Ud8RCyRi7dVrP7og4Vy0aKwpMzFI0ENWTP+IqumrJGln8slo3aWFZPekUdC9WStsgPHi/y/SWtF5yHiCt6wCF637mPZYQe7dizer5PXBZzSrvw/H5Xfr+2fXAYA/UWKVSdbNF+LVSwRKpIvF7B3Tr4asfr8WumhW/fzIhZ/H/AB3hMZYJccsN7HVv+cGN3RamPFsGOuFmzU+KPbz5KJz+8oJ1x+ghgNbPpeGx4vLT+2IwESIAESIAESIAESIAESIAESIAESIAESIIE8gbKI1Z/IAvne8/lyAPkyAD+6tKeInWEakV1qy9LCbfph4ZhVrBbWWBXJScmWwQFWIbHqli1wYo4ePydW3fHq5rO1POyt+arPoS/D1qpTm2+mwrnYcgYL/nSrLNrjQjnxmyme/5jDq0IZnxEC1sjQfFarEatv9LQOvKoTo0asht4z9jNUQ9XuKxe5K1YLSxYE9+yzQHLlWPNiNcXU2YQESIAESIAESIAESIAESIAESIAESIAESIAEkgiUR6zuWZdReeiiXBmAZ4/tbLJB3YzV8Fb5fHh2xmqo/mn5xapmi6oEDWes+nDVZagmidWkDNlcxquOYWfH2vNUoWplxuYzXDXm4sTqAnn01kWy14UnSs+kpwLvJ2SsrtUM1RgBK3bGar2K1VmSrzAQnll+/CCDVt8NXk8Dgm1IgARIgARIgARIgARIgARIgARIgARIgARIoJBAmcSqbqnP1R9d0f9Q+cmeudfCYtVXD7UuqIbIWI0VqwkHbSWJVV+GrJkdSgZoRm9+uuG52mLVl73qlAoo5gCufz4qty7ZSy48PpVWTV9jNaYWq65sY2Ss6tjIXJ3Vvq6eq8haeWHiRFmwr/0avzSQAAmQAAmQAAmQAAmQAAmQAAmQAAmQAAmQQDYCZROrRh6ag6nqMjF9GatiHRzlSs5UYnVN3WFXBTVPg7lHHV6Vl5xTNwSHTiXWWLUyaJPEqq/G6t/20cOoUIv1IBmyQy5I01cwl0Kxavelma6llAJYM/P38pQcna6+KgJMe3hVTI1VyddUzdVYteqoFlNj1T4sq6AUgL/GKsbvuXC8PLZmQEEZgiDjNtvnha1JgARIgARIgARIgARIgARIgARIgARIgARIwBAon1jNb1cvEIJ2FmggX+voBwdVSb7+aUwpAJFw3dGThu4qMrXuUKe6XvOHYkUsch9L7qpYHXeYyLRJC+XGddZNnoOuggxcNLNrsMoSuXLSWrFLHbjj1JUBwM12KYC6eZl79lod6guMzEFg+YOzTLmFEKekp3mNPPf7p0SO+rEc3iGpbf79JLFqHyaVF6V2z8FBVXC0psbqjtJDFsvi/J59u05r7nCqcFwF74fEai7rdNZaEdNup1ky/rHFoQ7qxs8fpGW/y1IAKR8CNiMBEiABEiABEiABEiABEiABEiABEiABEogiUIJYJVQSSEegsBRAuvvYigRIgARIgARIgARIgARIgARIgARIgARIgAQqlQDFaqWuTA3FRbFaQ4vJqZAACZAACZAACZAACZAACZAACZAACZAACRgCFKt8EOqdAMVqvSPmACRAAiRAAiRAAiRAAiRAAiRAAiRAAiRAAg1MgGK1gYFzOBIgARIgARIgARIgARIgARIgARIgARIgARIggeonQLFa/WvIGZAACZAACZAACZAACZAACZAACZAACZAACZAACTQwAYrVBgbO4UiABEiABEiABEiABEiABEiABEiABEiABEiABKqfAMVq9a8hZ0ACJEACJEACJEACJEACJEACJEACJEACJEACJNDABChWGxg4hyMBEiABEiABEiABEiABEiABEiABEiABEiABEqh+AhSr1b+GnAEJkAAJkAAJkAAJkAAJkAAJkAAJkAAJkAAJkEADE6BYbWDgHI4ESIAESIAESIAESIAESIAESIAESIAESIAESKD6CVCsVv8acgYkQAIkQAIkQAIkQAIkQAIkQAIkQAIkQAIkQAINTIBitYGBczgSIAESIAESIAESIAESIAESIAESIAESIAESIIHqJ1CyWN28eXP1U+AMSKBMBJo1a1amntgNCZAACZAACZAACZAACZAACZAACZAACZBAJRMoSqyqTP3666/N3ChXK3mJGVtDEVCp2rx5czMkJWtDkec4JEACJEACJEACJEACJEACJEACJEACJNDwBIoWq1999ZXgF+QqxWrDLxxHrDwCEKmQqltssYX5RbFaeWvEiEiABEiABEiABEiABEiABEiABEiABEigXASKEqsQql9++aVs3LixXHGwHxKoGQKtW7eWFi1aGLna0NcXX38mGzevk8+//lQ2Sy6jnBcJkAAJkAAJkAAJkAAJkAAJkAAJkAAJkECOQDNpLi2bbyOtm+0gWzXfuiQsmcUqslORpfrFF1/Ipk2bZK/xQ0sKgDeTQC0RWHT5VGnVqpVstdVWJnu1IbNWIVU//OptefLVV2XcU5Nkwyb+4KOWni3OhQRIgARIgARIgARIgARIgARIgARIoHQC223dRq446sdyzAEHyPZb7FaSXC1KrCJjFWL1888/p1gtfT3ZQw0RgFht2bKlEasNWQ4AP/BY//W78ug/5sjPpvymhohyKiRAAiRAAiRAAiRAAiRAAiRAAiRAAiRQfgLXDTtfTjyor7Rr3rnoxDiK1fKvC3tswgQaS6wii3zNV0vksHEXMlO1CT9/nDoJkAAJkAAJkAAJkAAJkAAJkAAJkEA6Ashc/dvPb5b2W+xhdh0Xc1GsFkON95BABIHGEqvIIl/z9b+k15izuTYkQAIkQAIkQAIkQAIkQAIkQAIkQAIkQAIpCMwfe6e0b75n0efkUKymgMwmJJCWAMVqWlJsRwIkQAIkQAIkQAIkQAIkQAIkQAIkQAKNS4BitXH5c3QSCBGgWOUDQQIkQAIkQAIkQAIkQAIkQAIkQAIkQALVQYBitTrWiVE2EQIUq01koTlNEiABEiABEiABEiABEiABEiABEiCBqidAsVr1S8gJ1BIBitVaWk3OhQRIgARIgARIgARIgARIgARIgARIoJYJUKzW8upyblVHgGK16paMAZMACZAACZAACZAACZAACZAACZAACTRRAhSrTXThOe3KJECxWpnrwqhIgARIgARIgARIgARIgARIgARIgARIwCVAscpnggQqiADFagUtBkMhARIgARIgARIgARIgARIgARIgARIggRgCFKt8PEiggghQrFbQYjAUEiABEiABEiABEiABEiABEiABEiABEqBY5TNAAtVBoKrF6hETZc3wQ6WdB/X6RROk/Y331Osi3Pmr1+UMeVS2/MUvREws+8orD/eVI/9SrmFPl2duulQOfLv4uZgYO7rxfCL/lyXOepmbn9FPL5kjN+z2hlz209Fyk9XEvL5XW3lzzn6yXxHLivt/Lr+reyZOnyr/6fuNUBDF9l2u1S5fP7+S1393okiRrDLFEfVs5Pk2xOcwU7xsTAIkQAIkQAIkQAIkQAIkQAJVToAZq1W+gAy/tgjUglhd5QokFa4b/14g6KJXL7vErHSxmpOq/5bJPxkqZ1sTj3o9kk1ji1Uzfnt5zJlHlk8i5nzYv3NSVmWzLVJV3Da6CCwL68YWqxj/e7Iyi7zPsphsSwIkQAIkQAIkQAIkQAIkQAJNmADFahNefE698gjUpFgFZpWrq/IZpYnoa1SsakatPX+TTSgFwrUSxKo3hiNOl5/+5Z5QBmvicoYaQPQdIC/8ZKgsjMl8LTUrNltMEa3LIlbLEknxnZS8XsUPzTtJgARIgARIgARIgARIgARIoNYJVLFYzWUB7S3+bbT6n3JJLXIyLHVeEknk9maNzddnYcZahpHZtMYJ1KxYlZwo/c7HdWI1+IwGa6qfDefzo59hT6kBO6MxPmO18DOZlA3pxvfmnAmy8gCrFIAnnrjt6ya+bdNl7RaUDLCzfQtkX/zcCjnbXzM9X6usr5kFpQBi56yZmY+K9MXX5txVwBki+RuvmpINudjW+KVyfiw7A7qwlIL19VS5zHlDDux7qLTTecSWGYiZv3NfsLZZGJh1e1dGBaUAIv5tKFjfcEmNguc8VE7CwyDITk3xbOz2hkx+e185Y6+2+RXjv1E1/s8Mp0cCJEACJEACJEACJEACJFBGAjUgVj3/cVeJ01qk/GI1J4g6vRpXWzBq62deLrVuzP+4Zs8ELOPzxq4SCDQVsZoTamLVFs1/NkTFo/ucej5TRny1D/qIFqt5uWT/kCUvzaJEaGF8dVvWjeSa39/Uk7V/uOK7J7zcluSK+YFPYWkAJ/6QWI2f26QdXc5iycxX5TD8cCoUS66/jvkfGoXEqucHSuE56/xc0XeouHJUywDEilXns1JY79WR9b6SE56M07oxk+dfUKu3GAYSUwqgoL/453xZ/8JyEiFhn+HZQBkGX8mFLD8A4Bd0EiABEiABEiABEiABEiABEmjqBKperMqqf8ve264J127M1wBcteobsrdv621Jq366/PSIe+Sm2ANxov8jnUUklBRm5M0Uq/XDtTy9Ni2xGs5UDIuzNM9p+HOWJFZVFuZWKr7upffQJluC5cVqqJ5slm3joWzI8A9afGKr2LkZseoePhWUHsiJxfChSmHuhWLVORDMI/LiOaP/n4g8lTtUrNSvhz7xW1Dj1/1oBjE/K52Gx88/SqxGr3tYTMc/ax4p7v0yUvesvvAN64C2fNvoNfI94+HXfPyjDiwrz1c49kICJEACJEACJEACJEACJEACtUWg+sXqHGw7DR/MYf5juN2zMllOrDslHOvm2RIq1hbM0H35rZaRW43RX6RISRCrtujwnqTuZny1l1cWtZfv6FZNK2bfKeN2zOE5rZWVG3eUTsjkxYVMtec7e05yt8Z3mWU6gKi2PiwNMZumJVZ167FFNni+IsRqzLbuJPmoW9PtdYzNWHWFZF7GGnGYF6vtCh4Kf2mSuGfHlVu+z3Twef3FL5yvO9FlRzA3r1gNgomXy2hWjFgNi1pnDHy9O1rk1z8dbWq0ZhermvXveWZixLa/HIJPrDor5fbp/XqNe3Tdk2WmjhB7aFnEc+4Tq6GIPaI7bj18EpVitSG+0nMMEiABEiABEiABEiABEiCBWiFQA2J1P8F/Nk/4aIK0v/Ee2NNgq37oP6HeuqjhjCH9z7dbS0+zk0Lipiix6t/eHN6K62yJLjj0py7myz76nrOduk4e6xwK5pTnc+Db4PWNXJ3a0FZga/ynRH4+3N7G68vGqpWPQmXMo2mJ1YjammYpnM9KIJoK64OqOEoSq+FMyvj19sslKyZfxmpsl3ES05N5G1eLNTFLtC6QeEnW8GIV8fxcfpf/Wp0kVu2vN5Kr0euUd0kSv3VC1VeHtHixGp0Vm06sRpaNSHjOKVYr4+s0oyABEiABEiABEiABEiABEiABJVATYnU/mSr/OSBfDiBfBuCxnwwVwWExWgogIpvJljGFEiJmq3EKserLkAvXfPWLjSRZoDEbsRqRVaeyKaouoS1WwxlNdpaafegKPzQNQaBmxarzAwJfpmL4BxeeLekFhxyVUAogYdu+X0haos8nVoMt9kPl7IKHpRSx6kjmJLFqvT+tV8OXAojOkAyXAQCiwh/8WODykjGXgZ/7IZArx1N9rXQldblLAYTWPYVY9RzKpbP2Z/DWcykA598QZqw2xFd6jkECJEACJEACJEACJEACJFArBGpDrN6D/3jmygEYkbDds+bE6cIMtvBJy8Ei5jM2yy1WXWGpWXh1J6NHb+MNShR4BFC5xapXAEeWG2jMg7dq5WMXPY+aFKueQ4WSssPdjNXCDL+6LeGanZ2Usbq3+0zHZIX6Mgp1i759eFVw8rwemPfxo+ZrT+EVU0/TOUgrN46Vmesc0hUuQZLvN2JuUnBIWP0fXhUtVhHrAfLCT8LiWbmGyjJo5maQTe/hp2107lFfKzvaX7P0ay745jJW4w7viqqx+v+zd/exlpz1neB/jY2dMbOMA8Tptmc0afMWTBIPToZZN2GQjBQLtB4U94QhbhstMez84SwQqaNo1D1GkLZGUSwlIPzHjHHYDZhhyLSjrFdhvZpYYiGNlvAykMAuNrgTKdgd3sbDTpxgbPeqzjl1TtU5dU6durfqVj11Py1FCr51nnqez6/Oc8/53qeeWl/3umB1876qddf5ZMVqaTyzh6rl1/JOHl4lWB3/LxYjJECAAAECBAgQIECgM4GRBKvTL5c//1/viy/8gxvj0H/+ycieeLw+aKn27D5YXdqzsOYBOpNe7kGwuhoAz3yy4CJfCTz7T1YzdfZenDQ8hmB1dd/RiOK+v7ng8r6Xy/udzn9e/MNHvs/wbE/L6VPSI7LXrm79UXzQ0tIfMbbYK3i5f49/dTq/TFd7/6+z92bhjzWlLTUqrpO1+3NO+5/NWfm/8j6rS/u2rswJm8dWvb/o9OFR+UO8Sn9cKYxj5f1eMYZF32tCxezOgiv/c3XwvGHv3IXK0jiLe0Rn9ZxsXbL0cK2Y/R6Y7ZkdkYWs98WPTbYVKISrxXJVbY1ySaFGywal4zcbTPa8nV/DxZMuwt9yvaa1X7nO5+PJ2qja5mB9fVf24Basdjupa50AAQIECBAgQIAAgVELjCZYXTyYavEls2rFakxuK80TjPKX4K2C1cIqt5WVZfNLZf1tv+VzVK1eqrrt95/Eot872GO19MW52P76PVYn4dF3bowfHPmRyRf7aQiztDpq1G+NfgaXdLDaD5mzEiBAgAABAgQIECBAgAABAgR6ERhPsDpb/Vm8rXPlYVM1q6LqgtX5rfzZA1QiW8F0X8SR6RYEefA4/UlNsPrS/26xQq1iBVhpdd9sddq5cxE/fnD2FPW1t+lPz163Imm+Gq644qtw+RVfv/qEclsBdPlOFax2qattAgQIECBAgAABAgQIECBAgEB7AgkHq+0hDLqlmofsDLrvOtdYQLDamMwLCBAgQIAAAQIECBAgQIAAAQK9CAhWe2FvcFLBagOs9A8VrKZfQyMgQIAAAQIECBAgQIAAAQIE9oeAYHXodRasDr1CrfZPsNoqp8YIECBAgAABAgQIECBAgAABAp0JCFY7o9UwgeYCgtXmZl5BgAABAgQIECBAgAABAgQIEOhDQLDah7pzElgjIFh1aRAgQIAAAQIECBAgQIAAAQIE0hAQrKZRJ73cJwKC1X1SaMMkQIAAAQIECBAgQIAAAQIEkhcQrCZfQgMYk4BgdUzVNBYCBAgQIECAAAECBAgQIEBgzAKC1TFX19iSExCsJlcyHSZAgAABAgQIECBAgAABAgT2qYBgdZ8W3rCHKSBYHWZd9IoAAQIECBAgQIAAAQIECBAgsCwgWHVNEBiQgGB1QMXQFQIECBAgQIAAAQIECBAgQIDABgHBqsuDwIAEBKsDKoauECBAgAABAgQIECBAgAABAgQEq64BAmkI9B2spqGklwQIECBAgAABAgQIECBAgACBYQj8yLNeHBdccMGOOnPgu9/97vkmrzx//nw8/fTT8eSTT8b3v//9eOlvvKHJyx1LYNQCfQerL7vs2lH7GhwBAgQIECBAgAABAgQIECBAoC2B/+ebnw7Balua2iGwSwHB6i4BvZwAAQIECBAgQIAAAQIECBAgsEcCgtU9gnYaAtsICFa3UXIMAQIECBAgQIAAAQIECBAgQKB/gd6D1f4J9IDAsAQuvvjiuOiiiyb7cxw4cGBPOpdtz/GtZx4OWwHsCbeTECBAgAABAgQIECBAgAABAiMQ6D1YvfLKK0fAaAgE2hF45JFHQrDajqVWCBAgQIAAAQIECBAgQIAAAQJdCghWu9TVNoGGAoLVhmAOJ0CAAAECBAgQIECAAAECBAj0JCBY7QneaQlUCQhWXRcECBAgQIAAAQIECBAgQIAAgTQEBKtp1Ekv94mAYHWfFNowCRAgQIAAAQIECBAgQIAAgeQFBKvJl9AAxiQgWB1TNY2FAAECBAgQIECAAAECBAgQGLOAYHXM1TW25AQEq8mVTIcJECBAgAABAgQIECBAgACBfSogWN2nhTfsYQoIVodZF70iQIAAAQIECBAgQIAAAQIECCwLCFZdEwQGJCBYHVAxdIUAAQIECBAgQIAAAQIECBAgsEFAsOryIDAgAcHqgIqhKwQIECBAgAABAgQIECBAgAABwaprgEAaAoLVNOqklwQIECBAgAABAgQIECBAgAABK1ZdAwQGJCBYHVAxdIUAAQIECBAgQIAAAQIECBAgsEFAsOryIDAgAcHqgIqhKwQIECBAgAABAgQIECBAgAABwaprgEAaAoLVNOqklwQIECBAgAABAgQIECBAgAABK1ZdAwQGJCBYHVAxdIUAAQIECBAgQIAAAQIECBAgsEFAsOryIDAgAcHqgIqhKwQIECBAgAABAgQIECBAgACBcQarn4473n0kTlYO7sa4922n46bLu6n9uY8fjUPfPh7nb7k24tGPxNG7z8bxd52Ia9s43efviAP3R5xpq702+qSNPRMQrO4ZtRMRIECAAAECBAgQIECAAAECBHYlkPCK1WmwGjecjxPXlA0mwedn7otTFT+r1joXH3nvoTj9ksfi9OsO1oIKVmuJHLBDAcHqDuG8jAABAgQIECBAgAABAgQIECCwxwKjDFYzw2m4GluuXBWs7vF153RrBASrLg0CBAgQIECAAAECBAgQIECAQBoCow1WY3JL/eenwWpkt+sfi/tKNTk1u91+Gqoee3z2wyvPxPlbYnWbgUvvjcfecVNk61nXrlidnHNpc4LC66ouiU9/6EAceST/yak4c0PEkclWALfG2WK/Zodsvwo3jQtQL8sCglVXBAECBAgQIECAAAECBAgQIEAgDYF9EKwej7N3H4mTk8A03wV1FqZGHpYurVh99Fycu/zgJETN/2UB6J0vmG4VUBmsvu1w3Hn3sYhXFrcTmO0DWzr3os3VVbX5vrGn4t9deTL+p0fy8Hf6mmarcNO4APVSsOoaIECAAAECBAgQIECAAAECBAikKLBvgtXlvVgnIeVDR2erUKu3Asj3ap0XdhaQrg9WT8fRpYdmTVakRjHUXQpW532Y/ffZw6smwery6yYPylo9R4oXnj5XC1ix6sogQIAAAQIECBAgQIAAAQIECKQhsG+C1aUb9KfVmd+mXw5W80D1xsLq02JAumnFanm7gdlFsGnF6qZgdb5FQPFiunHLfWPTuAD1siwgWHVFECBAgAABAgQIECBAgAABAgTSEBhtsLq4bX66FcDyitVyecrBatUq0+2C1WarScurZmc92rRiNY1rSi93ISBY3QWelxIgQIAAAQIECBAgQIAAAQIE9lBglMFqvuJ0+qCnqn1Ol2/9rwhWi/ub5g+lqt0KoHqP1XWh7uqeqfmDtDbssbq8wnUPLxan6l5AsNq9sTMQIECAAAECBAgQIECAAAECBNoQSD5YrbzFP5Zul5/sTXosirfpF2/zzyAnK1KzW+8n4enh+Mh7D8Wxx2fE2X97+YNx4P6Tkb3urrgtDn37+PRhWJO2z8bxd52Ia/MAtlCZabi7vlTz804OuTHuveFonL4/a+/WOFvsQ/bj+dYFbZReG0MUGE2w+p9/O37mrR+eEL/q9gfivf/s+SXuL73vZ+KXfnfy0/jXH7guHnzrr0dUHDfEGukTAQLdCyzmiDXnOvKv44H3vSHKM0v3/crP8J3/7R1x/Xv+OKLnfuzdiJ2JQMIC3/yDeMfrfz3+OBvCm38nPvv2n1oMZv555eb4nc++Mwo/aWHAX4rf/plfig9nn3X+8L3xhstaaFITBAj0LjD/DLC2J13MJ70PWwcIENggkHCwqq4ExicwjmD1O/EHb78+fv1MXp/lDxfTLxpnb/+duO4//dLsOF86xnc1GxGBnQvMg9XlECTyoKIiINn2dPOQZedffASr22I7jsAABIrBakTc/IHPxjv/0axfFcFqPv9U/WG42WgEq828HE0gDYH1nwEK34H84TWNYuolgZYEBKstQWqGQBsCowhWl77AZC6lLzFtQGmDAIFRC6wPViM2/WyvUASreyXtPARaEFj5XFL4o4oVqy0Aa4LA/hLY9BnA54P9dS0YLYFcQLDqWiAwIIExBKv5B4pspcetf3799Jb/wqqzSSjytZvj5vhwfFyeCFYAACAASURBVHi+qjUPX5dXuy6KMw9nC9sMCGwHdPHqCoEWBbYOVv/pg/NtR0qnn68Uma2Qf/PNEb/74cmtwK96569E/PZvxR9HFq7cEmdLK+wr5pxYnpdeFTe/OeLDvzvdCuC3X/Tr8c7J1iblf/PVbuasFq8MTRHYgUBhlfrNb/5wfLj4uWTTitX/8Wj88f9yemnLj8Wq+Zt/7eb48G9Mtz3aNP9MtwK4PeJU8W6e1bmmaguUxarZFlbr74DOSwgQWBXYPlg9HB/K7tKr/Ayy3G7hDz7Lq+zffHN8+Hc/PJuLKtq8/aNx3X96U+FuwbztvM3Vz0LZETd/4Hci3pptVzL7N//stO772Ky9ikU0MflMNdtOxeceb5t9KCBY3YdFN+ThCqQfrOa/iGe39j+a77W6+GVb2l8123Nsfsyr4i3//I/jg/9x8qt+/st5sY+R7QKGe+XqGYF2BbbaCuCfvyVe9R8/OA1L53s0L4cPMdvjMBbhSCFkOfHmD8cdk1B0/Zxz+KP5ntAVXyhe9KKIr31tul90voeiLxTtXgxaI7BbgeL2H394OO6Z7bc6+eNsrP+c8qp5WLF4f88/k/zM/xCv/Oz/Hp/Zav6p/3zzK78S8Vu/lc1ms3lmPo/47LPb8ns9gbYFtt8KYBqCToLLSWhZ+N/zRSfL2wcsH7P8OWa5zWy/+eyzzz1xuLCX87yPk/NsaGP5j8zz49e1dyJu/t07JmOafvaKxRZwK9s3tS2vPQLDFRCsDrc2erYPBZIPVvMvAvNfrIWVHbM9zVYCk/kXnsIXj+Iv5sLPPfxhH74pDHlfCmz18KqTEe+ZBCTl4KE8xyy+TMxXuFcFqxvmnHmwWjhm/oUlD1ZLe6mtznv7sogGTWAoAkv7Kl+RP3wuCxQ+EPFLk4dtrv4BOAsNbo/3TB5UtxwgLFa+bzP/bPH55jcPx6//arkfQ+HTDwIEygLbP7xq+fNA9eeDclC7CE7zzy11P5/3rvCH3fl/Wwp0p20uwtz8D9PlIHb2GL/K9n4lfiV+K37rTPUDil0rBPargGB1v1beuAcpkHqwujEMmYUSgtVBXno6RWBQAlvto1p5K1phGEurNASrgyqxzhDYO4GVB9ZV3eZaHay+97//VLwj+wNOFk4U/5jzu9fFg2/O/rCz5l9p/imuWK06Pg9nCyvu88OsANu768SZCGwpsP0+qu0Eq5EHnJUhacT851n/Z3PG5jC2JlgtbrNU2d4bIuZ/oMrRrK7f8vJx2EgFBKsjLaxhpSmQdrC6ZpXW0u1sK6u/rFhN82LVawIdCjQLVjd9mK+Yl6xY7bBymiYwQIGVYDUiNjzQKp9/8pVc0/9d2Fs5CxredHYauC6tmC+PPp9/1qxYLRy8fM4o7O282OpkgLa6RGAfCux1sFq3YrWqP7sJVh/4sXsmK/Wn2xdkWw1ErG6DslcPAdyHF5ghJykgWE2ybDo9VoGkg9W1T9ZdBBuVD7SqClbtsTrWS9y4CGwl0CxYrd5jdbpCdctgtckeq5O9zGZ7ptljdat6OohArwJVwWoxKJh0bs2K1X/2/PJqsMkDXz4b77z8D2bB6jbzT80eq8WH4C09eG+xj2EWbfhHgMAQBNoIVhcP9q3bY/WKxR6ma1asrjyPIhbz0/LerttsBTAPVvM/HBXbK+wvvbJVQfEBVkMolD4Q2EMBweoeYjsVgTqBdIPVwoeCitvW5iFJ8ctDflxpD9X6p+YWb3eZ39pbB+vnBAgkJbBVsJqNqGr/rzz4+EfZAZuD1d/57C1x9u2bn9RdXDmWI95ceELvb7/o1+Odkwdglf/NV5l5mFVS157OjlBgTbBafm9vCFYLq0eLK7i2n3+yVfVrPt9UBKmlClTsWb8IZEZYK0MikIDAzoPVqtXy808W8wf3rq6onx2zbiuA7NPOZGV93tar4l9/4Lp48K2z7UrevHjg1DbB6mff/lOb2zvyUxFnvrT8qcdDPBO4dnWxOwHBane2WibQWCDdYLXxUL2AAAECBAgQIECAAAECBDYIVD5YihgBAoMSSDtYffQjcfTuY3FfBempG87HiWu2sf503PHuO+Pw207HTZdvc/wwjjn38aNxW9wVp193MLL//9BnKhSuPBPnb7l2GB3Wi60EBKtbMTmIAAECBAgQIECAAAECoxMo37UT8+2H7Lc8ulIb0IgEEg5Ws0D0SJysCA+nQWPEvVuFpXsRrLZ/jk9/6EA8+PLzcd2XD8SRR26sGOt6n+6v33PxkfceitMveWwS/O7kXza+O1+w89dvc869OMc2/SgeI1htKuZ4AgQIECBAgAABAgQIjEWgsJd7PqSKrdbGMlrjIDAGgeSD1ahamTpZyXo6jg4mWG37UslC0wfj6ld+Pm7YECBnweGR6GPV6u6D1bbFUmlPsJpKpfSTAAECBAgQIECAAAECBAgQ2O8CCQer0/Du2PPqgsPZcY+XS73YKqC4mrTm2JWtBworRTf9LBqcIz/2hqNx+v58m4NTceZdJ2J+U//n74gDX74uHnvBnXHoM9eUf7b2ip6tYC3+/NJ747F33BTZmtLJKt9vH48zcSSOPDI93+GKLQbmbmvHu2SYrSh++YNx4P6T5Z7VnDvyFatXP1i53cO8H5nFUts3vjJf6bpaz8XPIhYrVmN6LdVdI5tq0tJMIlhtCVIzBAgQIECAAAECBAgQIECAAIGOBRIOVmcyS8Ha8t6qk1Wbs6AwDybLWwUsQs/Df7Tp2ONx9u7y1gPTdrJg87p4cGlbgsXPskB023Nk+7zOAtBC8DgZw3fLIeg9P3o6bv2r/PyF0HXdBfPouTh3+cFJiJr/K94Kn+/TWvQ79+i5OHh54RWTMPVsHK8db2HF6iwYjXnYmZ29vE1B1bnX3aa/YrHcx03WszD4mtkq5/wcx799aItr5Eic3FCTtt6ngtW2JLVDgAABAgQIECBAgAABAgQIEOhWIP1gdclnGqRGxCwEO1t1O3xpq4Cl0HP51vn5sdNgtbT1wFLQWP2zimB17TkWwWqxrUnw+NDR2erSLLS8LeIXTsd1X2wQrM6cVh50NdujtnyOIuryStdsle4mi2y8y8Hq6rYMxW0Kqs5dFayWw+piH1dXpmYB8WT/2ZL19Lizr54+2KwUrO6qJu29SQWr7VlqiQABAgQIECBAgAABAgQIECDQpcDogtUp1jQMzMLJ6cOdqgjz2/iXV5OuO7YiTJwfujhfFtit/ts2vN0iWM3C3N+LuOsdN0XMV8xWr1gtBpbTY++L5Vvh8+BxNdzMA9XCNgSbQubSoFdXrN5XxbIh1F0JVmcrk8srkvNAtfjwrqXab9hjVrC6KMrTTz8d33rm4XjZZfMNJ7qcd7RNgAABAgQIECBAgAABAgQIEEheIN1gNQvaPnl4vkdouRLbh2vTEPbOOPy20zHZCmBtEFcRnvawYjULSG+Lu+L06w5O90Xd8PCqYlhatXJ346rRqgeAbbV6d7sVq8V61a5Ynd3CX95OoBygLwLtTbW3YnXdjCVYTX4uNwACBAgQIECAAAECBAgQIEBgjwXSDlbv/3zc+7ZsleeSWmEvzemK1fLDn8pB3hb7n05uwz8c96zdR7X9PVbXbQWQBaQPvnx6K/skWpxsfVBcsZlbzFZzxnRv1kmwWnTI96Zdt2p0Jcwsrg7dtN9sVbB6LKr2WM3HuDlYPTtZfXxy1s+qAL34s3wriPlWAMUx73KP1fXbM7T3rrUVQHuWWiJAgAABAgQIECBAgAABAgQIdCmQbrCaP8n+M5U3mRdueV/dfzPff3X6WKZFsHrT5TXHzoK5xRkLgeamn9WdIyIWt7ivroxdBI9ZuPtgXPeu8q3/K/um5ldM4WFLMdv3dP7k+yyofPmDceD+kxOru+K2wj6uswZKDwbLxnpXxO8dimOPn4ozbzscd959LCot5oFvRBTOU7yQSw/JKu0huwiM73zBrF8VNZ5vabDkvghUi/1dnHl5K4TsHKdfF5O9V+c2s8O3q8lNpQeC7fbNmnqw+sQTT8Rjjz0W3/ve9+KZZ57ZLYfXE+hF4FnPelY897nPjUOHDsUll1zSSx+cNMJ84ioYg4D5ZDhVNKcMpxZ6QmAnAkOaT80nO6mg1xAYlkCbc0rSweqwyqI3BHYvkHKwmn3A+OpXvxo/+qM/OgmjsonKPwIpCmR/FMiu57/6q7+Kl770pcLVHopoPukB3Sk7ETCfdMLauFFzSmMyLyAwOIGhzKfmk8FdGjpEYEcCbc4pgtUdlcCLCHQjkHKw+vWvfz3+zt/5O/HDP/zDccEFF8SBAwe6QdIqgY4Fzp8/H9m+w//lv/yX+Ju/+Zt44Qtf2PEZNb8sYD5xTYxFwHwyjEqaU4ZRB70gsBuBocyn5pPdVNFrCQxHoM05RbA6nLrqCYFIOVj9whe+MFndd/HFF89XqwpXXdSpCWS/YLN/2V8wv//9709WYb/iFa9IbRjJ99d8knwJDSAizCfDuQzMKcOphZ4Q2InAkOZT88lOKug1BIYl0PacIlgdVn31Zp8LpBysfu5zn4uf/MmfjGc/+9lWq+7z63gMw89+2f7gBz+IP/3TP42f/umfHsOQkhqD+SSpculsjYD5pP9LxJzSfw30gEAbAkOYT80nbVRSGwSGIdDWnCJYHUY99YLARCD1YPXqq6+OCy+8UDUJjEIgC1a/9KUvCVZ7qGb2pcV80gO8U3YmYD7pjHarhs0pWzE5iEASAn3Pp+aTJC4TnSSwtUAbc4pgdWtuBxLoXkCw2r2xMxDYVuCpp56KL37xi4LVbcFaPM6XlhYxNTUIAfNJv2Uwp/Tr7+wE2hToez41n7RZTW0R6F+gjTlFsNp/HfWAwFxAsOpiIDAcgTZ+yQ5nNGn1xJeWtOqlt/UC5pN6oy6PMKd0qattAnsr0Pd8aj7Z23o7G4GuBdqYUwSrXVdJ+wQaCAhWG2A5lEDHAm38ku24i6Nt3peW0ZZ23w7MfNJv6c0p/fo7O4E2BfqeT80nbVZTWwT6F2hjThGs9l9HPSAwFxCsuhgIDEegjV+ywxlNWj3xpSWteultvYD5pN6oyyPMKV3qapvA3gr0PZ+aT/a23s5GoGuBNuYUwWrXVdI+gQYCgtUGWA4l0LFAG79kO+7iaJv3pWW0pd23AzOf9Ft6c0q//s5OoE2BvudT80mb1dQWgf4F2phTBKv911EPCMwFBKsuBgLDEWjjl+xwRpNWT3xpSateelsvYD6pN+ryCHNKl7raJrC3An3Pp+aTva23sxHoWqCNOUWw2nWVtE+ggYBgNSK+dE+88dQDC7Wfuz0+9tafmP7vbz0QJ2+7Jx4qmr741nj/HdfHZSXnb8YDJ345/vJffCxu/anCD1Zef33c/rFbY9Z6g0o5dD8ItPFLdj84dTHG9r60TOeCex7Oe/mSuPWuU3H9j3TRa20SWC9gPun36mhjTjn5xjeWP38UhnT9yennjT/7wBvjPf9n9VjzY4o/rT6+PE9tajOyz0DvjHjf8mejUhdm7UXFZ6jZcaW+TT6HnS3NlU36uTrO6Tz8yZ99f5x6XfnTWkQ+R5c/j33z4yfjlz/16orPd/1eR84+DIG+59M25pOJZOG9dsUfTOeOJu+fyfvkg8VvRQ3mjuz8P3d7vP+Kj07aeMlbVt+fk/d9FL6HxZ/FPW98T5x9y/vj7fG+pXMvXRuT72dXxP1vfE8UvtUVZ82l72CzueBw8Xyzw/Pvb8XvhBWX4qa5sji+jXPqzGX+3bNwnrWvK30XXRhN5rvl77Xz9vJaLX9OXR3Y9b98a5x9/9L335U5/k3xl7dl1tWfc+fXyjrDWT9XroOq795VvzeGMTXsuBdtzCmC1R3zeyGB9gX2fbA6mbw/Ga+eBx/TX04PTH4JROH/z6PQ2S+jKIer+S+P0oeT2S+GKHxwmPyCPFsVzLZfWy2mJ9DGL9n0Rj2MHrf1pWX5S8F0bgjh6jDKvK96YT7pt9xtzCkn33iy8PlkMZ7ivDIJR0pBxPS41c8l1YFi1bGr4caS5cpnpyrr4uep8p+TV+bFUrDasJ+TUHn5j9YbgtVC6FD8Qi9Y7ff9MvSz9z2ftjGfTIwrgtVt3z/Vn2fK7/PauaMwN0VFIFcbrNb+8WPan5j94akwa87+6F2cK9YHq4tAc/Mfx9eOdymY3cZl+T2w/vPj8txaCFZ/5guTBUHF7555u9MxrS7wmZ7ncDl0bjLHR1SE5IXwtjJYLYa7xT41+L0x9Emjpn9tzCmC1cQvAt0fl8B+D1Ynv0y+8abFCtX5h46I2z/2T+L/rvjlXPrwvfRXtdVgtRjazr7o1H4oGNc1tt9Hc8cdd8QXv/jFEsPVV18dJ06cWKFp45fsfvfe6fjb+dKSfSD8aPz90grVTSundtpbr9uvAuaTdCrfxpyyLlid3k0z/XyxLljN77g5XFrZuv6umW3C2rl+gy/dqwFHfjdQ4fPRStjTpJ+3xq1n74l7SqvO1s+7ecBxe7yn9IduwWo67622eprSfNrGfFIZrMZ2759pKLcmZNxmPioULX+v3Xr4nrhnabFJd8Fq/semYoC4LljNw9nbI05NV8uurnyfDmhjYFpYYPOmb/xy5R/ANl3Lm+ak8nmXg9Xyd8/5OSbzbPb9tnzn5G6D1fi56+OBs3+/vNp/Mva/jMM/90A8UPGHv/nvsJOvjk+euify31MxW6G81e+NtiaCFtvZ6zlFsNpi8TRFYLcC+z1YrfJb/ILZIlidN1D1F9KlWzPy28+qbjnZbSG9frACWaia/aIt/stC1SxcXf4nWO2vjK19aVkZwvI80N8YnTl9AfNJOjVsY07ZfbC6+IJde8dMk3Bkq2B1w222y2VcDlY33dlT1c83fGOySmvx5XxdsFr4rHaofMeSYDWd91ZbPU1pPm1jPqkOVm+Pj9W8f5rcebPNyszFe216234xuOw8WC0tblkzRxUCyMtqtgjZPN7F57+dBKvF1cWbt5Mqfs785nzrhHVh8PL7Z9fB6sksgC4vKsgXLk3+gLXujopZLb5Z2v6hwe+NtiaCFtvZ6zml92C1RTtNERiFwMUXXxwXXXRRXHDBBXHgwIE9GdPTTz8d33rm4XjZZdfu+Hytfcgo9WB1K4Dlv5pVf/hed+vJrL38HDV79ewYwwsHLVD8C+a61arZAASr/ZWxm/kkXyFhK4D+Kju+M5tP0qhpG3PKrrcCKIQIjYPVyn1b6/dOnVSn+Flnab+/qn1fV25PbhqsvvUnZnvN5itd1wSrpRVb5WMEq2m8r9ruZSrzaRvzydpgteb9Uxm8zfcqXlQk21pjEiCu2fM5v/X/FZ9d7GccS9sl1Qarpf1dy1fDdG7ZvBVAed/l6hCv1IeaPyI1ClZrXKrD06X9UCuf87H6B/zyXribtzNYH6xu2GO1sGVe9j35n3zmjfHRK/KVvYvnjmT/fTVYXZqfq1bSbvN7o+3JoKX29nJOEay2VDTNEGhLQLA6lZzvpzP/pVX9y3n7YHX1F13tF5u2iqqdQQkU/4K5brWqYLXfkrX2pSUfRmGbkMogod/hOnvCAuaTNIrXxpyyu4dXlW+nr/380fqK1eo6rX7Wqtj3cQfBan4L6XSP/MsqHl61GrYWP89NAh5bNaXx5mqxl6nMp23MJ5uC1U3vn+pgtVyE7H2dBWvbrMwsf48qP7uivHpx8u2s/PCq2vfo0oKWYjdXFrdUBKsrQerm7ZwaBatVt8Q3vZYrP1vW3Rm1eb/T3a9Y/VjcGvfEG//DbDuA2TYAb/rYrRErDyPL5/vilgTrwvAFTuXvjaZ2e3T8Xs4pvQerV1555R6xOg2B4QvYCiDf62v6V7lyALLLYLXqL3Bb3T43/OtGD5sL5NsBVO2tmrdmxWpz17Ze0dqXlso/0rTVS+0QmAqYT4Z/JbQxp6zdCqAw/HVf7Je/LA8lWJ12fenz1W63Anjr7OFYs1VO1598f/z9//DLUVqdtvZJ09PVXMVVdJcN//LSwxYFUphP25hPNgereeD1QCy/f+q3AliEj82D1cX3sOyBS6uv31mwuvbhVRV7MRf3Zy6v9CxcZJUrRWv2WC2Ewtu4NLmky+F0XbA6a3nNd9BWgtXJSuHpdgCTuXT2/JKq30+LB4Mtjbj2rs76ALaJYZfH7tWcIljtsoraJtBQYN8Hq/kH7Q23Vux0K4DtV7Y2LJrDkxTIH2BVtbeqYLX/krb1pSX/wGiVav81HXMPzCfDr24bc8pugtXiA66yW0zXPRE6l2z94VVZyJmvYFopV02wWvHk6m37mT9k5yUvfijiZxcPnan+TLZYsfb+Kz5qxerw31ad9DCF+bSN+aQ2WJ3/Yfglsfz+2fjwqtkfNOZbAdSszKx6L+bzT3beh0rhZ1vBatUDhJdXrK5ZnTr7rrjYw3lxGXb38KrF7fS3/tTqZb8uWH17vG/1ocz5yzsNVqe/Yz56xe3x6k+9J/7yX2TbMlQFz2vC0fyPa//z4bjn/1h6ENZ8+OkEq3s1pwhWO/mVoFECOxPY78Hq5hUcxf1WZ6sh8j2F4tby0w8rnmJY+Rfe+WqK6S8c/wgUBaxY7e96aOVLy4YP3/2NzJn3q4D5pN/KtzGntBmsxnxPxPIWAZlSvkor/4NQ7QNotrn7prAKdWXvwOW5snRsftvqTvu5uBU4C3qmD3BZfztvvlrr7W85G++rvc2432vK2fsT6Hs+bWM+2SZYnW8JEBGL98/Uvep7TXGF526C1cX8tLRH8w63Aqh6qvxqoLsUrK6d19Y/UGntXJkv3JmtwqydU1cu7c0PcSp/f10Knz94OG7/2K2Rf3OdN71mTm5nxepixXPEYu5eGXfV3ZyTDs7GcP0/jYceODe5i6D290Z/00ErZ25jThGstlIKjRBoR2C/B6sPnHhj3PNwleXsl0LVrWNNV7cubbRuJVs71+4YW2njl+wYXfZiTK18aVnabL/Y7+UvKHsxJufY3wLmk37r38acsvtg9Z54aOn2yurbMMsPN6kNAdbeVp+bF26vX/OwmdKcWPGFf1f9LKygmwSrW4S8B69/SfxfD2SbQq3+87mt3/fSEM7e93zaxnyyXbC6CMiqPres3iq/eK+/L95e8/CqaWi6dnX4Uhg5rftyaFj9Hp0cOvl+dkXc/8b3xNpg9YMPFbZ9K4eXmxbbrNtndu1t7UvB9KbjJn2vvA1+w36xhfCyaJTNd5vOVTWX7ejhVZHV/U3xl7cVrVcXJJV/l2wXFr/7Zz8Z79rm98YQJoZd9KGNOUWwuosCeCmBtgX2e7Datqf2COxGoI1fsrs5/35+bWtfWvYzorEPSsB80m85zCn9+js7gTYF+p5PzSdtVlNbBPoXaGNOEaz2X0c9IDAXEKy6GAgMR6CNX7LDGU1aPfGlJa166W29gPmk3qjLI8wpXepqm8DeCvQ9n5pP9rbezkaga4E25hTBatdV0j6BBgKC1QZYDiXQsUAbv2Q77uJom/elZbSl3bcDM5/0W3pzSr/+zk6gTYG+51PzSZvV1BaB/gXamFMEq/3XUQ8IzAUEqy4GAsMRaOOX7HBGk1ZPfGlJq156Wy9gPqk36vIIc0qXutomsLcCfc+n5pO9rbezEehaoI05RbDadZW0T6CBgGC1AZZDCXQs0MYv2Y67ONrmfWkZbWn37cDMJ/2W3pzSr7+zE2hToO/51HzSZjW1RaB/gTbmFMFq/3XUAwJzAcGqi4HAcATa+CU7nNGk1RNfWtKql97WC5hP6o26PMKc0qWutgnsrUDf86n5ZG/r7WwEuhZoY04RrHZdJe0TaCAgWG2A5VACHQu08Uu24y6OtnlfWkZb2n07MPNJv6U3p/Tr7+wE2hToez41n7RZTW0R6F+gjTlFsNp/HfWAwFxAsOpiIDAcgTZ+yQ5nNGn1xJeWtOqlt/UC5pN6oy6PMKd0qattAnsr0Pd8aj7Z23o7G4GuBdqYUwSrXVdJ+wQaCKQcrH7hC1+Il7/85XHRRRc1GLFDCQxX4Mknn4wvf/nL8YpXvGK4nRxpz8wnIy3sPh6W+aTf4ptT+vV3dgJtCvQ9n5pP2qymtgj0L9DGnCJY7b+OekBgLpBysPr1r389/u7f/btx2WWXxYEDB1SVQNIC58+fj29+85vx3/7bf4sXvvCFSY8lxc6bT1Ksmj6vEzCf9H9tmFP6r4EeEGhDYAjzqfmkjUpqg8AwBNqaUwSrw6inXhCYCKQcrD7xxBPx1a9+Na644op4/vOfH8961rMErK7r5ASyX67PPPNMfOc734lvfOMb8dKXvjQuueSS5MaReofNJ6lXUP8zAfPJcK4Dc8pwaqEnBHYiMKT51Hyykwp6DYFhCbQ9pyQcrH467nj3kTi5pj43vvKxOP26g6WffvpDB+LII6fizLtOxLXzn2Tt3BmH33Y6brq8i2Jv7md2xlM3nI8T13Rx7mKb5+Ij7z0Up1+y6tLVmc99/Ggc+vbxOH/LQrurc42l3ZSD1awG2QeNxx57LL73ve9Nwin/CKQokP1R4LnPfW4cOnRIqNpjAc0nPeI7dWsC5pPWKHfdkDll14QaINCrwJDmU/NJr5eCkxNoRaDNOSX5YDWqQsnP3xEH7j9ZDiyz//bJw/HYO26Kpbi1FKxm4eudL2gzfJwGq5X9bHA5TELKh45W9H/bRgrB6tUPxtG7z8bxUsC8bTtLx02sYx5WF8NUwWpz09SD1eYj9goCBAgQIECAAAECBAgQIECAQJoC4wxWYzXMPPfouTh4eTlSnZZsb1asDipYXVrJu6tLdylYLbYlWG0uK1htbuYVBAgQIECAAAECBAgQIECAAIE+BPZBsDpdqXns8TLv4vb7crA6X7H6o/dMVr2W/90Y9862DJiEhp+5r/Tj6lv6t12xutrPvL3yuaZbGUS2rUGcWdxm/+hH4ujdp+NovqXB5H8fi7yHN77yTBx96Mh0K4DSitUqn8J2CZN2zsbxGyKO5B6X3jtdUhABAgAAIABJREFUOTtbGTxFmNpc98XF7f+C1eZvacFqczOvIECAAAECBAgQIECAAAECBAj0ITDOYLWwFcB1X17dV3UaVMYsJF0TrJZWdc7Cx+ctgsyVFbB5ALlye33NHquzkPJsFpR+dxZYRsS0j9eUb7EvbAUw2S92bbA6O+eVhf7OguDJ3rNLweq5Rw/GwcL+sqVANA9o520tWdgKoNX3rWC1VU6NESBAgAABAgQIECBAgAABAgQ6E0g+WK17eNVKAJlRllZ31gerkzYKoeeiGsuh6WJF6/IxdVsB1O2huvzzbYLV8jlr9lgtrT6NiHxV6vJK2GzzhGKoK1ht9c0pWG2VU2MECBAgQIAAAQIECBAgQIAAgc4Ekg9W6wLL3Qar5dWteR3yQHX5lvnCrfjzkm27FUAe+BZv3188RKuzYDUPVJdXt+arYwWrnb35qhoWrO4pt5MRIECAAAECBAgQIECAAAECBHYsIFi9fMOK1cKWAieuKRhXhI3lVbDFemwTrE5Xk5599flYnKf8uq6C1cPZFgGFLQaynpfOJVjd8ZtrJy8UrO5EzWsIECBAgAABAgQIECBAgAABAnsvsD+C1UcKK0vn+5fW7LE62Yf0WES2J2lpv9XFytLFz/IHQO10K4DVPVynQe2xuOaGadhaGawWtieYrMx9JD//6h6rMQuJl/dYnQSr8/1mC6tmbQWw9+/GiBCs9sLupAQIECBAgAABAgQIECBAgACBxgKjD1Yjqp56H3FqFlhGVK9YPf7tQ3HkkVXP+etKe5JmgeZdEb93KI49Xg5xp+0fiXV7wWZnmLR5cBqk3lc45SQEzUPd+fny9svjOnXDmYj774zDbzsdN2UPosofOpW3d+WZOBNH4s4XLD+8arZnaj7WLFD9hYjbsr5k2wO89mwcvbu8xUFpe4X5eaah7nVfPBqHvn08zt9y7TQMnv3/ja/MffoCweo+LbxhEyBAgAABAgQIECBAgAABAskJJBysJmetwwRqBQSrtUQOIECAAAECBAgQIECAAAECBAgMQkCwOogy6ASBqYBg1ZVAgAABAgQIECBAgAABAgQIEEhDQLCaRp30cp8ICFb3SaENkwABAgQIECBAgAABAgQIEEheQLCafAkNYEwCgtUxVdNYCBAgQIAAAQIECBAgQIAAgTELCFbHXF1jS05AsJpcyXSYAAECBAgQIECAAAECBAgQ2KcCgtV9WnjDHqaAYHWYddErAgQIECBAgAABAgQIECBAgMCygGDVNUFgQAKC1QEVQ1cIECBAgAABAgQIECBAgAABAhsEBKsuDwIDEhCsDqgYukKAAAECBAgQIECAAAECBAgQEKy6BgikISBYTaNOekmAAAECBAgQIECAAAECBAgQsGLVNUBgQAKC1QEVQ1cIECBAgAABAgQIECBAgAABAhsEBKsuDwIDEhCsDqgYukKAAAECBAgQIECAAAECBAgQEKy6BgikISBYTaNOekmAAAECBAgQIECAAAECBAgQsGLVNUBgQAKC1QEVQ1cIECBAgAABAgQIECBAgAABAhsEBKsuDwIDEhCsDqgYukKAAAECBAgQIECAAAECBAgQEKy6BgikISBYTaNOekmAAAECBAgQIECAAAECBAgQ6H3FqhIQIFAWuPjii+Oiiy6KCy64IA4cOLAnPE8//XR865mH42WXXbsn53MSAgQIECBAgAABAgQIECBAgEDqAoLV1Cuo/6MTEKyOrqQGRIAAAQIECBAgQIAAAQIECIxQoPdg9corrxwhqyER2JmArQB25uZVBAgQIECAAAECBAgQIECAAIG9FhCs7rW48xHYICBYdXkQIECAAAECBAgQIECAAAECBNIQEKymUSe93CcCgtV9UmjDJECAAAECBAgQIECAAAECBJIXEKwmX0IDGJOAYHVM1TQWAgQIECBAgAABAgQIECBAYMwCgtUxV9fYkhNIPVj92uNfiw/+2QfjK9/5Sjz1zFPJ+XfZ4QufdWFc9fyr4i0/8ZZ40aUvqjwVvy4rMLy2t7kmhtdrPSJAgAABAgQIECBAgACBXECw6logMCCBlIPVLBT81U/8ajz7wmfHRRdeFAfiwIBk++/K+TgfTz71ZPzgqR/Eb77mN1fCVX7912ive1B3Tex1f5yPAAECBAgQIECAAAECBJoJCFabeTmaQKcCKQerJz51Ih7+rw/HxRde3KlR6o1//6nvx4v/3ovjjp+9ozQUfqlXduf9X3dN7LxFryRAgAABAgQIECBAgACBvRAQrO6FsnMQ2FIg5WD15//g5+M5P/QcK1Vrap2tUvzrv/3r+P03/H7pSH5bvklGeNi6a2KEQzUkAgQIECBAgAABAgQIjEpAsDqqchpM6gIpB6s3/P4Ncekll6Zegj3p/+NPPB73//z9pXPx2xP6wZ6k6poYbGd1jAABAgQIECBAgAABAgQmAoJVFwKBAQkIVgdUjA67IljtEDfRpgWriRZOtwkQIECAAAECBAgQ2NcCgtV9XX6DH5qAYHVoFemmP4LVblxTblWwmnL19J0AAQIECBAgQIAAgf0qIFjdr5U37kEKCFYHWZbWOyVYbZ00+QYFq8mX0AAIECBAgAABAgQIENiHAoLVfVh0Qx6ugGB1uLVps2eC1TY1x9GWYHUcdTQKAgQIECBAgAABAgT2l4BgdX/V22gHLiBYHXiBWuqeYLUlyBE1I1gdUTENhQABAgQIECBAgACBfSMgWN03pTbQFAQEqylUafd9FKzu3nBsLQhWx1ZR4yFAgAABAgQIECBAYD8IjCRY/XTc8e4jcbJYsSvPxPlbrh1uDR/9SBy9+2wcf9eJWOnl5++IA/eXRjMbx41x79tOx02XD3dYerY7AcHq7vxSebVgNZVK7V0/Bat7Z+1MBAgQIECAAAECBAgQaEtgBMHqLFRdClLPffxoHPpMDDeIXBesTv77sYhXPhanX3ewVOdPf+hAHHnkVJypCmN3eUVMvL59vDaM3va4XXZn3758/wWrb43fuP41cel3/338yz/5w31T93aC1andpr+zPPqNW+LX/mzfsMbr//G/jV983iXrB/zUV+Lf/9G/ic6utH/4r+Lf/vil8ScP/Fp8oCG7YLUhmMMJECBAgAABAgQIECAwAIG0g9VZCHnfmtWpkyAyBrpydWOwejqOVq1MnaxkjU6C1QFci7oQEYLVji+DXQRfk9Du4j+JWz7VNDJbHVObwWoMLjydBr599GtSo+f+ebfh6aZLdBfXl2C14/e+5gkQIECAAAECBAgQINCBQMLBavVK1bVGeQhbOqCw+jMPOm+IOJLfhn/pvfHYO26KbN3odLVoufUbC6tKs5/f+YIzcfShI3EsstddFw++91Ace7z4morzraw+nY7r8xUrVktnbzieU1efipNf/PzSCt7pueKG83HrXy1WrK6MtRBcl1asVm1ZsMGs6NXBtTyKJgWroyhj7SAEq7VEOzpAsLojNi8iQIAAAQIECBAgQIAAgR0KJB+srgSQK2FfFmZeFw9me7CWVraei49kweckBL0pDq6sfp39/Hln4rEX3Lm6rcDsPKduOB8nrsmD1+IeqOfi3KMH42DhPt1SKLlpj9WImG5lcN+srMt7q1aFytuN5/RLFlsMTM7x0NHJ+GO2FcDqWMtB73wMrz1bsWXBol/Tdq5ZrK6deC0Huzu8akf8sv0erOarQj8Rr4nXPCcr9KPxiQd+LR4t3OJdvL39rT/7ofjH3/9KPP68q+a3xC9+nq2c/Mfx+Df+PH7siqsisu0Gvnn14lbtfHXhNyJec8X0jTp57f+X3c59VUxuKP/rT8xXqBZXrJb7Oe1jk3WsexqsTsZ5VVySj+UnfiM+dMXl07H+WUxvn7/4z+MrF18VV104fXM9Md+a4fXxr177i/P/nr/11ht/PR5/3gvntZi08zevmZyv+G/RfsS0hp+IP3/ua+KqqLpVv6oP1ebbBqvZOV/znCfiK//vv4x/8xez9vNz517zDufHRcTKzxbX6KT+VqyOeHY2NAIECBAgQIAAAQIECKwKjC9YLY5xHl5Og9VsZWYWgub/isHiNFgt34KfbyUwCQlnAeRi19PFas95sFq17cBy0Juv6KwJVsulmoWm2erXSTgc85WmTcZTGm9M28yD1jwwrRrrdDXuNJAtB6urWxbMt194+YO2LdjBjCNYne6RWQr9nnfJIuibhIKXzgKxaSi3CMhmIeHzYvbz2R6kxX01i8HXcuCY/+/58eX9X1eC1UI/m5a6zWB17R6rxXHPwtQnvjsNoYt72ub7ks7D0kLw+vClmW85xJwev8E4ylsBvP4fvj7+8C+Ku5rOAu9JqLlaw1XL18fr/+Efxh/+xeIn67ZlqNtjdREI52Hto/GV714aVz3v8Vk4PrtmlgP1yc8fjhdne9oWfhZRFcraY7Xp+8HxBAgQIECAAAECBAgQSFUg+WC1vAp1qQzzPUlnK1arqlQKOjcEq/PVo+VGSitWi8FqHqgu30afB7SNgtXZOefh7/E4e/eRONlwPFEMj6McJG8KVoun2TpYveXabAOFSQA87+eavXBTffN00W/B6tIemZOQLworQitCuVisKp2uGPyx+PNJaFex1+dKsJofm1Vz9fjpasrpg7VWgtVd7OXZZrC63V6mhVWfSw9wWl3luXCYBKtF34ypzrjCcR5AzlbEZs3kIeckHF8+R9Wbaxb4zn9U8SCqbVesTtootFdegbu0P+z8mpkGq8vepXNasdrFtKhNAgQIECBAgAABAgQIDFYg4WA1+2aehYPHovrhVfkqz8VWAMsrVktVabxitVzT5QdllVeHTo9dXSF7No4v7bFa2i5g+bJZClabjidrLl99elfcFoe+fTzOTwLQWd++fXy67cHS6tydrFg9E0fmq1xnoy+tkB3sO6LnjglWBavbX4INHxI1W5H7+NLDrroNVvNAt3A7/VLwWhus5gHo8irSimC7UbCaRelZqHtxcfuBTaaz1axVBcpDXsHq9pevIwkQIECAAAECBAgQIDACgbSD1UkBqvYbLa6U3LzH6nzP0bpg9TNRfvDTfDXsiZiszcweblVYsTrdI7XwmjwErtkKYPq6wt6kxYtsvk/pbMVqxZ6xm8YzaSpr45MRp7J1pK9ebI1QWrFaGuvO9ljNgtUj3108/CuvU+1DuUbwptrNEASrgtXtr58mwWpfK1ar+lj+b3XBalVYui5AbRSstrRitVQvwer2l68jCRAgQIAAAQIECBAgMAKBEQSrhXC1WJD5XqQPxnXZqtA82CwcU3pK/YZgNVvVOQlOHymeIAtsp6HqpAdLwer8v+WvyQLVX4i4LV9hO3n40+qK1ZXXLV1k+dYD89W6DcYzPXTpIVez1xdXyq6MdXk7g3yl68qDwiIiD46XtwHIzmMrgNopQ7C6g2C1sAdo1f6fpVu39+lWAFOXbJ/QT8SPvPYX48e+N93eIPtXNlvcIp/dHr/tHqvl2+OLwenqnqXTfXG33wpgpX8re+Eu3lbbB6uF/XMnD9fKt5vY2R6rc0/Bau0c5wACBAgQIECAAAECBAiMSWAkweqYSmIs+1lAsLqDYDUejUefc/n8SfTb7Zf5a/GB0l6h2VWX5h6rax9ele9jGtk+tZfP9zTN9xYtPSDsuY/Ho3F5XD7bA/WJ7+bBa2Gla+GNudE4f6DThTF96Ng3r45/++NXxSWz1y8C2+n2AN/6B/V7rOZh7KSJ7Lb7r0W8IWuz9CCpPCTOz1Qxk0xu2f9iXP3aX4yrIt8CoOoBVIv+RhS2MchD3ULTC6t8/1kPr9rPc7ixEyBAgAABAgQIECCwvwQEq/ur3kY7cIH9F6zuriB1t5HvrvXuXt3Ow6va6d/2qzzbOZ9WqgWqrglWBAgQIECAAAECBAgQIDBsAcHqsOujd/tMQLDarOCC1WZeVUcLVndv2EYLgtU2FLVBgAABAgQIECBAgACBvRUQrO6tt7MR2CggWG12gQhWm3kJVnfv1VULgtWuZLVLgAABAgQIECBAgACB7gQEq93ZaplAYwHBamOyJF8wpK0AkgQcYacFqyMsqiERIECAAAECBAgQIDB6AcHq6EtsgCkJCFZTqtbO+ypY3bndWF8pWB1rZY2LAAECBAgQIECAAIExCwhWx1xdY0tOQLCaXMl21GHB6o7YRv0iweqoy2twBAgQIECAAAECBAiMVECwOtLCGlaaAoLVNOvWtNeC1aZi4z9esDr+GhshAQIECBAgQIAAAQLjExCsjq+mRpSwgGA14eI16LpgtQHWPjlUsLpPCm2YBAgQIECAAAECBAiMSkCwOqpyGkzqAikHqz//Bz8fz/mh58SBOJB6GTrt//k4H3/9t38dv/+G3y+dh1+n7INufN01MehO6xwBAgQIECBAgAABAgQIRMLB6qfjjncfiZMbinjqhvNx4pquq3wuPvLeQ3H6JY/F6dcd7Ppku2r/0x86EA++fGby6Efi6N3H4r6VFk/FmXediGt3daY1L/78HXHg/s/HvW87HTdd3sUJmrd57uNH47a4azC1SzlYPfGpE/Hwf304Lr7w4uaF2Eev+P5T348X/70Xxx0/e0dp1Pz20UWwNNR118T+FTFyAgQIECBAgAABAgQIpCGQfLAauwxPs2Dt0ENH47F33BQ7i0ULwerVD8bRu8/G8TaCyUkIGe2FnFl7X74uzt9ybcSk7ZNx4ytXw+AsfD3ySEfhamvBapthdhbQ3xmHBxL2physfu3xr8WvfuJX49kXPjsuuvAiK1eXfgdkqxKffOrJ+MFTP4jffM1vxosufVHpCH5p/NJss5d110Sb59IWAQIECBAgQIAAAQIECLQvIFhtM1htc8Vqq8HqNIg8++rzceLgdKVqVISqk8ur1fMuXbCDDFYjJuH6t49PQ+ee/6UcrGZ0WTj4wT/7YHzlO1+Jp555qmfNYZ3+wmddGFc9/6p4y0+8ZSVUzXvKb1g167o321wTXfdB+wQIECBAgAABAgQIECCwc4F9EKxOQ8Vjjy+Q8i0CJoHaZ/Kb4aerNCNbsRlnFiHb5Jb503E0X9G4dAv9ja88E0cfOjLdCqC0YnX1vBGFlaCTds7G8Rsijtw/29Dg0nunK2dnK0qnPb4x7n3bXRG/Vx5D9pPFVgfrxzhpIj9XtpJ21v9rtlnpW7ldwJZjqLomS8Hqap8XK2ir7PLxLv3syjNx/rVnK7Y1yPuZH5//79kWEtnr8iC16LPz91Irr0w9WG0FQSMECBAgQIAAAQIECBAgQIAAgQQEkg9W1+6xOgspz2ZB6XdngWXMVid+5pr5LfbLWwFMboVfG6yuhnJ5ODsJBZeC1XOPHoyDhb1ESysj89ByHvDNAsDnzQK/wsrRSdi7dHv+9Lwx2a/08B81GOPWwWpFABmzPsbMs24My2+AQrA66XNxTIV+XfflzeO96fLiVgBnp3vtFoPS5X7GbCyX3hv3Pu9YHCtcD9MuTn++220l2ni/C1bbUNQGAQIECBAgQIAAAQIECBAgQKB7geSD1bowrG4P1Z0Eq+Vz1uyxWlp9GhH5qtTllbBZvFcMdZeD1WLYm10Xhddf98XN+8SW2m0YrC77lrzqxlAXrJbGtNiuYBKsbhhvVbC6sZ/zQD1bnZytAF5+eFabe7bu7k0rWN2dn1cTIECAAAECBAgQIECAAAECBPZKYPTB6gRy5fb9xUObOgtW80C1sJKyUSi5smK16pIohIQbxtgoWJ2Hpcfj7N2rqzgbjaFRsLo4ePoArU3jrVixWnV4HmJPfra0Irh0vGD16aefjm8983C87LL+95ndq8nPeQgQIECAAAECBAgQIECAAAECuxEYebBaeGjTNTlT+bbvroLVwxUPxWoUStatWJ1XvX6MVcHq2odX9Ras1qxYXRuETrcC2Grl8mQ/XStWqyYMwepuplGvJUCAAAECBAgQIECAAAECBPajwL4IVo/l+5ZmFV66Fb4yWC3swTldPZmHcRX7js5Wpi7vsToJVmd7oN6U7bOaryjd6VYAVXusPnQ0HnvHdfFg9nCuBmOMYp9fd7AcWc77PV2xunHv0t1uBdB0j9XJeG+Kg7PVp5MHhr1u/R6r058fLNX81r+q2jbBHquC1f04/RszAQIECBAgQIAAAQIECBAgsBuB5IPVtQ+vitlT5A9+ZOWJ8Yunz0fkIWPE8lPkp6ynbjgTcf+dcTjfl3Pplvu48kyciSNx5wuWH1412zM1v6U9C1R/IeK2u4/FffMn2Z+Oo4X9PqtWlt43WWF5V8TvHYpjjxdKXbzNfblP2brM7GFaeWha9dT7itdMW1+/vcBMZP7gr+I+r5PweHmf2OUrs/Dwqnyf1OKYFn2e3ba/brz5eTLbueWxyNaj5v8WbS2H4RXheJXPbt5Vu3itPVZ3geelBAgQIECAAAECBAgQIECAAIE9FEg4WN1DpeRPVbVdQPKDam0Ak1XL3z4e52/pf39RwWprZdUQAQIECBAgQIAAAQIECBAgQKBTAcFqp7wDajxbLfrl6wYRHg5IJVv7Gne8u7AiuefOCVZ7LoDTEyBAgAABAgQIECBAgAABAgS2FBCsbgk1hsOyrQYefPn5ODF/kNcYRrW7MWSrVW+LuxbbJuyuuV2/WrC6a0INECBAgAABAgQIECBAgAABAgT2RECwuifMTkJgOwHB6nZOjiJAgAABAgQIECBAgAABAgQI9C0gWO27As5PoCAgWHU5ECBAgAABAgQIECBAgAABAgTSEBCsplEnvdwnAoLVfVJowyRAgAABAgQIECBAgAABAgSSFxCsJl9CAxiTgGB1TNU0FgIECBAgQIAAAQIECBAgQGDMAoLVMVfX2JITEKwmVzIdJkCAAAECBAgQIECAAAECBPapgGB1nxbesIcpIFgdZl30igABAgQIECBAgAABAgQIECCwLCBYdU0QGJCAYHVAxdAVAgQIECBAgAABAgQIECBAgMAGAcGqy4PAgAQEqwMqhq4QIECAAAECBAgQIECAAAECBASrrgECaQgIVtOok14SIECAAAECBAgQIECAAAECBKxYdQ0QGJCAYHVAxdAVAgQIECBAgAABAgQIECBAgMAGAcGqy4PAgAQEqwMqhq4QIECAAAECBAgQIECAAAECBIYWrD7zzDPx5JNPxt/+7d/GlVdeqUAECMwEsmD1h37oh+Kiiy6KZz3rWXHgwIE9sXn66afjW888HC+77No9OZ+TECBAgAABAgQIECBAgAABAgRSF9jzFasZWBbiPPXUU/HEE0+k7qf/BFoXuOSSS+LCCy+MCy64oPW21zUoWN0zaiciQIAAAQIECBAgQIAAAQIERiLQS7B6/vz5Sbia/V+2ejX73/4R2O8C2erUbJVqFqhm/7dXq1XzP3ZYsbrfr0DjJ0CAAAECBAgQIECAAAECBJoI9BasZp3MQtXsn2C1SckcO1aBPEjNwtXsn2B1rJU2LgIECBAgQIAAAQIECBAgQGAMAr0Eq0U4oeoYLiNjaEtgL8PUYp/b2Argc5/7XFsM2iFAgAABAgQIECBAgAABAgQI7InAT//0T+/4PL0HqzvuuRcSINCagGC1NUoNESBAgAABAgQIECBAgAABAgkJCFYTKpauEhiiQBvB6hDHpU8ECBAgQIAAAQIECBAgQIAAga4ErFjtSla7BBISEKwmVCxdJUCAAAECBAgQIECAAAECBAYhIFgdRBl0gkC/AoLVfv2dnQABAgQIECBAgAABAgQIEEhPQLCaXs30mEDrAoLV1kk1SIAAAQIECBAgQIAAAQIECIxcQLA68gIbHoFtBASr2yg5hgABAgQIECBAgAABAgQIECCwEBCsuho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T4T/wJAAAgAElEQ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UEqx3iappAKgKC1VQqpZ8ECBAgQIAAAQIECBAgQIDAUAQEq0OphH4Q6FFAsNojvlMTIECAAAECBAgQIECAAAECSQoIVpMsm04TaFdAsNqup9YIECBAgAABAgQIECBAgACB8QsIVsdfYyMkUCsgWK0lcgABAgQIECBAgAABAgQIECBAoCQgWHVBECAQglUXAQECBAgQIECAAAECBAgQIECgmYBgtZmXowmMUkCwOsqyGhQBAgQIECBAgAABAgQIECDQoYBgtUNcTRNIRUCwmkql9JMAAQIECBAgQIAAAQIECBAYioBgdSiV0A8CPQoIVnvEd2oCBAgQIECAAAECBAgQIEAgSQHBapJl02kC7QoIVtv11BoBAgQIECBAgAABAgQIECAwfgHB6vhrbIQEagUEq7VEDiBAgAABAgQIECBAgAABAgQIlAQEqy4IAgRCsOoiIECAAAECBAgQIECAAAECBAg0ExCsNvNyNIFRCghWR1lWgyJAgAABAgQIECBAgAABAgQ6FBCsdoiraQKpCAhWU6mUfhIgQIAAAQIECBAgQIAAAQJDERCsDqUS+kGgRwHBao/4Tk2AAAECBAgQIECAAAECBAgkKSBYTbJsOk2gXQHBarueWiNAgAABAgQIECBAgAABAgTGLyBYHX+NjZBArYBgtZbIAQQIECBAgAABAgQIECBAgACBkoBg1QVBgEAIVl0EBAgQIECAAAECBAgQIECAAIFmAoLVZl6OJjBKAcHqKMtqUAQIECBAgAABAgQIECBAgECHAoLVDnE1TSAVAcFqKpXSTwIECBAgQIAAAQIECBAgQGAoAoLVoVRCPwj0KCBY7RHfqQkQIECAAAECBAgQIECAAIEkBQSrSZZNpwm0KyBYbddTawQIECBAgAABAgQIECBAgMD4BQSr46+xERKoFRCs1hI5gAABAgQIECBAgAABAgQIECBQEhCsuiAIEAjBqouAAAECBAgQIECAAAECBAgQINBMQLDazMvRBEYpIFgdZVkNigABAgQIECBAgAABAgQIEOhQQLDaIa6mCaQiIFhNpVL6SYAAAQIECBAgQIAAAQIECAxFQLA6lEroB4EeBQSrPeI7NQECBAgQIECAAAECBAgQIJCkgGA1ybLpNIF2BQSr7XpqjQABAgQIECBAgAABAgQIEBi/gGB1/DU2QgK1AoLVWiIHECBAgAABAgQIECBAgAABAgRKAoJVFwQBAiFYdREQIECAAAECBAgQIECAAAECBJoJCFabeTmawCgFBKujLKtBESBAgAABAgQIECBAgAABAh0KCFY7xNU0gVQEBKupVEo/CRAgQIAAAQIECBAgQIAAgaEICFaHUgn9INCjgGC1R3ynJkCAAAECBAgQIECAAAECBJIUEKwmWTadJtCugGC1XU+tESBAgAABAgQIECBAgAABAuMXEKyOv8ZGSKBWQLBaS+QAAgQIECBAgAABAgQIECBAgEBJQLDqgiBAIASrLgICBAgQIECAAAECBAgQIECAQDMBwWozL0cTGKWAYHWUZTUoAgQIECBAgAABAgQIECBAoEMBwWqHuJomkIqAYDWVSuknAQIECBAgQIAAAQIECBAgMBQBwepQKqEfBHoUEKz2iO/UBAgQIECAAAECBAgQIECAQJICgtUky6bTBNoVEKy266k1AgQIECBAgAABAgQIECBAYPwCgtXx19gICdQKCFZriRxAgAABAgQIECBAgAABAgQIECgJCFZdEAQIhGDVRUCAAAECBAgQIECAAAECBAgQaCYgWG3m5WgCoxQQrI6yrAZFgAABAgQIECBAgAABAgQIdCggWO0QV9MEUhEQrKZSKf0kQIAAAQIECBAgQIAAAQIEhiIgWB1KJfSDQI8CgtUe8Z2aAAECBAgQIECAAAECBAgQSFJAsJpk2XSaQLsCgtV2PbVGgAABAgQIECBAgAABAgQIjF9AsDr+GhshgVoBwWotkQMIECBAgAABAgQIECBAgAABAiUBwaoLggCBEKy6CAgQIECAAAECBAgQIECAAAECzQQEq828HE1glAKC1VGW1aAIECBAgAABAgQIECBAgACBDgX+/3bsGAdiEIaiYO5/6q2pEFqQ/a3pI2LGVE9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b46c7gAAAY9SURBVAIECBAgQIAAAQIECBAg0EVAWO2yCXMQKBQQVgvx/ZoAAQIECBAgQIAAAQIECBCIFBBWI9dmaAJ3BYTVu55OI0CAAAECBAgQIECAAAECBOYLCKvzd+yGBLYCwuqWyAcECBAgQIAAAQIECBAgQIAAgUVAWPUgCBD4hFWPgAABAgQIECBAgAABAgQIECBwJiCsnnn5msBIAWF15FpdigABAgQIECBAgAABAgQIEHgoIKw+xHU0gRQBYTVlU+YkQIAAAQIECBAgQIAAAQIEuggIq102YQ4ChQLCaiG+XxMgQIAAAQIECBAgQIAAAQKRAsJq5NoMTeCugLB619NpBAgQIECAAAECBAgQIECAwHwBYXX+jt2QwFZAWN0S+YAAAQIECBAgQIAAAQIECBAgsAgIqx4EAQKfsOoRECBAgAABAgQIECBAgAABAgTOBITVMy9fExgpIKyOXKtLESBAgAABAgQIECBAgAABAg8FhNWHuI4mkCIgrKZsypwECBAgQIAAAQIECBAgQIBAFwFhtcsmzEGgUEBYLcT3awIECBAgQIAAAQIECBAgQCBSQFiNXJuhCdwVEFbvejqNAAECBAgQIECAAAECBAgQmC8grM7fsRsS2AoIq1siHxAgQIAAAQIECBAgQIAAAQIEFgFh1YMgQOATVj0CAgQIECBAgAABAgQIECBAgMCZgLB65uVrAiMFhNWRa3UpAgQIECBAgAABAgQIECBA4KGAsPoQ19EEUgSE1ZRNmZMAAQIECBAgQIAAAQIECBDoIiCsdtmEOQgUCgirhfh+TYAAAQIECBAgQIAAAQIECEQKCKuRazM0gbsCwupdT6cRIECAAAECBAgQIECAAAEC8wWE1fk7dkMCWwFhdUvkAwIECBAgQIAAAQIECBAgQIDAIiCsehAECHzCqkdAgAABAgQIECBAgAABAgQIEDgTEFbPvHxNYKSAsDpyrS5FgAABAgQIECBAgAABAgQIPBQQVh/iOppAioCwmrIpcxIgQIAAAQIECBAgQIAAAQJdBITVLpswB4FCAWG1EN+vCRAgQIAAAQIECBAgQIAAgUgBYTVybYYmcFdAWL3r6TQCBAgQIECAAAECBAgQIEBgvoCwOn/HbkhgKyCsbol8QIAAAQIECBAgQIAAAQIECBBYBIRVD4IAgU9Y9QgIECBAgAABAgQIECBAgAABAmcCwuqZl68JjBQQVkeu1aUIECBAgAABAgQIECBAgACBhwLC6kNcRxNIERBWUzZlTgIECBAgQIAAAQIECBAgQKCLgLDaZRPmIFAoIKwW4vs1AQIECBAgQIAAAQIECBAgECkgrEauzdAE7goIq3c9nUaAAAECBAgQIECAAAECBAjMFxBW5+/YDQlsBYTVLZEPCBAgQIAAAQIECBAgQIAAAQKLgLDqQRAg8AmrHgEBAgQIECBAgAABAgQIECBA4ExAWD3z8jWBkQLC6si1uhQBAgQIECBAgAABAgQIECDwUEBYfYjraAIpAsJqyqbMSYAAAQIECBAgQIAAAQIECHQREFa7bMIcBAoFhNVCfL8mQIAAAQIECBAgQIAAAQIEIgWE1ci1GZrAXQFh9a6n0wgQIECAAAECBAgQIECAAIH5AsLq/B27IYGtgLC6JfIBAQIECBAgQIAAAQIECBAgQGAREFY9CAIEPmHVIyBAgAABAgQIECBAgAABAgQInAkIq2deviYwUkBYHblWlyJAgAABAgQIECBAgAABAgQeCgirD3EdTSBFQFhN2ZQ5CRAgQIAAAQIECBAgQIAAgS4CwmqXTZiDQKGAsFqI79cECBAgQIAAAQIECBAgQIBApICwGrk2QxO4KyCs3vV0GgECBAgQIECAAAECBAgQIDBfQFidv2M3JLAVEFa3RD4gQIAAAQIECBAgQIAAAQIECCwCwqoHQYDAJ6x6BAQIECBAgAABAgQIECBAgACBMwFh9czL1wRGCgirI9fqUgQIECBAgAABAgQIECBAgMBDAWH1Ia6jCaQICKspmzInAQIECBAgQIAAAQIECBAg0EVAWO2yCXMQKBQQVgvx/ZoAAQIECBAgQIAAAQIECBCIFBBWI9dmaAJ3BYTVu55OI0CAAAECBAgQIECAAAECBOYL/BtWfwdMRChBX8s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47202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81DBCE-9A3F-4901-B056-BFC1DE454A0E}"/>
</file>

<file path=customXml/itemProps2.xml><?xml version="1.0" encoding="utf-8"?>
<ds:datastoreItem xmlns:ds="http://schemas.openxmlformats.org/officeDocument/2006/customXml" ds:itemID="{CAF746C0-0957-469A-8941-9989697099C4}">
  <ds:schemaRefs>
    <ds:schemaRef ds:uri="http://schemas.microsoft.com/office/2006/metadata/properties"/>
    <ds:schemaRef ds:uri="http://schemas.microsoft.com/office/infopath/2007/PartnerControls"/>
    <ds:schemaRef ds:uri="d5c1a6a5-0428-459c-81cd-cf402d4ff623"/>
    <ds:schemaRef ds:uri="4b5fc4ab-1594-4dd7-8d7e-2e0a7577b23f"/>
  </ds:schemaRefs>
</ds:datastoreItem>
</file>

<file path=customXml/itemProps3.xml><?xml version="1.0" encoding="utf-8"?>
<ds:datastoreItem xmlns:ds="http://schemas.openxmlformats.org/officeDocument/2006/customXml" ds:itemID="{6D802515-06F6-491F-8A92-EA0A61B673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297</Words>
  <Application>Microsoft Office PowerPoint</Application>
  <PresentationFormat>Presentación en pantalla (4:3)</PresentationFormat>
  <Paragraphs>27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67</cp:revision>
  <dcterms:created xsi:type="dcterms:W3CDTF">2017-01-26T20:10:20Z</dcterms:created>
  <dcterms:modified xsi:type="dcterms:W3CDTF">2023-11-21T21:33:05Z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2023-11-21T21:33:04Z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f0958d52-1b04-4739-9497-87d8da6eb96b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