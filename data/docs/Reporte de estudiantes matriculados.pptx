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9" r:id="rId2"/>
    <p:sldId id="265" r:id="rId3"/>
    <p:sldId id="266" r:id="rId4"/>
    <p:sldId id="268" r:id="rId5"/>
    <p:sldId id="267" r:id="rId6"/>
    <p:sldId id="269" r:id="rId7"/>
    <p:sldId id="270" r:id="rId8"/>
    <p:sldId id="271" r:id="rId9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8669" autoAdjust="0"/>
  </p:normalViewPr>
  <p:slideViewPr>
    <p:cSldViewPr snapToGrid="0" snapToObjects="1" showGuides="1">
      <p:cViewPr>
        <p:scale>
          <a:sx n="100" d="100"/>
          <a:sy n="100" d="100"/>
        </p:scale>
        <p:origin x="-702" y="-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12/03/2018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12/03/2018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12/03/2018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12/03/2018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12/03/2018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12/03/2018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12/03/2018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12/03/2018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12/03/2018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12/03/2018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12/03/2018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12/03/2018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12/03/2018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GENERAR EL REPORTE DE ESTUDIANTES MATRICULADOS</a:t>
            </a: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seleccione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«Portales»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36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«Portal Profesores y Administrativos»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09996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67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</a:t>
            </a:r>
            <a:r>
              <a:rPr lang="es-CO" sz="1600" dirty="0" smtClean="0"/>
              <a:t>«Acceder»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33346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023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62209"/>
            <a:ext cx="8400178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</a:t>
            </a:r>
            <a:r>
              <a:rPr lang="es-CO" sz="1600" dirty="0" smtClean="0"/>
              <a:t>al sistema deberá </a:t>
            </a:r>
            <a:r>
              <a:rPr lang="es-CO" sz="1600" dirty="0"/>
              <a:t>seleccionar el módulo </a:t>
            </a:r>
            <a:r>
              <a:rPr lang="es-CO" sz="1600" dirty="0" smtClean="0"/>
              <a:t>«Estadísticas Institucionales»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16552" y="1603320"/>
            <a:ext cx="2421716" cy="1823804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838268" y="3003631"/>
            <a:ext cx="1200832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54507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62208"/>
            <a:ext cx="8400178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En la sección «Estudiantes» seleccionar la sede en la cual generará el reporte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16552" y="1603319"/>
            <a:ext cx="1453896" cy="2065623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5870448" y="3040207"/>
            <a:ext cx="2075688" cy="1257473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85529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62208"/>
            <a:ext cx="8400178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generar el reporte presionar el botón «Ver» el la sección «Distribución de estudiantes Matriculados»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5220161" y="1581912"/>
            <a:ext cx="243038" cy="1556088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929384" y="2825497"/>
            <a:ext cx="3227832" cy="630935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75207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1773189"/>
            <a:ext cx="8377953" cy="413991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Seleccionar el Año, Periodo y Filtro, y posteriormente presione el botón «Generar»</a:t>
            </a:r>
            <a:endParaRPr lang="es-CO" sz="1600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19175" y="1499857"/>
            <a:ext cx="0" cy="1362215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847088" y="2889504"/>
            <a:ext cx="5742432" cy="52120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21684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7B9FD14D-6E4D-49A5-92B1-6A8EE3816EAD}"/>
</file>

<file path=customXml/itemProps2.xml><?xml version="1.0" encoding="utf-8"?>
<ds:datastoreItem xmlns:ds="http://schemas.openxmlformats.org/officeDocument/2006/customXml" ds:itemID="{389293A9-6BA3-4789-8BBB-F60342C2770D}"/>
</file>

<file path=customXml/itemProps3.xml><?xml version="1.0" encoding="utf-8"?>
<ds:datastoreItem xmlns:ds="http://schemas.openxmlformats.org/officeDocument/2006/customXml" ds:itemID="{ABDDD1ED-97B4-40FD-8EA8-91A3AF04087C}"/>
</file>

<file path=docProps/app.xml><?xml version="1.0" encoding="utf-8"?>
<Properties xmlns="http://schemas.openxmlformats.org/officeDocument/2006/extended-properties" xmlns:vt="http://schemas.openxmlformats.org/officeDocument/2006/docPropsVTypes">
  <TotalTime>861</TotalTime>
  <Words>131</Words>
  <Application>Microsoft Office PowerPoint</Application>
  <PresentationFormat>Presentación en pantalla (4:3)</PresentationFormat>
  <Paragraphs>15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Andrea Pastori Rojas</cp:lastModifiedBy>
  <cp:revision>53</cp:revision>
  <dcterms:created xsi:type="dcterms:W3CDTF">2017-01-26T20:10:20Z</dcterms:created>
  <dcterms:modified xsi:type="dcterms:W3CDTF">2018-03-12T14:15:00Z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