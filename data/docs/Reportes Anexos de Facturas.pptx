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5" r:id="rId3"/>
    <p:sldId id="266" r:id="rId4"/>
    <p:sldId id="268" r:id="rId5"/>
    <p:sldId id="267" r:id="rId6"/>
    <p:sldId id="273" r:id="rId7"/>
    <p:sldId id="274" r:id="rId8"/>
    <p:sldId id="271" r:id="rId9"/>
    <p:sldId id="262" r:id="rId10"/>
    <p:sldId id="275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7" autoAdjust="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14/02/2018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EL REPORTE DE ANEXOS DE FACTURAS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60362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«Crédito»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13540" y="2994868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7"/>
            <a:ext cx="8400178" cy="41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</a:t>
            </a:r>
            <a:r>
              <a:rPr lang="es-CO" sz="1600" dirty="0" smtClean="0"/>
              <a:t>acceder a la sección «Crédito Empresarial»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482568" y="1552960"/>
            <a:ext cx="339118" cy="169647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69311" y="2795258"/>
            <a:ext cx="1251138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059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Ingresar el módulo </a:t>
            </a:r>
            <a:r>
              <a:rPr lang="es-CO" sz="1600" dirty="0" smtClean="0"/>
              <a:t>«Reportes»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32701" y="1504790"/>
            <a:ext cx="555498" cy="169647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94660" y="2709532"/>
            <a:ext cx="103593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758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1761645"/>
            <a:ext cx="8400177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el </a:t>
            </a:r>
            <a:r>
              <a:rPr lang="es-CO" sz="1600" dirty="0" smtClean="0"/>
              <a:t>informe «Anexos»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5895976" y="1495266"/>
            <a:ext cx="252412" cy="1848010"/>
            <a:chOff x="5729176" y="178283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2" y="178283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124200" y="2676525"/>
            <a:ext cx="2743200" cy="1352550"/>
          </a:xfrm>
          <a:prstGeom prst="roundRect">
            <a:avLst>
              <a:gd name="adj" fmla="val 735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36566"/>
            <a:ext cx="8377952" cy="4139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</a:t>
            </a:r>
            <a:r>
              <a:rPr lang="es-CO" sz="1600" dirty="0" smtClean="0"/>
              <a:t>el listado de facturas seleccione la Fecha Inicio y Fecha </a:t>
            </a:r>
            <a:r>
              <a:rPr lang="es-CO" sz="1600" dirty="0" smtClean="0"/>
              <a:t>Fin, </a:t>
            </a:r>
            <a:r>
              <a:rPr lang="es-CO" sz="1600" dirty="0" smtClean="0"/>
              <a:t>y </a:t>
            </a:r>
            <a:r>
              <a:rPr lang="es-CO" sz="1600" dirty="0" smtClean="0"/>
              <a:t>presione el botón «Visualizar»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6051" y="2974474"/>
            <a:ext cx="3390392" cy="46570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3887534" y="1751011"/>
            <a:ext cx="664588" cy="1441410"/>
            <a:chOff x="5729176" y="1788714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75" y="2024298"/>
            <a:ext cx="8402778" cy="4152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visualizar </a:t>
            </a:r>
            <a:r>
              <a:rPr lang="es-CO" sz="1600" dirty="0" smtClean="0"/>
              <a:t>las Ordenes internas presione el </a:t>
            </a:r>
            <a:r>
              <a:rPr lang="es-CO" sz="1600" dirty="0" smtClean="0"/>
              <a:t>botón «              » correspondiente a la factura.</a:t>
            </a:r>
          </a:p>
          <a:p>
            <a:pPr algn="ctr"/>
            <a:r>
              <a:rPr lang="es-CO" sz="1600" dirty="0"/>
              <a:t>Para visualizar </a:t>
            </a:r>
            <a:r>
              <a:rPr lang="es-CO" sz="1600" dirty="0" smtClean="0"/>
              <a:t>los Recibos de Caja </a:t>
            </a:r>
            <a:r>
              <a:rPr lang="es-CO" sz="1600" dirty="0"/>
              <a:t>presione el botón </a:t>
            </a:r>
            <a:r>
              <a:rPr lang="es-CO" sz="1600" dirty="0" smtClean="0"/>
              <a:t>«              » </a:t>
            </a:r>
            <a:r>
              <a:rPr lang="es-CO" sz="1600" dirty="0"/>
              <a:t>correspondiente a la factura</a:t>
            </a:r>
            <a:r>
              <a:rPr lang="es-CO" sz="1600" dirty="0" smtClean="0"/>
              <a:t>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78749" y="3786808"/>
            <a:ext cx="922268" cy="23462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rot="10800000" flipH="1" flipV="1">
            <a:off x="1560447" y="1760952"/>
            <a:ext cx="2875961" cy="2153109"/>
            <a:chOff x="5725054" y="1783448"/>
            <a:chExt cx="1192757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3448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 flipH="1">
              <a:off x="5725054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42968" r="86105" b="52484"/>
          <a:stretch/>
        </p:blipFill>
        <p:spPr bwMode="auto">
          <a:xfrm>
            <a:off x="5198773" y="1449463"/>
            <a:ext cx="655033" cy="2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6" t="42968" r="91140" b="52484"/>
          <a:stretch/>
        </p:blipFill>
        <p:spPr bwMode="auto">
          <a:xfrm>
            <a:off x="5255505" y="1198657"/>
            <a:ext cx="655032" cy="2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018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57F93A8D-8D8F-4864-8136-20304A8DB6E0}"/>
</file>

<file path=customXml/itemProps2.xml><?xml version="1.0" encoding="utf-8"?>
<ds:datastoreItem xmlns:ds="http://schemas.openxmlformats.org/officeDocument/2006/customXml" ds:itemID="{CFA018BC-2AB2-468A-9FA3-C7413EB60DA8}"/>
</file>

<file path=customXml/itemProps3.xml><?xml version="1.0" encoding="utf-8"?>
<ds:datastoreItem xmlns:ds="http://schemas.openxmlformats.org/officeDocument/2006/customXml" ds:itemID="{FE771D3E-912D-4D7D-8DFD-141E9828A5F4}"/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156</Words>
  <Application>Microsoft Office PowerPoint</Application>
  <PresentationFormat>Presentación en pantalla (4:3)</PresentationFormat>
  <Paragraphs>14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56</cp:revision>
  <dcterms:created xsi:type="dcterms:W3CDTF">2017-01-26T20:10:20Z</dcterms:created>
  <dcterms:modified xsi:type="dcterms:W3CDTF">2018-02-14T19:41:57Z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