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1.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8"/>
  </p:notesMasterIdLst>
  <p:sldIdLst>
    <p:sldId id="256" r:id="rId3"/>
    <p:sldId id="257" r:id="rId4"/>
    <p:sldId id="259" r:id="rId5"/>
    <p:sldId id="258" r:id="rId6"/>
    <p:sldId id="266" r:id="rId7"/>
    <p:sldId id="260" r:id="rId8"/>
    <p:sldId id="262" r:id="rId9"/>
    <p:sldId id="273" r:id="rId10"/>
    <p:sldId id="274" r:id="rId11"/>
    <p:sldId id="275" r:id="rId12"/>
    <p:sldId id="263" r:id="rId13"/>
    <p:sldId id="264" r:id="rId14"/>
    <p:sldId id="268" r:id="rId15"/>
    <p:sldId id="269" r:id="rId16"/>
    <p:sldId id="281" r:id="rId17"/>
    <p:sldId id="270" r:id="rId18"/>
    <p:sldId id="271" r:id="rId19"/>
    <p:sldId id="272" r:id="rId20"/>
    <p:sldId id="276" r:id="rId21"/>
    <p:sldId id="277" r:id="rId22"/>
    <p:sldId id="267" r:id="rId23"/>
    <p:sldId id="261" r:id="rId24"/>
    <p:sldId id="278" r:id="rId25"/>
    <p:sldId id="279" r:id="rId26"/>
    <p:sldId id="280" r:id="rId27"/>
  </p:sldIdLst>
  <p:sldSz cx="9144000" cy="6858000" type="screen4x3"/>
  <p:notesSz cx="6858000" cy="9144000"/>
  <p:defaultText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snapToObjects="1" showGuides="1">
      <p:cViewPr>
        <p:scale>
          <a:sx n="80" d="100"/>
          <a:sy n="80" d="100"/>
        </p:scale>
        <p:origin x="-1074" y="2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customXml" Target="../customXml/item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35" Type="http://schemas.openxmlformats.org/officeDocument/2006/relationships/customXml" Target="../customXml/item3.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D0B70D-A2FD-4A2D-9D42-2A2AE39ED954}" type="datetimeFigureOut">
              <a:rPr lang="es-CO" smtClean="0"/>
              <a:t>08/11/2018</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407BDD-83AD-4C8B-805A-110A3FEB1096}" type="slidenum">
              <a:rPr lang="es-CO" smtClean="0"/>
              <a:t>‹Nº›</a:t>
            </a:fld>
            <a:endParaRPr lang="es-CO"/>
          </a:p>
        </p:txBody>
      </p:sp>
    </p:spTree>
    <p:extLst>
      <p:ext uri="{BB962C8B-B14F-4D97-AF65-F5344CB8AC3E}">
        <p14:creationId xmlns:p14="http://schemas.microsoft.com/office/powerpoint/2010/main" val="2160695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smtClean="0"/>
              <a:t>Clic para editar título</a:t>
            </a:r>
            <a:endParaRPr lang="es-ES_tradnl"/>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lang="es-ES_tradnl"/>
          </a:p>
        </p:txBody>
      </p:sp>
      <p:sp>
        <p:nvSpPr>
          <p:cNvPr id="4" name="Marcador de fecha 3"/>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contenido 2"/>
          <p:cNvSpPr>
            <a:spLocks noGrp="1"/>
          </p:cNvSpPr>
          <p:nvPr>
            <p:ph idx="1"/>
          </p:nvPr>
        </p:nvSpPr>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smtClean="0"/>
              <a:t>Clic para editar título</a:t>
            </a:r>
            <a:endParaRPr lang="es-ES_tradnl"/>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smtClean="0"/>
              <a:t>Haga clic para modificar el estilo de texto del patrón</a:t>
            </a:r>
          </a:p>
        </p:txBody>
      </p:sp>
      <p:sp>
        <p:nvSpPr>
          <p:cNvPr id="4" name="Marcador de fecha 3"/>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5" name="Marcador de fecha 4"/>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smtClean="0"/>
              <a:t>Clic para editar título</a:t>
            </a:r>
            <a:endParaRPr lang="es-ES_tradnl"/>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7" name="Marcador de fecha 6"/>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8" name="Marcador de pie de página 7"/>
          <p:cNvSpPr>
            <a:spLocks noGrp="1"/>
          </p:cNvSpPr>
          <p:nvPr>
            <p:ph type="ftr" sz="quarter" idx="11"/>
          </p:nvPr>
        </p:nvSpPr>
        <p:spPr/>
        <p:txBody>
          <a:bodyPr/>
          <a:lstStyle/>
          <a:p>
            <a:endParaRPr lang="es-ES_tradnl"/>
          </a:p>
        </p:txBody>
      </p:sp>
      <p:sp>
        <p:nvSpPr>
          <p:cNvPr id="9" name="Marcador de número de diapositiva 8"/>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fecha 2"/>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4" name="Marcador de pie de página 3"/>
          <p:cNvSpPr>
            <a:spLocks noGrp="1"/>
          </p:cNvSpPr>
          <p:nvPr>
            <p:ph type="ftr" sz="quarter" idx="11"/>
          </p:nvPr>
        </p:nvSpPr>
        <p:spPr/>
        <p:txBody>
          <a:bodyPr/>
          <a:lstStyle/>
          <a:p>
            <a:endParaRPr lang="es-ES_tradnl"/>
          </a:p>
        </p:txBody>
      </p:sp>
      <p:sp>
        <p:nvSpPr>
          <p:cNvPr id="5" name="Marcador de número de diapositiva 4"/>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3" name="Marcador de pie de página 2"/>
          <p:cNvSpPr>
            <a:spLocks noGrp="1"/>
          </p:cNvSpPr>
          <p:nvPr>
            <p:ph type="ftr" sz="quarter" idx="11"/>
          </p:nvPr>
        </p:nvSpPr>
        <p:spPr/>
        <p:txBody>
          <a:bodyPr/>
          <a:lstStyle/>
          <a:p>
            <a:endParaRPr lang="es-ES_tradnl"/>
          </a:p>
        </p:txBody>
      </p:sp>
      <p:sp>
        <p:nvSpPr>
          <p:cNvPr id="4" name="Marcador de número de diapositiva 3"/>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smtClean="0"/>
              <a:t>Clic para editar título</a:t>
            </a:r>
            <a:endParaRPr lang="es-ES_tradnl"/>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smtClean="0"/>
              <a:t>Clic para editar título</a:t>
            </a:r>
            <a:endParaRPr lang="es-ES_tradnl"/>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Marcador de fecha 4"/>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6" name="Marcador de pie de página 5"/>
          <p:cNvSpPr>
            <a:spLocks noGrp="1"/>
          </p:cNvSpPr>
          <p:nvPr>
            <p:ph type="ftr" sz="quarter" idx="11"/>
          </p:nvPr>
        </p:nvSpPr>
        <p:spPr/>
        <p:txBody>
          <a:bodyPr/>
          <a:lstStyle/>
          <a:p>
            <a:endParaRPr lang="es-ES_tradnl"/>
          </a:p>
        </p:txBody>
      </p:sp>
      <p:sp>
        <p:nvSpPr>
          <p:cNvPr id="7" name="Marcador de número de diapositiva 6"/>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_tradnl"/>
          </a:p>
        </p:txBody>
      </p:sp>
      <p:sp>
        <p:nvSpPr>
          <p:cNvPr id="3" name="Marcador de texto vertical 2"/>
          <p:cNvSpPr>
            <a:spLocks noGrp="1"/>
          </p:cNvSpPr>
          <p:nvPr>
            <p:ph type="body" orient="vert" idx="1"/>
          </p:nvPr>
        </p:nvSpPr>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smtClean="0"/>
              <a:t>Clic para editar título</a:t>
            </a:r>
            <a:endParaRPr lang="es-ES_tradnl"/>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10"/>
          </p:nvPr>
        </p:nvSpPr>
        <p:spPr/>
        <p:txBody>
          <a:body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11"/>
          </p:nvPr>
        </p:nvSpPr>
        <p:spPr/>
        <p:txBody>
          <a:bodyPr/>
          <a:lstStyle/>
          <a:p>
            <a:endParaRPr lang="es-ES_tradnl"/>
          </a:p>
        </p:txBody>
      </p:sp>
      <p:sp>
        <p:nvSpPr>
          <p:cNvPr id="6" name="Marcador de número de diapositiva 5"/>
          <p:cNvSpPr>
            <a:spLocks noGrp="1"/>
          </p:cNvSpPr>
          <p:nvPr>
            <p:ph type="sldNum" sz="quarter" idx="12"/>
          </p:nvPr>
        </p:nvSpPr>
        <p:spPr/>
        <p:txBody>
          <a:bodyPr/>
          <a:lstStyle/>
          <a:p>
            <a:fld id="{F0FC9FE0-5858-2F43-A25D-DD70A0A170F8}" type="slidenum">
              <a:rPr lang="es-ES_tradnl" smtClean="0"/>
              <a:t>‹Nº›</a:t>
            </a:fld>
            <a:endParaRPr lang="es-ES_tradnl"/>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Rectángulo 11"/>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_tradnl" dirty="0">
              <a:solidFill>
                <a:prstClr val="white"/>
              </a:solidFill>
            </a:endParaRPr>
          </a:p>
        </p:txBody>
      </p:sp>
      <p:pic>
        <p:nvPicPr>
          <p:cNvPr id="3" name="Imagen 10" descr="acredi-01.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46063" y="7938"/>
            <a:ext cx="8572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Marcador de fecha 3"/>
          <p:cNvSpPr>
            <a:spLocks noGrp="1"/>
          </p:cNvSpPr>
          <p:nvPr>
            <p:ph type="dt" sz="half" idx="10"/>
          </p:nvPr>
        </p:nvSpPr>
        <p:spPr>
          <a:xfrm>
            <a:off x="246063" y="6356350"/>
            <a:ext cx="2344737"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98979311-72B8-4000-82C1-C107541B4079}" type="datetimeFigureOut">
              <a:rPr lang="es-ES_tradnl">
                <a:solidFill>
                  <a:prstClr val="black"/>
                </a:solidFill>
              </a:rPr>
              <a:pPr>
                <a:defRPr/>
              </a:pPr>
              <a:t>08/11/2018</a:t>
            </a:fld>
            <a:endParaRPr lang="es-ES_tradnl" dirty="0">
              <a:solidFill>
                <a:prstClr val="black"/>
              </a:solidFill>
            </a:endParaRPr>
          </a:p>
        </p:txBody>
      </p:sp>
      <p:sp>
        <p:nvSpPr>
          <p:cNvPr id="5" name="Marcador de pie de página 4"/>
          <p:cNvSpPr>
            <a:spLocks noGrp="1"/>
          </p:cNvSpPr>
          <p:nvPr>
            <p:ph type="ftr" sz="quarter" idx="11"/>
          </p:nvPr>
        </p:nvSpPr>
        <p:spPr/>
        <p:txBody>
          <a:bodyPr/>
          <a:lstStyle>
            <a:lvl1pPr>
              <a:defRPr/>
            </a:lvl1pPr>
          </a:lstStyle>
          <a:p>
            <a:pPr>
              <a:defRPr/>
            </a:pPr>
            <a:endParaRPr lang="es-ES_tradnl">
              <a:solidFill>
                <a:prstClr val="black">
                  <a:tint val="75000"/>
                </a:prstClr>
              </a:solidFill>
            </a:endParaRPr>
          </a:p>
        </p:txBody>
      </p:sp>
    </p:spTree>
    <p:extLst>
      <p:ext uri="{BB962C8B-B14F-4D97-AF65-F5344CB8AC3E}">
        <p14:creationId xmlns:p14="http://schemas.microsoft.com/office/powerpoint/2010/main" val="2805566927"/>
      </p:ext>
    </p:extLst>
  </p:cSld>
  <p:clrMapOvr>
    <a:masterClrMapping/>
  </p:clrMapOvr>
  <p:transition>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2" name="Rectángulo 11"/>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s-ES_tradnl" dirty="0">
              <a:solidFill>
                <a:prstClr val="white"/>
              </a:solidFill>
            </a:endParaRPr>
          </a:p>
        </p:txBody>
      </p:sp>
      <p:pic>
        <p:nvPicPr>
          <p:cNvPr id="3" name="Imagen 5" descr="acredi-blue-01.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7813"/>
            <a:ext cx="9251950" cy="7400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Marcador de fecha 3"/>
          <p:cNvSpPr>
            <a:spLocks noGrp="1"/>
          </p:cNvSpPr>
          <p:nvPr>
            <p:ph type="dt" sz="half" idx="10"/>
          </p:nvPr>
        </p:nvSpPr>
        <p:spPr>
          <a:xfrm>
            <a:off x="246063" y="6356350"/>
            <a:ext cx="2344737" cy="365125"/>
          </a:xfrm>
          <a:prstGeom prst="rect">
            <a:avLst/>
          </a:prstGeom>
        </p:spPr>
        <p:txBody>
          <a:bodyPr/>
          <a:lstStyle>
            <a:lvl1pPr eaLnBrk="1" fontAlgn="auto" hangingPunct="1">
              <a:spcBef>
                <a:spcPts val="0"/>
              </a:spcBef>
              <a:spcAft>
                <a:spcPts val="0"/>
              </a:spcAft>
              <a:defRPr>
                <a:latin typeface="+mn-lt"/>
                <a:cs typeface="+mn-cs"/>
              </a:defRPr>
            </a:lvl1pPr>
          </a:lstStyle>
          <a:p>
            <a:pPr>
              <a:defRPr/>
            </a:pPr>
            <a:fld id="{A6DD34AD-BFE9-4434-AC79-14CA95B4CFCD}" type="datetimeFigureOut">
              <a:rPr lang="es-ES_tradnl">
                <a:solidFill>
                  <a:prstClr val="black"/>
                </a:solidFill>
              </a:rPr>
              <a:pPr>
                <a:defRPr/>
              </a:pPr>
              <a:t>08/11/2018</a:t>
            </a:fld>
            <a:endParaRPr lang="es-ES_tradnl" dirty="0">
              <a:solidFill>
                <a:prstClr val="black"/>
              </a:solidFill>
            </a:endParaRPr>
          </a:p>
        </p:txBody>
      </p:sp>
      <p:sp>
        <p:nvSpPr>
          <p:cNvPr id="5" name="Marcador de pie de página 4"/>
          <p:cNvSpPr>
            <a:spLocks noGrp="1"/>
          </p:cNvSpPr>
          <p:nvPr>
            <p:ph type="ftr" sz="quarter" idx="11"/>
          </p:nvPr>
        </p:nvSpPr>
        <p:spPr/>
        <p:txBody>
          <a:bodyPr/>
          <a:lstStyle>
            <a:lvl1pPr>
              <a:defRPr/>
            </a:lvl1pPr>
          </a:lstStyle>
          <a:p>
            <a:pPr>
              <a:defRPr/>
            </a:pPr>
            <a:endParaRPr lang="es-ES_tradnl">
              <a:solidFill>
                <a:prstClr val="black">
                  <a:tint val="75000"/>
                </a:prstClr>
              </a:solidFill>
            </a:endParaRPr>
          </a:p>
        </p:txBody>
      </p:sp>
    </p:spTree>
    <p:extLst>
      <p:ext uri="{BB962C8B-B14F-4D97-AF65-F5344CB8AC3E}">
        <p14:creationId xmlns:p14="http://schemas.microsoft.com/office/powerpoint/2010/main" val="1164206710"/>
      </p:ext>
    </p:extLst>
  </p:cSld>
  <p:clrMapOvr>
    <a:masterClrMapping/>
  </p:clrMapOvr>
  <p:transition>
    <p:wipe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1672226" y="222798"/>
            <a:ext cx="6077092" cy="716765"/>
          </a:xfrm>
        </p:spPr>
        <p:txBody>
          <a:bodyPr>
            <a:normAutofit/>
          </a:bodyPr>
          <a:lstStyle>
            <a:lvl1pPr algn="l">
              <a:defRPr sz="2500" b="1">
                <a:latin typeface="Arial"/>
                <a:cs typeface="Arial"/>
              </a:defRPr>
            </a:lvl1pPr>
          </a:lstStyle>
          <a:p>
            <a:r>
              <a:rPr lang="es-ES_tradnl" dirty="0" smtClean="0"/>
              <a:t>Clic para editar título</a:t>
            </a:r>
            <a:endParaRPr lang="es-ES_tradnl" dirty="0"/>
          </a:p>
        </p:txBody>
      </p:sp>
      <p:sp>
        <p:nvSpPr>
          <p:cNvPr id="3" name="Marcador de contenido 2"/>
          <p:cNvSpPr>
            <a:spLocks noGrp="1"/>
          </p:cNvSpPr>
          <p:nvPr>
            <p:ph idx="1"/>
          </p:nvPr>
        </p:nvSpPr>
        <p:spPr>
          <a:xfrm>
            <a:off x="220297" y="1333144"/>
            <a:ext cx="8671211" cy="4793020"/>
          </a:xfrm>
        </p:spPr>
        <p:txBody>
          <a:bodyPr/>
          <a:lstStyle>
            <a:lvl1pPr>
              <a:defRPr sz="2500">
                <a:latin typeface="Arial"/>
                <a:cs typeface="Arial"/>
              </a:defRPr>
            </a:lvl1pPr>
            <a:lvl2pPr>
              <a:defRPr sz="2000">
                <a:latin typeface="Arial"/>
                <a:cs typeface="Arial"/>
              </a:defRPr>
            </a:lvl2pPr>
            <a:lvl3pPr>
              <a:defRPr sz="1800">
                <a:latin typeface="Arial"/>
                <a:cs typeface="Arial"/>
              </a:defRPr>
            </a:lvl3pPr>
            <a:lvl4pPr>
              <a:defRPr sz="1500">
                <a:latin typeface="Arial"/>
                <a:cs typeface="Arial"/>
              </a:defRPr>
            </a:lvl4pPr>
            <a:lvl5pPr>
              <a:defRPr sz="1500">
                <a:latin typeface="Arial"/>
                <a:cs typeface="Arial"/>
              </a:defRPr>
            </a:lvl5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4" name="Marcador de pie de página 4"/>
          <p:cNvSpPr>
            <a:spLocks noGrp="1"/>
          </p:cNvSpPr>
          <p:nvPr>
            <p:ph type="ftr" sz="quarter" idx="10"/>
          </p:nvPr>
        </p:nvSpPr>
        <p:spPr/>
        <p:txBody>
          <a:bodyPr/>
          <a:lstStyle>
            <a:lvl1pPr>
              <a:defRPr sz="1100">
                <a:latin typeface="Arial"/>
                <a:cs typeface="Arial"/>
              </a:defRPr>
            </a:lvl1pPr>
          </a:lstStyle>
          <a:p>
            <a:pPr>
              <a:defRPr/>
            </a:pPr>
            <a:endParaRPr lang="es-ES_tradnl">
              <a:solidFill>
                <a:prstClr val="black">
                  <a:tint val="75000"/>
                </a:prstClr>
              </a:solidFill>
            </a:endParaRPr>
          </a:p>
        </p:txBody>
      </p:sp>
    </p:spTree>
    <p:extLst>
      <p:ext uri="{BB962C8B-B14F-4D97-AF65-F5344CB8AC3E}">
        <p14:creationId xmlns:p14="http://schemas.microsoft.com/office/powerpoint/2010/main" val="1150392534"/>
      </p:ext>
    </p:extLst>
  </p:cSld>
  <p:clrMapOvr>
    <a:masterClrMapping/>
  </p:clrMapOvr>
  <p:transition>
    <p:wipe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cxnSp>
        <p:nvCxnSpPr>
          <p:cNvPr id="4" name="Conector recto 8"/>
          <p:cNvCxnSpPr/>
          <p:nvPr userDrawn="1"/>
        </p:nvCxnSpPr>
        <p:spPr>
          <a:xfrm>
            <a:off x="685800" y="4406900"/>
            <a:ext cx="7808913" cy="1588"/>
          </a:xfrm>
          <a:prstGeom prst="line">
            <a:avLst/>
          </a:prstGeom>
          <a:ln w="9525">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2" name="Título 1"/>
          <p:cNvSpPr>
            <a:spLocks noGrp="1"/>
          </p:cNvSpPr>
          <p:nvPr>
            <p:ph type="title"/>
          </p:nvPr>
        </p:nvSpPr>
        <p:spPr>
          <a:xfrm>
            <a:off x="722313" y="4581180"/>
            <a:ext cx="7772400" cy="1187795"/>
          </a:xfrm>
        </p:spPr>
        <p:txBody>
          <a:bodyPr anchor="t">
            <a:normAutofit/>
          </a:bodyPr>
          <a:lstStyle>
            <a:lvl1pPr algn="l">
              <a:defRPr sz="2500" b="1" cap="all">
                <a:latin typeface="Arial"/>
                <a:cs typeface="Arial"/>
              </a:defRPr>
            </a:lvl1pPr>
          </a:lstStyle>
          <a:p>
            <a:r>
              <a:rPr lang="es-ES_tradnl" dirty="0" smtClean="0"/>
              <a:t>Clic para editar título</a:t>
            </a:r>
            <a:endParaRPr lang="es-ES_tradnl" dirty="0"/>
          </a:p>
        </p:txBody>
      </p:sp>
      <p:sp>
        <p:nvSpPr>
          <p:cNvPr id="3" name="Marcador de texto 2"/>
          <p:cNvSpPr>
            <a:spLocks noGrp="1"/>
          </p:cNvSpPr>
          <p:nvPr>
            <p:ph type="body" idx="1"/>
          </p:nvPr>
        </p:nvSpPr>
        <p:spPr>
          <a:xfrm>
            <a:off x="722313" y="2822473"/>
            <a:ext cx="7772400" cy="1500187"/>
          </a:xfrm>
        </p:spPr>
        <p:txBody>
          <a:bodyPr anchor="b"/>
          <a:lstStyle>
            <a:lvl1pPr marL="0" indent="0">
              <a:buNone/>
              <a:defRPr sz="2000">
                <a:solidFill>
                  <a:schemeClr val="tx1">
                    <a:tint val="75000"/>
                  </a:schemeClr>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smtClean="0"/>
              <a:t>Haga clic para modificar el estilo de texto del patrón</a:t>
            </a:r>
          </a:p>
        </p:txBody>
      </p:sp>
      <p:sp>
        <p:nvSpPr>
          <p:cNvPr id="5" name="Marcador de fecha 3"/>
          <p:cNvSpPr>
            <a:spLocks noGrp="1"/>
          </p:cNvSpPr>
          <p:nvPr>
            <p:ph type="dt" sz="half" idx="10"/>
          </p:nvPr>
        </p:nvSpPr>
        <p:spPr>
          <a:xfrm>
            <a:off x="246063" y="6356350"/>
            <a:ext cx="2344737" cy="365125"/>
          </a:xfrm>
          <a:prstGeom prst="rect">
            <a:avLst/>
          </a:prstGeom>
        </p:spPr>
        <p:txBody>
          <a:bodyPr/>
          <a:lstStyle>
            <a:lvl1pPr eaLnBrk="1" fontAlgn="auto" hangingPunct="1">
              <a:spcBef>
                <a:spcPts val="0"/>
              </a:spcBef>
              <a:spcAft>
                <a:spcPts val="0"/>
              </a:spcAft>
              <a:defRPr sz="1100">
                <a:latin typeface="Arial"/>
                <a:cs typeface="Arial"/>
              </a:defRPr>
            </a:lvl1pPr>
          </a:lstStyle>
          <a:p>
            <a:pPr>
              <a:defRPr/>
            </a:pPr>
            <a:fld id="{A429DE22-0D75-4790-ADD4-CA1AB7681933}" type="datetimeFigureOut">
              <a:rPr lang="es-ES_tradnl">
                <a:solidFill>
                  <a:prstClr val="black"/>
                </a:solidFill>
              </a:rPr>
              <a:pPr>
                <a:defRPr/>
              </a:pPr>
              <a:t>08/11/2018</a:t>
            </a:fld>
            <a:endParaRPr lang="es-ES_tradnl" dirty="0">
              <a:solidFill>
                <a:prstClr val="black"/>
              </a:solidFill>
            </a:endParaRPr>
          </a:p>
        </p:txBody>
      </p:sp>
      <p:sp>
        <p:nvSpPr>
          <p:cNvPr id="6" name="Marcador de pie de página 4"/>
          <p:cNvSpPr>
            <a:spLocks noGrp="1"/>
          </p:cNvSpPr>
          <p:nvPr>
            <p:ph type="ftr" sz="quarter" idx="11"/>
          </p:nvPr>
        </p:nvSpPr>
        <p:spPr/>
        <p:txBody>
          <a:bodyPr/>
          <a:lstStyle>
            <a:lvl1pPr>
              <a:defRPr sz="1100">
                <a:latin typeface="Arial"/>
                <a:cs typeface="Arial"/>
              </a:defRPr>
            </a:lvl1pPr>
          </a:lstStyle>
          <a:p>
            <a:pPr>
              <a:defRPr/>
            </a:pPr>
            <a:endParaRPr lang="es-ES_tradnl">
              <a:solidFill>
                <a:prstClr val="black">
                  <a:tint val="75000"/>
                </a:prstClr>
              </a:solidFill>
            </a:endParaRPr>
          </a:p>
        </p:txBody>
      </p:sp>
      <p:sp>
        <p:nvSpPr>
          <p:cNvPr id="7" name="Marcador de número de diapositiva 5"/>
          <p:cNvSpPr>
            <a:spLocks noGrp="1"/>
          </p:cNvSpPr>
          <p:nvPr>
            <p:ph type="sldNum" sz="quarter" idx="12"/>
          </p:nvPr>
        </p:nvSpPr>
        <p:spPr>
          <a:xfrm>
            <a:off x="6553200" y="6356350"/>
            <a:ext cx="2290763"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100"/>
            </a:lvl1pPr>
          </a:lstStyle>
          <a:p>
            <a:pPr fontAlgn="base">
              <a:spcBef>
                <a:spcPct val="0"/>
              </a:spcBef>
              <a:spcAft>
                <a:spcPct val="0"/>
              </a:spcAft>
              <a:defRPr/>
            </a:pPr>
            <a:fld id="{97FC27F4-211D-4CF6-9184-CAACC12CADFB}" type="slidenum">
              <a:rPr lang="es-ES_tradnl" altLang="es-CO">
                <a:solidFill>
                  <a:prstClr val="black"/>
                </a:solidFill>
                <a:latin typeface="Arial" charset="0"/>
                <a:cs typeface="Arial" charset="0"/>
              </a:rPr>
              <a:pPr fontAlgn="base">
                <a:spcBef>
                  <a:spcPct val="0"/>
                </a:spcBef>
                <a:spcAft>
                  <a:spcPct val="0"/>
                </a:spcAft>
                <a:defRPr/>
              </a:pPr>
              <a:t>‹Nº›</a:t>
            </a:fld>
            <a:endParaRPr lang="es-ES_tradnl" altLang="es-CO" dirty="0">
              <a:solidFill>
                <a:prstClr val="black"/>
              </a:solidFill>
              <a:latin typeface="Arial" charset="0"/>
              <a:cs typeface="Arial" charset="0"/>
            </a:endParaRPr>
          </a:p>
        </p:txBody>
      </p:sp>
    </p:spTree>
    <p:extLst>
      <p:ext uri="{BB962C8B-B14F-4D97-AF65-F5344CB8AC3E}">
        <p14:creationId xmlns:p14="http://schemas.microsoft.com/office/powerpoint/2010/main" val="3814207541"/>
      </p:ext>
    </p:extLst>
  </p:cSld>
  <p:clrMapOvr>
    <a:masterClrMapping/>
  </p:clrMapOvr>
  <p:transition>
    <p:wipe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pic>
        <p:nvPicPr>
          <p:cNvPr id="3" name="Imagen 6" descr="logou.eps"/>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390775" y="3889375"/>
            <a:ext cx="435292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Imagen 4" descr="image-usb2.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343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title"/>
          </p:nvPr>
        </p:nvSpPr>
        <p:spPr>
          <a:xfrm>
            <a:off x="722313" y="5250144"/>
            <a:ext cx="7772400" cy="801711"/>
          </a:xfrm>
        </p:spPr>
        <p:txBody>
          <a:bodyPr anchor="t">
            <a:normAutofit/>
          </a:bodyPr>
          <a:lstStyle>
            <a:lvl1pPr algn="ctr">
              <a:defRPr sz="2200" b="1" cap="all">
                <a:latin typeface="Arial"/>
                <a:cs typeface="Arial"/>
              </a:defRPr>
            </a:lvl1pPr>
          </a:lstStyle>
          <a:p>
            <a:r>
              <a:rPr lang="es-ES_tradnl" dirty="0" smtClean="0"/>
              <a:t>Clic para editar título</a:t>
            </a:r>
            <a:endParaRPr lang="es-ES_tradnl" dirty="0"/>
          </a:p>
        </p:txBody>
      </p:sp>
    </p:spTree>
    <p:extLst>
      <p:ext uri="{BB962C8B-B14F-4D97-AF65-F5344CB8AC3E}">
        <p14:creationId xmlns:p14="http://schemas.microsoft.com/office/powerpoint/2010/main" val="1335310852"/>
      </p:ext>
    </p:extLst>
  </p:cSld>
  <p:clrMapOvr>
    <a:masterClrMapping/>
  </p:clrMapOvr>
  <p:transition>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3" name="Marcador de contenido 2"/>
          <p:cNvSpPr>
            <a:spLocks noGrp="1"/>
          </p:cNvSpPr>
          <p:nvPr>
            <p:ph sz="half" idx="1"/>
          </p:nvPr>
        </p:nvSpPr>
        <p:spPr>
          <a:xfrm>
            <a:off x="220296" y="1004360"/>
            <a:ext cx="4224547" cy="5054201"/>
          </a:xfrm>
        </p:spPr>
        <p:txBody>
          <a:bodyPr/>
          <a:lstStyle>
            <a:lvl1pPr>
              <a:defRPr sz="2200">
                <a:latin typeface="Arial"/>
                <a:cs typeface="Arial"/>
              </a:defRPr>
            </a:lvl1pPr>
            <a:lvl2pPr>
              <a:defRPr sz="2000">
                <a:latin typeface="Arial"/>
                <a:cs typeface="Arial"/>
              </a:defRPr>
            </a:lvl2pPr>
            <a:lvl3pPr>
              <a:defRPr sz="1500">
                <a:latin typeface="Arial"/>
                <a:cs typeface="Arial"/>
              </a:defRPr>
            </a:lvl3pPr>
            <a:lvl4pPr>
              <a:defRPr sz="1500">
                <a:latin typeface="Arial"/>
                <a:cs typeface="Arial"/>
              </a:defRPr>
            </a:lvl4pPr>
            <a:lvl5pPr>
              <a:defRPr sz="1500">
                <a:latin typeface="Arial"/>
                <a:cs typeface="Arial"/>
              </a:defRPr>
            </a:lvl5pPr>
            <a:lvl6pPr>
              <a:defRPr sz="1800"/>
            </a:lvl6pPr>
            <a:lvl7pPr>
              <a:defRPr sz="1800"/>
            </a:lvl7pPr>
            <a:lvl8pPr>
              <a:defRPr sz="1800"/>
            </a:lvl8pPr>
            <a:lvl9pPr>
              <a:defRPr sz="1800"/>
            </a:lvl9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4" name="Marcador de contenido 3"/>
          <p:cNvSpPr>
            <a:spLocks noGrp="1"/>
          </p:cNvSpPr>
          <p:nvPr>
            <p:ph sz="half" idx="2"/>
          </p:nvPr>
        </p:nvSpPr>
        <p:spPr>
          <a:xfrm>
            <a:off x="4700507" y="1004360"/>
            <a:ext cx="4191000" cy="5054201"/>
          </a:xfrm>
        </p:spPr>
        <p:txBody>
          <a:bodyPr/>
          <a:lstStyle>
            <a:lvl1pPr>
              <a:defRPr sz="2200">
                <a:latin typeface="Arial"/>
                <a:cs typeface="Arial"/>
              </a:defRPr>
            </a:lvl1pPr>
            <a:lvl2pPr>
              <a:defRPr sz="2000">
                <a:latin typeface="Arial"/>
                <a:cs typeface="Arial"/>
              </a:defRPr>
            </a:lvl2pPr>
            <a:lvl3pPr>
              <a:defRPr sz="1500">
                <a:latin typeface="Arial"/>
                <a:cs typeface="Arial"/>
              </a:defRPr>
            </a:lvl3pPr>
            <a:lvl4pPr>
              <a:defRPr sz="1500">
                <a:latin typeface="Arial"/>
                <a:cs typeface="Arial"/>
              </a:defRPr>
            </a:lvl4pPr>
            <a:lvl5pPr>
              <a:defRPr sz="1500">
                <a:latin typeface="Arial"/>
                <a:cs typeface="Arial"/>
              </a:defRPr>
            </a:lvl5pPr>
            <a:lvl6pPr>
              <a:defRPr sz="1800"/>
            </a:lvl6pPr>
            <a:lvl7pPr>
              <a:defRPr sz="1800"/>
            </a:lvl7pPr>
            <a:lvl8pPr>
              <a:defRPr sz="1800"/>
            </a:lvl8pPr>
            <a:lvl9pPr>
              <a:defRPr sz="1800"/>
            </a:lvl9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12" name="Marcador de título 1"/>
          <p:cNvSpPr>
            <a:spLocks noGrp="1"/>
          </p:cNvSpPr>
          <p:nvPr>
            <p:ph type="title"/>
          </p:nvPr>
        </p:nvSpPr>
        <p:spPr>
          <a:xfrm>
            <a:off x="1705867" y="373097"/>
            <a:ext cx="6482128" cy="489677"/>
          </a:xfrm>
          <a:prstGeom prst="rect">
            <a:avLst/>
          </a:prstGeom>
        </p:spPr>
        <p:txBody>
          <a:bodyPr rtlCol="0">
            <a:normAutofit/>
          </a:bodyPr>
          <a:lstStyle/>
          <a:p>
            <a:r>
              <a:rPr lang="es-ES_tradnl" dirty="0" smtClean="0"/>
              <a:t>Clic para editar título</a:t>
            </a:r>
            <a:endParaRPr lang="es-ES_tradnl" dirty="0"/>
          </a:p>
        </p:txBody>
      </p:sp>
      <p:sp>
        <p:nvSpPr>
          <p:cNvPr id="5" name="Marcador de fecha 3"/>
          <p:cNvSpPr>
            <a:spLocks noGrp="1"/>
          </p:cNvSpPr>
          <p:nvPr>
            <p:ph type="dt" sz="half" idx="10"/>
          </p:nvPr>
        </p:nvSpPr>
        <p:spPr>
          <a:xfrm>
            <a:off x="220663" y="6356350"/>
            <a:ext cx="2133600" cy="365125"/>
          </a:xfrm>
          <a:prstGeom prst="rect">
            <a:avLst/>
          </a:prstGeom>
        </p:spPr>
        <p:txBody>
          <a:bodyPr/>
          <a:lstStyle>
            <a:lvl1pPr eaLnBrk="1" fontAlgn="auto" hangingPunct="1">
              <a:spcBef>
                <a:spcPts val="0"/>
              </a:spcBef>
              <a:spcAft>
                <a:spcPts val="0"/>
              </a:spcAft>
              <a:defRPr sz="1100">
                <a:latin typeface="Arial"/>
                <a:cs typeface="Arial"/>
              </a:defRPr>
            </a:lvl1pPr>
          </a:lstStyle>
          <a:p>
            <a:pPr>
              <a:defRPr/>
            </a:pPr>
            <a:fld id="{3CA9C382-A7B1-4EDB-9C0A-52B9ABADDC07}" type="datetimeFigureOut">
              <a:rPr lang="es-ES_tradnl">
                <a:solidFill>
                  <a:prstClr val="black"/>
                </a:solidFill>
              </a:rPr>
              <a:pPr>
                <a:defRPr/>
              </a:pPr>
              <a:t>08/11/2018</a:t>
            </a:fld>
            <a:endParaRPr lang="es-ES_tradnl" dirty="0">
              <a:solidFill>
                <a:prstClr val="black"/>
              </a:solidFill>
            </a:endParaRPr>
          </a:p>
        </p:txBody>
      </p:sp>
      <p:sp>
        <p:nvSpPr>
          <p:cNvPr id="6" name="Marcador de pie de página 4"/>
          <p:cNvSpPr>
            <a:spLocks noGrp="1"/>
          </p:cNvSpPr>
          <p:nvPr>
            <p:ph type="ftr" sz="quarter" idx="11"/>
          </p:nvPr>
        </p:nvSpPr>
        <p:spPr>
          <a:xfrm>
            <a:off x="3124200" y="6356350"/>
            <a:ext cx="2895600" cy="365125"/>
          </a:xfrm>
        </p:spPr>
        <p:txBody>
          <a:bodyPr/>
          <a:lstStyle>
            <a:lvl1pPr>
              <a:defRPr sz="1100">
                <a:latin typeface="Arial"/>
                <a:cs typeface="Arial"/>
              </a:defRPr>
            </a:lvl1pPr>
          </a:lstStyle>
          <a:p>
            <a:pPr>
              <a:defRPr/>
            </a:pPr>
            <a:endParaRPr lang="es-ES_tradnl">
              <a:solidFill>
                <a:prstClr val="black">
                  <a:tint val="75000"/>
                </a:prstClr>
              </a:solidFill>
            </a:endParaRPr>
          </a:p>
        </p:txBody>
      </p:sp>
      <p:sp>
        <p:nvSpPr>
          <p:cNvPr id="7" name="Marcador de número de diapositiva 5"/>
          <p:cNvSpPr>
            <a:spLocks noGrp="1"/>
          </p:cNvSpPr>
          <p:nvPr>
            <p:ph type="sldNum" sz="quarter" idx="12"/>
          </p:nvPr>
        </p:nvSpPr>
        <p:spPr>
          <a:xfrm>
            <a:off x="6757988"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100"/>
            </a:lvl1pPr>
          </a:lstStyle>
          <a:p>
            <a:pPr fontAlgn="base">
              <a:spcBef>
                <a:spcPct val="0"/>
              </a:spcBef>
              <a:spcAft>
                <a:spcPct val="0"/>
              </a:spcAft>
              <a:defRPr/>
            </a:pPr>
            <a:fld id="{EC1253F6-E5D0-4EA6-93C8-F1F491C025F6}" type="slidenum">
              <a:rPr lang="es-ES_tradnl" altLang="es-CO">
                <a:solidFill>
                  <a:prstClr val="black"/>
                </a:solidFill>
                <a:latin typeface="Arial" charset="0"/>
                <a:cs typeface="Arial" charset="0"/>
              </a:rPr>
              <a:pPr fontAlgn="base">
                <a:spcBef>
                  <a:spcPct val="0"/>
                </a:spcBef>
                <a:spcAft>
                  <a:spcPct val="0"/>
                </a:spcAft>
                <a:defRPr/>
              </a:pPr>
              <a:t>‹Nº›</a:t>
            </a:fld>
            <a:endParaRPr lang="es-ES_tradnl" altLang="es-CO" dirty="0">
              <a:solidFill>
                <a:prstClr val="black"/>
              </a:solidFill>
              <a:latin typeface="Arial" charset="0"/>
              <a:cs typeface="Arial" charset="0"/>
            </a:endParaRPr>
          </a:p>
        </p:txBody>
      </p:sp>
    </p:spTree>
    <p:extLst>
      <p:ext uri="{BB962C8B-B14F-4D97-AF65-F5344CB8AC3E}">
        <p14:creationId xmlns:p14="http://schemas.microsoft.com/office/powerpoint/2010/main" val="2343898852"/>
      </p:ext>
    </p:extLst>
  </p:cSld>
  <p:clrMapOvr>
    <a:masterClrMapping/>
  </p:clrMapOvr>
  <p:transition>
    <p:wipe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Marcador de texto 2"/>
          <p:cNvSpPr>
            <a:spLocks noGrp="1"/>
          </p:cNvSpPr>
          <p:nvPr>
            <p:ph type="body" idx="1"/>
          </p:nvPr>
        </p:nvSpPr>
        <p:spPr>
          <a:xfrm>
            <a:off x="220297" y="1032013"/>
            <a:ext cx="4187825" cy="713422"/>
          </a:xfrm>
        </p:spPr>
        <p:txBody>
          <a:bodyPr anchor="b">
            <a:noAutofit/>
          </a:bodyPr>
          <a:lstStyle>
            <a:lvl1pPr marL="0" indent="0">
              <a:buNone/>
              <a:defRPr sz="2000" b="1">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smtClean="0"/>
              <a:t>Haga clic para modificar el estilo de texto del patrón</a:t>
            </a:r>
          </a:p>
        </p:txBody>
      </p:sp>
      <p:sp>
        <p:nvSpPr>
          <p:cNvPr id="4" name="Marcador de contenido 3"/>
          <p:cNvSpPr>
            <a:spLocks noGrp="1"/>
          </p:cNvSpPr>
          <p:nvPr>
            <p:ph sz="half" idx="2"/>
          </p:nvPr>
        </p:nvSpPr>
        <p:spPr>
          <a:xfrm>
            <a:off x="220297" y="1671775"/>
            <a:ext cx="4187825" cy="4406226"/>
          </a:xfrm>
        </p:spPr>
        <p:txBody>
          <a:bodyPr/>
          <a:lstStyle>
            <a:lvl1pPr>
              <a:defRPr sz="2000">
                <a:latin typeface="Arial"/>
                <a:cs typeface="Arial"/>
              </a:defRPr>
            </a:lvl1pPr>
            <a:lvl2pPr>
              <a:defRPr sz="1800">
                <a:latin typeface="Arial"/>
                <a:cs typeface="Arial"/>
              </a:defRPr>
            </a:lvl2pPr>
            <a:lvl3pPr>
              <a:defRPr sz="1600">
                <a:latin typeface="Arial"/>
                <a:cs typeface="Arial"/>
              </a:defRPr>
            </a:lvl3pPr>
            <a:lvl4pPr>
              <a:defRPr sz="1600">
                <a:latin typeface="Arial"/>
                <a:cs typeface="Arial"/>
              </a:defRPr>
            </a:lvl4pPr>
            <a:lvl5pPr>
              <a:defRPr sz="1600">
                <a:latin typeface="Arial"/>
                <a:cs typeface="Arial"/>
              </a:defRPr>
            </a:lvl5pPr>
            <a:lvl6pPr>
              <a:defRPr sz="1600"/>
            </a:lvl6pPr>
            <a:lvl7pPr>
              <a:defRPr sz="1600"/>
            </a:lvl7pPr>
            <a:lvl8pPr>
              <a:defRPr sz="1600"/>
            </a:lvl8pPr>
            <a:lvl9pPr>
              <a:defRPr sz="1600"/>
            </a:lvl9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5" name="Marcador de texto 4"/>
          <p:cNvSpPr>
            <a:spLocks noGrp="1"/>
          </p:cNvSpPr>
          <p:nvPr>
            <p:ph type="body" sz="quarter" idx="3"/>
          </p:nvPr>
        </p:nvSpPr>
        <p:spPr>
          <a:xfrm>
            <a:off x="4710496" y="1032013"/>
            <a:ext cx="4181012" cy="713422"/>
          </a:xfrm>
        </p:spPr>
        <p:txBody>
          <a:bodyPr anchor="b">
            <a:noAutofit/>
          </a:bodyPr>
          <a:lstStyle>
            <a:lvl1pPr marL="0" indent="0">
              <a:buNone/>
              <a:defRPr sz="2000" b="1">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smtClean="0"/>
              <a:t>Haga clic para modificar el estilo de texto del patrón</a:t>
            </a:r>
          </a:p>
        </p:txBody>
      </p:sp>
      <p:sp>
        <p:nvSpPr>
          <p:cNvPr id="6" name="Marcador de contenido 5"/>
          <p:cNvSpPr>
            <a:spLocks noGrp="1"/>
          </p:cNvSpPr>
          <p:nvPr>
            <p:ph sz="quarter" idx="4"/>
          </p:nvPr>
        </p:nvSpPr>
        <p:spPr>
          <a:xfrm>
            <a:off x="4710496" y="1671775"/>
            <a:ext cx="4181012" cy="4406226"/>
          </a:xfrm>
        </p:spPr>
        <p:txBody>
          <a:bodyPr/>
          <a:lstStyle>
            <a:lvl1pPr>
              <a:defRPr sz="2000">
                <a:latin typeface="Arial"/>
                <a:cs typeface="Arial"/>
              </a:defRPr>
            </a:lvl1pPr>
            <a:lvl2pPr>
              <a:defRPr sz="1800">
                <a:latin typeface="Arial"/>
                <a:cs typeface="Arial"/>
              </a:defRPr>
            </a:lvl2pPr>
            <a:lvl3pPr>
              <a:defRPr sz="1600">
                <a:latin typeface="Arial"/>
                <a:cs typeface="Arial"/>
              </a:defRPr>
            </a:lvl3pPr>
            <a:lvl4pPr>
              <a:defRPr sz="1600">
                <a:latin typeface="Arial"/>
                <a:cs typeface="Arial"/>
              </a:defRPr>
            </a:lvl4pPr>
            <a:lvl5pPr>
              <a:defRPr sz="1600">
                <a:latin typeface="Arial"/>
                <a:cs typeface="Arial"/>
              </a:defRPr>
            </a:lvl5pPr>
            <a:lvl6pPr>
              <a:defRPr sz="1600"/>
            </a:lvl6pPr>
            <a:lvl7pPr>
              <a:defRPr sz="1600"/>
            </a:lvl7pPr>
            <a:lvl8pPr>
              <a:defRPr sz="1600"/>
            </a:lvl8pPr>
            <a:lvl9pPr>
              <a:defRPr sz="1600"/>
            </a:lvl9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14" name="Marcador de título 1"/>
          <p:cNvSpPr>
            <a:spLocks noGrp="1"/>
          </p:cNvSpPr>
          <p:nvPr>
            <p:ph type="title"/>
          </p:nvPr>
        </p:nvSpPr>
        <p:spPr>
          <a:xfrm>
            <a:off x="1705867" y="373097"/>
            <a:ext cx="6482128" cy="489677"/>
          </a:xfrm>
          <a:prstGeom prst="rect">
            <a:avLst/>
          </a:prstGeom>
        </p:spPr>
        <p:txBody>
          <a:bodyPr rtlCol="0">
            <a:normAutofit/>
          </a:bodyPr>
          <a:lstStyle/>
          <a:p>
            <a:r>
              <a:rPr lang="es-ES_tradnl" dirty="0" smtClean="0"/>
              <a:t>Clic para editar título</a:t>
            </a:r>
            <a:endParaRPr lang="es-ES_tradnl" dirty="0"/>
          </a:p>
        </p:txBody>
      </p:sp>
      <p:sp>
        <p:nvSpPr>
          <p:cNvPr id="7" name="Marcador de fecha 3"/>
          <p:cNvSpPr>
            <a:spLocks noGrp="1"/>
          </p:cNvSpPr>
          <p:nvPr>
            <p:ph type="dt" sz="half" idx="10"/>
          </p:nvPr>
        </p:nvSpPr>
        <p:spPr>
          <a:xfrm>
            <a:off x="220663" y="6356350"/>
            <a:ext cx="2133600" cy="365125"/>
          </a:xfrm>
          <a:prstGeom prst="rect">
            <a:avLst/>
          </a:prstGeom>
        </p:spPr>
        <p:txBody>
          <a:bodyPr/>
          <a:lstStyle>
            <a:lvl1pPr eaLnBrk="1" fontAlgn="auto" hangingPunct="1">
              <a:spcBef>
                <a:spcPts val="0"/>
              </a:spcBef>
              <a:spcAft>
                <a:spcPts val="0"/>
              </a:spcAft>
              <a:defRPr sz="1100">
                <a:latin typeface="Arial"/>
                <a:cs typeface="Arial"/>
              </a:defRPr>
            </a:lvl1pPr>
          </a:lstStyle>
          <a:p>
            <a:pPr>
              <a:defRPr/>
            </a:pPr>
            <a:fld id="{FBDB8640-32B8-4CBF-8C9E-93D1244E910B}" type="datetimeFigureOut">
              <a:rPr lang="es-ES_tradnl">
                <a:solidFill>
                  <a:prstClr val="black"/>
                </a:solidFill>
              </a:rPr>
              <a:pPr>
                <a:defRPr/>
              </a:pPr>
              <a:t>08/11/2018</a:t>
            </a:fld>
            <a:endParaRPr lang="es-ES_tradnl" dirty="0">
              <a:solidFill>
                <a:prstClr val="black"/>
              </a:solidFill>
            </a:endParaRPr>
          </a:p>
        </p:txBody>
      </p:sp>
      <p:sp>
        <p:nvSpPr>
          <p:cNvPr id="8" name="Marcador de pie de página 4"/>
          <p:cNvSpPr>
            <a:spLocks noGrp="1"/>
          </p:cNvSpPr>
          <p:nvPr>
            <p:ph type="ftr" sz="quarter" idx="11"/>
          </p:nvPr>
        </p:nvSpPr>
        <p:spPr>
          <a:xfrm>
            <a:off x="3124200" y="6356350"/>
            <a:ext cx="2895600" cy="365125"/>
          </a:xfrm>
        </p:spPr>
        <p:txBody>
          <a:bodyPr/>
          <a:lstStyle>
            <a:lvl1pPr>
              <a:defRPr sz="1100">
                <a:latin typeface="Arial"/>
                <a:cs typeface="Arial"/>
              </a:defRPr>
            </a:lvl1pPr>
          </a:lstStyle>
          <a:p>
            <a:pPr>
              <a:defRPr/>
            </a:pPr>
            <a:endParaRPr lang="es-ES_tradnl">
              <a:solidFill>
                <a:prstClr val="black">
                  <a:tint val="75000"/>
                </a:prstClr>
              </a:solidFill>
            </a:endParaRPr>
          </a:p>
        </p:txBody>
      </p:sp>
      <p:sp>
        <p:nvSpPr>
          <p:cNvPr id="9" name="Marcador de número de diapositiva 5"/>
          <p:cNvSpPr>
            <a:spLocks noGrp="1"/>
          </p:cNvSpPr>
          <p:nvPr>
            <p:ph type="sldNum" sz="quarter" idx="12"/>
          </p:nvPr>
        </p:nvSpPr>
        <p:spPr>
          <a:xfrm>
            <a:off x="6757988"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100"/>
            </a:lvl1pPr>
          </a:lstStyle>
          <a:p>
            <a:pPr fontAlgn="base">
              <a:spcBef>
                <a:spcPct val="0"/>
              </a:spcBef>
              <a:spcAft>
                <a:spcPct val="0"/>
              </a:spcAft>
              <a:defRPr/>
            </a:pPr>
            <a:fld id="{C287A2C9-C15E-45A5-A81D-2616248BD9B8}" type="slidenum">
              <a:rPr lang="es-ES_tradnl" altLang="es-CO">
                <a:solidFill>
                  <a:prstClr val="black"/>
                </a:solidFill>
                <a:latin typeface="Arial" charset="0"/>
                <a:cs typeface="Arial" charset="0"/>
              </a:rPr>
              <a:pPr fontAlgn="base">
                <a:spcBef>
                  <a:spcPct val="0"/>
                </a:spcBef>
                <a:spcAft>
                  <a:spcPct val="0"/>
                </a:spcAft>
                <a:defRPr/>
              </a:pPr>
              <a:t>‹Nº›</a:t>
            </a:fld>
            <a:endParaRPr lang="es-ES_tradnl" altLang="es-CO" dirty="0">
              <a:solidFill>
                <a:prstClr val="black"/>
              </a:solidFill>
              <a:latin typeface="Arial" charset="0"/>
              <a:cs typeface="Arial" charset="0"/>
            </a:endParaRPr>
          </a:p>
        </p:txBody>
      </p:sp>
    </p:spTree>
    <p:extLst>
      <p:ext uri="{BB962C8B-B14F-4D97-AF65-F5344CB8AC3E}">
        <p14:creationId xmlns:p14="http://schemas.microsoft.com/office/powerpoint/2010/main" val="2275641574"/>
      </p:ext>
    </p:extLst>
  </p:cSld>
  <p:clrMapOvr>
    <a:masterClrMapping/>
  </p:clrMapOvr>
  <p:transition>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10" name="Marcador de título 1"/>
          <p:cNvSpPr>
            <a:spLocks noGrp="1"/>
          </p:cNvSpPr>
          <p:nvPr>
            <p:ph type="title"/>
          </p:nvPr>
        </p:nvSpPr>
        <p:spPr>
          <a:xfrm>
            <a:off x="1705867" y="373097"/>
            <a:ext cx="6482128" cy="489677"/>
          </a:xfrm>
          <a:prstGeom prst="rect">
            <a:avLst/>
          </a:prstGeom>
        </p:spPr>
        <p:txBody>
          <a:bodyPr rtlCol="0">
            <a:normAutofit/>
          </a:bodyPr>
          <a:lstStyle/>
          <a:p>
            <a:r>
              <a:rPr lang="es-ES_tradnl" dirty="0" smtClean="0"/>
              <a:t>Clic para editar título</a:t>
            </a:r>
            <a:endParaRPr lang="es-ES_tradnl" dirty="0"/>
          </a:p>
        </p:txBody>
      </p:sp>
      <p:sp>
        <p:nvSpPr>
          <p:cNvPr id="3" name="Marcador de fecha 3"/>
          <p:cNvSpPr>
            <a:spLocks noGrp="1"/>
          </p:cNvSpPr>
          <p:nvPr>
            <p:ph type="dt" sz="half" idx="10"/>
          </p:nvPr>
        </p:nvSpPr>
        <p:spPr>
          <a:xfrm>
            <a:off x="220663" y="6356350"/>
            <a:ext cx="2133600" cy="365125"/>
          </a:xfrm>
          <a:prstGeom prst="rect">
            <a:avLst/>
          </a:prstGeom>
        </p:spPr>
        <p:txBody>
          <a:bodyPr/>
          <a:lstStyle>
            <a:lvl1pPr eaLnBrk="1" fontAlgn="auto" hangingPunct="1">
              <a:spcBef>
                <a:spcPts val="0"/>
              </a:spcBef>
              <a:spcAft>
                <a:spcPts val="0"/>
              </a:spcAft>
              <a:defRPr sz="1100">
                <a:latin typeface="Arial"/>
                <a:cs typeface="Arial"/>
              </a:defRPr>
            </a:lvl1pPr>
          </a:lstStyle>
          <a:p>
            <a:pPr>
              <a:defRPr/>
            </a:pPr>
            <a:fld id="{D9BEBA58-C17C-44AA-98BE-D0AE80EC9131}" type="datetimeFigureOut">
              <a:rPr lang="es-ES_tradnl">
                <a:solidFill>
                  <a:prstClr val="black"/>
                </a:solidFill>
              </a:rPr>
              <a:pPr>
                <a:defRPr/>
              </a:pPr>
              <a:t>08/11/2018</a:t>
            </a:fld>
            <a:endParaRPr lang="es-ES_tradnl" dirty="0">
              <a:solidFill>
                <a:prstClr val="black"/>
              </a:solidFill>
            </a:endParaRPr>
          </a:p>
        </p:txBody>
      </p:sp>
      <p:sp>
        <p:nvSpPr>
          <p:cNvPr id="4" name="Marcador de pie de página 4"/>
          <p:cNvSpPr>
            <a:spLocks noGrp="1"/>
          </p:cNvSpPr>
          <p:nvPr>
            <p:ph type="ftr" sz="quarter" idx="11"/>
          </p:nvPr>
        </p:nvSpPr>
        <p:spPr>
          <a:xfrm>
            <a:off x="3124200" y="6356350"/>
            <a:ext cx="2895600" cy="365125"/>
          </a:xfrm>
        </p:spPr>
        <p:txBody>
          <a:bodyPr/>
          <a:lstStyle>
            <a:lvl1pPr>
              <a:defRPr sz="1100">
                <a:latin typeface="Arial"/>
                <a:cs typeface="Arial"/>
              </a:defRPr>
            </a:lvl1pPr>
          </a:lstStyle>
          <a:p>
            <a:pPr>
              <a:defRPr/>
            </a:pPr>
            <a:endParaRPr lang="es-ES_tradnl">
              <a:solidFill>
                <a:prstClr val="black">
                  <a:tint val="75000"/>
                </a:prstClr>
              </a:solidFill>
            </a:endParaRPr>
          </a:p>
        </p:txBody>
      </p:sp>
      <p:sp>
        <p:nvSpPr>
          <p:cNvPr id="5" name="Marcador de número de diapositiva 5"/>
          <p:cNvSpPr>
            <a:spLocks noGrp="1"/>
          </p:cNvSpPr>
          <p:nvPr>
            <p:ph type="sldNum" sz="quarter" idx="12"/>
          </p:nvPr>
        </p:nvSpPr>
        <p:spPr>
          <a:xfrm>
            <a:off x="6757988"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100"/>
            </a:lvl1pPr>
          </a:lstStyle>
          <a:p>
            <a:pPr fontAlgn="base">
              <a:spcBef>
                <a:spcPct val="0"/>
              </a:spcBef>
              <a:spcAft>
                <a:spcPct val="0"/>
              </a:spcAft>
              <a:defRPr/>
            </a:pPr>
            <a:fld id="{54A6D80F-0523-40FB-8E02-B8ABE22376D8}" type="slidenum">
              <a:rPr lang="es-ES_tradnl" altLang="es-CO">
                <a:solidFill>
                  <a:prstClr val="black"/>
                </a:solidFill>
                <a:latin typeface="Arial" charset="0"/>
                <a:cs typeface="Arial" charset="0"/>
              </a:rPr>
              <a:pPr fontAlgn="base">
                <a:spcBef>
                  <a:spcPct val="0"/>
                </a:spcBef>
                <a:spcAft>
                  <a:spcPct val="0"/>
                </a:spcAft>
                <a:defRPr/>
              </a:pPr>
              <a:t>‹Nº›</a:t>
            </a:fld>
            <a:endParaRPr lang="es-ES_tradnl" altLang="es-CO" dirty="0">
              <a:solidFill>
                <a:prstClr val="black"/>
              </a:solidFill>
              <a:latin typeface="Arial" charset="0"/>
              <a:cs typeface="Arial" charset="0"/>
            </a:endParaRPr>
          </a:p>
        </p:txBody>
      </p:sp>
    </p:spTree>
    <p:extLst>
      <p:ext uri="{BB962C8B-B14F-4D97-AF65-F5344CB8AC3E}">
        <p14:creationId xmlns:p14="http://schemas.microsoft.com/office/powerpoint/2010/main" val="684713268"/>
      </p:ext>
    </p:extLst>
  </p:cSld>
  <p:clrMapOvr>
    <a:masterClrMapping/>
  </p:clrMapOvr>
  <p:transition>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575050" y="1004360"/>
            <a:ext cx="5316458" cy="5121803"/>
          </a:xfrm>
        </p:spPr>
        <p:txBody>
          <a:bodyPr/>
          <a:lstStyle>
            <a:lvl1pPr>
              <a:defRPr sz="2500">
                <a:latin typeface="Arial"/>
                <a:cs typeface="Arial"/>
              </a:defRPr>
            </a:lvl1pPr>
            <a:lvl2pPr>
              <a:defRPr sz="2200">
                <a:latin typeface="Arial"/>
                <a:cs typeface="Arial"/>
              </a:defRPr>
            </a:lvl2pPr>
            <a:lvl3pPr>
              <a:defRPr sz="1800">
                <a:latin typeface="Arial"/>
                <a:cs typeface="Arial"/>
              </a:defRPr>
            </a:lvl3pPr>
            <a:lvl4pPr>
              <a:defRPr sz="1600">
                <a:latin typeface="Arial"/>
                <a:cs typeface="Arial"/>
              </a:defRPr>
            </a:lvl4pPr>
            <a:lvl5pPr>
              <a:defRPr sz="1600">
                <a:latin typeface="Arial"/>
                <a:cs typeface="Arial"/>
              </a:defRPr>
            </a:lvl5pPr>
            <a:lvl6pPr>
              <a:defRPr sz="2000"/>
            </a:lvl6pPr>
            <a:lvl7pPr>
              <a:defRPr sz="2000"/>
            </a:lvl7pPr>
            <a:lvl8pPr>
              <a:defRPr sz="2000"/>
            </a:lvl8pPr>
            <a:lvl9pPr>
              <a:defRPr sz="2000"/>
            </a:lvl9p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_tradnl" dirty="0"/>
          </a:p>
        </p:txBody>
      </p:sp>
      <p:sp>
        <p:nvSpPr>
          <p:cNvPr id="4" name="Marcador de texto 3"/>
          <p:cNvSpPr>
            <a:spLocks noGrp="1"/>
          </p:cNvSpPr>
          <p:nvPr>
            <p:ph type="body" sz="half" idx="2"/>
          </p:nvPr>
        </p:nvSpPr>
        <p:spPr>
          <a:xfrm>
            <a:off x="259172" y="1004360"/>
            <a:ext cx="3206341" cy="5121803"/>
          </a:xfrm>
        </p:spPr>
        <p:txBody>
          <a:bodyPr/>
          <a:lstStyle>
            <a:lvl1pPr marL="0" indent="0">
              <a:buNone/>
              <a:defRPr sz="1400">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12" name="Marcador de título 1"/>
          <p:cNvSpPr>
            <a:spLocks noGrp="1"/>
          </p:cNvSpPr>
          <p:nvPr>
            <p:ph type="title"/>
          </p:nvPr>
        </p:nvSpPr>
        <p:spPr>
          <a:xfrm>
            <a:off x="1705867" y="373097"/>
            <a:ext cx="6482128" cy="489677"/>
          </a:xfrm>
          <a:prstGeom prst="rect">
            <a:avLst/>
          </a:prstGeom>
        </p:spPr>
        <p:txBody>
          <a:bodyPr rtlCol="0">
            <a:normAutofit/>
          </a:bodyPr>
          <a:lstStyle/>
          <a:p>
            <a:r>
              <a:rPr lang="es-ES_tradnl" dirty="0" smtClean="0"/>
              <a:t>Clic para editar título</a:t>
            </a:r>
            <a:endParaRPr lang="es-ES_tradnl" dirty="0"/>
          </a:p>
        </p:txBody>
      </p:sp>
      <p:sp>
        <p:nvSpPr>
          <p:cNvPr id="5" name="Marcador de fecha 3"/>
          <p:cNvSpPr>
            <a:spLocks noGrp="1"/>
          </p:cNvSpPr>
          <p:nvPr>
            <p:ph type="dt" sz="half" idx="10"/>
          </p:nvPr>
        </p:nvSpPr>
        <p:spPr>
          <a:xfrm>
            <a:off x="220663" y="6356350"/>
            <a:ext cx="2133600" cy="365125"/>
          </a:xfrm>
          <a:prstGeom prst="rect">
            <a:avLst/>
          </a:prstGeom>
        </p:spPr>
        <p:txBody>
          <a:bodyPr/>
          <a:lstStyle>
            <a:lvl1pPr eaLnBrk="1" fontAlgn="auto" hangingPunct="1">
              <a:spcBef>
                <a:spcPts val="0"/>
              </a:spcBef>
              <a:spcAft>
                <a:spcPts val="0"/>
              </a:spcAft>
              <a:defRPr sz="1100">
                <a:latin typeface="Arial"/>
                <a:cs typeface="Arial"/>
              </a:defRPr>
            </a:lvl1pPr>
          </a:lstStyle>
          <a:p>
            <a:pPr>
              <a:defRPr/>
            </a:pPr>
            <a:fld id="{3DCC550D-2673-488C-BAC7-4EB4C46B2F9E}" type="datetimeFigureOut">
              <a:rPr lang="es-ES_tradnl">
                <a:solidFill>
                  <a:prstClr val="black"/>
                </a:solidFill>
              </a:rPr>
              <a:pPr>
                <a:defRPr/>
              </a:pPr>
              <a:t>08/11/2018</a:t>
            </a:fld>
            <a:endParaRPr lang="es-ES_tradnl" dirty="0">
              <a:solidFill>
                <a:prstClr val="black"/>
              </a:solidFill>
            </a:endParaRPr>
          </a:p>
        </p:txBody>
      </p:sp>
      <p:sp>
        <p:nvSpPr>
          <p:cNvPr id="6" name="Marcador de pie de página 4"/>
          <p:cNvSpPr>
            <a:spLocks noGrp="1"/>
          </p:cNvSpPr>
          <p:nvPr>
            <p:ph type="ftr" sz="quarter" idx="11"/>
          </p:nvPr>
        </p:nvSpPr>
        <p:spPr>
          <a:xfrm>
            <a:off x="3124200" y="6356350"/>
            <a:ext cx="2895600" cy="365125"/>
          </a:xfrm>
        </p:spPr>
        <p:txBody>
          <a:bodyPr/>
          <a:lstStyle>
            <a:lvl1pPr>
              <a:defRPr sz="1100">
                <a:latin typeface="Arial"/>
                <a:cs typeface="Arial"/>
              </a:defRPr>
            </a:lvl1pPr>
          </a:lstStyle>
          <a:p>
            <a:pPr>
              <a:defRPr/>
            </a:pPr>
            <a:endParaRPr lang="es-ES_tradnl">
              <a:solidFill>
                <a:prstClr val="black">
                  <a:tint val="75000"/>
                </a:prstClr>
              </a:solidFill>
            </a:endParaRPr>
          </a:p>
        </p:txBody>
      </p:sp>
      <p:sp>
        <p:nvSpPr>
          <p:cNvPr id="7" name="Marcador de número de diapositiva 5"/>
          <p:cNvSpPr>
            <a:spLocks noGrp="1"/>
          </p:cNvSpPr>
          <p:nvPr>
            <p:ph type="sldNum" sz="quarter" idx="12"/>
          </p:nvPr>
        </p:nvSpPr>
        <p:spPr>
          <a:xfrm>
            <a:off x="6757988"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100"/>
            </a:lvl1pPr>
          </a:lstStyle>
          <a:p>
            <a:pPr fontAlgn="base">
              <a:spcBef>
                <a:spcPct val="0"/>
              </a:spcBef>
              <a:spcAft>
                <a:spcPct val="0"/>
              </a:spcAft>
              <a:defRPr/>
            </a:pPr>
            <a:fld id="{A59A173B-94F8-4618-BBCF-973E9B9F323F}" type="slidenum">
              <a:rPr lang="es-ES_tradnl" altLang="es-CO">
                <a:solidFill>
                  <a:prstClr val="black"/>
                </a:solidFill>
                <a:latin typeface="Arial" charset="0"/>
                <a:cs typeface="Arial" charset="0"/>
              </a:rPr>
              <a:pPr fontAlgn="base">
                <a:spcBef>
                  <a:spcPct val="0"/>
                </a:spcBef>
                <a:spcAft>
                  <a:spcPct val="0"/>
                </a:spcAft>
                <a:defRPr/>
              </a:pPr>
              <a:t>‹Nº›</a:t>
            </a:fld>
            <a:endParaRPr lang="es-ES_tradnl" altLang="es-CO" dirty="0">
              <a:solidFill>
                <a:prstClr val="black"/>
              </a:solidFill>
              <a:latin typeface="Arial" charset="0"/>
              <a:cs typeface="Arial" charset="0"/>
            </a:endParaRPr>
          </a:p>
        </p:txBody>
      </p:sp>
    </p:spTree>
    <p:extLst>
      <p:ext uri="{BB962C8B-B14F-4D97-AF65-F5344CB8AC3E}">
        <p14:creationId xmlns:p14="http://schemas.microsoft.com/office/powerpoint/2010/main" val="75226956"/>
      </p:ext>
    </p:extLst>
  </p:cSld>
  <p:clrMapOvr>
    <a:masterClrMapping/>
  </p:clrMapOvr>
  <p:transition>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cxnSp>
        <p:nvCxnSpPr>
          <p:cNvPr id="5" name="Conector recto 13"/>
          <p:cNvCxnSpPr/>
          <p:nvPr userDrawn="1"/>
        </p:nvCxnSpPr>
        <p:spPr>
          <a:xfrm>
            <a:off x="1338263" y="5605463"/>
            <a:ext cx="6269037" cy="1587"/>
          </a:xfrm>
          <a:prstGeom prst="line">
            <a:avLst/>
          </a:prstGeom>
          <a:ln w="6350">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6" name="Marcador de título 1"/>
          <p:cNvSpPr txBox="1">
            <a:spLocks/>
          </p:cNvSpPr>
          <p:nvPr userDrawn="1"/>
        </p:nvSpPr>
        <p:spPr bwMode="auto">
          <a:xfrm>
            <a:off x="1706563" y="373063"/>
            <a:ext cx="6481762" cy="488950"/>
          </a:xfrm>
          <a:prstGeom prst="rect">
            <a:avLst/>
          </a:prstGeom>
          <a:noFill/>
          <a:ln>
            <a:noFill/>
          </a:ln>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defTabSz="457200" eaLnBrk="0" fontAlgn="base" hangingPunct="0">
              <a:spcBef>
                <a:spcPct val="0"/>
              </a:spcBef>
              <a:spcAft>
                <a:spcPct val="0"/>
              </a:spcAft>
              <a:defRPr>
                <a:solidFill>
                  <a:schemeClr val="tx1"/>
                </a:solidFill>
                <a:latin typeface="Arial" charset="0"/>
                <a:cs typeface="Arial" charset="0"/>
              </a:defRPr>
            </a:lvl6pPr>
            <a:lvl7pPr marL="2971800" indent="-228600" defTabSz="457200" eaLnBrk="0" fontAlgn="base" hangingPunct="0">
              <a:spcBef>
                <a:spcPct val="0"/>
              </a:spcBef>
              <a:spcAft>
                <a:spcPct val="0"/>
              </a:spcAft>
              <a:defRPr>
                <a:solidFill>
                  <a:schemeClr val="tx1"/>
                </a:solidFill>
                <a:latin typeface="Arial" charset="0"/>
                <a:cs typeface="Arial" charset="0"/>
              </a:defRPr>
            </a:lvl7pPr>
            <a:lvl8pPr marL="3429000" indent="-228600" defTabSz="457200" eaLnBrk="0" fontAlgn="base" hangingPunct="0">
              <a:spcBef>
                <a:spcPct val="0"/>
              </a:spcBef>
              <a:spcAft>
                <a:spcPct val="0"/>
              </a:spcAft>
              <a:defRPr>
                <a:solidFill>
                  <a:schemeClr val="tx1"/>
                </a:solidFill>
                <a:latin typeface="Arial" charset="0"/>
                <a:cs typeface="Arial" charset="0"/>
              </a:defRPr>
            </a:lvl8pPr>
            <a:lvl9pPr marL="3886200" indent="-228600" defTabSz="4572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defRPr/>
            </a:pPr>
            <a:r>
              <a:rPr lang="es-ES_tradnl" altLang="es-CO" sz="2000" b="1" dirty="0" smtClean="0">
                <a:solidFill>
                  <a:prstClr val="black"/>
                </a:solidFill>
              </a:rPr>
              <a:t>Clic para editar título</a:t>
            </a:r>
          </a:p>
        </p:txBody>
      </p:sp>
      <p:sp>
        <p:nvSpPr>
          <p:cNvPr id="2" name="Título 1"/>
          <p:cNvSpPr>
            <a:spLocks noGrp="1"/>
          </p:cNvSpPr>
          <p:nvPr>
            <p:ph type="title"/>
          </p:nvPr>
        </p:nvSpPr>
        <p:spPr>
          <a:xfrm>
            <a:off x="1338857" y="5169960"/>
            <a:ext cx="6267907" cy="436606"/>
          </a:xfrm>
        </p:spPr>
        <p:txBody>
          <a:bodyPr anchor="t">
            <a:normAutofit/>
          </a:bodyPr>
          <a:lstStyle>
            <a:lvl1pPr algn="l">
              <a:defRPr sz="1800" b="1">
                <a:latin typeface="Arial"/>
                <a:cs typeface="Arial"/>
              </a:defRPr>
            </a:lvl1pPr>
          </a:lstStyle>
          <a:p>
            <a:r>
              <a:rPr lang="es-ES_tradnl" dirty="0" smtClean="0"/>
              <a:t>Clic para editar título</a:t>
            </a:r>
            <a:endParaRPr lang="es-ES_tradnl" dirty="0"/>
          </a:p>
        </p:txBody>
      </p:sp>
      <p:sp>
        <p:nvSpPr>
          <p:cNvPr id="3" name="Marcador de posición de imagen 2"/>
          <p:cNvSpPr>
            <a:spLocks noGrp="1"/>
          </p:cNvSpPr>
          <p:nvPr>
            <p:ph type="pic" idx="1"/>
          </p:nvPr>
        </p:nvSpPr>
        <p:spPr>
          <a:xfrm>
            <a:off x="1338858" y="1014535"/>
            <a:ext cx="6267907"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dirty="0"/>
          </a:p>
        </p:txBody>
      </p:sp>
      <p:sp>
        <p:nvSpPr>
          <p:cNvPr id="4" name="Marcador de texto 3"/>
          <p:cNvSpPr>
            <a:spLocks noGrp="1"/>
          </p:cNvSpPr>
          <p:nvPr>
            <p:ph type="body" sz="half" idx="2"/>
          </p:nvPr>
        </p:nvSpPr>
        <p:spPr>
          <a:xfrm>
            <a:off x="1338857" y="5736698"/>
            <a:ext cx="6267907" cy="804862"/>
          </a:xfrm>
        </p:spPr>
        <p:txBody>
          <a:bodyPr/>
          <a:lstStyle>
            <a:lvl1pPr marL="0" indent="0">
              <a:buNone/>
              <a:defRPr sz="1400">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smtClean="0"/>
              <a:t>Haga clic para modificar el estilo de texto del patrón</a:t>
            </a:r>
          </a:p>
        </p:txBody>
      </p:sp>
    </p:spTree>
    <p:extLst>
      <p:ext uri="{BB962C8B-B14F-4D97-AF65-F5344CB8AC3E}">
        <p14:creationId xmlns:p14="http://schemas.microsoft.com/office/powerpoint/2010/main" val="333500481"/>
      </p:ext>
    </p:extLst>
  </p:cSld>
  <p:clrMapOvr>
    <a:masterClrMapping/>
  </p:clrMapOvr>
  <p:transition>
    <p:wipe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sp>
        <p:nvSpPr>
          <p:cNvPr id="7" name="Marcador de título 1"/>
          <p:cNvSpPr>
            <a:spLocks noGrp="1"/>
          </p:cNvSpPr>
          <p:nvPr>
            <p:ph type="title"/>
          </p:nvPr>
        </p:nvSpPr>
        <p:spPr>
          <a:xfrm>
            <a:off x="457200" y="2682463"/>
            <a:ext cx="8229600" cy="1143000"/>
          </a:xfrm>
          <a:prstGeom prst="rect">
            <a:avLst/>
          </a:prstGeom>
        </p:spPr>
        <p:txBody>
          <a:bodyPr rtlCol="0">
            <a:normAutofit/>
          </a:bodyPr>
          <a:lstStyle>
            <a:lvl1pPr algn="ctr">
              <a:defRPr/>
            </a:lvl1pPr>
          </a:lstStyle>
          <a:p>
            <a:r>
              <a:rPr lang="es-ES_tradnl" dirty="0" smtClean="0"/>
              <a:t>CLIC PARA EDITAR TÍTULO</a:t>
            </a:r>
            <a:endParaRPr lang="es-ES" dirty="0"/>
          </a:p>
        </p:txBody>
      </p:sp>
    </p:spTree>
    <p:extLst>
      <p:ext uri="{BB962C8B-B14F-4D97-AF65-F5344CB8AC3E}">
        <p14:creationId xmlns:p14="http://schemas.microsoft.com/office/powerpoint/2010/main" val="173521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smtClean="0"/>
              <a:t>Clic para editar título</a:t>
            </a:r>
            <a:endParaRPr lang="es-ES_tradnl"/>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_tradnl"/>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97DF9-FAD7-1E47-AA47-37C096A7FDB9}" type="datetimeFigureOut">
              <a:rPr lang="es-ES_tradnl" smtClean="0"/>
              <a:t>08/11/2018</a:t>
            </a:fld>
            <a:endParaRPr lang="es-ES_tradnl"/>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FC9FE0-5858-2F43-A25D-DD70A0A170F8}" type="slidenum">
              <a:rPr lang="es-ES_tradnl" smtClean="0"/>
              <a:t>‹Nº›</a:t>
            </a:fld>
            <a:endParaRPr lang="es-ES_trad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Imagen 16" descr="acredi-foot-01.eps"/>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6350" y="5997575"/>
            <a:ext cx="9144000"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Marcador de título 1"/>
          <p:cNvSpPr>
            <a:spLocks noGrp="1"/>
          </p:cNvSpPr>
          <p:nvPr>
            <p:ph type="title"/>
          </p:nvPr>
        </p:nvSpPr>
        <p:spPr bwMode="auto">
          <a:xfrm>
            <a:off x="1706563" y="493713"/>
            <a:ext cx="64817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_tradnl" altLang="es-CO" smtClean="0"/>
              <a:t>Clic para editar título</a:t>
            </a:r>
          </a:p>
        </p:txBody>
      </p:sp>
      <p:sp>
        <p:nvSpPr>
          <p:cNvPr id="1028" name="Marcador de texto 2"/>
          <p:cNvSpPr>
            <a:spLocks noGrp="1"/>
          </p:cNvSpPr>
          <p:nvPr>
            <p:ph type="body" idx="1"/>
          </p:nvPr>
        </p:nvSpPr>
        <p:spPr bwMode="auto">
          <a:xfrm>
            <a:off x="246063" y="1270000"/>
            <a:ext cx="859790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_tradnl" altLang="es-CO" smtClean="0"/>
              <a:t>Haga clic para modificar el estilo de texto del patrón</a:t>
            </a:r>
          </a:p>
          <a:p>
            <a:pPr lvl="1"/>
            <a:r>
              <a:rPr lang="es-ES_tradnl" altLang="es-CO" smtClean="0"/>
              <a:t>Segundo nivel</a:t>
            </a:r>
          </a:p>
          <a:p>
            <a:pPr lvl="2"/>
            <a:r>
              <a:rPr lang="es-ES_tradnl" altLang="es-CO" smtClean="0"/>
              <a:t>Tercer nivel</a:t>
            </a:r>
          </a:p>
          <a:p>
            <a:pPr lvl="3"/>
            <a:r>
              <a:rPr lang="es-ES_tradnl" altLang="es-CO" smtClean="0"/>
              <a:t>Cuarto nivel</a:t>
            </a:r>
          </a:p>
          <a:p>
            <a:pPr lvl="4"/>
            <a:r>
              <a:rPr lang="es-ES_tradnl" altLang="es-CO" smtClean="0"/>
              <a:t>Quinto nivel</a:t>
            </a:r>
          </a:p>
        </p:txBody>
      </p:sp>
      <p:sp>
        <p:nvSpPr>
          <p:cNvPr id="5" name="Marcador de pie de página 4"/>
          <p:cNvSpPr>
            <a:spLocks noGrp="1"/>
          </p:cNvSpPr>
          <p:nvPr>
            <p:ph type="ftr" sz="quarter" idx="3"/>
          </p:nvPr>
        </p:nvSpPr>
        <p:spPr>
          <a:xfrm>
            <a:off x="3832225" y="6578600"/>
            <a:ext cx="2895600" cy="279400"/>
          </a:xfrm>
          <a:prstGeom prst="rect">
            <a:avLst/>
          </a:prstGeom>
        </p:spPr>
        <p:txBody>
          <a:bodyPr vert="horz" lIns="91440" tIns="45720" rIns="91440" bIns="45720" rtlCol="0" anchor="ctr"/>
          <a:lstStyle>
            <a:lvl1pPr algn="ctr" eaLnBrk="1" fontAlgn="auto" hangingPunct="1">
              <a:spcBef>
                <a:spcPts val="0"/>
              </a:spcBef>
              <a:spcAft>
                <a:spcPts val="0"/>
              </a:spcAft>
              <a:defRPr sz="1100">
                <a:solidFill>
                  <a:schemeClr val="tx1">
                    <a:tint val="75000"/>
                  </a:schemeClr>
                </a:solidFill>
                <a:latin typeface="+mn-lt"/>
                <a:cs typeface="+mn-cs"/>
              </a:defRPr>
            </a:lvl1pPr>
          </a:lstStyle>
          <a:p>
            <a:pPr>
              <a:defRPr/>
            </a:pPr>
            <a:endParaRPr lang="es-ES_tradnl">
              <a:solidFill>
                <a:prstClr val="black">
                  <a:tint val="75000"/>
                </a:prstClr>
              </a:solidFill>
            </a:endParaRPr>
          </a:p>
        </p:txBody>
      </p:sp>
      <p:pic>
        <p:nvPicPr>
          <p:cNvPr id="1030" name="Imagen 31" descr="logo-v.eps"/>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246063" y="223838"/>
            <a:ext cx="1136650"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Imagen 12" descr="logo-acreditacion.eps"/>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8002588" y="161925"/>
            <a:ext cx="8572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Conector recto 8"/>
          <p:cNvCxnSpPr/>
          <p:nvPr/>
        </p:nvCxnSpPr>
        <p:spPr>
          <a:xfrm>
            <a:off x="1643063" y="406400"/>
            <a:ext cx="6359525" cy="1588"/>
          </a:xfrm>
          <a:prstGeom prst="line">
            <a:avLst/>
          </a:prstGeom>
          <a:ln w="6350">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Conector recto 25"/>
          <p:cNvCxnSpPr/>
          <p:nvPr/>
        </p:nvCxnSpPr>
        <p:spPr>
          <a:xfrm rot="5400000">
            <a:off x="1570038" y="473075"/>
            <a:ext cx="144462" cy="1588"/>
          </a:xfrm>
          <a:prstGeom prst="line">
            <a:avLst/>
          </a:prstGeom>
          <a:ln w="6350">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5910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wipe dir="d"/>
  </p:transition>
  <p:timing>
    <p:tnLst>
      <p:par>
        <p:cTn id="1" dur="indefinite" restart="never" nodeType="tmRoot"/>
      </p:par>
    </p:tnLst>
  </p:timing>
  <p:txStyles>
    <p:titleStyle>
      <a:lvl1pPr algn="l" defTabSz="457200" rtl="0" eaLnBrk="0" fontAlgn="base" hangingPunct="0">
        <a:spcBef>
          <a:spcPct val="0"/>
        </a:spcBef>
        <a:spcAft>
          <a:spcPct val="0"/>
        </a:spcAft>
        <a:defRPr sz="2000" b="1" kern="1200">
          <a:solidFill>
            <a:schemeClr val="tx1"/>
          </a:solidFill>
          <a:latin typeface="Arial"/>
          <a:ea typeface="+mj-ea"/>
          <a:cs typeface="Arial"/>
        </a:defRPr>
      </a:lvl1pPr>
      <a:lvl2pPr algn="l" defTabSz="457200" rtl="0" eaLnBrk="0" fontAlgn="base" hangingPunct="0">
        <a:spcBef>
          <a:spcPct val="0"/>
        </a:spcBef>
        <a:spcAft>
          <a:spcPct val="0"/>
        </a:spcAft>
        <a:defRPr sz="2000" b="1">
          <a:solidFill>
            <a:schemeClr val="tx1"/>
          </a:solidFill>
          <a:latin typeface="Arial" charset="0"/>
          <a:cs typeface="Arial" charset="0"/>
        </a:defRPr>
      </a:lvl2pPr>
      <a:lvl3pPr algn="l" defTabSz="457200" rtl="0" eaLnBrk="0" fontAlgn="base" hangingPunct="0">
        <a:spcBef>
          <a:spcPct val="0"/>
        </a:spcBef>
        <a:spcAft>
          <a:spcPct val="0"/>
        </a:spcAft>
        <a:defRPr sz="2000" b="1">
          <a:solidFill>
            <a:schemeClr val="tx1"/>
          </a:solidFill>
          <a:latin typeface="Arial" charset="0"/>
          <a:cs typeface="Arial" charset="0"/>
        </a:defRPr>
      </a:lvl3pPr>
      <a:lvl4pPr algn="l" defTabSz="457200" rtl="0" eaLnBrk="0" fontAlgn="base" hangingPunct="0">
        <a:spcBef>
          <a:spcPct val="0"/>
        </a:spcBef>
        <a:spcAft>
          <a:spcPct val="0"/>
        </a:spcAft>
        <a:defRPr sz="2000" b="1">
          <a:solidFill>
            <a:schemeClr val="tx1"/>
          </a:solidFill>
          <a:latin typeface="Arial" charset="0"/>
          <a:cs typeface="Arial" charset="0"/>
        </a:defRPr>
      </a:lvl4pPr>
      <a:lvl5pPr algn="l" defTabSz="457200" rtl="0" eaLnBrk="0" fontAlgn="base" hangingPunct="0">
        <a:spcBef>
          <a:spcPct val="0"/>
        </a:spcBef>
        <a:spcAft>
          <a:spcPct val="0"/>
        </a:spcAft>
        <a:defRPr sz="2000" b="1">
          <a:solidFill>
            <a:schemeClr val="tx1"/>
          </a:solidFill>
          <a:latin typeface="Arial" charset="0"/>
          <a:cs typeface="Arial" charset="0"/>
        </a:defRPr>
      </a:lvl5pPr>
      <a:lvl6pPr marL="457200" algn="l" defTabSz="457200" rtl="0" fontAlgn="base">
        <a:spcBef>
          <a:spcPct val="0"/>
        </a:spcBef>
        <a:spcAft>
          <a:spcPct val="0"/>
        </a:spcAft>
        <a:defRPr sz="2000" b="1">
          <a:solidFill>
            <a:schemeClr val="tx1"/>
          </a:solidFill>
          <a:latin typeface="Arial" charset="0"/>
          <a:cs typeface="Arial" charset="0"/>
        </a:defRPr>
      </a:lvl6pPr>
      <a:lvl7pPr marL="914400" algn="l" defTabSz="457200" rtl="0" fontAlgn="base">
        <a:spcBef>
          <a:spcPct val="0"/>
        </a:spcBef>
        <a:spcAft>
          <a:spcPct val="0"/>
        </a:spcAft>
        <a:defRPr sz="2000" b="1">
          <a:solidFill>
            <a:schemeClr val="tx1"/>
          </a:solidFill>
          <a:latin typeface="Arial" charset="0"/>
          <a:cs typeface="Arial" charset="0"/>
        </a:defRPr>
      </a:lvl7pPr>
      <a:lvl8pPr marL="1371600" algn="l" defTabSz="457200" rtl="0" fontAlgn="base">
        <a:spcBef>
          <a:spcPct val="0"/>
        </a:spcBef>
        <a:spcAft>
          <a:spcPct val="0"/>
        </a:spcAft>
        <a:defRPr sz="2000" b="1">
          <a:solidFill>
            <a:schemeClr val="tx1"/>
          </a:solidFill>
          <a:latin typeface="Arial" charset="0"/>
          <a:cs typeface="Arial" charset="0"/>
        </a:defRPr>
      </a:lvl8pPr>
      <a:lvl9pPr marL="1828800" algn="l" defTabSz="457200" rtl="0" fontAlgn="base">
        <a:spcBef>
          <a:spcPct val="0"/>
        </a:spcBef>
        <a:spcAft>
          <a:spcPct val="0"/>
        </a:spcAft>
        <a:defRPr sz="2000" b="1">
          <a:solidFill>
            <a:schemeClr val="tx1"/>
          </a:solidFill>
          <a:latin typeface="Arial" charset="0"/>
          <a:cs typeface="Arial"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Arial"/>
          <a:ea typeface="+mn-ea"/>
          <a:cs typeface="Arial"/>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Arial"/>
          <a:ea typeface="+mn-ea"/>
          <a:cs typeface="Arial"/>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Arial"/>
          <a:ea typeface="+mn-ea"/>
          <a:cs typeface="Arial"/>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Arial"/>
          <a:ea typeface="+mn-ea"/>
          <a:cs typeface="Arial"/>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_trad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ww.unisimon.edu.co/portale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Título 3"/>
          <p:cNvSpPr>
            <a:spLocks noGrp="1"/>
          </p:cNvSpPr>
          <p:nvPr>
            <p:ph type="title"/>
          </p:nvPr>
        </p:nvSpPr>
        <p:spPr>
          <a:xfrm>
            <a:off x="894591" y="2705446"/>
            <a:ext cx="7772400" cy="1681023"/>
          </a:xfrm>
        </p:spPr>
        <p:txBody>
          <a:bodyPr>
            <a:normAutofit fontScale="90000"/>
          </a:bodyPr>
          <a:lstStyle/>
          <a:p>
            <a:pPr>
              <a:defRPr/>
            </a:pPr>
            <a:r>
              <a:rPr lang="es-CO" dirty="0" smtClean="0">
                <a:solidFill>
                  <a:schemeClr val="bg1"/>
                </a:solidFill>
              </a:rPr>
              <a:t>INSTRUCTIVO PARA EL USO DEL APLICATIVO DE PROGRAMAS Y PREPARATORIOS</a:t>
            </a:r>
            <a:endParaRPr lang="es-ES_tradnl" dirty="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p:cNvSpPr txBox="1"/>
          <p:nvPr/>
        </p:nvSpPr>
        <p:spPr>
          <a:xfrm>
            <a:off x="0" y="832176"/>
            <a:ext cx="9144000" cy="430887"/>
          </a:xfrm>
          <a:prstGeom prst="rect">
            <a:avLst/>
          </a:prstGeom>
          <a:noFill/>
        </p:spPr>
        <p:txBody>
          <a:bodyPr wrap="square" rtlCol="0">
            <a:spAutoFit/>
          </a:bodyPr>
          <a:lstStyle/>
          <a:p>
            <a:pPr algn="ctr"/>
            <a:r>
              <a:rPr lang="es-CO" sz="2200" b="1" dirty="0" smtClean="0"/>
              <a:t>Ingreso</a:t>
            </a:r>
            <a:endParaRPr lang="es-CO" sz="2200" b="1" dirty="0"/>
          </a:p>
        </p:txBody>
      </p:sp>
      <p:sp>
        <p:nvSpPr>
          <p:cNvPr id="5" name="CuadroTexto 2"/>
          <p:cNvSpPr txBox="1"/>
          <p:nvPr/>
        </p:nvSpPr>
        <p:spPr>
          <a:xfrm>
            <a:off x="267026" y="1278970"/>
            <a:ext cx="8394374" cy="830997"/>
          </a:xfrm>
          <a:prstGeom prst="rect">
            <a:avLst/>
          </a:prstGeom>
          <a:noFill/>
        </p:spPr>
        <p:txBody>
          <a:bodyPr wrap="square" rtlCol="0">
            <a:spAutoFit/>
          </a:bodyPr>
          <a:lstStyle/>
          <a:p>
            <a:pPr algn="just"/>
            <a:r>
              <a:rPr lang="es-CO" sz="1600" dirty="0" smtClean="0"/>
              <a:t>Desde la página web de la universidad, en </a:t>
            </a:r>
            <a:r>
              <a:rPr lang="es-CO" sz="1600" dirty="0"/>
              <a:t>la sección </a:t>
            </a:r>
            <a:r>
              <a:rPr lang="es-CO" sz="1600" dirty="0" smtClean="0"/>
              <a:t>de «Portales» (</a:t>
            </a:r>
            <a:r>
              <a:rPr lang="es-CO" sz="1600" dirty="0" smtClean="0">
                <a:hlinkClick r:id="rId2"/>
              </a:rPr>
              <a:t>http</a:t>
            </a:r>
            <a:r>
              <a:rPr lang="es-CO" sz="1600" dirty="0">
                <a:hlinkClick r:id="rId2"/>
              </a:rPr>
              <a:t>://</a:t>
            </a:r>
            <a:r>
              <a:rPr lang="es-CO" sz="1600" dirty="0" smtClean="0">
                <a:hlinkClick r:id="rId2"/>
              </a:rPr>
              <a:t>www.unisimon.edu.co/portales</a:t>
            </a:r>
            <a:r>
              <a:rPr lang="es-CO" sz="1600" dirty="0" smtClean="0"/>
              <a:t>), ingrese su usuario y contraseña, y presione el botón «Acceder»</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2994"/>
          <a:stretch/>
        </p:blipFill>
        <p:spPr bwMode="auto">
          <a:xfrm>
            <a:off x="620419" y="2637251"/>
            <a:ext cx="7687588" cy="3564697"/>
          </a:xfrm>
          <a:prstGeom prst="rect">
            <a:avLst/>
          </a:prstGeom>
          <a:noFill/>
          <a:ln w="9525">
            <a:solidFill>
              <a:schemeClr val="accent5"/>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5 Grupo"/>
          <p:cNvGrpSpPr/>
          <p:nvPr/>
        </p:nvGrpSpPr>
        <p:grpSpPr>
          <a:xfrm>
            <a:off x="1003300" y="1882932"/>
            <a:ext cx="5199920" cy="3694281"/>
            <a:chOff x="1003300" y="1997232"/>
            <a:chExt cx="5199920" cy="3694281"/>
          </a:xfrm>
        </p:grpSpPr>
        <p:grpSp>
          <p:nvGrpSpPr>
            <p:cNvPr id="8" name="7 Grupo"/>
            <p:cNvGrpSpPr/>
            <p:nvPr/>
          </p:nvGrpSpPr>
          <p:grpSpPr>
            <a:xfrm>
              <a:off x="5448300" y="1997232"/>
              <a:ext cx="754920" cy="3222467"/>
              <a:chOff x="5729176" y="1775902"/>
              <a:chExt cx="1191284" cy="1140874"/>
            </a:xfrm>
          </p:grpSpPr>
          <p:cxnSp>
            <p:nvCxnSpPr>
              <p:cNvPr id="10" name="9 Conector recto de flecha"/>
              <p:cNvCxnSpPr/>
              <p:nvPr/>
            </p:nvCxnSpPr>
            <p:spPr>
              <a:xfrm>
                <a:off x="6903156" y="1775902"/>
                <a:ext cx="0" cy="1140874"/>
              </a:xfrm>
              <a:prstGeom prst="straightConnector1">
                <a:avLst/>
              </a:prstGeom>
              <a:ln>
                <a:solidFill>
                  <a:srgbClr val="36A1B0"/>
                </a:solidFill>
                <a:tailEnd type="none"/>
              </a:ln>
              <a:effectLst>
                <a:outerShdw blurRad="50800" dist="38100" dir="2700000" algn="tl"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cxnSp>
            <p:nvCxnSpPr>
              <p:cNvPr id="11" name="10 Conector recto de flecha"/>
              <p:cNvCxnSpPr/>
              <p:nvPr/>
            </p:nvCxnSpPr>
            <p:spPr>
              <a:xfrm flipH="1">
                <a:off x="5729176" y="2910688"/>
                <a:ext cx="1191284" cy="0"/>
              </a:xfrm>
              <a:prstGeom prst="straightConnector1">
                <a:avLst/>
              </a:prstGeom>
              <a:ln>
                <a:solidFill>
                  <a:srgbClr val="36A1B0"/>
                </a:solidFill>
                <a:headEnd type="none"/>
                <a:tailEnd type="arrow"/>
              </a:ln>
              <a:effectLst>
                <a:outerShdw blurRad="50800" dist="38100" dir="5400000" algn="t" rotWithShape="0">
                  <a:prstClr val="black">
                    <a:alpha val="40000"/>
                  </a:prstClr>
                </a:outerShdw>
              </a:effectLst>
            </p:spPr>
            <p:style>
              <a:lnRef idx="3">
                <a:schemeClr val="accent3"/>
              </a:lnRef>
              <a:fillRef idx="0">
                <a:schemeClr val="accent3"/>
              </a:fillRef>
              <a:effectRef idx="2">
                <a:schemeClr val="accent3"/>
              </a:effectRef>
              <a:fontRef idx="minor">
                <a:schemeClr val="tx1"/>
              </a:fontRef>
            </p:style>
          </p:cxnSp>
        </p:grpSp>
        <p:sp>
          <p:nvSpPr>
            <p:cNvPr id="9" name="8 Rectángulo redondeado"/>
            <p:cNvSpPr/>
            <p:nvPr/>
          </p:nvSpPr>
          <p:spPr>
            <a:xfrm>
              <a:off x="1003300" y="4396113"/>
              <a:ext cx="4064000" cy="1295400"/>
            </a:xfrm>
            <a:prstGeom prst="roundRect">
              <a:avLst/>
            </a:prstGeom>
            <a:noFill/>
            <a:ln w="38100"/>
          </p:spPr>
          <p:style>
            <a:lnRef idx="1">
              <a:schemeClr val="accent5"/>
            </a:lnRef>
            <a:fillRef idx="3">
              <a:schemeClr val="accent5"/>
            </a:fillRef>
            <a:effectRef idx="2">
              <a:schemeClr val="accent5"/>
            </a:effectRef>
            <a:fontRef idx="minor">
              <a:schemeClr val="lt1"/>
            </a:fontRef>
          </p:style>
          <p:txBody>
            <a:bodyPr rtlCol="0" anchor="ctr"/>
            <a:lstStyle/>
            <a:p>
              <a:pPr algn="ctr"/>
              <a:endParaRPr lang="es-CO">
                <a:noFill/>
              </a:endParaRPr>
            </a:p>
          </p:txBody>
        </p:sp>
      </p:grpSp>
    </p:spTree>
    <p:extLst>
      <p:ext uri="{BB962C8B-B14F-4D97-AF65-F5344CB8AC3E}">
        <p14:creationId xmlns:p14="http://schemas.microsoft.com/office/powerpoint/2010/main" val="10550726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p:cNvSpPr txBox="1"/>
          <p:nvPr/>
        </p:nvSpPr>
        <p:spPr>
          <a:xfrm>
            <a:off x="0" y="869754"/>
            <a:ext cx="9144000" cy="430887"/>
          </a:xfrm>
          <a:prstGeom prst="rect">
            <a:avLst/>
          </a:prstGeom>
          <a:noFill/>
        </p:spPr>
        <p:txBody>
          <a:bodyPr wrap="square" rtlCol="0">
            <a:spAutoFit/>
          </a:bodyPr>
          <a:lstStyle/>
          <a:p>
            <a:pPr algn="ctr"/>
            <a:r>
              <a:rPr lang="es-CO" sz="2200" b="1" dirty="0" smtClean="0"/>
              <a:t>Ingreso a Programas</a:t>
            </a:r>
            <a:endParaRPr lang="es-CO" sz="2200" b="1" dirty="0"/>
          </a:p>
        </p:txBody>
      </p:sp>
      <p:sp>
        <p:nvSpPr>
          <p:cNvPr id="5" name="CuadroTexto 2"/>
          <p:cNvSpPr txBox="1"/>
          <p:nvPr/>
        </p:nvSpPr>
        <p:spPr>
          <a:xfrm>
            <a:off x="404812" y="1379178"/>
            <a:ext cx="8394374" cy="338554"/>
          </a:xfrm>
          <a:prstGeom prst="rect">
            <a:avLst/>
          </a:prstGeom>
          <a:noFill/>
        </p:spPr>
        <p:txBody>
          <a:bodyPr wrap="square" rtlCol="0">
            <a:spAutoFit/>
          </a:bodyPr>
          <a:lstStyle/>
          <a:p>
            <a:pPr algn="just"/>
            <a:r>
              <a:rPr lang="es-CO" sz="1600" dirty="0"/>
              <a:t>Para iniciar el proceso, seleccione </a:t>
            </a:r>
            <a:r>
              <a:rPr lang="es-CO" sz="1600" dirty="0" smtClean="0"/>
              <a:t>el icono de «Registro y Control Académico».</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543"/>
          <a:stretch/>
        </p:blipFill>
        <p:spPr bwMode="auto">
          <a:xfrm>
            <a:off x="281421" y="2345634"/>
            <a:ext cx="8593655" cy="400546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Elipse"/>
          <p:cNvSpPr/>
          <p:nvPr/>
        </p:nvSpPr>
        <p:spPr>
          <a:xfrm>
            <a:off x="4850296" y="4121426"/>
            <a:ext cx="1431234" cy="1338470"/>
          </a:xfrm>
          <a:prstGeom prst="ellipse">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71360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Título 3"/>
          <p:cNvSpPr>
            <a:spLocks noGrp="1"/>
          </p:cNvSpPr>
          <p:nvPr>
            <p:ph type="title"/>
          </p:nvPr>
        </p:nvSpPr>
        <p:spPr>
          <a:xfrm>
            <a:off x="894591" y="2705446"/>
            <a:ext cx="7772400" cy="1681023"/>
          </a:xfrm>
        </p:spPr>
        <p:txBody>
          <a:bodyPr>
            <a:normAutofit/>
          </a:bodyPr>
          <a:lstStyle/>
          <a:p>
            <a:pPr>
              <a:defRPr/>
            </a:pPr>
            <a:r>
              <a:rPr lang="es-CO" dirty="0" smtClean="0">
                <a:solidFill>
                  <a:schemeClr val="bg1"/>
                </a:solidFill>
              </a:rPr>
              <a:t>PROGRAMAS</a:t>
            </a:r>
            <a:endParaRPr lang="es-ES_tradnl" dirty="0">
              <a:solidFill>
                <a:schemeClr val="bg1"/>
              </a:solidFill>
            </a:endParaRPr>
          </a:p>
        </p:txBody>
      </p:sp>
    </p:spTree>
    <p:extLst>
      <p:ext uri="{BB962C8B-B14F-4D97-AF65-F5344CB8AC3E}">
        <p14:creationId xmlns:p14="http://schemas.microsoft.com/office/powerpoint/2010/main" val="95446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p:cNvSpPr txBox="1"/>
          <p:nvPr/>
        </p:nvSpPr>
        <p:spPr>
          <a:xfrm>
            <a:off x="0" y="869754"/>
            <a:ext cx="9144000" cy="430887"/>
          </a:xfrm>
          <a:prstGeom prst="rect">
            <a:avLst/>
          </a:prstGeom>
          <a:noFill/>
        </p:spPr>
        <p:txBody>
          <a:bodyPr wrap="square" rtlCol="0">
            <a:spAutoFit/>
          </a:bodyPr>
          <a:lstStyle/>
          <a:p>
            <a:pPr algn="ctr"/>
            <a:r>
              <a:rPr lang="es-CO" sz="2200" b="1" dirty="0" smtClean="0"/>
              <a:t>Ingreso a Programas</a:t>
            </a:r>
            <a:endParaRPr lang="es-CO" sz="2200" b="1" dirty="0"/>
          </a:p>
        </p:txBody>
      </p:sp>
      <p:sp>
        <p:nvSpPr>
          <p:cNvPr id="5" name="CuadroTexto 2"/>
          <p:cNvSpPr txBox="1"/>
          <p:nvPr/>
        </p:nvSpPr>
        <p:spPr>
          <a:xfrm>
            <a:off x="404812" y="1379178"/>
            <a:ext cx="8394374" cy="338554"/>
          </a:xfrm>
          <a:prstGeom prst="rect">
            <a:avLst/>
          </a:prstGeom>
          <a:noFill/>
        </p:spPr>
        <p:txBody>
          <a:bodyPr wrap="square" rtlCol="0">
            <a:spAutoFit/>
          </a:bodyPr>
          <a:lstStyle/>
          <a:p>
            <a:pPr algn="just"/>
            <a:r>
              <a:rPr lang="es-CO" sz="1600" dirty="0" smtClean="0"/>
              <a:t>A continuación, </a:t>
            </a:r>
            <a:r>
              <a:rPr lang="es-CO" sz="1600" dirty="0"/>
              <a:t>seleccione </a:t>
            </a:r>
            <a:r>
              <a:rPr lang="es-CO" sz="1600" dirty="0" smtClean="0"/>
              <a:t>el icono de «Programas».</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543"/>
          <a:stretch/>
        </p:blipFill>
        <p:spPr bwMode="auto">
          <a:xfrm>
            <a:off x="370000" y="1973283"/>
            <a:ext cx="8403999" cy="3917071"/>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Elipse"/>
          <p:cNvSpPr/>
          <p:nvPr/>
        </p:nvSpPr>
        <p:spPr>
          <a:xfrm>
            <a:off x="2831491" y="2782956"/>
            <a:ext cx="1431234" cy="1338470"/>
          </a:xfrm>
          <a:prstGeom prst="ellipse">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86932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2"/>
          <p:cNvSpPr txBox="1"/>
          <p:nvPr/>
        </p:nvSpPr>
        <p:spPr>
          <a:xfrm>
            <a:off x="380011" y="1183532"/>
            <a:ext cx="8383979" cy="1138773"/>
          </a:xfrm>
          <a:prstGeom prst="rect">
            <a:avLst/>
          </a:prstGeom>
          <a:noFill/>
        </p:spPr>
        <p:txBody>
          <a:bodyPr wrap="square" rtlCol="0">
            <a:spAutoFit/>
          </a:bodyPr>
          <a:lstStyle/>
          <a:p>
            <a:pPr algn="just"/>
            <a:r>
              <a:rPr lang="es-CO" b="1" dirty="0" smtClean="0"/>
              <a:t>Búsqueda</a:t>
            </a:r>
          </a:p>
          <a:p>
            <a:pPr algn="just"/>
            <a:endParaRPr lang="es-CO" b="1" dirty="0" smtClean="0"/>
          </a:p>
          <a:p>
            <a:pPr algn="just"/>
            <a:r>
              <a:rPr lang="es-CO" sz="1600" dirty="0" smtClean="0"/>
              <a:t>Para realizar la búsqueda, debe seleccionar al menos el campo «Facultad» y luego hacer clic en el botón «Buscar». </a:t>
            </a:r>
          </a:p>
        </p:txBody>
      </p:sp>
      <p:grpSp>
        <p:nvGrpSpPr>
          <p:cNvPr id="6" name="5 Grupo"/>
          <p:cNvGrpSpPr/>
          <p:nvPr/>
        </p:nvGrpSpPr>
        <p:grpSpPr>
          <a:xfrm>
            <a:off x="380012" y="2505692"/>
            <a:ext cx="8383979" cy="3858495"/>
            <a:chOff x="249382" y="2535375"/>
            <a:chExt cx="8609610" cy="4006937"/>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673"/>
            <a:stretch/>
          </p:blipFill>
          <p:spPr bwMode="auto">
            <a:xfrm>
              <a:off x="249382" y="2535375"/>
              <a:ext cx="8609610" cy="4006937"/>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Rectángulo redondeado"/>
            <p:cNvSpPr/>
            <p:nvPr/>
          </p:nvSpPr>
          <p:spPr>
            <a:xfrm>
              <a:off x="1923803" y="3693227"/>
              <a:ext cx="6709559" cy="48688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
        <p:nvSpPr>
          <p:cNvPr id="9" name="CuadroTexto 2"/>
          <p:cNvSpPr txBox="1"/>
          <p:nvPr/>
        </p:nvSpPr>
        <p:spPr>
          <a:xfrm>
            <a:off x="238988" y="6424210"/>
            <a:ext cx="8560198" cy="338554"/>
          </a:xfrm>
          <a:prstGeom prst="rect">
            <a:avLst/>
          </a:prstGeom>
          <a:noFill/>
        </p:spPr>
        <p:txBody>
          <a:bodyPr wrap="square" rtlCol="0">
            <a:spAutoFit/>
          </a:bodyPr>
          <a:lstStyle/>
          <a:p>
            <a:pPr algn="just"/>
            <a:r>
              <a:rPr lang="es-CO" sz="1600" b="1" dirty="0" smtClean="0"/>
              <a:t>Nota: </a:t>
            </a:r>
            <a:r>
              <a:rPr lang="es-CO" sz="1600" dirty="0" smtClean="0"/>
              <a:t>Los campos marcados con (</a:t>
            </a:r>
            <a:r>
              <a:rPr lang="es-CO" sz="1600" b="1" dirty="0" smtClean="0">
                <a:solidFill>
                  <a:srgbClr val="FF0000"/>
                </a:solidFill>
              </a:rPr>
              <a:t>*</a:t>
            </a:r>
            <a:r>
              <a:rPr lang="es-CO" sz="1600" dirty="0" smtClean="0"/>
              <a:t>) son obligatorios.</a:t>
            </a:r>
            <a:endParaRPr lang="es-CO" sz="1600" b="1" dirty="0" smtClean="0"/>
          </a:p>
        </p:txBody>
      </p:sp>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11" name="10 Rectángulo redondeado"/>
          <p:cNvSpPr/>
          <p:nvPr/>
        </p:nvSpPr>
        <p:spPr>
          <a:xfrm>
            <a:off x="1998676" y="4088360"/>
            <a:ext cx="649521" cy="33689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20804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2"/>
          <p:cNvSpPr txBox="1"/>
          <p:nvPr/>
        </p:nvSpPr>
        <p:spPr>
          <a:xfrm>
            <a:off x="380011" y="1183532"/>
            <a:ext cx="8383979" cy="584775"/>
          </a:xfrm>
          <a:prstGeom prst="rect">
            <a:avLst/>
          </a:prstGeom>
          <a:noFill/>
        </p:spPr>
        <p:txBody>
          <a:bodyPr wrap="square" rtlCol="0">
            <a:spAutoFit/>
          </a:bodyPr>
          <a:lstStyle/>
          <a:p>
            <a:pPr algn="just"/>
            <a:r>
              <a:rPr lang="es-CO" sz="1600" dirty="0" smtClean="0"/>
              <a:t>Una vez haya realizado la búsqueda, podrá editar y visualizar la información de un programa, seleccionando los botones «Editar» y «Ver»  respectivamente.</a:t>
            </a:r>
          </a:p>
        </p:txBody>
      </p:sp>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502"/>
          <a:stretch/>
        </p:blipFill>
        <p:spPr bwMode="auto">
          <a:xfrm>
            <a:off x="274564" y="2607305"/>
            <a:ext cx="8594872" cy="400792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 name="20 Grupo"/>
          <p:cNvGrpSpPr/>
          <p:nvPr/>
        </p:nvGrpSpPr>
        <p:grpSpPr>
          <a:xfrm>
            <a:off x="1438399" y="1899995"/>
            <a:ext cx="4978684" cy="602402"/>
            <a:chOff x="1438399" y="1899995"/>
            <a:chExt cx="4978684" cy="602402"/>
          </a:xfrm>
        </p:grpSpPr>
        <p:pic>
          <p:nvPicPr>
            <p:cNvPr id="1024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50000"/>
            <a:stretch/>
          </p:blipFill>
          <p:spPr bwMode="auto">
            <a:xfrm>
              <a:off x="1438399" y="1899995"/>
              <a:ext cx="610837" cy="59386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3" name="12 Conector recto de flecha"/>
            <p:cNvCxnSpPr/>
            <p:nvPr/>
          </p:nvCxnSpPr>
          <p:spPr>
            <a:xfrm flipV="1">
              <a:off x="2049236" y="2169833"/>
              <a:ext cx="468333" cy="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13 Conector recto de flecha"/>
            <p:cNvCxnSpPr/>
            <p:nvPr/>
          </p:nvCxnSpPr>
          <p:spPr>
            <a:xfrm flipV="1">
              <a:off x="5204361" y="2205464"/>
              <a:ext cx="712520"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pic>
          <p:nvPicPr>
            <p:cNvPr id="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2811"/>
            <a:stretch/>
          </p:blipFill>
          <p:spPr bwMode="auto">
            <a:xfrm>
              <a:off x="4505695" y="1908528"/>
              <a:ext cx="698665" cy="59386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19 CuadroTexto"/>
            <p:cNvSpPr txBox="1"/>
            <p:nvPr/>
          </p:nvSpPr>
          <p:spPr>
            <a:xfrm>
              <a:off x="2648197" y="1985167"/>
              <a:ext cx="733086" cy="369332"/>
            </a:xfrm>
            <a:prstGeom prst="rect">
              <a:avLst/>
            </a:prstGeom>
            <a:noFill/>
          </p:spPr>
          <p:txBody>
            <a:bodyPr wrap="none" rtlCol="0">
              <a:spAutoFit/>
            </a:bodyPr>
            <a:lstStyle/>
            <a:p>
              <a:r>
                <a:rPr lang="es-CO" dirty="0" smtClean="0"/>
                <a:t>Editar</a:t>
              </a:r>
              <a:endParaRPr lang="es-CO" dirty="0"/>
            </a:p>
          </p:txBody>
        </p:sp>
        <p:sp>
          <p:nvSpPr>
            <p:cNvPr id="24" name="23 CuadroTexto"/>
            <p:cNvSpPr txBox="1"/>
            <p:nvPr/>
          </p:nvSpPr>
          <p:spPr>
            <a:xfrm>
              <a:off x="5916881" y="2008925"/>
              <a:ext cx="500202" cy="369332"/>
            </a:xfrm>
            <a:prstGeom prst="rect">
              <a:avLst/>
            </a:prstGeom>
            <a:noFill/>
          </p:spPr>
          <p:txBody>
            <a:bodyPr wrap="none" rtlCol="0">
              <a:spAutoFit/>
            </a:bodyPr>
            <a:lstStyle/>
            <a:p>
              <a:r>
                <a:rPr lang="es-CO" dirty="0" smtClean="0"/>
                <a:t>Ver</a:t>
              </a:r>
              <a:endParaRPr lang="es-CO" dirty="0"/>
            </a:p>
          </p:txBody>
        </p:sp>
      </p:grpSp>
    </p:spTree>
    <p:extLst>
      <p:ext uri="{BB962C8B-B14F-4D97-AF65-F5344CB8AC3E}">
        <p14:creationId xmlns:p14="http://schemas.microsoft.com/office/powerpoint/2010/main" val="1745920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71250" y="1284172"/>
            <a:ext cx="9001496" cy="1077218"/>
          </a:xfrm>
          <a:prstGeom prst="rect">
            <a:avLst/>
          </a:prstGeom>
          <a:noFill/>
        </p:spPr>
        <p:txBody>
          <a:bodyPr wrap="square" rtlCol="0">
            <a:spAutoFit/>
          </a:bodyPr>
          <a:lstStyle/>
          <a:p>
            <a:pPr algn="just"/>
            <a:r>
              <a:rPr lang="es-CO" sz="1600" b="1" dirty="0" smtClean="0"/>
              <a:t>Editar Programa</a:t>
            </a:r>
            <a:endParaRPr lang="es-CO" sz="1400" b="1" dirty="0"/>
          </a:p>
          <a:p>
            <a:pPr algn="just"/>
            <a:endParaRPr lang="es-CO" sz="1600" dirty="0" smtClean="0"/>
          </a:p>
          <a:p>
            <a:pPr algn="just"/>
            <a:r>
              <a:rPr lang="es-CO" sz="1600" dirty="0" smtClean="0"/>
              <a:t>Luego de modificar los campos necesarios, seleccione el botón «Guardar». Es importante resaltar que los </a:t>
            </a:r>
            <a:r>
              <a:rPr lang="es-CO" sz="1600" dirty="0"/>
              <a:t>campos marcados con (</a:t>
            </a:r>
            <a:r>
              <a:rPr lang="es-CO" sz="1600" b="1" dirty="0">
                <a:solidFill>
                  <a:srgbClr val="FF0000"/>
                </a:solidFill>
              </a:rPr>
              <a:t>*</a:t>
            </a:r>
            <a:r>
              <a:rPr lang="es-CO" sz="1600" dirty="0"/>
              <a:t>) son </a:t>
            </a:r>
            <a:r>
              <a:rPr lang="es-CO" sz="1600" dirty="0" smtClean="0"/>
              <a:t>obligatorios, y sin estos el sistema no permitirá guardar el registro </a:t>
            </a:r>
          </a:p>
        </p:txBody>
      </p:sp>
      <p:pic>
        <p:nvPicPr>
          <p:cNvPr id="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108" t="18519" r="3162" b="6494"/>
          <a:stretch/>
        </p:blipFill>
        <p:spPr bwMode="auto">
          <a:xfrm>
            <a:off x="149408" y="2619136"/>
            <a:ext cx="8845183" cy="381197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Rectángulo redondeado"/>
          <p:cNvSpPr/>
          <p:nvPr/>
        </p:nvSpPr>
        <p:spPr>
          <a:xfrm>
            <a:off x="7620779" y="3027991"/>
            <a:ext cx="952497" cy="350296"/>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286622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308757" y="1224797"/>
            <a:ext cx="8443356" cy="1323439"/>
          </a:xfrm>
          <a:prstGeom prst="rect">
            <a:avLst/>
          </a:prstGeom>
          <a:noFill/>
        </p:spPr>
        <p:txBody>
          <a:bodyPr wrap="square" rtlCol="0">
            <a:spAutoFit/>
          </a:bodyPr>
          <a:lstStyle/>
          <a:p>
            <a:pPr algn="just"/>
            <a:r>
              <a:rPr lang="es-CO" sz="1600" b="1" dirty="0" smtClean="0"/>
              <a:t>Ver Programa</a:t>
            </a:r>
            <a:endParaRPr lang="es-CO" sz="1400" b="1" dirty="0"/>
          </a:p>
          <a:p>
            <a:pPr algn="just"/>
            <a:endParaRPr lang="es-CO" sz="1600" dirty="0" smtClean="0"/>
          </a:p>
          <a:p>
            <a:pPr algn="just"/>
            <a:r>
              <a:rPr lang="es-CO" sz="1600" dirty="0" smtClean="0"/>
              <a:t>En esta ventana, usted encontrará la información completa del programa organizada por pestañas. En caso de que el programa no posea acuerdos o reconocimientos, éstas pestañas se mostrarán vacías. </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57" y="2520034"/>
            <a:ext cx="8443356" cy="423108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0765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2"/>
          <p:cNvSpPr txBox="1"/>
          <p:nvPr/>
        </p:nvSpPr>
        <p:spPr>
          <a:xfrm>
            <a:off x="146903" y="1224797"/>
            <a:ext cx="8925847" cy="1107996"/>
          </a:xfrm>
          <a:prstGeom prst="rect">
            <a:avLst/>
          </a:prstGeom>
          <a:noFill/>
        </p:spPr>
        <p:txBody>
          <a:bodyPr wrap="square" rtlCol="0">
            <a:spAutoFit/>
          </a:bodyPr>
          <a:lstStyle/>
          <a:p>
            <a:pPr algn="just"/>
            <a:r>
              <a:rPr lang="es-CO" b="1" dirty="0" smtClean="0"/>
              <a:t>Crear Programa</a:t>
            </a:r>
            <a:endParaRPr lang="es-CO" sz="1600" b="1" dirty="0" smtClean="0"/>
          </a:p>
          <a:p>
            <a:pPr algn="just"/>
            <a:endParaRPr lang="es-CO" sz="1600" b="1" dirty="0"/>
          </a:p>
          <a:p>
            <a:pPr algn="just"/>
            <a:r>
              <a:rPr lang="es-CO" sz="1600" dirty="0" smtClean="0"/>
              <a:t>Para crear un nuevo programa, haga clic sobre el botón</a:t>
            </a:r>
            <a:r>
              <a:rPr lang="es-CO" sz="1600" dirty="0"/>
              <a:t> </a:t>
            </a:r>
            <a:r>
              <a:rPr lang="es-CO" sz="1600" dirty="0" smtClean="0"/>
              <a:t>«Crear Programa», a continuación se abrirá una ventana en la cual debe diligenciar los campos a guardar.</a:t>
            </a:r>
          </a:p>
        </p:txBody>
      </p:sp>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grpSp>
        <p:nvGrpSpPr>
          <p:cNvPr id="2" name="1 Grupo"/>
          <p:cNvGrpSpPr/>
          <p:nvPr/>
        </p:nvGrpSpPr>
        <p:grpSpPr>
          <a:xfrm>
            <a:off x="146903" y="2529436"/>
            <a:ext cx="8925847" cy="4107875"/>
            <a:chOff x="109076" y="2256311"/>
            <a:chExt cx="8925847" cy="4107875"/>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673"/>
            <a:stretch/>
          </p:blipFill>
          <p:spPr bwMode="auto">
            <a:xfrm>
              <a:off x="109076" y="2256311"/>
              <a:ext cx="8925847" cy="4107875"/>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Rectángulo redondeado"/>
            <p:cNvSpPr/>
            <p:nvPr/>
          </p:nvSpPr>
          <p:spPr>
            <a:xfrm>
              <a:off x="2440404" y="3921052"/>
              <a:ext cx="1006422" cy="33689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1941632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71250" y="1284172"/>
            <a:ext cx="9001496" cy="1323439"/>
          </a:xfrm>
          <a:prstGeom prst="rect">
            <a:avLst/>
          </a:prstGeom>
          <a:noFill/>
        </p:spPr>
        <p:txBody>
          <a:bodyPr wrap="square" rtlCol="0">
            <a:spAutoFit/>
          </a:bodyPr>
          <a:lstStyle/>
          <a:p>
            <a:pPr algn="just"/>
            <a:r>
              <a:rPr lang="es-CO" sz="1600" b="1" dirty="0"/>
              <a:t>Crear Programa</a:t>
            </a:r>
            <a:endParaRPr lang="es-CO" sz="1400" b="1" dirty="0"/>
          </a:p>
          <a:p>
            <a:pPr algn="just"/>
            <a:endParaRPr lang="es-CO" sz="1600" dirty="0" smtClean="0"/>
          </a:p>
          <a:p>
            <a:pPr algn="just"/>
            <a:r>
              <a:rPr lang="es-CO" sz="1600" dirty="0" smtClean="0"/>
              <a:t>Luego de diligenciar los campos, seleccione el botón «Guardar». Es importante resaltar que los </a:t>
            </a:r>
            <a:r>
              <a:rPr lang="es-CO" sz="1600" dirty="0"/>
              <a:t>campos marcados con (</a:t>
            </a:r>
            <a:r>
              <a:rPr lang="es-CO" sz="1600" b="1" dirty="0">
                <a:solidFill>
                  <a:srgbClr val="FF0000"/>
                </a:solidFill>
              </a:rPr>
              <a:t>*</a:t>
            </a:r>
            <a:r>
              <a:rPr lang="es-CO" sz="1600" dirty="0"/>
              <a:t>) son </a:t>
            </a:r>
            <a:r>
              <a:rPr lang="es-CO" sz="1600" dirty="0" smtClean="0"/>
              <a:t>obligatorios, y sin estos el sistema no permitirá guardar el registro . El icono en forma de signo de interrogación, le suministrará una guía el significado de cada campo.</a:t>
            </a:r>
          </a:p>
        </p:txBody>
      </p:sp>
      <p:sp>
        <p:nvSpPr>
          <p:cNvPr id="12" name="11 Rectángulo redondeado"/>
          <p:cNvSpPr/>
          <p:nvPr/>
        </p:nvSpPr>
        <p:spPr>
          <a:xfrm>
            <a:off x="7632122" y="3011024"/>
            <a:ext cx="1006422" cy="33689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108" t="18519" r="3162" b="6494"/>
          <a:stretch/>
        </p:blipFill>
        <p:spPr bwMode="auto">
          <a:xfrm>
            <a:off x="149408" y="2904144"/>
            <a:ext cx="8845183" cy="381197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2392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71250" y="1165422"/>
            <a:ext cx="9001496" cy="1077218"/>
          </a:xfrm>
          <a:prstGeom prst="rect">
            <a:avLst/>
          </a:prstGeom>
          <a:noFill/>
        </p:spPr>
        <p:txBody>
          <a:bodyPr wrap="square" rtlCol="0">
            <a:spAutoFit/>
          </a:bodyPr>
          <a:lstStyle/>
          <a:p>
            <a:pPr algn="just"/>
            <a:endParaRPr lang="es-CO" sz="1600" dirty="0" smtClean="0"/>
          </a:p>
          <a:p>
            <a:pPr algn="just"/>
            <a:r>
              <a:rPr lang="es-CO" sz="1600" dirty="0" smtClean="0"/>
              <a:t>Luego de que se haya creado el programa, usted podrá guardar los reconocimientos y los acuerdos de normativa interna que correspondan, seleccionando los botones «Reconocimiento» y «Normativa Interna» respectivamente .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28" y="2425723"/>
            <a:ext cx="8942118" cy="3992889"/>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Rectángulo redondeado"/>
          <p:cNvSpPr/>
          <p:nvPr/>
        </p:nvSpPr>
        <p:spPr>
          <a:xfrm>
            <a:off x="7632122" y="2847874"/>
            <a:ext cx="1006422" cy="33689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036565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249374" y="1153547"/>
            <a:ext cx="8431483" cy="1323439"/>
          </a:xfrm>
          <a:prstGeom prst="rect">
            <a:avLst/>
          </a:prstGeom>
          <a:noFill/>
        </p:spPr>
        <p:txBody>
          <a:bodyPr wrap="square" rtlCol="0">
            <a:spAutoFit/>
          </a:bodyPr>
          <a:lstStyle/>
          <a:p>
            <a:pPr algn="just"/>
            <a:r>
              <a:rPr lang="es-CO" sz="1600" b="1" dirty="0" smtClean="0"/>
              <a:t>Reconocimiento</a:t>
            </a:r>
            <a:endParaRPr lang="es-CO" sz="1400" b="1" dirty="0"/>
          </a:p>
          <a:p>
            <a:pPr algn="just"/>
            <a:endParaRPr lang="es-CO" sz="1600" dirty="0" smtClean="0"/>
          </a:p>
          <a:p>
            <a:pPr algn="just"/>
            <a:r>
              <a:rPr lang="es-CO" sz="1600" dirty="0" smtClean="0"/>
              <a:t>Luego de seleccionar el botón «Reconocimiento» se abrirá una ventana que contiene dos pestañas, la primera le permitirá visualizar todos los reconocimientos obtenidos por el programa, organizados en desde el más antiguo hasta el más reciente. </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6131"/>
          <a:stretch/>
        </p:blipFill>
        <p:spPr bwMode="auto">
          <a:xfrm>
            <a:off x="307049" y="2780783"/>
            <a:ext cx="8529901" cy="366751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9721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1357"/>
          <a:stretch/>
        </p:blipFill>
        <p:spPr bwMode="auto">
          <a:xfrm>
            <a:off x="249373" y="2954323"/>
            <a:ext cx="8431483" cy="356523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uadroTexto 2"/>
          <p:cNvSpPr txBox="1"/>
          <p:nvPr/>
        </p:nvSpPr>
        <p:spPr>
          <a:xfrm>
            <a:off x="249374" y="1444784"/>
            <a:ext cx="8431483" cy="1077218"/>
          </a:xfrm>
          <a:prstGeom prst="rect">
            <a:avLst/>
          </a:prstGeom>
          <a:noFill/>
        </p:spPr>
        <p:txBody>
          <a:bodyPr wrap="square" rtlCol="0">
            <a:spAutoFit/>
          </a:bodyPr>
          <a:lstStyle/>
          <a:p>
            <a:pPr algn="just"/>
            <a:r>
              <a:rPr lang="es-CO" sz="1600" b="1" dirty="0" smtClean="0"/>
              <a:t>Reconocimientos</a:t>
            </a:r>
            <a:endParaRPr lang="es-CO" sz="1400" b="1" dirty="0"/>
          </a:p>
          <a:p>
            <a:pPr algn="just"/>
            <a:endParaRPr lang="es-CO" sz="1600" dirty="0" smtClean="0"/>
          </a:p>
          <a:p>
            <a:pPr algn="just"/>
            <a:r>
              <a:rPr lang="es-CO" sz="1600" dirty="0" smtClean="0"/>
              <a:t>Según el estado de la vigencia del reconocimiento, este se visualizará de color azul o rojo, para activo e inactivo respectivamente.</a:t>
            </a:r>
          </a:p>
        </p:txBody>
      </p:sp>
    </p:spTree>
    <p:extLst>
      <p:ext uri="{BB962C8B-B14F-4D97-AF65-F5344CB8AC3E}">
        <p14:creationId xmlns:p14="http://schemas.microsoft.com/office/powerpoint/2010/main" val="1234917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517423" y="1094172"/>
            <a:ext cx="8044683" cy="1077218"/>
          </a:xfrm>
          <a:prstGeom prst="rect">
            <a:avLst/>
          </a:prstGeom>
          <a:noFill/>
        </p:spPr>
        <p:txBody>
          <a:bodyPr wrap="square" rtlCol="0">
            <a:spAutoFit/>
          </a:bodyPr>
          <a:lstStyle/>
          <a:p>
            <a:pPr algn="just"/>
            <a:r>
              <a:rPr lang="es-CO" sz="1600" b="1" dirty="0" smtClean="0"/>
              <a:t>Crear Reconocimiento</a:t>
            </a:r>
            <a:endParaRPr lang="es-CO" sz="1400" b="1" dirty="0"/>
          </a:p>
          <a:p>
            <a:pPr algn="just"/>
            <a:endParaRPr lang="es-CO" sz="1600" dirty="0" smtClean="0"/>
          </a:p>
          <a:p>
            <a:pPr algn="just"/>
            <a:r>
              <a:rPr lang="es-CO" sz="1600" dirty="0" smtClean="0"/>
              <a:t>En la </a:t>
            </a:r>
            <a:r>
              <a:rPr lang="es-CO" sz="1600" dirty="0" smtClean="0"/>
              <a:t>pestaña «Nuevo», </a:t>
            </a:r>
            <a:r>
              <a:rPr lang="es-CO" sz="1600" dirty="0" smtClean="0"/>
              <a:t>podrá crear </a:t>
            </a:r>
            <a:r>
              <a:rPr lang="es-CO" sz="1600" dirty="0" smtClean="0"/>
              <a:t>reconocimientos asociados a ese programa</a:t>
            </a:r>
            <a:r>
              <a:rPr lang="es-CO" sz="1600" dirty="0" smtClean="0"/>
              <a:t>. Cuando se selecciona un reconocimiento de tipo Renovación o Modificación, se habilita </a:t>
            </a:r>
            <a:r>
              <a:rPr lang="es-CO" sz="1600" smtClean="0"/>
              <a:t>el campo de </a:t>
            </a:r>
            <a:endParaRPr lang="es-CO" sz="1600" dirty="0" smtClean="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422" y="2417611"/>
            <a:ext cx="8044683" cy="4352975"/>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559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249374" y="1094172"/>
            <a:ext cx="8431483" cy="1323439"/>
          </a:xfrm>
          <a:prstGeom prst="rect">
            <a:avLst/>
          </a:prstGeom>
          <a:noFill/>
        </p:spPr>
        <p:txBody>
          <a:bodyPr wrap="square" rtlCol="0">
            <a:spAutoFit/>
          </a:bodyPr>
          <a:lstStyle/>
          <a:p>
            <a:pPr algn="just"/>
            <a:r>
              <a:rPr lang="es-CO" sz="1600" b="1" dirty="0" smtClean="0"/>
              <a:t>Normativa Interna</a:t>
            </a:r>
            <a:endParaRPr lang="es-CO" sz="1400" b="1" dirty="0"/>
          </a:p>
          <a:p>
            <a:pPr algn="just"/>
            <a:endParaRPr lang="es-CO" sz="1600" dirty="0" smtClean="0"/>
          </a:p>
          <a:p>
            <a:pPr algn="just"/>
            <a:r>
              <a:rPr lang="es-CO" sz="1600" dirty="0" smtClean="0"/>
              <a:t>Luego de seleccionar el botón «Normativa Interna» se abrirá una ventana que contiene dos pestañas, la primera le permitirá visualizar todos los acuerdos del programa, organizados en desde el más antiguo hasta el más reciente. </a:t>
            </a: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35" t="18154" r="22420" b="6322"/>
          <a:stretch/>
        </p:blipFill>
        <p:spPr bwMode="auto">
          <a:xfrm>
            <a:off x="356260" y="2417611"/>
            <a:ext cx="8229600" cy="4323584"/>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9776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Programas </a:t>
            </a:r>
            <a:endParaRPr lang="es-CO" sz="2200" b="1" dirty="0"/>
          </a:p>
        </p:txBody>
      </p:sp>
      <p:sp>
        <p:nvSpPr>
          <p:cNvPr id="8" name="CuadroTexto 2"/>
          <p:cNvSpPr txBox="1"/>
          <p:nvPr/>
        </p:nvSpPr>
        <p:spPr>
          <a:xfrm>
            <a:off x="517423" y="1094172"/>
            <a:ext cx="8044683" cy="1323439"/>
          </a:xfrm>
          <a:prstGeom prst="rect">
            <a:avLst/>
          </a:prstGeom>
          <a:noFill/>
        </p:spPr>
        <p:txBody>
          <a:bodyPr wrap="square" rtlCol="0">
            <a:spAutoFit/>
          </a:bodyPr>
          <a:lstStyle/>
          <a:p>
            <a:pPr algn="just"/>
            <a:r>
              <a:rPr lang="es-CO" sz="1600" b="1" dirty="0" smtClean="0"/>
              <a:t>Crear Acuerdo</a:t>
            </a:r>
            <a:endParaRPr lang="es-CO" sz="1400" b="1" dirty="0"/>
          </a:p>
          <a:p>
            <a:pPr algn="just"/>
            <a:endParaRPr lang="es-CO" sz="1600" dirty="0" smtClean="0"/>
          </a:p>
          <a:p>
            <a:pPr algn="just"/>
            <a:r>
              <a:rPr lang="es-CO" sz="1600" dirty="0" smtClean="0"/>
              <a:t>En la segunda pestaña, podrá crear un nuevo acuerdo para ese programa, recuerde que </a:t>
            </a:r>
            <a:r>
              <a:rPr lang="es-CO" sz="1600" dirty="0"/>
              <a:t>los campos marcados con (</a:t>
            </a:r>
            <a:r>
              <a:rPr lang="es-CO" sz="1600" b="1" dirty="0">
                <a:solidFill>
                  <a:srgbClr val="FF0000"/>
                </a:solidFill>
              </a:rPr>
              <a:t>*</a:t>
            </a:r>
            <a:r>
              <a:rPr lang="es-CO" sz="1600" dirty="0"/>
              <a:t>) son </a:t>
            </a:r>
            <a:r>
              <a:rPr lang="es-CO" sz="1600" dirty="0" smtClean="0"/>
              <a:t>obligatorios y el sistema no permitirá guardar el registro si uno de éstos no se ha diligenciado. </a:t>
            </a:r>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2635" t="18324" r="22602" b="6494"/>
          <a:stretch/>
        </p:blipFill>
        <p:spPr bwMode="auto">
          <a:xfrm>
            <a:off x="517423" y="2417611"/>
            <a:ext cx="8044683" cy="4257501"/>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8412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2"/>
          <p:cNvSpPr txBox="1"/>
          <p:nvPr/>
        </p:nvSpPr>
        <p:spPr>
          <a:xfrm>
            <a:off x="380011" y="1183532"/>
            <a:ext cx="8383979" cy="892552"/>
          </a:xfrm>
          <a:prstGeom prst="rect">
            <a:avLst/>
          </a:prstGeom>
          <a:noFill/>
        </p:spPr>
        <p:txBody>
          <a:bodyPr wrap="square" rtlCol="0">
            <a:spAutoFit/>
          </a:bodyPr>
          <a:lstStyle/>
          <a:p>
            <a:pPr algn="just"/>
            <a:r>
              <a:rPr lang="es-CO" b="1" dirty="0" smtClean="0"/>
              <a:t>Reportes</a:t>
            </a:r>
          </a:p>
          <a:p>
            <a:pPr algn="just"/>
            <a:endParaRPr lang="es-CO" b="1" dirty="0" smtClean="0"/>
          </a:p>
          <a:p>
            <a:pPr algn="just"/>
            <a:r>
              <a:rPr lang="es-CO" sz="1600" dirty="0" smtClean="0"/>
              <a:t>Para visualizar un reporte, seleccione la opción «Buscar» del menú lateral. </a:t>
            </a:r>
          </a:p>
        </p:txBody>
      </p:sp>
      <p:grpSp>
        <p:nvGrpSpPr>
          <p:cNvPr id="6" name="5 Grupo"/>
          <p:cNvGrpSpPr/>
          <p:nvPr/>
        </p:nvGrpSpPr>
        <p:grpSpPr>
          <a:xfrm>
            <a:off x="380012" y="2505692"/>
            <a:ext cx="8383979" cy="3858495"/>
            <a:chOff x="249382" y="2535375"/>
            <a:chExt cx="8609610" cy="4006937"/>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673"/>
            <a:stretch/>
          </p:blipFill>
          <p:spPr bwMode="auto">
            <a:xfrm>
              <a:off x="249382" y="2535375"/>
              <a:ext cx="8609610" cy="4006937"/>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Rectángulo redondeado"/>
            <p:cNvSpPr/>
            <p:nvPr/>
          </p:nvSpPr>
          <p:spPr>
            <a:xfrm>
              <a:off x="249382" y="3323262"/>
              <a:ext cx="1438999" cy="93862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Reportes Programas</a:t>
            </a:r>
            <a:endParaRPr lang="es-CO" sz="2200" b="1" dirty="0"/>
          </a:p>
        </p:txBody>
      </p:sp>
      <p:cxnSp>
        <p:nvCxnSpPr>
          <p:cNvPr id="3" name="2 Conector recto de flecha"/>
          <p:cNvCxnSpPr/>
          <p:nvPr/>
        </p:nvCxnSpPr>
        <p:spPr>
          <a:xfrm flipH="1">
            <a:off x="1383476" y="3942609"/>
            <a:ext cx="564077" cy="1"/>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5810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2"/>
          <p:cNvSpPr txBox="1"/>
          <p:nvPr/>
        </p:nvSpPr>
        <p:spPr>
          <a:xfrm>
            <a:off x="380011" y="1290407"/>
            <a:ext cx="8383979" cy="1077218"/>
          </a:xfrm>
          <a:prstGeom prst="rect">
            <a:avLst/>
          </a:prstGeom>
          <a:noFill/>
        </p:spPr>
        <p:txBody>
          <a:bodyPr wrap="square" rtlCol="0">
            <a:spAutoFit/>
          </a:bodyPr>
          <a:lstStyle/>
          <a:p>
            <a:pPr algn="just"/>
            <a:r>
              <a:rPr lang="es-CO" sz="1600" dirty="0" smtClean="0"/>
              <a:t>Para visualizar un reporte, seleccione la opción que corresponda en el menú lateral. Luego seleccione uno o más campos del filtro de búsqueda y a continuación seleccione el botón </a:t>
            </a:r>
            <a:r>
              <a:rPr lang="es-CO" sz="1600" dirty="0"/>
              <a:t>«Buscar</a:t>
            </a:r>
            <a:r>
              <a:rPr lang="es-CO" sz="1600" dirty="0" smtClean="0"/>
              <a:t>» para que los resultados se muestren, o el icono             para descargar el resultado en un archivo </a:t>
            </a:r>
            <a:r>
              <a:rPr lang="es-CO" sz="1600" dirty="0" err="1" smtClean="0"/>
              <a:t>excel</a:t>
            </a:r>
            <a:r>
              <a:rPr lang="es-CO" sz="1600" dirty="0" smtClean="0"/>
              <a:t>. </a:t>
            </a:r>
          </a:p>
        </p:txBody>
      </p:sp>
      <p:sp>
        <p:nvSpPr>
          <p:cNvPr id="9" name="CuadroTexto 2"/>
          <p:cNvSpPr txBox="1"/>
          <p:nvPr/>
        </p:nvSpPr>
        <p:spPr>
          <a:xfrm>
            <a:off x="238988" y="6424210"/>
            <a:ext cx="8560198" cy="338554"/>
          </a:xfrm>
          <a:prstGeom prst="rect">
            <a:avLst/>
          </a:prstGeom>
          <a:noFill/>
        </p:spPr>
        <p:txBody>
          <a:bodyPr wrap="square" rtlCol="0">
            <a:spAutoFit/>
          </a:bodyPr>
          <a:lstStyle/>
          <a:p>
            <a:pPr algn="just"/>
            <a:r>
              <a:rPr lang="es-CO" sz="1600" b="1" dirty="0" smtClean="0"/>
              <a:t>Nota: </a:t>
            </a:r>
            <a:r>
              <a:rPr lang="es-CO" sz="1600" dirty="0" smtClean="0"/>
              <a:t>Los campos marcados con (</a:t>
            </a:r>
            <a:r>
              <a:rPr lang="es-CO" sz="1600" b="1" dirty="0" smtClean="0">
                <a:solidFill>
                  <a:srgbClr val="FF0000"/>
                </a:solidFill>
              </a:rPr>
              <a:t>*</a:t>
            </a:r>
            <a:r>
              <a:rPr lang="es-CO" sz="1600" dirty="0" smtClean="0"/>
              <a:t>) son obligatorios.</a:t>
            </a:r>
            <a:endParaRPr lang="es-CO" sz="1600" b="1" dirty="0" smtClean="0"/>
          </a:p>
        </p:txBody>
      </p:sp>
      <p:sp>
        <p:nvSpPr>
          <p:cNvPr id="10"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Reportes Programas</a:t>
            </a:r>
            <a:endParaRPr lang="es-CO" sz="2200" b="1" dirty="0"/>
          </a:p>
        </p:txBody>
      </p:sp>
      <p:grpSp>
        <p:nvGrpSpPr>
          <p:cNvPr id="7" name="6 Grupo"/>
          <p:cNvGrpSpPr/>
          <p:nvPr/>
        </p:nvGrpSpPr>
        <p:grpSpPr>
          <a:xfrm>
            <a:off x="380011" y="2539210"/>
            <a:ext cx="8383979" cy="3825956"/>
            <a:chOff x="380011" y="2076085"/>
            <a:chExt cx="8383979" cy="3825956"/>
          </a:xfrm>
        </p:grpSpPr>
        <p:pic>
          <p:nvPicPr>
            <p:cNvPr id="133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8874"/>
            <a:stretch/>
          </p:blipFill>
          <p:spPr bwMode="auto">
            <a:xfrm>
              <a:off x="380011" y="2076085"/>
              <a:ext cx="8383979" cy="3825956"/>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Rectángulo redondeado"/>
            <p:cNvSpPr/>
            <p:nvPr/>
          </p:nvSpPr>
          <p:spPr>
            <a:xfrm>
              <a:off x="380011" y="2896256"/>
              <a:ext cx="1401287" cy="903848"/>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cxnSp>
          <p:nvCxnSpPr>
            <p:cNvPr id="12" name="11 Conector recto de flecha"/>
            <p:cNvCxnSpPr/>
            <p:nvPr/>
          </p:nvCxnSpPr>
          <p:spPr>
            <a:xfrm flipH="1">
              <a:off x="1531916" y="3348180"/>
              <a:ext cx="397823" cy="2"/>
            </a:xfrm>
            <a:prstGeom prst="straightConnector1">
              <a:avLst/>
            </a:prstGeom>
            <a:ln w="38100">
              <a:tailEnd type="arrow"/>
            </a:ln>
          </p:spPr>
          <p:style>
            <a:lnRef idx="2">
              <a:schemeClr val="accent1"/>
            </a:lnRef>
            <a:fillRef idx="0">
              <a:schemeClr val="accent1"/>
            </a:fillRef>
            <a:effectRef idx="1">
              <a:schemeClr val="accent1"/>
            </a:effectRef>
            <a:fontRef idx="minor">
              <a:schemeClr val="tx1"/>
            </a:fontRef>
          </p:style>
        </p:cxnSp>
        <p:sp>
          <p:nvSpPr>
            <p:cNvPr id="13" name="12 Rectángulo redondeado"/>
            <p:cNvSpPr/>
            <p:nvPr/>
          </p:nvSpPr>
          <p:spPr>
            <a:xfrm>
              <a:off x="1953489" y="3271499"/>
              <a:ext cx="4993576" cy="528605"/>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pic>
        <p:nvPicPr>
          <p:cNvPr id="1331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6621"/>
          <a:stretch/>
        </p:blipFill>
        <p:spPr bwMode="auto">
          <a:xfrm>
            <a:off x="4572000" y="1816921"/>
            <a:ext cx="476250" cy="452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9253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4" name="Título 3"/>
          <p:cNvSpPr>
            <a:spLocks noGrp="1"/>
          </p:cNvSpPr>
          <p:nvPr>
            <p:ph type="title"/>
          </p:nvPr>
        </p:nvSpPr>
        <p:spPr>
          <a:xfrm>
            <a:off x="894591" y="2705446"/>
            <a:ext cx="7772400" cy="1681023"/>
          </a:xfrm>
        </p:spPr>
        <p:txBody>
          <a:bodyPr>
            <a:normAutofit/>
          </a:bodyPr>
          <a:lstStyle/>
          <a:p>
            <a:pPr>
              <a:defRPr/>
            </a:pPr>
            <a:r>
              <a:rPr lang="es-CO" dirty="0" smtClean="0">
                <a:solidFill>
                  <a:schemeClr val="bg1"/>
                </a:solidFill>
              </a:rPr>
              <a:t>PREPARATORIOS</a:t>
            </a:r>
            <a:endParaRPr lang="es-ES_tradnl" dirty="0">
              <a:solidFill>
                <a:schemeClr val="bg1"/>
              </a:solidFill>
            </a:endParaRPr>
          </a:p>
        </p:txBody>
      </p:sp>
    </p:spTree>
    <p:extLst>
      <p:ext uri="{BB962C8B-B14F-4D97-AF65-F5344CB8AC3E}">
        <p14:creationId xmlns:p14="http://schemas.microsoft.com/office/powerpoint/2010/main" val="28053494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p:cNvSpPr txBox="1"/>
          <p:nvPr/>
        </p:nvSpPr>
        <p:spPr>
          <a:xfrm>
            <a:off x="0" y="869754"/>
            <a:ext cx="9144000" cy="430887"/>
          </a:xfrm>
          <a:prstGeom prst="rect">
            <a:avLst/>
          </a:prstGeom>
          <a:noFill/>
        </p:spPr>
        <p:txBody>
          <a:bodyPr wrap="square" rtlCol="0">
            <a:spAutoFit/>
          </a:bodyPr>
          <a:lstStyle/>
          <a:p>
            <a:pPr algn="ctr"/>
            <a:r>
              <a:rPr lang="es-CO" sz="2200" b="1" dirty="0" smtClean="0"/>
              <a:t>Ingreso a Preparatorios</a:t>
            </a:r>
            <a:endParaRPr lang="es-CO" sz="2200" b="1" dirty="0"/>
          </a:p>
        </p:txBody>
      </p:sp>
      <p:sp>
        <p:nvSpPr>
          <p:cNvPr id="5" name="CuadroTexto 2"/>
          <p:cNvSpPr txBox="1"/>
          <p:nvPr/>
        </p:nvSpPr>
        <p:spPr>
          <a:xfrm>
            <a:off x="404812" y="1379178"/>
            <a:ext cx="8394374" cy="338554"/>
          </a:xfrm>
          <a:prstGeom prst="rect">
            <a:avLst/>
          </a:prstGeom>
          <a:noFill/>
        </p:spPr>
        <p:txBody>
          <a:bodyPr wrap="square" rtlCol="0">
            <a:spAutoFit/>
          </a:bodyPr>
          <a:lstStyle/>
          <a:p>
            <a:pPr algn="just"/>
            <a:r>
              <a:rPr lang="es-CO" sz="1600" dirty="0" smtClean="0"/>
              <a:t>A continuación, </a:t>
            </a:r>
            <a:r>
              <a:rPr lang="es-CO" sz="1600" dirty="0"/>
              <a:t>seleccione </a:t>
            </a:r>
            <a:r>
              <a:rPr lang="es-CO" sz="1600" dirty="0" smtClean="0"/>
              <a:t>el icono de «Preparatorios».</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2543"/>
          <a:stretch/>
        </p:blipFill>
        <p:spPr bwMode="auto">
          <a:xfrm>
            <a:off x="312891" y="1947553"/>
            <a:ext cx="8486295" cy="3776547"/>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Elipse"/>
          <p:cNvSpPr/>
          <p:nvPr/>
        </p:nvSpPr>
        <p:spPr>
          <a:xfrm>
            <a:off x="4909673" y="2739585"/>
            <a:ext cx="1431234" cy="1338470"/>
          </a:xfrm>
          <a:prstGeom prst="ellipse">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3476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69" y="2398816"/>
            <a:ext cx="8739273" cy="403055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CuadroTexto 1"/>
          <p:cNvSpPr txBox="1"/>
          <p:nvPr/>
        </p:nvSpPr>
        <p:spPr>
          <a:xfrm>
            <a:off x="0" y="869754"/>
            <a:ext cx="9144000" cy="430887"/>
          </a:xfrm>
          <a:prstGeom prst="rect">
            <a:avLst/>
          </a:prstGeom>
          <a:noFill/>
        </p:spPr>
        <p:txBody>
          <a:bodyPr wrap="square" rtlCol="0">
            <a:spAutoFit/>
          </a:bodyPr>
          <a:lstStyle/>
          <a:p>
            <a:pPr algn="ctr"/>
            <a:r>
              <a:rPr lang="es-CO" sz="2200" b="1" dirty="0" smtClean="0"/>
              <a:t>Preparatorios</a:t>
            </a:r>
            <a:endParaRPr lang="es-CO" sz="2200" b="1" dirty="0"/>
          </a:p>
        </p:txBody>
      </p:sp>
      <p:sp>
        <p:nvSpPr>
          <p:cNvPr id="6" name="CuadroTexto 2"/>
          <p:cNvSpPr txBox="1"/>
          <p:nvPr/>
        </p:nvSpPr>
        <p:spPr>
          <a:xfrm>
            <a:off x="196869" y="1545433"/>
            <a:ext cx="8602317" cy="830997"/>
          </a:xfrm>
          <a:prstGeom prst="rect">
            <a:avLst/>
          </a:prstGeom>
          <a:noFill/>
        </p:spPr>
        <p:txBody>
          <a:bodyPr wrap="square" rtlCol="0">
            <a:spAutoFit/>
          </a:bodyPr>
          <a:lstStyle/>
          <a:p>
            <a:pPr algn="just"/>
            <a:r>
              <a:rPr lang="es-CO" sz="1600" dirty="0" smtClean="0"/>
              <a:t>A continuación, se mostrará una ventana en la cual usted podrá realizar una búsqueda por nombre o fragmento de nombre, diligenciando el campo «Nombre» y por «Tipo», seguido de hacer clic en el botón «Buscar».</a:t>
            </a:r>
          </a:p>
        </p:txBody>
      </p:sp>
      <p:sp>
        <p:nvSpPr>
          <p:cNvPr id="4" name="3 Rectángulo redondeado"/>
          <p:cNvSpPr/>
          <p:nvPr/>
        </p:nvSpPr>
        <p:spPr>
          <a:xfrm>
            <a:off x="427509" y="3372593"/>
            <a:ext cx="3859483" cy="475013"/>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8" name="7 Rectángulo redondeado"/>
          <p:cNvSpPr/>
          <p:nvPr/>
        </p:nvSpPr>
        <p:spPr>
          <a:xfrm>
            <a:off x="4572000" y="3503224"/>
            <a:ext cx="724397" cy="334486"/>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47934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1"/>
          <p:cNvSpPr txBox="1"/>
          <p:nvPr/>
        </p:nvSpPr>
        <p:spPr>
          <a:xfrm>
            <a:off x="0" y="774754"/>
            <a:ext cx="9144000" cy="430887"/>
          </a:xfrm>
          <a:prstGeom prst="rect">
            <a:avLst/>
          </a:prstGeom>
          <a:noFill/>
        </p:spPr>
        <p:txBody>
          <a:bodyPr wrap="square" rtlCol="0">
            <a:spAutoFit/>
          </a:bodyPr>
          <a:lstStyle/>
          <a:p>
            <a:pPr algn="ctr"/>
            <a:r>
              <a:rPr lang="es-CO" sz="2200" b="1" dirty="0" smtClean="0"/>
              <a:t>Preparatorios</a:t>
            </a:r>
            <a:endParaRPr lang="es-CO" sz="2200" b="1" dirty="0"/>
          </a:p>
        </p:txBody>
      </p:sp>
      <p:sp>
        <p:nvSpPr>
          <p:cNvPr id="6" name="CuadroTexto 2"/>
          <p:cNvSpPr txBox="1"/>
          <p:nvPr/>
        </p:nvSpPr>
        <p:spPr>
          <a:xfrm>
            <a:off x="196869" y="1041033"/>
            <a:ext cx="8602317" cy="1631216"/>
          </a:xfrm>
          <a:prstGeom prst="rect">
            <a:avLst/>
          </a:prstGeom>
          <a:noFill/>
        </p:spPr>
        <p:txBody>
          <a:bodyPr wrap="square" rtlCol="0">
            <a:spAutoFit/>
          </a:bodyPr>
          <a:lstStyle/>
          <a:p>
            <a:pPr algn="just"/>
            <a:endParaRPr lang="es-CO" b="1" dirty="0" smtClean="0"/>
          </a:p>
          <a:p>
            <a:pPr algn="just"/>
            <a:r>
              <a:rPr lang="es-CO" b="1" dirty="0" smtClean="0"/>
              <a:t>Editar</a:t>
            </a:r>
          </a:p>
          <a:p>
            <a:pPr algn="just"/>
            <a:r>
              <a:rPr lang="es-CO" sz="1600" dirty="0" smtClean="0"/>
              <a:t>Para editar el nombre de algún registro, seleccione el botón «Editar», y luego modifique el nombre según sea necesario, a continuación haga clic sobre el botón «Guardar». </a:t>
            </a:r>
            <a:r>
              <a:rPr lang="es-CO" sz="1600" dirty="0"/>
              <a:t>Para descargar el resultado en formato </a:t>
            </a:r>
            <a:r>
              <a:rPr lang="es-CO" sz="1600" dirty="0" err="1"/>
              <a:t>excel</a:t>
            </a:r>
            <a:r>
              <a:rPr lang="es-CO" sz="1600" dirty="0"/>
              <a:t>, haga clic sobre el botón «Excel».</a:t>
            </a:r>
          </a:p>
          <a:p>
            <a:pPr algn="just"/>
            <a:endParaRPr lang="es-CO" sz="1600" dirty="0" smtClean="0"/>
          </a:p>
        </p:txBody>
      </p:sp>
      <p:grpSp>
        <p:nvGrpSpPr>
          <p:cNvPr id="10" name="9 Grupo"/>
          <p:cNvGrpSpPr/>
          <p:nvPr/>
        </p:nvGrpSpPr>
        <p:grpSpPr>
          <a:xfrm>
            <a:off x="260516" y="2400023"/>
            <a:ext cx="8562420" cy="4440115"/>
            <a:chOff x="260516" y="2364398"/>
            <a:chExt cx="8562420" cy="4440115"/>
          </a:xfrm>
        </p:grpSpPr>
        <p:pic>
          <p:nvPicPr>
            <p:cNvPr id="15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16" y="2364398"/>
              <a:ext cx="8475022" cy="386416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8 Grupo"/>
            <p:cNvGrpSpPr/>
            <p:nvPr/>
          </p:nvGrpSpPr>
          <p:grpSpPr>
            <a:xfrm>
              <a:off x="701908" y="4016955"/>
              <a:ext cx="1922540" cy="369332"/>
              <a:chOff x="534391" y="4507515"/>
              <a:chExt cx="3438196" cy="490084"/>
            </a:xfrm>
          </p:grpSpPr>
          <p:sp>
            <p:nvSpPr>
              <p:cNvPr id="8" name="7 Rectángulo redondeado"/>
              <p:cNvSpPr/>
              <p:nvPr/>
            </p:nvSpPr>
            <p:spPr>
              <a:xfrm>
                <a:off x="534391" y="4519391"/>
                <a:ext cx="415636" cy="334486"/>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cxnSp>
            <p:nvCxnSpPr>
              <p:cNvPr id="3" name="2 Conector recto de flecha"/>
              <p:cNvCxnSpPr/>
              <p:nvPr/>
            </p:nvCxnSpPr>
            <p:spPr>
              <a:xfrm>
                <a:off x="950027" y="4686634"/>
                <a:ext cx="1615043" cy="0"/>
              </a:xfrm>
              <a:prstGeom prst="straightConnector1">
                <a:avLst/>
              </a:prstGeom>
              <a:ln>
                <a:solidFill>
                  <a:schemeClr val="accent1"/>
                </a:solidFill>
                <a:tailEnd type="arrow"/>
              </a:ln>
            </p:spPr>
            <p:style>
              <a:lnRef idx="2">
                <a:schemeClr val="accent1"/>
              </a:lnRef>
              <a:fillRef idx="0">
                <a:schemeClr val="accent1"/>
              </a:fillRef>
              <a:effectRef idx="1">
                <a:schemeClr val="accent1"/>
              </a:effectRef>
              <a:fontRef idx="minor">
                <a:schemeClr val="tx1"/>
              </a:fontRef>
            </p:style>
          </p:cxnSp>
          <p:sp>
            <p:nvSpPr>
              <p:cNvPr id="7" name="6 CuadroTexto"/>
              <p:cNvSpPr txBox="1"/>
              <p:nvPr/>
            </p:nvSpPr>
            <p:spPr>
              <a:xfrm>
                <a:off x="2565070" y="4507515"/>
                <a:ext cx="1407517" cy="490084"/>
              </a:xfrm>
              <a:prstGeom prst="rect">
                <a:avLst/>
              </a:prstGeom>
              <a:noFill/>
              <a:ln>
                <a:solidFill>
                  <a:schemeClr val="accent1"/>
                </a:solidFill>
              </a:ln>
            </p:spPr>
            <p:txBody>
              <a:bodyPr wrap="square" rtlCol="0">
                <a:spAutoFit/>
              </a:bodyPr>
              <a:lstStyle/>
              <a:p>
                <a:r>
                  <a:rPr lang="es-CO" dirty="0" smtClean="0"/>
                  <a:t>Editar</a:t>
                </a:r>
                <a:endParaRPr lang="es-CO" dirty="0"/>
              </a:p>
            </p:txBody>
          </p:sp>
        </p:grpSp>
        <p:pic>
          <p:nvPicPr>
            <p:cNvPr id="15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040" y="3833172"/>
              <a:ext cx="5998896" cy="2971341"/>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Rectángulo redondeado"/>
            <p:cNvSpPr/>
            <p:nvPr/>
          </p:nvSpPr>
          <p:spPr>
            <a:xfrm>
              <a:off x="7848872" y="4360148"/>
              <a:ext cx="748432" cy="346774"/>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cxnSp>
        <p:nvCxnSpPr>
          <p:cNvPr id="18" name="17 Conector recto de flecha"/>
          <p:cNvCxnSpPr/>
          <p:nvPr/>
        </p:nvCxnSpPr>
        <p:spPr>
          <a:xfrm>
            <a:off x="6271639" y="3651477"/>
            <a:ext cx="501861" cy="1341"/>
          </a:xfrm>
          <a:prstGeom prst="straightConnector1">
            <a:avLst/>
          </a:prstGeom>
          <a:ln>
            <a:solidFill>
              <a:schemeClr val="accent1"/>
            </a:solidFill>
            <a:tailEnd type="arrow"/>
          </a:ln>
        </p:spPr>
        <p:style>
          <a:lnRef idx="2">
            <a:schemeClr val="accent1"/>
          </a:lnRef>
          <a:fillRef idx="0">
            <a:schemeClr val="accent1"/>
          </a:fillRef>
          <a:effectRef idx="1">
            <a:schemeClr val="accent1"/>
          </a:effectRef>
          <a:fontRef idx="minor">
            <a:schemeClr val="tx1"/>
          </a:fontRef>
        </p:style>
      </p:cxnSp>
      <p:sp>
        <p:nvSpPr>
          <p:cNvPr id="19" name="18 Rectángulo redondeado"/>
          <p:cNvSpPr/>
          <p:nvPr/>
        </p:nvSpPr>
        <p:spPr>
          <a:xfrm>
            <a:off x="5871665" y="3505164"/>
            <a:ext cx="399974" cy="292627"/>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0" name="19 CuadroTexto"/>
          <p:cNvSpPr txBox="1"/>
          <p:nvPr/>
        </p:nvSpPr>
        <p:spPr>
          <a:xfrm>
            <a:off x="6773500" y="3451007"/>
            <a:ext cx="822668" cy="382445"/>
          </a:xfrm>
          <a:prstGeom prst="rect">
            <a:avLst/>
          </a:prstGeom>
          <a:noFill/>
          <a:ln>
            <a:solidFill>
              <a:schemeClr val="accent1"/>
            </a:solidFill>
          </a:ln>
        </p:spPr>
        <p:txBody>
          <a:bodyPr wrap="square" rtlCol="0">
            <a:spAutoFit/>
          </a:bodyPr>
          <a:lstStyle/>
          <a:p>
            <a:r>
              <a:rPr lang="es-CO" dirty="0" smtClean="0"/>
              <a:t>Excel</a:t>
            </a:r>
            <a:endParaRPr lang="es-CO" dirty="0"/>
          </a:p>
        </p:txBody>
      </p:sp>
    </p:spTree>
    <p:extLst>
      <p:ext uri="{BB962C8B-B14F-4D97-AF65-F5344CB8AC3E}">
        <p14:creationId xmlns:p14="http://schemas.microsoft.com/office/powerpoint/2010/main" val="327378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1"/>
          <p:cNvSpPr txBox="1"/>
          <p:nvPr/>
        </p:nvSpPr>
        <p:spPr>
          <a:xfrm>
            <a:off x="0" y="739129"/>
            <a:ext cx="9144000" cy="430887"/>
          </a:xfrm>
          <a:prstGeom prst="rect">
            <a:avLst/>
          </a:prstGeom>
          <a:noFill/>
        </p:spPr>
        <p:txBody>
          <a:bodyPr wrap="square" rtlCol="0">
            <a:spAutoFit/>
          </a:bodyPr>
          <a:lstStyle/>
          <a:p>
            <a:pPr algn="ctr"/>
            <a:r>
              <a:rPr lang="es-CO" sz="2200" b="1" dirty="0" smtClean="0"/>
              <a:t>Preparatorios</a:t>
            </a:r>
            <a:endParaRPr lang="es-CO" sz="2200" b="1" dirty="0"/>
          </a:p>
        </p:txBody>
      </p:sp>
      <p:sp>
        <p:nvSpPr>
          <p:cNvPr id="6" name="CuadroTexto 2"/>
          <p:cNvSpPr txBox="1"/>
          <p:nvPr/>
        </p:nvSpPr>
        <p:spPr>
          <a:xfrm>
            <a:off x="196869" y="1076658"/>
            <a:ext cx="8602317" cy="1107996"/>
          </a:xfrm>
          <a:prstGeom prst="rect">
            <a:avLst/>
          </a:prstGeom>
          <a:noFill/>
        </p:spPr>
        <p:txBody>
          <a:bodyPr wrap="square" rtlCol="0">
            <a:spAutoFit/>
          </a:bodyPr>
          <a:lstStyle/>
          <a:p>
            <a:pPr algn="just"/>
            <a:r>
              <a:rPr lang="es-CO" b="1" dirty="0" smtClean="0"/>
              <a:t>Crear</a:t>
            </a:r>
          </a:p>
          <a:p>
            <a:pPr algn="just"/>
            <a:r>
              <a:rPr lang="es-CO" sz="1600" dirty="0" smtClean="0"/>
              <a:t>Para crear un preparatorio, seleccione el botón «Crear», diligencie los campos que aparecen, luego haga clic sobre el botón «Guardar». Si desea seguir guardando registros, seleccione el botón «Nuevo</a:t>
            </a:r>
            <a:r>
              <a:rPr lang="es-CO" sz="1600" dirty="0"/>
              <a:t>»</a:t>
            </a:r>
            <a:r>
              <a:rPr lang="es-CO" sz="1600" dirty="0" smtClean="0"/>
              <a:t>, para que el formulario se limpie y pueda continuar.</a:t>
            </a:r>
          </a:p>
        </p:txBody>
      </p:sp>
      <p:sp>
        <p:nvSpPr>
          <p:cNvPr id="13" name="12 Rectángulo redondeado"/>
          <p:cNvSpPr/>
          <p:nvPr/>
        </p:nvSpPr>
        <p:spPr>
          <a:xfrm>
            <a:off x="8070231" y="4379559"/>
            <a:ext cx="748432" cy="346774"/>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nvGrpSpPr>
          <p:cNvPr id="18" name="17 Grupo"/>
          <p:cNvGrpSpPr/>
          <p:nvPr/>
        </p:nvGrpSpPr>
        <p:grpSpPr>
          <a:xfrm>
            <a:off x="260516" y="2400023"/>
            <a:ext cx="8800657" cy="4414857"/>
            <a:chOff x="260516" y="2400023"/>
            <a:chExt cx="8800657" cy="4414857"/>
          </a:xfrm>
        </p:grpSpPr>
        <p:pic>
          <p:nvPicPr>
            <p:cNvPr id="2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16" y="2400023"/>
              <a:ext cx="8475022" cy="3864162"/>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8 Grupo"/>
            <p:cNvGrpSpPr/>
            <p:nvPr/>
          </p:nvGrpSpPr>
          <p:grpSpPr>
            <a:xfrm>
              <a:off x="3675359" y="3451008"/>
              <a:ext cx="2160680" cy="382445"/>
              <a:chOff x="-1644796" y="3877890"/>
              <a:chExt cx="3864074" cy="507484"/>
            </a:xfrm>
          </p:grpSpPr>
          <p:sp>
            <p:nvSpPr>
              <p:cNvPr id="8" name="7 Rectángulo redondeado"/>
              <p:cNvSpPr/>
              <p:nvPr/>
            </p:nvSpPr>
            <p:spPr>
              <a:xfrm>
                <a:off x="996121" y="3949752"/>
                <a:ext cx="1223157" cy="363763"/>
              </a:xfrm>
              <a:prstGeom prst="roundRect">
                <a:avLst/>
              </a:prstGeom>
              <a:noFill/>
              <a:ln w="38100">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cxnSp>
            <p:nvCxnSpPr>
              <p:cNvPr id="3" name="2 Conector recto de flecha"/>
              <p:cNvCxnSpPr/>
              <p:nvPr/>
            </p:nvCxnSpPr>
            <p:spPr>
              <a:xfrm flipH="1" flipV="1">
                <a:off x="-173569" y="4103020"/>
                <a:ext cx="1169689" cy="28613"/>
              </a:xfrm>
              <a:prstGeom prst="straightConnector1">
                <a:avLst/>
              </a:prstGeom>
              <a:ln>
                <a:solidFill>
                  <a:schemeClr val="accent1"/>
                </a:solidFill>
                <a:tailEnd type="arrow"/>
              </a:ln>
            </p:spPr>
            <p:style>
              <a:lnRef idx="2">
                <a:schemeClr val="accent1"/>
              </a:lnRef>
              <a:fillRef idx="0">
                <a:schemeClr val="accent1"/>
              </a:fillRef>
              <a:effectRef idx="1">
                <a:schemeClr val="accent1"/>
              </a:effectRef>
              <a:fontRef idx="minor">
                <a:schemeClr val="tx1"/>
              </a:fontRef>
            </p:style>
          </p:cxnSp>
          <p:sp>
            <p:nvSpPr>
              <p:cNvPr id="7" name="6 CuadroTexto"/>
              <p:cNvSpPr txBox="1"/>
              <p:nvPr/>
            </p:nvSpPr>
            <p:spPr>
              <a:xfrm>
                <a:off x="-1644796" y="3877890"/>
                <a:ext cx="1471227" cy="507484"/>
              </a:xfrm>
              <a:prstGeom prst="rect">
                <a:avLst/>
              </a:prstGeom>
              <a:noFill/>
              <a:ln>
                <a:solidFill>
                  <a:schemeClr val="accent1"/>
                </a:solidFill>
              </a:ln>
            </p:spPr>
            <p:txBody>
              <a:bodyPr wrap="square" rtlCol="0">
                <a:spAutoFit/>
              </a:bodyPr>
              <a:lstStyle/>
              <a:p>
                <a:r>
                  <a:rPr lang="es-CO" dirty="0" smtClean="0"/>
                  <a:t>Crear</a:t>
                </a:r>
                <a:endParaRPr lang="es-CO" dirty="0"/>
              </a:p>
            </p:txBody>
          </p:sp>
        </p:grpSp>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228" y="3887612"/>
              <a:ext cx="5957945" cy="292726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95727389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71F020BE888BB4AB316B9373C8B4F2E" ma:contentTypeVersion="16" ma:contentTypeDescription="Create a new document." ma:contentTypeScope="" ma:versionID="d4dd329fb7aefe8f0833961973de1dd5">
  <xsd:schema xmlns:xsd="http://www.w3.org/2001/XMLSchema" xmlns:xs="http://www.w3.org/2001/XMLSchema" xmlns:p="http://schemas.microsoft.com/office/2006/metadata/properties" xmlns:ns2="d5c1a6a5-0428-459c-81cd-cf402d4ff623" xmlns:ns3="4b5fc4ab-1594-4dd7-8d7e-2e0a7577b23f" targetNamespace="http://schemas.microsoft.com/office/2006/metadata/properties" ma:root="true" ma:fieldsID="566a881b36aa1cdccae23e7b73ffdaca" ns2:_="" ns3:_="">
    <xsd:import namespace="d5c1a6a5-0428-459c-81cd-cf402d4ff623"/>
    <xsd:import namespace="4b5fc4ab-1594-4dd7-8d7e-2e0a7577b23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c1a6a5-0428-459c-81cd-cf402d4ff6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addd62e-4cdf-4ab6-87d1-e7567672f23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5fc4ab-1594-4dd7-8d7e-2e0a7577b23f"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89790768-eeed-4a9d-bea6-26e76a0d1d82}" ma:internalName="TaxCatchAll" ma:showField="CatchAllData" ma:web="4b5fc4ab-1594-4dd7-8d7e-2e0a7577b23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c1a6a5-0428-459c-81cd-cf402d4ff623">
      <Terms xmlns="http://schemas.microsoft.com/office/infopath/2007/PartnerControls"/>
    </lcf76f155ced4ddcb4097134ff3c332f>
    <TaxCatchAll xmlns="4b5fc4ab-1594-4dd7-8d7e-2e0a7577b23f" xsi:nil="true"/>
  </documentManagement>
</p:properties>
</file>

<file path=customXml/itemProps1.xml><?xml version="1.0" encoding="utf-8"?>
<ds:datastoreItem xmlns:ds="http://schemas.openxmlformats.org/officeDocument/2006/customXml" ds:itemID="{795EF671-A11E-46D4-853D-541E8AB4E143}"/>
</file>

<file path=customXml/itemProps2.xml><?xml version="1.0" encoding="utf-8"?>
<ds:datastoreItem xmlns:ds="http://schemas.openxmlformats.org/officeDocument/2006/customXml" ds:itemID="{E3F69528-5B7F-403D-8891-C156E4F07D00}"/>
</file>

<file path=customXml/itemProps3.xml><?xml version="1.0" encoding="utf-8"?>
<ds:datastoreItem xmlns:ds="http://schemas.openxmlformats.org/officeDocument/2006/customXml" ds:itemID="{EEAC5E40-E60D-441D-9846-3C3E759A3B94}"/>
</file>

<file path=docProps/app.xml><?xml version="1.0" encoding="utf-8"?>
<Properties xmlns="http://schemas.openxmlformats.org/officeDocument/2006/extended-properties" xmlns:vt="http://schemas.openxmlformats.org/officeDocument/2006/docPropsVTypes">
  <TotalTime>4213</TotalTime>
  <Words>779</Words>
  <Application>Microsoft Office PowerPoint</Application>
  <PresentationFormat>Presentación en pantalla (4:3)</PresentationFormat>
  <Paragraphs>78</Paragraphs>
  <Slides>25</Slides>
  <Notes>0</Notes>
  <HiddenSlides>0</HiddenSlides>
  <MMClips>0</MMClips>
  <ScaleCrop>false</ScaleCrop>
  <HeadingPairs>
    <vt:vector size="4" baseType="variant">
      <vt:variant>
        <vt:lpstr>Tema</vt:lpstr>
      </vt:variant>
      <vt:variant>
        <vt:i4>2</vt:i4>
      </vt:variant>
      <vt:variant>
        <vt:lpstr>Títulos de diapositiva</vt:lpstr>
      </vt:variant>
      <vt:variant>
        <vt:i4>25</vt:i4>
      </vt:variant>
    </vt:vector>
  </HeadingPairs>
  <TitlesOfParts>
    <vt:vector size="27" baseType="lpstr">
      <vt:lpstr>Tema de Office</vt:lpstr>
      <vt:lpstr>1_Tema de Office</vt:lpstr>
      <vt:lpstr>Presentación de PowerPoint</vt:lpstr>
      <vt:lpstr>INSTRUCTIVO PARA EL USO DEL APLICATIVO DE PROGRAMAS Y PREPARATORIOS</vt:lpstr>
      <vt:lpstr>Presentación de PowerPoint</vt:lpstr>
      <vt:lpstr>Presentación de PowerPoint</vt:lpstr>
      <vt:lpstr>PROGRAMAS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PREPARATORIOS</vt:lpstr>
      <vt:lpstr>Presentación de PowerPoint</vt:lpstr>
      <vt:lpstr>Presentación de PowerPoint</vt:lpstr>
      <vt:lpstr>Presentación de PowerPoint</vt:lpstr>
      <vt:lpstr>Presentación de PowerPoint</vt:lpstr>
    </vt:vector>
  </TitlesOfParts>
  <Company>usb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S3-COMORG-JOAQUIN</dc:creator>
  <cp:lastModifiedBy>DB2ADMIN</cp:lastModifiedBy>
  <cp:revision>114</cp:revision>
  <dcterms:created xsi:type="dcterms:W3CDTF">2018-01-24T15:16:31Z</dcterms:created>
  <dcterms:modified xsi:type="dcterms:W3CDTF">2018-11-09T14:43:56Z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0x010100F71F020BE888BB4AB316B9373C8B4F2E</vt:lpwstr>
  </property>
</Properties>
</file>