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8" r:id="rId6"/>
    <p:sldId id="298" r:id="rId7"/>
    <p:sldId id="273" r:id="rId8"/>
    <p:sldId id="281" r:id="rId9"/>
    <p:sldId id="291" r:id="rId10"/>
    <p:sldId id="290" r:id="rId11"/>
    <p:sldId id="292" r:id="rId12"/>
    <p:sldId id="294" r:id="rId13"/>
    <p:sldId id="295" r:id="rId14"/>
    <p:sldId id="293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ifS06BVwugQ9PqqWd7ffOG6o75P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e Lugo Gómez" initials="JLG" lastIdx="1" clrIdx="0">
    <p:extLst>
      <p:ext uri="{19B8F6BF-5375-455C-9EA6-DF929625EA0E}">
        <p15:presenceInfo xmlns:p15="http://schemas.microsoft.com/office/powerpoint/2012/main" userId="643ab5eb611092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EAEAEA"/>
    <a:srgbClr val="04662C"/>
    <a:srgbClr val="2F528F"/>
    <a:srgbClr val="637DAB"/>
    <a:srgbClr val="5B9BD5"/>
    <a:srgbClr val="C3981B"/>
    <a:srgbClr val="FFFFFF"/>
    <a:srgbClr val="A5A5A5"/>
    <a:srgbClr val="EF8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6" y="-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5" Type="http://customschemas.google.com/relationships/presentationmetadata" Target="meta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8394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177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8627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0875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4412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1441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205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12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rranquilla.unisimon.edu.co/academic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3122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9610809" cy="25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800" b="1" dirty="0">
                <a:solidFill>
                  <a:schemeClr val="lt1"/>
                </a:solidFill>
              </a:rPr>
              <a:t>Liquidación de Servicios </a:t>
            </a:r>
            <a:r>
              <a:rPr lang="es-MX" sz="4800" b="1" dirty="0" err="1">
                <a:solidFill>
                  <a:schemeClr val="lt1"/>
                </a:solidFill>
              </a:rPr>
              <a:t>Academicos</a:t>
            </a:r>
            <a:endParaRPr lang="es-MX"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4400" b="1" dirty="0">
                <a:solidFill>
                  <a:schemeClr val="lt1"/>
                </a:solidFill>
              </a:rPr>
              <a:t>Instructivo - Funcionarios</a:t>
            </a:r>
            <a:endParaRPr lang="es-MX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58413" y="1309008"/>
            <a:ext cx="1108608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s-CO" sz="2000" dirty="0">
                <a:latin typeface="Calibri" pitchFamily="34" charset="0"/>
              </a:rPr>
              <a:t>Ingrese desde su navegador al sitio web de estudiantes de la Universidad: </a:t>
            </a:r>
            <a:r>
              <a:rPr lang="es-CO" sz="1800" dirty="0">
                <a:hlinkClick r:id="rId3" tooltip="https://barranquilla.unisimon.edu.co/academico/"/>
              </a:rPr>
              <a:t>https://barranquilla.unisimon.edu.co/academico/</a:t>
            </a:r>
            <a:r>
              <a:rPr lang="es-CO" sz="1800" dirty="0"/>
              <a:t> </a:t>
            </a:r>
            <a:r>
              <a:rPr lang="es-CO" sz="2000" dirty="0">
                <a:latin typeface="Calibri" pitchFamily="34" charset="0"/>
              </a:rPr>
              <a:t>e inicia sesión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9DB72F-6FA9-47C3-9737-6ABE5B90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254" y="2172409"/>
            <a:ext cx="8534400" cy="4289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6EC15C1-F318-4469-A22D-8038AF9CD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31" y="1622110"/>
            <a:ext cx="9715130" cy="4898045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66022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Después de iniciar sesión, dirígete al logo de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Matricula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FA77C00-4CCF-4308-80F0-D73E3A0FBE81}"/>
              </a:ext>
            </a:extLst>
          </p:cNvPr>
          <p:cNvSpPr/>
          <p:nvPr/>
        </p:nvSpPr>
        <p:spPr>
          <a:xfrm>
            <a:off x="1699473" y="2476016"/>
            <a:ext cx="1012772" cy="10268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776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AB1D3B6-1190-4B89-A4A6-7F8F1196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33" y="1609349"/>
            <a:ext cx="9990338" cy="4599718"/>
          </a:xfrm>
          <a:prstGeom prst="rect">
            <a:avLst/>
          </a:prstGeom>
        </p:spPr>
      </p:pic>
      <p:sp>
        <p:nvSpPr>
          <p:cNvPr id="98" name="Google Shape;98;p3"/>
          <p:cNvSpPr txBox="1"/>
          <p:nvPr/>
        </p:nvSpPr>
        <p:spPr>
          <a:xfrm>
            <a:off x="552959" y="99367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Busque y presione el modulo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“Autorización de  compra de créditos”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menú lateral</a:t>
            </a:r>
            <a:endParaRPr lang="es-MX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27C80E1-2ECB-4F0B-B266-A1D6DD97539C}"/>
              </a:ext>
            </a:extLst>
          </p:cNvPr>
          <p:cNvSpPr/>
          <p:nvPr/>
        </p:nvSpPr>
        <p:spPr>
          <a:xfrm>
            <a:off x="1392239" y="2436814"/>
            <a:ext cx="1455736" cy="1952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CC08244-A102-4D62-B14B-53CF752456A3}"/>
              </a:ext>
            </a:extLst>
          </p:cNvPr>
          <p:cNvCxnSpPr>
            <a:cxnSpLocks/>
          </p:cNvCxnSpPr>
          <p:nvPr/>
        </p:nvCxnSpPr>
        <p:spPr>
          <a:xfrm flipH="1" flipV="1">
            <a:off x="2752725" y="2750216"/>
            <a:ext cx="361950" cy="63023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17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52959" y="904627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ha agregado un nuevo filtro “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Nivel”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abrir paso a la creación y visualización de registros con programas académicos de posgrado.</a:t>
            </a:r>
            <a:endParaRPr lang="es-MX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7291A4-C512-4143-9822-EEF486795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623" y="1685599"/>
            <a:ext cx="9778754" cy="502028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1A72E81-B214-452B-A73D-13D6B950544B}"/>
              </a:ext>
            </a:extLst>
          </p:cNvPr>
          <p:cNvSpPr/>
          <p:nvPr/>
        </p:nvSpPr>
        <p:spPr>
          <a:xfrm>
            <a:off x="5279550" y="2152649"/>
            <a:ext cx="1595120" cy="28003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EA8C6D9-CDB6-4194-B85B-9F21098A0ACC}"/>
              </a:ext>
            </a:extLst>
          </p:cNvPr>
          <p:cNvCxnSpPr>
            <a:cxnSpLocks/>
          </p:cNvCxnSpPr>
          <p:nvPr/>
        </p:nvCxnSpPr>
        <p:spPr>
          <a:xfrm flipV="1">
            <a:off x="6045200" y="2480341"/>
            <a:ext cx="0" cy="6565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4A8DAA8-E087-42FC-8C11-9E45EFB2EC33}"/>
              </a:ext>
            </a:extLst>
          </p:cNvPr>
          <p:cNvSpPr txBox="1"/>
          <p:nvPr/>
        </p:nvSpPr>
        <p:spPr>
          <a:xfrm>
            <a:off x="5391150" y="3222625"/>
            <a:ext cx="157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B050"/>
                </a:solidFill>
              </a:rPr>
              <a:t>Nuevo filtro por nivel académico</a:t>
            </a:r>
            <a:endParaRPr lang="es-CO" sz="1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05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52959" y="997452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ha creado una funcionalidad, podrá acceder presionando el botón “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8A0154-E597-4310-A5D9-26C612407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374" y="1494984"/>
            <a:ext cx="9712325" cy="4973179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68DAF44-B1F6-4597-B895-7C5252F9C287}"/>
              </a:ext>
            </a:extLst>
          </p:cNvPr>
          <p:cNvSpPr/>
          <p:nvPr/>
        </p:nvSpPr>
        <p:spPr>
          <a:xfrm>
            <a:off x="2119808" y="2291150"/>
            <a:ext cx="756739" cy="22821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67612B8-C5D8-4202-9B68-5D87816AAAA4}"/>
              </a:ext>
            </a:extLst>
          </p:cNvPr>
          <p:cNvCxnSpPr>
            <a:cxnSpLocks/>
          </p:cNvCxnSpPr>
          <p:nvPr/>
        </p:nvCxnSpPr>
        <p:spPr>
          <a:xfrm flipV="1">
            <a:off x="2450484" y="2572093"/>
            <a:ext cx="0" cy="656559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178CFE-BF46-49DF-8A05-EBCE94F38AC7}"/>
              </a:ext>
            </a:extLst>
          </p:cNvPr>
          <p:cNvSpPr txBox="1"/>
          <p:nvPr/>
        </p:nvSpPr>
        <p:spPr>
          <a:xfrm>
            <a:off x="1664673" y="3248400"/>
            <a:ext cx="157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B050"/>
                </a:solidFill>
              </a:rPr>
              <a:t>Nueva funcionalidad</a:t>
            </a:r>
            <a:endParaRPr lang="es-CO" sz="1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94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446427" y="762585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Desde esta nueva funcionalidad podrá configurar valores de descuentos a los créditos de los programas de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Posgrado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según el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Año, periodo, Nivel académico y tipo de curso.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EC6DC3-F7E3-491E-AEA0-4EB02937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985" y="1665356"/>
            <a:ext cx="8202966" cy="465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7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49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crear una configuración nueva deberá presionar el botón “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configuración”.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601EAD-3620-4DFA-888E-13DAACD836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3" t="1033" r="676" b="30583"/>
          <a:stretch/>
        </p:blipFill>
        <p:spPr>
          <a:xfrm>
            <a:off x="605211" y="1828800"/>
            <a:ext cx="10633528" cy="41547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6E2A677-0A99-49E2-AFA4-F3059CC99426}"/>
              </a:ext>
            </a:extLst>
          </p:cNvPr>
          <p:cNvSpPr/>
          <p:nvPr/>
        </p:nvSpPr>
        <p:spPr>
          <a:xfrm>
            <a:off x="7748251" y="2495337"/>
            <a:ext cx="1040642" cy="2744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3B4C3EB-BF16-41F3-9098-DA121D2033E6}"/>
              </a:ext>
            </a:extLst>
          </p:cNvPr>
          <p:cNvCxnSpPr>
            <a:cxnSpLocks/>
          </p:cNvCxnSpPr>
          <p:nvPr/>
        </p:nvCxnSpPr>
        <p:spPr>
          <a:xfrm flipH="1">
            <a:off x="8788894" y="2645546"/>
            <a:ext cx="48827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EAFEC1-679C-4EB2-A18E-A4C2D75D4360}"/>
              </a:ext>
            </a:extLst>
          </p:cNvPr>
          <p:cNvSpPr txBox="1"/>
          <p:nvPr/>
        </p:nvSpPr>
        <p:spPr>
          <a:xfrm>
            <a:off x="9228005" y="2414713"/>
            <a:ext cx="1571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B050"/>
                </a:solidFill>
              </a:rPr>
              <a:t>Botón para crear configuraciones</a:t>
            </a:r>
            <a:endParaRPr lang="es-CO" sz="1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78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90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vez presionado el botón cargará un formulario a diligenciar para crear una configuración,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Posterior al diligenciamiento del formulario deberá presionar el botón “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Guardar”.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9E0A89-83D6-41CD-99C3-5FDD5D6A7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49" y="2067939"/>
            <a:ext cx="6539493" cy="368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8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605211" y="1032867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“editar”     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despliega un formulario con la información del registro seleccionado, la cual podrá modificar al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“Guardar”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033AA3-D4CC-4826-8488-55D406B6C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116" y="1900504"/>
            <a:ext cx="7427109" cy="42269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8475833-E355-43EB-8621-93A81EF63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760" y="1246752"/>
            <a:ext cx="181000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15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8;p3">
            <a:extLst>
              <a:ext uri="{FF2B5EF4-FFF2-40B4-BE49-F238E27FC236}">
                <a16:creationId xmlns:a16="http://schemas.microsoft.com/office/drawing/2014/main" id="{8122E1F6-00F6-4D0C-AAEC-C98A103E2B4B}"/>
              </a:ext>
            </a:extLst>
          </p:cNvPr>
          <p:cNvSpPr txBox="1"/>
          <p:nvPr/>
        </p:nvSpPr>
        <p:spPr>
          <a:xfrm>
            <a:off x="552959" y="1137562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presionar el botón </a:t>
            </a:r>
            <a:r>
              <a:rPr lang="es-MX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“Eliminar”</a:t>
            </a:r>
            <a:r>
              <a:rPr lang="es-MX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se desplegará una ventana de confirmación la cual dará paso a la eliminación de dicho registro al presionar el botón </a:t>
            </a:r>
            <a:r>
              <a:rPr lang="es-MX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“Si”.</a:t>
            </a:r>
            <a:endParaRPr lang="es-MX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7E05A7-15CB-451F-8888-C2AB5FFAE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187" y="1331577"/>
            <a:ext cx="219106" cy="2476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FC3F0FC-2881-4F0C-B04A-EA938546B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780" y="2214919"/>
            <a:ext cx="5484676" cy="350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93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1F020BE888BB4AB316B9373C8B4F2E" ma:contentTypeVersion="16" ma:contentTypeDescription="Crear nuevo documento." ma:contentTypeScope="" ma:versionID="526b5373af5121124b9864188fa8e20d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f24ca4a7ac3581bbc0eb967e79e5a375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C512E37-4DF2-46D7-80E1-19B8763470BD}"/>
</file>

<file path=customXml/itemProps2.xml><?xml version="1.0" encoding="utf-8"?>
<ds:datastoreItem xmlns:ds="http://schemas.openxmlformats.org/officeDocument/2006/customXml" ds:itemID="{2A23D148-5857-4E5B-8ABA-8CE6E3B81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F17545-09FB-41A8-B550-5DA279D6760D}">
  <ds:schemaRefs>
    <ds:schemaRef ds:uri="http://purl.org/dc/terms/"/>
    <ds:schemaRef ds:uri="http://schemas.microsoft.com/office/2006/metadata/properties"/>
    <ds:schemaRef ds:uri="d5c1a6a5-0428-459c-81cd-cf402d4ff623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4b5fc4ab-1594-4dd7-8d7e-2e0a7577b23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5282</TotalTime>
  <Words>242</Words>
  <Application>Microsoft Office PowerPoint</Application>
  <PresentationFormat>Panorámica</PresentationFormat>
  <Paragraphs>16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Jose Lugo Gómez</cp:lastModifiedBy>
  <cp:revision>417</cp:revision>
  <dcterms:created xsi:type="dcterms:W3CDTF">2021-08-30T16:06:06Z</dcterms:created>
  <dcterms:modified xsi:type="dcterms:W3CDTF">2024-02-19T19:35:52Z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2024-02-04T20:35:39Z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7e70c758-ff94-4810-acc2-85ce6cf77b1f</vt:lpwstr>
  </property>
  <property fmtid="{D5CDD505-2E9C-101B-9397-08002B2CF9AE}" pid="9" name="MSIP_Label_f535a957-b352-4c2d-aa57-80f72177303d_ContentBits">
    <vt:lpwstr>0</vt:lpwstr>
  </property>
</Properties>
</file>