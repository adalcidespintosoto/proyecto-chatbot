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4"/>
    <p:sldId id="262" r:id="rId5"/>
    <p:sldId id="263" r:id="rId6"/>
    <p:sldId id="264" r:id="rId7"/>
    <p:sldId id="265" r:id="rId8"/>
    <p:sldId id="276" r:id="rId9"/>
    <p:sldId id="266" r:id="rId10"/>
    <p:sldId id="267" r:id="rId11"/>
    <p:sldId id="269" r:id="rId12"/>
    <p:sldId id="270" r:id="rId13"/>
    <p:sldId id="277" r:id="rId14"/>
    <p:sldId id="271" r:id="rId15"/>
    <p:sldId id="272" r:id="rId16"/>
    <p:sldId id="273" r:id="rId17"/>
    <p:sldId id="274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6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02/02/2021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258309"/>
            <a:ext cx="9144000" cy="6848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acceder a los Servicios Institucionales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339100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de Estudiantes</a:t>
            </a:r>
          </a:p>
        </p:txBody>
      </p:sp>
    </p:spTree>
    <p:extLst>
      <p:ext uri="{BB962C8B-B14F-4D97-AF65-F5344CB8AC3E}">
        <p14:creationId xmlns:p14="http://schemas.microsoft.com/office/powerpoint/2010/main" val="21821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 al portal estudiantes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2" y="1731373"/>
            <a:ext cx="1888511" cy="89415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862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estudiantes»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79627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8" name="6 Grupo"/>
          <p:cNvGrpSpPr/>
          <p:nvPr/>
        </p:nvGrpSpPr>
        <p:grpSpPr>
          <a:xfrm rot="16200000" flipV="1">
            <a:off x="1433217" y="2409962"/>
            <a:ext cx="2422538" cy="259774"/>
            <a:chOff x="5729176" y="1766332"/>
            <a:chExt cx="1191284" cy="1140874"/>
          </a:xfrm>
        </p:grpSpPr>
        <p:cxnSp>
          <p:nvCxnSpPr>
            <p:cNvPr id="9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72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908"/>
            <a:ext cx="9144000" cy="450022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la sede “Barranquilla”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557279" y="3670568"/>
            <a:ext cx="1394882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17 Conector recto de flecha"/>
          <p:cNvCxnSpPr>
            <a:cxnSpLocks/>
          </p:cNvCxnSpPr>
          <p:nvPr/>
        </p:nvCxnSpPr>
        <p:spPr>
          <a:xfrm>
            <a:off x="3343613" y="1510748"/>
            <a:ext cx="0" cy="211206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74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1011"/>
            <a:ext cx="9144000" cy="457489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el botón «Acceder»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646411" y="3864207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2770629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79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339100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Aula Extendida</a:t>
            </a:r>
          </a:p>
        </p:txBody>
      </p:sp>
    </p:spTree>
    <p:extLst>
      <p:ext uri="{BB962C8B-B14F-4D97-AF65-F5344CB8AC3E}">
        <p14:creationId xmlns:p14="http://schemas.microsoft.com/office/powerpoint/2010/main" val="216208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 al aula extendida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2" y="1731373"/>
            <a:ext cx="1888511" cy="89415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726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«Aula Extendida»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5746482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8" name="6 Grupo"/>
          <p:cNvGrpSpPr/>
          <p:nvPr/>
        </p:nvGrpSpPr>
        <p:grpSpPr>
          <a:xfrm rot="16200000">
            <a:off x="5479274" y="2166979"/>
            <a:ext cx="2422538" cy="745738"/>
            <a:chOff x="5729176" y="1766332"/>
            <a:chExt cx="1191284" cy="1140874"/>
          </a:xfrm>
        </p:grpSpPr>
        <p:cxnSp>
          <p:nvCxnSpPr>
            <p:cNvPr id="9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1953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" y="1897543"/>
            <a:ext cx="9144000" cy="449686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la plataforma según corresponda a su programa académico (Pregrado o Posgrado), y presione el botón “Ingresar”</a:t>
            </a:r>
          </a:p>
          <a:p>
            <a:pPr algn="ctr"/>
            <a:endParaRPr lang="es-CO" sz="1600" dirty="0"/>
          </a:p>
        </p:txBody>
      </p:sp>
      <p:cxnSp>
        <p:nvCxnSpPr>
          <p:cNvPr id="8" name="8 Conector recto de flecha">
            <a:extLst>
              <a:ext uri="{FF2B5EF4-FFF2-40B4-BE49-F238E27FC236}">
                <a16:creationId xmlns:a16="http://schemas.microsoft.com/office/drawing/2014/main" id="{C2CB91BF-15A4-4E96-AC25-3F0C26B3883A}"/>
              </a:ext>
            </a:extLst>
          </p:cNvPr>
          <p:cNvCxnSpPr>
            <a:cxnSpLocks/>
          </p:cNvCxnSpPr>
          <p:nvPr/>
        </p:nvCxnSpPr>
        <p:spPr>
          <a:xfrm>
            <a:off x="4605146" y="1745441"/>
            <a:ext cx="0" cy="3873481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14 Rectángulo redondeado">
            <a:extLst>
              <a:ext uri="{FF2B5EF4-FFF2-40B4-BE49-F238E27FC236}">
                <a16:creationId xmlns:a16="http://schemas.microsoft.com/office/drawing/2014/main" id="{C3AC1BE0-B7B2-414C-99FE-B6726C184857}"/>
              </a:ext>
            </a:extLst>
          </p:cNvPr>
          <p:cNvSpPr/>
          <p:nvPr/>
        </p:nvSpPr>
        <p:spPr>
          <a:xfrm>
            <a:off x="1484249" y="5718267"/>
            <a:ext cx="4525613" cy="51025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4137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7818"/>
            <a:ext cx="9144000" cy="443083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el botón «Acceder»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512791" y="3812411"/>
            <a:ext cx="2171701" cy="12082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10997" y="1549580"/>
            <a:ext cx="921840" cy="2942907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298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258309"/>
            <a:ext cx="9144000" cy="6848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Correo Institucional</a:t>
            </a:r>
          </a:p>
        </p:txBody>
      </p:sp>
    </p:spTree>
    <p:extLst>
      <p:ext uri="{BB962C8B-B14F-4D97-AF65-F5344CB8AC3E}">
        <p14:creationId xmlns:p14="http://schemas.microsoft.com/office/powerpoint/2010/main" val="1490207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7594"/>
            <a:ext cx="9144000" cy="4636312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«Servicios»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8032172" y="2427089"/>
            <a:ext cx="1007920" cy="24698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7024249" y="1495424"/>
            <a:ext cx="1007920" cy="1113167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08606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Rectángulo 4"/>
          <p:cNvSpPr/>
          <p:nvPr/>
        </p:nvSpPr>
        <p:spPr>
          <a:xfrm>
            <a:off x="2299432" y="796904"/>
            <a:ext cx="4545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b="1" dirty="0"/>
              <a:t>ACCESO AL CORREO ESTUDIANTE MICROSOFT</a:t>
            </a:r>
          </a:p>
        </p:txBody>
      </p:sp>
    </p:spTree>
    <p:extLst>
      <p:ext uri="{BB962C8B-B14F-4D97-AF65-F5344CB8AC3E}">
        <p14:creationId xmlns:p14="http://schemas.microsoft.com/office/powerpoint/2010/main" val="1642220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84" y="1751011"/>
            <a:ext cx="9144000" cy="462179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37842" y="988873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Seleccione el apartado “Correo estudiantes“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871038" y="4312229"/>
            <a:ext cx="1007920" cy="2744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4187379" y="1495424"/>
            <a:ext cx="3618150" cy="2944054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08606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6896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7" y="1668686"/>
            <a:ext cx="9144000" cy="4320727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Digite su correo institucional Microsoft para ingresar y presione el botón “Siguiente”.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299035" y="3458474"/>
            <a:ext cx="2465245" cy="2744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2792071" y="1495424"/>
            <a:ext cx="452229" cy="2152651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08606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525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7872"/>
            <a:ext cx="9144000" cy="451195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Digite su contraseña e ingrese presionando el botón “Iniciar sesión”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457025" y="3996603"/>
            <a:ext cx="2210350" cy="2744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2922214" y="1566242"/>
            <a:ext cx="452229" cy="2562226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08606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592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258309"/>
            <a:ext cx="9144000" cy="6848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MICROSOFT TEAMS</a:t>
            </a:r>
          </a:p>
        </p:txBody>
      </p:sp>
    </p:spTree>
    <p:extLst>
      <p:ext uri="{BB962C8B-B14F-4D97-AF65-F5344CB8AC3E}">
        <p14:creationId xmlns:p14="http://schemas.microsoft.com/office/powerpoint/2010/main" val="2136937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7594"/>
            <a:ext cx="9144000" cy="4636312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«Servicios»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8032172" y="2453593"/>
            <a:ext cx="1007920" cy="24698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7701971" y="1495424"/>
            <a:ext cx="330198" cy="1113167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08606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Rectángulo 4"/>
          <p:cNvSpPr/>
          <p:nvPr/>
        </p:nvSpPr>
        <p:spPr>
          <a:xfrm>
            <a:off x="2299432" y="796904"/>
            <a:ext cx="4545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b="1" dirty="0"/>
              <a:t>ACCESO AL CORREO ESTUDIANTE MICROSOFT</a:t>
            </a:r>
          </a:p>
        </p:txBody>
      </p:sp>
    </p:spTree>
    <p:extLst>
      <p:ext uri="{BB962C8B-B14F-4D97-AF65-F5344CB8AC3E}">
        <p14:creationId xmlns:p14="http://schemas.microsoft.com/office/powerpoint/2010/main" val="2554266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84" y="1751011"/>
            <a:ext cx="9144000" cy="462179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37842" y="988873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Seleccione el apartado “Correo estudiantes“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871038" y="4312229"/>
            <a:ext cx="1007920" cy="2744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4187379" y="1495424"/>
            <a:ext cx="3618150" cy="2944054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08606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5932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233E2CBA-CEE8-4F9A-9ADC-6A2C06E8B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" y="1556130"/>
            <a:ext cx="9141617" cy="456637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56704" y="103371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Calibri" pitchFamily="34" charset="0"/>
              </a:rPr>
              <a:t>Inicie sesión con su usuario y contraseña de Microsoft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689437" y="2935432"/>
            <a:ext cx="3512580" cy="236643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2142714" y="1372270"/>
            <a:ext cx="452229" cy="2467047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08606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7259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7D2F178-9E88-4F85-8550-8C1A4A226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8" y="2067340"/>
            <a:ext cx="9118260" cy="4209978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56704" y="103371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Calibri" pitchFamily="34" charset="0"/>
              </a:rPr>
              <a:t>Seleccione el icono de la aplicación Teams en el panel principal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6215269" y="2935432"/>
            <a:ext cx="675852" cy="68241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4240695" y="1372270"/>
            <a:ext cx="1842051" cy="1927521"/>
            <a:chOff x="925941" y="1637561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2111775" y="163756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925941" y="2778435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4790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A1ABEA15-1CF5-47CA-864A-A10D9C90B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" y="1946804"/>
            <a:ext cx="9095803" cy="4414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56704" y="103371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Calibri" pitchFamily="34" charset="0"/>
              </a:rPr>
              <a:t>Vista general de Teams.</a:t>
            </a:r>
          </a:p>
        </p:txBody>
      </p:sp>
    </p:spTree>
    <p:extLst>
      <p:ext uri="{BB962C8B-B14F-4D97-AF65-F5344CB8AC3E}">
        <p14:creationId xmlns:p14="http://schemas.microsoft.com/office/powerpoint/2010/main" val="223487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RESTABLECIMIENTO DE CONTRASEÑA</a:t>
            </a: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(ESTUDIANTES)</a:t>
            </a:r>
          </a:p>
        </p:txBody>
      </p:sp>
    </p:spTree>
    <p:extLst>
      <p:ext uri="{BB962C8B-B14F-4D97-AF65-F5344CB8AC3E}">
        <p14:creationId xmlns:p14="http://schemas.microsoft.com/office/powerpoint/2010/main" val="721120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 al portal estudiantes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2" y="1731373"/>
            <a:ext cx="1888511" cy="89415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0910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estudiantes»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79627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8" name="6 Grupo"/>
          <p:cNvGrpSpPr/>
          <p:nvPr/>
        </p:nvGrpSpPr>
        <p:grpSpPr>
          <a:xfrm rot="16200000" flipV="1">
            <a:off x="1433217" y="2409962"/>
            <a:ext cx="2422538" cy="259774"/>
            <a:chOff x="5729176" y="1766332"/>
            <a:chExt cx="1191284" cy="1140874"/>
          </a:xfrm>
        </p:grpSpPr>
        <p:cxnSp>
          <p:nvCxnSpPr>
            <p:cNvPr id="9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7164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908"/>
            <a:ext cx="9144000" cy="450022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la sede “Barranquilla”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610287" y="3670568"/>
            <a:ext cx="1394882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17 Conector recto de flecha"/>
          <p:cNvCxnSpPr>
            <a:cxnSpLocks/>
          </p:cNvCxnSpPr>
          <p:nvPr/>
        </p:nvCxnSpPr>
        <p:spPr>
          <a:xfrm>
            <a:off x="3343613" y="1510748"/>
            <a:ext cx="0" cy="211206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266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1011"/>
            <a:ext cx="9144000" cy="457489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D</a:t>
            </a:r>
            <a:r>
              <a:rPr lang="es-CO" sz="1600" dirty="0"/>
              <a:t>diríjase a la sección “Olvidé mi Usuario / Contraseña”</a:t>
            </a:r>
          </a:p>
        </p:txBody>
      </p:sp>
    </p:spTree>
    <p:extLst>
      <p:ext uri="{BB962C8B-B14F-4D97-AF65-F5344CB8AC3E}">
        <p14:creationId xmlns:p14="http://schemas.microsoft.com/office/powerpoint/2010/main" val="108606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FBB1102-320B-43FD-B2C8-E1A144C86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1999283"/>
            <a:ext cx="6962775" cy="413385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Ingrese su código de estudiante o número de identificación y presione el botón “Enviar”</a:t>
            </a:r>
          </a:p>
        </p:txBody>
      </p:sp>
    </p:spTree>
    <p:extLst>
      <p:ext uri="{BB962C8B-B14F-4D97-AF65-F5344CB8AC3E}">
        <p14:creationId xmlns:p14="http://schemas.microsoft.com/office/powerpoint/2010/main" val="3104520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Se ha realizado el envío de contraseña a su correo personal, a continuación se mostrarán los pasos que deberá seguir.</a:t>
            </a:r>
            <a:endParaRPr lang="es-CO" sz="16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01885B2-B22B-4A16-9455-3BE2FA7E9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661" y="1902350"/>
            <a:ext cx="5658678" cy="480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73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Presione el enlace “Restablecer contraseña” ubicado en el mensaje de correo recibido</a:t>
            </a:r>
            <a:endParaRPr lang="es-CO" sz="1600" dirty="0"/>
          </a:p>
        </p:txBody>
      </p:sp>
      <p:pic>
        <p:nvPicPr>
          <p:cNvPr id="11" name="Imagen 10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077397D-3403-4ABA-A8FC-23D828FD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45" y="1801504"/>
            <a:ext cx="5596752" cy="4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30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4950D96-7BBA-4562-82C8-95F8BE340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759" y="1937497"/>
            <a:ext cx="3752850" cy="435292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Posteriormente, digite su contraseña nueva y la confirmación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33371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Mensaje de confirmación de contraseña restablecida</a:t>
            </a:r>
            <a:endParaRPr lang="es-CO" sz="1600" dirty="0"/>
          </a:p>
        </p:txBody>
      </p:sp>
      <p:pic>
        <p:nvPicPr>
          <p:cNvPr id="4" name="Imagen 3" descr="Imagen que contiene computadora&#10;&#10;Descripción generada automáticamente">
            <a:extLst>
              <a:ext uri="{FF2B5EF4-FFF2-40B4-BE49-F238E27FC236}">
                <a16:creationId xmlns:a16="http://schemas.microsoft.com/office/drawing/2014/main" id="{83656D2A-E80A-4543-880C-A741E93BE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72" t="13956" r="21182" b="25936"/>
          <a:stretch/>
        </p:blipFill>
        <p:spPr>
          <a:xfrm>
            <a:off x="1820125" y="2292626"/>
            <a:ext cx="5609768" cy="339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BC7FAB6-EB71-4665-AC8B-AF029C4FEC93}"/>
</file>

<file path=customXml/itemProps2.xml><?xml version="1.0" encoding="utf-8"?>
<ds:datastoreItem xmlns:ds="http://schemas.openxmlformats.org/officeDocument/2006/customXml" ds:itemID="{199F2F28-4A88-4D5C-94F4-02A9D224E83C}"/>
</file>

<file path=customXml/itemProps3.xml><?xml version="1.0" encoding="utf-8"?>
<ds:datastoreItem xmlns:ds="http://schemas.openxmlformats.org/officeDocument/2006/customXml" ds:itemID="{356835C9-E928-48BC-9627-371352569979}"/>
</file>

<file path=docProps/app.xml><?xml version="1.0" encoding="utf-8"?>
<Properties xmlns="http://schemas.openxmlformats.org/officeDocument/2006/extended-properties" xmlns:vt="http://schemas.openxmlformats.org/officeDocument/2006/docPropsVTypes">
  <TotalTime>6008</TotalTime>
  <Words>434</Words>
  <Application>Microsoft Office PowerPoint</Application>
  <PresentationFormat>Presentación en pantalla (4:3)</PresentationFormat>
  <Paragraphs>42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6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Patricia Pastori Rojas</cp:lastModifiedBy>
  <cp:revision>204</cp:revision>
  <dcterms:created xsi:type="dcterms:W3CDTF">2018-01-24T15:16:31Z</dcterms:created>
  <dcterms:modified xsi:type="dcterms:W3CDTF">2021-02-03T15:41:05Z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