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6" r:id="rId7"/>
    <p:sldId id="264" r:id="rId8"/>
    <p:sldId id="265" r:id="rId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03/03/2021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03/03/2021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03/03/2021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03/03/2021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03/03/2021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03/03/2021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03/03/2021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03/03/2021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03/03/2021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03/03/2021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03/03/2021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7DF9-FAD7-1E47-AA47-37C096A7FDB9}" type="datetimeFigureOut">
              <a:rPr lang="es-ES_tradnl" smtClean="0"/>
              <a:t>03/03/2021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unisimon.edu.co/portales/administrativo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742111" y="3267726"/>
            <a:ext cx="5659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3200" b="1" dirty="0">
                <a:solidFill>
                  <a:schemeClr val="bg1"/>
                </a:solidFill>
              </a:rPr>
              <a:t>Asignación Académica - Listados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929161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Ingreso</a:t>
            </a:r>
          </a:p>
        </p:txBody>
      </p:sp>
      <p:sp>
        <p:nvSpPr>
          <p:cNvPr id="5" name="CuadroTexto 2"/>
          <p:cNvSpPr txBox="1"/>
          <p:nvPr/>
        </p:nvSpPr>
        <p:spPr>
          <a:xfrm>
            <a:off x="267026" y="1459085"/>
            <a:ext cx="8394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Desde la página web de la universidad, en la sección de «Portales» (</a:t>
            </a:r>
            <a:r>
              <a:rPr lang="es-CO" dirty="0">
                <a:hlinkClick r:id="rId2"/>
              </a:rPr>
              <a:t>http://www.unisimon.edu.co/portales/administrativos</a:t>
            </a:r>
            <a:r>
              <a:rPr lang="es-CO" dirty="0"/>
              <a:t>), ingrese su usuario y contraseña, y presione el botón «Acceder»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94"/>
          <a:stretch/>
        </p:blipFill>
        <p:spPr bwMode="auto">
          <a:xfrm>
            <a:off x="620419" y="2734236"/>
            <a:ext cx="7687588" cy="3564697"/>
          </a:xfrm>
          <a:prstGeom prst="rect">
            <a:avLst/>
          </a:prstGeom>
          <a:noFill/>
          <a:ln w="9525">
            <a:solidFill>
              <a:schemeClr val="accent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" name="6 Grupo"/>
          <p:cNvGrpSpPr/>
          <p:nvPr/>
        </p:nvGrpSpPr>
        <p:grpSpPr>
          <a:xfrm>
            <a:off x="1003300" y="1979917"/>
            <a:ext cx="5199920" cy="3694281"/>
            <a:chOff x="1003300" y="1997232"/>
            <a:chExt cx="5199920" cy="3694281"/>
          </a:xfrm>
        </p:grpSpPr>
        <p:grpSp>
          <p:nvGrpSpPr>
            <p:cNvPr id="8" name="7 Grupo"/>
            <p:cNvGrpSpPr/>
            <p:nvPr/>
          </p:nvGrpSpPr>
          <p:grpSpPr>
            <a:xfrm>
              <a:off x="5448300" y="1997232"/>
              <a:ext cx="754920" cy="3222467"/>
              <a:chOff x="5729176" y="1775902"/>
              <a:chExt cx="1191284" cy="1140874"/>
            </a:xfrm>
          </p:grpSpPr>
          <p:cxnSp>
            <p:nvCxnSpPr>
              <p:cNvPr id="10" name="9 Conector recto de flecha"/>
              <p:cNvCxnSpPr/>
              <p:nvPr/>
            </p:nvCxnSpPr>
            <p:spPr>
              <a:xfrm>
                <a:off x="6903156" y="1775902"/>
                <a:ext cx="0" cy="1140874"/>
              </a:xfrm>
              <a:prstGeom prst="straightConnector1">
                <a:avLst/>
              </a:prstGeom>
              <a:ln>
                <a:solidFill>
                  <a:srgbClr val="36A1B0"/>
                </a:solidFill>
                <a:tailEnd type="non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1" name="10 Conector recto de flecha"/>
              <p:cNvCxnSpPr/>
              <p:nvPr/>
            </p:nvCxnSpPr>
            <p:spPr>
              <a:xfrm flipH="1">
                <a:off x="5729176" y="2910688"/>
                <a:ext cx="1191284" cy="0"/>
              </a:xfrm>
              <a:prstGeom prst="straightConnector1">
                <a:avLst/>
              </a:prstGeom>
              <a:ln>
                <a:solidFill>
                  <a:srgbClr val="36A1B0"/>
                </a:solidFill>
                <a:headEnd type="none"/>
                <a:tailEnd type="arrow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</p:grpSp>
        <p:sp>
          <p:nvSpPr>
            <p:cNvPr id="9" name="8 Rectángulo redondeado"/>
            <p:cNvSpPr/>
            <p:nvPr/>
          </p:nvSpPr>
          <p:spPr>
            <a:xfrm>
              <a:off x="1003300" y="4396113"/>
              <a:ext cx="4064000" cy="1295400"/>
            </a:xfrm>
            <a:prstGeom prst="roundRect">
              <a:avLst/>
            </a:prstGeom>
            <a:noFill/>
            <a:ln w="38100"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0138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6CB29CE-2119-401C-A328-2EC05BA33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52" y="2311773"/>
            <a:ext cx="8753896" cy="3628090"/>
          </a:xfrm>
          <a:prstGeom prst="rect">
            <a:avLst/>
          </a:prstGeom>
        </p:spPr>
      </p:pic>
      <p:sp>
        <p:nvSpPr>
          <p:cNvPr id="4" name="3 Elipse"/>
          <p:cNvSpPr/>
          <p:nvPr/>
        </p:nvSpPr>
        <p:spPr>
          <a:xfrm>
            <a:off x="601505" y="3156427"/>
            <a:ext cx="1607128" cy="997527"/>
          </a:xfrm>
          <a:prstGeom prst="ellipse">
            <a:avLst/>
          </a:prstGeom>
          <a:noFill/>
          <a:ln w="57150"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4 CuadroTexto"/>
          <p:cNvSpPr txBox="1"/>
          <p:nvPr/>
        </p:nvSpPr>
        <p:spPr>
          <a:xfrm>
            <a:off x="978167" y="999028"/>
            <a:ext cx="72009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O" dirty="0"/>
          </a:p>
          <a:p>
            <a:endParaRPr lang="es-CO" sz="800" dirty="0"/>
          </a:p>
          <a:p>
            <a:r>
              <a:rPr lang="es-CO" dirty="0"/>
              <a:t>Al ingresar al portal (SIA WEB), seleccione el icono “Asignación académica”.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81C7817-6262-40D0-9D6F-ADFA77B17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81" y="2112296"/>
            <a:ext cx="8618768" cy="3542918"/>
          </a:xfrm>
          <a:prstGeom prst="rect">
            <a:avLst/>
          </a:prstGeom>
        </p:spPr>
      </p:pic>
      <p:sp>
        <p:nvSpPr>
          <p:cNvPr id="16" name="15 CuadroTexto"/>
          <p:cNvSpPr txBox="1"/>
          <p:nvPr/>
        </p:nvSpPr>
        <p:spPr>
          <a:xfrm>
            <a:off x="372977" y="1443818"/>
            <a:ext cx="8398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Seleccione el año y período académico.</a:t>
            </a:r>
          </a:p>
        </p:txBody>
      </p:sp>
      <p:grpSp>
        <p:nvGrpSpPr>
          <p:cNvPr id="10" name="6 Grupo">
            <a:extLst>
              <a:ext uri="{FF2B5EF4-FFF2-40B4-BE49-F238E27FC236}">
                <a16:creationId xmlns:a16="http://schemas.microsoft.com/office/drawing/2014/main" id="{5EFDB491-5E44-4E42-9438-2D40F0E57D6E}"/>
              </a:ext>
            </a:extLst>
          </p:cNvPr>
          <p:cNvGrpSpPr/>
          <p:nvPr/>
        </p:nvGrpSpPr>
        <p:grpSpPr>
          <a:xfrm>
            <a:off x="1886894" y="2821815"/>
            <a:ext cx="3988666" cy="385612"/>
            <a:chOff x="3305909" y="5202503"/>
            <a:chExt cx="3988666" cy="385612"/>
          </a:xfrm>
        </p:grpSpPr>
        <p:cxnSp>
          <p:nvCxnSpPr>
            <p:cNvPr id="14" name="10 Conector recto de flecha">
              <a:extLst>
                <a:ext uri="{FF2B5EF4-FFF2-40B4-BE49-F238E27FC236}">
                  <a16:creationId xmlns:a16="http://schemas.microsoft.com/office/drawing/2014/main" id="{39F575DD-5548-4278-A33D-13E84B6C98C2}"/>
                </a:ext>
              </a:extLst>
            </p:cNvPr>
            <p:cNvCxnSpPr/>
            <p:nvPr/>
          </p:nvCxnSpPr>
          <p:spPr>
            <a:xfrm flipH="1">
              <a:off x="6539655" y="5351456"/>
              <a:ext cx="754920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12" name="8 Rectángulo redondeado">
              <a:extLst>
                <a:ext uri="{FF2B5EF4-FFF2-40B4-BE49-F238E27FC236}">
                  <a16:creationId xmlns:a16="http://schemas.microsoft.com/office/drawing/2014/main" id="{581156D3-FF4E-4428-9E30-7AFCE000048F}"/>
                </a:ext>
              </a:extLst>
            </p:cNvPr>
            <p:cNvSpPr/>
            <p:nvPr/>
          </p:nvSpPr>
          <p:spPr>
            <a:xfrm>
              <a:off x="3305909" y="5202503"/>
              <a:ext cx="3233746" cy="385612"/>
            </a:xfrm>
            <a:prstGeom prst="roundRect">
              <a:avLst/>
            </a:prstGeom>
            <a:noFill/>
            <a:ln w="38100"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noFill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uadroTexto"/>
          <p:cNvSpPr txBox="1"/>
          <p:nvPr/>
        </p:nvSpPr>
        <p:spPr>
          <a:xfrm>
            <a:off x="335545" y="1316215"/>
            <a:ext cx="8398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Seleccione en el menú lateral “Reporte”, luego seleccione “Capacidad vs Matriculados”.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C99FBCBE-30D6-4D27-854E-1AEF05A8292D}"/>
              </a:ext>
            </a:extLst>
          </p:cNvPr>
          <p:cNvGrpSpPr/>
          <p:nvPr/>
        </p:nvGrpSpPr>
        <p:grpSpPr>
          <a:xfrm>
            <a:off x="239151" y="2026331"/>
            <a:ext cx="8637561" cy="3369732"/>
            <a:chOff x="239151" y="2026331"/>
            <a:chExt cx="8637561" cy="3369732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0C44EBC9-6339-4C1F-9C69-902D55C5A25F}"/>
                </a:ext>
              </a:extLst>
            </p:cNvPr>
            <p:cNvGrpSpPr/>
            <p:nvPr/>
          </p:nvGrpSpPr>
          <p:grpSpPr>
            <a:xfrm>
              <a:off x="239151" y="2166427"/>
              <a:ext cx="8637561" cy="3229636"/>
              <a:chOff x="253219" y="1969477"/>
              <a:chExt cx="8637561" cy="3229636"/>
            </a:xfrm>
          </p:grpSpPr>
          <p:pic>
            <p:nvPicPr>
              <p:cNvPr id="4" name="Imagen 3">
                <a:extLst>
                  <a:ext uri="{FF2B5EF4-FFF2-40B4-BE49-F238E27FC236}">
                    <a16:creationId xmlns:a16="http://schemas.microsoft.com/office/drawing/2014/main" id="{8E0D43FA-71C6-4310-B153-E963997B940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2962"/>
              <a:stretch/>
            </p:blipFill>
            <p:spPr>
              <a:xfrm>
                <a:off x="253219" y="1969477"/>
                <a:ext cx="8637561" cy="3229636"/>
              </a:xfrm>
              <a:prstGeom prst="rect">
                <a:avLst/>
              </a:prstGeom>
            </p:spPr>
          </p:pic>
          <p:grpSp>
            <p:nvGrpSpPr>
              <p:cNvPr id="10" name="6 Grupo">
                <a:extLst>
                  <a:ext uri="{FF2B5EF4-FFF2-40B4-BE49-F238E27FC236}">
                    <a16:creationId xmlns:a16="http://schemas.microsoft.com/office/drawing/2014/main" id="{5EFDB491-5E44-4E42-9438-2D40F0E57D6E}"/>
                  </a:ext>
                </a:extLst>
              </p:cNvPr>
              <p:cNvGrpSpPr/>
              <p:nvPr/>
            </p:nvGrpSpPr>
            <p:grpSpPr>
              <a:xfrm>
                <a:off x="253219" y="4192179"/>
                <a:ext cx="2519853" cy="321895"/>
                <a:chOff x="3305909" y="5266220"/>
                <a:chExt cx="2519853" cy="321895"/>
              </a:xfrm>
            </p:grpSpPr>
            <p:cxnSp>
              <p:nvCxnSpPr>
                <p:cNvPr id="14" name="10 Conector recto de flecha">
                  <a:extLst>
                    <a:ext uri="{FF2B5EF4-FFF2-40B4-BE49-F238E27FC236}">
                      <a16:creationId xmlns:a16="http://schemas.microsoft.com/office/drawing/2014/main" id="{39F575DD-5548-4278-A33D-13E84B6C98C2}"/>
                    </a:ext>
                  </a:extLst>
                </p:cNvPr>
                <p:cNvCxnSpPr/>
                <p:nvPr/>
              </p:nvCxnSpPr>
              <p:spPr>
                <a:xfrm flipH="1">
                  <a:off x="5070842" y="5441655"/>
                  <a:ext cx="754920" cy="0"/>
                </a:xfrm>
                <a:prstGeom prst="straightConnector1">
                  <a:avLst/>
                </a:prstGeom>
                <a:ln>
                  <a:solidFill>
                    <a:srgbClr val="36A1B0"/>
                  </a:solidFill>
                  <a:headEnd type="none"/>
                  <a:tailEnd type="arrow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accent3"/>
                </a:lnRef>
                <a:fillRef idx="0">
                  <a:schemeClr val="accent3"/>
                </a:fillRef>
                <a:effectRef idx="2">
                  <a:schemeClr val="accent3"/>
                </a:effectRef>
                <a:fontRef idx="minor">
                  <a:schemeClr val="tx1"/>
                </a:fontRef>
              </p:style>
            </p:cxnSp>
            <p:sp>
              <p:nvSpPr>
                <p:cNvPr id="12" name="8 Rectángulo redondeado">
                  <a:extLst>
                    <a:ext uri="{FF2B5EF4-FFF2-40B4-BE49-F238E27FC236}">
                      <a16:creationId xmlns:a16="http://schemas.microsoft.com/office/drawing/2014/main" id="{581156D3-FF4E-4428-9E30-7AFCE000048F}"/>
                    </a:ext>
                  </a:extLst>
                </p:cNvPr>
                <p:cNvSpPr/>
                <p:nvPr/>
              </p:nvSpPr>
              <p:spPr>
                <a:xfrm>
                  <a:off x="3305909" y="5266220"/>
                  <a:ext cx="1633674" cy="321895"/>
                </a:xfrm>
                <a:prstGeom prst="roundRect">
                  <a:avLst/>
                </a:prstGeom>
                <a:noFill/>
                <a:ln w="38100"/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>
                    <a:noFill/>
                  </a:endParaRPr>
                </a:p>
              </p:txBody>
            </p:sp>
          </p:grpSp>
          <p:grpSp>
            <p:nvGrpSpPr>
              <p:cNvPr id="9" name="6 Grupo">
                <a:extLst>
                  <a:ext uri="{FF2B5EF4-FFF2-40B4-BE49-F238E27FC236}">
                    <a16:creationId xmlns:a16="http://schemas.microsoft.com/office/drawing/2014/main" id="{5ECD146F-608B-4CC0-AFD3-265BC9096AB8}"/>
                  </a:ext>
                </a:extLst>
              </p:cNvPr>
              <p:cNvGrpSpPr/>
              <p:nvPr/>
            </p:nvGrpSpPr>
            <p:grpSpPr>
              <a:xfrm>
                <a:off x="4991592" y="2673003"/>
                <a:ext cx="3856985" cy="956462"/>
                <a:chOff x="2259185" y="5202503"/>
                <a:chExt cx="2559059" cy="385612"/>
              </a:xfrm>
            </p:grpSpPr>
            <p:cxnSp>
              <p:nvCxnSpPr>
                <p:cNvPr id="11" name="10 Conector recto de flecha">
                  <a:extLst>
                    <a:ext uri="{FF2B5EF4-FFF2-40B4-BE49-F238E27FC236}">
                      <a16:creationId xmlns:a16="http://schemas.microsoft.com/office/drawing/2014/main" id="{BD1AC499-876C-444B-AC04-6E7DBCAF18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59185" y="5367477"/>
                  <a:ext cx="860575" cy="0"/>
                </a:xfrm>
                <a:prstGeom prst="straightConnector1">
                  <a:avLst/>
                </a:prstGeom>
                <a:ln>
                  <a:solidFill>
                    <a:srgbClr val="36A1B0"/>
                  </a:solidFill>
                  <a:headEnd type="none"/>
                  <a:tailEnd type="arrow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accent3"/>
                </a:lnRef>
                <a:fillRef idx="0">
                  <a:schemeClr val="accent3"/>
                </a:fillRef>
                <a:effectRef idx="2">
                  <a:schemeClr val="accent3"/>
                </a:effectRef>
                <a:fontRef idx="minor">
                  <a:schemeClr val="tx1"/>
                </a:fontRef>
              </p:style>
            </p:cxnSp>
            <p:sp>
              <p:nvSpPr>
                <p:cNvPr id="13" name="8 Rectángulo redondeado">
                  <a:extLst>
                    <a:ext uri="{FF2B5EF4-FFF2-40B4-BE49-F238E27FC236}">
                      <a16:creationId xmlns:a16="http://schemas.microsoft.com/office/drawing/2014/main" id="{97022517-CA79-40DB-806A-EFD0AA547105}"/>
                    </a:ext>
                  </a:extLst>
                </p:cNvPr>
                <p:cNvSpPr/>
                <p:nvPr/>
              </p:nvSpPr>
              <p:spPr>
                <a:xfrm>
                  <a:off x="3184570" y="5202503"/>
                  <a:ext cx="1633674" cy="385612"/>
                </a:xfrm>
                <a:prstGeom prst="roundRect">
                  <a:avLst/>
                </a:prstGeom>
                <a:noFill/>
                <a:ln w="38100"/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>
                    <a:noFill/>
                  </a:endParaRPr>
                </a:p>
              </p:txBody>
            </p:sp>
          </p:grpSp>
        </p:grp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3EF7A0F4-6BC0-4D89-BBDD-E89C4C3B5E59}"/>
                </a:ext>
              </a:extLst>
            </p:cNvPr>
            <p:cNvSpPr/>
            <p:nvPr/>
          </p:nvSpPr>
          <p:spPr>
            <a:xfrm>
              <a:off x="1028763" y="3611103"/>
              <a:ext cx="844062" cy="72548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400" b="1" dirty="0">
                  <a:solidFill>
                    <a:schemeClr val="accent1"/>
                  </a:solidFill>
                </a:rPr>
                <a:t>1</a:t>
              </a:r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34C43A92-0B57-4457-A290-4D447ADD55CE}"/>
                </a:ext>
              </a:extLst>
            </p:cNvPr>
            <p:cNvSpPr/>
            <p:nvPr/>
          </p:nvSpPr>
          <p:spPr>
            <a:xfrm>
              <a:off x="7181350" y="2026331"/>
              <a:ext cx="844062" cy="72548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400" b="1" dirty="0">
                  <a:solidFill>
                    <a:schemeClr val="accent1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1051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uadroTexto"/>
          <p:cNvSpPr txBox="1"/>
          <p:nvPr/>
        </p:nvSpPr>
        <p:spPr>
          <a:xfrm>
            <a:off x="187387" y="1088257"/>
            <a:ext cx="8769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Diligencie los campos de búsqueda necesarios y luego seleccioné el botón «Buscar». A continuación, en el listado de registros, en la fila deseada, seleccione el icono «Listados» en la columna “Acciones”. </a:t>
            </a:r>
          </a:p>
        </p:txBody>
      </p:sp>
      <p:sp>
        <p:nvSpPr>
          <p:cNvPr id="15" name="8 Rectángulo redondeado">
            <a:extLst>
              <a:ext uri="{FF2B5EF4-FFF2-40B4-BE49-F238E27FC236}">
                <a16:creationId xmlns:a16="http://schemas.microsoft.com/office/drawing/2014/main" id="{30BC1D1F-8433-4D88-B246-FBA905841665}"/>
              </a:ext>
            </a:extLst>
          </p:cNvPr>
          <p:cNvSpPr/>
          <p:nvPr/>
        </p:nvSpPr>
        <p:spPr>
          <a:xfrm>
            <a:off x="7565448" y="3605074"/>
            <a:ext cx="815926" cy="798114"/>
          </a:xfrm>
          <a:prstGeom prst="roundRect">
            <a:avLst/>
          </a:prstGeom>
          <a:noFill/>
          <a:ln w="38100"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noFill/>
            </a:endParaRPr>
          </a:p>
        </p:txBody>
      </p:sp>
      <p:sp>
        <p:nvSpPr>
          <p:cNvPr id="14" name="15 CuadroTexto">
            <a:extLst>
              <a:ext uri="{FF2B5EF4-FFF2-40B4-BE49-F238E27FC236}">
                <a16:creationId xmlns:a16="http://schemas.microsoft.com/office/drawing/2014/main" id="{246BF45B-56B8-4F86-BA79-65FD09B9D6FC}"/>
              </a:ext>
            </a:extLst>
          </p:cNvPr>
          <p:cNvSpPr txBox="1"/>
          <p:nvPr/>
        </p:nvSpPr>
        <p:spPr>
          <a:xfrm>
            <a:off x="346640" y="5908826"/>
            <a:ext cx="8398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Nota</a:t>
            </a:r>
            <a:r>
              <a:rPr lang="es-CO" dirty="0"/>
              <a:t>: el botón «Listados» estará habilitado solo para los usuarios que posean el permiso de ver los listados (WEB_ASIGNACION_LISTAS) </a:t>
            </a: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BDE09511-33CC-488E-A2A6-8C73CA8A9E06}"/>
              </a:ext>
            </a:extLst>
          </p:cNvPr>
          <p:cNvGrpSpPr/>
          <p:nvPr/>
        </p:nvGrpSpPr>
        <p:grpSpPr>
          <a:xfrm>
            <a:off x="187387" y="2060369"/>
            <a:ext cx="8769225" cy="3709374"/>
            <a:chOff x="187387" y="2060369"/>
            <a:chExt cx="8769225" cy="3709374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9999C6BC-6768-4ED5-9EAE-7A1E8DC81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7387" y="2105459"/>
              <a:ext cx="8769225" cy="3664284"/>
            </a:xfrm>
            <a:prstGeom prst="rect">
              <a:avLst/>
            </a:prstGeom>
          </p:spPr>
        </p:pic>
        <p:cxnSp>
          <p:nvCxnSpPr>
            <p:cNvPr id="12" name="10 Conector recto de flecha">
              <a:extLst>
                <a:ext uri="{FF2B5EF4-FFF2-40B4-BE49-F238E27FC236}">
                  <a16:creationId xmlns:a16="http://schemas.microsoft.com/office/drawing/2014/main" id="{BB35C6C8-DCF9-4D9B-857F-32805A4872AE}"/>
                </a:ext>
              </a:extLst>
            </p:cNvPr>
            <p:cNvCxnSpPr>
              <a:cxnSpLocks/>
            </p:cNvCxnSpPr>
            <p:nvPr/>
          </p:nvCxnSpPr>
          <p:spPr>
            <a:xfrm>
              <a:off x="6916923" y="4418633"/>
              <a:ext cx="1297049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16" name="8 Rectángulo redondeado">
              <a:extLst>
                <a:ext uri="{FF2B5EF4-FFF2-40B4-BE49-F238E27FC236}">
                  <a16:creationId xmlns:a16="http://schemas.microsoft.com/office/drawing/2014/main" id="{23F3A96E-B5EB-46E8-90B5-AC7942C22BAE}"/>
                </a:ext>
              </a:extLst>
            </p:cNvPr>
            <p:cNvSpPr/>
            <p:nvPr/>
          </p:nvSpPr>
          <p:spPr>
            <a:xfrm>
              <a:off x="8257735" y="4130003"/>
              <a:ext cx="323556" cy="484200"/>
            </a:xfrm>
            <a:prstGeom prst="roundRect">
              <a:avLst/>
            </a:prstGeom>
            <a:noFill/>
            <a:ln w="38100"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noFill/>
              </a:endParaRPr>
            </a:p>
          </p:txBody>
        </p:sp>
        <p:sp>
          <p:nvSpPr>
            <p:cNvPr id="18" name="8 Rectángulo redondeado">
              <a:extLst>
                <a:ext uri="{FF2B5EF4-FFF2-40B4-BE49-F238E27FC236}">
                  <a16:creationId xmlns:a16="http://schemas.microsoft.com/office/drawing/2014/main" id="{6EAD615C-4068-4197-9FEC-2D9D6A81034E}"/>
                </a:ext>
              </a:extLst>
            </p:cNvPr>
            <p:cNvSpPr/>
            <p:nvPr/>
          </p:nvSpPr>
          <p:spPr>
            <a:xfrm>
              <a:off x="187387" y="2518126"/>
              <a:ext cx="8585434" cy="1086948"/>
            </a:xfrm>
            <a:prstGeom prst="roundRect">
              <a:avLst/>
            </a:prstGeom>
            <a:noFill/>
            <a:ln w="38100"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noFill/>
              </a:endParaRP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34CEF79F-069A-4172-A4F5-77CA74E91957}"/>
                </a:ext>
              </a:extLst>
            </p:cNvPr>
            <p:cNvSpPr/>
            <p:nvPr/>
          </p:nvSpPr>
          <p:spPr>
            <a:xfrm>
              <a:off x="1367730" y="2060369"/>
              <a:ext cx="781463" cy="77802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400" b="1" dirty="0">
                  <a:solidFill>
                    <a:schemeClr val="accent1"/>
                  </a:solidFill>
                </a:rPr>
                <a:t>1</a:t>
              </a:r>
            </a:p>
          </p:txBody>
        </p:sp>
        <p:cxnSp>
          <p:nvCxnSpPr>
            <p:cNvPr id="20" name="10 Conector recto de flecha">
              <a:extLst>
                <a:ext uri="{FF2B5EF4-FFF2-40B4-BE49-F238E27FC236}">
                  <a16:creationId xmlns:a16="http://schemas.microsoft.com/office/drawing/2014/main" id="{FFEC8CCB-B13D-4A98-AD26-19D208C988D6}"/>
                </a:ext>
              </a:extLst>
            </p:cNvPr>
            <p:cNvCxnSpPr/>
            <p:nvPr/>
          </p:nvCxnSpPr>
          <p:spPr>
            <a:xfrm flipH="1">
              <a:off x="909694" y="3807159"/>
              <a:ext cx="754920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21" name="8 Rectángulo redondeado">
              <a:extLst>
                <a:ext uri="{FF2B5EF4-FFF2-40B4-BE49-F238E27FC236}">
                  <a16:creationId xmlns:a16="http://schemas.microsoft.com/office/drawing/2014/main" id="{FE38ABE1-368E-4296-858F-813EF9CEA871}"/>
                </a:ext>
              </a:extLst>
            </p:cNvPr>
            <p:cNvSpPr/>
            <p:nvPr/>
          </p:nvSpPr>
          <p:spPr>
            <a:xfrm>
              <a:off x="323557" y="3631724"/>
              <a:ext cx="586137" cy="386005"/>
            </a:xfrm>
            <a:prstGeom prst="roundRect">
              <a:avLst/>
            </a:prstGeom>
            <a:noFill/>
            <a:ln w="38100"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noFill/>
              </a:endParaRPr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C3F5AE16-0C34-40C3-AE76-6BD5F80E031E}"/>
                </a:ext>
              </a:extLst>
            </p:cNvPr>
            <p:cNvSpPr/>
            <p:nvPr/>
          </p:nvSpPr>
          <p:spPr>
            <a:xfrm>
              <a:off x="374776" y="3937601"/>
              <a:ext cx="844062" cy="72548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400" b="1" dirty="0">
                  <a:solidFill>
                    <a:schemeClr val="accent1"/>
                  </a:solidFill>
                </a:rPr>
                <a:t>2</a:t>
              </a:r>
            </a:p>
          </p:txBody>
        </p:sp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6BA4B000-7655-40C9-8D6D-C28AD0664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40418" y="3429000"/>
              <a:ext cx="893888" cy="79811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4623A3FA-D8DC-4CEC-85EF-B59A5A366929}"/>
                </a:ext>
              </a:extLst>
            </p:cNvPr>
            <p:cNvSpPr/>
            <p:nvPr/>
          </p:nvSpPr>
          <p:spPr>
            <a:xfrm>
              <a:off x="6412242" y="3509880"/>
              <a:ext cx="844062" cy="72548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400" b="1" dirty="0">
                  <a:solidFill>
                    <a:schemeClr val="accent1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3247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uadroTexto"/>
          <p:cNvSpPr txBox="1"/>
          <p:nvPr/>
        </p:nvSpPr>
        <p:spPr>
          <a:xfrm>
            <a:off x="372977" y="1172944"/>
            <a:ext cx="8180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Seleccione el listado que desee generar y espere mientras el sistema carga la información solicitada.</a:t>
            </a:r>
          </a:p>
        </p:txBody>
      </p:sp>
      <p:sp>
        <p:nvSpPr>
          <p:cNvPr id="15" name="8 Rectángulo redondeado">
            <a:extLst>
              <a:ext uri="{FF2B5EF4-FFF2-40B4-BE49-F238E27FC236}">
                <a16:creationId xmlns:a16="http://schemas.microsoft.com/office/drawing/2014/main" id="{30BC1D1F-8433-4D88-B246-FBA905841665}"/>
              </a:ext>
            </a:extLst>
          </p:cNvPr>
          <p:cNvSpPr/>
          <p:nvPr/>
        </p:nvSpPr>
        <p:spPr>
          <a:xfrm>
            <a:off x="7565448" y="3605074"/>
            <a:ext cx="815926" cy="798114"/>
          </a:xfrm>
          <a:prstGeom prst="roundRect">
            <a:avLst/>
          </a:prstGeom>
          <a:noFill/>
          <a:ln w="38100"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noFill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4C4BBED-CE2B-432A-B2AA-82026D4D72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38" t="2407" r="1741" b="3584"/>
          <a:stretch/>
        </p:blipFill>
        <p:spPr>
          <a:xfrm>
            <a:off x="1290801" y="2102494"/>
            <a:ext cx="6344530" cy="460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4794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95F1A17D-8F8E-4E28-A74C-ECDEDD23F67B}"/>
</file>

<file path=customXml/itemProps2.xml><?xml version="1.0" encoding="utf-8"?>
<ds:datastoreItem xmlns:ds="http://schemas.openxmlformats.org/officeDocument/2006/customXml" ds:itemID="{AF2A1768-C019-4D1A-88EB-72C9390920B7}"/>
</file>

<file path=customXml/itemProps3.xml><?xml version="1.0" encoding="utf-8"?>
<ds:datastoreItem xmlns:ds="http://schemas.openxmlformats.org/officeDocument/2006/customXml" ds:itemID="{9D032302-17AE-4D95-9F12-170A662D8C2B}"/>
</file>

<file path=docProps/app.xml><?xml version="1.0" encoding="utf-8"?>
<Properties xmlns="http://schemas.openxmlformats.org/officeDocument/2006/extended-properties" xmlns:vt="http://schemas.openxmlformats.org/officeDocument/2006/docPropsVTypes">
  <TotalTime>746</TotalTime>
  <Words>174</Words>
  <Application>Microsoft Office PowerPoint</Application>
  <PresentationFormat>Presentación en pantalla (4:3)</PresentationFormat>
  <Paragraphs>16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Rosa Angelica</cp:lastModifiedBy>
  <cp:revision>45</cp:revision>
  <dcterms:created xsi:type="dcterms:W3CDTF">2018-01-24T15:16:31Z</dcterms:created>
  <dcterms:modified xsi:type="dcterms:W3CDTF">2021-03-03T20:15:23Z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ediaServiceImageTags">
    <vt:lpwstr/>
  </property>
</Properties>
</file>