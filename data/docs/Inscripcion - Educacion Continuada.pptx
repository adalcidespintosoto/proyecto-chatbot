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1" r:id="rId13"/>
    <p:sldId id="270" r:id="rId14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>
        <p:scale>
          <a:sx n="66" d="100"/>
          <a:sy n="66" d="100"/>
        </p:scale>
        <p:origin x="-1662" y="-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27/09/2017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27/09/2017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27/09/2017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27/09/2017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27/09/2017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27/09/2017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27/09/2017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27/09/2017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27/09/2017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27/09/2017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27/09/2017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27/09/2017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27/09/2017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EDUCACIÓN CONTINUADA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RELIZAR INSCRIPCIONES DE EDUCACIÓN CONTINUADA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99" y="2211004"/>
            <a:ext cx="7608697" cy="42693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267026" y="1166236"/>
            <a:ext cx="8394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Ingresar desde </a:t>
            </a:r>
            <a:r>
              <a:rPr lang="es-CO" sz="1600" dirty="0"/>
              <a:t>su navegador al sitio web de la Universidad: </a:t>
            </a:r>
            <a:r>
              <a:rPr lang="es-CO" sz="1600" b="1" dirty="0">
                <a:hlinkClick r:id="rId3"/>
              </a:rPr>
              <a:t>http://www.unisimon.edu.co</a:t>
            </a:r>
            <a:r>
              <a:rPr lang="es-CO" sz="1600" b="1" dirty="0" smtClean="0">
                <a:hlinkClick r:id="rId3"/>
              </a:rPr>
              <a:t>/</a:t>
            </a:r>
            <a:r>
              <a:rPr lang="es-CO" sz="1600" b="1" dirty="0" smtClean="0"/>
              <a:t> </a:t>
            </a:r>
            <a:r>
              <a:rPr lang="es-CO" sz="1600" dirty="0" smtClean="0"/>
              <a:t>y seleccionar la opción «Educación Continuada»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327901" y="6107026"/>
            <a:ext cx="1068196" cy="424102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9" name="18 Grupo"/>
          <p:cNvGrpSpPr/>
          <p:nvPr/>
        </p:nvGrpSpPr>
        <p:grpSpPr>
          <a:xfrm flipH="1">
            <a:off x="4445000" y="1776408"/>
            <a:ext cx="2832100" cy="4555366"/>
            <a:chOff x="5729176" y="1766359"/>
            <a:chExt cx="1191284" cy="1140874"/>
          </a:xfrm>
        </p:grpSpPr>
        <p:cxnSp>
          <p:nvCxnSpPr>
            <p:cNvPr id="21" name="20 Conector recto de flecha"/>
            <p:cNvCxnSpPr/>
            <p:nvPr/>
          </p:nvCxnSpPr>
          <p:spPr>
            <a:xfrm>
              <a:off x="6913841" y="1766359"/>
              <a:ext cx="0" cy="1140874"/>
            </a:xfrm>
            <a:prstGeom prst="straightConnector1">
              <a:avLst/>
            </a:prstGeom>
            <a:ln>
              <a:solidFill>
                <a:srgbClr val="F9A713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21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F9A713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310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99" y="2211004"/>
            <a:ext cx="7608697" cy="42693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17826" y="1166236"/>
            <a:ext cx="8394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el botón «Inscribirme en Línea»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282700" y="5014826"/>
            <a:ext cx="1371599" cy="424102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1" name="10 Grupo"/>
          <p:cNvGrpSpPr/>
          <p:nvPr/>
        </p:nvGrpSpPr>
        <p:grpSpPr>
          <a:xfrm>
            <a:off x="2705099" y="1504791"/>
            <a:ext cx="1809914" cy="3709390"/>
            <a:chOff x="5729176" y="1763305"/>
            <a:chExt cx="1191284" cy="1140874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6911515" y="1763305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924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99" y="2211004"/>
            <a:ext cx="7608696" cy="42693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Inscripción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68626" y="1166236"/>
            <a:ext cx="8394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el tipo de estudio que desea realizar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66901" y="3759200"/>
            <a:ext cx="5473700" cy="1446908"/>
          </a:xfrm>
          <a:prstGeom prst="roundRect">
            <a:avLst>
              <a:gd name="adj" fmla="val 10785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44495" y="1593691"/>
            <a:ext cx="0" cy="2076609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94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99" y="2211004"/>
            <a:ext cx="7608696" cy="42693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Inscripción - Diplomado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43226" y="1166236"/>
            <a:ext cx="8394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Al seleccionar la opción «Diplomado», se deberá completar la información solicitada en el formulario inicial y posteriormente presionar el botón «Ingresar»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581400" y="3759200"/>
            <a:ext cx="2032000" cy="1993900"/>
          </a:xfrm>
          <a:prstGeom prst="roundRect">
            <a:avLst>
              <a:gd name="adj" fmla="val 696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69895" y="1751011"/>
            <a:ext cx="0" cy="1919289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21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99" y="2211004"/>
            <a:ext cx="7608696" cy="42693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Inscripción - Diplomado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43226" y="1166236"/>
            <a:ext cx="8394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Al ingresar al sistema deberá completar la información básica de los Datos del Estudiante, Datos de Contacto y Datos Complementarios.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209800" y="3124200"/>
            <a:ext cx="6032500" cy="2819400"/>
          </a:xfrm>
          <a:prstGeom prst="roundRect">
            <a:avLst>
              <a:gd name="adj" fmla="val 290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69895" y="1725611"/>
            <a:ext cx="0" cy="1373189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9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99" y="2211004"/>
            <a:ext cx="7608696" cy="42693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Inscripción - Diplomado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43226" y="1166236"/>
            <a:ext cx="8394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finalizar presione el botón Guardar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92200" y="3746500"/>
            <a:ext cx="647700" cy="304800"/>
          </a:xfrm>
          <a:prstGeom prst="roundRect">
            <a:avLst>
              <a:gd name="adj" fmla="val 4711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>
            <a:off x="1765300" y="1504791"/>
            <a:ext cx="2762413" cy="2394109"/>
            <a:chOff x="5729176" y="1763305"/>
            <a:chExt cx="1191284" cy="114087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6911515" y="1763305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746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99" y="2211004"/>
            <a:ext cx="7608696" cy="42693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Inscripción - Diplomado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43226" y="1166236"/>
            <a:ext cx="8394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volante de pago presione el botón «Volante»</a:t>
            </a:r>
            <a:endParaRPr lang="es-CO" sz="1600" dirty="0"/>
          </a:p>
        </p:txBody>
      </p:sp>
      <p:grpSp>
        <p:nvGrpSpPr>
          <p:cNvPr id="10" name="9 Grupo"/>
          <p:cNvGrpSpPr/>
          <p:nvPr/>
        </p:nvGrpSpPr>
        <p:grpSpPr>
          <a:xfrm>
            <a:off x="1765300" y="1504791"/>
            <a:ext cx="2762413" cy="2394109"/>
            <a:chOff x="5729176" y="1763305"/>
            <a:chExt cx="1191284" cy="114087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6911515" y="1763305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7" t="43704" r="88519" b="52741"/>
          <a:stretch/>
        </p:blipFill>
        <p:spPr bwMode="auto">
          <a:xfrm>
            <a:off x="1092200" y="3792804"/>
            <a:ext cx="596900" cy="201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079500" y="3746500"/>
            <a:ext cx="647700" cy="304800"/>
          </a:xfrm>
          <a:prstGeom prst="roundRect">
            <a:avLst>
              <a:gd name="adj" fmla="val 4711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58930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99" y="2211004"/>
            <a:ext cx="7608696" cy="42693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62984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Inscripción – Cursos, Simposios, Seminarios y Congresos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43226" y="1166236"/>
            <a:ext cx="8394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Al seleccionar la </a:t>
            </a:r>
            <a:r>
              <a:rPr lang="es-CO" sz="1600" dirty="0"/>
              <a:t>opción «Cursos, Simposios, Seminarios y Congresos», </a:t>
            </a:r>
            <a:r>
              <a:rPr lang="es-CO" sz="1600" dirty="0" smtClean="0"/>
              <a:t>se deberá completar la información solicitada en el formulario inicial y posteriormente presionar el botón «Continuar»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581400" y="3416300"/>
            <a:ext cx="2032000" cy="2044700"/>
          </a:xfrm>
          <a:prstGeom prst="roundRect">
            <a:avLst>
              <a:gd name="adj" fmla="val 696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69895" y="1751011"/>
            <a:ext cx="0" cy="1563689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58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99" y="2211004"/>
            <a:ext cx="7608696" cy="42693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62984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Inscripción – Cursos, Simposios, Seminarios y Congresos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228600" y="1255136"/>
            <a:ext cx="4127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Seleccione </a:t>
            </a:r>
            <a:r>
              <a:rPr lang="es-CO" sz="1600" dirty="0" smtClean="0"/>
              <a:t>el programa al cual desea descargar el </a:t>
            </a:r>
            <a:r>
              <a:rPr lang="es-CO" sz="1600" dirty="0"/>
              <a:t>volantes </a:t>
            </a:r>
            <a:r>
              <a:rPr lang="es-CO" sz="1600" dirty="0" smtClean="0"/>
              <a:t>o </a:t>
            </a:r>
            <a:r>
              <a:rPr lang="es-CO" sz="1600" dirty="0"/>
              <a:t>certificados </a:t>
            </a:r>
            <a:r>
              <a:rPr lang="es-CO" sz="1600" dirty="0" smtClean="0"/>
              <a:t>según </a:t>
            </a:r>
            <a:r>
              <a:rPr lang="es-CO" sz="1600" dirty="0"/>
              <a:t>sea </a:t>
            </a:r>
            <a:r>
              <a:rPr lang="es-CO" sz="1600" dirty="0" smtClean="0"/>
              <a:t>el caso. 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28700" y="3323316"/>
            <a:ext cx="1689100" cy="1147084"/>
          </a:xfrm>
          <a:prstGeom prst="roundRect">
            <a:avLst>
              <a:gd name="adj" fmla="val 696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1911350" y="1836021"/>
            <a:ext cx="0" cy="1440578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4 Rectángulo"/>
          <p:cNvSpPr/>
          <p:nvPr/>
        </p:nvSpPr>
        <p:spPr>
          <a:xfrm>
            <a:off x="4591747" y="1276646"/>
            <a:ext cx="38043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/>
              <a:t>Para realizar una inscripción presione el botón «Nueva Inscripción»</a:t>
            </a:r>
          </a:p>
        </p:txBody>
      </p:sp>
      <p:sp>
        <p:nvSpPr>
          <p:cNvPr id="13" name="12 Rectángulo redondeado"/>
          <p:cNvSpPr/>
          <p:nvPr/>
        </p:nvSpPr>
        <p:spPr>
          <a:xfrm>
            <a:off x="7378699" y="2937964"/>
            <a:ext cx="966593" cy="325935"/>
          </a:xfrm>
          <a:prstGeom prst="roundRect">
            <a:avLst>
              <a:gd name="adj" fmla="val 696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4" name="13 Grupo"/>
          <p:cNvGrpSpPr/>
          <p:nvPr/>
        </p:nvGrpSpPr>
        <p:grpSpPr>
          <a:xfrm flipH="1">
            <a:off x="5915104" y="1874120"/>
            <a:ext cx="1425493" cy="1226811"/>
            <a:chOff x="5729176" y="1763305"/>
            <a:chExt cx="1191284" cy="1140874"/>
          </a:xfrm>
        </p:grpSpPr>
        <p:cxnSp>
          <p:nvCxnSpPr>
            <p:cNvPr id="16" name="15 Conector recto de flecha"/>
            <p:cNvCxnSpPr/>
            <p:nvPr/>
          </p:nvCxnSpPr>
          <p:spPr>
            <a:xfrm>
              <a:off x="6911515" y="1763305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623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51" y="2109165"/>
            <a:ext cx="7790192" cy="43711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62984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Inscripción – Cursos, Simposios, Seminarios y Congresos</a:t>
            </a:r>
            <a:endParaRPr lang="es-CO" sz="2200" b="1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333500" y="2727854"/>
            <a:ext cx="6477000" cy="3152246"/>
          </a:xfrm>
          <a:prstGeom prst="roundRect">
            <a:avLst>
              <a:gd name="adj" fmla="val 212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40250" y="1810621"/>
            <a:ext cx="0" cy="866433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4 Rectángulo"/>
          <p:cNvSpPr/>
          <p:nvPr/>
        </p:nvSpPr>
        <p:spPr>
          <a:xfrm>
            <a:off x="317500" y="1276646"/>
            <a:ext cx="80785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 smtClean="0"/>
              <a:t>Para realizar la inscripción completar los datos solicitados en el formulario: Datos Básicos, Datos de Contacto y Datos Complementarios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420818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51" y="2109165"/>
            <a:ext cx="7790192" cy="43711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62984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Inscripción – Cursos, Simposios, Seminarios y Congresos</a:t>
            </a:r>
            <a:endParaRPr lang="es-CO" sz="2200" b="1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40250" y="1723537"/>
            <a:ext cx="0" cy="4156566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4 Rectángulo"/>
          <p:cNvSpPr/>
          <p:nvPr/>
        </p:nvSpPr>
        <p:spPr>
          <a:xfrm>
            <a:off x="317500" y="1276646"/>
            <a:ext cx="80785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/>
              <a:t>Para finalizar presione el botón Guardar</a:t>
            </a:r>
            <a:endParaRPr lang="es-CO" sz="1600" dirty="0"/>
          </a:p>
        </p:txBody>
      </p:sp>
      <p:sp>
        <p:nvSpPr>
          <p:cNvPr id="7" name="6 Rectángulo redondeado"/>
          <p:cNvSpPr/>
          <p:nvPr/>
        </p:nvSpPr>
        <p:spPr>
          <a:xfrm>
            <a:off x="4216400" y="5967187"/>
            <a:ext cx="647700" cy="304800"/>
          </a:xfrm>
          <a:prstGeom prst="roundRect">
            <a:avLst>
              <a:gd name="adj" fmla="val 4711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164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49" t="12073" b="445"/>
          <a:stretch/>
        </p:blipFill>
        <p:spPr bwMode="auto">
          <a:xfrm>
            <a:off x="696651" y="2144283"/>
            <a:ext cx="7790192" cy="41173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48470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Inscripción – Cursos, Simposios, Seminarios y Congresos</a:t>
            </a:r>
            <a:endParaRPr lang="es-CO" sz="2200" b="1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717143" y="5697766"/>
            <a:ext cx="518676" cy="317500"/>
          </a:xfrm>
          <a:prstGeom prst="roundRect">
            <a:avLst>
              <a:gd name="adj" fmla="val 212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929810" y="1679829"/>
            <a:ext cx="48373" cy="3982357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4 Rectángulo"/>
          <p:cNvSpPr/>
          <p:nvPr/>
        </p:nvSpPr>
        <p:spPr>
          <a:xfrm>
            <a:off x="317500" y="1276646"/>
            <a:ext cx="80785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/>
              <a:t>Para generar el volante de pago presione el botón «Volante»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821230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29FC5843-DFD7-404C-8829-8F0B8F5424C7}"/>
</file>

<file path=customXml/itemProps2.xml><?xml version="1.0" encoding="utf-8"?>
<ds:datastoreItem xmlns:ds="http://schemas.openxmlformats.org/officeDocument/2006/customXml" ds:itemID="{BBBD5389-40E6-409B-9033-EC40E923BF0A}"/>
</file>

<file path=customXml/itemProps3.xml><?xml version="1.0" encoding="utf-8"?>
<ds:datastoreItem xmlns:ds="http://schemas.openxmlformats.org/officeDocument/2006/customXml" ds:itemID="{43EA9770-D21A-458B-BBC8-4C23D7660E3D}"/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271</Words>
  <Application>Microsoft Office PowerPoint</Application>
  <PresentationFormat>Presentación en pantalla (4:3)</PresentationFormat>
  <Paragraphs>28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26</cp:revision>
  <dcterms:created xsi:type="dcterms:W3CDTF">2017-01-26T20:10:20Z</dcterms:created>
  <dcterms:modified xsi:type="dcterms:W3CDTF">2017-09-28T15:59:21Z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