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0" r:id="rId7"/>
    <p:sldId id="262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INSCRIPCIONES Y MATRICULAS – SER PILO PAGA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«Ser Pilo Paga»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03120" y="1504791"/>
            <a:ext cx="438912" cy="259186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25320" y="177031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36616" y="3682305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76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93" y="2044160"/>
            <a:ext cx="8322359" cy="4112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16835" y="2953529"/>
            <a:ext cx="6718852" cy="51522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329160" y="1780693"/>
            <a:ext cx="0" cy="113149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9" name="7 Rectángulo"/>
          <p:cNvSpPr/>
          <p:nvPr/>
        </p:nvSpPr>
        <p:spPr>
          <a:xfrm>
            <a:off x="5547338" y="1815117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AvYAAAJeCAYAAADfrkGjAAAgAElEQVR4XuydB1RVx9aAP5ooVrAgYm9gAUVUsKKCYi9YomI0GnvFEowNO2Kv2Cv23kXsgIgKVoyKXaNiA0RFOvxrH7xyQTAmL8mfvHf3WqzEe+fMmdkz59xv79mzRyslJSUFjWg0oNGARgMaDWg0oNGARgMaDWg0oNHAv1oDWhqw/1ePn6bxGg1oNKDRgEYDGg1oNKDRgEYDGg0oGtCAvWYiaDSg0YBGAxoNaDSg0YBGAxoNaDTwX6ABDdj/FwyipgsaDWg0oNGARgMaDWg0oNGAooHkcHYPdGRGVB82rO9HJX2NXv6XNKAB+/+l0db0VaMBjQY0GtBoQKMBjQb+uzUQ4c3EEQFUd59CqyLa/9191fTuCw1owF4zKTQa0GhAowGNBv6lGrjCkh+mEVx9POv767NmqBve2driMbcbZXUgPngJ/WfeocG0+XSNX8OAiUd4nazWVb3qDNkwHnsDeH9jO3Nmr+d4yHNic5hStWkfRo9sh5kBJIasYqBcK6kmtLTQ1s2BYQlbugwdgH0xuOTZD/eTkWiV7Mjs2V0opRPPxUV98TjzDp0yXdg5ux0hqwYxyfs16bJV6JjRbdF0nExU8JXIteUDmHIsXCmnpaNPHtOqtO43iHYVcklDWDVoEt5KQ9JEx6wbi6Y78bkavl0v3c0Sub/fg8me3oS8iMegeHXaj5qCS4PCKK36cJPts9xZczSEsCRDzBv1Yvz47lTJm0jIqoFMPJLaJy0tbXRzGFLCtgtDB9hTTBeuLPmBacHV2b3aLq3dWtro6BlQwMyRfsOdqZovtR8fbm5nlvsajoaEkWRoTqNe4xnfvQp51fsy2Ap4z43tc5i9/jghz2PJYVqVpn1GM7KdGQYkcnPNUNy8s9HWYy7dUicBS/rP5E6DaSzqGv9V/Rk93I/HZE+8Q14Qb1Cc6u1HMcWlAYU/s3ESD7f9xE873lDTxRPX+rmBJO54uTBmXwz245Yw0Dp7aocSL+HZz52TkVqU7Dib2V1KoRN/kUV9PTjzTocyXeYyu2Px1LJJ99k8cjS7wyrRe+lEmufXhuQX7Bk3mI23k9I/m1oG1B21iia/uGSt++SLLOzjweVqP7NqWE2y8YGb22fhvuYoIWFJGJo3otf48XSvkpfEa8sZMMWP8sPX81PdbEA0J6f1ZNmrlkyf70zKxmGMP2JM/7UTcMj15Wsi6f5mRo7eTVil3iyd2BxpuiJx99nvMRlP7xBexBtQvHp7Rk1xoUGaMlPVpNz/GOGpEx79PKZUbd2PQe0qkAuZY9/23KSV00JbRw+DAmY49huOc9VcX5+n/PYzFf/Yh0XunuwLesg7bSPK2HZg+PhB1C+s/RvvBt1Pykji/uaRjN4dRqXeS5nYPH/qs5V4jeUDpnAstfPo6OfBtGpr+g1qhzzuiry/wfY5s1l/PITnsTkwrdqUPqNH0k5eTFmIBuyzVI3mC40GNBrQaOCv0cDdu3eVisuVK/fX3OB/pdakQ/QwbsXhFgd5syoPwyras+ihIW1WBbGnVwniD/aiZPtAuvtdY2r0MMo5LCe+WjOqqwg4Ww1cNk2kwaPFNLcbzhndarRzqkOB8ED27gkmyWExfgcGUNJvIGaNVxBv1RRrE22SY55yxf8aUdU9CPIbyqN+pWm1JowUg6Ysv3+YvgUuM86qNu43EtCznkJ8sCunBpnTZFUCVk2qpQG4rjk9lnjQ/rNXNQ6ffmVpsS4FqyZWFIoP525wEA+07Zjre5RhZf0YZN6EVQlWNKlmkgoHgK55D5Z4tOdzNb9DL+4GM6ltO5VfLTvQ3saAu0e2cuJNHRYGezO4xF08W9RlyOns1OrQCsvkS+zZHUxKyzUE7+7KvcFmNF4Rj1VTa0y0k4l5egX/a1FU9wjCz9UM7x7GtDrcgpRnPdTaXZiE179w7uJjcjp5cWW7MwXveNKi7hBOZ69Fh1aWJF/aw+7gFFquCWZv9+tpY7yhKTcXN8du+Bl0q7XDqU4BwgP3sic4CYfFfhwYUIpzwypiv+ghhm1WEbSnFyXiD9KrZHsCu/txa+rHrPU3rRxr6toy9VdLOrS3weDuEbaeeEOdhcF4Dy6DziddJ7/cxffW37HbeDxnz02mWvhGOlTtyWmLeZw/NhQzVcHYI/Qu3Yo1YSkYNF3O/cN9KXB5HFa13bmRoIf1lCsET6iUCrdX3KhhM42riTmxX3SDY4NLoJ0cxq7RA9lwO4F3ob743TOgqmNNiurlpN7oVVTfbJG17ofepadpWw632MczrxY88mxB3SGnyV6rA60sk7m0ZzfBKS1ZE7ybrrcGULbFFmw2vmRXF4HFt6xpUZj+D4bif20aSWMsaOBZhmVhR+htmPHFksgVtxrYTLtKYk57Ft04xuASMisTuT61NrZTf8WyQ3tsDO5yZOsJ3tRZSLD3YMqodCT879OPsi3WkWLVBKtC8YTfDSbogTZ2c305Oqwsft/43Kg/X4UTXvPLuYs8zumE1xUvTKZWyFpXw14w9CvPVOFnW/m+Xg92RFeilZMdRT4Es29XIFFWk/Dzm0DFs197N7hSUfqaeAW3GjZMu5pITvtF3Dg2GEVNcT70K9uCdSlWNLEqRHz4XYKDHqBtNxffo8OoxE0WN7dj+BldqrVzok6BcAL37iE4yYHFfgcYYKYyHNKPiwbs/1d+ADX9/Fs1cPr0aRo2bPi33lNzs3+HBi5cuEBQUBC1a9emWrVq/45G/1NbmRnA3k9Ex7QLW4I30TqodwawX4OV11v2f6/u7frA/h/K0X5naaaeP8UYCwlIjiPEvSE2bk9wPniHJfqjMGu8lqobItjXTa6NZo9zcTrstWPjmy0YDi1N28N6GEdFU3fDQzZVW4GdxTye5o/gufG4z2Dv6GWN18tdKPyUqXwC+y02bPxULv7mLBxqjuVB54M89dRnkLkjXtZevNzVhSyr+R16mfS4G4W7BdJ22yXWtS9E4oX59JlxDjOXjYyMG0rZ5pspN+caJ4aXRYdo/Cd1YXJoPSauGkqCqxmN11ZlQ8Q+UtWyB+fiHdhrt5E3ezpzKh3Yq7U7OYyljqUZcr0zex8vQ39oWZpvLsecaycYLl72aH8mdZlMaL2JbB0RlQb2nkn8UK49O0tP5fypMaQOVQjuDW1we+LMwTue5BwjYH+fRB1TumwJZlPrIHqnA/ss9PdxO50KdyOw7TYurWtPocQLzO8zg3NmLmwc14BPfngJYOfZxo5Y9zxJpXknGXGjI223mjI98DSuldVASwH7thzWMyYqui4bHm6i2go7LOY9JX/Ec4zHqcA+Dr/hFjisz0cN02sE5xjPpcAJpFUVz8Wfq1JrXnGWhR2lb36ZOHGcGvgV3W/JRX8V2K/MztCyzdlcbg7XTgxXVrKi/SfRZXIo9SauYujHkX8c7OP8GG7hwPp8NTC9FkyO8ZcInFAZXT6yvVNhugW2ZduldbQvlMiF+X2Ycc4Ml43jaJCmzE9gr2ZYxN9klkNNxj7ozMF7nuiPNOdbnhsB+7RyyYQtdaT0kOt03nuH749WyXqebjXhpyyfqXgCRophk5sx/n5MqSGTPI6rc7sxQvqyeAqOtwd/5d2wB2cDiPMbjoXDevLVMOVacA7GXwpkggzwJ7DfYrPx0/Mcz81ZDtQc+4DOB++xIL4/5drvpPTU85waY0HqdHenoY0bT5wPcmdVs0zfARqw/6f+YGna9a/VQHJyMsuXL2fgwIH/2j5oGv7XaWDTpk3I8SHFihWjQYMGf92N/hdq/gJgHdhZpC5GQf587LaPgFa7seqQlcdeB1OnmSztHsMkaxtmGkwh5OzPnz2uSb9MxdZqKsljgzlXfzlmjVeh32oYbc10SIp+wKktewit4M5F32E87l+atr51cDI8RGD1A5yzXkgFVz1a2Zxg5yvXLD32uqU7M3duV0p99mB+CfYSfjPJxhp3bTfiz9bOxOOsS+nOc5nbtdRnrzK/Qy8epQ7Sy6YLXk/1KWJZC7sGTXDq+SPtLPIQOs0Gy0nJjLtykUkWGb2Dn+BylT6thrXFTCeJ6Aen2LInlAruF/Edbc7RDGC/vtw0jrs3IiXsDLMHjeFIXlcCgr/Hp44lk5LHceXiJL64jVpfXrhcwNpmJgZTQjj7s9mn/ibxy1RbrKYmMzbYn0ZrLHHYWYS6RkH4f+zGvoBW7Lbq8BWP/Sf9dTZgXy8bung9Rb+IJbXsGtDEqSc/trPAMGOYetJDVrauzsAAbfJ+/EiZ8X74u1kr4PVZPoG9bx0nDA8FUv3AOawXVsBVrxU2J3byyvUT2H84RG9zJw413IKP1RJqjQ5j4JnrzKmjqu0rYJ+V7ofdo9cnsH8yJgQ7y0kkj7vCxUkWfDGKisf8j3nsPxzqjbnTIRpu8cFqSS1Ghw3kzPU51NFP5uXuXth08eKpfhEsa9nRoIkTPX9sh0UGZaZ67NXvn0jIJBus3bVxu+pLbc9KX6x0ZfbcKGC/vhzTjrvTKCWMM7MHMeZIXlwDzuOwrhKNs9KVy0uGfeGx/zQnvktibv2KjI/+mYvBU6iqHcH9aw+IlOgoLV2MSltiekXAPqt3w2gq6X7gUG9znA41ZIuPFUtqjSZs4Bmuz6mD/hdgL9F2k7CxdkfbLZiVcd9jM9OAKSFn+Vm1FJT0C1NtrZiaPJbgC5OwzMRprwH7/4UfP00f/1YN/B6w37t3LydPnuT58+fky5dPAT3x4lauXJmpU6cyYcIEAgMDkdCNgIAAwsPDKVKkCPXr11fKy3dv375N1z9jY2PKli3L1atXiY6OTvfd999/z5MnT5TrqlSpQufOnT9/P3PmTOX/R48e/fmz1atXY2BgQNeuXb/Q4e7duzl37tznzwsVKoS1tTUODg5cvnyZEydO8PLly8/f6+npKffs0qXL589ev37Nzp07lfYmJCRw8+ZNpI2FCxdWyhw7doxXr15hY2PDwYMHefbsWbp2DBo0iNKlS3P79m22bNmi6ElXVxcLCwtcXV2VsqJfWUGJiYlR/i3fly9fXvmrV68es2fPJikpiZ9//vlz3du3b1f0V6tWLVq3bq18vm/fPqKiomjWrBnSV5X4+Phw8eJFQkJCyJMnj7JS4+zsrHy9bNkyTE1NlTrOnz/PpUuXOHXqlHI/0ZWMdYsWLZR+Sh01atTA0dFRuVb09/TpU+rWravoRyOZaCATgD3guItluq60XqZNH1dLds26Ro9MQ3E+gX23t4ytWo8FxrO5e9KF4p8gLun+bOwqjOXtyAAuNV6PWePlRBiXJOf7J7yINsCy2zQWzxxEfZMEjvQuTVv/jsxp5oPrqeaMrbSJmW9+xj3PRH56/B+CfVIoHnUtcIsZTfyFhn8Y7LPSyyzbbCSGBbJ55Qb2n/TF/2Io4ToWuHr70eWkHdbuuky8doEJSkyBunwC++URGJfMyfsnL4g2sKTbtMXMHFQfE50kDmUIxVn6SBUvroVeoZoMXrWXOc1fMbm6Ne66E7l2YUJq6IK6qI3x8wH+VK23AOPZdznpUvxTKFIS92fbUWHsW0YGnKfZ5qo4HHBk1zJdXFsvQ7uPK5a7ZnGtR1ahOGqGUWIYgZtXsmH/SXz9LxIaroOFqzfnPOqTM2Ozbs+jUY2RnCv5E34XZlEr4/LJJ7D37ziHZj6unGo+lkqbZvLmZ3fyTPyJx5/APmJrJ8p3P0fb/aGsrLKR5uaDufHdPm6vbklqmPVXwD4r3Sfsp/snsH888jJ1rd3RnXiNCxMqphl/n/oTd2IA5ZpuoubnUJxI1rQwof8jF85emUJilqE4EWztVJ7u59qyP3QlVTY2x3zwDb7bd5vVLaXliYQFbmblhv2c9PXnYmg4OhaueJ/zoL6aMr8E+yRCPepi4RbD6AsBNFxd+ZvBvsnSR3yeYXqFqDl4FXvnOHJLQsay0lXiqayfqU7RTLetxjStCVw5P4FKMRtoU+AHDsQJ2Oem49YXbCwoq3lZvRt0IGIrncp351zb/YSurMLG5uYMvvEd+26vpqVeaihOmscekkI9qGvhRszosyyP/4F6C4yZffckLmkvJmbbVWDs25EEXJ5BTdkWkUE0YK/5tdRo4E/WwLeC/fHjx9mxYwd2dnYK/EVERHD27FmaN29O48aNsbW1VWBw165dCrgK9BkZGXHt2jVu3LhB+/btFRj+8OED/v7+CoALLArw58iRg4ULFypldHTSfikF+t+8eaNArBgRc+bMQV9fn6NHjzJjxgyyZcuGtEtEYFNgOjIykpUrVyr1q4t8J38tW7ZUPpbwEjEafvzxR+Li4hRDRIwQFaQLUMfHx9O2bdvP1fz6668sXrxY6avcR7zZ9vb2uLi4kCtXLsSwEBEA9vT0VMpJH1QiMerSV6lD+l2pUiVE/9L24sWLM2LECEXH9+7dw9LSkuzZs/Pu3Tt8fX2xsrJSVlUEpD9+/Mj48eOV/5e2i1EgAO7h4aGAt5+fH8HBwcr4TJs2jYoVKypNEKiX76SP0jbpv3wm49exY0elftFP0aJFlTGScWzSpAlVq1Zl48aNSP8F+mNjYxUdlyxZUhmTnDlzKoaKGD5ixElbNZKJBjIF+6PcmhrNYGsnvF5lg4TiuHwG+0xCcZJfsKJ5GQZdbcf2W5to/ymOOGJ7Z8ydD1FzxQN2l5r0abk9nF12PvSz74xXTGvW+G2neykV2HfB2z0c5y4HSMwVTclhZ3EJaUSvR2lg/y0hBUqMvVooDtGH6W3Whm1VV/Bhd6k/GIrjwAHHzPRymR+fTGf2MUO6LxpJfQOIvT0Lx2rjeNLThwt1l2HmfIKG60PZ1b0Q2sRydnRD+l12YN6O8eiN+xQOEr4LO59+2Hf2Iqb1Gvy2d6fUF2DviOKxn+GAQXZDTMuUpqASkhHF1o4lcT7RkPWhu+heSBtizzK6YT8uO8zj+KSEz6E4r2Y+o3mZQVxtt51bm9qTOlQRbO9sjvOhmqx4sIty0ysrYH/01lSiB1vj5PWKbCRQ3EUF9pmH4iSF7mDi7GMYdl/EyFRFMMuxGuOe9MTntieNMqaMjDvFQLMmeFlv5NXuTMKiVGDfxRv3cGe6HEgkV3RJhp11IaRRLx4J2I/Lx8qWFenv/S7dpmptIyc23N5Jt4JiZf5GKE5mulcD+2eLP/J9SWdONFxP6K7upKp3NA37XcZh3g4m5JqGRYOllF8ZxsGe+SD5OUsal2JE5M8EXxzH+9GZx9gnP1tJy4r98X6nvpFbGyOnDdzeVoPTk2dzzLA7i0bWx4BYbs9ypNq4J/T0uY2nmjK/BPtoDvc2o822qqx4sJNSkyt+eyiO4rGfgYNBdgxNy1BamWBqYUuZ6UoB+6zC2z6w27kU3x2pzapbe+lZ6K3isX993oO2Q45Rf7MK7CVML7N3gxbPVrakYn9v0qvJCKcNt9nZ8TIDMoB99OHemLXZRtUV91id+ANlBl2l3fZbbEp7MdHZ3JlDNVfw4MCPynhqwF7z66jRwF+sgW8F+/3793PgwAF++OEHcufOjaGhoeLRlRANgXiBdPm3l5eX4tE3NzenVKlS5M2bV/EmC2gLJIoIDArADx8+XPm3eNMFbhctWqSAu7ocPnyYVatWKfcRiBbQnj9/vrIaIDAu3m2RBQsWUKJECcULLsDZqVOnL+qRsnJvlYwdO1YxUsQbLh5sMzMzBYyzEgFbubd4pcWwefz4Mb/88gs9e/akVatWSjtFn6KPJUuWKG1VedBVdYpHXrz+AtLSHxFVuwYMGKDAsYBz9erVlXoE4teuXasYErIiItfIikDBggUV/YlnXq5/9OgRffv2Vdov9Usdco2sEKiMGWmfrARI+8X4uH//PhJDLzoXo6pfv35Ke8XoEONJyrRr105p48OHD9mzZw9aWlqKfgX8379/r7RRxlVWQ2TFQ1YANGCfxQzKAuxvezYgcrsz1Z238UzLnJ/8VZtnM4uxT+bVju+x6roTrUajmD6yGcUjTzLH1R2flM7suLyeFiHp42jf+47AtskCXjZeQdD+77nVTzz2XTh1uiIe5ftwOLYkg49fprZnMXqog/3awgz0HEh1vU/90TKgnH07bD+ns/kUiuNVlEFSTvsddw95Mm9/FG23XmVTqxAFQtYWHojnwOqkVVMO+3a2aZtyv1kvVxj+S0cq9vOlTJ/5TO9Wnhi/WQyZcAxjt2DOj4xkdI3GLHhdjV7Du2EZe5Ils/cSVms+QccH8GyIepz3e3xH2NJkwUsarwhif5/iGTbPZr03INpvJDUaL+B1tV4M72ZJ7MklzN4bRq35QZwacjctxn5dTXZ8b0XXnVo0GjWdkc2KE3lyDq7uPqR03sHl9S25NbxiKtjf9qRB5Hacqzuz7ZkW5j/5f9o8m7n+Gtr+Qv/K/fAt04f507tRPsaPWUMmcMzYjeDzbl+GCH0z2J/idEUPyvc5TGzJwRy/XBvPYj0UsL/QxZuGFmN42nIqE1ubKisQSXc24zojAMsFnzbR/hbYK/sbMuj+++tqm2cduDiyBo0XvKZar+F0s4zl5JLZ7A2rxfyg4wzNt57W5fpytsIgFk7vRLEXuxg7eAmhDl482NWBmxJjvjgnvZYMp26O1HmrnccMm7ujsBjzlJZTJ9LaVGk5dza7MiPAkgXXN5BjaGX6+Zahz/zpdCsfg9+sIUw4Zoxb8Hnc1OKtUsHei6KDPBlYXZt3dw/hOW8/UW23ctWrFSFDzHH8hucmfYy9+vsi436EDLrq/pChX3mm8viPoEaTxUTWGYHHmJYUj76Jz0oP5vuE02aLOtin7r9J927Y05DdDhaMedqSqRNbk6qmO2x2nUGA5QJuHCyHe/kWeBUdpDzP2u/ucshzHvuj2rL1qhdOKbv43qorO7UaMWr6SJoVj+TkHFfcfVLovOMy650Kft5Ar97jv9Vjf//Bfa7evk5Scob0TWotEttPV1uHYgVNqVmj5hdvc/mxDQm9QUxC7G/gmRYm+Y2pV6vuX4xxmuo1GkivgW8Fe/Eai3dcQmnECy0eagm5EIgTD68K7CVsRsBSwjcEPgXu5U82X6okM7DfvHmz4oEWT7mIeOMFEsXjL15sAUj5TjzNsidA7ideYoFaWREQ+JVQFAHaK1eu0L17d8XTrBIxEDKCvYCqgLYAuPRNjA1VGIncS4wTgWiVZAR78aaLt1oMlx49eijGgQrsxQAQvajqk9ULWe0Qz7esWowbNy7dQEyaNEkJmRGPvhhIYnDIvwXOxYgQHfbp00cB+++++07xyIshICsPsrIg/xVjRmBcdCmwLvf39vZWjDHRv7RJysr1AucZRQX2MrbSTvm36F1EVk62bdumhBfJZwL2NWvWVFYFZJxk5UAD9r/xdskSYBuhn/SYtU416HMkPyO/CvayHzKCgPn96Td9LzcjE0nR0sOocnvcVi5jiG0+Ek5J5gv1zbNRnHaxxXFxJK3W+9PT1w4n/y6cvtIXf3sLxt1pz7ZHa0jsaZwO7NVDBZSe6ZjS++B9VjVTGd+fwH7lU5LQQktHj7ymVrQYNoeFLnXJn5AaNpAW0pKqHx3T3hy8v4rP1fwOvcyq9oAN/TszfNN1IhNS0NI2oGSzCXht+pm6+SD+4X6mDHdjzfGbvEnJT4Um/Zix2I0WxRK/3MAZdRoXW0cWR7ZifdA2DMebqGXF+dqm33ge7p/CcLc1HL/5hpT8FWjSbwaL3VpQDLXMRxtakhwRwPz+/Zi+9yaRiSlo6RlRub0bK5cNwTZfIn7D0sC+kX4Sj9c6UaPPEfKPVIF9VvrzpNS2/nQevonrkQmkaGljULIZE7w28bMoIqN8M9if5kpff+wtxnGn/TYerUmkp7GAfRBrEntSY0YCowKu4F7jU7B07GmGVGrCSiO3T5tov3HzrLru/btx3NbpU1acNmSPf8j+KcNxW3Ocm29SyF+hCf1mLMatRTF0+Mi1pT3oNHoPdz8kK/3OU74js3dtoG9lrdTNo/PukKjWf91y3RibazszEkYRcMWdtKYPoVKTlRi5XcK34yUGdx7OpuuRJKRooW1QkmYTvNj0c13UtZkK9it5miQpU3XQy2uKVYthzFnoQt38CanZpNRCbLJ6br4d7GWRSG2enh3A+cZNv/JMxXJz00gGjtuA/6/RJKdokS1/BRx6jMFjcjfKX8z63dBiSmceTV5K4qgArrjX+LS/IZbTQyrRZKURboGTedqmNStTO4+OXl5MrVowbM5CXOpKSsxkIgLm07/fdPbejCQxRQs9o8q0d1vJsiG25MviiIK/Fez3eu8nMOYa72I/EJcUn+kbWzaVmeYrjG0OC1o1Tl3iV5fTvqd5oPuMcw8vk5yinpA4fTnjXAXI/U6fcT1++o1fBs3XGg38uRr4VrCXuwrcC9zKn8TDC6AK3EkoR9OmTRUgFREvcGhoqAJ6L168UD4TT7CArUhmYC8g2ahRo8+hOAKmAvrXr19HYvsFWAUqpQ5ZOZDwFwFdgXUBWQkxKVCgABIbL6AtYO/k5PRZWZmBvdR75MgRBYglJEVEAFpEDAsJYalTp87nOjIDezEKJAxGwFegXMJnBHwFoiXkRQXQAukCwBs2bEBbW/vzaoWqcnd3d8VIkLh3iV+XawWWRecSLiQefAnPEbAXw0ZWKOTe0m8xtKTP4l0Xb7voR8ZHVjlkpUXCdiRkau7cueTPn18B/cxEHewlpEpChlQiKyQC9hK+I8aOgL2sGIjeHjx4oKwMiAdf47H/c5/Pr9YWF87De8+JyWlKmZJG6TdD/o3N+P+4VVz4A+4+/YBeodKUM8mVqSfw/6NdWd0zLvwh957HkNO0DCWN/sSjVePCeXD3KR/0ClG6nAm5/kfOd0r+EMa9hy+JzWb8J/Y7jvAHd3n6QY9Cpcth8m9WZlI0rx4/5nViPoqXKULujHtB/tKHI47wh/d4HpMT0zIl+a3p/reC/a4jezj2NpArEb/yIiYqUzVooUXnsrbUyVmVNk1SN62py4QAMJoAACAASURBVCnf09zReszq6968jHmXpSpbFauC0YecTOs94S9Vt6ZyjQYyauBbwV684wK2Q4cOVby+Au4SBiIbZwX0BI4F7AWWZROlbEqVmHq5RsoKqMvm0azA/muhOOJZFy+zeOIlFETCe6T+3r17K7AqYSMCstIW6Y/Ehkvoz5gxY74K9hJ/LoaAGA1/JBRHPPZiPEj/BLAFbCVu/muhOALaAsNLly5NNxSySVfCYaQOVSiO9FXqVa0CiFEjYL9ixQrFoBFPvhgJsvlWwpnEmBHwllUIKSerDvJvCRmS0CC5Tq6RNkvYkYgYDmI8iQEj34sBJvqV+iSERxUuJKE4skFWrpe9AgL2I0eOVPYAiNEk95EVAgnL0YTiaN4zGg1oNKDRgEYD36KBvxXs9x7dx/nYEJ6+e8XR57/wLkG2FqdJOQNDrAqUpmQ+E2wNsvLYn+FKUihLrx5CKymRJ3HvSU5J27xRPmd+XsZHU69gaax0yuD2Q1qmi8wU4n3am5TcOiSmJKOnrYtWZCJNHZri43eMZAMtdLR0SHgTQwvH9HHCgRfOE6sfx4eEGPJlz0ux3CaKJzHgXAD6Rjl4+f4Nejq6FNDJR7Uq6XNV+1/wJ1o3nvjkBHS1dDDNa4xWDIr3UCXHT54gW8HsvIuTrCYpGObIQ+yrj7I4Sw7jnIR/jCKXXg603iXToH5ayjwBv4uhl3gb+05Z0ZD6tbW0SCaZxMh4WjmkXwURD/Cvkc94+eENSZ/Kv4x6Sa4cuZW6m9Vrong9MxMBEP/L53iR8IrYhDgF6Aom5KOFQ3PFO6suJ06eIHshAyJi36MF5DfIS8zLaOwbpcZEi0hGlES9ZJ5GhZGYkqS0PToumsjot5gYmpD0Jo46NWqT38hIga+vifdxb8J0IqiUpxw1rWso8JqVHDt1nOS8WiQkJ6KNNonJCTyLfEGBXEbKfbN91KJm9ZpfrUO9bll1EshUQXdW9xV4E2+zALwApoR+CEAK1IvXXqBUwH7r1q2K91g2u4qXWWLe5VoJSZFYdBHJ7CLQqR5jL2WmTJnyRYy93EcgU7zzEvYhnuTJkycrITnisZaNtQLlZcqUUbLGiEiWmzNnzigbOWUlQUTql7CUiRMnKv+W8B75TK4Xz7i0Xbz1smqgEvG+y34ClYiRMm/ePOU+AriSdaZDhw4K0Aqwi5dePOOy0iAg3aZNG+VPXcQIkIw+AuPdunVTvhLvu9Qnm1/FMJK4ejEO5E82JIthU6FCBSXbj8TQS9ulj+KJF0iX9kgokmQNkph/mW+qDEKJiYnK5lopJzoXQ0HGReBb4vml3eLZF/2K0SZgL5uIZSVDDAoBfmmrjLXoT3Quc0bq+emnn5TVAtGjjLvsuxCvv3oI1FcnvuZLjQY0GtBoQKOB/2kN/K1gf+HiBcI/RnIx/Do7Hvtz72NkOuUb6egzsYIzJfIVQT9ZLx30qQoKLLz9GMWj+OcEvw5h/f1ABUhVYmNYnFpFKmCTqzLZU/Rp0aT5Vwd464Ht7Hnty4mXt2hdsCrOZZvTpGFjthzYxtG350mIT8K5WFNaZgD7S1cus+3mITY+9SOPTjY8G/9E4yoNCQoO4v6Hx8y5uQeHXJVoVKymUp+67D26n4DYGyy64Y19vor8WL4ZlYtXUOKPVSIhR5c/3GL+rUNEJ8bhbt2VstrF0dXR5UHSU9yv7WBU1XaUTjbF0SE1PZ6IQMfaIxvZ8cKP25HPsM9tRmE9IyIMPmIUm5OZP05K1xYJB/C5dJLNz05x/NkN2uetSiG93Oz5cBVD/dwMK9ycHzt+GWYgQLb/og/LnnnTKFt5SucrwoU3oRQqVpgO+etTv279dPc5cfok95KeMOHSFvR19ZhUtTNldYvTwC7NKLl3/x5X7l1j3R0fTkTd5LtSNTH5mJs4Erih9Yp7kU/pVKEhzXPXpKFd1oc/CVxtOLYdz5dHcanegZ5VnZRwjKzklN9pNt85xN7Xl6lboAwVMCU+KYE7ca+4GPeEeiYVGF6mI/Vqf9t+jW/12Et7JAuMQJy0T+BOAFDAVSBRwFA2Z0qMvcR/y2ZKCfsQD7SAoUCqKhRHNslK2IpcIyJwKfAucKsuAsgSay4eZYlBF+gVuJfQFDFMxSMvwCqhKxICIsAqcuvWLQVCZY4KaIvIpl4BYpXI9eKNlvAVuV7CeWQzqbpIneKVVomkshQjSIwZ2YQqXmoBaAmbkb0AohuBaqlTdCV6UQ8HknokZl6gWMBZysozIKsZUk6MCqlD9ubIvSUUSO4h3vmwsDClvQLQYgDJqojoW/YViHEhxo6Ew4iRI+VUaShlfCVDjxgpom9JjSnZgcQrL8auKo2mGGKygiGefNnYKx55KSdjIjH3srdCUmfKyom0XXQ2ePBgJfxJVlJkXGQuS/pPzQm1X32Na77UaECjAY0GNBr4pIG/FexVWl+xczXuv+4nLAPYy/d3um+iZPEvN6FlHLF9PgcIiL7Kklsn0oF9g4JlGW3XC3vz9GD5tRGfddiThTcPMrhgY8b8kAYdC4+v4OXjF7j3TvVIZpQ1O9ez5PkBbr9/Td385RhdoSsODRwQA2Za8Eam2fWjSiWLL64TgNt34zjf7Z+Ci3FzZvUZm2n9vn6+LL6zh1NvfmG4qSMTvk/dL7Bkx3LOx4fyg0kLHOwdvrj2duhtFt7YxvlnNxhf1pn2zdux/8gBPibG0KX1d1+UD7oUxL6I88y+sJ199dxoVr8xLnsmcejxJYYVbsHQrgO+uObocR9WR5zi2asH+PRYo4DpwWOHyV7UAIO32ahTOy2OWnWxzwkf+l1aTI6cBniU75ZpqJWUnbB2NjOf72djyzG0MbdXAOz6g19Y9fwYgb+GsMJxJB2sv9x/obrPab/T7I48x7qQo1QyLMpUsx/SGT+ZKXuO10IWvTpK/4rNGdt8iFIk8EIgy67uYl/4JVzMWzDF6dv2a/wesJf7CKhLSIaseAjYZ3UaqXh4BRwFKAUINZJeA2KsSIiMwL2seMhG479LZE+AamxUKxpZ3VvChmQFQZUd5+9qo+Y+Gg1oNKDRgEYD//0a0IA98J+AfVDSbZ7HRHHmxW1aGFfjhxJNcLR3pPN8F8Y0+fE/AnuZfiv3r2P0rU3UzFWS0ZWdya6fnRU399PMqi4dLJt9zniiPlUzA/uJ6+YyuWea0aJePiPYZ0vSZsWTvTyOe49L4eZ0bZN2iJHqusM+R1gZfoLLz24yoKADRfMWpnCBwmglQoVy5kooRWZSZnpLsuX9fWAvICue33Vnd7Ii7CROJa1Z0dkjy6fz4PHDnIm+TPDLewS9foBnrYH0tE87FOlbwV7KLd6yjHkvjpA7UY/rrnu+6Y3we8H+myrVFNJoQKMBjQY0GtBo4E/XwAcuLnVl2Z2ytHTIwcXblZg8qj7KEQMa+VdqQAP2/yHYh+WMwN6sHpNOLSM4/Am9y9jTtJAtKy7v/1PAXuKHexwZT4R2IiNNWpBXPzcXkkNplq/WFyE+qhmoAvstd3wpRX7yaBtwP/4VzyYczXSSqoN9b9MGfNCL4+mHl/Qu3Yb6FW0yhXTJqz770DLWhweQQ0ePfDnykCt7LuwNK9KhjD3WVun3Fahu/EfBXq6ft3Exi14epYZRMXb2Wp5pXySbyLbLB4l9+xGDHDlYEnaMKnlMGVGuM/YN0+L5M16cmcdeyqzeuY7Zzw/y9t17Xk5IPbjpt0QD9r+lIc33Gg1oNKDRgEYD/wgNJIawyu0Iua2yE3z4Crk7zWBCc5N/fFakf4Tu/qGN+MvAXpalD545TGjiI66+uKdsxuxerBlNHRz5PaE4EocaFHKJk68uQFQCQxx7K5vvTgWe+UeE4ihgn78Wb+IjGXd5FWEx7xhcpQ3nX93Fo3rf/9hjL/Nm2Yn1uJxfQ6fyDbDIW5hsyXq0NnegdKnSmU4rFdgHPL3O6JKdKJivIBOvexE4ZMNvgv0s295svHOc1zFRTCjlRCf79krscEaR8X395jXnbwcRFv+G8y9+4cy7B2RLSWZVjZG0aJS6wTKj/FGwlzSQS3avwvPVMXqY2zOt1agv6pYQJ//As2z99QgV85emSL7CuAV68Sb2HR7m3ejZ6vssH8OswH7F9tXMCTtEaa08+Azz+qbH+L8J7CUGXmK/Jf5d4sQ1otGARgP/fA0khqxi0CRvXqeAlrYOegYFMHPsx3DnquQKWcXAiUeU7yR3trZuDgxL2NJl6ADsi+nClSX8MC2Y6uNXU+tcP9xPRqJVsiOzZ3ehlE48Fxf1xePMO3TKdGHn7HaErBrEJO/X6U5ORceMbosmU+7QYCYeSf1OS0sb3RyGlLDtwtAB9sit1CXu/n48JnviHfKCeIPiVG8/iikuDSisnfjVe5TYM+A/aON0nIwest9jMp7eIbyIN6B49faMmuJCffYxbvBGbmc4dkfLoC57NjRh1cCJHElVIlrauuQwLIFtl6EMsC8GavpP66MOZt0WMd0pDZoTry1nwJRjhCvV6KCfx5SqrfsxqF0FcvG1fk+nTZQXw8Yfwbj/WiY45Pr6pEy6z+aRo9kdVoneSyfSPH9q8onEm2sY6uZNtrYezO1WFh3iCV7Sn5l3GjBtfnfMdOD9je3Mmb2e4yHPic1hStWmfRg9sh1m6Q8iB2J5cGQpi3dc5IV2UWp3G8aARsXQJZnw82uYtfI0z7JXooPLSNqWV60HJPFwyyhGB1iywzM1EQSx9ziwYAG7rkaQrbQ9fUb2xOZTe//5T94/o4V/KtgL0Mjm0djEOG4+v8fbvDGEv3/NxYhfqVegAg1yV6WxvcM3g71scjv3ywU2Pz/O8bBbFMiRmwGWLTCLM0FXT/dPBfu5N/bRz7gRfey7KRktRKYfmkfSm/gsM+tIjL2AfbMiDTArW56tvvuYdX8PifGxfExK4FjLeX8K2HufPsaAK4uUjBrVDIvSv3QHmjZMPXE0M8ksFGeP9z7y5zWicH7jz2n5VNdmDMWJSorC5eJybE0q0D2/Pe1bpp6UqS7HThwjsbA2RSmEZWVLrly9wrF3V5l+dgObbEbT2v7LGHA59Kj1wZ/Rz/37Q3HkfpujznLiYRAzKnane/MvQ2skVt3nvj+LTm2hbp7ySnNf6b1jx7NgHHNXZLqji7KxMTPJDOwlXnvRsbVsjwzkJ8uODGuaujH1t+S/Cexl46mkv5TsO7KJUyMaDWg08M/XQNypQZg3WUWCVROqFU7g9S/nuPg4J05eV/AymUqFxiuIt2qKtYk2yTFPueJ/jajqHgT5uWLm3QPjVodpcfAx3+0rR6s1YaQYNGX5/cP0LXCZcVa1cb+RgJ71FOKDXVMPEFqVgFWTamkn3+qa02PJZAynVaDxinismlpjop1MzNMr+F+LorpHEH6uFfmcCjzxOlNr2zL1V0s6tLfB4O4Rtp54Q52FwXgPLopvlveYRA63sv9BG6dRbk1dbKf+imWH9tgY3OXI1hO8qbOQi2sLs3LIBm4nvCPU1497BlVxrFkUvZz1OLChOgPNGrMi3oqm1iZoJ8fw9Io/16Kq4xHkx7AXQ9P0//lUYV3MeyzBo32Rz97w1MOZ1pFi1QSrQvGE3w0m6IE2dnN9OTqsLH5Z9tuDVg9/wqKBJ2WWhXGkt+FXJ2XiFTdq2EzjamJO7BepTrSFeL9hVLRfxEPDNqwK2kOvEvEc7FWS9oHd8bs2i+r3FtPcbjhndKvRzqkOBcID2bsnmCSHxfgdGICZmnH28bQLVo5LeWtem7IxVzj/rBwT/M/jVngT7av25lSeqhT/GEJo3kGcuDyP+gZJhJ1wo1Mnd84VGE7SnXlAPOdGV6Xh0hQcu9oQeXALt2xXE7Kre9rc+uc/fv/vLfzTwP5swFkev/mVeznfkhL7gbfJCWR7nUTJnMYUzGVEwdwFPmdA+VaP/bGTx0kurMPqizvxeX6TErkLEBUbTad8NalV1ooLb0P+lM2zW87uofeZ+dgXs6R17urky5aHD3HRHH13AafCDfmuWYcvBurho4fsO3+EV9kjqZnNQgFtyXax4cxOVr48wfOPbwlqtyxTsD/je4Y7emEMPuVJZ6PajLXvhblZWkacjDeTzBhLr2xl+sUd9KzkiHNBuy+yzqhfI2A/5/omLjz7hb4mjpTKV5SomPecDA/mh/JtqF8vbWOxeMLPBPjiE3eNFdeP4F7GmSqFyrI7wpdd98/TxciWAfWdqWheIV2zDh49hE/MZSrEFaZcgZLEJMZyMv4GN18/4OdyXXConz7s5dLlS7yOi6B34EJy6Oozr+qPFM9rSpUqVdLVe+/ePead8WL1i1MssR9EkXd5iE2IJSjsJoHJd2lZtg6dyjhmesqnpLj0fhtAoQ95GN/TVan3kO8RugXOpUhOI8aUdaJacUslL3pGmblhHotf+dDTzAFb/UrEJ8VzLfwuPtHXsChQEqe89WjaOC370Nee3D8C9hLaJJlQSpQooeSOz0wk84vqcCrJKS8GaEb9yXVSj5STDaSSRUclklFK0ptK+1QiG3YlJaW6wSPpNCUETEQyzkg+e9WeCSkvmXEkB7t8Lqs5deumzxYkB0tJSkkpKykzpS2ywiMbrNXLSn+krKRolfSokj1GstZkFDmcS7Iwycm7st9CMuaon177LW9R6busPkh6Sjn8S10kjac8B+oic0R1sJZ8Lnn8pc8icuJsxlUsybIjG2Klj5IqU9KTSr/lNF8ZK+mrnJSr3m5lNTIoSBkPySgkGarkM8mYI2lFVSIbq+U7Sdkq3xUvXlyZI5m1W3WNlJVUmdIeMVBlNUv9OxnPrOaObFaX8ZBzDUQk3aeq75npWrIzSRlJcSoZfeS0YXlnyefSZ3WRzE4Z+/hnjO+3zIH/pTIK2Dt6Ye31kl1dDEgOW4pj6SFc77yXO98fpUq6U3Sj2eNcnA577dj4Zg+dT6UH+7aH9TCOiqbuhodsqrYCO4t5PM0fwXPjcZ/B3tHLGq+Xu+iSzosb9+XJtNF7cC7egb12G3mzx5nPxT9up1PhbgS23calde0plHiB+X1mcM7MhY3janFukDmZ3yOWI71L88fb+JHtnQrTLbAt2y6to32hRC7M78OMc2a4bBxHA3Esx1/k56q1mFd8GWFH+6K8UZVTZxuztuoGIvZ1U/oRvceZ4h32YrfxDVtNfkqn/6zmXirYb8FmY+o4EX+TWQ41GfugMwfveaI/Mqt+Q3zAyG8E+zj8hlvgsD4fNUyvEZxj/KcTbdPA/n6iDqZdthC8qTVBvVVg78bLvuVov7M0U8+fYoyFHAIWR4h7Q2zcnuB88A6rmqlGMInbq3ry4wYjRh9eQPPHk7Cp7kEhz19Zn9Kd0oNf8VPwBYbf6U7ZrgF09L6Fy+0O1BkeiHbeaMINB5OogP17NrYzoXeUO/dO9OPOYDOan3Um4PJ0qmdY4flfep5/b1//FLCX1Iz+kdf5kPIO4+xFMNMpTI5sOShXuqzyI5RRvhXs79y9Q9ibMDxCtxMb84HqpuasuXEck+y5GWzbmQcv7v0pYH/81AmOxV7j4uPLxCYloaefg9LZ81KrSDVq5quk/DhnlNN+Zwj8eI2H4U9oa+mIbRFrBaIePX7E2lPbOBFzneV2Y7DMJCuOT+BxDv3qy/XwR5TIY4xDvmrUMbdVICgzkcN1dvvsY9+7QOpkq0jHei0xLWKaaVmBnz0++zgcGcCbj1FUKliKPPq5iPj4lvcv3rNy0Nx01ylA+eYGO64f5dH7V1Q3MaNuDksS4hPY8Po4uXWy0dioBg0r1VVS/6nE+5g3wVr3ufLsJtly5kM7KYk8OjpYaJWhba2mSkpFdTl6/CgPsoWx97Yvutq6tK/QkKIx+WnaOH3Ijs/JYxz7EEzw85tYFSyNce4CxMTHgK4ehm9zUMXEjBrWNdLlQlfdx2PfQq5FhmKWowQNi9piV9eOhbuXceDNBXS1tKhVpCJVtMvTrnn6POiBF89z6M4JgqLvUSpPIUoZFSU+MYGYlETyROhjXbQSdnXqf5EPPquH7feCveRul1SOAn+SvlLSMkqOdZVIqksBU4FlGV9J5SgQJWUkBaN6Fh3JxS6npAqYS378Vq1afd5gLQdiSR0CbiqRuiR7jICkpHQUEJRDsiRVpUoEClXnAMj95L6yl+HQoUNKGkbJAqMCdoH0devWcfz4caVOAWRJPyl54yX9pBy2JCJtlDSeUo/cU0J95IRXSREpfwKIAtMCfZL2UZ4BSecp/RZglYOeVOD5LS890a/cT4BcTqRVlxkzZiipNUW36nqRcyUkNaeAqqSpFN1JeyX3vehVJXKYl/RHjJcePXoohoPk3JdDx0RfAreSV190KDntxTAQkRScYgBInZK+VPQkaUol5EnGQiA4ICBACYWSPsu8kj95H4mOZE7Iioq6oaZqk+hU9C+GjByYJQaaSiRrkIC7tEP6ob7RXQ7Ukn7KeEoKVBEZT0nHKaI+F1T1ybkFYhiJDmTuymnGstoqKzzqKXxVdcl4Dhs2TDH8pG/SRxl/9fEVPamff/AtY6wpk6aBVLBfT7lpx3FvlELYmdkMGnOEvK4BnHdYR6XGq9BvNYy2ZjokRT/g1JY9hFZw56LvaMyPZgB73zo4GR4isPoBzlkvpIKrHq1sTrDzlWuWHnvd0p2ZO7c9D4eY0XiVPq2GtcVMJ4noB6fYsieUCu4X8R1dic+slvyS3b1s6OL1FP0iltSya0ATp5782M4CQ+24TFcFUu/hxK1+pWn7h9vYGYN9vbDp4sVT/SJY1rKjQRMnev7YDgvDT2elfAXsV+m3YlhbM3SSonlwagt7QivgftEXl5fDvvTY65am89y5dC2VdmTpF2Av4TeTbLB218btqi+1PSt9sRqS2u+umJ7/RrD/cIje5k4cargFH6sl1BodxsAz15lTRz/VY++wkyJ1jQjy/0i3fQG02m1FB/HYX+rC4Vo2zDSYQsjZn5WwHJGkX6ZiazWV5LHBXJqUdvZO2uxLJHRxc2xHv2XE+TM03lSdeovKsur1Abrdm4C1zWxMljxhQbb5bMnZmcqHHHAO/J4EBeyTiTjlRsuuq/lgXorokFdUm3OErT3N0uaK5kH/TQ38KWA/02sBy18f46ea32Gsb4j/tfOERoVRsUAp+tb+jsLGhfG/do77Tx8xrOsADp84QlwhHWKT4r9oYN0CVSheLM0YWLFjNV5vTtKjSguO3g2krFExfnlxh942nUhJSuRKWCgfE2J48zGS/AaGlDMqSsNytTE3yTzkIjONyA9q6J1QEpMTSfrk2dLR0iZHtuxZhm6I1+nJ019JIQUpW8G8ggIAIgJOr8JfU75MOeXHKqPcuXOHmPjYzx/L9SVLlFS8cVmJeEcfPHqAcUFjChUqlGU5+eG9eesmickZAgMBg+w5KFe2XLprBcSk7+pnAehq61C2TFlC74YqsZGZtU88vxJjL/dJ/hRdKQdKFS6Uefvkxz48MkLRl4gcmlUwf0HF+6ousurx9PnTdPGacrSUtpY2xoWMv5rC8ObtmyQkJiqHeBUqkFq3GIcxcam6lnoKFyr8hf7Ea/z8ZVg6r2ZqG7UxLVIEI8P0Xsffeqp+L9iLLuWAKYEcyRsvaRBVB0NJCkf5k3zzAtAC0gK34sEVWBUAFDhTedwFrgT2BM6GDBmiwJXAu8jq1atZuXIlEyZM+Gx4CTgL8Moz0LdvXwUYt23bpuRzl/zqqjz2qj4LKMqqgtQlhz/JqoDArBgRIgLgcsiSgLzAmRyyJXNXDn6SnO6So18gWQwHAUq5TiBTAFe83uKRl1z64sGWk3MXLlyoGBJyqJN40MVzLH2U+wwcOPCznn5rTCRnv+Til5z0AtkqA0Ouk3okh72UEZGQMQFVObhLQFX0JWcCiO7kOzEE5ERalSxevFjJ6S/jKP8vfZw6daoC7nJgmIC9HJwlsOvi4qJAsxw4JX0RXUjfRQ8Ct25ubkyfPl3R3Zo1a9i5c6cyhmJUy5jLyoUYXjK2MuaqlQbRlaTclDGTXP8qj70YWFJeTuFVrYaIHsTDLoaD6FfluRfAlnMJZMVG5oPUKSIrHaIfEZkrAv8yV1QGisC7lJ0zZw4jRoxQ2iQHrw0YMEA5fEvmjErkMwmZE13L6pycvyDGn4yvjLkYOTK+YhTJAW/yuUZ+vwZSQ3GW8kj1M6ClR6Gag1m1dw6OtwZj1ng5EcYlyfn+CS+iDbDsNo3FMwdR30SHpEMZwN6/I3Oa+eB6qjljK21i5pufcc8zkZ8efyPYL4/AuGRO3j95QbSBJd2mLWbmoPqYpPFtagcTwwjcvJIN+0/i63+R0HAdLFy9Oedhw4VMQlLSgf0fbmNXSukkEha4mZUb9nPS15+LoeHoWLjifc6D+nI241fAfnmEMSVzvufJi2gMLLsxbfFMBtU3IVE9FEoVivNNYJ9EqEddLNxiGH0hgIarK//HYB+xtRPlu5+j7f5QVlbZSHPzwdz4bh+3V7ckmwL2B3DctQxd19Ys0+6Dq+UuZl3rgV+QE3tr1mOB8WzunnSh+Cc7J+n+bOwqjOXtyABuzKiZYXLGEbqhF60GHMV47GG8x1fjsksl7FdasE5Wg+6JJ38G+eY95PhgCUmKZX+PYnT4DPbxXJvTlMbTXlKrUw3eeu/heaOVnFzbmeIZ58vvfyz+Z674U8B+4tqZbI4KIEVLGyO9XDTIVYZyRUpx9/0THPPXwSifEYFvr5InW07CPkTwIe4DJvmMqaRdkoQC2jx6/ZiYJ+/JnTcPRUsUx75SHQUGjp45xqYIX0rnLsjD1w+xKWDBBwOIToynSTYLatvU5pfQm8y/vZWHUS/5sYAD3zm2V5a+VTCTcSTlB0O81CrPk4mJyTd7Yv+uWSE/jNuP7uZy/G0evn/FQLP2tGzw9YO2/q62/ZX3EWDdc3QfZ6Ov8zT6NYOtumJnWfuLU2z/yjb8GXV/68mzqnuJB1O8ngJ3AtoC6gLEAa2EWAAAIABJREFU4tGUQ40EsgWeJHe9QJvUL0aAeGIFHgWABI4EWsXrL157gT75XjzHqpUWgXGBMoE3VZiJeKnFEFi2bJniCRb4FrCXQ5sEeFWHMmXUi0CcHCwlbZXc+wJs4iWWtKTicRYDRLzM8v8yn8eNG6fULYaIGAQCqKNGjfp82rK0Q1YU5LAn8eZK+6StEt4idchKhsCq9F0OyhIvsgCyALr66kZm4yegKHWLYSSrDFJewFsl0k8x1KWMiLRFwFbAWtowduxYZSyWL1+uGIXi8Ra4l1UpuU6+l/eK6F4MNAF76atAqoCurOT17t1bAWTV/0sZMXbFQy9gL0CeEeylLhlL2d8gqxPSfxlTgWt5b4kRJjAssnHjRsX4E+AXY0QlMndEX6NHj/4cBiSGpxhe0j9ZfZC5Ju9MMV7EkJDVEJkPAu9itKmL6FIO8xLjS65TiRgP0l5Z4ZBVEZljAvRiOKjAXuaVGEdSpxgFok/Rm9SjPr6yOrB+/XrFaJP5JyFaGvl9GlD32M9wMCC7oSllShdUUhjGnRqImRKKE84uOx/62XfGK6Y1a/y2071UZmDfBW/3cJy7HCAxVzQlh53FJaQRvR6lgf1vhuKE78LOpx/2nb2Iab0Gv+3dUXNckxS6g4mzj2HYfREj6xtA7G1mOVZj3JOe+NyeByN+IxTH/w+2MSmUHRNnc8ywO4tG1seAWG7PcqTauCf09LmNZyP93wzFCd9lh08/ezp7xdB6jR/bu5dKBXu1UKisRu9Lj300h3ub0WZbVVY82EmpyRWzCEH6xlCc5GesbFmR/t7v0jnLtI2c2HB7J51uDU8F+6O3mBo9GGsnL15lg4TiLvhdGcG1tmUYdLUd229tov2nMP6I7Z0xdz5EzRUPOPSjupMxnttruuA4OBCzSbvZ/lMtDGXj82RZgcjPwidH+fHuKCo3XI3Fhufs7iqOzAxgH38e16r18bLZxYN1LXm7pDGlRiYyI/Q0I0p+/bT53/eE/HeX/lPA/tjJYzx7F0Y2nWzkz2FElcqWHD1/nEvxoRQvVJJDt31JAHJq63Il8lflVE8j/VyUypmfsLh3FNA1IJFkPsbHkE0vJ5eGbMUvwJ9Db8/zOOIp5fOakFcvNwVj87H2+WHqlbTGvHBZtJ/GcuzdRV4lxWBXpIJyYm3RRGPq1q5LwLkA4hPjKVK4CGblzbh67SrvPrzj7fsoYgqlcP/VQ6yKVqYYxlnGNP9/DL2EZRw+482hj5eUDTZt8teiRd2myg/vf7PIysEen/3sjjoHkfG0KVkPu6p1ssyH/0/Wxe/12AskySqPAKZ4OiV8TWCnbNmyiid03rx5CgyJ1/VrIqEZAksSQiLXCnzKSaYqb7rKYy+ApR5WJXWKV1oMDPGay/dr165VTl+V8DAVUMt/BbjlTzbUClzLKbECrOJhFvgUMBSYlDAQAdeMHnsxuMW7LXAtwJrVeQcShiNQLMaMwKq6CAgLhIpRI6sD0t+sRNomwC4e6h9++EGBbWmfGDyq6zKCvXpdYjxIaI3EtAuUCmwKFItnXrzJAubyZ2trq3ifxduemcde+iDjKiExOXPmVOBZjLWveexlvMTAkvtLWckGJqtQme0REbAXuJbxzgj2YszIHFCFRcr8FB1Ku52dnZXVBDG+BOYlNl7GXeadrCiIQSBhQiqR9grYiyGaEexVHnsJuRL9it4F9kVPYsgJrEvIk8wdcdzI2MkpxmKYqovsEZHxlRUOV1fXf9T7+Z/83lFvW8YY+/TfqcA+gn3dDHjvOwLbJgt42XgFQfv7UDzD5tm2/l04dboiHuX7cDi2JIOPX6a2ZzF6qIP92sIM9BxIdb1Pd9IyoJx9cz5OrUDjtVXZELGPbgbv8R1hS5MFL2m8Ioj9fUp93jybHLaGNhX74VumD/Ond6N8jB+zhkzgmLEbwedH83qYOY6Z3qMZERPK8ofb2NCWX/pXpp9vGfrMn0638jH4zRrChGPGuAWfx81C9zfBXomxf+/LCNsmLHjZmBVB++n+cCjmjmspPNCTgWlKwaCcPe1s07LipIK9F0UHSTlt3t09hOe8/US13cpVr1aEDMmq3+2o9kA2zy4mZ68lDK/7KTJAOw8Vm7TCumAqBCfdm0NDizE8bTmVia1NFaZIurMZ1xkBWC64wSHLeVRWwP42ng0i2e5cHedtz9Ay/wn/ax6U3vc9Vl13otVoFNNHNqN45EnmuLrjk9KZHZfX4/TpPnKvj+fGUtthJqHFWtC3XUVyoEuZNqNxjhhO+bb7qDhxFd2fTeTH9XmYds2Xn8qLCz4D2CfdZFotK6anjOL4wX68Ht+I73ZZsubBHr7/fQvn/5ZH9S9p558C9qqWiZfrxOkThLy+y6WUh+TVycbR5zcwzZGXsrkKEhX7nkQtLW69fY69qQWhUc+VjYmXXt6lQl4Tnn14Qx/rjjQsXZtlB9fjE3udDka1MdE3oryFGTPPrePCi1BMchrxOuYdhjrZaFWhAZbGZQl5cZfYuI9U1iqNDjo8MHjNu+hIol9GUyZXUe4mv+adfhxRsR+UuPgK+YrgaFYf61wVsKj85emwf4m2v6FSWSZ/mPyc4CuXqZLfjJpVayjeuf92iYiM4HzYVQKuXaZNeTtqWtf413b594C9nCYroCSALF5v8XBKSIR4lMVTKfHbEjoi3lMBpqxEvL0S3iLlxcMtHmCBSYn7FmNB5GtgP3/+fAV4b968qYC93F/CbCTuXbW6JR55gUqBRIEzud+sWbMU0BX4lBCiPn36KCAmnliB6IxgL+Fq4gUXqP9af+Q56NWrl9JvKZtRBBzFCJHQlcw2garKS7iJrEhIiI947CXsSmBT7i0QLPI1sBfIlU3KAvgC9uKRFoNGPM6iX9GpGCESDy4QrAo3yhiKI2VltUXgWkKoxAiScfoa2IuhJt552WArwC1GkepkYvFwi/Gmkq+BvbRXVlBkLEVkbKQ+MRZk3sl4SeiWgLcYWuLFlzAZWYmQP/Vx+lawl5UFCbcRI0fCj2Reihdf7iU6lXAcmSsyvmJwZRQxkqSOiRMnftVw+9e+JP7ihv8esIcoTrvY4rg4klbrg9hmOB4Ttaw4As2nr/TF396CcXfas+3RGhJ7GqcD+yZLH5Eu+FPHlN4Hb9LloKUa2ANRp3GxdWRxZCvWB+3k+2IqL2w8tzf0p/PwTVyPTFBW/w1KNmOC1yZ+rpsjNcY+03v8QrvdFRSw/2NtvI9nqW307zycTdcjSUjRQtugJM0meLHp57ooT8w3bp6NOu2CreNiIlut5+yA8zRuqhYKpYy3Dqa9D3J/VTNSgyMhFexX8jRJ0oHqoJfXFKsWw5iz0IW6+RO+0u/7eOYZi0WDedxJVJtMuuUZcSaEuXWySWwT1ybWpMaMBEYFXMG9xqeQuNjT/B971wFVxdV1N71Lk6ogRVHsCBrsXRFL7D2xtxg19hijJLHX2Es01qiIRiyoKFhQ7CIWbAjSe+88mv/aAw8fT2xJvvxJnLuWS3lv5pZ9Z2Sfc/c5Z0q9LvjFYCFurkjGAJcyYt9BDcURu9C36TicMZyJqw9Wwlk5Fdd+nogJSzzxJK0IrxRUYFC/Hxb+shVTnPVkct1n4/dhVhh4MAWvUzOoosPGMPhMysbe4d3x9eEQ5Cnqw2n2EZxb1hGlBwDyUpwSJF1YiH7DVsI/oRBQt0SP5cfhPs3hdaD1//jd+S90/5cS+73HfsN9xXBEZyUiNicd05r2w+Jbh1FPywD3ksPxmZENqmrqwTsmCEPrtINvyE1oqWpAS0UNFjrGeJz0ElNsBiM6NxHbos6gq00zdNJ0QGxaPI5k3cKDhGDU0zOFiZYh7qVFoU4VMyzuMgU7brojNCVSqH5aTdcEPpEP0KRqDSRnpyCrMB8ZeZmwNbLGkZe3MMCkGTqaNoW6kgq0VTXRqEEjQRu/5/QBhKTHILkgR9jXauq6Qi70Uf2/xPVbN3An9J5gmEiblqomGlevh8y8bDxNeCHo89mMdYzQ2KKe4MGTbyfOncLD2CcCUaJ+u6ahFQb3KtUms3meOYFnqSEIVUtFbFwK9F5pwFy9Cqz1qqGWgRW6dH6d4nL9b5uRUVA6H31NXTS1cYBzs9djBj4MxKm758r7tjGwxPDeQytM6fS507gXG/SGtpwXcX7V9cxgU7VGhSw69Lw9fPYIIUlheJoWjcyifChBEVVVNVG7qiUaVq+HFs1LgwMTk5Lw23l3IcOQtLFfB/P66N61orRo6Z41UDJXRW5qNpRyqYYHRnUZhkt3riA8LarCvC31q2Nkn+F4/OQxbj27i+j00mBQJUUlNDarV6HvXzx+xd2kUPSv3Q5dOlVMEUpyc9zPC3GZCZW+y6pKKsL6m9Z1rJAh5X0v/scQexIYknmp9IY6anrOGbhIQkTPKYk9pRyyHlL5OfC+FStWCNIdklDq1qmLppSD5Ihk6l3EnvfSO0xPLok9Pf/0wsuSR0pQaGyQJEqJPedOeQYJP2UqJLSUeJBMV0bsKcvgPOhV5pxIVCtrJPZSKQjXLt84LnGidv9dxJ4ZZTgnSlakY5EwUm/OUxB64N9F7Ck14ukCs9lIiT3XRYOMuJJQ0/CmV5qGyPuIPddMkktv9oQJEwTP9ds09lwzNf3U7vM6Zrehx5saeBpu1K9L1/QuYk9CTcOL19ILTk8910WdvzTomR5yeuxJvCkxoiHE54HX8dmQtg8l9ryeRhcDv2kMcQ0cg88UDRqeBkycOFEg9dIgXdk9pqFJo4x9yJ4YvO/dE7//lyMgScHLF9HIVjGGTS0zaP9t6gsJUl6+QHS2CoxtasHs7xv437FhkhSEhcQiT6sabK0Myg2TD598AVLDXiBB1RK1q+m8v/iVJAmhLxKgaG4HawMaKWL7GAT+EmJ/4eIFPEp/jnPJARjj1Bt+L++iahUjDGvUDQM93dDS0Ao9GnRBWmg8GtdqiJJXr5ApyUKyUib01Ksg5lkEVBVVYFHXCgYlulgXsAtROWkYYthOIOU7433xOCsGA2o4wVBLH34R9xCelwF7HWOYaBviUtxTaCupCNKeUU0+x6WXt3ElIRjmyhooVFRANR1jFBdJ0MqiCfrV6gJrK+sKGI3dMgPXC8PR3sweTa2bICY9HqefXUHVEh2cnLYTPhd8oG6pje/9duJJSgRMNPWwuNVoqCYpoKBYghSdbPx06xByiyRoYV4PIwzaoW/3irnfL/pdxK5wb5yPDxQCSBc5D4eZxACfd+klzGXr4R3YkXwZkuJ8DLJrBVsjG0SlxeL08yuIlmSjvXFduOo1Q/8epbrWo5eO42zcVZyMeoCqqtqYWKcH2lVrikYNS9NHXvb3w/2C59gbdB7DGnRFB3MnNKntUGHdAQ8CEPkqASuu7EJoXjqcjWqilbk9QlOjcDzqAcw09TFSvy2mDy89KqdX+MxdH/z85ChyJblob9EITSwbICk7Fd7PruBJTjLa6NphcoMBaN6suUBEgrPDsPuBF3yi7sNWQw+zW4+CtZIZmjSsWJn29+sn8HvoBfjEPkFDver4slE3NNNrhHxVCQ4/9savT0qrvrI41ZcOPdHQstTLqGtpgAMBnnAPvoqpTXqjhV5jODk4Cdee8z2PZWFHEJQWjp9sB+KrfhXz0EdERiCxOAVbbh+BV/gdGClrYKh9B5S8KsapkBuIkmShnp45ljf9Gk3L+vyQl+tjiD29ofSgStMg0uijx56eU3rQ6ZXevHmz4A2XzyNPTzkxIEGlRIMeaZJQEm82zoP6an5O7+m7iL0suSWx5x8SL95bWZMSe5JBasspJaIRwPmQkEsz3sh77ClD4bzpuSYxlc2aIg0ApfFAjzi9xc2bNxe0+LKN8QU0Juh9p4zjbcSPUiCORRJNAk8pCxvnygB2eoxJkN9G7LkuetpJPEl2pcSewbC8l4GxJNokw8ziw/m+j9jTEJEG6vJvro/viXzwLPuj8cDnQhroy/ePn507d06QR3HeUvzeRexpSFD2whMYGkM0Fqhj5wlR9+7dBTz4rDHQlicJNODYeHrDGAdeJ30OPobYk5jzWSBJ555xHJ4GcG9puBELGkSUXMk2xplwfxlIz1OVyqRHH/IeiteICIgIiAh8igj8aWJPr++VgkeITY/Htx0m4uAjb9xk/nSjzhgk442WBTc6JkbQu8vmVub3/GWloqQsZMWhZ+li4BUcTbsKxVdAYGYcdnafI+RALykqhKaqOmIzElCsoIDErBTUNq0Jelhzw1JR27qU2IRHhgt58P1CbkBTWQOdjFvCzNhUyEAjbbu89mH2431wNW2EkRau6NihNP/60UvHcC08AD+PWlJ+7Veb5mB/xi3UVDBG4HdHyj/3unwGo+9sQF5hHjQVlTHVrDum9BkrBBOy0dv22+nDWB9zEqE5yWDinQsdl6F1i9bCL68DPkewPu4ssiV5WG43DCP7vM64ccb3LFYGH8D11HB0s2mGsQYd0NOlh9DvoYATGHl2FRShACtNA6zs8jUc9OzLdcuHTx5BQNFT9LfqhmZNKpe2kPyMPb0AFxKDMc2pH/rqOcP5M2e02jQQdzLiMKxuRwzVa4XOHTrDJ+AyRvssgaa6JuY1Hoy6mrYCWWC7HXAbK58cwMmIAPSwbIJvbAegTcvWuHnrJjzTb+LnO0fRwbgWdrj+BIvqpQXAZBtxWH3jV6wOPIEeVk74yqInOrUt3YurN/3xbeBW3EmJwMR6XTHd4QtYlwUNpqSmYsGhVXhlpIAf2k6DiYlJebeb3LdhdexpxOemwbVGE0w074EuHd8s7LXBYydmBe9BB2M77HD9EcVFxfAPD8C3t7cjsSAXnv2Xorlx/Tdycr/tP4wPJfYkU5SlUJctG6RKIsqUjNRx8xmilIKnSryGQbGUhjADCskz35OpU6cKsgWSNZJg2b4or2B/JKj0mpKcUooilXfxHWQ+dBJ5elJJFvlvymyY+UXeG853lEYE++E1PBHg3ySMDN4lcaMshQSwMo89pRkkeiSnnDeJKfeMzyG14CTilLRwXAbSkhDSAOBzxmw81NVzLAaKcr4khvycQbsM2pTNskQDiZIdEm8G70ob9faMW6DxRFLJGAc+f5RESRv3kIYQvenElO+wlNhzfTxNYZ56knzOj8YZ4xQ+hNgLz/TVq4J+nCdgJO7yxJ4pSBmLwHnQ+KPRRI87DT1ix5gbGnQfQ+ylp4jEj3vGOVNjz8xdNEpohEnlSZwj5TgMZOZ6adxQyvMxxJ590KCgIcH18JRGKqviPnJ/KTfiMyG7v8SG+0tMeKIgHw/ytvdO/FxEQERAREBEAPjTxH7H0b34KcwdQ+p2EIJVPV74Y659Hzjp10PLFpWnKmMe+2OpV3EpKbTCHjhUMcXUzwajMCYfGSYKOBNyHXdjniC/pAiFZTHd+ioaqKVtBG1KeBSVcDruaXm6RXbW0tAa7Ws5Q02ltGQxJTP3oh7iZWIY7IysUVvHBp2qNyv3bH+7+wdsi7+C3gYOmNlyZLnengZLXGYixg54re+dt+NHbEv2g9UrwzeI/cSAzWhmaAWv6AfoZNEQ31j2QZf2pYVwbt25hcNxF3Ep7A6i8zKQUShBwQJ/4bsz589ib5ofPF/4Y1j1Ztg9krlcK7b9/kcw5vJ6mKjpYKq5K4Z36C8QsxMPzuNr33WCZ/1+SgSaGFpilmV/9O9eqsX+o8Se934TsB7PMhMwsnp7fFHXtTQTyN3dOJUQCNeqDvim/oAKRbJIrE49uoilwR5IL8jDgR7foW+DrkIl4g8l9rsfemKe/+43iD3TcW69fhg7YnxhoamH5fbj0NulNI/4Ea/fhXSonas4YETHgeWFg5jmcoXPL3iimIDAlAhYahlihpkrJg56s3qsPLGn4eF14SzmPtyOuPwMrG80CX3auL4zHansjn0IsaecgqSTwZ0kjFJvMvshaWcgIuUi/JtSCkpbSMCYfpKxLLyf5IjBpQxm5XX0bPJv2UbZBb3rJIdMp8qxSNSYsYaNGnzuHftgQCTJMYk95Rf03tJzLJu7nNeRYNKrKiX2nBsJH2UvzHhDIv0uYk9yyu8px6DHmiSV6StJ6LhmesIp66E3nJIgZp6hx50acwafSq8j8aNunZ5gypUoLZENMOZ8aCBR7iGbnpKecuJA/EhsiRHHokyEjYHcJPpSw4QnJdJ0l5SVED/+TCLPIFhpKsuPIfYcR2pkcW2VpbsksSdOJMVcG+dF7z7nxRMcEuUPkeJIPfay8kDq/PmHUhtm/CHJJgmXPaHhODQ8ma1KWjfgY4k972cQN2MCaDhIMeb6GSTL75kwQH5/pbEcXLfYRAREBEQERAQ+HIE/Tex/dv8Fc0P2oaqKhpAnfIBVO/S3aCtkpnlb2+25D97pN3E85mGFFEx1tQyhqaYFQxUNGOibITD+BZ6lx6CTZWPYGFTH2edXEZWXgSrKqigsKUEtTX0EZSdXIPYNdEyEAkh1ze2gpaaF7PwcxKRE4UVGHPKLi9DaoiHGmLnApWNpFdHFv63CisjT0FXXQR8DR9RSMYaOug6qqGmhj2vv8mNpXvsuYj/t7i+YXt0ViyM8UFRSgmnVemB811JvmIfvcVzIC4SFpgE8Xt5EbG5GObF3P+mBDXGnBR34hpbjMbH9a2+9FD+vc6cx8cF6wXs867PB6K7lIBhNJPZrLx5Ed1NH7Ei8iIisJLQzq4+p1XuiR9fuH03sB9u1QUvYIFYtE3tf+KBnzZZooVgLQ3oNwkX/i/ji1hqhWNRYgzZYOaE057dsO+59EuuiPHE94QWmNeiG5T2+/XBin5aKUy+vYNzZ1W8Qe45x8ORhLAk7jBdZiVjTaiymtBspENLDt0/jhUI0Jtbsj8+cXufUPXjCHUfT/dFBrSE2R51CVEEGBhk54+tmQ+DQuKIkSZ7Yq6qqYc2JrdiT7Icetp9hst0AODauKB161yv2IcSepIZBkdQyM4CRmnjZRnJNGQR12/QwM0CT3nl6UUlwSYZJgpmiksSWnnN6b5llRLaRuNNjT48vn0VqninpkDaOS68zSbw0Qw3HI4GrrNFrS702vfP0WFOuw+tJ9BkQSY8siSBlNSTr9Lhy3vTaUjIjLSrFEwbeR0+9NBc7yRy919IUjlLyR3kPpTM0MLgGenBZlEtaOI7r5ykAM/hQty5t1IiToNMbzCqoso1SEBpQJMecB0ms7AkiDS2eJNAgolHLWgI0KKSGFI0Z7gn7ZgYgGhHEhEYN8aGMh0XC6I3mXlEqQ4mUbFEtGincG2mxKOLJcaQ40NhgH/zDGArOg31xDI4r68nmyQJPcEjMZSvm8hnjnssXouL19JZzj/gMUiLF51C20aDi6QDnyX3kuFw3n0HiL621wHtoHNHo4J7I5p4naWfMBQ1GGhbysho+t3x2aKjyveH+ch/Zv2zhtQ//lSZeKSIgIiAi8Gkj8KeJ/b7jB3Es7aoQuNizVlvUU7MSKoO+q/3ufQyH431wIvpRBWJvqaoNljvqbuUElzptcSHkJp6nRqORkTUeZMbjXuxT5BYVoHP1+kjNzxaCN1OLJBWGamdcE6NMu8HcwEworMTCS5IiCfKLS33+mspqMDcyRb269YT7fK5dwNc31yEsLw2qCkrQV9WAvkYV6GlUQTsFW7S1alYuz3kXsZ9+ewc8ui7E8qD98Ay7jZ4WDvip6UTh+HrnAw8kRybDVEMfO5IuVSD2DDheGfU7XmQl4XC3+ejj2O0N6BKTEjHk6ExcTQnD5Cafo59uc7Rq2Uog9r/4/I7NA+Zh1yV3/Jrsh+T8LIyyaYveRq2RkZf1UVIcB/3qaGJQA6ejH6CwpBj9bFugjVoDDOzZH6cunsaEwM0oKS7CV1U7YOHob9+Y56nzp7E19jR8ox+in4UDfhu+7i8j9t6+57A/7QqOPPdDU30L/FR3LFRUVXA00Q81jazQWqu+4L1lY2rTI88vIFMlG2Nr9sG+J57Y+MIHTka2gkxKNmCZ18sSe5cqjrgZ/wQvlJPRxbopHGGLTi3bl2cU+ZD/Lj6E2H9IP5VdQ5JLzy097iRa//YmLY5Fr7R8lVLZtdEQohyGxFae8JEQ0xBhjvh3Zdr5t2JFEi41frjG9+Xt/zeuU7q/NDCk7/G/cR3inEUERAREBP6/EfjTxJ5eHaYqZFNSUkYNy9dVY9+2OGp9Rx2YiyeFsYgpy0LDa5WZiUVVG8YaOrDSNcWd5JdIK5SAlVCzCvPQUNcctoaWOBtxD9XVtBCWm47cYmbIL222WobQVVZFPTUSVHtM6D1aOGZ+V2OxqpepkbgccROBcU8RmBqJ+KJcoaJqNU19zLH8HJP6l2blILHfmnQZ1qj6hhSHxN6z+yLcznqKby9tRf6rEvz82XhUr2KGRff2YoJxZyTnpGFd/BnE5WWWe+xJ7FdEHhWI/Y72UzGy1aA3pssKr18emwvfhOf4qnFPDKzaBi2bt8DxB+eww+cYTs/aDm9fb5zPvItdzy5AWVERI2p3QhfLpvANv4aBNt3fGvwZExuLMafmCxr7cY26o7tGYxRrKeGH21sRmpeB/jVaYXj1jsguysH4e5tKib1RR7hVQuy9zp/G5hgvgdh/Xb8r1nz+PW7fvYNjqdfLNfa/9liM6tWqv7HGtPQ0nAi5XO6xn2zZq1xjz4vped7s+Su2JJ5HqiQb2z+bDH1FXbjHesNFxxn9XPoInkc2n8u+OBTvg9Y2zdBEvSYSkI7uJ76DqpIyZjboj17mzeHkWBpgy7bR41fMeL5L0NjPbPEFvvJehdiCHExw6IVeWo5o3/Z1wZ8PeWE/tkDVh/QpXvN2BPj/Cb3uzEtP6ZDYRAREBEQERAREBD5VBP40sf8jwPFo/tdrv+F80j0EZMZX6MJURQNGalqCDj2tuADORrYY2qArCosKsO/BaTzIiBUkNYWvXmdLZQfM42CpXgV5xUWw1TbES0kWFtYcAGdbR5iZmgnevMqOmrX9AAAgAElEQVRaSGiI4AG1r2MvfH3p8iVE5MVi2ZMjSCzMxKSqbbF0rFs5sX+bxp7E/sUcT5y7cA57Ei/AM/Q6nKtaw1bPDLqZqlg7fjF+/m0j1id4V5TinPDAhvhTuJsUhjn1emJxn7lvTPPm3Vvo6zsfmSWF+MlqCGYMnShcI/XYk9iznaNXO+48PCJuCXKmNmb20FXRwNja/T86eHbxuQ1YdPcImhnZYIZlXyFA95ugHUiUZGCw3mdYNmB2hUBVYT7ep7Ah+gSuxj/D+nYTML750Hd67BMSE5CSkioYg5ICiUDsJ5xbW6kUh/17eXthXdhxXE15hrZGNeFo0RDpGVkYXqNTeTwHZSb7vQ5jU+xJFCurCGk7gVdC/YL43HR0rFYfs2wHomObDuU4y3rst3ZZgMN3T2HZC0+YqVfBjGqfY1j3QYJU4UPb/9Jj/6FzEK8TERAREBEQERAREBH49BD4W4k9g9WehDzFk8xIPC2OwrXIQMTlZyPv1evSFvR2qtPzr6GHKqrq6G3XGtV0TQUPOtNo3ksKQVxeFtKK8ivslr6yKqooqQmZdSyrmOBxahQa6pvD2sgWplnaaGBsC10NHXRqV5ppRdp2n94HFU0VDG9fsaqny5oRCCiKxQxzF8z7YuZ7if03d3fgQJt50FBXh0/oNWwI9RICL620q2JV/bH4vFOPSon96fNncCj9Ko4G+6Ohjhl+bvaN4I2Xbfv9PTDm8gY0qWqNqWY9MPTzUq++PLHnZ6e8vbA86hjuJAQL1zgbWmH1Z9M+mtjP91qJ1Q9OoY15XUwx74nPXXpi8PYpOJYUiJbmdTHZ2AX9e7wumMSc8Pt9PLAm+iRUlVWwrM5IDOrWD7du33pr8OyJsydhVMsEWjnqQqaXXx/8jvnX9r6V2HM93/26CNuSmBa0EM0MLDFIvy0mDn4dEBv0OAi7Q08iJzEHncwcoaykJGinn6aGYU3kSSHV6vc1BmBsj+HlgbbyGvus7Gz8GPALPMPuoGv1hhhh1Ak9O3UXtO0f0kRi/yEoideICIgI/GMQkPhhocs3OJFawvR0UFY3RO3u32LN/M4w+wtzyZck3cDBa9oY3LsBysolvR+CfG/M/uIBhh6YCwf5lOYlkdjYYxyKtpzFdKtKJipzr9n+vuh6YwQu7fwcH1XENO0SliyPwOClI2GrBJTE+2LZzGU4E6OLFpOWY8kgO1Saaf1d85ZddcEVuLnOgFcaxcKlTcGkHzaf/A6ffTBI74fxzSvy4T37CzwYegBz3wC24tVF4aexfNEOXI1VRd1+c+A21gl6SIXf0rGYse85dLu4YdfagbAqm2/apSVYHjEYS0faQgkliPddhpnLziBGtwUmLV+CQXZibvo/smMfes/fRuyZ1u347XM4k3UPSVnJqGNiIwS2BsW/QHJRPnLLCjzJZuBgbnoT9SqChIKfUz+eXPg68E+6SDVFJSFHuqaKOoqhADVlVXS3cEZxigTpJgqITouFJDcTGhp6aFJcHQ2r10Gndp2E25cdXIOwV0noZ9IBXcsKGJ0874Vv7m1DFS0NLLIfKZA6ti83TsfvmQGw0TDFlqZTyoPHjl84iZlBu7G96RR0atEBnmeOC5IRv+iHmGDbAUNquAi5m1fvW4/1CWeRkJ+NU80XoGunrkKRpUvBN7A2/BTic9Iwu25vtDNwKJd/kPyujTiGp1lxGG3SDsOa9CjP3LP96n4ceXAFi5uOEVJUspFUMu5hR7Iv7iSG/CFiH5sSh2URRxCakYDhVVvgq9bDhBONM7fP4xv/jUgvlGCIoTPGtxgkxCpQ/3vuqg+Opl/HlaiHmN60Pz63aIdaNWtVmu6SwakB9wPwOPUF1E210ErfETUsLLHq+k6suX8SLhaNMaVGb3Qu2yPZh9nz/AnMeLILcdmpcLVywmijTkKgMBuDNo+c88T+RF/01WmOCYPGlN/KU49597biWmII+lo1xU+fTYJdLTshaHLXjWNYGXYc9bSNcaL/emhpaOLQhWPYFHcGcTmpmNSwO2a3GANDg8pPfeRfNpHYf+h/P+J1IgIiAv8IBHLd0ctsN/qE/I4BGkBB4hUs6DoECSvjcLSPpjDFooxEpCkbwkhL6fWU89ORVKgNIx0ZBlqUhaQ0Begbab8m78VZyMjTgrrfaDgc7ovAfb2EIkeV9lneewlyU9PxSukYuttewfcx+9BJTe6ekmeYpGaPwoBC7Gwoy4Ll792AnHnTEffVr5hYkwZAPtLi0gB9M+iXKjgrbemP9mHemGnYljkJgUFL0Vg5F8cHWmOxvSeODgzGjC5b0eLaDcyqYFRUPm8UZSAxTRmGRlqQQRDI9UBv853o9eIYBmqUTkNBURUamqplhZwKkJGaBw0D3dcGRKV9FSMrIw9autpQRBGyktKgoG8E7UqMg5LcVKS/UsKx7ra48n0M9hFYFCEjMQ3KhkaQ3WKURGBTV1fc+MIdq1onYcvwr5G2KBAr0gfAaIYNvLwH4/7oNtjV+wUezdHF433zMGbaNmROCkTQ0sZQzj2OgdaLYe95FAODZ6DL1ha4dmMWKrPD/hHvwn9gEn8bsb9z7y4WPdyFmJw0jDbsgEZWdZGemY4D8WdxOyEEUZJsAU5ZYv+h+GooKqGfjTNaqtSFjUkNwWuvp6UrZPkIeRmKouIiFBQX4FlBNJ6lvkByShpaGNRHc1sneD3xwfbYi2hQxRp1XhlAEYoIyI9AGrIwu8kwOBnVR0p6CvxDb2N39GWEF6fBQE0Lk2t2RTPd+sjIzYR38i0cj7+HEVat4KxVH83qO2HX1cP4PfkatnaYCxP1qrj69Cbcwy7iVn4ECkqKMblWRziq1sbwPkPB1Iznn1/D/nBvROamo5luTdSGISQlhQgsiUWCJBWDq7XFkMY9UKd2HQGWlXt/xtm8e4jKz8S4Gh3RwqQJWpdlIiLRPnj2CLYlnkNxQT5+afMdPnN8nTFGFtddJ/dj/rP9SCnIRY0qJqhRpIdMlXy8zE3EVIdeqF9kgb6uvYVb6H2PUU3Fiuv7EJWbgSZK5qijaQ5FJUVcQzQk+dkY2agbrPOM0K5lW0G+4nftChY93Ysr8c9hwEq/CpZCdo+CqsqIz0rCF/W6oJthMxy97YULBUG4mxoFQ3UduGja44ce01DDskaFx+DJ0yfYeOc3HIm7g6+rdcKXLQaUZwfZf/wAPNKv415iCPoYOWJ4/c/h3PQzIV3iRq9fcCrtLu5nxKKKshr66DTG53U6ICo7HkeTb+Bq3DOoKShiuL4z2lR3RHVDc5zLCsDGAE+oKatgkLYTNk5e/kGP5IcS+yNHjgjZTpiPnNlAKuzLrl3CuyBflZMFp5ghRr4xzz0z3zDDDTPQUG/O1JjMbU+jmrneZVMZMhsNCxIx8wszvbBRxsTML8zCwnz5svnwOSaztDBTD4Mb2b+0McMNU1cyUwsz9bAxGJI56HlKx3zp7I/ZTqRZYZhthd9xXsyCw4wyjHeprDHTCrOyHD16VMiiI99YPIoVXeUb6wQwcxL3g+kzpdlkiNEfbcx+QykhNf2sosu0sywixbSdbByP2Xa4F8y4w8asMgx65ncMfO3YseKpoXQuzOPPvhknwPSXso31CJhhRr4xiFo2lecfXZd43yeOAIm9+X4Mjj2NoQKPz8ChHiZY3zUKNycX4uh4F8y+qYmqkiTojD6EkyOuokuzXYCBOvIyYqE04ij8fvoMMdt7wnnKbegaZSFKawrO3/kG150tsarQGvo2vTH91W58c9sU47a6o9PFLzBXpk+vec1QakIAKH6GTS6tMD/EBKaq8QiOcYVP0gqkT6k4D6+5VTBTnthXdm/CbBwz7oQqj+PxY9JitO6xDTkW+oi7F42OB1/gSN+nGKbWDdp3M7HdUcqEJbi4eh6CHczgOTMNK+6WEfvBdtjQxh/nh77EV05zYXPuFr61LTstqGzslL2oe2o8XGbfhGZVCZJ0RuOQ1zw0ky5WIPa70S/mLL6QVXyWRGFp4wbYqV4N2tmJeJzgCs/Q3XDyle9rLszW1oPlqkJY69fEuG2f48rQabita4SsKC1MOR+ANR1Ki/MBxXi2yQWt5ofAxFQV8cExcPVJwd66pzDeZTZualaFJEkHow95YZ50giXpeOofAu2WTrBQysbJEY442OMmxh41w/RmsXg00wASr97Q/qEzUq/ZY/u8YDiYeWJm2grcLSP2g+02oI3/eQx9+RWc5trg3K1vIYXsE3/z/ifL/9uI/e2AO5h3dzOis5PRu/pnaFatMSQlEvjEBsA3MgC6SqpChdWc4kKBmL+v8TVSgAIa6hjDQq8ahhi1R9c2nd+Za5zZM1htNEM1Fwcen4OFlgk6GjZGpmo+wtKj8Kq4SBi2iqYe6mnbwtrCSiA+Fy5dhKqxBlIlr4tq6alqIT8+V6g8q2KqJUhDNJRUIYnPQS+XnqDEJksrHy0snUpT1ekqIzItTsjSI6TtY8rOxFz07FKaj51VNNMz0uEfcxeJmUlQVVQWKtTqaxuiuVljGOgZCPmspe3YheNQ0VMHIw2YxacoMR8d2r3WjZOknfT1QopGFloYN0HjhpXngw54FoionIQKcJeUvEJTs/qCPp25z5mqjo3zJvl6+PQRsnQKEJUSDSXugoICdDSqQDdPE84NmwrkUkpUb9+5jUSldBSVxUTIG2419Myhmq+E0PRwQENZkMqwqSoqoaZ2DcGrLt8u3bqMXLViqKaVoHNZrQBecyPwJpJeZQh96KhoQCVTQci1T2yfJgQjXZKFYpn+65rYITknFXFZieWfqykqQz1PGc4On8HHzxeKJuqCDOxVXiH6tCrdq/e1DyX2TMfIIkhMUcnqnsz4wlOHvXv3YteuXUIBJxZ8km0k6sylztSRssYAA4eZ27y4uFgobMTUhfyZaQiZn5zFnJiGsV27dkJ3JO8spkTyzyJEbAxQ5r3MLc40jaxKKiWsTI1IMs7c9Sz2JC0Mxfs4XxJeVhllCkRmcWHufBJaGgAkwEz/yJzrrPTKvlmAiCkqWRyK8S/MtU5DgxVpeb1s4/XMdsMc/ZyfbNYUZsohGabRwiJLxIGpNpn7n+SbqSiJK6uo0ihgYSkaMh8TMyGdC40qFtBiHnziRmOK6SkZoM9+mc6RODGfPXPfS/eO6Ti51yw0RsLOucqn32TaSWLGMYgBU0TK7i/JO40n+WJNrNLLdYtNROBPIZDrjp5aI/C8dXOYK76CJPk5nhX3wz6/jegWOhV2kwzg4T0ZFhJ/TG+1FW29OmJb6wAsjDyKPspnMLzOarS5PR1nLGfAMfg5Fthk4UQvfcxyvIqhu1vhydZ8HOmmBsnpkYLH/s6k82gg12f7+74YV3YoKvEeArMFzgi6NQ1Vg2bBpnkCfj2ji0nTKs6j/b1NuGde0WNf2b17EmfBXbsldELTMS9iG44pDsfEtqoIdmuCJqEbkfJbZ+EEodKWsQMubcOwXCD2QNq5yXB0/RWZWhIUtdqJwFNjYF3mgq987K9wvMEkGHh4Y7KFBP7TW2Fr+/vwlS6WxF57EK7XtkdVgfooQLPrKvivqYfldla4vzobx3tLsN7JEjd+PI2qU6bJ9XUPO6ObwvrJVuQf6YDzvbUwwzEYzxfYIOtEL+jPaorw5wtgSdIk8cYQswVwDrqFaVWDMMumORL2JOKr4w0wycAD3pMtIPGfjlZb2+O+7zhUPKMuwsuDo9F3kxW2+MxFaHdd7J2QDd8h6ii6OxGG/YzwMGwRaigCGTtc0DZseSmxRxrOTXaE66+Z0JIUodXOQJwaY13x1OJPPbzizfII/G3EnkWGLj+9Bs/Ia4hSyBLIEgtakbyqKauhhqYetBWUcDMlDMVlUrO84kKhOJW06SqrCd5uZs+x0tCFra4p7BTM0bp6M0HW8jHtst9lPEl9AQNTQ9ipW6GJw4fnKf+YccRrPz0EPpTYExkWUDp+/LhQbZUFfEgcSZ7pySaR5emGbKNX183NTSDXlaV25Pck5swnz+9ZSInVZNkfiSaLNTEFK4k9CSEJOquvsjHfOavgkljSO0wSKs2LT8J68uRJgXDS+05jQerppzeZ6SZpINAIJEGlQcjxpR76CxcuYMOGDYLHmtcxzSUNC1Z7pTedBghxYwEjqTEh/+QQK5J/FriSbcSJ62TVVBJ5FslirnX+zPztbPSiX79+XSD8nIfUwPmYp5NFsHhqQOyla6cRwUJPPFGgIcVTCBpeNHJYuIqNpyDr168XquLyxINFseS99iT0NPI4f57ksD6A9H72wcJbNIBY1ExsIgJ/OQL02JvugMu93egYeQCTRx/FZ/suYkkbXeTs6QztKdFo3tBAqFUDZXuMXWqNzTPV4HVzFkxL4rDKuQ0S14zD6fb3sDHHHR3VgNTldWAa9APm3ZyFnBMRWF1PqZzY+3fYCEO5Psfv/QUjyvQZWRubwTJgJeL3tINavgd62p/G+O9i0WtGxXmM3z0DN2vXqyDFqezeaUEzyoh9Jn6KX4n+X65FYK4OTBXD8KzVGWS5u3wYscd1TKnzNaoevw63uhlw798Ue3vex9lRpaeAlY4d0B4rDKcgunlDGJQCCPvxe7FzhFXpNr7VYx+BH+xbIvNoBNY2kGBPB3OcmrgKmYNmyPW1G9+/7IJWOScQsbo6fq5riLsbc+BeugmoY/oY27P3oy1l7Vkb0cwyACvj96CdWj48etrj9LQAtF9hiCnRzdGwdIJQth+Pvb+MeC2XKUnH9dVDMN6rMX72WILOpgXwcNHGhkEZ8B+lhQL/kdAdUxuRz+eB7kdZYo/rU1Dn66o4ft0NdTPc0b/pXvS8fxZlkP3lj7LY4V9QefZjQbx67SrCE6MEaUxuQZ5A7FkdVkNZDdkFuUjWykFaQQZSctMQmZ2CXBJ/JVVk5mfBWkMPCopKsDaoBtXUV6hZpQaG9hz0RnGfj5nT6XNnBE1+p46lmnuxiQj8WQQ+htiT8NI7z3volSUBJelmYSp6quVPr/4IsSdZZwVPnuL07t1bIOs8eZEn9qw+SqOARZ4or6FEhlIgEkopsafMh15yeop5CkBCK0vsWRWX3muSW0qMpI33kLDyRIJ56CkP+quIPY0hrpEGDL3zxJMnA2PHlqaplTYaBatWrRKKKLEa6sc2EnueNHBvKCvi2tlYtInyN+LKolXyxJ7eehaoIh6cA4s0sQ/pSRj72LJli3DqwWeAzwRPHmiESQs6icT+Y3dLvP6jEJCT4mRdnIA6vWOw/PlJDHo2Hjaza+LK7W9h8yoMZ3YGoFq7FxjVJhRrI3aiXfE5jLRfiRY3vsaJ6vPRNjIIcyzy4N1fD1/Vu4QvDgxG7qkIrLJXguTMKDgc6o1bo0/BXq5Piy/6o0GZPEVydjDM3Frg8c2pMAn7EfYOIVh3RA3j5lech8Ww+tiiL+exr+TezXFSj308Go/VwfaBCbg+0RBBs2vAIWI7sj26fxixL/LCMNt1aB/oi7HGRbg5zQ5TqvnhzhwLAe7K5r05ZjTc7Wej5pXb+NbmFcLO7ESAxRfoL13sxxD7yYehP22+XF/D4HS0MVrlnkLEKmuc7K6B+W0jETTHAnne/aH3VQOEhLgJnnRIzmKwmRtaPL6JqSZh+NHeASGbYzDa3R6za17B7W9t8CrsDHYGWOCL/g3KpFEFeLi6G768MRC/7Z+A+sIelSB0gTWc4o8gYYcTElbWR93AjUg+1FHAUZbYF3kNg+269gj0HQvjopuYZjcF1fxuYY7FXxiV/VEP+3//4r/NY/+hUPLIPj03A3mF+YJXX1VJRSh+JSkqQElJsUDCtdQ0YV/LvkKFyg/tX7xOROB/jcDHEHvOhYR627ZtgsyCcjF6uUnqqJ+WbyT2c+bMEci3rJyEMhcSy8o89iSN9LBTxkI9+uTJkwWCLU/s6SGmvpsedXrm6bUfN26cIKeREnt6nBkITq84Pc+UC8kSe2rreeJArzilKW9rJOPyxJ46exogsutiBViOx8/psadnnrIlaeM6OCZlRJw/PeaU9ZCE82RBvnHNvJ4e8o9tjBmg0cAKq6zuSizphacsp1GjRkJ3rPQqT+xJypn1iVhS90/jh0YIdfhsnI+0OisNKcYyUN7EUxcad2w0VNgop5I2ZmniKQwlQWITEfhTCLyhsc/GpQm10CN6FUKOO8Orf3ssDKuN+srPEWq9COdXx6G/zXLkNWkC45xQFA5yx4Ufm+HlqhZw/C4W9jWz8SRrIE7c/w63nFuVE/uiBwvh6HoOHdeuQu2Dw/CDTJ++HiNhI32UqVXv3BJu8bVQvTAEQSmuOBe9EGFDKs7D190ZqzTlgmcruzdqZpnHPg1jDjmi0QoFtK6vgPScODzVW4wEHztMfkNjX4ZoBSlOAR6s6YZem7JQyzoPwUmtsNl3M3qayGjs5ecdtxtW+/qi/cIw1K6vjOeh1ljk64GR0sW+IcUBoNIc359fiOA2ch77b2KwImGoXF/uaLfXvozY2+PVo1Vo4fgdYu1rIvtJFgaeeIhfXKVxRdTYd0ZLt3jUql6IkKAUuJ6Lw26rfejbfiHCateH8vNQWC/yhcdIm1K5TJYHBlYbhFMqxqgiqCRV0WltEPZ3OofBdoNwuZoVssLMsSzQD9/UKZVRVpDiFDzAmm69sCmrFqzzgpHUajN8N/eEFLI/9dyKN1eKwD+O2P/d+0QPGnXfJBOKCgpCddr8vDzhMxVVVYEA8RcntctampqCfpuaWgYE8jpVNTWoqaqisKhUMsTrqRHmZ9WqVxcCHUlOSopLU3ryfhI4/vJmKfncnJxSjXqVKkJ59yo6OiguKRE8uPSw8m/OjePJHt+TwOnr6QnzlBQUCH3Rs8q0k5wDf+lTxqGkqCj8XFBYKHgz+TP7Z5/SCp70wrKkO6UEbPQYUkpRXFSEvPx8gYgQA/ZZUlSEopIS4WcVZWXhO45P7yPXyL5J/nR1dFBQhonsnvI7pqAkXkwNSix5DzEjOSMW/IxyEZJcjsO+83NzBS21qZkZNMq06G8LQvy7nyH58T6W2LPAEokuJSWU41A+Qq16ZY37TmJL0sznStpICCmreRuxnzJlioAnvcc9evQQJC+yxJ4SlZUrVwoyH45PDzM97PQy02CgRp1SHO4fZSz8mbIU9stnQCrFodyF/7527do7t6EyYs97GYArm1aUsiCSYgbyktiTALdt21Z4pun15zPO+dALT+82+6XMhx75yog9DRJi5O/v/4ceE+r2ScTv3bsnvNuMn+H8SN4ZLMv3SJbYu7u7C9Kk77//XiDp1NnTkKNxJZUJ0Vgh1sSZpyA8taFxRIOGciI2fk6NvWzQMo0LSrj47otNROB/i0AxMmJCkaxkDmtTbSByGZp2zcbeG19Dp0AXNYzLw15RlBqO4FQN2NQ0wZsJZ0qQHReGFDUL1DBQqtDnm/7bAqSGR0JiVBNm5UGlFefxdp9vZfdKESpBVlQIktUsYW38jpQ47wC0KD0SoSlqsLA1eR3wW3595WMXZ8QgNFkJ5tam0P6Tzur39lWUivDgVGjY1IRJJUssSA1HpMQINV8DCxRnICY0GUrm1jD90AkWpSEiJBXa1rYwfGc26CKkR4YK+25r8vpZ+d8+s59u7588secvUElenkA0SXb5S5IBs/cfPICJkRH0DQ0R/vKlQOypU7515w7at2sneO1I6plxhaQiMTFReIqysrIEYspfuiSpp06eRDdXVxRKJHj69Cns69VDelqaYECkpqYKhJ2Em4GGTR0dkZmdLdxPMkvvH8kKSZJl9ero3bevcOTvc/48jI2MkJKaKmgeOU5uXh7satfGowcPhHk+CgoStMs5ubnISE8XAlpZiItGBQmRkbGxQPBIqEmEHty/j4llntArfn5C33m5uUL/unp6wrqIUV5ODqpZWCAmOlrAS01dHXpVqggBha8UFAQJAbEy1NdHeGSk4NVk8Co/Y/AviZqqiooQdCgE0iqWBuhSGsIMIzQmEhIThWs5ZvVq1QTjgkYUCTNzLEdGRAgEnwGK/8T2sZVnuS6SOXq5qd0mSX8bWSNpZnAmvfay3lsSXBp2JK30/rMPGmokjZs3bxYIYpcuXQRPO3XhP/zwg6DpppyEnuRFixYJ1/KUgPPnnPhM8uRg1qxZAollLACJPeU8zH4zffp0YV9pUNBA5s/M/MLxFy5cWK7P5x6xTz7PNDxJgOlV55jU2PN9Y998F0huGRgsbXy2+XzwuSKx532cJxvvIdGnp56kmQR769atglyG19KTLt8YT0ADkUaJbGOfvEfaKO2RzSJEI5vvHhvnxPWwEUv+H8L3nZjy/wXiQI08iTsNJc5TmomHeBFXfs/AYa6ZJyrcI/4/wPeR2PPZ57PAbD80ZGg4VKlSRTjlkG2yAfX/xHdBnNN/E4GSuE3oNjgLGy7OQ23xwOi/ucniqv61CIjE/sAB5GRlIZee6cJCgazSW0xySVlCTna2QMLp7VRXU4O+gQGSExNRs1YtgXyHR0QIkiD+QqccgkSfjSSDnsdbN24IZJTX8351DQ3By8e+E+LiEB0TA20dHUG33LZ1a6RlZCA9NVUgwMEvXgh9+125QmYkEHd6+HlywM9j4+OFeZFk0AtOr390VBRsbG0RFRkpEGqScZ4eGBoYCGsj+U5JShJkALa1agnBjPSUkthP+uorYe7sj6SPHnUDQ0Nh3pQh0ODQ1NISspJwnPCwMBibmKCqkRGePH6M7JwcIdsHidjjoCDhlIBaZPZHTybXTHJCnGgI8YSExg1PRgokEoHQxcbECEaVopKSQPQdGjcWsGXjaQbxIgG6c/fuH9JJ/x1v6sd67Dkn7gE9uyRz8tpw2Tn/EY09iSM9xAxmpY6b0hkaUtxPesKpl1+7dq1ARGkUShsNURJ2GgMknFKPPUk0DQLKWZjZhh577gmNDRJSElwaBDwV4HvAxmeeBJiBpJTwEKO/QmNPIk9Dgl5y6tOJD8xH4FgAACAASURBVEkyswLxRErWSKDUhwYO5y8NGJau9fLlywLhlja+X7LZdzhvGhGU3vDERIoTM+0QXwbrbty4UXhWpR57GklcI+fF+6SNJ2TElYGwlDsRFxouNJCkGYFoIPFUgTjSkBI19n/HmyuOISIgIiAi8O9H4JMn9iQCKcnJwi9UShsoKyFJJhmnNIZev1u3bqFOnTqICA8XZCP02PEPSalUJsP7SW7okSPRIXHh36YmJoI3nddJ8vNhX7eu4DEk8SaxIoEl8aURQCkK5TU0Dmg0cCx+x3mR0NPLTokGvbsk1TwxEKQslMooKwtjk4yzH2UVFeHp5Dz5OWUyTJ8npNrU1BTmxuwjJM/02JNs0HMrbfRgClIeJSVBEkRvJQ0KGgrCnLS1he9JTPgZCTvJCb/jyQDH5Pccn9jQM8nv+Dn7pMFEI4EGC/ungcC0gMSBxgAxoGHyqqREMLS4L7yniq6uMA7nI5/r+5/yOv6TiT0x4t7SU07c6TnmvjAAlJ5mqTyE19EbzetILkly5Yk9n39KS0iseVpAKQ+lNPR883mix5tGHJ8BEmB6yel9pjHBd0Ce2NNIJbnlsyTb+F6RpFPfLp8Vh+8CM+pQW08POCVKNERodNCTT0LN55DPC+fP556nGTy9+NhGqRRxooFEYs/nmAYqjSWerPH9kc2Kw5MxnjBwXrLef86Npy40ADgvpjClhp7GiLRRDsdsOxyHenzGPYhZcT52x8TrRQREBEQEPj0EPnli/+lt+ZsrJqGmB5eSIrH9eQT+CLFnAaODBw8KhuS7Cg6R2DJzDa+hR1y+kSRSrkPPP79n7nnqvOn1lQZi0rjiWPQUU/rC/afRR5JP+ZZsI/mknp1ZXHiqQGOA2m8ScDbKxDgnevept6exSPJLLTrJPRsNPRpj0qJXPNUhyWaAKMekEcu+SdJpaMoHgzKYmFIXXkPPOdcj29gXjRUGsDJdJPGnd57kmJImknk29k3izziGP9KorSdRZ9YiGrTEjEZLrVq1BO07seS6GbhLmRulR5TgkJTL581n0DGNWEqamEmH8iRZ8k/Dh8HOPMmjAUus2AclQmITERAREBEQERAReBsCIrEXnw0Rgb8YgT9C7HnKQh07YxJIQN/WSBypc6f3Vr5YEe/hKQe9xvyOpJJB2jwtoY6d8i5p4+fSQG9p0TDKVngCJNsYJMv72R/lJryW/5Zm7OHJysuyGBQSd5J0zo9r4X00IoRAdBUVwRNP2Q8bpSb0+NMbzwrR/FlKwOXXzhMfkmcGj9L7zgqyso2GA9dDki3NVENDg95w6fi8j3PgvX8m2JQYULLDMTke+2V/lLbxZI1jcmyOxfXwe2b0ka9HQKOHRpL0c0qW5I0qnnLQ6OJpIaVsNI4onRObiICIgIiAiICIgEjsxWdAROBvQuCPEPu/aWriMCICIgIiAiICIgIiAv9hBESP/X94c8Wl/f8gIBL7/x/cxVFFBEQERAREBEQEPnUERGL/qT8B4vr/cgREYv+XQyp2KCIgIvBXIFB0E0t6fo1jiaXpWgEF6PdYC98f23xQ70mHJmB27jzsGmOFP5KKPd97Nr54MBQH5jrg/7X6QkkkNvYYh6ItpzE8zh3XtAejd4PS4kof0orCT2P5oh24GquKuv3mwG2sE/SQCr+lYzFj33PodnHDrrUDYVXWZdqlJVgeMRhLR9pCCSWI912GmcvOIEa3BSYtX4JBdnJopPph6dgZ2PdcF13cdmHtQCuUdpWGS0uWI2LwUoy0rTzP6EePxV4rzK8YT/bOxFLvBLD6jrJFL/ywbAjeGC71MtZtScHn8/rBWunD7qkwTlE4Ti9fhB1XY6Fatx/muI2Fk96HoC9e8z4ERGL/PoTE70UE/gACly5dEgIixSYiICIgIvCPQSD/JAabr0f7ZycwTKgTpAAFVXVoqZIkFiEjMQ3KhkbQkuGMBRlJyFYzhIE6ELm4MTpkHcTjhebIVdCDvqaU3ucjLS4N0DeDfmU1n0pykZr+CkrHusP2yveI2dcJam8Z7zVWBchIyoaaoQHUpcMUZSEpTQH6RtplRJdXFyAjNQ8aBrqvjQVel6EIA0Ot0uqp8q3kGSapsWJtNvqsbYrDfQOxr1dphaX8tDikQR9mlS6EVSYjsKmrK2584Y5VrZOwZfjXSFsUiBXpA2A0wwZe3oNxf3Qb7Or9Ao/m6OLxvnkYM20bMicFImhpYyjnHsdA68Ww9zyKgcEz0GVrC1y7MQtW5ZZSNo71MsIMGy94D76P0W12ofeLR5ij+xj75o3BtG2ZmBQYhKWN5Q2RdDz66LEquQeJ2NDaCRd7uKGXkQKU9BvC9XMnGMlaciUxODi8GYbdHIQbwWvhrPy+e+THaYiYTV3heuMLuK9qjaQtw/F12iIEbu6Ad9a5+se8SP/siYjE/p+9P+LsRAREBEQERAREBP4aBEjsq22CS+R5jCyv5gqUxB7FeJfZuKlZFZIkHYw+5IV5TknY3acxxl3RhXFOPCyX3MZByRDYblBEg2qKSH2RApfDQdhsvAGte2xDjoU+4u5Fo+PBFzgy+HV2reJnm+DSaj5CTEyhGh+MGFcfJK1IxxT58Zq9rkhaErEbfRqPwxVdY+TEW2LJ3cv4/FofOE+5DV2jLERpTcH5O9/gZusG2KleDdrZiXic4ArP0N1wvjgW7WY/gKF+Kl6qjYfXpUE42cQVRcceY5GdBHu62MF/7hmouDSC5PAaRI2Zidum47D93BgE9++FbTkW0I+7h+iOB/HiSF88HaaGbtp3kbu9LGtcSTqe+odAu6UTLJSycXKEIw72uImxR80wvVksHs00gMSrN7R/6IzUa/bYPi8YDmaemJm2AnfLiP1guw1o438eQ19+Bae5Njh361vYSomzxBeDdKejWewjzDSQwKu3Nn7onIpr9tsxL9gBZp4zkbbi7pvEXnIRqz96rEruKfDBmAbrUHNRPxiV1EaXvi1hCT8MU+sG7buZIAzPNg7AjMRaKPYsxo/318C55D331L8iN7eGyH7qjxDtlnCyUEL2yRFwPNgDge4DKqnk+9c8+p9SLyKx/5R2W1yriICIgIiAiMCniwCJvf7nuGBlDyOWFVduiG+O70WDtfaYZOAB78kWkPhPR6ut7XHb7Spsh1RDYOQy1IrZj6mrVTHC8Ce0frAUKb9/DsnW1rC/5Ya7I57htOJwTGyrimC3JmgSuhEpv3Uu87xK4D3EDAucg3BrWlUEzbJB84RfcUZ3EqbJjXffdxwMhZ0pwNUv9TCkWiAil9VCzP6pWK3UFOFfLoZT8HMssMnCiV76mOXoj2H7W+L+6mwc7y3BeidL3Fgch7GH7THHZD88v6+L0AOnoTmwLbycOqLQKxQr7POxs40F/L6/DO3ujSp47Pc4X8eWY4oYPrEtVIPd0KRJKDam/IbOb3UhF+HlwdHou8kKW3zmIrS7LvZOyIbvEHUU3Z0Iw35GeBi2CDUUgYwdLmgbtryU2CMN5yY7wvXXTGhJitBqZyBOjbF+fbKQsx/tdPdiQrYvhqgX4e5EQ/QzeoiIRSwemIEdLm0RtrwSYl/2VH/UWJXcoxi7Bp9VWwfjb0ajcZIndocOwzn/uWhQdvSRe8sN/VaYYv1uTcxq+RDf3V+DZonvvkf6wlWcW+mnRS8PYnTfTbDa4oOfWshYm5/uW/qnVy4S+z8NodiBiICIgIiAiICIwL8AgUo99jnY01kbU6Kbo6EB2T6gbD8eWx03od6p75B3pg9K1TUlghSnfdZBBK+oD8mhHqh1chLuT3mE4V+uRWCuDkwVw/Cs1RlkubuUEfssbGxmiYCV8djTTg35Hj1hf3o8vovthRly4+39ZUSZHCUH25tq48R3eTjTp0zXk7EadQ3vYmOOOzqqAanL68A06Ed8d2cmMo9GYG0DCfZ0MMepb+JxuK4npo+fj12X4mDiuhD7fhsIb1li39oCfgveJPb72gdgef8vsTYwFzqmigh71gpnstzhUhmxL0nH9dVDMN6rMX72WILOpgXwcNHGhkEZ8B+lhQL/kdAdUxuRz+fBiHRchtjj+hTU+boqjl93Q90Md/RvuhftpwOzZ3hDouKAhf6zcavFZgzK8McorQL4j9TFmNqReD5P6EmG2Gfgl27VMMFbAhWHhbhz+0c0Un7/WD3vn8Uog4rPqjzhLigogqqqMlD8EN/VGwzFY4+wuK4SUPQQbk1d4OMwBC10n+H3PQlot3gdfp7cCppvu0dmqIrjlCD9+moMGe+Fxj97YEln0z8Ut/EveOv+9imKxP5vh1wcUERAREBEQERAROD/AYFKiX0BLo21weyaV3D7Wxu8CjuDnQEWGKj7E0wm1MeLEDfUSDuAUaNjMLTJb5iUexDPy4n9KPyQ0B+7Bybg+kRDBM2uAYeI7cj26F7usT872AxuLR7j5lQThP1oD4eQdTiiNg7z5cb7on+DMhmGBD4DdDCh/guEuNVA2oFRGB3ZCAXf/YL2kUGYY5EH7/56+KreZXzpPkiO2EdibtQKPG33E0bYRmBdJ0f4Tb2JRgtaIXF/DLY4hWO+TUOE/3IbVco89n1/bopDvQOxPb0btLYPRML1iTAMmo0aDhHYnu2B7m8Q+wI8XN0NX94YiN/2T0B9QUFUgtAF1nCKP4KEHU5IWFkfdQM3IvlQRwEHWUJb5DUMtuvaI9B3LIyLbmKa3RRU87uFORZlWpySUCywdkL8kQTscErAyvp1EbgxGYdo0Xykx/69Y1XisUfAMvTbWgPbfxkK07xzGFV7ERxuX8FUc0WgJAaXdnvgXnoJUHgPv66JgeuGdZhvdxYj33bPW4h9ycPV6PblDQz8bT8mlIIotr8IAZHY/0VAit2ICIgIiAiICIgI/KMReIvGvjhkB/q2X4iw2vWh/DwU1ot84TG8AJvbNsbMiDqwyXwClen+OK4yFi5ZssR+PE7W/x7NViigdX0FpOfE4aneYiT4jYM0wQk19p1buiG+VnUUhgQhxfUcoheGYYj8eCNtyuUoRc82oG3jmYioY4PMJyqYfv02+l9qB8fvYmFfMxtPsgbixP35uN2ypRyxj8XP6cPR4ttw1G2khBcv62KV33ZYbqiHz7ZqoWmNEiSHJqHV7z7QEoh9HqYc/Qyu5zpi7WJ9LHFZBYXW9aGQnoO4p3pYnOADu8lyGvssDwysNginVIxRRYhfVUWntUHY3+kcBtsNwuVqVsgKM8eyQD98U6c0wLWCp7rgAdZ064VNWbVgnReMpFab4bu5J0zKg1NLkOAxGHaDLqOaVRbCzJch0O8blHb1kVKc945V+rTKz+/n7r2xJdcO5klPIBlyCD7zizGxXGNfFrSbuxe9mpVKcZxLHuBD7nk9ji2ODayGQadUYFwKIlQ7rUXQgWHQ/Ue/QP+OyYnE/t+xT+IsRQREBEQERAREBP53CBRnICY0GUrm1jDVLk9Dg9SwF0irYgNbw7eJzUuQFRWCZDVLWBtXlhKHsvlUhEdKYFTTDOUq6krHk1leUSrCXqShio0tpEMXpYYjOFUDNjVNyuRBlcNRlB6BkEQVVK9pDulS8hNeIl6xOqyM5FJLlmQjLiwFahY1oCeJQkiyGiytjd/Z/1s3oSgNESGp0LZ+Pee3zBDpkaFIUbOArUnl3uqitAiEpGrD2tbwT2aKKXrvWG/OsQgZMeFIVa0Oa6O37OkbN/2Re/53j/On3LNI7D/l3RfXLiIgIiAiICIgIiAiICIgIvCfQUAk9v+ZrRQXIiIgIiAiICIgIiAiICIgIvApIyAS+09598W1iwiICIgIiAiICIgIiAiICPxnEBCJ/X9mK8WFiAiICIgIiAiICIgIiAiICHzKCIjE/lPefXHtIgIiAiICIgIiAiICIgIiAv8ZBERi/5/ZSnEhIgIiAiICIgIiAiICIgIiAp8yAiKx/5R3X1y7iICIgIiAiICIgIiAiICIwH8GAZHY/2e2UlyIiICIgIiAiICIwL8TAYmfGwb7toP7ovaledsl1/HTgGNw8lgN1w9Npf6epSft7IdhGSvgPbMmyutB/QPgyveejS8eDMWBuQ6Qy7L/8bNLu4QlyyMweOlI2CoBJXEXsfr7tfCJM0bHGYsxp5P5P2rtH79A8Y73ISAS+/chJH4vIiAiICIgIiAiICLwP0Ug170nzPYNQdyZoRBKNuV7oq/BOrgk+WG8FlCUlYQMRQMYaim9ex75aYhLA/TN9F8XmSrOQkaeFrQyHuF+US041eAIRchKSoOCvhG0y4qpVt4xr8uAooEhZIeWpCUiT9MYemolyElNh4KeATTL63plIDFNGYZGWuXVdNl3QUYq8jQMoCtl7yW5SE1/BaVj3WF75XvE7OskGDVca5qCPozeObF8pJUuFPplhk/6o32YN2YatmVOQmDQUjRWjMDGDi1x3PUwdvaIxeIhm1H39wuYWfM9GP5Pd1rs/H+NgEjs/9cIi/2LCIgIiAiICIgIiAi8E4G3EvuEI6g6rR1mPzCEfupLqI33wtVBJ9HQtQjHHi+CnWQPutj5Y17oZmivaI0e23JgoR+He9EdcfD5WoS0t8SqQmvo15yIa04bYJfkhZSZt9DHeQpu6xohK0oLU84HYJnSRKh108bdzO1wLCP6JYnHMLbdbDww1EfqSzWM97qE4ec+Q8NflGCmmY6oUC2066SCyJdReJrQDUdDd8HJZzxcZt+EZlUJknRG45DXXJita4wGO9VRTTsbiY8T4OoZil12v8Gl1XyEmJhCNT4YMa4+SNltiT09nTHlti6MsqKgNeU8rrtewuCFF5D7CsiNfIT4LocQPOkeOvXYhhwLfcTdi0bHgy9wZLAuLq6eh2AHM3jOTMOKu0vRuMATg+0PYcBTD/TTLMKNaXUxr5Y/Ln9tLD6N/2EERGL/H95ccWkiAiICIgIiAiIC/wYE3krsYxbgRoM5MNnvie/rhuLAaU2Ma+uFWh0L4RW6Avb5O9HGwg8LY9ZA6ddjUBw+EW1Vg+HWpAlC1wfAdkIdPNmajyPdVBA1xxCWyafhmdoGsx2D8XyBDbJO9IL+rKYIf74AlnL6nALfUbCZY4L9nt+jbugBnNYciI7nnWF1bzmyj3fDhb4amGz3BOHLjfGzQy08+/k41EdPhYGHNyZbSOA/vRW2tr+HX2Oaw+r+amQf7w3JeidY3liIgwojscg5CLemVUXQLBs0T9iDuIGbYDDDEcHPF8Am6wR66c9C0/DnWGCpCEnQBvQddRdfHtuF9iHbcExxOCa2VUWwWxM0Cd2IlN86l0qYMnbApW0YlpPYKwTBzbEvYpb7Y3vLSPzYuik8+zzFI7c6/4ZHQpzjH0RAJPZ/EDjxNhEBEQERAREBEQERgb8GgfxjfWGytRdifUZCi13mHkavqjvQN8kbrU5Ox/j5u3ApzgSuC/fh1EDvCsS+tYUf3OK2QPPn/vhybSBydUyhGPYMrbweofbUjsg5EYHV9RTKiL0nlt/shMCNOXDvqAakLkcd08fYnr0fbeUF7kUhODR9PObvuoQ4E1cs3Pcbhl5sgdYZHghbY4fLX5rBrUUU/CcCW5wtcMdtBaJdZyC6eUMYKHARyrAfvxsLwrqhZeZRRKxtAMmeDjA/NR4Loybh4cp47GmnhnyPnrA/PQ23GkyF+d2NyHHvCDWkYnkdUzzeno29dqcxrudG1NzuhXmOmsi6vhz9v1yLwFwdmCqG4VmrM8hyd3mT2CsD2fd/wbRp2/FIpR46GD3AtaZncXWG+V+zaWIv/0gERGL/j9wWcVIiAiICIgIiAiICnw4CxUHzULtdLDaF7oWLLpBzbSJq9lPEsZcjcW/JU7T7aQRsI9ahk6MfrjxoBHvHROyP2QKn8PmwaRiOnXFdsNRgOwYmXMdEwyDMruGAiK1BsJ/eEbmnIrDKXkrsvXAkoRUWto1E0BwL5Hn3h95XDRAS4oYa8h7725vx49N2+GmELSLWdYKj31Tcd3BDm0wPvFxdCbFfdAhKo+aj5pXb+NbmFcLO7ESAxTA0/d1RjthPxl6VcVjS4jH+j727josq6+M4/qHsAgVF1kRBsFtZUVlFUTGxsAOxXQvswF4TYxG72zXWZFFRwdYHExQLXXsVUEJhZ4bnNYQCgqLLugi/+Zcb57zPued+53DunbNDCnLfxYzKd37lzzYLyDeuHg+vO1Pk7WHa5htA+SuboP9g/hy2j+WtDNEkgnU/5WRZ++ec7pef607FqPxgGWHbm30c7DWfs2fyMnSGTqRZvicsa9IEv0kXWGjxjx/RzTwd8zusqQT777DRpMgiIAIiIAIikKEEVM/Y5VgTu9VvKFJEm2ePstJ2vQ8b7TXZ2NaC0YHmVNS6zT3zOdxaUZSxZjVZmrM6xVQvuftXHXbfd+ZcrYr8omFJOY0Qwp/6k2/KBerPaZok2HvydpgXdauO5YlZKcL8Qmm/9ypLcg7+eI39w/W0tRhNoHlFtG7fw3yOF1P8GqQc7Gc9Ytxte6wm3se0nDa37pZg6pGtWK0vlyTYD+Xx9Ic0/3ESz0r/wN93rvOqqQdPVxdkkUVVxj4xo1SYH6Htd7G9yER+nP2aqmYFYt5mo13GgQmll2A7RwPLchqEhD/FP980np/oQz51h0i4FEdbif+vLWmz4m9K5X3KU9NJ7HW3wyg9vRIoQ3Xi9FEZCfbpox2kFCIgAiIgAiKQ6QUiX93n7nMV+iWN0X//mksFIQ/u8ELnB0oVzhX3usZ3PL/3DM0fiqP//i0zofx55yVZi5bA4HOvyFQEERgQRPaSpSj4qW0VITy48wKdH0pROFfqErHy9WPuvtSicIlCfHKXqCACH0aiX8owdvlRzEdBUGAAQdlLUirFgqkI/fMOL7MWpcRnKwpRQQ95HKlHMcN4u0zfzTI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ukYbAPx3vhSNZd+zsZMG3Kdp3DsHq5gTD8d//Kki3HuP4olOjcP1CxYXeGDm6GcbbXHJ8/io1+imTRNQs1wtmlCY8XObHBX48GI6Zib6oVu22EDwtHrOVGnvoMnd4F80hvFo5cR2xxNNDQ1CJr7oKY/NiGzi0rkj9mNxV/ecxmwo77GNiMYkrbkh/OG+zFvLGb8VcaYO08hQ6l4s6j3uLdKRYPW8NVrXJ0nTaUuvlid1P4bWCsqzdaViNwMjzA2I1+JFsTzUI0cnah2dMljFx3jWTFynbFfVi9z3glZUqNXzOeLknYThpoaGmTLbcBJWu0oItdVfQTVFV9hmCveYzd7I/SwBrnKR34QPGOU4uHseaqFuW6TmPoBwg2jHXFW8uKEdPsiWmiMH92/7qELceu8yg0mtw/VKRh96EMbmZMtgSmVz7C0KJw41FMavqYJe/bM0m9tcvSdc4w6mkmbHN1s2ugpZ2N3AYlqdGiC3ZV9VEXJdx74Wfca6a+XkDU45OsXbKa/efu8EqRix8qNaLH0AE0Kamu2Vf2sSRV/GyZhxRj15SZHHqiRen2kxlpbYAmoLy3kym/ePBE24xOTpXwnbWZ5C8vTQo1cmaM4YHP9smkZdHQ0EI7W24MStagRRc7qqo7UCqukWn2pjHtEfsJxmveWDb7KzGwdmZKh1IJ/pahx2CpnAiIgAiIgAikmUAaBvtXrGhihOPhyGQKl4WGbg/x7F+AgKW2/DjoMK80spNPPzeqoL9487cmhVoux2d7Ew41Kc6go1HJVlDbZBheV0ZxrXlRBnj9wOAjfiyqnzUuF6ykqWEf/jDox+HbS2kYtoImRo58VByNLBRttZhDWx0xz6Lk7px6mDmfw9jJG//ZteLOq+LxclvM+h0iNFobMydvLs+uRZb4Ur1eQ/OCvdgflQXzoX9wbn49cgGRHn0p1WwVOv09OFZmJqaDjpJsTbRNGOZ1jXH+LTFyPEyyYg3diPR0/LTXzl6UTBjCVU/5tdFn/K6Nw79lCu2kkRUTx534uNmir06F6o/qMcttzeh3KJRobTOcvC8zu1a8xGvWNC9Ir/1RZDEfyh/n5lMvFoK+pZqxSqc/nv6LsdIOYKntjww6/AqN7PnQz60i6K83/K1ZiJbLfdjZqyRa8aYfYWhjOvIEV0ffoGVy7akuY5aGuD30oL/2quTbXJ3xs5rguNMHN1t9glc0+Yx7p9TVKytE+LrSxtaJP54o0c6Tn9zKEILDlWjq12eWx0FGVtb5uj6W5Ap49dky9+XPje2p2WMXL4y6sePCalrnv49785oMPPwGk8GHOT3an3bFB5H85aWNyTAvTptN/4xNf1IuiwZZTRzZ6eOGbZZ1n7lGPPFfbEXc1Yvq8XJszfpxKDQabTMnvC/P5n03S7PhTg4kAiIgAiIgAhlbIO2Dvac+PTafShl52wAAIABJREFUwKWWdgI5DbLnN0I/2y2m167I+MvmjDzmxS91dFHcX4v9jw7semnG2NOXGFvsOa/eRoPiLJPqdWLtizrMPL+OTroaaGTJQ0GDSFY1Tn2w99TvweYTLtTkLS9vHmTOsLFsv63DT4uu4DGoKIHJBXtlAHPrV8T5tAodrb9RFnJgn/9ymuSMq1KCEKqRvQrjj59iSo1sCYK9JzdmlePlq7dEo+DspHp0WvuCOjPPs66TLhoaWchTsBDKdeqA6Yl+j82ccKlFIrHs+Smi9/AzXr5Mr5ZwLxXhfz3+tF8hJevUX8A89eiy3pvpdXQgWkHwJVd6dl7CZc3GuN87gGPB2GSvDJhL/YrOnFbpoPW3kkIO+/Bf3oRYivhgHwka2aky/jinptQgW5JgX/fedGpXHM9l85Ec8/qFOroK7q+150eHXbw0G8tp3+lUC4/9snRIrwvrvaejLlbsR4MseQpSSLkuJrTHt2fi7pWd/Eb65AyO/TLnmeAY0YpgLrn2pPOSy2g2dufeAUe0V33GXV8RF+w/XS8rratMs6jFxEs5qT9pJ5vH1qOQ4h47f25B1xV+ZGu2Ar+9PYiYl8yXx8/1sWSD/Sf6in5OUD5gTduaOOx9RZHuW9leczXNBh7idakBHDi3BOs84fz1+BWxl9ck6nVay4s6Mzm/rhO6GrHOOjvUXzY/fZ7YYO+JXpf1eE+vg466lwdfwrVnZ5Zc1qSx+z0OdDhIS/WX3xjC5K+RD8FeScDc+lR0Po1KR4u/lYVw2OfP8vcXXMYehKV2IiACIiACIpBWAv9CsC9If48A3BrEz8UlKKryHvOszHA6rUfD8UuZN7Ap5fXhztFt+PypRUmrDtQtFjcFHXmUASaNWfrMKnY2Ni5oonrO0i8J9gX74xHgRnxxQvd0x9RuA6/qzOOW1xCUyYQuxeVJVK8xlZs1xjBa1w2Xg9q023STbR3zx1YmLtgfUGijqVKSvfYMTnuNxsQrfsY+4WxkJEcHmNB46TOs3B7i0b9gzBIJ9Sc+IBXs70GAW4P3s5fvxb7EK2mPSMmPuP+seBagz/67LLeJa6fQXXQt1Y6NIZYsuH2MoUXVpVRweVJ1aky9SY0xo9F1c+Ggdjs23dxGLEVcsD+gQFtThTJ7bWac9mK0iVeiGfu6j+dhZebEab2GjF86j4FNy6PPHY5u8+FPrZJYdahLsbC4YF+gD/vvLie+WO+r9SoutCdpz0TVjt8myTFCd3WlVLuNhFgu4PaxoeSMC/YpuqeyXpZXx1L5x5ncMh3DKd8ZVI/7jqUKOsnqVTfRs7Cm0Y9FeZ7Ml8fP9rEUgn3KZY7dQXl/Ba1q9ONAUHZyZX9LWJQx/fadw62xbqIjRh4dgEnjpTyzcuOhR3/iL6/P9skE/bZAn/3cXW4T129D2dW1FO02hmC54DbHeh6NCfapukYUl5lUvQZTb9ZgzGhd3FwOot1uEze3dSTuikur8U6OIwIiIAIiIAIZWiDtg72HCt0iJTHInsAtaz2m+yzDLreKZ7sdsbRfzZ3IaDS08/BD+VpYNWlP38E9sCiUYF3JvxTsVQ9d+an0MHwMHDlwx41Si5LOpkbiPawCPy18RN2FN9huMJoynbYTae3GjYP9KKLOu3HB3qNsV7pq7mLN/3Ro4HqOPSbzKBOzFOdLgr0HKt0ilEwMRr3pPiyzy5l6ry8N9h5amFjZUsVAk2jlO176+3DyRhA56s/ljOcwzNRNEenNsAo/sfBRXRbe2I7B6DJ02h6JtdsNDvYrgmZ8APYoS9eumuxa8z90Grhybo8J88okWIqj84zdjpbYr75DZLQG2nl+oHwtK5q078vgHhbENHv8lyWVLkVKGhDffbQK27Py8CRqh8YGe48kf1dXO2u96fgssyN3XLD30DLByrYKBprRKN+9xN/nJDeCclB/7hk8h5kREjPj/Cl3VeyM/WfqVWNHGwy67UG77Waebu9IjmSHiuSWe6WijyUb7D9VZvXzKzHRnrtLbakx6DBB0ToY99nD+aVN0Yv/Nhm31aeD/afPExv+PdAyscK2igGa0UrevfTH5+QNgnLUZ+4ZT4YVXh/zH5jUXCOR3sOo8NNCHtVdyI3tBowu04ntkda43ThIv5gLTj4iIAIiIAIiIAKpEfjGwT42eLw4t4HFbpvZd/QsN56EoojWQKdYB9ac2Ejnz87Yv8Ddpgj9j6Wwxr5gPw4HfFhj75lkhlf1zI3GxQZyLF93dj9YRdnFSYJ92AEcyrRkdWhjlvnvo0+eA/Qybc3aV9WZ4evDaHXijQ/2Fadxbl4YPRv+wrU8LXCbo8+03mvSMNirw1oqvb402Cd6+EADLV1zmnUbxKhxjljELbAPO+BAmZarCW28DP99fchzoBemrdfyqvoMfH1GY6YVN2PvUZFp5+YR1rMhv1zLQwu3OehP682a+DX26n8KKF9wbsNi3Dbv4+jZGzwJVRCtoUOxDms4sbHz+xn7A2kQ7BNXTQtd82Z0GzSKcY4WMc8OxAfTlL9QxQf7T9er8iZbCjkcJFv7bTzZ2i71wT41fewfBPv7K1pRo99+XkbrUKrPHs4ta4pekuP982Cf+NkQDS1dzJt1Y9CocTha6KOZ6mskjAMOZWi5OpTGy/zZ1ycPB3qZ0nrtK6rP8MVntJk8RJuakVy2EQEREAEREAH1Aubo6OjotJGIX+LxiaU4757h53uD+4piWFmWIgdRvLpxmEVDHJh2LIRKky5yaXKF2OKkuJQkLkweMqDf4dssbRi7lET1fCk2RQdw7IfBHPVfRL24Gd6kwV5xZRLVq0/heilnvC/PQH9h4mAftLUDpp23E5SzGJXKG5ENJS9vXiAgSBPzUT74zqpJlgSh5cqpITwdXh2bJXfQLVWCqLv30R3wJTP2nqS4vOJLvL402HsWoOeOC7gYeTC590DW+Gej9pid7HOxipvdDWJrB1M6bw8iZ7FKlDfKBsqX3LwQQJCmOaN8fJlV823czHZFpl05xZCnw6lus4Q7uqUoEXWX+7oDYh6erR3sh++N+yiKWWFZKgdEveLG4UUMcZjGsZBKTLp4jsnFNsSusU+TpTg92XHBBSOPyfQeuAb/bLUZs3MfLlZ6McugPr/cJMEXlk/Uy+JkP0o3WcazatO5emosZeL+4aT6ay8uY89TsFUXOjUx4VWS5V6p6mPJBvtP9JW47ZX3V9K6Zl/2v8pKtizveKcsRb/fz+Fm8y8sxem5gwsuRnhM7s3ANf5kqz2GnftcsFL/eyC110jQVjqYdmZ7UE6KVSpPbDe7yYWAIDTNR+HjO4ua759aT5uRSo4iAiIgAiIgAhlV4JsGe9WfS2hkMgSvvO3YeGUL9jELe5XcmlmH8mMvUnTIUe4srPuZYP+OfT2L02rdGyznXefosJIxM3qRp0ZSsf487lWczKWzkyj/Ork12aGcHmWJ1ZzrFOyzn5vLrHmacP3zrKKxb4A5HEH2PLnJ+n4VwN+Eh4ShLNqXQ37uWP8dux7co+I0rpweh2nI7/SpZseaQAXRaFFiUNoE+y/y+opgH7/GPur6PGwsnTkeVhj7TefZ0N4QnsS+peRwRHby5M76/rkA/g4nJExJ0b6H8HOvwbaYJSvqYH+acaYh/N6nGnZrAlFEg1aJQXj6L6TUikaYDPEib7uNXNliH7ueW3mLmXXKM/ZiUYYc9WNhxU1pGOzj1+lHcX2eDZbOxwkrbM+m8xtob6j5hcE+pXotxipqPw7mrVj93JjeO4/j3sIQLULwHt0Am9m+aDZYzHWPfigSBvvU9rEk63o+/2VEbRrIqjY1cdwXRJHuW1hvtpjmY7x5G//wbNxrWWO/N6fhGvuo68yzscT5eBiF7TdxfkN7DENTc43U41XM26cOE5E9D7k/XHD8HR5CmLIofQ/54W6d/CKnjDooS71EQAREQARE4GsF0j7Ye2hR0uInyuppJCiTJgbNprCyjy5r2lTBYW8Qecq1oEvLCuR+dYldmw5xK6IwvfZcZ5Vt3s8EexUvNnekfNcdvMxpStNubama9xVntq7D874Ck+FeXJn7I1nfr7cuicVPZdHTUBL+5Cpn//eId/kbscj7IAPLkOhVhNcdT2FV3olT+bqw8+Z6WscVBcVVXGpVw8VXlw5bbrKl8Z5Ewd5MS8XTLZ2o1nUbT5RfGuw90CppwU9l9UgkZtCMPcubpt7rHwR79UOy/q6NsRhxjFCjrmy/uIoKGxpQ3ukU+brs5Ob61nygcKFWNRd8dTuw5aY74d0SBHszLVRPt9CpWle2PVHGBfvF1HuxhjZVHNgblIdyLbrQskJuXl3axaZDt4go3Is911dhS+oenvXQim/PhN3LgGZT3OlrtCb2rTgJZ/0V/rg2tmDEsVCMum7n4to2aMU8PPsJ95UdE/wn4jTjUqiXVVYlDzZ1oV7PbTxED9NaVTAM8+Ps5ce8y1aeEQdPMad+jq/rY+0Tz7C/X9eeUl9Z6cCDNXbUcNjLq8Jd2HphHW31rjPrpzqMPf0O08GHObvwp/ft+LmlOCn2yZV9338xSvjwrMLflcYWIzgWakTX7RdZ2+BAzMOz8V9+k71GXIuwxKo8Tqfy0WXnTdZ/uOC46lKLai6+6HbYws0t7Ums8bXDnewnAiIgAiIgAhlbIO2DfbLvsdei+IA/uP/rT6ieeTKl9wDme9wlVKleBaSBdj5Tmo9exgqnuuSPnyVPcSmOet3NUw5P6k6/+Ud5GKEi5ihaeTFtPYk1K4ZRSz0zGRfs3xdHQxOdXAUxqdWKwVOn0aemellGwgcbvdiafQjVp17F0PEA/u6NE6yZVnJ/oTXlhh1H28Ydv0069DNMGFpiZ0tXtq5O333BFPuiGfvk32OvVXwAivu/pt7rHwX7mF/XYr61BU4nwinhsBC7i0OZc9UQxwP+uDdOMGOqvM9C63IMO66NjftZ7PZVxiF+xj7miVslgStbU73vPoKLqWfsF2OVVcUzzyn0HjAfj7uhxDa7NvlMmzN62Qqc6uZ/vyb7c0txku9exRnwx01+rbj+42AfU7X5WFs4cSK8BI77LjL9T/sU39Ue6z7jo2CffL3U6FEEHpzNhJnrOXwpkNfkoXjVpvSaNBOnhkZofW0f2++IUYLnRj/1Hnt1mSOPV6ddzd7sfmlIh43n2dyxcMx/WSIvT8fKcgJno8z42eMsC+rHPmT76WD/6T4Z/9+DxG/FUeA33xoLpxOEl3Bk39Ga/Gr66WvkmsNxLKtP5aqhIwf83UnczRZiXW4Yx7VtcPfbj2NCjIw9JkvtREAEREAEROCrBdIw2H9ZGd69CODm/SCisuljXMaY/Mm8HfNzR1SGPSHg9kNCIrOiV9yU0oVyfFgy8rmdv7O/p4XXf1/ld7wIuMn9oCiy6RtTxjj/x6/4/O8LKSUQAREQAREQAREQge9S4D8L9t+llhRaBERABERABERABERABNKpgAT7dNowUiwREAEREAEREAEREAER+BIBCfZfoiXbioAIiIAIiIAIiIAIiEA6FZBgn04bRoolAiIgAiIgAiIgAiIgAl8iIMH+S7RkWxEQAREQAREQAREQARFIpwIS7NNpw0ixREAEREAEREAEREAEROBLBCTYf4mWbCsCIiACIiACIiACIiAC6VRAgn06bRgplgiIgAiIgAiIgAiIgAh8iYAE+y/Rkm1FQAREQAREQAREQAREIJ0KSLBPpw0jxRIBERABERABERABERCBLxGQYP8lWrKtCIiACIiACIiACIiACKRTAQn26bRhpFgiIAIiIAIiIAIiIAIi8CUCEuy/REu2FQEREAEREAEREAEREIF0KiDBPp02jBRLBERABERABERABERABL5EQIL9l2jJtiIgAiIgAiIgAiIgAiKQTgUk2KfThpFiiYAIiIAIiIAIiIAIiMCXCEiw/xIt2VYEREAEREAEREAEREAE0qmABPt02jBSLBEQAREQAREQAREQARH4EgEJ9l+iJduKgAiIgAiIgAiIgAiIQDoVkGCfThtGiiUCIiACIiACIiACIiACXyIgwf5LtGRbERABERABERABERABEUinAhLs02nDSLFEQAREQAREQAREQARE4EsE0j7YRz3m5NolrN5/jjuvFOT6oRKNegxlQJOSZEtQssgHx1i9dD2HL9zlZVQWChhXo3G3AfT6qVjcdiEcmzeazf4K0NSj3s8z6FpWG1Dx595pTNv3ECVa/NBsLJNbF8B74UjWXfsb0EBDUxPtLNnJW7gSzbraY1kka2KTYC/mjd2Mv9IAa+cpdCil9eHv4d4sHLmOmEOpPxoaaGlnI7dBSWq06IJdVX0SbA0E4zVvLJv9lRhYOzOlQ6n3f399fD6jNvqhSK5FNAvRaOQg8u6azI77BtiMaMe7VYs5HlIIm1GTaFvyw1kUV9fgvPgUESXtcBnVhIKa8Hm/5LuBKsiXLYuXssvHn8eh0eQqZELN5g4M7m5BITUv4Qkskx5Dm7Jd5zCsng6nFg9jzVUtynWdxtC6+WI3VPixYawr3lpWjJhmj+m7JJYJD6ddlq5zhlHt8kJGrrvGB24ttLPlxqBkDVp0saOqfmJtPtV2UedYOmwl/9OuyYB5DlSOqY98REAEREAEREAERCBzCKRtsI/wxbWNLU5/PEGpnYf8uZWEBIej1NSn/iwPDo6sHBPawy/MoWXzsRx7rkQzez7y54giOCgchWZ+fhy/i32T65JP9ZjFDUsyxCsK0KHG9CucHmuGFn+xunlJHPaHEY0O5ced5uq0EqxoYoTj4cgkraaBzg9tWH5iGz3eB2UVj5fbYtbvEKHR2pg5eXN5di2yxO/5agVNjBz56FDqjJ/VBMedPrjZ6qMZt73q8XJszfpxKDQabTMnvC/PplbMwVQ8/bURxQcdRV2Djz7aJgw7sgfDcRVxPmeMk/dJav1annabgqk29TKnx6nrqv5E4TO8PFYL7mM29jT/m16NyNT4JXNKxZ31dLPpy9a7kWhkVbePipCgMP6O1qGE/Vq81ttTTOtVCpbqA2ahodtDPPtnY03zgvTaH0UW86H8cW4+9XIBkR70LdWMVTr98fRfjFVYypZkaYjbQw/a/94MI8fDJG059Re0rCaO7PRxw1b/vfan2y5iM3YGXdiTxZ7tTzZhl/CbZOa4nqWWIiACIiACIiACmVggDYO9gqvTLKg18RI5609i5+ax1Cuk4N7On2nRdQV+2Zqxwm8vvfNfYkJNS6ZfzUqVgavZOtOOUjkj+dNzBt06TePEa2MGHfZlUf2Q2GB/XJPsWaPAcjF3Dg+g8Ns9dCvZlq1vdIiOVMaE3ffB3lOfHptP4FJTg4jnF1g+xJGF5yIwH3uaa9OrxTazMoC59SvifFqFjtbfKAs5sM9/OU1yxvWCuGDvqdeF9d7TqaMD0YpgLrn2pPOSy2g2dufeAceYWXNQEjC3PhWdT6PS0eJvZSEc9vmzPO5gqvC/ePzqLdEoODupHp3WvqDOzPOs66SLhkYW8hQIZ4W1WVywv8LEv/ph2notf1V2wffMBGL+QRF1ihHl67PgfkUmXTrLJFPf1Pn9FF+huHop7+HWtCqDPSMx7b6UrQu6UiGfimcnptPJbgpeIUXof/gmbg3DY4N9vGWthNPeGmTPb4R+ztC4YB8JGtmpMv44p6bUIFsKwd5TvwebT7iQ+FDZyW+kz7tVTTBy9ESvy3q8p9dBR60VfAnXnp1ZclmTxu73OOBYMPaL1OfaToJ9Jh7KpOoiIAIiIAIiIAJpF+wVFxhb+Udm3jJlzClfZlSPC4SqIE6uXsVNPQusG/1I4YtDMG+4mIelR3Li8hws3q+SUXJzVh0qjj2Pbrfd3FtdlVXqYO9TDsuqtzh1swkb7+/A7urPmDdYSt7aVbjl8z9KJgr2BenvEYBbA/VBVQQusMJ0uA96PffydLVtTGsrLk+ieo2p3KwxhtG6brgc1Kbdppts65g/tjfEB/sCfdh/dzk2ceUL3dWVUu02EmK5gNvHhlJUnTQVl5lUvQZTb9ZgzGhd3FwOot1uEze3dSTuaHE9LJKjA0xovPQZVm4P8egfH1TvMqfeh2A/u4IXfcs0Y8WzSrEhvrw2UadHUqHefO5Xnc7lU2Mo6Z1Kv7UtyJGgfytvTKNW5Yn4Fu7DgRvLaPw+9yvw/20Rf0SUoZ51QyoVCo0L9gktk14or2OD/QEF2poqlNlrM+O0F6NNvJKdsfcs2B+PADdimiXJ59WK2GBfoM9+7i63IXaTUHZ1LUW7jSFYLrjNsaFFY4L9Z9tOgr2MaCIgAiIgAiIgAplYIO2CffhG2hh0Y492WzY/3U7HhKnyPbCK50ttKDrgKLk67+TPja0Thc+oE0Mwa7CYP6vN4Jp3N/5oXJIhp2oxcoiCRQse0G3/TYacq0/VaWH0G2HO2tn7KZ4o2Oth57qZoZU0ePvsEusmjmfzTRW1Z13llLOJeq0I3sMq8NPCR9RdeIPtBqMp02k7kdZu3DjYjyLq9BgX7D20TLCyrYKBZjTKdy/x9znJjaAc1J97Bs9hsctkIr2HUeGnhTyqu5Ab2w0YXaYT2yOtcbtxkH4xB4v/pDLY11JxbJA5jdweUWHCBc67mHHBuSJ15wZSe851vEaU4GVq/U6NwTThowNb22HY6TeULdbyZE838qIi+M5F/J5FER1TTA2yGpalqrGSVeoZew8VukVKYpA9QTWy1mO6zzLscscFe4+ydO2qya41/0OngSvn9pgwr8zHS3E8VLoUKWlA4kNNx2eZHVExwd4DLRMrbKsYoBmt5N1Lf3xO3iAoR33mnvFkmFmM9ufbToJ9Jh7KpOoiIAIiIAIiIAJpF+xDVmNbyIGD2dqz7clW2qUQ7P9c2JBSQ09QoPc+7q1sGjdDG9sQUWedqWg5h7sVJnHxTB9O2KiD/Y/M3VaNVe0WwNAd9PmfPSNvdGTrL2H07rk3cbBPujBeQwvd6s78dngGVrpA2AEcyrRkdWhjlvnvo0+eA/Qybc3aV9WZ4evDaHWATG6Nvfo45s3oNmgU4xwtiF3yHcYBhzK0XB1K42X+7OuThwO9TGm99hXVZ/jiMzp+jbx629QG+yxE+QynvNUC7pedwLnTTdlazZI5D+qy0M+TwcUg1X7nJlMhwSqa0HUtMOi5H+02m3i+054cvGNfr+K0WvMcVYy+FkX6Heb20sqsT3Wwr8i0c/MI69mQX67loYXbHPSn9WZNkjX2nw/2idfYa2jpYt6sG4NGjcPRIu55htS0nQR7GdFEQAREQAREQAQysUDaBftIT/qVbsKyZ9WYfvUUY8vETRer/mKvy1jOF2xFl05NKOrZiR86budtPVcCjgyJXdIS9wne2IYS3fYQ1didwH3N2NYoNti73hjGtXqtWK9bgwoPz3Or3kr8Oh+ibKc9iYP9H9mp3XMoTYtro50tDwXL1KNFkwrkjytK0NYOmHbeTlDOYlQqb0Q2lLy8eYGAIE3MR/ngO6smWd4vxenJjgsuGHlMpvfANfhnq82YnftwsdKLXe8dtJUOpp3ZHpSTYpXKY5QNlC9vciEgCE3zUfj4zqLm+ydyUx/siTrHqEp1mH3HDGe3RuzvP5+HDZZy82BfjDQhfEfH1PkdcMQggW3k8dglPH9WmMjF8y5U0FZyZ98itl4OI/zSeubuvY9hwmDvmYqlOB4VmXblFEOeDqe6zRLu6JaiRNRd7usOSPTwbKqW4vTcwQUXIzwm92bgGn+y1R7Dzn0uWOnFViJVbSfBPhMPZVJ1ERABERABERCBtAv2hLLfwZxWq59j3Hsnx91bYKgFId6jaWAzG1/NBiy+7kF/nTW0LOvIgQhzhh4+yfyYqXT1q3IuMa2RFRPPKLGcc4Vjw7Ljpl5jrw72t7eRb4gxPfeGEq2hg8UsPzyKjaWwfZJg/6kwqnrCclsz+h2OIHue3GR9H3r/JjwkDGXRvhzyc8f6beybXDzfr7GP4vo8GyydjxNW2J5N5zfQ3hCexLxZ5zAR2fOQ+8PB+Ds8hDBlUfoe8sPdOv7fFl8Q7FHgO6EqNaddJ3eBfIS8UtJs5S329Ipdl696sip1fiM+vHYz1teDfmWbsfxxUbpvP8Wq1oZxb/aJ4sZUSypPvEShrwr2pxlnGsLvfaphtyYQRTRolRj05cE+fo191HXm2VjifDyMwvabOL+hPYaksu2Qt+LIkCYCIiACIiACIpB5BdIw2IPywSa61OvJtoegZ1qLKoZh+J29zON32Sg/4iCn5tQnNxGcn9IAa5ezhOU0oVHH1tTQD+Xa/i38fi2ELOWGceDkPKzyxL3uUh3s7/xB8+1WmDn5EKVVBifvK0x+0IVCXxDslXfmYVXeiVP5urDz5npa541rdMVVXGpVw8VXlw5bbrKlwc4kwV791KY/ro0tGHEsFKOu27m4qgIbGpTH6VQ+uuy8yfoPB+OqSy2qufii22ELN7e0J/Zry5cEe1Bcn0KtKpO59Hc0mrptWHf7N7q8fxo3lX5xr5b/0LWV3F/bjjp99vBUpwiW7dpiafiOexeOcuhEACEqbUyHe3F1bhnWxSzF0aKkxU+U1dNIcHVoYtBsCiv7Fot9eDZmxv4048y0UD3dQqdqXdn2RPlRsPfQKonFT2VJfCgDmk1xp+255h89PKvwd6WxxQiOhRrRdftFVlXYQIPUtJ3toZjXXe6O+oHqjSrFvbkotvja5fuwYmpz8id89CHzXvdScxEQAREQAREQgQwokKbBXu0TFXiQ2RNmsv7wJQJfQ57iVWnaaxIznRpiFP8wp+ovvF2HMmz2b/zvRSTR0aCho4u57VDmLh6HjXrD+PfYxwT7I/R/Oo4qP87Cv0BP9txdTYN97b8g2Cu4MqkG1adexdDxAP7ujRM8tKvk/kJryg07jraNO37rNHAoknDGPrbVFX7zsbZw4kR4CRwW2nFx6ByuGjpywN+dxgmeJ1DeX4h1uWEc17bB3W8/jurDcdsEAAAgAElEQVT1M18Y7FHeZGadiow7q6BAxy3cev8FIa4HpsYv2c4azo1N4xg6eQ3H776JmV1HQ4d8xha07O3MxKFNKZntU++x16L4gD+4/2vVj4K9+tWfgStbU73vPoKLJZ6xT+43AdAqzoA/bjLlbqtk3oqjwG++NRZOJwgv4cBCu4sMnZOKttueiyGFurArPPZx4ISfLFau3Dnyc+wD0vIRAREQAREQAREQgQwokObB/ouMlKH8eSuApxFZMDA2o7iu/FTot/GL5NXdW9x9pSRXoRKYFM2HyH+RvGwsAiIgAiIgAiIgAulO4L8N9umOQwokAiIgAiIgAiIgAiIgAt+ngAT777PdpNQiIAIiIAIiIAIiIAIikEhAgr10CBEQAREQAREQAREQARHIAAIS7DNAI0oVREAEREAEREAEREAERECCvfQBERABERABERABERABEcgAAhLsM0AjShVEQAREQAREQAREQAREQIK99AEREAEREAEREAEREAERyAACEuwzQCNKFURABERABERABERABERAgr30AREQAREQAREQAREQARHIAAIS7DNAI0oVREAEREAEREAEREAERECCvfQBERABERABERABERABEcgAAhLsM0AjShVEQAREQAREQAREQAREQIK99AEREAEREAEREAEREAERyAACEuwzQCNKFURABERABERABERABERAgr30AREQAREQAREQAREQARHIAAIS7DNAI0oVREAEREAEREAEREAERECCvfQBERABERABERABERABEcgAAhLsM0AjShVEQAREQAREQAREQAREIM2C/ZgxY3jz5o2IfkMBf39/oqOjMTc3/4ZnlVOJgAiIQNoJhISEcPXqVWrXro2Ojk7aHViOJAIiIALfWKBVq1ZYW1t/47MmPl2aBXtdXV3UA3S9evX+0wplppOfOHEiprpinplaXeoqAhlL4Ny5c7x7946yZctSoECBjFU5qY0IiECmEVBnspkzZzJ69Oj/tM5pFuwLFSrEuHHjGDx48H9aocx08mLFivH333/z5MmTzFRtqasIiEAGEpg3bx4jR44kICCA0qVLZ6CaSVVEQAQyk4CxsTF9+vSRYJ+ZGj2t6yrBPq1F5XgiIALfWkCC/bcWl/OJgAj8GwIS7P8N1f/kmCqee7qyLLgZo9ubkuUblkGC/TfEllOJgAj8KwIS7P8VVjmoCIjANxaQYP+Nwf+10ykDmG07BJ35BxhmpvWvnSa5A0uw/6bccjIREIF/QUCC/b+AKocUARH45gIS7FMgjzo5iabD9xMcHb+BBgXtfmVn7QPYOh1E/d4dDZ08FKlhz6jJvampq0nkiUl0PFKfrVOtyKreLfI0U9rtotr2uTTNFsHV1UMZ+IsHD99polfVkQXuo6hvoBlzgsgzM+gw5S2DdkylYa74c6awj14Ac5o6k2PFHgYW0+TdjXUM7T+VffcUZNUtQ+sJi5jR3gROTKHD2oLMWNEXc21AcYUl/X6n3K8TqB9TwLT5SLBPG8fv8iiKm+/7okPgtBT7W92QY8wcNIGddyKIzlIYa6dFzGxrjLpbRlxdzdCBv+Dx8B2aelVxXODOqPp58Z5ow9C9QajQQEM7G/lNmzF63jis9eP6/7L5aIxoxrwrigR02hj32cr+0WbcXjeU/lP3cU+RFd0yrZmwaAbtTbKC6jnHZg5iws47RERnobC1E4tmtsVYXRj5ZFoBCfYZq+kjPcfSxOUJndevonfJ2MmuqDMzsBv9mG47F9NOX1N942VGhym8HbSDqeobr+oebm2bJDOmrMc5YjROnxqP4u7HKY5nkzpypP5WplrF3nwjT0+h3a5q/D63AZ7je+DbYgPONZIMQknLp66D10RsUsgg8I4bMu5lrI78FbWRYJ8CWsT2VhRe2YLbu9qTPWYbDTSzZIffWmK0sS0B2+zIEv6Ikwu60Pt0d854DcZwR3MM19vz9GAncqh3ebebNnqu2PzlRbPtDTGZYsYOn0U0NXqD94iq1PUZwcMzAymiGcbv3S2Y5q/EoN8xfu9VEE1UPF6Twj4nqjIhe0NyXQ9hUf7NNDUZR6EVXrh3KIXq1ga6WQwgevkDNigcKdjRg4q/nOG4czm0I48xsPJSLC/uoGNMAdPmI8E+bRy/y6NEnaVH1ti+OPt6xxT62wZ0B5gwuawnJ5xM0fpzA3Y13bE6581gzXU0NJmC2Q4fFjU14o33CKrW9WHEw6PkH2jEmtZ3+K1ddoh6wckJjbF/Ppunmw0ZEHfO+caRRP4dwe42Bri1eo5nt5xoZcnKm222mIwrxAovdzqUUnFrQzcsBkSz/MFvNLvQA5PJZfE84YSp1p9ssKuJu9U5vH8uQuzXbPlkRgEJ9hmr1cPXNqHQgDOUG3cen3EmaBHJkX7VabMpG+NvnMW5qCZhv3fHYpo/SoN+HPu9FwU1IepdeDJjSjS/t/v8eLQo34aUx7MBRqy3f8rBTrE333e726DnakPEic6sbVKKo4MD2dA08YxbcuWL2NI8hQwykJybmsq4l7G68VfVRoL9p4L9GjseH+pKzgTbxFxUWzvzeG/H2PCuOM/Q0r3Ie+gKoy63Sj7YP1/D4yqmXHcN5bdm2WKPFnmH0+egfN1S5A7aTJs6x3BYqcdoJ312n3TCWOMek0xT2KfWSwbHBJsgRu6qQJnrroRssyHuyLzeaE0+V1vuOZ2i8U4jql6/RKXtRxhl4iPB/qsuE9kpRYFEwb4TlZLtbxvI168oA7Vd+W1WWyoZaPPC7wrhRSoSPdcU0+uuhP7WLK7/RnIn5sKoxsXOhdnQ8QkH4m6Er7fYUnBhY/48WR2nuGC/pKx6husd25vmYGHrUE71yQmqQKaal+G6awjbbN5fFWy0zoer7TN8TJ0oOlAb199m0baSAdov/LgSXoTKJXJLQ2diAQn2Gavxw9c2xXSPLiavzHA/Ph4ThQf9224kKOAOVT1P4Vw0hM1t6nDMYSV6o53Q330SJ+P4ZaxJxhQi2Nric+NREMO3l015POtk+IXBPijZ8qWYQQ7sRbtNWRn3MlY3/qraSLD/RLDP1eE0pmYF0FBvo5GDxnN8mP66XeJgTzBLLI05N+4Jy0LaJR/sH03Aq1BfTG7dxqVE0jlBFU+X2dDwxgR8F+RnRo32vF1+mV/KHcc+dwr7vA9Tz2k+TY+fy97Db7zR+9lG5fWRFLN8w4YlIfQ73pMjTbZgvaAsOw5Vx72GzNh/1ZUiOyUvkCTYVz6SfH9rH3aCuUNGsOC3S7z5wYK2Q2Yz9+dqXOmcm74mt7jtUiLJbHkEW5vnpPstS2oX1iQ68iW3biqxW3+CxY3v0etTwT7SA/s8P1P2nh/jjeKvNyXXRxbD8s0Ogt2NOTF3CCMW/MalNz9g0XYIs+f+zI/qf83LJ9MKSLDPWE0fE+xPdGbkY3fClhxn+N3+2J9rhOmOeRQ4dIqROiuwaXiDCb4LyD+jBu3fLufyL1Vjlgd+NFmgDvafHY+e02qa7ifGsy8L9qqny5ItX1TSycX4DOK0DkU7Jxn3MlY3/qraSLD/pzP2Sj8mVrAldE0AMx+1p+DSFjzx7BE7yx+xjRYFVtDmmStXy1gStus5y2vFva9G9ZjzJ4IxtszBmjomTAuqjEk+CL13keBWfxC4zJCxRVLYp3YYI2KW4ryip3tRmml58Ni1EvFzDZFe3dHrXZSz02/R9lhvri6rxIHudZlfeijmW4/xkyzF+aqLRXZKRuCjYJ9Mfzu/gup3XqBXwQRdzXAeem9gVJcxKFwfMMm7DJZhu3i+vFbcm5xUPD5/gmDj6lzvWZgVNv9jTYOHbBrYi50113Nsel3yJjhnsjP2yksMLtwMLY/HuFZ6f1Xg1V2P3kV9+V+PCF7oVcBEV5Pwh95sGNWFMQpXHu1onei/c9LemUtAgn3Gau+YYH9yCD5V5tElZC7OgeO4MtSF8A6D0DvkTdvtdTCZFkTl2BsvF4Nb8UfgSqxj/smX3Ix9oc+MR6/ot6pECuNZTQL6GLK0xRM8e8SuAYjY1oICK9oQcaRdMktxVNyba5Fs+X7cnWTVQHwGWbkFRauWMu5lrG78VbWRYP8Pg/3r4wOp0lOT9bcWUytgDKb1n7Dk7jps8kL4qX6UstNk1yNXtEcUx/rZMu5ua05+4NXeNhTuXgDP44b83E3B2v9Np6I2qJ4tx6bKYXpd34qxS/L7HHvUixW5Y9c1z3/rTMmG95h/Yxft1bOTqj9Z16g0Uy0u4VvWhWpHenN1RWN0nu+iex1HDoTUw+3Bb7LG/qsuF9npI4Hkgn3S/nZvCv4WrQhZfoWFtdUL2CLw6G7CHMtrHKw4meLWz1h2dxvNYy8M2hTuToFjgfz0S/EPS3FCj9G3TCsez7rF7x0efHrGniguDi9Jw3vzubGrPbGXxToalZ6KxSU/OmyvSquQ5VxZWDtmOV2ER3dM5lhy7YgDutLEmVZAgn3GavrYYP8zAdNu07LFLlQFrFiytznrqvRHb/9ywtt0RrH2f0yPvfGy3KYKh3tdZ1dHvRSCfYKlOCmMR/MjRqQwnj1lyP7y1H+yhLvrbMhLOKf6lcJOcxfP3Cp8HOyVN5hUzT7Z8m2M7p5o1cCHDDKPrKNl3MtYvfjraiPB/hPBPtFSHECn9nh+b7iZ4l0uYVZGDxSRvNWpwNB1G/i5qnpt7zN2OdbEbvUbihTR5tmjrLRd78PGzsXRDD3LFGtrZj02pYrhSy7fKsDg3YdodaAO/XLv5uJk87gZ92C2tCnDcqsLePV4ksw+nsysc+v9A4tLyiq49mtHmo0/R75yJmgHXuN1zVns2+xI8d3tqRwX7LOi4vlvXanS7S3z/tolwf7rrhfZK6lACsE+aX9rfG48tt02EGlemYIRAdzJ0pm1e8dRO1coZ6dYYz3rMaZVDHl5+RYFBu/Gc2YtPJKsaQ3z6ktp20fM8RvHkeKNYr7YJjtjHzPhdo1fOzZj/Ll8lDPRJvDaa2rO2sdmR3OyBHsx3rYbGyLNqVwwgoA7Wei8di/jar9/HZW0cyYUkGCfsRo9PtjfXVmOZXV/YHlDP66Mj2Rcxf7knVGbtZPzsPviZMzj/qkXvKUNZZZb8dxL/av1n19jn/x49DaF8ewn8j7bhWNNO1a/KUIR7Wc8ytqW9T4b6Vz8LWsb52LArfKUzqte+KtFkXplue1tnGz57jt6kDOlDCLjXsbqxF9ZGwn2Xwn3qd0iX93n7nMV+iWN0Y9/di9mBxXhz+7wIDwvxUsUJEeqlvSmcp+oEB4GvkCroDFGeeU99v9Cs8oh/6mAKpzngY8IzW5EScNcidbUq8KfcedBOHmLl6Bg6i6MVJUmKuQhgS+0KGhsROLLQkX480AehWbHqKQhuVJ1LabqlLLRdyogwf47bbh0WOyUx7NIXt2/y3OVPiWN9d+/8CKtqyDjXlqLfl/Hk2D/fbVXuiytvO4yXTaLFEoEROALBCTYfwGWbCoCIpBuBSTYp9um+X4KJsH++2krKakIiEDyAhLspWeIgAhkBAEJ9hmhFf/jOkiw/48bQE4vAiLwjwUk2P9jQjmACIhAOhCQYJ8OGuF7L0L+/PkJCgrC3Nz8e6+KlP8TAkqlkhcvXqBu7yxZ4l7bKmIZUuDNmzdERUVRoECBDFm/5CoVGBhIREQERYsWJVcueZA6Ize8+n6lqalJvnz5MnI1M33dFAoFf/31V8w4pqOjk2k8/Pz86NmzJ6tXr/5P66wRHR0dnRYlKFSoEOPGjWPwYPWT7f/ko+Ds9OYM2vWC+IJp6Npy8YgLvLvBuqH9mbrvHoqsupRpPYFFM9pjkjWSExNtGLo3CBUaaGhnI79pM0bPG4e13lHGNnHhSef1rOpdMvYNOFFnmGE3msfddvJrO331z9FyZkYHprwdxI6pDYm5tUR6Mr6HLy02OFMj9pczEn2ivCZi43SQN+rf0NLJQ5Ea9oya3JuauppEnZxE0+H7CX4vq0FBu1/5fWzNuB/h+Cc+H/ZVD46vX7+WQTJtONPtUSIjI3n79i1aWlrkzi2/0ppuGyoNChYSEhJzlMwUfNRjmPo2lCNHDvnimgZ9KD0fIjP27/TcHv9W2dT3K/V9Sx3qc+aM/f2AzPBR9+8OHTqwdevW/7S66TDYv+P3joVZaHWTvZ3Vb7sGDY0s5MwexPqmJowrtAIv9w6UUt1iQzcLBkQv58FvTfijhSFrWt/ht3bZIeoFJyc0xv75bJ6ue41doQGcKTeO8z7jMNGCyCP9qN5mE9nG3+C8c1EI+53uFtPwVxrQ79jv9CqoCeFraVLqKIMDN9A068dtFPPz0hvbErDNjizhjzi5oAu9T3fnjNdgDH9rReGVLbi9qz3ZY2uAZpbs5MiStq8AkaU4/+m1881OfvnyZSpXrszixYsZNGjQNzuvnOjbC9SoUYMbN24QHh7+7U/+H51RluL8R/D/wWkLFiwYE/Tu3bv3H5xdTvmtBI4ePUrDhg3ZvHkz9vb23+q0//l5ZClOik2gDvZGLLF5yB9xvxSn3lQVOBXzMtdxDdmGTfyrLF9vxDqfK7bPTlKwT4IfsQBeb7Gl4MLG/Hk0N91N96Br8goz9+OMN1Hg0b8tG4MCuFPVkzPORQna3IY6xxxYqTcaJ/3dnHQyRis1wX5rZx7v7RjzYzsozjO0dC/yHrrCqKt2FF5jx+NDXf/VX9SUYP+fX8ffpAAS7L8Jc7o4iQT70umiHaQQ/46ABPt/xzW9HVWC/ej/tEnS6Yy9Li2PFsdMX/2jEdpUGLqHdcXGkefnstzzGx/zi5YxH+V1Rhaz5M2O+/w0Q5futyypXViT6MiX3LqpxG79CRb/dBBb0xN0HvkY97AlHB9+l/7252hkuoN5BQ5xZqQOy2wacmOCLwvyz6BG+7csv/wLVSNTMWOfMNgTzBJLY86Ne8KyNx1J9CNbGjloPMeHBU0TvVz/Hze8BPt/TPhdHECC/XfRTGlSSAn2EuzTpCOl04NIsE+nDZPGxZJgL8E+SZdKfsZeeWkwhZtp4fHYlUrxvwMV6UV3vd4UvXKVssMLs8Lmf6xp8JBNA3uxs+Z6jk2vS97wtTQ1PckQnyrM6xLCXOdAxl0Zikt4BwbpHeJU2+1YmEwjqLIJ+Qjl3sVgWv0RyEqLrZ9fipMw2Cv9mFjBltA1AUwPbCsz9mk8UGTmw0mwzzytL8Fegn1G7u0S7DNy636omwR7CfapCvZEXWR4yYbcm3+DXe2N0ETFn+saUXqqBZdujeZa6wRLcUKP0bdMKx7PusXvbTywNT3JzwHTuN2yBbtUBbBaspfm66rQX28/K8PbYK9Yy/+mV0QbFc+W21DlcC+ub3hH58+tsU8Q7F8fH0iVnpqsv7WYyntaSbD/5PilIPDALKau8OZJFnPsnCfhUC0fQSdm4DB8PbfyNmLS6vm0Lx7/1HIwXtNn8aDjDHoYa4HqGUdmjmDmwcfktejPrOkdMEnmZTHBXtOZ9aAjM3oYxz40/Z1+vutgrwjkwKyprPB+QhZzO5wnOVAtXxAnZjgwfP0t8jaaxOr57fnQ1F5Mn/WAjjN6UOT6Uga4ePBSFddw2mXovngGrQ2TPquSpH98p+2sLva/GuyjvJho48TB2Cf+yVOkBvajJtO7pi6vVtrR+fUvHHb4Exe74RzU683qzYMon8yLA9Ka93teY68IPMCsqSvwfpIFcztnJjlUIx8p9+/EY5KKZ0dmMmLmQR7ntaD/rOl0SG4gI+P07+832P+De1aR6ywd4ILHh4GMMt0XM6u14UeXUka5Z/27wT4Kr4k2OMUOZOjkKUIN+1FM7l0T3Vcrsev8ml8OO/Cnix3DD+rRe/VmBn2LgQyQNfYp3h2Sn7FXb/7u2q90bDaec/nKYaIdyLXXNZm1bzOO5gq2tki8xj7Mqy+lbR8x56odm+v58PPdlZRbVpcfljfE78p4IsdVpH/eGVisnUzu3ReZbB4X/YK30KbMcqxOdGW/2SBulS9NXvWKIK1idF29i5GVYu90EVtsydnlEmZl9EARyVudCgxdt4Gfq+YkYnurxEtxAJ3a4zmyqhPqd/Ck1ed7XYqjerCExk3P0HXrHCz/cqPLoGCmejfA9YfhlNx/mI6Xe1F3dStuX3Om2JtrrB/Tm5/d39Df9zozKmkTsac9JaaZsXtnewKGN2KpxSnOjCzOh7gXwrX1Y+j9sztv+vtyfUalNH0bUVq1X2qP8/0GexUPljSm6ZmubJ1jyV9uXRgUPBXvBq78MLwk+w935HKvuqxudZtrzsV4c209Y3r/jPub/vhen0GF595sPeBHaDS8u7yYobvrcPSOOz8lfCNiyMf9I7Wu6XG7fzXYR2yhudFG2gZswy5LOI9OLqBL79N0P+NF/2zXuawoTYXHY6g0rSKnD/biW72Q8LsN9qoHLGnclDNdtzLH8i/cugwieKovv4S0Q/+j/p2XG0nHpIg9tC8xDbPdO2kfMJxGSy04dWYkxRN+b81g/ft7Dfb/6J5V4TneWw/gFzuQsXjobuocvYN74oEsQ92z/t1gH8GW5kZsbBvANrsshD86yYIuvTnd/Qwn+2fjymUFpSs8ZkylaVQ8fZBe32ogk2D/T26pUYQ8DOSFVkGMjfJ+1zOx/0RBve93G+xD/PG5k4sfqxVBS/1GoqqbaTwvml5javDk2gj0IvfTKtdkrIMu4nBhLmMCKmO4ewTBv1yMC/YdMVlUF58/OnFvQDVGlfTg3GjjD8E+8hhzxwRQ2XA3I4J/4aIE+3/a1b5yfxUh/j7cyfUj1YpoEfZ7d6pubsy86F6MqfGEayP0iNzfilyTrQm66MCFuWMIqGzI7hHB/HJxBnHfoeGdD4PK9CDrthvMq5n4FVWRxz7uH19Z2HSx278f7LfS+fFeOsY+8c/5oaXplfcQHsqGmDybwaiAYUz6Xz6aTdjCnlE1vskX4u832Ifg73OHXD9Wo4hWGL93r8pm27M47DRkWNL+fcqMZUnHpIg9dDRZRF2fP+h0bwDVRpXE49xojBME+4zWv7/bYP8P71mxg8s7fAaVoUfWbdyYV5NEI1kGu2d9i2C/tfNj9sYOZCjOD6V0r7zc91Dyg8kzZowKYNik/5Gv2QS27BmV7CvL/40BX2bs/w3VTHbM7zXYv28mxT0292rDkuJu7Ck9lsLr+hJ2xJ5siov0y2+H/tX7TC2mvsu9ZoVNPe7Pig32BHswsGpTVr3JSaSiDit999G7xMeLbV6vsKHe/VkS7NPBdaG4t5lebZZQ3G0PpccWZl3fMI7YZ0NxsR/57fS5en8qsU29Apt695n1PtirCJxXnapnJ3JvR0vyJluXJP0jHdT3a4vwbYM9BC+xxPjcGK4YdqboS0/Cu6+h2sI6XNhl/6++0Suhz3cb7D8MZNzb3Is2S4rj5jmKu83ypti/E49JwXgMrErTVW/IGamgzkpf9vUukcxkVcbp399rsP/H96yYN/vNo3rVs0y8t4OWyQ9kZJR71rcO9gQvwdL4HCeuGJK/6Es8w7uzptpC6lzYhf03fI2+BPuvvfPJfu8Fvudgrwo5zVx7R/ZXWsD26dbk22lDrkUdeO3Tk5xRPvTI2xvTh7cYE7N2KeGNDU4PLsOgAns4Pcmc11vbUn2dFcNwYvjhSHQqT+TCeRcqaqszogT7//5yURFyei72jvuptGA7063zsdMmF4s6vManZ06ifHqQt7cpD2+NiV2mljTYK68zqlQTonYGsqCqFrxaThOjvhyO1KHyxAv8z6Xix1/8/vtKf3UJvm2wV+I3sQK2oas4odNEgv3XtJoqhNNz7XHcX4kF26djXSiK7Z/o3wnHJE4PpsygAuw5PQnz11tpW30dVsPAafhhInUqM/HCeVzUA1nSiY2vKWc62ed7DvZff89St6GS66NK0SRqJ4ELqqLFK5Y3MaJvBr1nfetgr/SbSAXbUK6d0JFgr37yIP398mw6GYG+g2J8t8E+6ipzm3TjTPuNbOhbLuZ3AFR3J1Ci2jN2PF9BteezKWfuy+KXW2gQ8//KhMFewf7Oxrha+XLEwQDF2Z8xGWzEiXPOFEnyTKUE+/++E0ddnUuTbmdov3EDfcvFtDR3J5Sg2rMdPF9Rjeezy2Huu5iXWxrE/ms6SbBXBU6h3I8vWX9/EdWSeUA6toYZZ0bzmwb718cZWKUnmuv9cd5rKMH+iy+XKK7ObUK3M+3ZuKEvMd37M/074Zik2N8ZY1crfI84YKA4+3/2zjyu6mL9428WQQVFIETBDVFAshIxLVPL1MQlL4oXME3MJbcM9yU1TRP3fbmK5ka5pl5Nf2oSilJWF0UFTRAFXMEFkE0OwvH3OoDlgopyzpwDZ87r1R/J9zszz+d5ZuZ95jwzg7/TMOxD/2DskwNZGYrvUgv2JZqzjFXL9Uxr+B63N8ax5NkDWZlZjBIL9nc5MrQxnxlu5OLY3RLsdRbsFSFMbD+KfalgYGhEeav6fPTlTL5un8A3HsPZnaxUXUeLcXlrnDuNZ/7EdliHTaHjyL2kPHg4Ohtg67WcPV81w1gRy45vxjJn91+k3X+A+Zu9mb1iPB9WvU/o1x4M352MEgMMjMtj7dyJ8fMn0q7w5A3F8QB8pt3ji+3TaZu/ae85O7JVYJl9lg3DBzP9p0vkmlri0nUySwK8cSri9tqXnkeeeKG0gn36Nm/sfX6iXNXKBTm8Jm1ZcGYB5QY64XPEnjrpcdjNjCB0uEthju/j4JZzej4duiwjvb4D92Ju0WJ5MMs/tn1k82wh7skV+5KGWAnfT2ebtz0+P5WjauWCTecmbRdwZkE5Bjr5cMS+DulxdsyMCGW4S+HxK0+AffYOT6qu9CLx0KcFF8EV+ZFgXyxHZW2ms1kvTjRwwYpcFPfK8ebwDQT5u5E81voJsPcivKcpHczDyVrlXqziX/WhUpuKk74Nb3sffipXlYLwNqHtgiiC2h7E9xnx/dhiQ85p5nfowjltnIQAACAASURBVLL0+jjci+FWi+UEL/8Y1cXnj3/KTnyXVrAv6ZxF9g48q67EK/EQnz57IJNgX6xBJIvNnc3odaIBBWeX3KPcm8PZEOSPW/LYp8DeK7wnph3MCU9bhbuGT/mSqTjPc2DWD3SsGoR33I90r5BHRtRiPm57mAGRA9nbaB1dY3fw7wqQc/Mok9v3IGnODTbe/wS7NV24sNObCvllG2BoUoGKJnf5qacLg5Xz+WVNL5wrpPDHtHZ0/HUofx30IcSzOuu6xrKjoECOTm5Pj6Q53PixKxVRbYhqzrd/5VF1UAh7+qrg8Tk7soeasbGjExOrrebwSh/qKaMJ6t2cIQ8CSdjhhVWxgrb4D5VWsH+2hbmkJMSSbO6Ao/ULvgnlpnL54h1Mazpi+5yBsvhq6u6TpfdUnOdomptCQmwy5g6OvMjVuusZ9bdMoyv26m+uWkostWD/POuLHd+5pF6+yB3TmjiW9YEMKK1gr5Y5Sy29pXQUotkVe93VQIL9C8F+E5/e3EcPFbTl/s6Xdfww/+8Uotr+gO/1fXySD3N32dzZlsXtrxBiO6Dos+Nv/YeWDv/HF4k/4fPwmLy8GEL238OtY30Oej5+TObdzZ2xXdyeK78PwyZ5E91ahNB/jRXjx9iw6+gYHI0KwL6oHdkX9xrj6hLFotSteDy8ZPbu97SrsojOieH426o3IMse2KtXn7JSWpkE+7LiHDXbIcFeXlCl5pDSqeLKHtjrlLw60xgJ9vKCqqeDMesHOpiNRNHPk/pGuaSeO0CwwWjC9lVnbGU/olu+i53hAxS3ozmf58XG0KW0OdLt8bPjDSrSfm4Yc61GUuPTKhw5H4CLwU1+/f4Hfr+lBKN6dPiiHWe6muEX3ZJ37Qx5oLhN9Pk8vDaGsvTj10ha5UHbs5OJWGhNQFNv7gWeYrZ7zlNg/3BHdvDmXCr7v86lc5Owf/hzal4Uo2u3JG17EoHvPjNJ+JU6pAT7V5Kt1L0kwb7UueyVGyzBXoL9KwdPKXhRgn0pcJIamijBXoJ90WBvuYA3N02lpWk5zKq70tS9FmZZW+hSbTUeJ9fR5vIPDO37I802hjCjlUX+pVB267y4tv/Tx45pU16cgmuTq/wn8Ttal0vi2PqN/JoYzQ8ToxiYFsJrPaux2uMk69pc5oehffmx2UZCZrTCQnmJec2d+DbZDacqkH4pnBTPn4lf8x67nlixf7gj+8z2XOw6GXHw2iIaPTx9UXEYP6t+1Dody/R6TyVPlqgLSbAvkXyl5mUJ9qXGVSVuqAR7CfYlDiIdLkCCvQ47R41Nk2Avwb5IsO9Y9ZFUnIdPqMDeLujvVJz0kIG4eF5jVvQevI51KzoVJ+8c0956j99Gn2Jfn9oFZwQnb6NL9YV8dPsXXuv5SCpOeggDXTy5NiuaXY1X0rRHLutPzsg/OlGZGIhH4wP0jfqeB36PpuL8syM7br4pI+u25dKCs+z0tscQJVc2fET96c05ET2N158+ar1EXcna2prk5GRcXFxKVE5pevnevXukpaXl52rqy0dl7/Xr1zEzM6NmzZr6Yja3b9+mfPnymJs/etVs2Tb//PnzlCtXjpycnLJt6CPWjRs3jjlz5lCrVi0qVizjG2YesTsxMZEqVarkx7i+fFTxrfro05yVlZVFRkYGVatW1Rc353PJzZs3Wbp0KV988YXe2C1z7J/n6vzNsy8Ge8jg8MD6dL46lzOf/kj9Hr/h3OA1DArLLvfuJIK/+wTL2B8Y6DOeww/qUdfsFtExObw1eCmrvm7JsSdy7DMOD6R+58sM7HWR3dX/S/hU18ILQ1LY3M2FwNZH+fygS5E7st3NIDtyOb6dJvFHlYY4GccTebcZs37axOeu6k3DUZmomhTu3r2LpaWl3nSclJSUfFv1yebs7GxUX2gMDQ2xsHjGzSZlMAL00dcqm42Njbl//37JPaq8xIruHZh/OveRsoxxHLCFvePdeHxEUnLr+CZ+NffF840ijo5QXmZp5wHkrtjPiDrq/eVx5MiRLFy4MP8LnOpLjb589DW+9W381kc/q77MKBSK/H49fPjwEnZpJZdWdKfD/NM8NpI5DmDL3vG4PYlWylsc3/Qr5r6ePD2UKbm8tDMDclewf0Sdp07SK2FDkWBfUgVf+n0l2bcSuHqvCnVqWWr4qvQcUi/Hc9PIFkd7iyJuEnzpxhf5gj6m4vTv35/vvvuOBw/+PtdUPWLqcCn6mopToUIF3N3dCQsL02HvqLdp6k7FycnORHE/i13dqrLCM4lDvc0wUp0WZmoIuencSjHA0sYcYxTs6+PG1m4RbOxScCJVdsoNUrCkumV5UJ5nsGkD7p+4z5o31XtmXJk8FacYYWFgYMCQIUNYvnx5MZ4uG4/oYyrOv//9b3bs2IFSqSwbTiyGFWpPxcnJJlNxn6xd3ai6wpOkQ70xMzKhQkVTDMkl/VYKBpY2mKuGJsU++rhtpVvERvKHsuwUbqSAZXVLyqPk/GBTGtw/wf01b6qdAyXYFyM45CPPV0CCvX5EiAR7CfYli/RstnWsyOKu6fw6QHW/ei4xqz7mnWF/YmGTzhWzYez/vhZz2g/nz2oDWHWwHzHdu7AysyaWN05ytc0mLmxtxBQJ9iVzwxNvS7BXq5w6W5gE+x5q8032to5UXNyV9F8H5O+lzI1ZxcfvDONPCxvSr5gx7Oc/6BvpTYvhf1JtwDIW2i3FLzCTmpY3OHm1DZsubKXRFAn2xXZItWrVmDhxIsOGDSv2O/LBkikgwb5k+pWWtyXYS7AvWaw+AfaKn/A0G4l7TDST66azu4slo9+OZtHFf+Wv2K9/5zdW7DSk16D3MYmZQuPGF1l6axI7K8sV+5L54fG3JdirU03dLUuCvabAXsFPnmaMdI8henJd0nd3wXL028SfaczX7lvpdmIelb7biWGvQbxvEsOUxo25uPQWk3ZWliv2xe0uEuyLq5T6npNgrz4tdbkkCfYS7EsWn0+A/d15uFqHszRzC21MIXmWC9XOLmWXkX9BKk7rE8zq3psFEVlUqmZI3PkW/N/dqeyWYF8yN8gV+zJ4QdWLQ0KCvabA/i7zXK0JX5rJloKBDJdqZ1l1x5d1zVSpOMt5bWF3ei+IIKtSNQzjztPi/+4ydbcE+xdHbeETEuyLLZXaHtQk2Occ/hqPMf9HmuoO33KVqdm0B+Om9qOZpSEkfke39sfxO7yGf6n7Ot0XqKPWHPuX2lwIylvH2fSrOb6ebzydm6fBzYWaBfscDn/twZj/y/c05SrXpGmPcUzt14wCV3ej/XE/Dq/5l9pvTn5RR1Bnjr3y0gq6d5jP4/tIHRmwZS/jn9599dyNpMrLS+k8IJcV+0eg5n2kqDvHvkDjJ8A+exedKkzk/ctRjK15jwPdqzDkjbMsi/dks2cEq1I7YLbKm6TfBmEdNYbabgmsSpvG3tII9jmH+dpjDAXhXY7KNZvSY9xU+jWzxJBEvuvWnuN+h1kjeiBTNUdtOfalZ3OhJnPsdXXOUivYl5I5S+059oWTxeOpONns6lSBie9fJmpsTe4d6E6VIW8Qe/ZtprpvxvPXtiy2WoV30m8Mso5iTG03ElalMW2vBPsXzb1//12CfbGlUtuDmgT7rM0fY/99d2K2emGSeZWjC3vR7zc/jh8ehvXekYy4MYTvBtXL31X+2CY7tVlXdEFqBXug+JsLVXty+uC2tRsRG7uQv73w0U05GtxcqFmwL7hJ+fvuMWz1MiHz6lEW9urHb37HOTrMmt0jR3BjyHcMyr+DIZuUgl1IqPZTavqjTrCHHLIzFdzP2kW3qivwTDpEbzMjTCpUpGAf6S1SDCyxKdh99cRG0sftVp4fjGmD+5y4vwY17yMVA/bkEjm3Oe5fXadBvQzOpXuz+8wK7Be50/FgGxZ8a8kMj7kYtGyIQWomN/6qwrc3VnHSthSm4mRt5mP77+kesxUvk0yuHl1Ir36/4Xf8MMOs9zJyxA2GfDeIgvB+dJOdpqNbnWCfP5C9+ubCx/q1ZjcXahLsdXXOUivYl3DOErUhXgzYQ27kXJq7f8X1BvXIOJeO9+4zBH50ha/dO3Kw9Sha/TKGVYYtaWiQSuaNv6jy7Q1WnbSVqTjFHd4k2BdXKfU9p3Gw39KTa7t9yT9ZOvdPhtfvi8X+E3gtsaJt5bMkfnOLb1t2fnyT3XZfNHlar7rBvsgVzSI2F/78R18ivVsw/M9qDFh1kH4x3emy8pFNOdHTCa2pGfARAfZbel5jt2/BGeK5fw6nfl8L4k55McSiLZXPJvLNrW9p2XklmTUtuXHyKm02XWC7ryY9DeoF+7+XfOhYcTFd03+lYB9pDKs+fodhf1pgk34Fs2E/80ffSLxbFGwkXbbQjqV+gY/ZvbXRlFIG9kWPObnJ8cQkV6BuPVvyv6cpM7gRdwfTmrWporhC7G1TajlULfibBj8aPRUnH+y30PPabgrCO5c/h9enr8V+TnktwaJtZc4mfsOtb1vS+dH+fGE7Gg5vNa7Y/+Ocl9tcuIqD/WLo3uXRfh3N9NCaGgMfjYO9Ds5Z6gb7V5qzli3EbqkfgYI2xGsK7IschnKTiY9JpkLdetgWDlbKjBvE3TGlZs1yJMXexrSWA1U1PZCBPO5Sg/OE3hQtFOxJYVlLR/6YeJnRP1bivUoXSZ2QwMonN9nd+Z52BaflaeQjBOyL3FwYT1TjrwtW7Ne/w28rntiUs/g3KnV+SyPHAYoGe1KW0dLxD47dHE3/cu9R6WIqExJWstOwF4PeNyFmSmMaX1zKne/bFfxyoaGPCLBX/OSJ2Uh3YqInUzd9N10sR/N2/Bkaf+3O1m4nmFfpu6fsvjVpJ5VL1Yq9hhykpmLFgj2kLGuJ4x8TuTn6R8q9V4mLqRNIWPnkJrs7fK/JgUytqTjPAvsXbC6MWM87v614Ir4X81ulzryloeMAhYK9jsxZQsD+BXPWiXmV+E7ghnihYK+mcUgdxcjjLtWhop6XIRTs887x9ZudSV93jj6BFfLBPm1aInOe3GSXvgUPDdKeELAvcnPhKtJ91xWm4rTmxKwnNuXsDcfyX2UD7PPOfc2bndM5G9OnEOzTmJY4h+69FxCRVYlqhnGcb/F/pG/xKPVgf3eeK9bhS8nc0gZTkpnlUo2zq+7gu65Z/kbS5a8tfMruu1N3S7BX49grFuzzOPf1m3ROX0dMn8ACsE+bRuKcJzfZpbNFkwOZELB/0ebCjbQ+MeuJ+N5LuOW/ygbY68icJQTsXzRnLX+NhQI3xEuwH6/GEfLlizJ4oKabfmQqzsuLX9I3RIL93SNDafyZIRujF2I+pFw+2Cc26k+lJzfZZWyjU2kH+yI3F8by19tTcdvsScSqVDqYPbEp5z8nsO5WFsD+LkeGNuYzw43ELTQvBPtEGvWvxCrvJH4bZE3UmNq4JawiY1unUg/22bs6UWHi+1yOGkvNewfoXmUIb8Se5e2p7mz2/JW2i62esjtt2l4J9iUdvB55XyjY3z3C0MafYbgxmoXmQwrAPrER/Ss9uckug22aHMiEgP0LNhdGrCK1g9kT8f0fTlh3KxNgrytzlhCwf8Gc9WvbxVgJ3BAvwV6CvRqnCP0qSrNg3xmzXido4GIFuQrulXuT4RuC8Hc35XT/ArBP6bcZ97dmP77JLimUAVU05wchK/ZFbi4M5KMrX+Pe8SBtFnyL5QwP5ho8siln2jFcv2hWOlNxOpvR60QDClx9j3JvDmdDkD/upqcLwT6FfpvdeWu2AS0bGpCaeYO/qnxLUugANOhqQTn2kcxt7s5X1xtQL+Mc6d67ORP4EVe+Vm0kbc2oVr8wZpXhY3bfWHUSW5mKo7ZOrmmw72zWixMNXLAiF8W9crw5fANB/u6Ynu5fAPYp/djs/hazH+3P3yYRqsmBTAjYv2BzYZsFfGs5A4+5j/braRxz/YJmpTIVRzfnLCFg/4I5q/WoVvwyZhWGgjbES7CXYK+2CULfCtIk2BdXS2W6uE12qjZpBuyLtvapzYUoybgRxx3TmtSuouCKoE05ms2xL7anSb8Sy23TWjiI2IWEhjbPFmluLsnxMSRXqEu9f3ZfFW4krUm5JHF2a+a4y+L6WDvPaRTsi2uSMl1Yf37YJPUdd/kCI5+3ubB2FRQC+7Umc+yL72qxc5ZmwP7l56ya5ZKEbYiXYC/Bvrj9UT73hAK6APainSIS7EXb9qz6dAPsxauhkc2z4s14qRol2Nd/Kb1K88PCwF6HRNIFsBcth0iwF23bs+qTYC/BXldisdS1Q4J9qXPZKzVYgr28efaVAqeUvKQTK/Za0EqCvRZE10KVEuzVd/OsFtz3UlXKU3FeSi75cFEKSLDXj7iQYC/BvixHugT75WXZvY/ZJlfs9cPVcsW+jKzYly9fntzcXOrVq6cfkasDVkZHR+e3wtnZWQdaI6YJsbGx5OXl6ZXNaWlp3Lhxg4oVK1KzZk0xQutALfoY3/po8+XLl7l37x729vaYm5vrQOSJaYLK10ZGRno1Z+pjfMfExKA6fFCf5unbt29z584dLCwsUJ2YqC8fVXz36dOHdevWadVktR13aWJiwv3797GystKqQfpUeXJycr65+qS5PtqcnZ1NVlYWhoaGVKmiyXNodKv36KOv9dHm1NRUlEolZmZmmJpq8Kxc3Qpv9NHX0mYdC0INNSczMxOFQoGxsTGVK1fWUC26V6wqvn19fdm8ebNWG6c2sJfn2Iv3o0zFEa+5NmqUqTgyFUcbcSeqTpmKI1NxRMWaNuqROfYyx1503EmwF624GuuTYK9GMXW4KAn2Eux1ODxL3DQJ9hLsSxxEOlyABHsJ9qLDU4K9aMXVWJ8EezWKqcNFSbCXYK/D4Vnipkmwl2Bf4iDS4QIk2EuwFx2eEuxFK67G+iTYq1FMHS5Kgr0Eex0OzxI3TYK9BPsSB5EOFyDBXoK96PAUAPYKQia2Z9S+VDAwxKi8FfU/+pKZX7cn4RsPhu9ORokBBsblsXbuxPj5E2lX3RCyz7Jh+GCm/3SJXFNLXLpOZkmAN06mufw+42O+2HmTB4VqGVh2Jvz/2jCl40j2pjz8VzCw9WL5nq94+04IM7+YzI+xWTwwsaPdmCXM7O4I5+fScWxFVv93KLVznlWfgtBpPqy3DWD1QFeMgdzTyxi0pyFrJn+Q3wLF8QB8pt3ji+3TaZt/qIOCQ5P6ENEliLFNVW8UfHKOTqHjyL3800QDbL2Ws2d8HY7O/ILJP8aS9cAEu3ZjWDKzO47/vFpkXAgH++RQAvqPZGO0BR9NWcsC7zr5eoj8iLqgKjNyAxMmriXivjOfTJvL4LfNid89mRGzDpJYrT3jF03nX7WNhJguHuyTCQ3oz8iN0Vh8NIW1C7ypI9rRom6ezYxkw4SJrI24j/Mn05g7+G0syCRywwQmro3gvvMnTJs7mLcthLga7VxQlae12Fapqi2wTzk8g1kJvgT0cURMT348hsSdY5/C4RmzSPANoI+jERQZ82LiW/hxlzowZ2kH7J/wuRj3/l2L0OMuUw4zY1YCvgF9UIV33rkNjAo4QFIeYFyTLlNn0kP1BwEfPTrHPosfOlYlyDuOH7tXIC8jisUft+XwgEgG7m3Euq6x7Ph3Bci5ydHJ7emRNIcb297lx45OTKy2msMrfainjCaod3OGPAgkYUcnwnztWNz6PLt7Vsx3lYGBCWYG/8XTbg1dLuzEu0KBBw0MTahQUcmhPk5Mff0QoWOcMboShFezlbT+4xiDr/XFtK05UcmTONHlWfV14FB3W3wPvsXs40cY29AYRchQ3P7TknPbfYEM9vg159u/8qg6KIQ9fW0xJJP1Herxy7B4gjr+c8pD1jZP7NZ04cJObwqaaIChSQUMD/fFaerrHAodg7PRFYK8mrGy9R8c86+J4XOCUSzYZ7Cziw0j6+7lgO8p+rZai+eFSMbWfl4L1d+ThIB9dggDGo7AYvkuhhotpuPneawOrsvwt3bT++hGWh7+hBY7ehL36xCqqt/Ep0oUDfYZO7tgM7Iuew/4cqpvK9Z6XiBybO3nxqImZND8zbPZhAxoyAiL5ewaasTijp+T910M87IH03CEBct3DcVocUc+z/uOmGXNhXyJ1QbYKy8voOnr2olt7YB9KpEbJ9DPfyVpgyOICmgkxLdP9hEhYJ8aycYJ/fBfmcbgiCgCGuUWGfPLmov55i4W7HVjzhIO9k/5XIxvH41vUWCfGrmRCf38WZk2mIioABoZw80lLWkS0pkpXWwwMLLkzY7/oomNGE7RO7Df9OlN9vVQgXguv39ZBz/z//JNVFuCfK+z75MCQL+7uTO2i9uTsCWV912iWJS6FY/yheFy93vaVVlE58QwHPztWeZxmZ/7mP0TS1nb8LRbh9e1/Xz6yD9DNgd612Ko8SJ2zOpOo6rG3Dx3msyabtif7ZMP9mdO2fLvhs+q7yjVhjXiR3t3ok40YlvwOJzCHgH75E10axFC/zVWjB9jw66jY3A0eg7Yr/Pi2v5PebSJ2Qd6U2uoMYt2zKJ7o6oY3zzH6cyauDlUei4vCQV7RTA+FiNoej2SUVYK9nqaM7VdMuFDn99GdQOfCLBXhPSn4cKmbPc35+StGrRq704dcwUJ18GhjhkJazvTZKM3MUcGYK1uA4soTyzYKwj2sWBE0+tEjrJCsdcT86ntSA4filhPg8bBXhFC/4YLabrdH/OTt6jRqj3udcz4Y1BDFjbdjr/5SW7VaEV79zpYmYmZHLUB9uQkc1FLsa0VsFeEMG9CDG7VdzEqZTbhZRjsFSHzmBDjRvVdo0iZHU5Ag6NFxLwVgsIboWCvI3OWaLB/yucq2hX8EQP2CkLmTSDGrTq7RqUwO1wF9jkc6vcGi+pNx8tGifNH3Xivlokw6/UL7DuYMVLRD8/6RuSmnuNAsAGjw/ZRfWxl/KJb8q6dIQ8Ut4k+n4fXxlDmmfhTxf91Lp2bhP3DL1p5UYyu3ZK07Ql0XmzLv36pQwMbA9VvLbw5/L9s6RWOp7kPvzk34DXVP2NAxfZzCVvYEZObocz7chQLd5wgrUZzun85h3n+72HxZwHYn9x2h3dGPqu+ONosbEbwZ8F02NyOha9vZ//bK2mav2LvzY1VHrQ9O5mIhdYENPXmXuApZrsrnrlib+7zG84NXqOgiRVpPzeMhR5phM77klELd3AirQbNu3/JnHn+vPeCb5lCwT4ziA8sNjAwI5ge5XMJH2SNl80ZEqbXFtZpVBWJAPvMdW2pNDCO1n178k7aTtYlDuHYoSE4GikIHt+CT2dHUnvWcULGuVHwlVSzH7Fgn0nQBxZsGJhBcI/y5IYPwtrLhjNx0xH844zmwT5zHW0rDSSudV96vpPGznWJDDn2XyoMrMLAuNb07fkOaTvXkTjkGIeGiEnX0ArY54evdmJbK2D/cK1otQfvx80q02BfYOpdVnu8T9yscALqBxUR84cYIihVQSjY68icJRrsn/J5mQX7vzsyHu/HMUsF9obXmd/MnkVVh9O30S12rbtIz4NhjHtDpuK8EqU8+xz7LH7oYMmCNzcxtaUp5cyq49rUnVpmWWzpUo3VHidZ1+YyPwzty4/NNhIyoxXmJ4Zh18mIg9cW0eihPxSH8bPqR63TUbw9qWbxV+yVqVw8cxOrN52wNMzk8rEgxvWaQO6iq/xQfWg+2J/+xYB2/3pWfWdo+JU7wf3OsKrRPvxaLaD+cFe2hHzIua1NmdfciW+T3XCqAumXwknx/Jn4Nc3Z8qxUnKdW7JWkXjzDTas3cbI0JPPyMYLG9WJC7iKubu/62Mr+k44RCvbZ2/AwX4LP3TA+M8shrI8F/ZwvEz3B5pXi5VVfEgH2Wd97YLasAzd/98cm9wSjnAdTPex3Rqv2fqg+KVvoZD+f9vH/40sBuThiwT6bbR7mLPG5S9hnZuSE9cGinzOXoycg1tMCVuyzvsfDbBkdbv6Ov00uJ0Y5M7j6z3wZXI9lHW7yu78NuSdG4Ty4OmG/j+ah+181dovznhiwv0NgB3sGHlBQzu1r/vfnN7z1cFFPcGxLsB/C8uWa3jz7CNg7bSki5sP4c3T14oRniZ8RCvY6MmdJsNfw5tm7q/8Be9U4lpNDrokJxuRx5qvX8TXcyblvXUscu8UpQL9W7DtW5Z9UnIfyqMDe7p9UnPQQBrp4cm1WNHt8rjG6blsuLTjLTm97DFFyZcNH1J/enBPRX3Gx50uk4uSdZUojT1IDT7P4XdX6ahYH/ZyY2zKS/2s4oiDH/mYfvnN6Vn3jierhlg/2q9uXI2mnHy0+30fq+ytInPYXTXrksv7kjPyJUZkYiEfjA/SNCiK75zNy7J8C+zzOTmmEZ2ogpxe/m78CnHXQD6e5LYkM7o/lc6JJKNgrLzLZoQmJ25NY3SSJOQ1diVh6m81txN4UKQLs86K+wtXzPlvOz8Ut5yB9XBbQfE0jVs2vwa79w6iVuZOuNtNoEX+KUQJuyxYL9kouTnagSeJ2klY3IWlOQ1wjlnJ7cxvEeloA2OdF8ZWrJ/e3nGeuWw4H+7iwoFUE82Ob43l/C+fnupFzsA8uC1px5mBfRNz5KwbsHx9Uco6P492p2oltCfaCwf6N80XE/BkO9hUR3YhNxdGROUuCvUCw5wQzvf5D7VWBfFLtHgc/c2a625+EfWlXHC4v8TMS7HkC7FXbUA8PpH7nq8yN/Ynut/+Db6dJ/FGlIU7G8UTebcasnzbxuauSPb7PAPvHUnGAcu8yKfg7OkRNonPvIBSubthmxRBr0pP1uyfiHlWQihOVugzHv5Y/o75ctno/BHtTUCax49PG9L43hxCHaQyqtIvwqa6FpyqksLmbC4GtQ/Hb24Ah0W9Q30KVdGNE7U/XsqXWVB5Lxclv4iSC51VncefeBClccbPNIibWhJ7rdzPx3fwjdp75EQr2KEna5ouTzxHs66QTZzeTiNDhuAhO3xMB9iof7x70AYOPDgIZLgAAIABJREFUWuP4II6s7lsI/dqcZa3bMC+9ATVunUPZewdH53woBPbEgr0qxLfh6+TDEfs6pMfZMTMilOGiHS3kVBwlSbsH8cHgo1g7PiAuqztbQmfwXuZuBn0wmKPWjjyIy6L7llBmtHx+XyzxjFBYgDbAHkUEs7QU2xLsBYN9I8MiY15QeIsFex2ZsyTYCwR74xxOL+yE54osnOxucU7Rg82HvqGFoA1iegT2JZnycki9HM9NI1sc7S1KdiSZMpOk+KukV7CnbnXzZ5zwocb6XtpsJZlJ8VxNr4B93eqYF2MTt1iwLzAoNyWB2GRzHBytha/gquoXAvaFvstMjCXRwA5H24eZ9HncvRLP3Uo1qVVF3IYc0WBf6GgSYpMxd3DEWvRSfaH+Gt88+7CPZiYSm2iAnaPtI3smMkmMTcTAzpG/3f/SffrlX9AK2Oc3UzuxrU2wf3nvqPcNIafiPKvJRca8eu0rqjShqTiFDdD2nKUdsNe8L59Xg5jNs89uQe7da8Qnm1DDwYaH56+IUESCvQiVy3gd2gB7bUsqEuy1bevD+rUC9jpgvDCw1wFbHzZBe2CvPRG0dY699iwuqFmrYK8l47UB9loy9e9qJdhreMVe2w5+pH4J9jrkjNLaFAn2pdVzL9duCfby5tmXi5jS9bQEe01vntWdeJBgrzu+0GRLtL1ir0nbnle2BHttKV+G6pVgX4ac+RxTJNhLsC/LkS7BXoJ9WY5vuWIvV+xFx7fBgwcPHqij0vLly3P//n1U31jkR4wCFy5cyK+ofv36YirUgVouXryIUqnUK5vT0tJISkrKP9e9Ro0aOuAFMU3Qx/jWR5uvXLlCdnY2dnZ2mJk9drugmEDTUi0qXxsZGVG3bl0ttUB8tfoY37GxsagwS5/m6eTkZO7cuUOlSpVQHYWuLx9VfPfp04d169Zp1WS1gb2JiUk+2Ftbi7iLU6ua6Uzlqo6j+uiT5vposwp6MjMz8yGgShUxx9LpQpDro6/10eaUlJT8L+vm5uaYmmppp7YWAl4ffS1t1kKgaaFK1XylmrfKlStH5cqVtdAC7VSpiu8ePXqwadMm7TSgsFa1gf2zL6jSqn1lunKZilOm3fu3cTIVR6bilOVIl6k4MhWnLMe3TMWRqTii41uCvWjF1VifBHs1iqnDRUmwl2Cvw+FZ4qZJsJdgX+Ig0uECJNhLsBcdnhLsH1VcmcShRatI6TQeb2dx55S/qtMl2L+qcqXrPQn2EuxLV8S+XGsl2Euwf7mIKV1PS7CXYC86YiXYP6J4XswcOn9ZjgX7RtDASLQrXr4+CfYvr1lpfEOCvQT70hi3xW2zBHsJ9sWNldL4nAR7Cfai41Yc2CsvsaJ7B+afzn3ERmMcBwQx7t5XjNubwt/H8xjY4rV8D181y+HM2uEMnX2Qy9mGWLl/zsKV4/jA4hjTfNZjG7Caga7GqvtQOb1sEHsaLmfyB6aQfZYNwwcz/adL5Jpa4tJ1MksCvHHiEJP6RNAlaCxNVa/9/cnm7IbhDJ7+E5dyTbF06crkJQF4OxVs5FLE7uCbsXPY/Vca9x+Y82bv2awY/yFVleeZ23EsFVf/l6G1s4tua9WCK2QVxwPwmXaPL7ZPp23h7fTKpBBmfjGZH2OzeGBiR7sxS5jZ3ZHHmvaciBAO9smhBPQfycZoCz6aspYF3nWK3VZ1Bbb4C6qSCQ3oz8iN0Vh8NIW1C7ypU1wHqclo8WCvfZtV0om+oCo5NID+IzcSbfERU9YuwFu0owHhF1TpQJ8WD/a6Ed+iL6jShfgWfo69DsS3cLDXAZvFn2OvG31aL8+xz8nORHE/i13dqrLCM4lDvc0wMnnAXp8arOlygZ3eFQpQyMAQkwrlubWhLU7TGrA9bAkd7dM4NsqdVmGjuPzLa4yo7svBt2Zz/MhYGhorCBnqxn9ahrPdO42NHZ2YWG01h1f6UE8ZTVDv5gx5EEjCxnR61vuFYfFBdPz78AUliRs74jSxGqsPr8SnnpLooN40H/KAwIQdeBn8RE+XwSjn/8KaXs5USPmDae068uvQvzjY8xJ9TdtiHpXMhD89im7r8aHUNMxgj19zvv0rj6qDQtjT1xZDsjnYx4mprx8idIwzRleC8Gq2ktZ/HMO/ZsGXgRd9xIJ9Bju72DCy7l4O+J6ib6u1eF6IZGzt4rX1RbYU9++iwT5jZxdsRtZl7wFfTvVtxVrPC0SOrY1Iq0WDvS7YLBzsM3bSxWYkdfcewPdUX1qt9eRC5FgEh7dgsNeNPi0a7HUlvoWCvY7Et1iw1434Fgv2umGzaLDXlT6tl2BfAG/ZbOtYkcVd0/l1gOrM4iy2edqxzusa+z995Axj5SWmODsTtSidHZ3KF7yqiOW3P+CNJifo1+hH7N2jONFoG8HjnAgrBPut78zH1SWKRalb8Sh8jbvf067KIjpf/IID7z0B9sp4pru6ELUola3/vMD37aqwqHMi+0264/B/X5D4kw+FC+3kxYSw/54bHRtEF4D9mZNYd3u96La2qkel5E10axFC/zVWjB9jw66jY3A0yuZA71oMNV7EjlndaVTVmJvnTpNZ0w2HSsXDXKFgrwjGx2IETa9HMspKwV5Pc6a2SyZ8aDEbWzyTXviUWLBXEOxjwYim14kcZYViryfmU9uRHD4UkVaLBXvdsFk02CuCfbAY0ZTrkaOwUuzF03wq7ZLDERzeYsFeR/q0WLDXnfgWCfa6Et9CwV5H4lso2OuIzWLBXnf6tAT7x8DeHJ/fnGnwmkHBgn3F9sz9pRNBNgNxir7ANw5PrI9mbcXbLZjPgjuwud1CXt++n7dXNs1fsf/esh+V/V/n0rlJ2D98LS+K0bVbkrZxLld6hj6+Yq84SI/K/rx+6RyT/nmBqNG1aZm2mf3G/+bTKkc4H+CCwc1f+f6H37mlBKN6HfiiQxr9VWB/cgd3mg0puq0oubHKg7ZnJxOx0JqApt7cCzzFbHdjlDdDmfflKBbuOEFajeZ0/3IO8/zfw6aYy8FCwT4ziA8sNjAwI5ge5XMJH2SNl80ZEqbXfiGMq/MBsWCfSdAHFmwYmEFwj/Lkhg/C2suGM3HTha7kigV73bBZNNhnBn2AxYaBZAT3oHxuOIOsvbA5E8d0wUv2QlNxdKRPiwV73YlvkWCvK/EtFOx1JL6Fgr2O2CwW7HWnT0uwf9GKfV4UI2u2JGNnEoHvFJ5Qo7zGn6EpOL59lsHuwfQ7s4pG+/xotaA+w123EPJhOFvqj8OukxEHry2i0cMNsIrD+Fn1o9bxSYS3P/w42OedYJhdJ4wOXmPRPy9w2M+KfrUiOGTYhSZX/0Pid60pl3SM9Rt/JTH6ByZGDSTtaBOGqcD+dBgmHq2LbmvLiqxr4cS3yW44VYH0S+GkeP5MfODbXDtzE6s3nbA0zOTysSDG9ZpA7qKrbO9avNsXhYJ99jY8zJfgczeMz8xyCOtjQT/ny0RPsFEnt7+wLLFgn802D3OW+Nwl7DMzcsL6YNHPmcvRExBptViw1w2bRYN99jYPzJf4cDfsM8xywuhj0Q/ny9EIDm+xK/Y60qfFgr3uxLdIsNeV+BYK9joS30LBXkdsFgv2utOnJdi/COzJ4X/+dWiXuIqLWz9GdZ/tnd3dsPN7jZD4NixupgL71bQvl8ROvxZ8vi+V91cksKPbOUbWbculBWfZ6W2PIUqubPiI+tObc+JkXUY7P5ljn0P4yLq0vbSAszu981f5lVc28FH96TQ/Ec0Ugxm89d5vjD61jz61C74pJG/rQvWFH3E7tBDso27iF1ivyLYeOlId/965rD85g7eMQZkYiEfjA/Q9PZ2/PvQkNfA0i9+tmJ+SdNDPibktIwnub/lCwFU9IBTslReZ7NCExO1JrG6SxJyGrkQsvc3mNmJvihQL9kouTnagSeJ2klY3IWlOQ1wjlnJ7cxtEWi0W7HXDZtFgr7w4GYcmiWxPWk2TpDk0dI1g6e3NCA5vsWCvI31aLNjrTnyLBHtdiW+hYK8j8S0U7HXEZrFgrzt9WoL9c1JxoBzvTgrmu48vMq1dO2Zdc6Zx9ducin6NYbsOMfOdn/NTcfLB3hSUSTv4tHFv7s2/xU7fimRHLse30yT+qNIQJ+N4Iu82Y9ZPm/i89ibamw8h+o36WKiyfoxq8+nanYx2+Yvlvp2Y9EcVGjoZEx95l2azfmLT566YkEvsDwPxGX+YB/XqYnYrmpictxi8dBVft75SuHk2lWW1woto634897VgUKVdhE91peBrQQqbu7kQ2Pp/7GwYSOfeQShc3bDNiiHWpCfrd0/k3YfJ/C/Ae6Fgj5Kkbb44+RzBvk46cXYziQgdjovgE2LEgr0qtrbh6+TDEfs6pMfZMTMilOGCjRYL9rphs2iwR5nENl8nfI7YUyc9DruZEYQOdxF+6pPQVBwd6dNiwV534lsk2OtKfAsFex2Jb6FgryM2iwV73enTegz2xVqMfuQhJZmJsSRkWlDHwZaKxcw/hxxSL8dz08gWR3uLQqh+ft05qZeJv2mEraM9Fk+eY6/M5lbCVe5VqUMty2fR7Cu0VZlJUvxV0ivYU7e6+UudtiIW7Au0y01JIDbZHAdHa6Gr1g89JxrsC40mITYZcwdHrEUu1RcaLRrsdcFm4WBfYDQpCbEkmzvgqA1Ha+O4Sx3o06LBXlfiWyjY60h8iwV73ZizxIK9btgsGux1pU9LsH9ZvpfPP6WANsBe227QCthr2WitgL2WbdYO2GvfaLEr9tq3V9UCrYC9DpguHuy1b7Q2wF7bVmsD7LVts1bAXttGAxLsdcAJpb0JEuxLuweL134J9vLm2eJFSul8SoK9vHm2dEZu8VotwV7ePFu8SFHfU+JunlVfm2VJhQpIsNePUJBgL8G+LEe6BHsJ9mU5viXYS7AXHd9qA3tTU1Nyc3OpW7euaBv0tr7Y2Nh82+vVq6c3Gly6dAmlUqlXNqelpXHz5k0qVKiAvb293vhaH+NbH22+evUq2dnZVKtWDXPzYp4cUAZ6gcrXRkZGODg4lAFrimeCPsb3xYsXefDggV7NWXfu3CElJSW/P6v6tb58VPHt5+fH+vXrtWqy2sDexMSE+/fv89prr2nVIH2q/Pbt2/nm6pPm+mizCnoyMjLyIcDSsnhHoZaFfqCPvtZHm1UAkJeXR6VKlVAtEOnLRx99LW3Wj+jOzMzk3r17qLiwcuXK+mE0oIrvTz75hB9++EGrNqsN7FXfyiZOnMiwYcO0apA+VS5TcfTD2zIVR6bilOVIl6k4MhWnLMe3TMWRqTii41uCvWjF1VifBHs1iqnDRUmwl2Cvw+FZ4qZJsJdgX+Ig0uECJNhLsBcdnnoP9nkXd7PgQCV6D/4Q22KfkS/aTUXXJ8FeN/yg6VZIsJdgr+kY02b5Euwl2Gsz/jRdtwR7CfaajrEny9dzsM/h+ERPvmu8jkAv25e6HEq0o4qqT4K9LnhB822QYC/BXvNRpr0aJNhLsNde9Gm+Zgn2Euw1H2WP1yAI7LM4s3Y4Q2cf5HK2IVbun7Nw5Tg+qFqwRK44HoDPtHt8sX06bVWHIihC+dpjOLuTlWBggHF5a5w7jWf+xHZUv/+cvz254q68xIruHZh/OvcRq41xHBDEuHtfMW5vCg8e/sXAFq/le/iqmTFZZ9YyfOhsDl7OxtDKnc8XrmTcBxYcm+bDetsAVg90zb9qPvf0MgbtaciayS04P7cjYyuuZs/Q2s94v2rBFwfFcQJ8pnHvi+1MzzcW1X3IhMz8gsk/xpL1wAS7dmNYMrM7js+64LawzcLBPjmUgP4j2RhtwUdT1rLAu06+DiI/4i+oSiY0oD8jN0Zj8dEU1i7wpo5go8WDvfZtVsWU6hQgd3d3wsLEgH1yaAD9R24k2uIjpqxdgLdoR2vj5lkd6NPaAvuUwzOYleBLQB/HYt1Mru5xTisXVKUcZsasBHwD+uD45O3q6jawiPKEX1ClA/EtHOx1wGZtXVCl7T6tRxdUKbm2ri1O0xqwPWwJHe3TODbKnVZho7h8fCg1DTPY49ecb//Ko+qgEPb0tcUwawtdqq+ja+wO/l0Bcm4eZXL7HiTNucGP7fc8+29dKz41lORkZ6K4n8WublVZ4ZnEod5mGJk8YK9PDdZ0ucBO7woF7xgYYlKhIsY31tHWaRoNtoexpKM9acdG4d4qjFGXf+G1EdXxPfgWs48fYWxDYxQhQ3H7T0vObe/G731MaWseRdqEP5/x/nGG1jQkY48fzb/9i7yqgwjZ0zc//Sf7YB+cpr7OodAxOBtdIcirGStb/8Ex/5rP/RVBLNhnsLOLDSPr7uWA7yn6tlqL54VIxtYWm78kGuwzdnbBZmRd9h7w5VTfVqz1vEDk2NpCf90RDfa6YLNwsM/YSRebkdTdewDfU31ptdaTC5FjERzeiL15Vjf6tHiwTyVy4wT6+a8kbXAEUQGNhC9Q5E85BgYMGTKE5cvFrNinRm5kQj9/VqYNJiIqgEaCFyhUNosFe92Ib7Fgrxs2iwd73ejT+gP2yktMcXYmalE6OzqVL4BoRSy//QFvtKpHpeRNdGsRQv81VowfY8Ouo2NwVGyhi10Qvtf38Uk+q99lc2dbFre/wu/9fnn234bZPGPNIZttHSuyuGs6vw4wA7LY5mnHOq9r7P9U9f8PP0ouTXHGOWoR6Ts6UdBaBbH5jW3CiX6N+NHenagTjdgWPA6nsCfB/gxnrLs94/1W1KuUzKZuLQjpvwar8WOw2XWUMY5GZB/oTa2hxizaMYvujapifPMcpzNr4uZQ6blrKELBXhGMj8UIml6PZJSVgr2e5kxtl0z40Oe3Ud2LQGLBXkGwjwUjml4ncpQVir2emE9tR3L4UERaLRbsdcNm0WCvCPbBYkRTrkeOwkqxF0/zqbRLDkdweIsFex3p08LBXhHCvAkxuFXfxaiU2YTrBdgrCJk3gRi36uwalcLscD0Aex2Jb6FgryM2Cwd7HenT+gP2imB6VBqIU/QFvnF4KleGG6s8aHt2MhELrQlo6s29wFPMbvAjH5v5Ed3yXewMH6C4Hc35PC82hi7lY/Ntz/5bYWrP0zBZFNib4/ObMw1eMyhYsK/YnrlhszD5rBIDnaK58I3DE6uyWWz1diP4s2A6bG7Hwte3s//tlTR9bMX+JP+90+wZ74Pyxio82p5lcsRCrAOa4n0vkFOz3TFW3iR03peMWriDE2k1aN79S+bM8+c9m+evhgsF+8wgPrDYwMCMYHqUzyV8kDVeNmdImF5b3ez+3PLEgn0mQR9YsGFgBsE9ypMbPghrLxvOxE0XupIrFux1w2bRYJ8Z9AEWGwaSEdyD8rnhDLL2wuZMHNMFL9kLXbHXkT4tHOwLR5i7qz14P26WnoD930bj8X4cs/QB7HUkvoWCvY7YLBzsdaRP6w/Y50UxsmZLMnYmEfiOSYH8ymv8GZqCY8uKrGvhxLfJbjhVgfRL4aR4/kz8kjt4V1uNx8l1tLn8A0P7/kizjSHMaGUBqjSdZ/3tmUhY3BX7PKJG1qRlxk6SAt+hoLVKrv0ZSorj25wd7E5wvzOsarQPv1YLqD/clS0hHz6SinOa3008nvF+Syqua4HTt8m4FRhLeIonP8cH8va1M9y0ehMnS0MyLx8jaFwvJuQu4ur2rjz6e8KT5gkF++xteJgvweduGJ+Z5RDWx4J+zpeJnvCsX0k0w/tiwT6bbR7mLPG5S9hnZuSE9cGinzOXoycg0mqxYK8bNosG++xtHpgv8eFu2GeY5YTRx6IfzpejERzeYlfsdaRPS7AXk4qTPyLfXa0/YK8j8S0U7HXEZgn24zUDQMUsVcDm2Rz+51+HdomruLj1Y6yBO7u7Yef3GoeOVMe/dy7rT87gLWNQJgbi0fgAff/0ZlPDf1Jx0kMG4uJ5jVnRe/jUYttjqTiP/a36s1a4iwv2kPM/f+q0S2TVxa18XNBYutn58VpIPG0WN8sH+9Xty5G0048Wn+8j9f0V3NrxT459sl9g0e8fOkJ1/97krj/JjAJjCfRozIG+p5n+14d4pgZyevG7qDKPsg764TS3JZHB/XnePaNCwV55kckOTUjcnsTqJknMaehKxNLbbG4j9qZIsWCv5OJkB5okbidpdROS5jTENWIptze3QaTVYsFeN2wWDfbKi5NxaJLI9qTVNEmaQ0PXCJbe3ozg8BYL9jrSpyXYS7AvJq+83GM6Et9CwV5HbJZgX+bBHkj/nWnt2jHrmjONq9/mVPRrDNu1H899LRhUaRfhU10LTyVIYXM3FwLfm0yl6fsfybHP4PDA+nS+OpfYrcYMrPFo/v0/fzs3ej91OpkTnrYK98c2Br04FQfK8e6kYL77pDy/T2tHu1nXcG5cndunonlt2C4OzXyHn1WpOPlgb5p/ks2OTxvT+958Mnf+A/YZy2oV+f5+z320GFSJXeFTcS08jSBlczdcAluTtLMhkzr3JkjhipttFjGxJvRcv5uJ7xaemvOM4Uwo2KMkaZsvTj5HsK+TTpzdTCJCh+MieAOWWLBXuXkbvk4+HLGvQ3qcHTMjQhku2GixYK8bNosGe1V/3ubrhM8Re+qkx2E3M4LQ4S7CN1UKTcXRkT4twV6C/csRe3Gf1o05SyjY60iflmCvD2BfmNKSmRhLQqYFdRxsqSj2MJXijgR/P6fMTCQ2IROLOg7YvkJjX/59JZlJ8VxNr4B93eqYF0MfsWBfIE1uSgKxyeY4OFoLXbV+6BjRYF9oNAmxyZg7OGItcqm+0GjRYK8LNgsH+wKjSUmIJdncAUdtOFobx13qQJ/WFti/9KSg5hdEn4qj5ua/UnFiT8XRjTlLLNjrhs3aAvtXCko1vqQ/OfZqFE0W9bgC2gB7bftAK2CvZaO1AvZatlk7YK99o8Wu2GvfXlULJNgLXLHXssu1AfZaNhltgL22bZZgrzcr9toOtbJXvwT7sufToiySYC/mgipdiCYJ9vV1wQ1C2iBX7IXIrPVKJNjLm2dFB6GAzbOiTdKf+iTY64evJdhLsC/LkS5X7OWKfVmObwn2EuxFx7fawN7U1JT79+/j4OAg2ga9re/SpUv5ttetW1dvNIiPj0epVOqVzenp6dy6dYsKFSpQvXp1vfG1Psa3Ptp87do1FAoF1apVo2LFp28PL6sBr/K1oaEhderUKasmPmWXPsa3PtqckpKC6j9zc3OqVq2qV/Ht5+fH+vXrtWqz2sDexMQkH+z1yYla9Rxw8+bN/Cbok+b6aHNWVhYZGRkYGxtjZWWl7bATVr8++lofbb5z5w55eXlUrlyZ8uULbycXFmXaq0gffS1t1l68iaxZtRh17949VFxYpUoVkVVrtS5VfH/yySf88MMPWm2H2sBetdoyceJEhg0bplWD9KlymYqjH96WqTgyFacsR7pMxZGpOGU5vmUqjkzFER3fEuxFK67G+iTYq1FMHS5Kgr0Eex0OzxI3TYK9BPsSB5EOFyDBXoK96PCUYC9acTXWJ8FejWLqcFES7CXY63B4lrhpEuwl2Jc4iHS4AAn2EuxFh6cEe9GKq7E+CfZqFFOHi5JgL8Feh8OzxE2TYC/BvsRBpMMFSLCXYC86PEsN2CsvraB7h/mczn1EImNHBmzZy/gGF9gwfDDTf7pErqklLl0nsyTAm3rXnvOOmwmK4wH4TLvHF9un09ZcVa6CQ5P6ENEliLFNjQsryuHolI6M3JvCg4dVG9jitXwPX719h5CZXzD5x1iyHphg124MS2Z2x/Hhqxr2pnCwTw4loP9INkZb8NGUtSzwroMgU/9WUtQFVZmRG5gwcS0R9535ZNpcBr9tTvzuyYyYdZDEau0Zv2g6/6ptpGEPFxQvHuyTCQ3oz8iN0Vh8NIW1C7ypI9rRkH8KkLu7O2FhGgT7zEg2TJjI2oj7OH8yjbmD38aCTCI3TGDi2gjuO3/CtLmDedtCiKvRzjn2eVqLbZWqwsE+N559s6az+th1TFy9GDulP020sL9P3Dn2KRyeMYsE3wD61IziP0O+4eBtZWFAG+Pit5RZXcWctiX8giodmLO0A/aP+NxRzDz16Agp9IKqlMPMmJWAb0Af8k0tckwXM37Lm2dfWuccsjMV3M/aRbeqK/BMOkRvMyNMTNPY2tmJidVWc3ilD/WU0QT1bs6QB4Ek7PiYikW9U6EipoYZ7PFrzrd/5VF1UAh7+tpiSCbrO9Tjl2HxBHU0LWxhFts87VjT5QI7vSsU/JuBISYVKqI81Aenqa9zKHQMzkZXCPJqxsrWf3DMvyaGL23fy78gFuwz2NnFhpF193LA9xR9W63F80IkY2uLsPQfbYSAfXYIAxqOwGL5LoYaLabj53msDq7L8Ld20/voRloe/oQWO3oS9+sQRBzkJRrsM3Z2wWZkXfYe8OVU31as9bxA5NjaQmL60V6gebDPJmRAQ0ZYLGfXUCMWd/ycvO9imJc9mIYjLFi+ayhGizvyed53xCxrLuRLrDbAXnl5AU1f105siwd7JQnL2tPx+KdsmduSWyt68UXKdCKWf8jDEf/lR+JXe0MI2KdGsnFCP/xXpjE4IoqAN5M4tmUf59IfQPYplg7fRYtfYln5Yf7KlsY/YsFeN+Ys4WD/pM8biV+VEQX2qZEbmdDPn5Vpg4mICqCRcdFj+rLmYjSQYP+qQ0j2NjpWXEzX9F8ZYAbK+Om4ukSxKHUrHg9PSrv7Pe2qLKJzYjj+tsAT7+RXnbyJbi1C6L/GivFjbNh1dAyORs8G+3Ve19j/qdljrc4+0JtaQ41ZtGMW3RtVxfjmOU5n1sTNodKrWvdS7wkFe0UwPhYjaHo9klFWCvZ6mjO1XTLhQ8XY+lAYEWCvCOlPw4VN2e5vzslbNWjV3p065goSroNDHTMS1namyUZvYo4MwPqlPPZqD4sFewXBPhaMaHqdyFFWKPZ6Yj61HcnhQxHraQEr9ooQ+jdcSNPt/pifvEWNVu1xr2PGH4Pyj/xJAAAgAElEQVQasrDpdvzNT3KrRivau9fBykzMxKANsCcnmYtaim1tgH3qX2HEmr9Hk5pGZOzxw31TZyK2/BvRJ+iLAHtFyDwmxLhRfdcoUmaHE/A35GUT9oULfUy3cnZ+M2FfaoSCvY7MWaLB/tk+f7X551XeEgP2CkLmTSDGrTq7RqUwOzyARnlFjelWCBq+kWD/KtGieucJSFcc7EFl/9e5dG4S9g8Xj/OiGF27JWnbkwh816QIsFdyY5UHbc9OJmKhNQFNvbkXeIrZ7opnrNib4/ObMw1eMyhYsK/YnrlhC+locpPQeV8yauEOTqTVoHn3L5kzz5/3bMSsYgsF+8wgPrDYwMCMYHqUzyV8kDVeNmdImF77VT35Su+JAPvMdW2pNDCO1n178k7aTtYlDuHYoSE4GikIHt+CT2dHUnvWcULGuQmBAbFgn0nQBxZsGJhBcI/y5IYPwtrLhjNx0xH844zmU3Ey19G20kDiWvel5ztp7FyXyJBj/6XCwCoMjGtN357vkLZzHYlDjnFoiCMiftDWCtjn90TtxLZ4sP9n2Mm9tIm+3ZZRZ8UhpjV/fNHmlQanl3xJBNgXNOkuqz3eJ27WP2CvjJ/P2+6/8/Wl7fxLUJqZqiVCwV5H5izRYP8sn79keJbocTFgX9jEu6vxeD+OWSqwVxQ1ph9iiKB0JAn2rxo2T4B93olh2HUy4uC1RTR6OPMqDuNn1Y9ap2OZXs/wabBXXmJecye+TXbDqQqkXwonxfNn4tc0Z8szUnGeXrFXknrxDDet3sTJ0pDMy8cIGteLCbmLuLq9KyKmCaFgn70ND/Ml+NwN4zOzHML6WNDP+TLRE2xe1ZOv9J4IsM/63gOzZR24+bs/NrknGOU8mOphvzO6euEXtpQtdLKfT/v4//GlgFwcsWCfzTYPc5b43CXsMzNywvpg0c+Zy9ETEOtpASv2Wd/jYbaMDjd/x98mlxOjnBlc/We+DK7Hsg43+d3fhtwTo3AeXJ2w30fz0P2vFLjFfEkM2N8hsIM9Aw8oKOf2Nf/78xveeviDhODY1g7YK0n9bR49Pt9Lo4XbmNGumvA0s/wFIgMDhgwZwvLlmt48+yTY5xE1rh4dcn4kfqG7kC+sD8NfKNjryJwlwV7Dm2cfBfucosb0MP4cLWYPiQT7Yk50Tz32ZFpNTjgj67bl0oKz7PS2xxAlVzZ8RP3pzTkRPY3XVbD/5JeBs1No0iOX9Sdn5E9oysRAPBofoG9UENk9i86xfxrs8zg7pRGeqYGcXvxu/spt1kE/nOa2JDK4P5avat9LvCcU7JUXmezQhMTtSaxuksSchq5ELL3N5jZiM1NFgH1e1Fe4et5ny/m5uOUcpI/LApqvacSq+TXYtX8YtTJ30tVmGi3iTzGq2ks47BUfFQv2Si5OdqBJ4naSVjchaU5DXCOWcntzG2E/1z+USeM59nlRfOXqyf0t55nrlsPBPi4saBXB/NjmeN7fwvm5buQc7IPLglacOdgXEfsrxYD944GYc3wc707VTmxrA+xzzsyjQ+/jeH8fxMCGohNw/tFea2CvjGdaw/e4vTGOJU1MXnFUerXXhIK9jsxZEuwFgr1BUWP6GQ72FTF6I1NxXm1YKDpfPjtyOb6dJvFHlYY4GccTebcZs37axOeuhYPWY2Cfyx+jXmdQpV2ET3UtXK1IYXM3FwJbh+K3twFDot+gvoUq7caI2p8up1fYe4+l4kA53p0UzHcdopjUuTdBClfcbLOIiTWh5/rdTHxXzEYkoWCPkqRtvjj5HMG+TjpxdjOJCB2Oi5jU47/DRQTYo0xi96APGHzUGscHcWR130Lo1+Ysa92GeekNqHHrHMreOzg650MhsCcW7EGZtA1fJx+O2NchPc6OmRGhDBftaCGn4ihJ2j2IDwYfxdrxAXFZ3dkSOoP3Mncz6IPBHLV25EFcFt23hDKjpZg+rQ2wRxHBLC3FtniwT2ebtz0+P5WjauWCwcuk7QKifuiJwIyU/Hq1BvbZO/CsuhKvxEN8Kvh7jVCw15E5S4K9QLA3LnpMFzR8S7B/ZbB/5os5pF6O56aRLY72FgJ/XlSSmRTP1fQK2NetjrmY9Pp8FcSCfYHwuSkJxCab4+BoLXwFV1W/ELAvjLHMxFgSDexwtH04++Vx90o8dyvVpFYVcStdosG+0NEkxCZj7uCItdgfZf7u4RpfsX9YU2YisYkG2DnaPrJnIpPE2EQM7Bz52/3qH7SeKlErYJ/fCu3EtniwF+DEYlYhDuyL2SABj4kFe92Ys7QD9gKc+ZwqhObYF9WOIsd0zWsiU3E0r3GZr0EbYK9tUUWCvbZtfVi/VsBeB4wXBvY6YOvDJmgP7LUngvBz7LVn6mM1S7DXEUdouBkS7DW8Yq9h/71M8RLsX0Yt+WyRCkiw14/AkGCvwQuqdCyEJNjX1zGPaK45Euw1p60ulSzBXoK96HgsNTfPihamNNQnwb40eKnkbZRgL8G+5FGkuyXIFXtNn4qjO77XRiqOtq2XYC/BXnQMqg3sLS0tycjIwNfXV7QNelvf999/n297r1699EaD7du3o1Ao9MrmhIQEjh07Ro0aNfjggw/0xtf6GN/6aHNwcDCJiYm0bduWatUEHDOlIz1I5euKFSvSrVs3HWmR5puhj/G9adMmlEqlXs1ZZ8+eJSIigvr169OsWTPNB5aO1KCK75kzZzJ+/HittkhtYO/n50dKSopWjdG3ymNjY3nw4EF+59GXz+3bt4mPj6dJkyb6YjI5OTmoVu0bNGhApUqi73/VnsxRUVFUqVIl/wuNvnyuXLlCWloar7/+ur6YnG/v+fPnady4McbGgo/Z0qLK//vf/6hbty7W1iLur9aioY9UHRMTk+9jld368klKSuL69eu4ubnpi8lkZ2dz5syZ/HHMzEzErT66I62Khb28vLTaILWBvVatkJVLBaQCUgGpgFRAKiAVkApIBfRcAQn2eh4A0nypgFRAKiAVkApIBaQCUoGyoYAE+7LhR2mFVEAqIBWQCkgFpAJSAamAnisgwV7PA0CaLxWQCkgFpAJSAamAVEAqUDYUkGBfNvworZAKSAWkAlIBqYBUQCogFdBzBSTY63kASPOlAlIBqYBUQCogFZAKSAXKhgIS7MuGH6UVUgGpgFRAKiAVkApIBaQCeq6ABHs9DwBpvlRAKiAVkApIBaQCUgGpQNlQQIJ92fCjtEIqIBWQCkgFpAJSAamAVEDPFZBgr+cBIM2XCkgFpAJSAamAVEAqIBUoGwpIsC8bfpRWSAWkAlIBqYBUQCogFZAK6LkCEuz1PACk+VIBqYBUQCogFZAKSAWkAmVDAQn2ZcOP0gqpgFRAKiAVkApIBaQCUgE9V0CCvZ4HgDRfKiAVkApIBaQCUgGpgFSgbCggwb5s+FFaIRWQCkgFpAJSAamAVEAq8P/snXdcjusfx98t45iVleyoZMsmO4o4KZI9smdGoZCMZGccsslORmRkRCrbiaREttBBRYNST79XPdFQ1Dn5Sa7nT+77ur/f9/dzXffnuZ7vffebExDG/jcXgEhfEBAEBAFBQBAQBAQBQSB/EBDGPn/UUWQhCORBAgk8u3KcGy9lKN9Yjyaq8nkwRhGSICAICAKCgCCQfwgIY59/aikyEQTyFAHJ6330rTMA78YrOLF/LHUK5anwRDCCgCAgCAgCgkC+IyCMfb4rqUhIEMgbBCIvrGCaazHMbIehXTRvxCSiEAQEAUFAEBAE8jOB3Df2cSFc2LaGLW5XCH4bT9EK9ek02Jwx+tVIu2EX+8SDLeucOHntAW/iClBKrRGdB45haPvKKcdF4LFsOrsD40FWiTYT7RhQK+mnfAnPXOcz/+hTEpCjQlcr5vQohdfKqWy//QmQQUZWFvkChSlRvj5dB/RBp2LB9DUMP8cyq90EJpRB13IuvavLpf5/tBcrp24neaikj4wMcvKFKFamGk2698dYuzRpjgbCObfMit2BCZTRtWRu7+pf/v/d+eVM2xlAfGYKki1Hp6njKHFwDvsflUFvSi8+bl7N+Yhy6E2zoWe11KvE+23FcrUPMdWMsZ2mT1lZ+D6/DBdNm5eMDLKy8hQoXILy9bsyoI8OaRF9f+zoNLyTISEjJ0+hYmWo1qQ7/Y21KZ0eUnIw0V4rmbr9NslVkpFFVr4AhUuUp37XAfTRqUhBcjbu9+NMYSAJw3fPatYd9CYwJJLEouVQb9qNYeMH0aKctD0kbWzSssshX6gYZao1oXt/Y7QzJvQtDUV4sGz6bqTSbcNEuwFIpfsM1/nzOfo0AeQq0NVqFj0qp4IKP7cMq92BJJTRxXJub9LKMstF6FtxpJwUF3KBbWu24HYlmLfxRalQvxODzcegXy3jFnrWWiZDbZLqJ1ewGGXVW2LU70/qKafkkXH+pA1cvhYDlkyi3rVlTN8dSDyyKLWZiN2AWkjxuDJ//lGkeLqyfk4PJK/dWTxrP4/K6DHNpifSaRFHyIVtrNnixpXgt8QXrUD9ToMxH6NPupRin+CxZR1OJ6/x4E0cBUqp0ajzQMYMbU9l8etBfr6vidwEAUFAEPhtCeSusY/xxcHIAItTL0iQL45ysQQiwqNJkC1NW3t3jk9tkGzao68t4c9uVniEJiBbuCTKf8QRHhZNvKwyLWce5Oic1pSUhLC6YzUmnIsDFGiy4BYXrWoix2u2dKvGMLcoElGgjvVF/OZXZaO+KiNOxmYopAwKFYzY4LmPwV+MsoSQDQbUHHWCyER5alp4cXNxMwp8PvPtRvRVR/DVUElmr6A6I1y8WWtQGtnPnjFkAwY1R3EiMhH5mhZ43VxMs+TBJLz8qxNVxp0lKYOvPvLqTDpzGBXrelheUcPC6wLN/qpDr13hNJp3k4vWSblKTYz35Dq0W/GImlYX+XtBI2Kzwy/jBbPKS0aBCkYb8Nw3ONk0Zas2vM2CdzIk1Ee44L3WgNKfIaXE8najPqojTvJVlRQqYLTBE5fBJbI9bvbiBOKDcRqox8i9D4iVKUhx5WJIIsKI+pSIQtU+bDvnRJ/KcmQVW9KXloLqI3DxXovBl4S+rSFJyGo6VpuAVLpNWHDrIlY15eD1FrpVG4ZbVCIo1MH64t/Mb5TSdy4JYYNBTUadiCRRviYWXjdZLBXSNz7f0TIQ4+uAkYEFp14kIF9cmWIJEYRHJyBbui327seZ2iDV4Uqy1HJSCFnVXIYClQxZfWIvI7QKwDfmDwU6svbpCbo7d6LahHPJ80KhyQJuXbRCiqcb1Ya5IcVjTZzffBIeLKFNTUuuqFngdStpbsXg62CEgcUpXiTIJ9czISKc6ARZSre1x/34VJJTir7Gkj+7YeURSoJsYUoq/0FceBjR8bIot5zJwaNzaF3yt133ReKCgCAgCAgC+ZRALhr7ePzmt6DZ7BsUaWuDy24r2pSL56HLRLoP2EhAoa5sDHDFTPkGs5rqsMCvIA3HbmHvQmOqF4nl2Wk7Bvadj+c7Ncad9GVV2wipsT8vS+GCcaCzmuCTYyj/4TADq/Vk73sFEmMTks3uF2N/ujSDd3ti21SGmNBrbJgwgpVXYtCyusjtBY2kJUy4x9K29bC8KEFB7hMJ5YZxNHAD+kW+uM9kY39aqT9OXgtopQCJ8eHccBhCvzU3ke3syMNjI5J3zSGBe0vbUs/yIhIFOT4llGPY0UA2pAwmiX5NyNsPJBLPZZs29N32D60WXmV7X0VkZApQvFQ0G3Vrphj7W8x+PQqNHtt43cAW30uzpLu8cT5MqdOWFY/qYXPjMjYavtnj1/5zQhnyKj2Y3Z62NJWJIfTaBiaMWMmVGC2sLvqyoG52x/4oNeCnlejv5MUCKSTCbzgwpN8absp2xvHhMUZIIX35SM3zaUoP3o2nbVNkYkK5tmECI1ZeIUbLirjbk7M3rmI2NdS+EA/XdkF7/GliNQaxbu8KBtQtieSVJwv6GjP3XAQVR5/k7tqORKfEptTfCa8FrVBIqlr4DRyG9GPNTVk6Oz7k2Iiy0i9039HQZ2N/XrYwUukGc3JMeT4cHki1nnt5r5BIbEJNrNIY+4R7S2lbz5KLEgXkPiVQbthRAjfok6GK6Zeh72k53o/5LZox+0YR2tq4sNuqDeXiH+IysTsDNgZQqOtGAlzNUMmGlr8Y+y9zDD68ucvxJZOwcr6PQvtV3HIfR9UI6Rfj0yk6a5b2eVmZwiirKhPxV0eqTTiPbOGCxKHD6uCTjCn/gcMDq9Fz73sUEmNJqGmVqbFvdHc+LZrN5kaRtti47MaqTTniH7owsfsANgYUouvGAI6aKXNtVlN0FvhRsOFYtuxdiHH1IsQ+O43dwL7M93yH2riT+K5q/22++XTRF2kJAoKAICAI5F8CuWfs469h1aAlC4M0mOHji13jzzuRYVzYspm7Si3Q7dSS8tcnoNVxNU9rTMXz5hJafOmSSeCufSvqWV1FceAhHm7RZnOSsfeujY52ED539dn5aD/GfhPR6rCOEs0bEuT9N9XSGfuyjHa/x9oOSYNKeLyiHRqTvVEa4srLLQbJVYy/aUPjJvO422QG0xXXYntcnl677rLPVFla5ZQdx9OlhuP2YAN6KfFFHhxA9V47idBZwX0PcyolmaH4m9g0bsK8u02YMV2RtbbHke+1i7v7TEkZLUU5sZwdo07nda9ot/Yp7qM/G8QHLGmTauwX1z3HSM2ubHxVX2ri68gTd3Eqddss55H2Am76zKCaVzb5bevOH+ldtdRwlR2N+721SBE9ZkU7DSZ7KzHE9RHrilpmrzbbWrIr2diXYrjbAzakQmJA9V7sjNBhxX0PzJMhfW3sy452597aDkhDWEE7jcl4Kw0h4eWSFGP/7XFHPzTPXpyb1VjerAGzfcsz/Ngd1ndOtcnxgQdYdSoGzTa6dKxfjsgUY19quBsPNuglxwaRHBxQnV47I9BZcR8P80rJxv57Gvps7L1r66Ad5MNd/Z082m+M30QtOqwrQfOGQXj/XS2NsY/npk1jmsy7S5MZ01Fca8tx+V7suruPz7LMbAn6Xhzx16xo0HIhQRoz8PG1I3VKXmDL5rsotdClU8uqJLe/f1fLKTv2p9POsSREhxmkYcyOt61YFnSOScU2f62zdMFLCFmdZOy9qa2jTZDPXfR3PmK/sR8TtTqwrkRzGgZ583e1zIy9HXJzGtByYRAaM3zwtWuc3MKTNNfDLmxh810lWuh2omX560zQ6sjqpzWY6nmTJamLDAl37WlVz4qrigM59HAb3dNNkvy70IvMBAFBQBAQBH4PArln7KN3YlRmIIfle7L7pTOmmd4wJYSu06PSmLMU7efCs5090pnPOM8J1OywmmeN7LjtNZBTnasxwacZUyfEs2rFEwa63WXClbZoz49i1BQtti12o0o6Y6+EscNuzOvL8OHVDbbPnsnuuxKa2/vhY6kOxOI1qS7tVz6n9co7OJeZjmZfZ2J113Ln+CgqJrm2FGPvLqdOO4OGlJFNJOHjGwK9L3An7A/aLr3E6UnSNplYr0nUbb+S561Xcse5DNM1++Icq8vaO8cZlTzY5082jX0zCR7jtOi09jl1Z13jqm1NrlnWo/XSxzRf4s+5KVV5k11+PjPQSNvn/vkLi5IxDrvNqS/zgVc3tjN75m7uSppj73eeQWe7Zq82PiO4YKDKCHc51NsZ0LCMLIkJH3kT6M2FO2H80XYpl05PSm6vyMzYKxk7sNu8PjIfXnFj+2xm7r6LpLk9H33MpMb+m+NORGlDNjV0qiozK/TlQEJ3tr04zMASIAkP5nrAK+ISpZHJFFShlrYaCZuTfk1wR069HQYNyyCbmMDHN4F4X7hD2B9tWXrpNJOSE/q+hj4be59mU5kQv4oVTwbidncCV9pqMz9qFFO0trHYrUqqsY/1YlLd9qx83pqVd5wpM12Tvs6x6K69w/FRFb+0faWn+f04oncaUWbgYeR77uals2n6L3oZ1rfvazkLYy95ikP7GkzyLsOIY8Gsb+SUbOzdJYpUrFaGwmmuU7DNArzX9+B9srH3odnUCcSvWsGTgW7cnXCFttrziRo1Ba1ti3GrkpmxtyHYtAwDD8vTc/dLnDNfZJCErkOv0hjOFu2Hy7Od9Ei7FsV5MqFmB1Y/a4TdbR9mpJskv8eiL7IUBAQBQUAQyL8Ecs/YR2zBoNwwjhcyYd+LvfTKwtg/W9mR6uaelDI7ysNNXVJ2RqWA4y5bUk9nCQ/q2nD90nA89ZKMfUuW7mvE5l4rwHw/w//uw9Q7puxdFIXZENf0xj5jY7yMHIqNLTlw0o52ikDUMYZp/smWyM6sDzzK8OLHGKrRg21vG2Pn6830JOOWWY9w0jhaXRk4bhrWI1qk9I5HcWyYJn9uiaTz+kCODi/OsaEa9Nj2lsZ2vnhP/9wjn5RZdo19AeK8J1On3Qoe1ZrFlYtd2NtIhyVPWrMy4DTjK0O2+V2ZQ920bRBZ9D7LyCnS2PIAJ+3aEJXd2lwZz5VuGZ9pkEFOUYuuA8cxzXoELTI22Cd/Z8qsxz7pvMZYHjiJXTtJJj32GcfNAYMzVZlZfghu8kbsCnWhzx/w8ehQqhhuJVQi1ZxcxVGcvL+OBk5fx5bERqvrQMZNs2ZEi5TnKrKhoS/GvuVS9jXajFS6w/m7z1TumO5lUZQZQ1xTjX3UsWFo/rmFyM7rCTw6nOLHhia3ZL1tbIev9/SvviAlB56NOCK2GFBu2HEKmezjxd5e3zD22dFyVsb+FWs7V2asR0kGHXrCtpY7sm3sWy7dR6PNvViBOfuH/02fqXcw3buIKLMhuGZq7K0IMCrHsOOFMNn3gr2ZLzJInq2kY3VzPEuZcfThJrqkfXY+7jKW9XRY8qAuNtevMCfdJMm/C73ITBAQBAQBQeD3IJB7xj72NKNq6LP+VSMW+PlgpZmyXSt5jautFVfLGtK/rz6VTvelgqkzH9o4cO/MBGlLS8onfKcRVQceJq6zI4+PdmVfJ6mxd7gzidttDHFSbELdp1cJarOJgH4nqNX3cHpjf6owzYeY06WKPPKFilNWsw3d9evy+YUdYXt7o9HPmbAilalfR5VCJPDm7jXuhcmiNc0bX/umFPjSijOE/ddsUXWfg9nYrQQWas4Ml6PYtlOS7qCG7aW3Rj+cw4pQuX4dVAtBwpu7XLsXhqzWNLx97Wn65dnH7Bt74q4wrX4rFgfXxHJtJ9xGL+dph3XcPT4SVVmI3m+aPX7HRlAm7Y8GKXmdKtycIeZdqCIvT6HiZdFs0x39usrJv0Bkf2xjXLtKW3GG7L+Grao7c8zGsjWwEM1nuHDUth1KGR6cTUImNfanKNx8COZdqiAvX4jiZTVp012fuslF+mwevz1utuM8qM782h1Z/awus69fxbauPAnBR1m19yZR0TdwWurKI5W0xv40pYbs55qtKu5zzBi7NZBCzWfgctSWdikJZUdD8ikPz/q0dODOpNu0MXRCsUldnl4Nos2mAPqdqEXfw5+N/Xv29tagn3MYRSrXp45USNy9do8wWS2meftinyqkL3MlO3Eknh5FDf31vGq0AD8fK1KnpCu2Vlcpa9ifvvo1KRmRHS1nYezjb2HTuDFz/atj6XWTRTW2Z7MVx4eWDneYdLsNhk6KNKn7lKtBbdgU0I8TtfpyOFNjP4/ICTXQX/+KRgv88LHSTHnAXMJrV1usrpbFsH9fulY6jWkFU5w/tMHh3hkmpF9kMKo6kMNxnXF8fIwR6SbJ77HoiywFAUFAEBAE8i+B3DP2ROI2TAvDLaGomblw3rE7KnIQ4TWdDnqL8ZXtwGp/d0YrbOXPWiM4FqOF+ckLLE/eSk9ylTeY36kdsy8loLPkFh6TCrM2qcc+ydjf30fJCWoMcY0kUUaBFvYBuFe2onyfDMY+Y/9v2rpJXkjfOnIyhsLFi1Hwi/H8RHREFAmVRnIiwBHdDykP/33psY/Df5keOpbniSrfh11Xd2CiAi+S36xzkpjCxSmWOhifoiOISqjEyBMBOOp+/tkiB8aeeHxnadN0vj/FSpUk4m0CXTcFcXiotC9f8mJz9vhNSX3tZjKGz19Y0vbYZ9B19sdWZEuGHvs4/2Xo6VhyPqo8fXZdZYeJylctJJ8fnk3bY58+hFRj/7l3P7NxyTYDFc6MqkXXDSFUGuSMz+YeKQ+KQtydeeg0mM2NchmM/ece+zh/lunpYHk+ivJ9dnF1hwkqZE9DHcKlb8VJMvb395VkgtoQXCMTkVFogX2AO5WtytMnxdjPLb8l+a1KJ2MKU7xYwVRmn6KJiEqg0sgTBDjqpt9tz66WE9wYpmXIllA1zFzO49hdBTki8JreAb3Fvsh2WI2/+2gUNmVHyx9Snn9I32MfeXEaOu2W4F92OG5316P3ef5kqbPPPfZJxv4++0pOQG2IK5GJMii0sCfAvTJW5ftkYewXU+vUMLQMtxCqZobLeUe6SxcZpnfQY7GvLB1W+3N6tAKb/6zFiGMxaJmf5MLydkhXmWhuzO9Eu9mXSNBZwi2PKdl7pWj+Xf9FZoKAICAICAL5jEAuGntIeLKL/m2GsO8pKGk0o6FKFAGXbxLysRB1phzHZ0lbihHD1bkd0LW9TFQRdTqZ9qBJ6Uhuu+3hyO0ICtSexLELy2hXPOV1l0nGPvgU3ZzbUdPCmzg5TSy8bjHnSX/K5cDYJwQvo10dC3xK9sflrhM9SqRUMt4P22aNsPVVpPeeu+zp4CLdcUz78Gx8IA6dWzDFIxLVAc5c31yXHR3qYOFTkv4ud3FKHQw/22Y0svVFsfce7u4xSTEUOTH2EO8/l2YN53DjUyKyikZsv3+A/l+exs0mv4yv8suGsSe7tSn5tQGHeAIdOtNiigeRqgNwvr4Nowy7of/G2Gc+7sfsaagkJDzaRq9Wwzn8UoGKOr3oqaPCx4fXOHvCk3sREuQ1JnPObyma26Vv7En78Gx8oAOdW0zBI1KVAc7X2Vx3Bx2yoaFdLQzabOUAACAASURBVHd+MfbBp7rh3K4mFt5xyGkmvbJxDk/6l0sx9tcY7KlLHQsfSvZ34a5TD1JlaUuzRrb4KvZmz909mKR8/01Sbba1bFKcJ7v602bIPp6ihEazhqhEBXD5ZggfC9VhynEfluiEsqxddrTcAZeU5x+qtWhPLSUZEqJf4Hf5b55/VKbTKi+Oj9VE7sszKtVo0b4WSjJpVkzZMnSduxYDT73kHvuWDsGc6uZMu5oWeMfJoWnhxa05T+hfLmtj30zuCbv6t2GIdJGhWUMVogIuczPkI4XqTOG4zxLaFoOYq3PpoGvL5agiqHcypUeT0kTedmPPkdtEFKjNpGMXWNZOvO8yn93PRDqCgCAgCPz2BHLV2CfRjHt8nMWzFuJ08gaP30HxKtp0GWrDQouOqH5+mFLyGi8HcyYtPsDf/8SSmAgyCopoGZizdLU1ekkHfn6PfbKxP8Pol9Y0bGlPYKkhHH6whQ5HTXJg7OO5ZdOExvP8UBlxjEDHzml2QBN4tFKX2pPOI6/nSMB2GYZVzGDsk14aErAc3RYWeEZXZdhKY66bL8FPZQTHAh3pnOZ5goRHK9GtPYnz8no4BrgxIql/Jgc99smKTLjLwlb1sL4cTynTPQR9+YKQotfs8Mso7WwZ+6SfBLJRmzQtM+neihMfwHLdFlh4RlN1xFGuO+qR1jr9O2OfDP/rcbMVZ8qPQXd2YW0+h63nH/A+PumpWRkUSqrR4k8zLGeb06VaoZQ2ofTGPulLRcByXVpYeBJddRgrja9jvuT7GvJfH8ug6tId++Azo3lp3ZCW9oGUGnKYB1s6cNQkxdhf2IrcmObM81NhxLFAHNMLiZW6tZl0Xh49xwDcRqim7ObnQMtuI1CVjePx8cXMWujEyRuPeUdxqmh3YajNQiw6qpJ4y4YmjedlQ8vbkRlWMc3fipBBVqEoZdWbYTh+HvOHN5W2X33rPfZyVRhzKgCrO12/GPszo19i3bAl9oGlGHL4AVs6HMXkW8Y+qb0t7jHHF89iodNJbkgXGbS7DMVmoQUdUxcZXns5YD5pMQf+/odY6SKDopYB5ktXY62nmuEPzf329wIBQBAQBAQBQSAfEMh1Y58jJgmRPAu6x8uYApRRq0kVxbRPe+ZopN/z4B/J70eOnZvVykGcsW8fEPTgLQlFy1FVvRIlhdxysxJ5dKwEIp8Fce9lDAXKqFGzimLKKzLzaLgiLEFAEBAEBAFB4D8Q+LnG/j8ELk4VBAQBQUAQEAQEAUFAEBAEBIFUAsLYCzUIAoKAICAICAKCgCAgCAgC+YCAMPb5oIgiBUFAEBAEBAFBQBAQBAQBQUAYe6EBQUAQEAQEAUFAEBAEBAFBIB8QEMY+HxRRpCAICAKCgCAgCAgCgoAgIAgIYy80IAgIAoKAICAICAKCgCAgCOQDAsLY54MiihQEAUFAEBAEBAFBQBAQBAQBYeyFBgQBQUAQEAQEAUFAEBAEBIF8QEAY+3xQRJGCICAICAKCgCAgCAgCgoAgIIy90IAgIAgIAoKAICAICAKCgCCQDwgIY58PiihSEAQEAUFAEBAEBAFBQBAQBISxFxoQBAQBQUAQEAQEAUFAEBAE8gEBYezzQRFFCoKAICAICAKCgCAgCAgCgoAw9kIDgoAgIAgIAoKAICAICAKCQD4gIIx9PiiiSEEQEAQEAUFAEBAEBAFBQBAQxl5oQBAQBAQBQUAQEAQEAUFAEMgHBISxzwdFFCkIAoKAICAICAKCgCAgCAgCwtgLDQgCgoAgIAgIAoKAICAICAL5gECuGXs3Nzc+fvyYD5CIFAQBQUAQEAT+DYFHjx4RExNDrVq1/s3p4hxB4D8RCAwMpECBAqipqf2nccTJgsC/JVCnTh00NDT+7em5cl6uGXtFRUUiIiJyJSgxiCAgCAgCgoAgIAgIAoKAIPArEVi4cCHTp0//qSHnmrEvV64cVlZWjB8//qcmJC4uCAgCgoAg8HMI1K1bl2fPnhEeHv5zAhBX/a0JlC5dGmVlZe7evftbcxDJ/xwC1atXZ/jw4fnL2FtbWwtj/3P0JK4qCAgCgsBPJ5D0M3SSsRe/3v70UvyWAZQqVSrZ2AcFBf2W+Yukfy6BpBYwYex/bg3E1QWBXCMgCT2Nw/pwuk43QaNArg0rBhIEfikCwtj/UuXKd8EKY5/vSvpLJSSM/S9VLhGsIPAtAgncW2zABIXlHJtUEzkBSxD4TQkIY/+bFj6PpC2MfR4pxG8ahjD2+b7wsXhYd2bKsQiQkUWukBI1Ok1g4ezOPLHVw9w1DAkyyMgXQlmjK9OXWaOrIgt85M52c0bPO8rD+IIoavZg1io7TNQLArEEH7DFcrErge8/kVi0LgMXrWV6+zJ88pyNnrkrYRKQkZGnkLIGXacvw1pXhaRRib2EXe+5fBi3n3kdiybTjz1thb7tC/o5bcasmtSOxl2yw3h6CANdVtOrtGym5yEJxWPhOGa5BBOTWIDyuhasWtgTNfnPRY3j3Gw9LI6/B2RQKF6RJn2mMcesKYqycVyw6cJkt3ASPx8uUxbjv45g1TRlgLgL2HSZjFv4lyOQKWvMX0emEjM3i3E/eWJjeoa2e+fRLgkVsVyc24uDjZxZ2qUQMX5bMB+7CPenH5FV0mbECkemtS2TJZukETI/R4l7S7pg+cdGjoytDB/vsN18NPOOPiS+oCKaPWaxys4E9YKxeM7tzbaydmwcqUVSZvG31jDqSG02zWr7Rf3xlxfQbdxB/vmcqowiBsuPY9takqUOYrOstRJnrfSxfdEPp81mSEsaxyU7Y6aHDMTzr17Sul+yo/fcD4zbPw+pFGI5PXMwvt13YNnkSxFTZ2iW9ZjCR7vv5xjrYU3nKceIQAZZuUIo1ejEhIWz6fzENkvNxl+woctkN1IlIENZ4784YtWUhOAD2FouxjXwPZ8Si1J34CLWTm9PmU+ezNYzx1U6CZAvpIxG1+kss9YleWoRyyW73sz9MI798zqSnHrcOWbrWSCVqgLFKzahz7Q5mDVVTNbGxzvbMR89j6MP4ymoqEmPWauwM1EnWWLi8xWB/Grs4+8uoYvlH2w8PIzH87PSfGtCPRYybpYLwTGJFCivi8WqhfRMXhhj8NtizthF7jz9KIuS9ghWOE6jbQmvLDVb+p70muuXyzCl6zJuxafBLa/G8L1uTK95P4v1ByShHiwcNwuX4BgSC5RH12IVC3uqJa9F+fXzyxj72NNY6dvyop8Tm82qSTeD4i5hZzydkIEu/NWrdCbrlYSHa3uiv+wW6aUwHCfLGKZbZHb/L53+fhXjxxbzsSxyf8pHWSW0R6zAcVpbSnjZYHqmLXvntZOubbEXmdvrII2cF6AwP6t7Q26up5JvzJ1fR63C2P86tfqXkcawq0sZdpg8wqVnYRKi/FnZrSPnht9mpFt9tvYI5kCvwhD3DxdmdaZP6GJeuvzJe6cuqFuXY+M5R3pXlxC0YyAtxiSy4ckB2vv0Q3O0hGVnN9FfozDhV+ai28WHsYHu9PYwRGVrD4IP9KIwcfxzYRad+4Sy+KULPf6AqCODaDE/kIQyo/A4MpSyshC9TZ9yYy5R2/oq3tbqyBHLmVGNMdpViJl3LmNZSTbT8z66D0Z9Ti1Oe1qgIfeMHcZNcWx3Ba+JFaVGmRj2dFNlZ8977DMuQPTzC6zob8bFQZe4MF4FZ8PybOp+n4MmhaVsZWQpUPgPCkhPhhhnDMtvovv9g6QeUoDCf8SzL6txza7RTcWJPi+P0/ePpEE+cshICQe915zr6kxH9bnU3O/Nqi6qvPeagnZrb6Y8vcTYipnnKAnZmsU5nmjPKkzHov5ErVLGqYs61uU2cs6xN9UlQewY2IIxiRt4ckCf0z3LYupej0WXzmNZW55Yj7E0WKdDwH7TL5r6eMSU8ivbcde1H8lhy8hQoFBhwnZlrQP9U92zqPV23hmXY8yl2lhf9cZaXQ5izzCqsRG7Cs0k8qolEMWRQS2YH5hAmVEeHBlaFlmi2aZfnbPjH7OjSyaW9Rv12J+NHGN2daHMDhMeufSkcEIU/iu70fHccG6PdKN+Fprt7GZI+U3duX/QBKlKZJAtUJg/oo/RT3M0kmVn2dRfg8LhV5ir2wWfsYG49/bAUGUrPYIPIJ1aF5jVuQ+hi1/iIp0EDGoxn8CEMozyOMLQpEkQs4duqjvpeW8fxgWieX5hBf3NLjLo0jnGFtlFF3Vrym08h2Pv6kiCdjCwxRgSNzzhgLHSv1wX8vdp+dXYx10eTMGORfGPWIy/aRbzeocig9XnUOu0JxYacjzbYUxTx3Zc8RqP7PaOqM+tyX7vVXRRfY/XFG1ae0/h6VllxqpmrtndKmNSrrkctdhYPsUcwqjMWgxDTzOwiBwFCr5nn0FW609Xrg1WZ06t03haaCD3bAfGTR1pd8WLiRU/L7T5T4u/jLGP3oZ+uTFcqm3NVW9rpEv1KBob7aLQzDtctayU+XoV95Ho2E/EHDKizFpDQk8PpIhcARKP9EI107V0NypjCqbcr0qytaM6c2vux3tVF1TfezFFuzXeU55yVnkMqk59eHm8r/Q+9PEQRkoO6L0+ToGeWdwbcnM97Xoti7kzkV9JrsLY5781JUNGUmO/e8A/HOuTNFXiuTyhCoOKHsbWvyM7TF9wTOpAebfHgLIrO/PsYjcctTTxd4hgn16hlPHesVO3JA4G/pi5NOX4uFcc7S3dcYcE7nmc4EODLtRwN6T8DlNeHEuZmO/2YFB2JZ2fXWZ86TB2G7XCY9gmlKZbUPrQBSzU5Ije1gWNw4qov62J4/mZqMe7M7rnTsLuBaN92gfLShGZnvfx5EAqjZXH4YA9PeuXQf6fAG5FV6RB1WKfnXmysd/bLwRXU2mO8VfNqTG0BI/8pyUb+63GIZwYUCRzFSQbya0Yh5wg/SHSLwyZjnu1ZhbGPpStIQ3R8Hcg8kBXpFRjCb54Beq0pnqxzNjI8NBGI4tzmvFmvHShfD/1IFqa/jhE7CO1XDvRLemAwasLlBtfHxdVbfxv1Mf5zDTUvTM39qpr9Hh6ajBfaEgeMy9LHbziQtnhWdT6LMUGaXBYUZ23NR05P1OdePfR9NwZxr1gbYIuWULYboxaeTBskxLTLUpz6IIFanLZMfaZ12OfyfdzTDb2uwfwz7E+yTeN+MsTqDKoKIdt/Om4K3PNmp0zpPxWY0JODEjlArxep0PV4+N4dbS3dMc9aRbc8+DEhwZ0qeGOYfkdmL44lvLl7h17DMqysvMzLo8vTdhuI1p5DGOT0nQsSh/igoUacsnGfi/9QlyRSjWeq+Y1GFriGG7yRmj6OxCxTy9FN/Bupy4lHQx4dX0iZfP9GpbzBH8LY983C83vKMnASmORdziAfc/6lJH/h4Bb0VSsl8hSDQ38HSI50DVlXY8NJnkJanSdfllo9kJjixRjv4ZaSdvsH53p8sdKekT6MLwISB7P+8b6442GRSXGyjtwwL4n9cvI80/ALaIrNuDLMp3z8ub5M34lY99F4zCK6m+p6XiemerxuI/uyc6wewRrn+aSZaXM16uUCnx07sIfK3sQ6TM8eX2M2ds9i3vCBRpbpNyvJjujoeGPQ+QBUmV4kSvUodH1vqjk0Njn6nrqrYFFZnOnQVU+u4o8Lz5I/vsJ4uHZX6FS/zrGGHbpF2FyrBmGNeSIjwjg5BkZpnofQ8WyOIOCdGheXpbE2DcE3U3A2MmT1Z186Vd8IrUeBjBT9fOuSgL+UyujE2FDH7fFlDx/FztNGf7x2cmuy6+RIEd1/XHo+vWgyKAgdJqXRzYxljdBd0kwdsJzdTdKha5Hr+MdZvmuQNmuCSYfNnBzkTaxScbesx9TQxyJWnOeyQ9G0+dKJzT2L6PUCR+mKmzM9Dx5yT94Lp3AlBUHuPG+Ai16TmDx0om0TGrdSf58bcAJX4OO2hW8wtbjbFiU3hc1qFlKJvlomT86s8R7BV0+f5dJMvZFe3NRoybSQ2T4o/MSvFe05VAGY/9l3OddszD2z5l1rhwj1YO4b1s15ReF1KJKXmbGpjbn+xTL4pw4Lg+WLpRvu82n+MRaPAyYSWq5/JlaWYf3+x/RYUVTzgw5g/4eXVbU2s+Jxo40yWTHXvHPs1SpWZqkVOXrmnN4S2WsFbPQwfv9hLS3y6LW7TluoIFnv6mEOEax5vxkHozuw5VOGuxfVoo7l6bycr0eHe/MwneFMnZNTPiw4SaLtGO/v2OfRT1cTRp8N8eYXfoUmRyLmWEN5OIjCDh5Bpmp3hxTsaR4Fpot6mJI0d4X0ahZKpkLMn/Qecl5ertVZ0DJ89y100TmHx927rrMawnIVddnnK4fPYoMIkinOeVlE4l9E8TdBGOcPFfTrVQo6/U6cmeWLyuU7Whi8oENNxehHZfR2EP4Gh3UrliwJ74XE2s9JGCm6hfdJPhPpbLOe/aHbqC5eEj6q9Xx9zD2WWnehH88lzJhygoO3HhPhRY9mbB4KRMb3aJfsZGoB93HtmqG3fKYvXTLQrOdHw79prGPde/zjfUnFEe1SyydMIUVB27wvkILek5YzNKJLfmyTP/re1vePfHXMvae9JsagmPUGs5PfsDoPlfopLGfZaVOcGmqQubrVUof1dfGvlsW94TOPByacr8ynE+xkeoE3bflaxl2y5mxl7zM5fXUEbVLmcydlqW/umfnXfUJY5+Xa5NLsSUZe0WW193NHJ2CKBRRQauJNpWKxLC3ezk26v3N1g5P2TV2KC5NnfBY0JoSCTcYX74rcu4hONT//AhmLOcGKWFW8QgDXHryfN0rNrdTINRrG04+rwjaZY3/yPd4lOpHuY16/L21A093jWWoS1OcPBbQuoSEh0tboD4/jAbqJSHyIdfDDTn1eBMt9nZB48IEvBsuo3/EUiwfW3PL3Jbo3uNQOuFFT+dWmZy3gcYhfvyjVBd1RVmin3qxY1p/ZsQ78Hx/j5Td1a+NfULAbOoaRHLn4YJc3bH/Mm6ADkZl19H9xWkGJ299x7Cveyk2Gr3CwU8TnaiDhG5ohtSLSQi56km4mg5/bM0sx/WoWFXM4pzmRE2RtuK8G+JI+a5yuIc4kFqucwxSMqPSLT9qW2lzxsyP9fWPMaj1cmqYa7HXo/1XrThf7dh/SweVbuFfa3IWtY5mWxcNLkzwpuGy/kQsteSx9S3MbaPpPU6JOz49WdpCnflhDZBK4Trhhqd4vKkFe7/bipPVjn2D7+aYZOwVl9dl9xwdCioUQUWrCdqViiTvMmWu2aRurMx27CU8sNGi0fN1vNrcDoVQL7Y5+fAqaBfW/iN571GKfuU2ovf3Vjo83cXYoS40dfJgQesSSB4upYX6fMIaqFOSSB5eD8fw1GM2tTyUYcc+gYDZdTGI3MT+eEO6yrkT4lD/ywPRsecGoWRWiVvB86iefzsa/vUa+NsY+0zmtf/Gxvj9o0RddUVko5/itWMa/WfE4/DEBi9NHaIOhrKhWcq3QUkIVz3DUWvsz5DymWs2tf0n8x37hBvjs15/fK8zOOYNSnXVUZSN5qnXDqb1n0G8w3P298jil9J/XfW8c+KvZewvMMG7Icv6R7DU8jHWt8yxje7NOKUT+PR0zny90pXufmW2Y5/5Wpq6EfVu1GYq6kRxMHQDqTK8ime4Gk3vDUdlXXdenE755ThmH91LbcTotStk0oqT2+up7/XBxLzJZO4838+vJFexY5931oIfFEnGVpzPl0ky9uVTW3EiPRipaUiIfRBHBijz9+RqdHy4nDsHTZJ3gSXPttOpxjxa3AjA9EBDWl6cys1jg6mc7PvDcO6uwopObzhbql+an+Ii8RipiWGIPUGHGuLYpA/x2/5mQT15kLxig15DTg71Z8fH/mhcmMi9+ff5s/tBJKXasca1G9sbjkbJbQPRRv0yOe8W8wLbYxixgVsrmye3VsS4D0J9iQ63zwxDMdMd+3ecH9uQIbJOPFrdIBeNfZpxHUowQ6MtL9Y8YLteCYj2YVR1Y2QPPsdBfgpVdF+x/sE+uikDb10xKj+IUqfPozJxYKZs9qrZZn6Ox3OGbiwm7Vlc/oHJ1TrycPkdDpok7epKeLa9EzXmteBG0HT8+0hN78bOCoQeHESrEceIaLOW1wfS99h/ZeyJ43qWOghi+u0emdf6iBHuBhpcmHiP+ff/pPtBCaXarcG123YajlbCb1M0jfrEs+3vBUilsAG9hicZ6r+Dj/2+12P/bWP/rRwztuJ8mQnpfj5Oo9kjAyjhknkrTkLAXOq1vMjUm8cYLJ0EhDl3R2VFJ96cLZWurSHSYySahiHYBx2ioWMT+sRv4+8F9ZBHwqsNejQ8ORT/nYkMStuK8+48YxsOQdYpiGUFp1Ot40OW3zmIiXQysr1TDea1uEHQ3Fri7UeZrJy/k7HPqPlXcwOpbxjBhlsraS5dGBmkvgSd28epN6cKuq/W82BfN6RLkBHlB5XC43F7FlVJbR9L1ewRej/59o49cdezXn8CeuOsbUjEhluslAaD+yB1lujc5sww6SqdHz+/mrGfeG8+9//szkFJKdqtcaXb9oaMVnJjU7RR5uvVQVOSnu75ditO2rW0N09SduyjlscwsYour9Y/YJ/0RoirUXkGlfLg5QQ36rR9wZoH25HePkdR3ViWg8+XENQt470hgTs2jXJ1PQ3o7Yx2pnPnDL+SXIWxz4+rSrqcsmnskx5nPDeSGgbPWRJ8lP6Kd/jLtCszr5Sktro8j2+/o6n9UXaP0KJAfDC7RvZm+rlEqlcrwuuge8TVG83q9bPR8crQYx91jpE1DHg6sj8PXFU4fH0OWik/AoTvMUJzQzseDjqRbOwfbKrN+tYV2NAxgFszY7GuN5oSds3ZNqc4hzI5L/RgbWYaDGRHrBYNysZwL7gA/ba5Yt38c9dzDHsMitD/Rk00lSA+9gMKdc3ZvmMi2kVivmrFAQWazzzD5r5JbwJIeXg2XesHoNCcmWdWIzMkq3ElvDo4gqbGW3hfsSLyr55TsKcT3jv7UUU2kstzddG1D0GjoQpvbgZRavwhThgeo9WoYpnneG5wpuecXtiKoJRWnKg1tfh4+y9Mu87kSsnaqMs/5va7ptgf3c0IrXj2JbWpJBv7gkmvqODAgIYM/LCM6IPfM/ZJK/ftLHUQn7GfMqXWz5f4Yby7Dd4TH7Cp9npaV9hAx4BbzIy1pt7oEmxpsY1RxQ5xfY5WiikNZ4+RJhvaeTLIrSZjgupQo0RS44sclQds4cjU+t+th9zY7+eYPWOfPBGSNft8STD7CoymeNpWnGQJzOTMZhPe7RpJ7+nnSKxejSKvg7gXV4/Rq9czW8crQ499FOdG1sDg6Uj6P3BF5fB15qROAow0N9DuwjDcNQdyo6YmSsQT+0GBuubb2TFRmyJ85PZfpnSdeYWStdWRf3ybd03tObp7BFqiDSfTFfz3MvYZ53Vnzs00YOCOWLQalCXmXjAF+m3D1bo5RSMvM1dXF/sQDRqqvOFmUCnGHzrNwmbudE/XY5+i2edLCLA+Q5VOSQ/sZr5jn7xzm+X6U4DwczMxGLiDWK0GlI25R3CBfmxztebLMp0P78G/nLF/sIna61tTYUNHAm7NJNa6HqNL2NFi2xyKHcpkvbp2lvGVZL9j7NOupQFYn6lCp6SNqDW1iLw8F11de0I0GqLy5iZBpcZz6PRC2pd4xcERTTHe8p6KFeV59bwgPZ282dmvNE6di6a/N/SdRI0tyzOP71+vp+FZz51fSKfC2P9CxfoZocZFPOXxP3KUVVOlRIYXo0s+vubJ8w+UrFIJxZ/27jIJ0aGPeR5ZGNVqKhTNK20JsW959CAUSelqqJX+3LQvraAk+hXBT6IpUaUqZf/IXsDZOyeOiKeP+UeuLGqqJXJ1J/dbOvgZuswz15R85PWT53woWYVKP3oSxEXw9PE/yJVVQzXjZMwzQPJGIPnV2OeEriQ6lMfPIymsWg2VdAujhOhXwTyJLkGVqmXJ5hKUjUt/Y/2RRBP6+DmRhVWpplL0l+pXzkbiXx3yyxj7f5Ncbp0jieZV8BOiS1Shatk/0mki9u0jHoRKKF1NjQy3z9y6OnxjPc167uTe5X/kSMLY/0i6YmxBQBAQBASB/zsBYez/78jFBdMQEMZeyOFnEhDG/mfSF9cWBAQBQUAQyHUCwtjnOlIxYA4ICGOfA1ji0FwnIIx9riMVAwoCgoAgIAj8TALC2P9M+uLawtgLDfxMAsLY/0z64tqCgCAgCAgCuU6gRo0aBAcHY25unutj/6wBo6KiePHiBdWrV0dWNnvP5vysWHNy3Xv37lG+fHmKFv380oOcnJ03j3VwcEBeXp5x48blzQD/RVTh4eGEhYUl//Gj/PKJi4vj8ePHVK5cmYIFM/lr579ookn6mzRpEsuXL/+pGcgkJiYm5kYE5cqVw9ramvHjx+fGcGIMQUAQEAQEgV+MgLKycrIJER9BQBAQBH5HAnp6epw4ceKnpi6M/U/FLy4uCAgCgkD+IZAfW3HmzJmDra0tr1+/JqnVIz984uPjUVBQYOrUqSxZsiQ/pJScQ35sxTEyMsLV1ZWEhIR8Uyd3d3eSDPC+ffswMTHJN3mJVpx8U0qRiCAgCAgCgkASAWHsfw0dCGP/a9QpKUph7H+dWglj/+vUSkQqCAgCgoAgkA0CwthnA1IeOEQY+zxQhGyGIIx9NkHlgcOEsc8DRRAhCAKCgCAgCOQeAWHsc4/ljxxJGPsfSTd3xxbGPnd5/sjRhLH/kXTF2IKAICAICAL/dwI5Nfbxj49hP28jXi8KoGVsic2wRpQkDE+7YUx2CqJEJxu2LDehSspf2A4/twD7J6bYDVZDDgmvzixkysLjhJRowWj7BfRWL5BJzuGcW2DPE1M7Bqtl+DPe2SCU4x77+Mccs5/HRq8XFNAyxtJmGI1KQpinHcMmOxFUohM2W5ZjkpoUC+yfYGo3GLWEW6wbY4v7G0lKZPJol1r4WwAAIABJREFUDlqNfQ+VryJNzyIbiaQ5JHeNfRznZuthcfw9IINC8Yo06TONOWZNUZR9zSbjfrxbdJJhz2wxnnwcJbMtOI+rk7OAs3l0TnvsM9VfmCd2wybjFFSCTjZbWG5Shc9/4D0dc8krziycwsLjIZRoMRr7Bb3JXH7nUuubc/nlvBUnU/1lPacIT42vov86xti6kyo/TQattqOHSsa3Qf23OZW7Pfbf0N/bTRj3e8eik8N4ZmvM5ONKmG3Zzbg6nyuaTWFl8zBh7LMJShwmCAgCgoAg8GsQyJGxlzxhTecuXBqwlyU6r1nbfxzh83xZFNGL0pOr4XbSlJtDW7PF8D63LUtwx2kGZhMdeT/aF3+7+sjHHMak6nxqHnLB5N5kOq1rgc+lqVRJ60EibuM0w4yJju8Z7euPXf2c39BzZuwlPFnTmS6XBrB3iQ6v1/ZnXPg8fBdF0Kv0ZKq5ncT05lBabzHk/m1LStxxYobZRBzfj8bX3476siF47T1GQGQifLzJavNDtDobjGP7tK+kjOB2RhY5lEfuGvsY9nRTZWfPe+wzLkD08wus6G/GxUGXuDC+MiG3bhJfoy4hM+ozv95Fjg8tmcNos394jox9pvrzooNDBSZXc+Ok6U2Gtt6C4f3bWFZ+/xXzuMMmVJ1fk0MuJtyb3Il1LXy4NLUK6eWXob45l18OjX3m+vPq4ECFr+ZUZd7fTh9f3VAv9h4LQCq/1ZgfasXZYEfSy++/z6ncNfbf0N/oQty6GU+NuiHMqD+feheP8wPll/xK0uHDhzN9+vTsi/YHHCneivMDoIohBQFBQBD4HQnkzNhHEOgdTNGWjagoF8WRQdrsNrjMMBcVJjV5we0pSsS6GVJ0ji5hPjVZP+MeDVQOMSV8EddTjL2p+ipae5+i78MxNJpWDfcr01FL46xiPZYy414DVA5NIXzR9f+LsY8I9Ca4aEsaVZQj6sggtHcbcHmYCyqTmvDi9hSUYt0wLDoH3TAfaq6fwb0GKhyaEs6i63akfu/4iPc4TQYX3MedZU1J96bvWA+WZmSRQ7H9CGO/t18IrqZ/JEcSf9WcGkNL8Mh/BDMrqPPKbhr3Jtnwd8muzNpzmGlN/oXDzUaOOTP2meiv8zISh86gyYvbTFGKxc2wKHN0w7g+7NpXzOMOm6K+qjXep/rycEwjplVz58p0tTTGPhaPpVnVNxvJpBySs1YcCV/rrzPLEocyI+Ocuj6Ma1nF99GbcZqDKbjvDsuapn/PfG7MqR9h7DPVn3sCFdRfYTftHpNs/qZk11nsOTyNHyQ/YeyzL2txpCAgCAgCgsCvQCBHxv5LQvE83D0UozVVWHt6Gg+6lmD7yCjO9ClE/PVRKBuXxu/RPCrLwruNerR5ZC819oTjPlabLpvfUyQ2nlabfDlqVpWvux3esVGvDY/s/x/GPrVK8Q93M9RoDVXWnmbag66U2D6SqDN9KBR/nVHKxpT2e8Q8aVLotXmEfRpjL3m8jMbal5n9cD9/lsi88ulZ5EwdP9rYE74GHbUreL2xw1K5Em9ORzNoayNWtrrGwT5FchZsDo7OkbHPTH+Ha2BVfjsjo87Qp1A810cpY1zajyfzKicfnY55uDtjtbuw+X0RYuNbscn3KGZVM+m1yaS+OUgphzv2menvMDWsymc5p77Wn4THyxqjfXk2D/f/Seby+29z6kcb+8/687ylgnKlN5yOHsTWRitpde0gP1B+wtjnRNjiWEFAEBAEBIG8TyDHxl4SwcWlfRjhVp8VzgvQLReHs15RVvV+h/eQIsR5D6aEmQZPg2ZQOoOx4uJ4NMeV4vBFG7Te7aVn4+20mwQWk08Sq9CA2deuYlsvaWf4v5mQnLXiJNVIQsTFpfQZ4Ub9Fc4s0C1HnLMeRVf15p33EIrEeTO4hBkaT4OYIU0qg7FPwH9adfTjXHi8Qhu5txvQVx3JyVgFGsy+xt+29b42mTmUxo829gkBs6lrEMmd4Ml529hn1F9JF/SKrqL3O2+GFInDe3AJzDSeEpRcqLTGvjZXx2syrtRhLtpo8W5vTxpv74ZHD2dqj8ygv/+7sc+ov5K4fGNOfaW/BH+mVdcnzuUxK7TlIFP9/bc59aON/Wf93fZUEMY+h2tDusPFX579L/TEuYKAICAI/PoEcmbs4/Bbqs/ASybs3DGS2sldHBIezKpKo1f7Cd3YiNDFtdHyXc2bPR2S21HS7pjGu/VDzaEdvmeGUSb+MhPVx6PqeQXLihkf9PtvJiSnxj7Obyn6Ay9hsnMHI6VJIXkwi6qNXrE/dCONQhdTW8uX1W/20EGaVHpjL3nM3NoteeP0iFWNMnsYWKqTvLtj/47zYxsyRNaJRysr5WFjn4n+JA+YVbURr/aHsrFRKItra+G7+g17kguVlrkmJ/up4dDOlzPDyhB/eSLq41XxvGLJ1/L7+heZnMz0nLXiwNf6+/acyqg/yeO51G75BqdHq8hafv9tTv1YY5+qvweWrsLY50RsGY8Vxv6/0BPnCgKCgCDw6xPIkbGPdMZEtTdHFcpQPLnlugAdl/uzo6M7puq9Oa9ahchH5Vno64m5prQnO52ZjbvFMv3urImsQdUP93jd6i/O/NWNshl9/f91xz4SZxNVeh9VoIw0KQp0XI7/jo64m6rT+7wqVSIfUX6hL57mmtK3rWQ09h8PYFjGEeNXpxkg/V6Q6SdPGXuDIvS/URNNJYiP/YBCXXO275iIduFnXxt74+v0K6hP0evvWa+du732OWrFyVR/fixXGIl67/OoVonkUfmF+HqakyK/dPqT3FqGfvc1RNaoyod7r2n11xn+6lY23cOzKaL9qtUqJzM9Z8Y+c/35LVdgZBZzKqP+Ph4wpIyjMa9ODyBr+eUxY5+F/hqEWX5l7I2v96OgflGuv19PLstPtOLkRNjiWEFAEBAEBIG8TyBHxv5b6cSH8yQ4jKJV1VBO/+xehrPiiXj6gLcFK6JW9hsu+D+gy+mOfdaXiif8STBhRaui9u2k/kO02Ts1d1txsnfN/8dROTL23wgoPvwJwWFFqaqmnP7B5YznxEfw9MFbClZU4wfJ71/32H+VXrbn1I+vVO7u2P/4eLN7BfFWnOySEscJAoKAICAI/BIEcs3Y56Fsc8/Y552khLHPO7X4XiQ527H/3mh54/+Fsf+xdRCvu/yxfMXogoAgIAj8NgSEsf81Si2M/a9Rp6QohbH/dWoldux/nVqJSAUBQUAQEASyQUAY+2xAygOHCGOfB4qQzRCEsc8mqDxwWL4z9kWLFqVChQp06tQpD+AVIQgCgoAgIAj8vwmsX7+euLg4xo8f//++9A+73smTJ7l//z5Dhgwh6T6XHz4JCQmsXbuWqlWrYmBgkB9SSs5h9erVyMvLM3r06HyT065duwgLC8tXcyogIICzZ8/SsmVLGjZsmG9qlaS/SZMmsXz58p+aU6614sjKypKYmPhTkxEXFwQEAUFAEBAEBAFBQBAQBH4GAT09PU6cOPEzLv3lmrlm7MXrLn9qHcXFBQFBQBD46QREK85PL0G2AhCtONnClCcOEq04eaIM2Qoi37XiCGOfrbqLgwQBQUAQyLcEhLH/NUorjP2vUaekKIWx/3VqJYz9r1MrEakgIAgIAoJANggIY58NSHngEGHs80ARshmCMPbZBJUHDhPGPg8UQYQgCAgCgoAgkHsEhLHPPZY/ciRh7H8k3dwdWxj73OX5I0fL38Y+9iw2Rvb4xIGsrDyFSqrRabwNYxrfYYGJHRdiEpGRkUWuUEmqtBqK1ZTOVJQDovzZNdeG9WeCCJMtQ139Mcye0RPNpD8o+DGIAwvnsu64Hy9ii1C1RT9mzBtLq9KfOD/PBLsLMSTKyCArV4iSVVox1GoKnZMHhXi/tZhZHkGhlwPrzTRJ/teY09iYLOGSRIthm5ZjUj4ad5v+LL/0Cc2h61lpWjHpTPzWmmF5RIFeDusx05SOl/DsJHbTF+N6K5QEpVp0nWTP7B7VKPBFMbGctTHCXgoA+UIlUes0Hpsxjbmz4BuxZpl/LOfn9WahVwyfH0+WLdmJkzsaMqfnIi7Gpj60LFO0HbP2zqB5aOYxxh2bjtGagkw7bEuHT1nxll5v0QNdFq4fS/2CcVxeOgD7mFEcnt0uS6ZxPovou/AtA7bb86dy6t91j/WYQ89FF0kNU4ai7Wax17IyHnbTWex6i9AEJWp1nYT97B5USwX5I+egGFsQEARymYAw9rkM9AcNJ4z9DwL7A4YVxv4HQP1BQ+ZvYx+zgz9LDiKgiwV963wi8OhmXF4YsP+WAbtrDMRfdwqmdQvy6cV5tm3zo9nWYA72ec9mo2aMvqLBsCn9aSDjy/Ylm3naaTdXt7bm0vCmmB5TYfCUITQteJtt9usIbL6RmwdMuNCrDAP9dZliWpeCn15wfts2/JptJfhgf5SJxXNCLTqsfgCaFnjfWkyzJOMYuY3upYdxPL4o3bc94mCv64yq0ZVNL6DRPD8uz9CEWE8m1OqA9FRvbi1uRgHesb9vDYbe0Wf2+FbEnVrK/JOVWOrnztgqn81sDDv+LMmggC5Y9K3Dp8CjbHZ5gcH+WxjsrpF5rPtbcjir/Ld34ZxJWQbdTsqxTvIXCJmiDZgzNooeykMI0J+KaR2pG5YpXAeTqbrcGZh5jH3dO6E0rghOYQ7E9c+Cd8r1+h2So82SS5yeXJXjgyvTL3IFkQf6QhZMPx7qj2qfF8x5cIbxqqnGPmZnD5SHBKA/1RRpmDIUrmPC8MT51Bx6B/3Z42kVd4ql809Saakf7mOrkHr2D5qBYlhBQBDIdQLC2Oc60h8yoDD2PwTrDxlUGPsfgvWHDPobGHszPq55ifsIZd7tNEJ1SAjW1yZwvdVQole84ORwZRJebKSb5ljezQrkXLd96NRbSoXNQezvXxpZJIQ4dkFz8icWnPuTI+1nU2hlIEeGqUj/79xO3KMaYNhVDfdeZRgcvYIXJ4ejnPCCjd00GftuFoEXLFD7cJShmqYE6fXi3Q4Pmh8OZKN+EamxLzuNR2ryhDdZz51Rl9DRPYxM6UcUHvp3srGPOjoUTdMg9Hq9Y4dHcw4HbkS/yFuceqgx5mEP7OePpVt9Ofy8HlO2/Z80KZfe2Jt9XMNL9xEov9uJkeoQQqyvYX69Vaax+m/4xICGmee/MMgV5UkqDAm35ebOPpRA5n/snXtczff/wJ8VuZRFpNTcKcLkPpfMqHVxWYoublGuc6kxlw1DueRarqNcy7WUCaPVIppmYy6FRVLIhHXRhVodv8fp5LZv7WfW50R7n3/7fN7v9+v5en/OefY6r/P5UKlGHXRU9zKwtiuPFl1kp5OWQuyralG31mN2lrLG5gcVYr/95y5s+PDv53M+UoCKxses+TmIeh5NXoh9dslM/1bsXR+x6OJOFMtUoapWXWT77Wj6WSIDvRYysb8JapdOkaTbm0876wmxl+RtRwwqCEhLQIi9tHzLanQh9mVFUvpxhNhLz7isZvgPiP0IzrQdQDeDXBJ+PM5vejOIOtmGFfWHEFpYg2qVZeQ/zkejjSu+B9fT7/J4mn76My5nzuJhUqmIc/6pz2ll9h19vS048nkEA6MusKzjNba4eXLsvgwqt+czPzfujajLkNBCalSrjCz/MfkabXD1Pch6u/qk7xmM0dhMPGO9SXfowKqG27kW6Ih2kdjPoYZzR8IiG7N21FnGHTbGITuAWAe52OuwZ7ARYzM9ifVOx6HDKhpuv0agozZP4rYy0XUOu3+5R37VenQaspAt60bRquqz7aGo2I8405YB3QzITfiR47/pMSPqJG1W1C9xras0PGleSvwDIs/Q0bs+Q4Ozi1txKtP6yx+JnRPPwNoj+PbJi1Yc9U++4fbR8bx3peQ16u8wKxL7LUG6fO1QMm/FfA2YwmcMuuzDt6024KnxJZ9nKyr2f5TCtPrfVexHfMuLZarzyTe3OTryPtsnujJn9y/cy69KvU5DWLhlHaNegCyr602MIwgIAkogIMReCZDLYAoh9mUAUUlDCLFXEugymOY/IPbOXOo9AdvWmmjqtcV6uANdagRiV9eZO+N2Mqm6LzNXp2Dh+x2bHRtT+NMMTD7aQ4+D1/G1VBhyVpATjYclMGX/pxwZtAbDvYkEDEjlgNcmon46yPrwZmy8F0R117o43xnHzknV8Z25mhQLX77b7EhjlRR8+7Zgws9NsTIz4s/YY0Tc/pD1V44yvqZ/kdjX3fA5iZN9SW90j0LrtQwIH0/E4F85PeIkfVtM4OemVpgZ/UnssQhuf7ieK0fseHTyDBmNzGhbOY7jIauYPvM7jP0SCRmuXbw1iltxLvVmgm1rNDX1aGs9HIcuNQi0K3mtBr+UHr/7+Uiafq3/+hV7rRyunih5jVty7YvEfmu4EcstSuatmM8ANw1/Lg4+Qne7I6i+n0WqySaygj4qlenIsyNKb8X5n4p9HQpunuRMRiPM2lYm7ngIq6bP5DtjPxJDhvOMZBlca2IIQUAQUBIBIfZKAv0vpxFi/y8BKvF0IfZKhP0vp/oPiP2LVpznrHL3YFd3pKIVx7WQ0DEfMii4IUtjwvm8cQzT2pmxtZYb27dMo0thFIucR7NFZSo//mhPeJ8uLHoyEt8tX/GxVhJHF7gwek+T52KvaMVxpTB0DB8OCqbh0hiO9T+CWRsPHlkNpUc9VZDdIco/DM255/lx4hkG6s5BLyiEenN64BFblzEHQ6g3txdhg39hZ+XxtPF4hNXQHihOjcI/TJO5v6wma2hPNr/vxeFtI9G7upzBfdeiszaRQy46r4j981acFwDYY/esbejVtYZPeMjM0uL/aQa/OeoyKmcVKUfHUPv5FwM7i1pxHs4Iw7t/8aPO1WpQ3yiLNR92L3GN/n86KXrsU7/gQvdSeBfNp4ebRgC3tnUhdHhHhuy+S1XbnWQuvUuvUpj+YLSIBo7XGRu6DrvaKoAaNRq0ov73DtR2fciMMG9eLLMeT/yt6LX5fbwOb2Ok3lWWD+7LWp21JB5y4RnJf3mdidMFAUFAiQSE2CsR9r+YSoj9v4Cn5FOF2CsZ+L+YToj9mNrIHoQypvMgDhiu5pfvJlD3/DrGjvqa4Mvp/Ell6rQbytId3+DSuir51/bwuesMtp1O4fFTqFrXBOsJi/CZ8xHR9i/12MseEDqmM4MONGP60AcsD2rN3t92YltTnq00Ah2NGHbJhVOnWrKo/hz0Qi7jEPoBlrs7sO3611y36EaY7W4sgu3Z1Govv+20RXFqII5Gw7jkEkVYr4MMcfHmx3v58l+rUt9iHnsDZ9K1xnPjLmrF+XuxH0Pt52s1ZPUv3zEs/ZtS4pexZ1BpYv9qKw6VTVkR/wPDfpvLoBLW2GK3ohXHP/MgNldK4y2fr1jsd3yK+q3t2HUaTXiPbfzYehWdNrUqkWnE/BQGOu0iTfaMgzofeV/ncB03dF5pxYHKpiu4utcYPwcXvH+8R778B7X1LZi3N5CZL0D+i0tMnCoICALKJiDEXtnE32w+IfZvxq08zhJiXx7U32zOii32b8ak+Kw80m/d5g+VOjSoX/OlW0jK/1xI7oM7/J5TjXoN6lK9PG+dUpDJ3eRU8jQNaKirUYY/9vy7+P8h2NdaYxnO9w+Xpzi8gMy7yaTmaWLQUBeN8szpG61fnCQICALPCAixfzf2ghD7dyNP8lUKsX93ciXE/t3JlVipICAICAKCwGsQEGL/GpDegkOE2L8FSXjNJQixf01Qb8FhQuzfgiSIJQgCgoAgIAiUHQEh9mXHUsqRhNhLSbdsxxZiX7Y8pRxNiL2UdMXYgoAgIAgIAkonIMRe6cjfaEIh9m+ErVxOEmJfLtjfaNIKJ/YaGhoYGBhgbm7+RkDESYKAICAICALvNgE/Pz/+/PNPPvvss3c7kJdW//3335OQkICzszPyz7mK8JLJZGzcuJGGDRvSt2/fihBSUQwbNmxATU2NcePGVZiY9uzZQ3p6eoW6pq5evcrx48fp2rUr7dq1qzC5ku8/d3d3vL29yzUmladPn754utG/WIqqqiplNNS/WIU4VRAQBAQBQUAQEAQEAUFAEFA+ASsrK7777jvlT/zSjGUm9np6esyePZvJkyeXa0BickFAEBAEBIHyISBaccqH+z+dVbTi/FNi5Xe8aMUpP/b/dOYK14ojxP6fbgFxvCAgCAgCFYuAEPt3I59C7N+NPMlXKcT+3cmVEPt3J1dltFIZqeE+bErvyyx7o7/cn7+MphDDCAKCgCBQjgSE2Jcj/H8wtRD7fwCrnA8VYl/OCfgH0wux/wewKsShhddY1m8KlVcd4fOWahUiJBGEICAICAIvExBi/27sByH270aeRMX+3cmTfKX/CbHPi1mMg8djJgV5YqYJ5B/na8vpfPcIUKnMe/U74zRzPq5daqGaF85XVgu4O9SfLa5NKFLf/BgW280iZcR+VrfZjvWM6vh9O5qkhQ5s112M3zhjKsmfXXpxHeNDW7P5Sz2WW8+gut+3TKz/gMglk5i7P4Hcp+rom09nzaL2hDlasfJiwUu7pRJNx/gzI3cW0w+mIUMFlUpVqW3Ul1krZ2Ner/hRqHkxLHbw4PGkIDyLgpG/crm01Z2JS8O49UQV7Q5j8d44k151Zfy23JoZ1f0IndiQJ5d34D7Bk0OJBVSp1YKBc9ew2N6QKnlReDhsR3exH+OMiyLh4rrxhLZez9xeVYrnyOf415ZMV0Cj8nv16ew0k/muXahVcJJ51lM5nP7i988qunasD/2KLvLhihiWckxQJw72L533+gGxzLaYxpEMUFFVo6p2cz6ZsoSvLZJZYOnOwTQZqKhQqWptjPrOYuVsc2pHz8N66mFeLEcFXbv1hH7ViT8ilzBp7n4Scp+irm/O9DVLGNS0eJElsJWlRrJk0lz2J+TyVF0f8+lrWDKoaVG+xUsQEATeTgJSi73s90hWzFlF+O916TN1ITPM9Mvwqd8lM50/fz4LFizgwYMH1KlTp2zBpx9nkVcyjotH0lQNCpKO4OXpx6m76hjbzWDe6I7ULNsZi0ZTltgXJh1k7udehN3Tw2KWD56fNlR8tkv0kuendu3axMfHSzBDIUkH5/K5Vxj39CyY5ePJpw2ljEYRguQV+7QoFo+ein+8Fp/M28oq+0aSf86GhYVhaWnJvn37sLe3L/tcFSZxcO7neIXdQ89iFj6en6KEVP0XxD6bUOduLLxaSN3xkYS66KKau4f+BjsZdG0fduo53DnpzTDX0zjHHGeyXgBWep8R03o2P0fPxlAN8iLG08l2F1XnXCa659dUMdMkLmMZcY66OIa1ZWnMCWa0rkRe5ETafWPKlV2NGFnFDM24DFbcGY3h/FaER03HSO02AXZd2PjxGX4Yp82ff+ZywLYuG2xSCR+hgZr6U0IHG7BtYALBg6tB/n1OzrXAKXUZv+8fSHUgO9SZbguvUlh3PJGhLuiqykjZZoahR0uCotdgbfCIU9M60DN6GrdixpDiUgUzzTgezTmHteFs9PyOs9GhGbL4AEZ0+4ynvskEW4UzSNeRsLZLiTkxg9aV8oic2I5vTM8S5CifVfHPw57+BuwcdI19durk3DmJ9zBXTjvHcNL1HDb6mxlwPQT7aoqjVVTVqVZd/cWHXW5gycc83U3fv+H986RTWNcNwP7mfgZVKyQ7bjX9zY4zJnYch022MTAhGAWqk8y1cCJ12e/4/zkE/c0DuB5ij2I5KqiqV6O6LJyRhvNpFR7FdCM1bgfY0WXjx5w55UZ91ZLYPiFspCHzW4UTNd0ItdsB2HXZyMdnTuEmP0G8BAFB4K0kIKnYy5JZ27s731rvY3O/uyx0Wo9x8A9MayatXEkl9hmx/nzp6sbGRxM4H7cYE9Vk1llYEzN8L8tNH7Bh2CTSPc+zvvezIk/ZpVwpYi+7xarOrTg44iT+pscZ0iOYoTd/5LO6ZRfHX0eSUuxlt1bRudVBRpz0x/T4EHoED+Xmj58hYThKEPtsQgboMLXJYY45XsCl51Zsrscyo6G0n7PSir2MW6s60+rgCE76m3J8SA+Ch97kRyk3XvFGrPgV+7Td2PaIZPRmbWZN1+HAyek0zZOL/V6GphxE4a0F/OzeHBeto8TN+Alro2+pZfgHLTeeYI5hAWETBrEz7RoJHcKJelnsh5iw36ADcedMCIyYiWF0CWJ/24UGEyvhE+zFIJO6VLp/hYs59WnXuAbwhEDr6qwemMWPY+T3Jc5l7wB9AhzvcmSIQqgz9/RDd7UFt3+ajA5p7LbtQeTozWjPmo7OgZNMb5zMPCMj4nyyCO5bVZHWvAROn4E2PRtweaRc7C8RpzuYFnE+ZOyzpPgoMneaU9OnH/dO6jHZZD8GHeI4ZxJIxExDoksR+71DUzhYLPsFP7vT3EWLmz+3wkZ/G3YpRxle2u2Vi8S+hGNytv8t75gisd/N8PtHcJIjKfiJKY2c0fx2HnFmu3C8ewQFqkz29NNltcVtInXHoL/NjpSjw3llOU+OMaLBRCr5BOM1yIS6le5z5WIO9ds1pkZJbJv+ybERDZhYyYdgr0GY1K3E/SsXyanfjqL0iZcgIAi8lQQkFfvcAzi23MPgq4HYVS8gxs2YL5tHc2KStGoljdjnEbniS661q8eBaeksPSsX+wyuRieg2b0j9dXkhbEO7O53nr2DnxV5yi7lShF78km7cRcaN0IjeSv9Ovpjf+0EY2qXXRzKFHvy01CEo0Hy1n509Lfn2okxSBiO9GKfF4GD1ud0vhvLNO08DttoMt88jbMTpf2glVbsIT/tBndpTCONZLb264i//TVOSLnx/htiL+P3TZaYXZ7Lee/aLO5sz2PfCyxtGfQXsYf0daY0PTObtI33sDaKYugXKWzMXseJqTeY4HSGT4yCWFnn6F/Evh0RoyKw2mOOd6sgjnbaSOe/VOzXtUwjasUUpnkHc+7R+3QbNIVlK9zoriP/T7Txtgp6AAAgAElEQVQEse+vgXO8KV31VXma95D43wqx849ibf+68PsmLM0uM/e8N7UXd8b+sS8XPNIZXmMchvHXWdD4r//d5vNTkdj/SvAfH+LWKpErcwyeV9EL476goekjgm72wbtLBKMirNhj7k2roKN02ti5xIr9y2JP+jpMm57h1J3+2Gg6cNqoJXVUFBXy6hbLifa2fv5PBHKxL+mYhfex/RvecrG30phKnqsNzdUKyLhyjAiVL4g+Uo8Z7zkTb9oVfdWn5D2M57dCO/yj1tLnhC2aDqcxalkHxXKqY7E8Gm9rde5HrWDKNG+Czz3i/W6DmLJsBW7ddUpmu7QDqvejWDFlGt7B53j0fjcGTVnGCrfuFKVPvAQBQeCtJCCp2BfGMa+DLSle0WzqfosFpp04MPAqsfNaSMpCGrEvXnKmH5Yf3cRLLvbP+wwLSNztgu26RmwI96CbBM/EUo7YF9e7ImbRY/hSYht6ERM5k3Zl/3/K8/xLWbEvjoaIWT0YvjSWhl4xRM5sV/SNvpQvSVtxcgLopbWDcdkROFUt4Oz42tjpXCLZs6GUISG12BctPi+CWT2GszS2IV4xkcyUcuP9J8RelsiKboYsTGuHYU3ISjxLus33JK15yOBXKvaFXPn6A/plbSNx4RWsjU4yJbo9K4dlsGJGErMvurMgx4FJ2iWIveslNpkcwbnnKpq7G7M3svdLrThpLKx6hfvaH2BYS5WcW6cImDmMLwt8uBM0EI0SK/Z6+Fn+yrY+t9g10YX9XfyJXNQTLWQkruiG4cI02imC4Wy6Dd/fcOdoc1OyQ1Lx/VBdkVZZCj9HpdP0I0OuF7XiXCRKxZy+amGk+Jg87y3MO+6MtmsDLl5qzVcdInC9tAmTI870XNUcd+O9RPb+31acl8W+8MrXfNAvi8txXf9lxb503kViX2sVH+yej2mVymjUM6ZzhwZo5O5lgJ4flr9uo8+tXUx02U8X/0gW9dQiN9CmxIq9LOMGl+5r84FhLVRzbnEqYCbDvizA584+2n5TAtvEFTS5dh/tDwyppZrDrVMBzBz2JQU+dwgaKMGnnKRvYWJwQeC/Q0BSsZe3RF7wxc1tE7GVW9Fb5yI/djrKqan6kgJWqtjLMji9womxh03wDlyEuZ40lQzJxP4PX6wMxnEsrzLtvv6FXxe0Lc5NOnv7GrDSIolfpkj3DYv0Yv8snL30NViJRdIvSBhO0WSSiv2TQCw11+CQGc0ojXyiR2rhanSL+C91JL2mlCL2z1PVF4OVFiT9MkXytqkK3YpTeHkeHZ0K2P7rItpWAtk9XyzbH8Pl58HsavNSK07mCSa2H4WqfzxrTXYXib3btYVc/3QAIbI6fLzuIP13tGdCKWLvZ1GZ1BBneow9QsZHG3iw51mP/R9MCOyITYYvF1d3LfqPOjfMGcPlpsRGjKbW/9eKkxXJuBY2pHjFEzokjQUdnSjY/iuLFMHga9meYy6/8mVMe8zvbeLGvv5FX8f9cdAWfec6RN5fh9pYRY992sgtNDFLZNXlEOwNVEF2mx2fNMez2zniZ8Xh1E4u9n5YVE4lxLkHY49k8NGGZIL/0mP/QuwzOTGxPaNU/bm5NOVfi31pvP+nFefZZS4Xe/2A5604WZHjaGGTgld8KHanbEsUe/l+MLHJwPfiaroqkoGz4XJML6zmtnkJbEfup80SZzJ8L7JacQJhzoYsN40lYnQtSd9wxOCCgCDw5gQkFXtZKt/O30Rl96/pW/Mum6ysuDLvF1Z3Ky6svPmy//ZM5Yl9PpdWWDEixp6dAeNoLWEpWDKxf5lkfgwzu87n/QNHmdwgh5CBOnj0SOLCND2JMkXRj5ul+vFsfsxMus5/nwNHJ9MgJ4SBOh70SLqAhOFIL/ayG8xt3JF7Qan4dUxlWWtjzq99yJ4+Zf+7jpeTLq3Y5xMzsyvz3z/A0ckNyAkZiI5HD5IuTEO6naeIrgKL/QTOTGvF+BoHODvfuLhKnc4e2xb4dp+DxhfunGvZAm0KyHtcmQ/cdxDg1gGNop7vk7jd2EzrTT1539eMKxfnkDe77d+IfRWQpRI8vD0jHq8kZ++LH8+u0z/FnH4jCMgzpp1uLtcS1Bm6/SCzu8rvaPP/99hnHx9H83538Ao0YvGc9zhwdj7Gxb/RSt9jSwvfj0kN7YSHuTleKUa0r/eQC/F1mHwgnCW9NYpbceLIXteU2PWO9J1zhpqtDamUFEtmFy8O7R6LccE+7J+JfVEowQxvP4LHKx8Q8rLY99Ng2LmWtNCGgrzHVP7AnR0BbnRQ+WubDVC5K3MitjDk2T/c/9OKU3zMQVN29iid9+uKPWRzfFxz+t1ZzqXh+2nu9FIrTtFUc4jYYkXcnH6MCMjDuJ0uudcSUB+6nWCz/XQZX6NEtr99nUq/EQHkGbdDN/caCepD2X5wNkXpEy9BQBB4KwlIKvYUcnX9p9j6/Ukzrd/53WgeBzfaIa+XSPlSmtg/DsTewIFDlevyXlFbjjpmq+LYNVSrzMNTitiTx3mvj+mzIouW7z/gimwEwSeX0VuK2/wUE5JS7Mk7j9fHfViR1ZL3H1xBNiKYk8t6S3LXopcTLmnFHhmpgY4YOpzAoFEWN/WXcD7KnRYS335OWrGHvPNefNxnBVkt3+fBFRkjgk+yTMqNV5ywCiz2k8v8TejNB5SRk5rEnaxqGDSph6YkHwAycu4lkJyjRaPGulQvbY78DG4l3UdNtykGWtLexeHNeUl7piwnlaQ7WVQzaEK910mGLIfUpDtkVTOgST1NyW9rJ230YnRBoOITkFbsFfzy026RkqdNQyW9J0gq9uW0JZQj9orgCjNvk5RZg/oNakr+YEZJxV4RDZm3k8isUZ8GNaX9pujZ1pBW7BWzFKQnk5CmSeOmtZG2Vq+YT2qxL9543E7KpEb9BigpVRW5Yv82iX05vWuKaQUBQUAQ+A8SUIbYKxurEHtlE3/z+aQX+zdf25ueqQyxf9O1vel5ShH7N13cvzhPVOz/BTxxqiAgCAgCgsDbR0CI/duXk5JWpMyKvTKJCLFXJu03n0uI/Zuze50zVZ4+ffrisaWvc0Ypx+jp6TF79mwmTxYV+3+BUZwqCAgCgsA7S0CI/buROiH270ae5KsUFft3J1cVrmKvoaFBvXr1MDc3f3eyIFYqCAgCgoAgUGYEtmzZwp9//sn48ePLbMzyHig8PJwbN24wbNgwNDUrxq/3CwsL8fPzo0GDBlhbW5c34jKbf+PGjaipqTFmzJgyG7O8B9q7dy8ZGRkV6pr67bffOHHiBB9++CEmJibljbjM5pfvP3d3d7y9vctszDcZqMwq9qqqqpRR8f9N4hDnCAKCgCAgCAgCgoAgIAgIAuVGwMrKiu+++67c5pdPXGZiL1pxyjWPYnJBQBAQBMqdgGjFKfcUvNYCRCvOa2F6Kw4SrThvRRpeaxEVrhVHiP1r5V0cJAgIAoJAhSUgxP7dSK0Q+3cjT/JVCrF/d3IlxP7dyZVYqSAgCAgCgsBrEBBi/xqQ3oJDhNi/BUl4zSUIsX9NUG/BYULs34IkiCUIAoKAICAIlB0BIfZlx1LKkYTYS0m3bMcWYl+2PKUcreKLfe4ltrpPZGnYLZ6oatNhrDcbZ/airio8ubwD9wmeHEosoEqtFgycu4bF9oZUyQvnK6sF3B3qzxbXJhQ9nzU/hsV2s0gZsR9v3XVYTz1M+vMbdKqga7ee0GlP8LB052CaDFRUqFS1NkZ9Z7Fytjn1VCH30lbcJy4l7NYTVLU7MNZ7IzN7aXNtuTUzqvsROrGhfFHscJ+A56FECqrUosXAuaxZbI/hs8ewyW6zb8pkzlttwatv7aK9UXjTn8++/B2XrTPpUl2xXfKiPHDYrstiv3EYyx/LXHCRdeNDab1+JqqLrZl6OJ0Xy9fFbn0oX3WpRF5CMAtmLOPg1Uf8+VSTD0YsZcOs3n/PSz5hKZy1ry3HekZ1/L6dSEPVJ1ze4c4Ez0MkFlShVouBzF2zGHt5cLJUIpdMYu7+BHKfqqNvPp01SwbR9PkjpQv47Rmn0Ul4OGxHd7Ef4xTBcXHdeEKNp1F7nQ0rLxa8dM1UoumYAGY+/oqZJcQ87YkHlu4HUaSsElVrG9F31kpmm2tzysOB7bqL8RtnjALhOsaHtmbz3F7FkGNY7ODB40lBeJo9u0tFLpe2ujNxaRi3nqii3WEs3htn0kv7GsutZ1Dd71smNlT9m70XVXJsrdczt5d8E+QRs9gBj8eTCPI0o2jWvHDmjDzPgIAZdH7GK/8k86yncvjFJkVF1471oV/R6Y9Ilkyay/6EXJ6q62M+fQ1LBjUtilG8BIGKQEA5Yp/O8UVeJDsuZmRT6Z/iLfkDqgqSOOLlid+pu6gb2zFj3mg61pR2NyhX7JWXL6nvY58WtZjRU/2J1/qEeVtXYd9I+ndvycU+LYrFo6fiH6/FJ/O2ssq+keSfSdLfxz6NqMWjmeofj9Yn89i6yh4lpKqCP3lWlsI2M0M8WgYRvcYag0enmNahJ9HTbvGj3XH6Gc5Gz+84Gx2aIYsPYES3z3jqm0ywZShWep8R03o2P0fPxlAN8iLG08l2F1XnXOZEoynobx7A9RB7qhW976mgql6N6gWBDKi3jYEJwQyuBvn3TzLXwonUZb8T2HkfZoYetAyKZo21AY9OTaNDz2im3Yqiw9xqmGnGkb2mNv7WhszW8+P4RgeayeIJGNGNz576khxsh3bxe2x21GTajcjG58I2+molscmyN6GOxznk0hDV4mNy9w1C1zGMtktjODGjNZXyIpnY7htMz+5AdYg+mwdcJ8ResXpUVFGvVh31zEMMbTEB2cof2DzMiGrpZ/Awt+bHiVc5anWsdF4DH5fKOarDXKqZaRKXsYbau60xnK2H3/GNODSTER8wgm6fPcU3OZi+v4zEcH4rwqOmY6R2mwC7Lmz8+Ayn3OoXx5TPTyOrKDgti2OQriNhbZcSc2IGrSvlETmxHd+YnmWXzVPy/szlgG1dNtikEj5CAzX1pxx2eL/EmAsCB1Bv20ASggdTjXzun5yLhVMqy373J3+ELo5hbVkac4IZrSuRFzmRdt+YciXIsQhbdqgz3RZepbDueCJDXdBVlZGyzQxDj5YERa/B2uARp6Z1oGf0NG5FdWBuNTM04zJYU3s31qXtPavwUmMLcqwunxTnbgu5WliX8ZGhuOiqQs52rJr9wOSkAKyf/QOYG4iN/mYGXA/hRZrVqVZdRvhIQ+a3CidquhFqtwOw67KRj8+cwq3+s90j7Ye5GF0QkJqA5GKfEYv/l664bXzEhPNxLDaRXqykFXsZyesssI4Zzt7lpjzYMIxJ6Z6cX9+bZ28pUuRMaWKv5HxJKvbZIQzQmUqTw8dwvOBCz602XI+dQUOJ376lFftsQgboMLXJYY45XsCl51ZsrscyQ+KgpBb77JAB6ExtwuFjjlxw6clWm+vEznjhaVJcU/IxK3TFXpY4DyOjOHyygulbtbjImnCaM7SiwZ4utIjzIWOfJcV/InOnOTV9+nEvSotRRt9Sy/APWm48wRzDAsImDGJn2jUSOoTzg1zst9mRcnQ4Gi9nJncvA/QDcLx7hCFFlfNM9vTTZbVFMrsf9sAozoes4L7F8+WRcPoMtPmQh5MVwvroixCMW8Thk7EPyxeLwrymD/3uncVN99lkWZyY1I6Rud5822Ud9seGcTx4OAYvXdi5++wx2W9Ah7hzmARGMNMw+hWx32aXwtHhr6yeB9+Y0vi7Sdw75KCoBMu/DbgWydHHbTEO7Y5xKbzuBqbRs0TObfjw4WSqyMU+7QtCPmhBnE8G+14Ex07zmvj0u0e00XQaTKyET7AXg0zqUun+FS7m1Kdd4xrFK3lV7O1N9mPQIY5zJoFEzDQkuljsi+SXJwRaV2f1wCx+HCOPMZdAG31Kijl37wD0Axy5e2QIipTtoZ/uaixuR1J3ogn7DToQd86EwIiZGEa/LPZp7LbtQeTozWjPmo7OgZNMb5zMPCMj4nyyCH6x4VCk+SGTq8jFPo0vQj4ofe+d1GPy38SWttuWHpGj2aw9i+k6Bzg5vSlqpYr9NuxSjvJqmp9wbEQDJlbyIdhrECZ1K3H/ykVy6rfjOWqp3m3EuIKAkghILfZ5kSv48lo76h2YRvrSsxVC7DOuRpOg2Z2O9dWKihYddvfj/N7BivdFiV7KEntl50tKsc+LcEDr887cjZ2Gdt5hbDTnY552lonPPiolypWkYp8XgYPW53S+G8s07TwO22gy3zyNsxIHJa3Y5xHhoMXnne8SO02bvMM2aM43J+3sRCROVcUW+7wIJ2qMMyT++gIav/LfbB5hTu/h1iqRK3MMnle5C+O+oKHpI4ISu+HZJoqhX6SwMXsdJ6beYILTGT4xCmJlnaNFYq/pcBqjlnVQKap4V8dieTTevb6lv4Yz8aZd0Vd9St7DeH4rtMM/agXV3LQYZxjP9QWNn8+nuP5eCOsf/RfynlsrEq/MeSHphXF80dCUR0Gp+HZVf3HJZp1gUlsz1ucPZO8v+3CQ9/q89JKLfbuIUURY7cHcuxVBRzuxsfOzir0mDqeNaFmnaPWoVLdgefRytKe+z/CaJ/htcQtU7v/Izl0/8UAGas36YLi3C1NL4bVrdxbmk0riDPk/jVSIfWp/Fmq70SrxCnOe/wdSSNwXDTF9FET6xqZErZjCNO9gzj16n26DprBshRvddZ7F9RexbxfBqAgr9ph70yroKJ02di6q2Jcu9iXF7E2vb/uj4RyPaVd9VJ/m8TD+Nwrt/Ila24fjju2IGBWB1R5zvFsFcbTTRjoXV+xlv2/C0uwyc897U3txZ+wf+3LBI53hNcZhGH+dBa9uODkIRhaJfSr9F2qXvvdu9sG7Symx2WeyydKMy3PP4117MZ3tH+N7YSkd8kqp2Gs6cNqoJYo0q1DdYjnR3tao349ixZRpeAef49H73Rg0ZRkr3LrzHLVEHwxiWEFAWQSkFntFHJn4WX7ETa+KIPYvMlOQuBsX23U02hCOR7dXiz9lnT9lib2y8yWl2OcE9EJrxziyI5yoWnCW8bXt0Ll0E0+Jq9uSin1OAL20djAuOwKnqgWcHV8bO51LJHs2LOst98p40op9DgG9tNgxLpsIp6oUnB1PbTsdLt30lPzblQpdsS+Mm0p902xCUn35sNiJZSk/E5XeCM1NbeivFkaKj4mih17eqnzcGW3XBly82JQpLU8yJbo9K4dlsGJGErMvurMgx4FJ2gqxL7Vir+eH5a/b6HNrFxNd9tPFP5JFPTWJm1of0+wQUn0/RLEUGSk/R5HetCvZ0xStOJmjNqLfV42wFB9MXiwKZ21XGlxMwLPZy/IuI3FRZz55sI7ffD78n140hdi7cmmTCUece7KquTvGeyPpXdyK87/Vaxk35hnT8c433NvyMZVTT7Hd/0fuxe9idtwYojotwr4UXr9+m8PHH5XEuSlds6cpWnH+GMXGBn1RC0vB50VwHHfWxrXBeX4dmct97Q8wrKVKzq1TBMwcxpcFPtwJGlj8rcj/ir3rpU2YHHGm56rmuBvvJbL334l96RV7PT9Lft3Wh1u7JuKyvwv+kYvoqZXLPvt2RLheYpPJEZx7rqK5uzF7I3tzJciexBXdMFyYRjvDmpCVyNl0G76/4c7R5qZkh6Ti+2LD8XNUOk27ZjOtqBXnD0ZtbEDf0vbepdZ81SGCkmLb13kD3QwXktbOkJpkkXg2HZvvk9jcbW8prTglVOxlGdy4dB/tDwyppZrDrVMBzBz2JQU+dwgaKO2HuKTv0GJwQeAlAkLs32Q7yMg4vQKnsYcx8Q5kkbneX4pQbzLm358jmdj/4YuVwTiO5VWm3de/8OuCtkr9R0xKsX8SaInmGgcyo0ehkR/NSC1XjG7F86VO2efn5RElFfsngVhqrsEhM5pRGvlEj9TC1egW8RIHJa3YPyHQUpM1DplEj9IgP3okWq5G3Ir/EolTVbEr9uT/glsjc+5tusG+/vIfmv7BQVt9nOtEcmdsMC3MEll1OQR7eQVZdpsdnzTHs9s54mf+Qn+jk7hdW8j1TwcQIqvDx+sO0n9Heyb8f2L/UitOVuQ4Wtik4BUfisOdz2lkfo9NN/ahWMpBbPWdqRN5Bxe/Gore8VWPmdrEjMRVlwmxl3+TIOP2jk9o7tmNc/EetHrl91kykpZ8iPnDdVxd2bl0sfezoHJqCM49xnIk4yM2JAcU9diX1JZSeMWDtt1P88WFI4xsqJgsTd6D7v0Jd9cm0rY0XnNymVoaZxc/ahT12K/i8YwmmCWu4nKIfdE3ErLbO/ikuSfdzl3BIbADNhm+XFzdteir39wwZwyXmxIbMZpaRSspSez9sKicSohzD8YeyeCjDckE/6tWnCwix7XAJsWL+FA7Tsor9q6X8LOoTGqIMz3GHiHjow08CGzDvI5OFGz/lUVtK4HsHr6W7Tnm8itfxrTH/N4mbuzrjyLNtug71yHyjgt+NRQ99qsez6BJaSxnxeHUTi72f40tEY+rPXEq2M6vi9pSCRn3fC1pf8yFuIAnDC2xx74EsS+8zDwTGzJ8L7K6axFpwpwNWW4aS8RoBWnxEgTedQJC7P95BvMvrcBqRAz2OwMY11rKBpwXa5NM7EsMX3nfsEgp9rIbc2nc8R5BqX50TF1Ga+PzrH24hz5S/hhC6vvYy24wt3FH7gWl4tcxlWWtjTm/9iF7JA5KWrGXcWNuYzreCyLVryOpy1pjfH4tD/f0kfR3K/KtX6Er9vIAs37ywNzcixSj9tR7eIH4OpM5EL6E3rWeELvekb5zzlCztSGVkmLJ7OLFod1jMf5zO9Zysb+xmdabevK+rxlXLs4hb3bb52L/SisOULnrHCLWquL6So99NsfHNaffneUkHPqU5IXmmHulYNS+Hg8vxFNn8gHCl/Qg/tmPQte14knsehz7zuFMzdYYVkoiNrMLXod2M9b4pTac4or/64p9FWSkBg+n/YjHrHywE9Uhr7alQGW6zolgy5BaJOwah8Os4zxt1gSNB/Fcy2/LhLWb+NqiNpdL46VeOuce8cWtOBnraFUQy3rHvsw5U5PWhpVIis2ki9chdo81Rj39OHP6jSAgz5h2urlcS1Bn6PaDzO76rNu/FLEvuqFOMMPbj+DxygeElCr2Jce8VtX11R777OOMa96PO8svMSzUmsgisVfctSd4eHtGPF5J5sxfaDW+BgfOzse4+J+t9D22tPD9mNTQTniYm+OVYkT7eg+5EF+HyQfCWdIjvrgVJ4N1rQpK33sF+7B/JvYvx7bsOxp7uFPjwFnmv5gU2xa+fBw1nMMtJxHfpjla8rYbtYYMX+9EdPchL7XiFG1S5kRswSpuDv1GBJBn3A7d3GskqA9l+8HZPEf9z51AnCEIvFUEhNj/03RkEWhvgMOhytR9T/FDYHWzVcTtGorWPx3qHxwvxP4fwHp2qCyVQEdDHE4Y0CjrJvpLzhPl3kLyO8hIWrGXO0qgI4YOJzBolMVN/SWcj3KnhcS/SZdW7OXaEIijoQMnDBqRdVOfJeejcJc6qP+C2CscOId7CcnkaDWisW71V79ezM/gVtJ91HSbYqAl/S3LZDn3SEjOQatRY3Srl/Yz9nwybiVxX02XpgZaz1uF3uAt4M1OkT3hQfIdHtdsRINaf7my/o7X33F+aSX5GbdIuq+GblMDXkUuIyc1iTtZ1TBoUg9NiX/l/2ZwXucsGTn3EkjO0aJRY11KT7Ny994rK5flkJp0h6xqBjSppyn5V+6vQ00cIwiUFQHliH1Zrfb1xpH2rjivt4ayPkq5Yl/Wqy99PCkr9opZC0hPTiBNszFNa0tcqi8OU1qxL44qPZmENE0aN60teVVbPqPUYq9IVTrJCWloNm6KklJV8Sv2yruUxUyCgCAgCAgCbwMBIfZvQxb+/zUIsf//Gb0tRyhD7JUdq1LEXtlB/Wcq9uUAVkwpCAgCgoAgUD4EhNiXD/d/OqsQ+39KrPyOF2Jffuz/6cwVvsf+nwIRxwsCgoAgIAi82wSE2L8b+RNi/27kSb5KIfbvTq4qnNhraGigp6dHnz593p0siJUKAoKAICAIlBmBbdu2IZfGMWPGlNmY5T1QREQEN2/eZMiQIcg/5yrCSyaTsWXLFurXr4+lpWVFCKkoBj8/P9TU1HBxcakwMQUGBpKZmVmhrqn4+HhOnjxJ586dadtWfkvUivGS7z83Nzd8fHzKNSCVp0+fPi2LFcgvJvmbhXgJAoKAICAICAKCgCAgCAgC/zUC1tbWHDlypFzDLjOxl1frZ8+ezeTJk8s1IDG5ICAICAKCQPkQEK045cP9n84qWnH+KbHyO1604pQf+386c4VrxRFi/0+3gDheEBAEBIGKRUCI/buRTyH270ae5KsUYv/u5EqI/buTK7FSQUAQEAQEgdcgIMT+NSC9BYcIsX8LkvCaSxBi/5qg3oLDhNi/BUkQSxAEBAFBQBAoOwJC7MuOpZQjCbGXkm7Zji3Evmx5SjlaxRf73EtsdZ/I0rBbPFHVpsNYbzbO7EVdVXhyeQfuEzw5lFhAlVotGDh3DYvtDamSF4WHw3Z0F/sxzlj+5NUCLq4bT6jxNGqvs2HlxYKXclKJpmP2cnhWO9TzYljs4MHjSUF4mmkWHZN//Gssp3/HI0Cl8nvU7+zEzPmudKn1J1HzHInotRfPjxVPjss77cHgkI6ELtLga0t3DqbJQEWFSlVrY9R3Fitnm6NzbTnWM6rj9+1EGsqfzFrCnC8Wl0fkbAumHckAFVXUqmrT/JMpLPnagmSP0uauzFdWc/khB1TUqqFj3JfPF06lt96fhM8ZyfkBAczo/OJptAW/vbSeJ6WzLoovZjEOHo+ZFORJMR4p97YYWxAQBP6jBKQWe9nvkayYs4rw3+vSZ+pCZpjpS/70ZmmfPJvPxW8+Y0HYQ57deqJSC2fWLh5IPQmfAELw4vgAACAASURBVC692BeQdMQLT79T3FU3xm7GPEZ3rCn5VSHtk2fLJybJxT4tisWjp+Ifr8Un87ayyr4Rf3nufZnnTfIHVBUkccTLE79Td1E3tmPGvNEoYftV8CfPylLYZmaIR8sgotdYY/DoFNM69CR62i1+tDtOP8PZ6PkdZ6NDM2TxAYzo9hlPfZMJtgpnkK4jYW2XEnNiBq0r5RE5sR3fmJ5ll81T8v7M5YBtXTbYpBI+QgM19WpUr6JKdqgz3RZepbDueCJDXdBVhdw9/THYOYhr++xQz7nDSe9huJ52Jua4K7/Y1MPf6Xe+G1K9aMM+OWCLto8luUffY0C9bQxMCGZwNci/f5K5Fk6kLvud3fU+o4qZJnEZ62hViRLnfLH7c9llXZcA+5vsH1SNwuw4Vvc34/iYWMYdMil57u/UsWr6PWOv+GKu+ojL3zhge86N3/ZbEWzVjB8mJxFg/eIR1vk/jVSsJ+1LfrYsmXXMxPqokk2oczcWXi2k7vhIQl10Jf8gLPN3ATGgICAIvBMEJBV7WTJre3fnW+t9bO53l4VO6zEO/oFpzdQkZSOt2MtIObWXI1eyeMoTLqx150CPH0jY2BtFiUqal9RiL0teh4V1DMP3Lsf0wQaGTUrH8/x6er/4CJMkMCnFvrxiklbsswkZoMPUJoc55ngBl55bsbkey4yi6qV0L2nFXkbyOgusY4azd7kpDzYMY1K6J+fX90bi7VexxV6WOA8jozh8soLpW1WxOfISTnOGVjTY04UWcT5k7LOk+E9k7jSnpk8/7p3UY7LJfgw6xHHOJJCImYZEF4t9kKNcwp8QaF2d1QOz+HHMs/sJp7HbtgeRozejPWs6OgdOMr2pmkLs9w4l5aAjRfpe8DPuzV3QOhpDy+nvly72+gE43j2Cwvkz2dNPl9UWtznZafpLYl/ynH8V+93D73PEST5QAT9NaYSz5rcsiO1Tutg3+4HJSQHI/T3z4DDabbHg11Bbvv0bsb/0a21sW5XEug09m9WAtN3Y9ohk9GZtZk3X4cDJ6TSV9nNQuncDMbIgIAi81QQkFfvcAzi23MPgq4HYVS8gxs2YL5tHc2JSXUmZSCv2L5b+JHoSLUZWYd/llXSR2EAkF/uMq0QnaNK9Y33UskNx7rCbfuf3MlhRS5PsJanYl1NMkop9XgQOWp/T+W4s07TzOGyjyXzzNM5OrCFZjuQDSy32GVejSdDsTsf6akVF2A67+3F+72CFC0r4qtCtOHkRTtQYZ0j89QU0fuUfvzzCnN7DrVUiV+YYPK8cF8Z9QUPTRwTd7IN3lwhGRVixx9ybVkFH6bSxc1HFvjSxl/2+CUuzy8w9703txZ2xf+zLhaUdyP+r2JPOOtOmnJmdQN/1jUsV+/4azsSbdkVf9Sl5D+P5rdAO/6i1WCS6PBf7lg9KnvPF11e57LLSYGqeKzbN1SjIuMKxCBW+iD5CvRml/FPxnToWmp8R36Y5WgUZJFz9E4eDsWweUBX/vxH7X4P/oMtnJbGW714Zv2+yxOzyXM5712ZxZ3se+15gaQepv2iT8MoRQwsCgsBbS0BSsS+MY14HW1K8otnU/RYLTDtxYOBVYue1kJSHUsRelsTKTh346etEgj7VkjSeojpXQQGVK1fmiy++YPny5dLNV5DIbhdb1jXaQLhHN6R+vJeUYv8ckpJjklTscwLopbWDcdkROFUt4Oz42tjpXCLZs6F0e0JysX+x9ILE3bjYrqPRhnA8ukm9+6jYFfvCuKnUN80mJNWXD9UVkGUpPxOV3gjNTW3orxZGio8JzwrHeced0XZtwMVLrfmqQwSulzZhcsSZnqua4268l8jepYm9jMQV3TBcmEY7w5qQlcjZdBu+T9pM9wN/qdgXXuHrD/qRte0Spl4GfDPgLuEjFYnO3TeAOn625IZWZYCeH5a/bqPPrV1MdNlPF/9IFvXU4nnrS8YaqvmUPKf5s68gkIt9LVZ9sJv5plWorFEP484daKDxhBBb3ZLnPghWzyv2MjLOzKO3zU0W3NjEH3alt+JcjFbH8uOSWDflI+NMVnUzZGFaOxR4zpJu8z1Jm82ff1si6dUrBhcEBIH/FAFJxR7IvuCLm9smYiu3orfORX7sdJRTU/UlZawMsS+Mm0kzq3z2J3nTQQnfqCpD7GUZp1nhNJbDJt4ELjJHT9rujqI9ILXYl0dMkor9k0AsNdfgkBnNKI18okdq4Wp0i/gvdSS9pqSt2CuKmhmnV+A09jAm3oEsMtdTSgtyha7Yk/8Lbo3MubfpBvv61wb+4KCtPs51IrkzNpgWZomsuhyCvYEqyG6z45PmeHY7R/ysOJzaycXeD4vKqYQ492DskQw+2pBMcEmtOIWXmdfRiYLtv7KobSWQ3cPXsj3HXOLY+dT5lVaczBMTaT9KFf94H7TmGdHr7jpu7LBEixx+HN8MO9UQ7q1IZsBLrThZkeNoYZOCV3woDsnFFfs/JhD4YclzhjhqF18Mih77F604z66RQuK+LGXu5fEviT3IHuygf4u9DE7cD45/02N/3xnfZiWz/t3te7o5FbD910Uo8Phi2f4YLnEhPF+qpJevGFwQEAT+SwQkFXtZKt/O30Rl96/pW/Mum6ysuDLvF1Z3K64eSQRaerGXkeTRmu4P/bm5piPSRqOAJLnY519ihdUIYux3EjCuteQtEM9SL6nYl1NMkoq97AZzG3fkXlAqfh1TWdbamPNrH7Knj7S9YFKLff6lFViNiMF+ZwDjWkvdgPPijadiiz2Q9ZMH5uZepBi1p97DC8TXmcyB8CX0rvWE2PWO9J1zhpqtDamUFEtmFy8O7R6LccE+7J+JfRWQpQYzvP0IHq98QEgJYl9wZhqtxtfgwNn5GBdXOdL32NLC92Nujg1DY9g5WrbQhoI8Hlf+APcdAbh10EB2L4SxXezY+qg+9Svd406VQfhH72Ro3cBXxB6yOT6uOf3uLOfK7AgafaLJhbAq2E8qec7U48+eulua2MvlupS5dfyLW3EMqakKhY8LaOC6hcAZrQmy0OSz+DY011IB1Gg4fCv7e/g8bw1qcLYk1p5oLGzF+BoHODvfuPjbkXT22LbA9+NfOD65gUQfg2JYQUAQ+K8SkFTsKeTq+k+x9fuTZlq/87vRPA5utENeH5LyJb3YPyHYpi4b7e4RPlw5EiK12GcF2mPgcIjKdd9T3GFF3YxVcbsYKnGXkZRiX14xSSr2yEgNdMTQ4QQGjbK4qb+E81HutJC4W1dasc8i0N4Ah0OVqfueIhB1s1XE7RqKxNuvYrfiPH+TleVwLyGZHK1GNNat/upXIfkZ3Eq6j5puUwy0lPDd4/+88+fxx80bpMp0aNJUR8mtKRLM/XespfzUE2MLAoKAIFBMQFqxV0ySn3aLlDxtGtbTVMrX69KLvfK3j9Rir/yIFDNKKfblFZO0Yq+IqiA9mYQ0TRo3rS35nWPk80kr9uWVqQreY19+WMXMgoAgIAgIAuVFQBlir+zYhNgrm/ibzyfE/s3ZKfNMIfbS0lZ5+vTp07KYQk9Pj9mzZzN58rN2lLIYVYwhCAgCgoAg8K4QEGL/bmRKVOzfjTzJV6mMir2yaQixl5a4EHtp+YrRBQFBQBD4zxAQYv9upFqI/buRJyH2706e5CutcD+e1dDQQFdXl969e79bmRCrFQQEAUFAECgTAjt27Ci644qrq2uZjPc2DBIZGcnNmzdxcHBAU1PK58EqL9rCwkK2b9+OgYEBlpaWyptY4pm2bNmCmpoaI0eOlHgm5Q2/f/9+MjMzK9Q1FR8fT3R0NJ06deKDDz5QHkyJZ5LvPzc3N3x8fCSe6e+HL7OKvfxikslk5RqMmFwQEAQEAUFAEBAEBAFBQBAoDwLW1tYcOXKkPKZ+PmeZib3osS/XPIrJBQFBQBAodwKiFafcU/BaCxCtOK+F6a04SPTYvxVpeK1FVLhWHCH2r5V3cZAgIAgIAhWWgBD7dyO1QuzfjTzJVynE/t3JlRD7dydXYqWCgCAgCAgCr0FAiP1rQHoLDhFi/xYk4TWXIMT+NUG9BYcJsX8LkiCWIAgIAoKAIFB2BITYlx1LKUcSYi8l3bIdW4h92fKUcrSKLfb5x/nacjrfPQJUKvNe/c44zZyPa5daFJych/XUw6Q/v3u+Crp26wmd9gQPS3cOpslARYVKVWtj1HcWK2ebUzu6lHO+6kL+pa24T1xK2K0nqGp3YKz3Rmb2qkvB6cWMCOuG/4JeqMszmf8TXsMO0S5gERZVnnB5hzsTPA+RWFCFWi0GMnfNYuwNq0iZczG2ICAICAIVmoDUYl94ZQfTFh8jtRCoVJ8B85fg1FTaJ5dL/oCqwivsmLaYY4qgqD9gPkucmiJlVMoQ+7SoxYye6k+81ifM27oK+0aVJN/70j6gqoCkI154+p3irroxdjPmMbpjTcljklzs06JYPHoq/vFafDJvK6vsGyF1piS/j31BEke8PPE7dRd1YztmzBuNElJV8W53+UqPfe4e+hvsZNC1fdip53DnpDfDXE/jHHMc13N26G8ewPUQe6oVXRIqqKpXo3pBIAPqbWNgQjCDq0H+/ZPMtXAiddnv+P85pMRzqj7YgZmhBy2DolljbcCjU9Po0DOaabdiGHVuCM22D+D6t0PQkE+Td4ih9ddjdvM7rIKtMZyth9/xjTg0kxEfMIJunz3FNzkYO23Jr1MxgSAgCAgCFZKA1GJ/f40pHSP7MW+ADipqtfjA+lM66qhKylJysb+/BtOOkfSbNwAdFTVqfWDNpx11kDIqycU+O4QBOlNpcvgYjhdc6LnVhuuxM2goZVCAlGIvS16HhXUMw/cux/TBBoZNSsfz/Hp6S1wPlFbsswkZoMPUJoc55ngBl55bsbkeywyJEyWt2MtIXmeBdcxw9i435cGGYUxK9+T8+t5InKr/gtjvZWjKQRyry99zC/jZvTkuWkf5udUs9LfZkXJ0uEK4n71y9zJAPwDHu0cYUnROJnv66bLa4jaRumNKOEdG4jwjjOJ8yAruS9WicfJIOH0G2vRE/wfHksX+xkbudGpBnE8G+ywVZ8nn2mleE59+9zjrpivph4QYXBAQBASBikpAWrHPJ9y1DT7NPLHTkWH0iS3dGxR9HyvpS2qxzw93pY1PMzztdJAZfYJt9waKb5klfEkt9nkRDmh93pm7sdPQzjuMjeZ8zNPOMrGGhEFJLfYZV4lO0KR7x/qoZYfi3GE3/c7vZXCRr0j3klTs8yJw0Pqczndjmaadx2EbTeabp3FW4kRJLfYZV6NJ0OxOx/pqZIc602F3P87vHYzEqfqviT2krzOl6ZnZ3Om/EU2H0xi1rIOK/FpQqY7F8mi8e31Lfw1n4k27oq/6lLyH8fxWaId/1Fr6nLAt4Zwf6BugwzjDeK4vaPw/1Y3cbx3RdYymSYvieZ5mcO2SIev/mMb39dxolXiFOQbPygeFxH3RENNHQaT7dpXuChUjCwKCgCBQgQlIKvayu6zsYoBPXXdcTB5wYNsNhoZFM7ONlE0rIK3Yy7i7sgsGPnVxdzHhwYFt3BgaRvTMNu90K05OQC+0dowjO8KJqgVnGV/bDp1LN/GUuBIsZcX++WVbkMhuF1vWNdpAuEe3VwuUElzbkop9TgC9tHYwLjsCp6oFnB1fGzudSyR7NpQgkhdDSiv2L+YpSNyNi+06Gm0Ix6PbK6VkSeKr2D32Ra04L1fsC7ny9Qf0y9pGXNfFpVfs9fyw/HUbfW7tYqLLfrr4R7Kopxa5gTYlnFNI3NT6mGaHkOr7YXGFQ0bKz1GkN/2IJqdKacVJWMSvzfuiFpaCj8mzD4Q8jjtr49rgIomezSRJuBhUEBAEBIGKTkBSsZfDy8+nQF2dShRy6atWOKqGcGWhsaRYpRX7oqDIL1BHvRIUXvqKVo6qhMQuxFjC/1ekrtg/CbREc40DmdGj0MiPZqSWK0a34vlSR9JUSdqKI1+5LOM0K5zGctjEm8BF5uhJ3Fokn1NSsX8SiKXmGhwyoxmlkU/0SC1cjW4RL3GipBd7GRmnV+A09jAm3oEsMteTtLXt2a7+b4l95gkmth+Fqn88S1PsX6sVJytyHC1sUvCKD8XulG2J5+T/4kYj83tsurGP/rWBPw5iq+9Mncj7+DwYUUqPfSht5jbBLHEVl0PskRftZbd38ElzT7qdi8ejlYTvptK+p4nRBQFBQBAoVwKSin3BOZbYfUPDTb4M0XtM2CgjPNv9TPQUfUljllbsCzi3xI5vGm7Cd4gej8NGYeTZjp9PTkFfQmmUWuxlN+bSuOM9glL96Ji6jNbG51n7cA99JG5ylrRin3+JFVYjiLHfScC41pK3dTzb1JKKvewGcxt35F5QKn4dU1nW2pjzax+yR+JESS32+ZdWYDUiBvudAYxrLXUDzou3nwov9v00hnGuZQu0KSDvcWU+cN9BgFsHVAJtXm2rASp3nUPEWlVcX+mxz+b4uOb0u7OcS8P309zppfadZ+ds6c8ND3PMvVIwal+PhxfiqTP5AOFLelPl21J67G8eY5RaLOsd+zLnTE1aG1YiKTaTLl6H2D3WWPLeRkk/gcTggoAgIAiUIwFJxZ58Lnr3xWZDLob6D7iS58Se8AX0kLhvW1qxh/yL3vS12UCuoT4PruThtCecBRIHJbXYI0sl0NEQhxMGNMq6if6S80S5t5D8bitSin1WoD0GDoeoXPc9RRzqZqyK28VQLWkvOEnFHhmpgY4YOpzAoFEWN/WXcD7KnRYS3xZHWrHPItDeAIdDlan7niIQdbNVxO0aisSpquA99tLu8/8ZXZZzj4TkHLQaNUa3+uuXOfIzbpF0Xw3dpgZoiUK9krMmphMEBIGKRkBasVfQKshMISlNnfcb6xTfNEFailKLfXFQpCSlof5+Y3Se3dNBwrAkF3tFUKQnJ5Cm2ZimtSUu1RezklLsJUzH3w4trdgXX1PpySSkadK4aW3J7xwjn1FasS+vTCHEvvzQi5kFAUFAEBAEpCCgDLGXYt1/N6ZSxF7JQSlH7JUclMR3xVF+NIoZlSH2yo5NiL20xFWePn36/FFR/2aqV+5j/28GEucKAoKAICAIvJMEhNi/G2kTYv9u5EmI/buTJ/lKK3aP/buVC7FaQUAQEAQEgTIgIMS+DCAqYQgh9kqAXEZTiIp9GYFUwjAVTuw1NDTQ0dHh448/VgI+MYUgIAgIAoLA20Zg586d/B975x6X4/0//mcHodqiJGrOU04/hPFlGCMlaSk6DCG2WIYxp08ac2jOOc9kDjWHFaFl+EiUiC3LIYfIIacJK3TgbnX3e9yV4/JZ6H138L7/2mOu6329X8/X9b6u5/3qdV+XShoHDx5c2qb22vPZv38/SUlJ9OvXD9V9rjx8lEolAQEBmJqa0qNHj/IQUl4M69atQ1NTE3d393ITU0hICA8ePChXa+r8+fMcPnyYVq1a0bx583KTK9X5N3r0aBYtWlSiMRVbK46Wlhaqi4X8SAKSgCQgCUgCkoAkIAlIAm8bgV69ehEWFlaiYReb2Mse+xLNozy4JCAJSAIlTkC24pR4Coo0AdmKUyRMpWIj2YpTKtJQpEmUu1YcKfZFyrvcSBKQBCSBcktAin3ZSK0U+7KRJ9UspdiXnVxJsS87uZIzlQQkAUlAEigCASn2RYBUCjaRYl8KklDEKUixLyKoUrCZFPtSkAQ5BUlAEpAEJIHiIyDFvvhYihxJir1IusU7thT74uUpcrTyLfZZUUy1HUtY6tNH5GuYOLE8+EP29F+Hia8/nk1Ur/rN5sSy4YQ2W45Pxzhm9R5JyO3H+2hQ1W4hv3bbh+3YMJ4OpYGJ03KCP9yJ3ZgdpChBQ0ObSkYW9Jq0AG+rmvy99z/0/PYm/QN+ZGj9/FfKZsX44jTpBu5bFmCyzI6xYak8mZ2GCU7LQxn3aDo2hY5pzPl5tkzQ9SfUq07eeIoYX1ymP2Rk8Ay664s8VeTYkoAkIAmUDQKixT7nyg58vprNnls1sJ60iBmf1EH0S8OFv6Aq+wo7Z8/A/+BNdJo4MWHqMNpUEZtvtYl96n5mzU7C1XcwDUQnSl0vqFJzTMLFPiUS32FjCUgwoMfUNSx0rovKzkR+1PWCqtT9s5id5Irv4AbCrxMqXuVb7DODcDBdjf2FEJwr558eGpo6VGYbziau7Gkxh5gDE2imrSDCy5LvO8US7BCOq+liup7bQX/dvD3Q0KmExnYnTFfbcyHEmfyhNNDUqQwhDtRc24fErf2oTBa3o3ywdktm7p9b6BHUkxpfxNDM+zeivc3RQkH48A9w3FCJKacjqDvqPVbbXyDk6eTQqaxLdpD9S8bcSM0vKtJdP570ZU2BdEIHdWDm2RyqD48g1MMETZGrQI4tCUgCkkAZICBU7JVXWdi2KTvcowjotJ9PO26l/+VDfFFdLBixYq8kaZk1tjED2TyvE3dWDGBk6gziln9MRYFhqUPs750KYPLQ0ax8MIK4eF9airZFNYh9ScQkVuzTCbE3Zmz9MHa7Hsej8xocLpxiQh2xRiNe7O9xKmAyQ0ev5MGIOOJ9Wwr/svKWiP1anG7sYuCzj/3N/Bnnllswax3PsZZBhE80J/pZsTdbhs3V/zL4mX0ygxwwXevEjV0DeW6ozfaYBrpyc+en5H0PuL8JO5PFWF87gsdOWyy2V8X8r8asPDAF8+w9jOj7EynnE2m9d2+e2K91usGu5yYHmS8dM4oPxj8j9ikbcewYwbDVhkwab8y2qPFqqUYIvM7LoSUBSUASeGMCQsWeLFIu3oR6ddFLWoNdmwCczx/gM6M3nvb/HEC02N87G02i/oe0qaVFeuggWm+0I25zv/z7mqCPeLFXEDF/Mucta7JtXCpzYsuD2JdMTELFXhGOi8FXtL15inGGCsIc9JlmlUKs1zuCzrz8YYWLvSKC+ZPPY1lzG+NS5xArxf718vncU3FUFXt9Fw5bNKaaRn6VXdd6HtGz0nC3DGdIeE82WfnRNHgXH6xs+7RiX/UT9tVtjLFqH+3mjNm+gQGxTui7HMaicTXyh9LFel40sx70Q29QAp3am6KZq+BuwjlynAKIXNobvQBbLCL78/WNlaQvO8DYiyNwO9oDi+AFVNulEvt3cTlsQeP8yaGha828aD+6bO/9kjGtueTxWOwb8+cPNnQ/7UOcnxG+bZ15uOo4c1qroRzxeqmRe0kCkoAkoBYCYsU+PwRF+CQ6DpzDqTqziYmYiKVIAwbEiv3TtGRf2oiH4zLqrtjL9A5iX4QlXuwL4rrvj81Hl5ldLsS+ZGISKvYZgXQxWI9nejhulbKJHW6Ek/FJkmbktxyL+ggX+yepsuGjy7Ol2L9uIv8h9qYvqdhbhjP05A+03DmIzgsbMqbJZiI+LmjFecWKfQ1/G/5Y242rG7zw2NKOgIhZdDaAjHW2WESNIrrVAgbcm8+EK96cGPMtGS4jMcwT+5dX7AsfM4sjgwvEfkll5ncwZ2aKJeZVIO1SLKkO/+XKaisqvS48uZ8kIAlIAuWAgDrEPh9TKpt7mbHA+gq/jxLbiyNe7JXcOzwft8/DaOkXxCyrGsJbO6XYv8FiU/OXFaFi/ygIG/0luNyPZoheFtGDDRhqcZWEycZvAOjfd5Vi/++M3mQLMS+oyuux/19i7491hWRCBnXk8533+GhFEltVPfavKPZPW3HSiPBshMON2SSEDuRdVcU+ajTnZ17gE/sQlNW6smxHb9a3GvGvYl/4mC4kFVTs748Ioo1bNuv+mEULbVDeWoVNq914xIfgavgmqZD7SgKSgCRQtgkIFfusGCa2n8Z723bxZe0MQvoYM73jFY6PqyEUmmixzzo5n57uMTj/FIhnM8F/figgJcX+DU6Z8iT2yov41GvDreBk/NskM7dZE+KW3mVTN5G/8FBDK46s2Oc+fXTNG5zr/7sVB6jQnimhPdjeQ1Wx98e6IiiTtzKwlTsPF9wh5H+I/XOtOHlDTSHUajMtnu2xT9+PZ0M7rs9LZHP2UBpHjebi6mb80Pk9VnU/w4kpCrxbPBb751txoALtp4SzVHPo8337T8Y8g3d4XXroH2dfRWeGv7ON2GlNCn5lncomx0as6vo7+7+s/QYE5a6SgCQgCZRtAkLFHgVxs7vSbX4ajd+7wxmlO1uj5vKx4CfIiBX7NIKczXD5pQLV381v59TpvpD4Df0xEHgqSLF/A7jlSexRkhzkirnLAczqpnHZ9DviIsfQSHBnsazYv8H5V4RdxVTsi3BguYkkIAlIApJA+SIgVuzzWeXcv8aV++9Qq3YVdNSAT6zYqyGAQg6hNrFXc3jVqlXDyMiIhIQENR9Z3OGEtuI8/gtOahKJKfrUa2Ak9GlMjympS+zFZaXwkcv34y7VTVMeTxKQBCQBSaDECahD7NUdpBR7dRN//eNJsX99durcU4q9WNqyYi+WrxxdEpAEJIG3hoAU+7KRalmxLxt5Us1SHRV7ddOQYi+WuBR7sXzl6JKAJCAJvDUEpNiXjVRLsS8beZJiX3bypJppuWvF0dPTy+tt69q1a9nKhJytJCAJSAKSQLEQ2LBhAzk5Obi7uxfLeKVhkAMHDnD16lWcnJxQ3efKw0eVI1WuatasiZWVVXkIKS+GgIAANDU1GTBgQLmJadu2baSlpZWrNXX+/HmOHDlCy5Ytad68ebnJler8GzVqFIsXLy7RmIqtYq+lpYVSqSzRYOTBJQFJQBKQBCQBSUASkAQkgZIg0KtXL8LCwkri0E+OWWxi/9zjLks0JHlwSUASkAQkgZIgIFtxSoL6qx9TtuK8OrOS2kP22JcU+Vc/brlrxZFi/+ongdxDEpAEJIHyRECKfdnIphT7spEn1Syl2JedXEmxLzu5kjOVBCQBSUASKAIBKfZFgFQKNpFiXwqSUMQpSLEvIqhSsJkU+1KQBDkFSUASkAQkgeIjIMW++FiKHEmKvUi6xTu2FPvi5SlyvMZNkwAAIABJREFUtPIt9tlHmNV7JCG3cwsYalDVbiG73Y5iO0EX/+1e1LoTwXcjfdiSmEmujilW45fwXd86JM6zZYKuP6FedeDRadaPGcGMXy6RXbEqjfr4sMTXmfdvrKBvzwWcyH4mRdoN+CxwIg//M5Gw1MfHBQ0TJ5aHjuPRdBvG7EhBiQYa2pUwsujFpAXeWNXUzBtEEeOLy/SHjAyeQXd91f+IwNt6HDvvgYamFpUMG9Jj1Hd8Y/8eF56dY2H7ijxz5NiSgCQgCZRSAsLFPuMU6yd7sybubyw+nc68ER9gIJiF8BdU5Vxhh89XzN5zixrWk1g04xPqaIkNSrzY53Blhw9fzd7DrRrWTFo0g09EBwWIfUFVycQkXOxTIvEdNpaABAN6TF3DQue6aIs9/RD+HPsSWFMqZOVb7B+F4mq6mK7ndtBfVxWuBho6lajwx1Aqdtcn/t58rg8zZ1rTvUSOt0DrWiBO7VbS9eg+2vlUprt+POlLjAiwNce7hj/7V7rwvjKBQPcOfJG7iqStvdHNUPB35jYcq6/AIXkv7npa6OSG4fLeauwvhOBcOf/M1NDUobJuNkH2NVnbJ5Gt/SpD1m2ifKxxS57Ln1v6oEs6oYM6MPNsDtWHRxDqYYJm5gZsqwfifHkLfSvnkB6/mN7d9/PZxT00n1gxf47LmkJh+wpeFHJ4SUASkARKIwGxYv+IiM+a8ZXBcrZ5abHY9nNyfjzPsg5iNUSs2Cu5urAtTXe4ExXQif2fdmRr/8sc+qK60PSKFnvl1YW0bboD96gAOu3/lI5b+3P50BeIjUqs2JdUTGLFPp0Qe2PG1g9jt+txPDqvweHCKSbUyS94ivqIFfuSWVNvh9ibLcPm6n8Z/Mxjf7OODH4i9tc8auOlvYits/vSsro2t8+cIKNWU5K/zJfmB1+H0KRRPIvu/YxNpYLT6/5PWFVZhN2tWEabAI+CsNVdTJ+0Q3ymOk5mEA6ma3G6sYuBzz1uOJPN9qYEut5k56d53zS4v8kOk8XWXDvyJcYpG3HsGMGw1YZMGm/MtqjxNFCoxH4jA2/vxE21S/YRRtUdhP6e49jP030q9oXtK7jaImqxyXElAUlAEngTAkLFXhHBsGZ+tA0ejf4fd3ivszWt6xqiJ9brESv2kJVykZvUo65eEmvs2hDgfJ4Dnxm9SRr+dV/RYk9WChdvQr26eiStsaNNgDPnD3yG2KjEin1JxSRU7BXhuBh8RdubpxhnqCDMQZ9pVinEer3zr+fQm2wgVuxLZk29HWJf9RP21W2MsQag3Zwx2zcw+Pbjiv0yGqdEMn/UOPy2HuPBex3oO2ou80d/wEWPfLH/q/dM3h3dlEtnpmD2+MtjTjxf1+nEg+BkVrXXKVzs9V04bNGYaqrjooGu9Tyi/bqwvbcegxI60d5Uk1zFXRLO5eAUEMnS3tVI/sGG7qd9iPMzwretMw9XHWdO45/pqTcWxVAHGmplc+/MbsI1viZ6vxf3hz6u2Dfmz8L2bS34TvMmK0ruKwlIApKAIAJCxT5jLd3f8eRyVw/6/98DQtbe4ouDe/migdhKimixz0uFIpxJHQcy51QdZsdEMNEyvwAl6iNc7PODInxSRwbOOUWd2TFETLREbFSCxb6EYhIq9hmBdDFYj2d6OG6VsokdboST8UmSZtQRderljSta7EtiTb0dYv+/KvYpM6l05jaGzc2pqpnB1YOBTBwwmexFlxi3wzBP7O8PWYlpLy323FhEy8fXbcV+BhkOpfaJRGa8r/mKFfsa+Nv8wdpuV9ng5cGWdgFEzOqMgfIS8zuYMzPFEvMqkHYpllSH/3JlyW36VF1I843T6FSxAno1m9C2dW30yOLI4AKxX1K58H1XW/H4jwxCV4ccXBKQBCSBUkRAqNhn/oSN3jJ63j7CaONsjo2zYETNaH77uqZQAmoR+4IIUjf3wmyBNVd+HyW0bUU9Yv8kKHqZLcD6yu+MEtyLI7bH/pnTLHWz2mISKvaPgrDRX4LL/WiG6GURPdiAoRZXSZhsLHRNqUXs1bympNj/NYKgNg7cW3WCxe1V3+Ez2TPInHmdjjEzukZ+m8vCh4yt351LC08T4myGJkqure9BwxkdOJYwnaYq2X/dVpy0CDwbOXBjdgLbWq2krVs26/6YRQttUN5ahU2r3Xj85kRAo2dacZ6c5k/F/v6IINoUtm98CK6GQteFHFwSkAQkgVJHQKjY58TznyYO/L35HPMss9gzuBELO59kj0cVoRzEin0WMRPbM+29bez6sjYZIX0wnt6RK8fHUUNgVKLFPitmIu2nvce2XV9SOyOEPsbT6XjlOONEBiX4x7MlFZNQsVdexKdeG24FJ+PfJpm5zZoQt/Qum7pVFHj2ia7Yl8yakmJ/bxmmB6dg5x6IooklJpnnSdTpz7od49EY+fSHqY9OLce11xSOVmmGufYVTt1vx+xfNvJ5E538k64wsX+uFQeo0J4p4UvRHPp8j336fk8a2l3Fc8BFdtTcTuy0JuT/YSCVTY6NWPXhf6g89b9Pe+z/IfbH2VfRmeHvbPvnvl1/Z/+XtYUuDDm4JCAJSAKljYBQsUdJ8o7hdBkRhVGDXC5n9mVz5Cw6qZ5iJvAjVuxBETebrt3mk9b4Pe6cUeK+NYq5H4v9siJa7FHEMbtrN+anNea9O2dQum8lau7HiI1KcCtOCcUkVOxVayrIFXOXA5jVTeOy6XfERY6hkeBuYtEV+5JYU+Vf7It6kVVmkHzlOmmVzahfU5/Cf4edxb2rV7itZUIDM4MC+S7qAeR2koAkIAlIAuoiIFbsC6LIuEXiLQ1MG5gI79lWHVG02OdFlXOfa1fu806t2lQpqFuJzJlwsc8PivvXrnD/nVrUVkdQgiv2+flQf0xixT4/quzUJBJT9KnXwAixtfr844kW+5JYU1LsRV6x5NiSgCQgCUgCJUJALWKv5sjUIvZqjkk9Yq/moNQi9uqPSR1ir+6o1CL26g6q3D/HvgSAykNKApKAJCAJlCwBKfYly7+oR5diX1RSJb+dFPuSz0FRZ1C+X1BVVApyO0lAEpAEJIFyQ0CKfdlIpRT7spEn1Syl2JedXJU7sdfT08PQ0JCPPvqo7GRBzlQSkAQkAUmg2Ahs3ryZnJwc+vfvX2xjlvRAUVFRXLt2DQcHB1T3ufLwUSqVbNq0iRo1atCtW7fyEFJeDBs2bEBDQ4NPP/203MS0Y8cO0tPTy9WaSkxM5OjRo7Rs2ZKmTZuWm1ypzr9Ro0axePHiEo1JIzc3N7c4ZqClpYXqYqFaVPIjCUgCkoAk8PYReHw7KU/3gWdvkeUlrvIYk2q1lefzr7yce8/mSfXf5S2uXr16ERYWVqIX/2ITe9U3f29vb7788ssSDUgeXBKQBCQBSaBkCMhWnJLh/qpHla04r0qs5LaXrTglx/5Vj1zuWnGk2L/qKSC3lwQkAUmgfBGQYl828inFvmzkSTVLKfZlJ1dS7MtOruRMJQFJQBKQBIpAQIp9ESCVgk2k2JeCJBRxClLsiwiqFGwmxb4UJEFOQRKQBCQBSaD4CEixLz6WIkeSYi+SbvGOLcW+eHmKHK18i332OebZTkDXfzvDrszEZZ0Jvv6eNFG9pjj7BMuGh9JsuQ9dKipI3PotE+bu4OyDv8nVb477nBVM+rg62VFTsR0bRuqTn/ZqYOK0nOAP99C/0PEmU2OJLRN0/Qn9LImptmMJe7ozGiZOLA8dx6PpNozZkYISDTS0K2Fk0YtJC7yxMj7/ZM5edVTvwFUQ4+vC9IcjCZ7RneffWp7F/m9sGP/rA9VPP6jwbi3auk1k2tB2VM2Oesmx/0O7x69pVuzlPz2/5Wb/AH4cWj//bbpZMfg6TeKG+xb8TJYVGnvouEdMtxnDjhSl6hcnaFcywqLXJBZ4W1FTEzJPrmGM1xz2XH2EpmFrPvdbycQu1fPf6KuIwddlOg9HBjOje340Wfu/wWb8r+RFUeFdarV1Y+K0obSrqtrjEafXj2HEjF+4lF2Rqo364LPEF2fziqBMJuK7kfhsSSQzVwdTq/Es+a4vDQS/hlrkgpRjSwKSwJsTEC72KZH4DhtLQIIBPaauYaFzXURfdtT2gqqUAyxa8RefTHaiXt5NQdxH3WKfcmARK/76hMlO9YS+Pb5atWoYGRmRkJAgBF5KpC/DxgaQYNCDqWsW4lxX9NmnhlacElhT4l9QlUKk7zDGBiRg0GMqaxY6o4ZUUb7FPusIgyt2Rz/+HnPjXTFx3UOLOTEcmNAMbUUEXpbf0yk2GOt9/Wk0QsmCfasZYFGZ1KPTsbI9hNfZPbgccMR0tT0XQpypnLdENdDUqQzbnF8y3gbqflGR7vrxpM89jYPpauwvhOCcvzMamjpU1s0myL4ma/sksrVfZci6TZSPNW7Jc/lzY02+KJjzsqbakB7KoA4zOZtTneERoXiY5OlxwSeTTb3N+KnveX520iHjehR+A4ZyeFAMUUOPveTYOvmCrfpkrKNnjS+IaebNb9HemGuBInw4HzhuoNKU0xyoO6rQ2HWzg7CvuZY+iVvJn34UPtZuJM/9k6C2P9PdfDqNg6NZYmvGg4PjaN05mnFXY/CqpUl66CA6zDxLTvXhRIR6oAonc1NvzH7qy/mfndDJuE6U3wCGHh5EzH4v9DbYYu5dA//9K3F5X0lCoDsdvshlVdJWev0+GPNpTdkbOR4LrWsEOrVjZdejHBxd62mMQi6rclBJQBIozQTEin06IfbGjK0fxm7X43h0XoPDhVNMyCvEiPuoReyVN9g4oC39j7gQc34h/yfYF9Up9sobGxnQtj9HXGI4v/D/hH4REyr26SHYG4+lfthuXI970HmNAxdOTUDw6Se4x75k1pRosU8Pscd4bH3Cdrty3KMzaxwucGpCHeF+8haJ/ae03GJG6/hjtAwKZ6J5dIHYryDVuh6/jrzFLy6P6+E5nI/YxUNLWxrudcR0rRM3dg3k2ScHZ/7s/JLxXhT7tTjd2MXA5x47nMlme1MCXW+y81PdvDvB/U12mCy25lrUB4x/RuxTNjrSMWIYqw0nMd54G1HjGzxTacgX+839b7DDNX+c7N/G0NDDgMu/NcXBtLBjP3PjyViHrcV2qpr/ReOVB5hins2eEX35KeU8ia33sk8l9oXETuZm7E0Dcb25k/zp32eTnQmLrZPYeLcjFvGLSNvai0p5h1KQePgo/L/OvP9OChsdOxIxbDWGk8ZjvC2K8Q208sV+c39u7HAlb7js3xjT0AODnTvQdmxK/KJ7/GyTP5rqWD9ZVWGR3S2iLcZT20ubRVtn07dldbRvn+FERi0s670j7u4qR5YEJIFST0Co2CvCcTH4irY3TzHOUEGYgz7TrFKI9RJ73REv9tmcW9qPsbcbkrMth2+PLyg/Yp99jqX9xnK7YQ7bcr7l+IKyK/aKcBcMvmrLzVPjMFSE4aA/DauUWASffmLFvoTWlFixVxDuYsBXbW9yapwhijAH9KdZkRLrhdgrBW9Txf5TLMOHEN5zE1Z+TQne9QEr235PpyPjiDIfSJUD5/BtpMHtQz+x4cgdlGjxfs+RWMX3Rd/lMBaNq5H3ZHwNXaznRTMrzb3w8WJfEHt9Fw5bNKZa/s7oWs8j2q8L23vrMSihE+1NNclV3CXhXA5OAZEstb6Ex2Oxb3yHH2y6c9onDj8jX9o6P2TV8Tm0flJF+afYk7qMTg2OcvB6bxwKPbZtgXDnV+xtLSLp//UNVqYv48DYi4xwO0oPi2AWVNuVJ/aFxe7XZTu99QaR0Kk9ppq5KO4mcC7HiYDI+VQebYCneQIXvq33j2+lyj9/wKb7aXzi/DDybYvzw1Ucn9OarBfFnlSWdWrA0fHrye43nqaXzjDF7HE1LIf4r+vQ6UEwqSsbEDl/FOP8tnLswXt06DuKufNH86Gx2MpZqbcaOUFJ4C0nIFTsMwLpYrAez/Rw3CplEzvcCCfjkyTNqCOUumixzzw6Fac5NVi8VpevPzzJf8qN2GdydKoTc2osZq3u13x48j9lWuwzArtgsN6T9HA3KmXHMtzICeOTl5khuGQvtMe+hNaUWLHPILCLAes90wl3q0R27HCMnIw5eXmG8L+uvFUVe8vwoZz8oSU7B3VmYcMxNNkcwce/zeZsmzZc//4WP3atQPLBdQQcukXCBm/iPR8QUX3gSyv2hY73otgXWjVXVexr4G/zB2u7XWWDlwdb2gUQMaszBs+0Dy2pvIgO5jNJsTSnCmlcik3F4b9XWG31uHr9T7HPOfMNze3SOB3fvogV+yhGRbdiwYB7zJ9wBe8TY/g2w4WRhvli/9KKfQ1/bP5YS7erG/Dy2EK7gAhmddYnfmwtOqWHkLzq/9DJu80pufFbJKkNOqG7tiPmM1OwNK8CaZeITXXgv1dW8+G2Fyr2OWf4prkdaas3ke3wCVp7brCo5eNmTwX7BxkytHYcfwzO5LZhc8yrapJx9SCBEwcwOXsR14P7PPfXFaF3Wzm4JCAJlDoCQsX+URA2+ktwuR/NEL0sogcbMNTiKgmTjYVyECr22SeZ+oENey3d6GBwjq3rkukycxF+Xh2pIjAqYa04f62ip5knuxUVaOk5BEJPYenWAYNzW1mX3IWZi/zw6iguMpGtOI+CbNBf4sL96CHoZUUz2GAoFlcTEHz6ia3Yl9CaEiv2jwiy0WeJy32ih+iRFT0Yg6EWXE2YjNgrxVtXsR/KSX9rKiSHMKjj5+y89xErkoJoPr8FHx7+muM7B1Mnzx9T8nrg/XrcZd+/if0/xtv0Qo99EVpx0iLwbOTAjdkJhLokFVTs/2JE0P/hlr2OP2a1QBslt1bZ0Gq3B/EhrhjmXWxfFPv7HPBqxRDNAC7PuVFksR99fiYXPrEnRFmNrst20Ht9K0b8m9g/04qTFuFJI4cbzE4IxeX6V9S1usUPF3+mtxHw1w4cTQdRbe8Bao52J3vdH8xqoQ3KW6yyacVuj3h+yh30XCvO/QNetBqiSUDCAipOqk/3Sws5HeKMqmivvLaeHg1n0OHYGVyCWuNwbxUnFrfPa+HJ3DMI83mdOBU+jKoCb0ZyaElAEijdBISKvfIiPvXacCs4Gf82ycxt1oS4pXfZ1K2iUChCxV55g/1rg/jjnhL+/oMfF9zAdskiprq1FNo2IEzsn8mE8sZ+1gb9QX5oP7Lghi1LFk3FraW4hgiRYq+86EO9NrcITvanTfJcmjWJY+ndTQg+/cSKfQmtKbFir+SiTz3a3Aom2b8NyXOb0SRuKXc3dUPsleItFfuKKEneOpBW7g9ZcCcEV51ENni6MGl/Lu/X1+NOwnmyWoxg6Q/f0OmQ4/PtKECF9lMI7bGdHqq/APhb8/x4m58X++faYfJ2Zkr4UjSHPt9jn77fk4Z215l3xpvwuj3QP76His4jeWdbLNOaFFSrUzfh2GgVXX/fx5e1Ve0mmWyy02PAscY0MoRsxUMqNB/D+sDRtNYIeqEV5/Gxf+TTx18X81pxohh9cTXNfujMe6u6c+bEFBTeLZ6I/XOtOAWxhy/VZOhzPfbp7PdsiN31eST+8glJM62wmn0Di1Y1uXs8gWpfbmOXw046Dn+HbbHTeBqOI41WdeXy53vQG3CMxvlB8LBCc8asD2R0az14dIrlrr2YcrQKzcy1uXLqPu1m/8LGz5ugk7qfKXbuBCqaYGmSyflEHfqv24F3++efHST0bisHlwQkgVJHQKjYq+4fQa6YuxzArG4al02/Iy5yDI0E/9BUqNg/m8HM9di3LU+tOE+Dy1xvT9sy3oqjehpckKs5LgfMqJt2GdPv4ogc00joj4FVBIW24pTQmhIr9qoH9wXhau7CAbO6pF025bu4SMaIvlBQ3sX+FW83ykd3SLr+kCp1a1NV8EX6FadW5jZXZtwiMSkDg7r1MNF98573rHtXuXJbC5MGZhg89wg2JRnJV7ieVhmz+jXRf/NDlTnWcsKSgCTwPAGxYp9/rOzUJBJT9KnXwEh4BU51PLWJvRpPJnVU7NUYzpNDiazYF5x9pCYlkqJfjwZGouu/+UcUK/Yls6ZEi33BhYKkxBT06zVATakq5z+eLYkVLY8pCUgCkoAkUKIE1CH26g5Qir26ib/+8cSL/evP7XX3VIfYv+7cXnc/tYj9607uDfYr3z+efQMwcldJQBKQBCSBsklAin3ZyJus2JeNPKmrYq9uGlLsxRLXyM3NffJu1zc5VI0aNfD29ubLL798k2HkvpKAJCAJSAJllIAU+7KROCn2ZSNPUuzLTp5UMy13FXs9PT2qVq1K586dy1Ym5GwlAUlAEpAEioVAUFAQOTk5uLm5Fct4pWGQgwcPcv36dXr37o2+fvl4QIBSqeTnn3/GxMSEjz/+uDRgLpY5bNq0CQ0NDVxdXYtlvNIwyC+//EJ6enq5WlOJiYn8/vvvqAoBzZo1Kw2Yi2UOqvNPVdxesmRJsYz3uoMUW8VeS0sL1cVCtajkRxKQBCQBSeDtI/D4D8Dl6T7w7B+1y2NcMqbSvU7lmird+Xl2dqpc2dnZofoyVpKfYhN72YpTkmmUx5YEJAFJoOQJyFacks9BUWYgW3GKQql0bCN/PFs68lCUWZS7Vhwp9kVJu9xGEpAEJIHyS0CKfdnIrRT7spEn1Syl2JedXEmxLzu5kjOVBCQBSUASKAIBKfZFgFQKNpFiXwqSUMQpSLEvIqhSsJkU+1KQBDkFSUASkAQkgeIjIMW++FiKHEmKvUi6xTu2FPvi5SlytPIt9tnnmGc7AV3/7Qy7MhOXdSb4+nvSRPVW2ewTLBseSrPlPnSpqCBx67dMmLuDsw/+Jle/Oe5zVjDp4+pkR03FdmwYqU8exqmBidNygj/cQ/9Cx5tMjSW2TND1J/SzJKbajiXs6c5omDixPHQcj6bbMGZHCko00NCuhJFFLyYt8MbK+PyTOXvVUb1GVUGMrwvTH44keEZ3nn8WQhb7v7Fh/K8PAA0qvFuLtm4TmTa0HVWzo15y7P/Q7slbdZUkR3zHSJ8tJGbmomNqxfgl39G3AZybVxDDiEpEfDcSny2JZObqYGo1niXfOaKxqi89F5wg+5mzU7vBZwROfMh/Jv6TV+i4B3zT81tu9g/gx6H1yXt5bFYMvk6TuOG+heX9jF8S68vmKF8NLPLCIMeWBMoyAdFin31lJ7Nn+HPwpg5NnCYwdVgbqggGJv4FVSlE+g5jbEACBj2msmahM3UFX2bFi302V3bOZob/QW7qNMFpwlSGtRGdKRD9gqqUSF+GjQ0gwaAHU9csxFl0otTRipMSie+wsQQkGNBj6hoWOtdF8OmH+OfYq39NqS5D5Vvss44wuGJ39OPvMTfeFRPXPbSYE8OBCc3QVkTgZfk9nWKDsd7Xn0YjlCzYt5oBFpVJPTodK9tDeJ3dg8sBR0xX23MhxJnKeRduDTR1KsM255eMt4G6X1Sku3486XNP42C6GvsLITjn74yGpg6VdbMJsq/J2j6JbO1XGbJuE+VjjVvyXP7cWJMvCua8rKk2pIcyqMNMzuZUZ3hEKB4mKtl//MlkU28zfup7np+ddMi4HoXfgKEcHhRD1NBjLzm2Dk9GeLSHwebTaLo3kvEWWlwLdKLdyq4cPTiCGx75MdztPQ/zaU3ZGzkeC61rBDq1Y2XXoxwcYcxDxd9kbnOk+goHkve6o6elQ26YC+8Vwkv37wB61viCmGbe/BbtjbkWKMKH84HjBipNOc1vE2oXHutL5ziaWs+iEHxTlcNLApJA2SEgVOyVSSyztiVm4GbmdbrDigEjSZ0Rx/KPKwoFJFrs00PsMR5bn7Ddrhz36MwahwucmlDn6f1CQHSixV6ZtAxr2xgGbp5HpzsrGDAylRlxyxGcKrFinx6CvfFY6oftxvW4B53XOHDh1ATy6oACP2Ir9umE2Bsztn4Yu12P49F5DQ4XTjFBcFCixb4k1tRbJvaf0nKLGa3jj9EyKJyJ5tEFYr+CVOt6/DryFr+4PK6H53A+YhcPLW1puNcR07VO3Ng1EL1nlfpn55eM96LYr8Xpxi4GPrszmWy2NyXQ9SY7P9XNG/X+JjtMFltzLeoDxj8j9ikbHekYMYzVhpMYb7yNqPEN8qvdeZ98sd/c/wY7XPPHyf5tDA09DLj8W1McTAs79jNBPNqNe20vtBdtZXbfllTXvs2ZExnUsjTj9OACsbebQ20vbRZtnU3fltXRvn2GExm1sKz3Tt5Aj4Js0V3ch7RDn+XxyQxyKJQXGeuwtdhOVfO/aLzyAFPMs9kzoi8/pZwnsfVeYibUptBYXzrHeuTPQH4kAUlAEniegFixv8fZ6ET0P2xDLa10Qge1ZqNdHJv75V+DRX3Eir2CcBcDvmp7k1PjDFGEOaA/zYqUWC+h11nhYn/vLNGJ+nzYphZaqiJZ643YxW1GcKqEir0i3AWDr9py89Q4DBVhOOhPwyolFi/BN0ShYq8Ix8XgK9rePMU4QwVhDvpMs0ohVnBQYsW+ZNbUWyf2luFDCO+5CSu/pgTv+oCVbb+n05FxRJkPpMqBc/g20uD2oZ/YcOQOSrR4v+dIrOL7ou9yGIvG1ch7Mr6GLtbzopmV5k6h48W+IPb6Lhy2aEy1/J3RtZ5HtF8XtvfWY1BCJ9qbapKruEvCuRycAiJZan0Jj8di3/gOP9h057RPHH5GvrR1fsiq43No/eTvU/8Ue1KX0anBUQ5e741Doce2pdKTO4+S25HzGTXOj63HHvBeh76Mmjuf0R8a8FuB2KcvMSZy/ijG+W3l2IP36NB3FHPnj+ZD4/zyQGFiXxgvv482Y2sRSf+vb7AyfRkHxl5khNtRelgEs6DaLmK+rvCSWF82R2OhlSRRN2c5riQgCYgnIFTsn0w/m0sbPXBcVpcVe6fT4bniTfHHKFbsMwjsYsB6z3TC3SqRHTscIydjTl6eIbQSLFrsn6bqEhs9HFlWdwV7p3d4rkhX/JkS24ovC2A3AAAgAElEQVSTEdgFg/WepIe7USk7luFGThifvMwMwdVtoWKfEUgXg/V4pofjVimb2OFGOBmfJGlGHRHpeTKmWLEvmTX1For9UE7+0JKdgzqzsOEYmmyO4OPfZnO2TRuuf3+LH7tWIPngOgIO3SJhgzfxng+IqD7wpRV7y/BCxntR7Autmqsq9jXwt/mDtd2ussHLgy3tAoiY1RmDZ9qHllReRAfzmaRYmlOFNC7FpuLw3yustnqs5v8U+5wz39DcLo3T8e3/tWKvvHeRk7cNaW5eFc2MqxwMnMiAydksur6Bml6qiv1Jrn+Vw23D5phX1STj6kECJw5gcvYirgf3ybs4vlrFPopR0a1YMOAe8ydcwfvEGL7NcGGk4S4O9Q0qNNZVH9x4yRyD6SP4Rir0iiIHlwQkAWEEhIu98h6H57vxeVhL/IJmYVVDcB8EIFbsHxFko88Sl/tED9EjK3owBkMtuJowGdWvn0R91CH2ynuHme/2OWEt/QiaZYUaUiW0Yv8oyAb9JS7cjx6CXlY0gw2GYnE1gckiEyW6x/5REDb6S3C5H80QvSyiBxsw1OIqCYKDEiv2JbOm3k6x97emQnIIgzp+zs57H7EiKYjm81vw4eGvOb5zMHXy+lxS8nrg/XrcZd+/if0/xtv0Qo99EVpx0iLwbOTAjdkJhLokFVTs/2JE0P/hlr2OP2a1QBslt1bZ0Gq3B/EhrhjmXWlfFPv7HPBqxRDNAC7PufGvYp9zeiotHe6x6sRi2qv+ipy5h0Hm8+h06leafaUS+xMcNeqPw71VnFjcnvxNBmE+rxOnwodR9TXEfvT5mVz4xJ4QZTW6LttB7/WtGGEYxuoMx0JjPTHjLB8XOsdwhqkmID+SgCQgCbxAQKzYZ3Fyfk/cY5z5KdCTZmI7cJ5EJlbslVz0qUebW8Ek+7cheW4zmsQt5e6mboj85YBwsc86yfye7sQ4/0SgZ7O8e5g6PiJ/PKu86EO9NrcITvanTfJcmjWJY+ndTXQTmSjRYq+8iE+9NtwKTsa/TTJzmzUhbuldNgkOSqzYl8yaemvFviJKkrcOpJX7QxbcCcFVJ5ENni5M2p/L+/X1uJNwnqwWI1j6wzd0OuT4fCsOUKH9FEJ7bKeHqmLvb83z421+Xuyfa4fJ25kp4UvRHPp8j336fk8a2l1n3hlvwuv2QP/4Hio6j+SdbbFMa1LQVZ+6CcdGq+j6+z6+rK2qEGWyyU6PAcca08gQshUPqdB8DOsDR9NaI+iFVpzHx/6RT598s09l/xQ73AMVNLE0IfN8Ijr917HDuzXxj1txZtxmip07gYomWJpkcj5Rh/7rduDdPv/3CP/ailPAK3xJFoMsohh9cTXNfujMe6u6c+bEFBTeLRhh4EuHddNeEusWmq2yL2SO7V94QpA6LtfyGJKAJFAWCAgV+7QgnM1c+KVCdd7Na4vUofvCeDb0NxCKRqzYgzI5CFdzFw6Y1SXtsinfxUUyppHY55KIFvu0IGfMXH6hQvV385+wotOdhfEbEJwqoRV7lMkEuZrjcsCMummXMf0ujsgxjYQ/QUZoK47KyYJcMXc5gFndNC6bfkdc5BgEn37Cn4pTEmuq/Iv9K15mlY/ukHT9IVXq1qaq2OvZK85M7ObKjGSuXE+jsll9auoX9idlJRnJV7ieVhmz+jUpdBOxU+Tf5yh4AnJ4SUASKDMEhIp9CVEQLfZ5YWWnkpSYgn69BhgJrgDnHS47mwoVKvD1118zb968EiJb/IcVWbHPn202qUmJpOjXo4E6EiW6Yl+QguzUJBJT9KnXwEjoX4oeZ1xsxf5JUGpdU1Lsi389yxElAUlAEpAESpiAFPsSTkARDy/FvoigSsFmYiv2JROgWsS+BEIr38+xLwGg8pCSgCQgCUgCJUtAin3J8i/q0aXYF5VUyW8nxb7kc1DUGUixLyopuZ0kIAlIApJAmSAgxb5MpEm24pSNNOXNUop92UlWuRN7XV1dqlSpQufOnctOFuRMJQFJQBKQBIqNQHBwMEqlEhcXl2Ibs6QHOnjwIDdv3qRXr17o6z9+mWJJz+rNjp+Tk8OWLVuoXr06Xbt2fbPBStHeP//8MxoaGjg7O5eiWb3ZVMLCwsjIyChXayoxMZFjx47RrFkzmjZt+maAStHeqvPvyy+/ZMmSJSU6K43c3Nzc4piBlpZW3gVdtajkRxKQBCQBSeDtI/D4dlKe7gPP3iLLY1wyptK9TuWaKt35eXZ2qlzZ2dnxyy+/lOiki03sa9Sogbe3d963FfmRBCQBSUASePsIyFacspFz2WNfNvKkmqVsxSk7uSp3rThS7MvOySdnKglIApKACAJS7EVQLf4xpdgXP1NRI0qxF0W2+MeVYl/8TOWIkoAkIAlIAiVIQIp9CcJ/hUNLsX8FWCW8qRT7Ek7AKxxeiv0rwJKbSgKSgCQgCZR+AlLsS3+OVDOUYl828qSapRT7spOr8i322eeYZzsBXf/tDLsyE5d1Jvj6e9JE9VbZ7BMsGx5Ks+U+dKmoIHHrt0yYu4OzD/4mV7857nNWMOnj6mRHTcV2bBipT37aq4GJ03KCP9xD/0LHm0yNJbZM0PUn9LMkptqOJezpzmiYOLE8dByPptswZkcKSjTQ0K6EkUUvJi3wxsr4/JM5e9VRvQVWQYyvC9MfjiR4RneefxZCNufmFRxr2BWmu6zDxNcfz/wAObFsOKHNljMxdxY243/lAaBR4V1qtXVj4rShtKv6N5FTXQnvspkZXfNfM6g4PJ1+IW0InW+LMjmC70b6sCUxk1wdU6zGL2FWqz249lzAiexnTnLtBnwWMIHMSePZkaIEDQ20Kxlh0WsSC7ytqKl8moe8mBQx+LpM5+HIYGZ0z49IsXcKg+PsCZzQVvirscvO8pQzlQQkgdchoB6xT2X/rNkkufoyuIHW60zzlfYR/ubZnCvs8PmK2XtuUcN6EotmfEIdwWGpS+yzr+xk9gx/Dt7UoYnTBKYOa0OVV6L/ahuLfvNsSqQvw8YGkGDQg6lrFuJcV3XPF/tRj9ird02p9wVV6outfIt91hEGV+yOfvw95sa7YuK6hxZzYjgwoRnaigi8LL+nU2ww1vv602iEkgX7VjPAojKpR6djZXsIr7N7cDngiOlqey6EOFM5b91ooKlTGbY5v2S8DdT9oiLd9eNJn3saB9PV2F8IwTl/ZzQ0daism02QfU3W9klka7/KkHWbKB9r3JLn8ufGmnxRMOdlTbUhPZRBHWZyNqc6wyNC8TBRyf7jTxZHBj8+Vjx9TVzZ02IOMQcm0ExbQYSXJd93imV9rgtmP/Xl/M9O6GRcJ8pvAEMPDyJm/1B+d6hJgNuf/Pqpbt6gj7Y5YrjIhsxId/YMNmda071EjrdA61ogTu1W0vXoPjwN/+bvzG04Vl+BQ/Je3PW00MkNpZ/ZWvokbiU/pCh8rN1InvsnW3qdfJIHVUzpoYPoMPMsOdWHExHqgSqkjHU9eX/fl1wJtFXLq6TFXgLl6JKAJFCSBISL/b1TBEweyuiVDxgRF49vS/FiJVbslVxd2JamO9yJCujE/k87srX/ZQ59UV1oGtUi9sokllnbEjNwM/M63WHFgJGkzohj+cf5xSwRH6Finx6CvfFY6oftxvW4B53XOHDh1ATy6oACP8LFvgTWlNrEXs2xvUVi/yktt5jROv4YLYPCmWgeXSD2K0i1rsevI2/xi8vjengO5yN28dDSloZ7HTFd68SNXQPRe2bRZP7s/JLxXhT7tTjd2MXAZ3cmk832pgS63mRngVDf32SHyWJrrkV9wPhnxD5loyMdI4ax2nAS4423ETW+AU+LKM+LvXPLLZi1judYyyDCJ5oT/azYb+7PjR2u5Ol79m+MaeiBwa4YGo9/76Viv9u9Nl7ai9g6uy8tq2tz+8wJMmpZUu8d1TeAIGx1F9Mn7RCfqWLL3Iy9aSCuN3eSH9J9NtmZsNj6Gkc8Lz4j9g/Y6NiRiGGrMZw0HuNtUYxvoCXFXuAFWQ4tCbxtBESLvSJiPpPPW1Jz2zhS58SWA7GHrJSL3KQedfWSWGPXhgDn8xz4zEjoqaMesb/H2ehE9D9sQy2tdEIHtWajXRyb++UXs0R8RIq9ItwFg6/acvPUOAwVYTjoT8MqJRYv1X1Z4Ee02JfEmlKX2Ks7trdK7C3DhxDecxNWfk0J3vUBK9t+T6cj44gyH0iVA+fwbaTB7UM/seHIHZRo8X7PkVjF90Xf5TAWjauR92R8DV2s50UzK82dQseLfUHs9V04bNGYavk7o2s9j2i/LmzvrceghE60N9UkV3GXhHM5OAVEstT6Eh6Pxb7xHX6w6c5pnzj8jHxp6/yQVcfn0PpJcegFsbcMZ0h4TzZZ+dE0eBcfrGz7tGL/rNiTyrJODTjqnUiv5fVeIvafo7wdyfxR4/DbeowH73Wg76i5zB/9IcaqykAhYt9bbxAJndpjqpmL4m4C53KcCIhcSu8qvz0R+yWGP2LT/TQ+cX4Y+bbF+eEqjs9pjUJW7AVekuXQksDbRUC02OfTvI+/zUdcnl0+xD4vJEU4kzoOZM6pOsyOiWCipTj5zasxZWdToUIFvv76a+bNmyf4JM3m0kYPHJfVZcXe6XR4rthWvIcWKfYZgV0wWO9JergblbJjGW7khPHJy8wQXLIXLfYlsabUJfbqju0tE/uhnPyhJTsHdWZhwzE02RzBx7/N5mybNlz//hY/dq1A8sF1BBy6RcIGb+I9HxBRfeBLK/aW4YWM96LYm76sYl8Df5s/WNvtKhu8PNjSLoCIWZ0xeKZ9aEnlRXQwn0mKpTlVSONSbCoO/73CaqtKBVehf4r90JM/0HLnIDovbMiYJpuJ+LigFedZsc85wzfN7Uhbe5JOs8343v4mewfnX+Uyf7anmr8jmf914OLJ2xg2N6eqZgZXDwYyccBkshddJ7iPXuEV+xr+2Pyxlm5XN+DlsYV2ARHM6mwAT2JKYeyuzpjPTMHSvAqkXSI21YH/XllNh82yFad4by1yNEng7SUgxf7Ncp+6uRdmC6y58vsoRDbjCBP7v1bR08yT3YoKWH7zO39MrcPh+W58HtYSv6BZWNUQ27ciUuwfBdmgv8SF+9FD0MuKZrDBUCyuJjDZ+M1y/m97S7H/N0LP/PuL59+3LdRaCHj7xN7fmgrJIQzq+Dk7733EiqQgms9vwYeHv+b4zsEFPxZKyeuB9+txl33/Jvb/GG/TCz32RWjFSYvAs5EDN2YnEOqSVFCx/4sRQf+HW/Y6/pjVAm2U3FplQ6vdHsSHuGKYdw4VJvb+WFdIJmRQRz7feY+PViQRqOqxf0bs7x/wotUQTQISFmEw1YIuN5dxcb0NBmRwaPj7OGmGcGvpu0xt6cC9VSdY3F5VtclkzyBz5nU6Rfiwqv/aipMW4UkjhxvMTghloFFBxf7EIYwGDSR73R/MaqENylussmnFbo94Ah/1lz32r3DdkJtKApLAywlIsX/VsyOLmIntmfbeNnZ9WZuMkD4YT+/IlePjqPGqQ73C9sLE/rk5ZHFyfk/cY5z5KdCTZmL/CJF3ZJFir7zoQ702twhO9qdN8lyaNYlj6d1NdBP3k4G8mKTYv8KJXeim6vsL31sp9hVRkrx1IK3cH7LgTgiuOols8HRh0v5c3q+vx52E82S1GMHSH76h0yHH51txgArtpxDaYzs9VBV7f2ueH2/z82L/XCtO3s5MCV+K5tDne+zT93vS0O468854E163B/rH91DReSTvbItlWpOCrvrUTTg2WkXX3/fxZW1VxeElYl8RlMlbGdjKnYcL7vBTrjN6A47RuJEhZCt4WKE5Y9YHMrq1HspbIXzezok1D2pRS/sW1yv2JSD6J/rX1SR1/xTs3ANRNLHEJPM8iTr9WbfDm/aqnyL8a499Ovs9G2J3fR6JW99ncuXu6G78jH1zDdgWO42nITnSaFVXLg0KQ/+LBP5fQ4O8lietOgNZE/I1avhN2puuVrm/JCAJlDICUuxfPSGKuNl07TaftMbvceeMEvetUcz9WOSzY9TUipMWhLOZC79UqM67eW2sOnRfGM+G/gavDqmIe4gUe5TJBLma43LAjLpplzH9Lo7IMY2EP01Oin0Rk//SzaTYvzbBN3nzrPLRHZKuP6RK3dpUFf+Qg9eOsfh3VPDX5YskK42p38CYx40+ecdRZpB85Tpplc2oX1MfsX/ALP7I5IiSgCTw9hFQj9irl6vYp+IUxJJzn2tX7vNOrdpU0REfn3oq9uLjePEIQsU+72DZpCYlkqJfjwZGgkv1BcGpR+zVmyv19tirL7byXbFXH0d5JElAEpAEJIFSQkCKfSlJxL9MQ4p92ciTapZS7MtOrqTYl51cyZlKApKAJCAJFIGAFPsiQCoFm0ixLwVJKOIUpNgXEVQp2EyKfSlIgpyCJCAJSAKSQPERkGJffCxFjiTFXiTd4h1bin3x8hQ5WrkTe11dXQwMDOjYsaNIbnJsSUASkAQkgVJKICQkBKVSSd++fUvpDF99WocPH+bmzZv07NkTPT2BD2F/9am99h6qHKlyZWxszEcfffTa45S2Hbds2YKGhgZOTk6lbWqvPZ9ff/2VzMzMcrWmLl68SFxcHE2bNqVx48avzaa07ag6/0aOHMnSpUtLdGoaubm5ucUxAy0trbwLumpRyY8kIAlIApLA20fg8e2kPN0Hnr1Flse4ZEyle53KNVW68/Ps7FS56t27N6GhoSU66WIT+zd5Kk6JEpAHlwQkAUlAEigWArIVp1gwCh9EtuIIR1xsB5CtOMWGUvhA5a4VR4q98HNGHkASkAQkgVJNQIp9qU7Pk8lJsS8beVLNUop92cmVFPuykys5U0lAEpAEJIEiEJBiXwRIpWATKfalIAlFnIIU+yKCKgWbSbEvBUmQU5AEJAFJQBIoPgJS7IuPpciRpNiLpFu8Y0uxL16eIkcr32KffY55thPQ9d/OsCszcVlngq+/J01Ub5XNPsGy4aE0W+5D53sRfDfShy2JmeTqmGI1fgmzWu3BtecCTmQ/g1+7AZ9t3kr7bfaM2ZGCEg00tCthZNGLSQu8sTI8yFTXcLpsnkHXvJfBKTg8vR8hbYKYVWE6Pb+9Sf+AHxlaXytv0KwYX5wm3cB9ywJMltkxNiyVJ78g1jDBaXko4x75FjrvJuOMWOZQ2PzCmGSpgyLGF5fpDxkZPIPu+o9jyOTkmjF4zdnD1UeaGLb+HL+VE+lieP4JJ686mjw6vZ4xI2bwy6VsKlZtRB+fJfg6m1NREcl0l3WY+PrjmQ+RE8uGE9psOT5dnn37XRon1k1h8rJ9XPu7AoZNnZg8ZzI2tbKJnOpKeJfNzMgHhOLwdPqFtCF0dv1ncjUNmzE7SFGChoY2lYws6DVpAd5Whhx82f7zuxH5jU3heampCYpEtn47gbk7zvLg71z0m7szZ8UkPq6u5Nw8Wybo+hPqVYfMk2sY4zWHPVcfoWnYms/9VjKxS/WCN+4qiPF1YfrDkQTP6M4TrCJXqBxbEpAEXpmAesQ+lf2zZpPk6svgBvnXdJEf8W+eTSHSdxhjAxIw6DGVNQudqSv4DexqE/vU/cyanYSr72DUkCpEv3k2JdKXYWMDSDDowdQ1C3EWnSh1tOKkROI7bCwBCQb0mLqGhc51EXz6If7Ns+pfU6prUPkW+6wjDK7YHf34e8yNd8XEdQ8t5sRwYEIztBUReFl+T6fYQKp+Yc60pnuJHG+B1rVAnNqtpOvRfXga/s3fmdtwrL4Ch+S9uOtpoVMZtjnUZG2fRLb2qwxZt4nyscYteS5/BihwqRmA25+/8qmuCu8jtjkassjmDr/q9KXGFzE08/6NaG9ztFAQPvwDHDdUYsrpCOqOeo/V9hcIca6cf2/Q0ESnsi7ZwX1fMu8NOOQqCpmfLhU10wkd1IGZZ3OoPjyCUA8TNFFyY213zKc3Jjh6CbZmDzg4rjWdo8dxNbI1PpXzOS0x2oituTc1/Pez0uV9lAmBuHf4gtxVSWztuZe+Jq7saTGHmAMTaKatIMLLku87xRLsmhcwoOTaj7a0/745q3f4YmP2iDPrhtBzZg3Wn5jDLdeaBLj9ya/5gHi0zRHDRTZk7m3+NFenHKm5tg+JW/tRmSxuR/lg7ZbM3D8DULi8ZP/IAWy2f0letnRhX/9GjFAuYN/qAVhUTuXodCtsD3lxdk9/LnlUpLt+PA8m/0Z38+k0Do5mia0ZDw6Oo3XnaMZdjcGrliakhzKow0zO5lRneEQoHiaaIu/jcmxJQBJ4TQLCxf7eKQImD2X0ygeMiIvHt6VoBQHRYp8eYo/x2PqE7XbluEdn1jhc4NSEOgVFjddMxL/spg6xv3cqgMlDR7PywQji4n1RQ6rEin16CPbGY6kfthvX4x50XuPAhVMTqCP4diS2Yp9OiL0xY+uHsdv1OB6d1+Bw4RQTBAclWuxLYk29ZWL/KS23mNE6/hgtg8KZaB79ROyrDK+Nl/Yits7uS8vq2tw+c4KMWpbUe0dlnkHY6i6mT9ohPst7dHAmm+1NCXS9yc4COb2/yQ6TxdZcizDG46Vi3w+L7VUx/6sxKw9MwTx7DyP6/kTK+URa792bJ/ZrnW6wa+DzzyfO/Nn5JfMOJs+l/zE/IGUjjh0jGLbakEnjjdkWNZ4GGpeYamFB/KI0tvaqlH+5VSRy+Cj8v/+7y5d5X4BS+DqkOY3iF3HvZxsKtuL+T1ZUWWTHragafNlyC2at4znWMojwieZEvyj2OWeY2sKO+2vOs6jt45tdCmt6NGDbkHP032heJLE3DXTl5s5PydP/+5uwM1mM9bUIjD3+l9i/JC+/aONY71dG3voFl8dl9pzzROx6iKVtYxLyxP4kJ40csYhfRNrWXgWxK0jMA9SZ999RYXWkY8QwVhtOYrzxNqLGN0B8nU7MDVWOKgmUZwKixV4RMZ/J5y2puW0cqXNiy4HYKwh3MeCrtjc5Nc4QRZgD+tOsSIn1QnUbFPURL/YKIuZP5rxlTbaNS2VObNkXe0W4CwZfteXmqXEYKsJw0J+GVUosXiITJbpirwjHxeAr2t48xThDBWEO+kyzSiFWcFBixb5k1tRbJ/aW4UMI77kJK7+mBO/6gJVtVRX7YJzTI5k/ahx+W4/x4L0O9B01l/mjP8RY9Q24MLHvrceghE60N9UkV3GXhHM5OAVEsrRbBJ/8L7GP7M/XN1aSvuwAYy+OwO1oDyyCF1Btl0rs38XlsAWNq+U/f19D15p50X502eHMy+ZduNgr+fMHG7qf9iHOzwjfts48XHWcOc0O4PaOJ+YJF/i23gtf7Z/8ZSOZ3jMNGd30EmemmD2p1OTEf02dTg8IvtwNv3bhDAnvySYrP5oG7+KDlW2fr9g/2k4/48X0+HM/nz3pVcnmtzENGWIQgs8fXYog9n3QG5RAp/amaOYquJtwjhynACKXdiPik/8h9i/Ji5/xNGoPrMKBc7400rjNoZ82cOSOErTep+fInjwYphL7P9j+Vzs8zRO48G29f1aplH/yg013TvvE4WfkS1vnh6w6PofW4gt1ou6pclxJoNwSEC32+eDu42/zEZdnlwexzyCwiwHrPdMJd6tEduxwjJyMOXl5htBKsHixLzjF7/tj89FlZpcDsc8I7ILBek/Sw92olB3LcCMnjE9eZobg6rbQin1GIF0M1uOZHo5bpWxihxvhZHySpBl1hF6jxIp9yaypt1Dsh3Lyh5bsHNSZhQ3H0GRzBB//5s8HibcxbG5OVc0Mrh4MZOKAyWQvuk5wH72XVOxr4G/zB2u7XWWDlwdb2gUQMaszBo9CcDT5HvubexlcUN3/2b4a/o532EE/LKJGEd1qAQPuzWfClf/f3plAVVW1DfhhcARDUZxIBUlA9CsHMsMhTVDEIVIDzBlNVCTHHELDwAEnNEVLMOcRE8WhJAlFUdRMHDDDAMHpBwdAGQS6XP91AU378gu+j32vXPdZq9Vadc7e+33eMzzs+559vLkw8UtyXMdjXCT2L56xbx3xN+M++4IZe2USS+wsmZveGsuakJV0lgznH0le04DPG3UiOzSNoPaViy8W5S3ORGVg8W42U4pKce4z4pvG9NIL59byVk9no/OPDMN4ZGMuXGzJ520jGHlxDa0ODqNzQDMm2uwg8v1nSnEKTjC2qScNj51jdtMnf0DkcWCQKQvan2PKkTf5uu9tDhcDIndnX+oE9yP3e+vnSnHqBztybn03rm/1xP27d9gUOY/ORnmE9qv398dHuLCj79/npUaiDza2N/k69Vu6Vkrj+IZNnEiNZ6t3HB4Pj2HrpRL7C5yq7Ein7FDSgtpTTEjJrTNRZFi8h82DAOws55Le2pKaZJF0NgPnH5NZ6/Dkdw2h9x/ZuCQgCZSBgBT7MsAq2jWPEEdDVrg+IHqEAQXRwzEaacX1+JmYlLWpMuwvxb4MsEp2zQtxxHCFKw+iR2BQEM1wo5FYXY9npshEiZ6xzwvB0XAFrg+iGWFQQPRwI0ZaXSdecFBixV4z19SrKfbBPaiUFsqwjqM5mPkeq5N8uWLnTGbQBb56V1X4kUv4MEsWd7pExKha/1yKkxWJh7Uzt/zj2ffxfbytunA7MJGNjkaQc4Ixb/RHN/Qmi+P7YnVsAlfn/s4HfUNR1ulKYFgfNrYZWzqx/+u4U3b/bSlO4WUfbAcq2HBuHm/pgzI1CMc2h3CP24HFl2Y4pK4hcWcfagP3w/rRcFgdIm+6E1yjuMY+4NE0mtonEXA5FBdTXVDeYGP3ZvjZ/UL8jDgGtlaJfTA9KqUROqwjow9m8t7qFHY/rbEv4MTEFozIX8OZr+2InTOUnVWbEr/0OM5njtItqDldbgeSuNERI3I4MeYN+uuGkrpc5zmx/7MUJ4tID2ucb/kTv+9j7ntb/f3xq996vkTqubxkMPetDpycep6Dw5sU/8GSHkLfBsvofi+qROzjSB8WhJlDKjKfSCwAACAASURBVGsSd9KnGBD9Gg6jTuT/MeFHOwYqNnBu3lvooyQ1yJE2h9yJC3XDuOz3ZnmEJCAJCCQgxb6scJUkzjbHNnUXacG2pC1qiU3sSu5t78azyyKUtdV/2l+K/T8R+vf/r0ycjbltKrvSgrFNW0RLm1hW3ttON5GJEi32ykRmm9uSuiuNYNs0FrW0IXblPbYLDkqs2Gvmmnplxb4KStJ2D6HN0EcsvRtKj9Oz6D10M/k2ramXe5WEyoPYEObNu6pSklLU2Gcf8aBZ75ssTgjDPmYM7/Rfx8NGjdBPvUmVAZuI3jIIk01ORWKfuLYlazq/TpD9r1yYlY/3W0/E/vlSHKjEu7MiWKnnSdGMfXAP/jrufy/FUXB6SgvG1NjD2Tk2JTPuGWzvZ01Q1585Mvw2vg4O+N+yok2De5yPr4PXnsMs6Bj/VKoDWyi4tMqNXrNOU7OlJfrJl3jwjj/7t43GRrETlydiXwWUabsZ0mYoj5beJfSp2AM5F1g9fAjLEk2wNLjKj9G30Gv+Cdv2BuD8Wjij3+nPuoeNaKSfys0qA9gUvYVBDc+8QOyB7CN4NOvNzcUJhNnHMObvjjfL+7d3H/7My37ccrbj4TqDI4/foKnBXeKvFvDW2JWs+aIrN0pens0ObMwpXwcc/G9h1aYB987HU8drD4f9DJjbYgw19pxljk1JVX3GdvpZB9H155/waiz4raWy3/vlEZLAK01Ain3Z069MC8HN0pWjpmZkXWvIgtgoJlqLrTWUYl/2PKFMI8TNEtejpphlXaPhgliiJloLX0FGaCmOyslC3LB0PYqpWRbXGi4gNmoigk8/4aviaOKa0n6xL8s1o8whLfkmWdVMadrA8H9bCSD/PtcS01CaNMXC5GUr1VCSk5pASo4RZub1qP4iJy3I5HryHfTqWWBq9N+9IlqQeYPr9/WpZ1aX3DObOJjrhHu3ekXLgN6/lkia0oSmFiZPX9Itfbr+2+OV5N1N4eajmpg1rvXCG6EyJ5WElByMzMyp90JApR+t3FMSkATUS0A9Yq/emESvilMUjSKDlIR0DM0tqC14BrioO4WCSpUqMXXqVBYvXqxeoAJ7E73cpWqp6YyUBNINzbFQR6JEz9iX5EKRkUJCuiHmFrWF/lL0JPViZ+yfBqXWa0qKvcALWzYtCUgCkoAkoBkCUuw1w72svUqxLysxze0vdsZeM3GpRew1EJp2r2OvAaCyS0lAEpAEJAHNEpBir1n+pe1din1pSWl+Pyn2ms9BaUcgxb60pOR+koAkIAlIAhWCgBT7CpEmWYpTMdJUNEop9hUnWVon9tWrV+e1116jQ4cOFScLcqSSgCQgCUgC5UZg7969KJXKIhnRlu3kyZOkpqbi6OiI6jmnDZsqR6pcqWrSO3furA0hFcUQGhr6VIa1JahDhw6Rm5urVddUYmIiFy5coHnz5kX/aMumOv/Gjx/PypUrNRqSzuPHjx+Xxwj09PSKbui6unKlkvLgKduQBCQBSaCiEVA9A1SbNj0HnsSkTXGpHvtPHv3amCsZ08t959DGa0pFXBVXnz592Ldvn0YTUG5iX79+fby9vfHy8tJoQLJzSUASkAQkAc0QkKU4muFe1l5ljX1ZiWluf1mKozn2Ze1Z60pxpNiX9RSQ+0sCkoAkoF0EpNhXjHxKsa8YeVKNUop9xcmVFPuKkys5UklAEpAEJIFSEJBiXwpIL8EuUuxfgiSUcghS7EsJ6iXYTYr9S5AEOQRJQBKQBCSB8iMgxb78WIpsSYq9SLrl27YU+/LlKbI17Rb7/MN83vNLbg/axLcjm1L0/dSCGOb3n8Gtod+xrF4gTpMPkPH0tV0d6vVfxb6pufg6fsb3DwGdSrzWqB0Dp89h5Du1UP62GKdp1Qne60kT3VwurpuI58JwrufpYtx2NMu+mU4X46ssdppG9eC9jEqei+uGeswP9sBG9XVuxQUCx+yj5arZdFF92S8/hvmuvjwavws/e0ORuZZtSwKSgCTwShBQl9inH13O6vsfMLO/efHzReAm/MuzimQO+vsRfPw2lW36M81nFLY1BQakli/PKkg+6I9f8HFuV7ah/zQfRokOCopW+alduzbx8fFCAKZHzWfU5E3EG3XHZ10ALmYquRC7CRf79Cjmj5rMpngjuvusI8DF7IVfhy+vSMV/oCqdqPmjmLwpHqPuPqwLcEENqUK7xT5nAz3rjyOmpTdnor2x1IP8iDG83W8rVWdd5qjZpzRc25ffQ12oVnSm6KBbuRrVFTvpY7qFAVd30r9yDjePLWPwyJMMizmCx92RVLE3JC5zBTU322Pp25xd0StwMn3I8Slt6Rw9hetRbZldzR7DuEwWxblRzy2ctxbGcHRaS/TzI/Fs/TWdzu7CrTpk7xuG3dwrFNYdQ+Q+d+rJxXzK65qV7UgCksArSkAdYq+8tY3B7QZxyjWGqwHthUuIWLFXkhLYA6eYIexY3Im7qwczPsOP2FXvo5p/ErWJnrFXpgTSwymGITsW0+nuagaPz8AvdhXviwxKtNhnh9LXZDJNDxzC7bw7ndc58/ulaTQR7A5ixT6b0L4mTG56gENu53HvvA7n3y8xTXBQosU+O7QvJpObcuCQG+fdO7PO+XcuTWuC4FRpv9g7We2lluV9mn9zlFmWCsLHDmBL+lUS2h7mJ5XYr+/PrR+GYPDsnSt3O31MdzDoVliRfIOCMxOb4W70A+d6+heLffpkQlpYEbc8i929qhYfnZ/AydPwr/b38KryROw/ptV3prSN+4VWIRFMt4x+RuzT2davI5Gj1mI84zNM9hzjMwvR8z6ibtGyXUlAEpAEXg4CwsVe8RsrP5rMnWaF7Cn8kvNLK77YZ16JJsGwA7aN9IomnNpu603sjo8QuWK+cLHPvEJ0giEdbBuhl72PYW230Tt2Bx+JDEqw2OdHuGI0qR23L03BOP8AzoZzcEg/i2cNsdeeULHPj8DVaBLtbl9iinE+B5wNmeOQzlnBQYkV+3wiXI2Y1O42l6YYk3/AGcM5DqSf9URwql4FsY9i0NRbfJMdyNHJiYwdeJruVrtYWueHIrE3dD2JVfM66BRN2Fenx+JolnXZ8xexh4zATlic9ibVc0ex2Kc5M7eWB5bxv/Ol+V/+/io4xfBnxL51xAgiem7HYVkLdv3wNt+0K56xd3mwBkf7y8yOXUbt+e1weRTE+YVthc/8iL38ZeuSgCQgCWiWgFixz+W0T38W1v+K9dWn0uHi51og9n/mS5G0Dfd+gZitPoyv3XNTXuWeVNFi/3TAiiS2ufcj0Gw1h33tnp/IK/eoxJbi5GzugtFGD7IjBlJVcZYxtftjcvEafoJnt4WKfc5muhhtxCM7goFVFZwdU5v+JhdJ8WsiIDt/NilW7HPY3MWIjR7ZRAysiuLsGGr3N+HiNT/hv65ofSmOk9UxPo1uw9LBmSyZloz3hYl8mePKeONisS/djH0hv37xJr2z1vOb6+pisb8/hm/NO5EdmkZQ+8rFZ4ryFmeiMrB4N5spT0txPqZ1xEgurmnFwWGdCWg2EZsdkbx/diftVtthOTed1pY1ISuJsxnO/Ji8FoeSHwCEntGycUlAEpAEtJSASLFXXPThbcfDtB5oh9Fvu9mQ1oW5y5fh2VFsQbrYUpyiBxiZJ5cwcPQBWi0LYZ5DfeElA+oQe2XmSZYMHM2BVssImedAfdF1EIJn7PNCHDFc4cqD6BEYFEQz3GgkVtfjmWki9mIWKvZ5ITgarsD1QTQjDAqIHm7ESKvrxAsOSqzY5xHiaMgK1wdEjzCgIHo4RiOtuB4/E8GpehVm7I8x4epcfv+gL6HKOnQNDKPPxjaMLYvYPziKZ5sR6G6KZ6ne6JIa+wByp5jhkLqGxJ19qA3cD+tHw2F1iLzpTnCNP0txisQ+uAeV0kIZ1nE0BzPfY3WSL1c6D0Sx4Rzz3tIHZSpBjm045B5HqJux2CtUti4JSAKSgBYTECn2yltHWB9yjkwl/HHuW5becmLFch8GthL7A7tosS+4uISeQ2Nw2bIZj5aCa1VKzj3hYl9wkSU9hxLjsoXNHi2FlhU9ezmJfHlWmTgbc9tUdqUFY5u2iJY2say8t51ugt8bECr2ykRmm9uSuiuNYNs0FrW0IXblPbYLDkqs2CtJnG2Obeou0oJtSVvUEpvYldzb3k3oeyuq8/CVmLGfkLiWlms683qQPb9emEW+91tPxf65Uhyg0ruziFipwwiDwfzS3BpjFOQ/qsSbEzeyeUJbKp0aXiL2gbR4dApfBwf8b1nRpsE9zsfXwWvPYRZ0jP9LKU6x2FdBSdruIbQZ+ohF35vjO7EGe87OwaakrD5jez+sg7qSdkR+NVeLnUOGJglIAoIJiBT7Z4eeu7Ev7bSiFCeLEBdTXPdXou5rxSusVLYPIG7rIIwE5kq02GeFuGDqup9KdV8rLnGtbE9A3FYGiQxK8Iw9yjRC3CxxPWqKWdY1Gi6IJWqitfASXqFir3KjEDcsXY9iapbFtYYLiI2aiLXgxX7Eij0o00Jws3TlqKkZWdcasiA2iomig9J6sRd4Q/qzaSU5qQmk5BhhZl6P6mr4mU8tYclOJAFJQBKooATUJfbqxCN6xl6dsTzpS7TYayImVZ8iZ+yLY1KQkZJAuqE5FrUFT9WXQBQr9iVRZaSQkG6IuUVt4bPaqh5Fi31xqjJISUjH0NwCNaVKy2fsNXVVy34lAUlAEpAENEZAir3G0JepYyn2ZcKl0Z3VIfbqDlAtYq/uoOSMvQaIyy4lAUlAEpAEhBKQYi8Ub7k1LsW+3FAKb0iKvXDE5daBdtfYlxsm2ZAkIAlIApJARSEgxb5iZEqKfcXIk2qUUuwrTq60TuyrV69OjRo1sLOzqzhZkCOVBCQBSUASKDcCYWFhPH78GGdn53JrU9MNxcTEkJaWRvfu3VE957RhKywsZP/+/dSuXZtOnTppQ0hFMezdu7fo39p0/qnKVh49eqRVMSUlJXHx4kWsrKxo3ry5Vp1/np6eBAYGajQmncequ3A5bPr6+qhuFrq68i3WcsApm5AEJAFJoMIRUCqVRWPWpufAk5i0NS5tzJWM6eW+dWjzNdW3b19UExya3MpN7OvXr4+3tzdeXnLJSE0mVPYtCUgCkoCmCMhSHE2RL1u/shSnbLw0ubcsxdEk/bL1rXWlOFLsy3YCyL0lAUlAEtA2AlLsK0ZGpdhXjDypRinFvuLkSop9xcmVHKkkIAlIApJAKQhIsS8FpJdgFyn2L0ESSjkEKfalBPUS7CbF/iVIghyCJCAJSAKSQPkRkGJffixFtiTFXiTd8m1bin358hTZmnaLfX4k3j2mcDATdHT1qGrcjO6fLuCLvo25F7mA8bO/IyH3MZUbOvDZigUMsIDfFjsxrXow+zybQO5F1k30ZGH4dfJ0jWk7ehnfTO9CXV3Iu7yRiWP92J+koEotaz6cvYL5LpZUyT/MrOGx9N08jXbPfg457zIbJ47Fb38Siiq1sP5wNivmu2BZ9NG4fBJ2f8m0RWFcefgHjw3fZOjC1cx4vy7K3xbjNK06wXs9aaJ6Hzg/hvmuvjwavws/e0OR54ZsWxKQBCSBCklAuNjnXGLjTG/Wxf6B1ce+LB77NkaCSQn/8qwylYgFU1jw/S2M7MbiP88Vy8pig1KX2CuSD+LvF8zx25Wx6T8Nn1G21BQYmtgvzypIPuiPX/Bxble2of80H0bZioymGJRwsU+PYv6oyWyKN6K7zzoCXMx4VqFEpEv4B6oUyRz09yP4+G0q2/Rnms8o1JAqLf/ybO5WnOpuxuXadwyoVkh23Ff0sT/CJ5dncLLTHFocjuIzKz1ubO7PO9905fTxsdxyr4K9YRzZK2qy3t4S3+a7iF7hhOnD40xp25noKdc50f8IvS29qR98hG9c30AZv5mhduN4HJTCbsd99HzjJ7ySN+P05EvPylQ2OVniXT+YI9+48oYyns1D7Rj3OIiU3f3R2T8I67FKlv60lsFW1cg47YuD0wk8r4QzKMmdKvaGxGUG0kIfsvcNw27uFQrrjiFynzv15OI/Iq532aYkIAlUYAJixT6PyE9aMsloFXs89fjKaTSF314l0E6shogW+9y9LpjPbc6e71y4Ork7X9udIGaqGSIfMWoRe2UKgT2ciBmyg8Wd7rJ68Hgy/GJZ9f6TB3T5n+gixV6ZEkgPpxiG7FhMp7urGTw+A7/YVQgMRw1in01oXxMmNz3AIbfzuHdeh/Pvl5hWNJspbhMr9kpSAnvgFDOEHYs7cXf1YMZn+BG76n3EnXnFrLR7xr5I7Lcx5M5BBqqW/VWc4lOzYRjuC+Cm46foL9+N/4BW1NW/w68XcmjU2pTLw4vF/uHkEKys4lietZteVYth5Sec5DQtaLz9HazjlpO505GS/8WDLQ7UXN6b1Cgjhv9F7JXJfthYx7E8cyeOfx6AQ83l9E79gcoDzPl+fCr7XZ/MwBdyNfIHHrV2onn8s2KfzrZ+HYkctRbjGZ9hsucYn1noiTvrZcuSgCQgCVRAAkLFPj+SUS2X0W7XBAzP3eX1zj1oa2aMgVivR7zYu2G5ojPRP35M0jhbpjcN5/QMCy0Q+0yuRCdg2MGWRnrZ7BvWlm29Y9nxkbhvAQgV+8wrRCcY0sG2EXrZ+xjWdhu9Y3cgMBzxYp8fgavRJNrdvsQU43wOOBsyxyGds541hN59RIt95pVoEgw7YNtIr2hStu223sTu+AhxZ94rIvY9DSaTP9KZZnoKMn89RITOVKKPTKB29BI+nbKM3b885HW7AXy6aAkTOhhxpkTs7zvPpYaHJfG/f4n5c3805hM+8DUmtEji11mmT296hXFTadLpIbuS7PC1eX7GPj98IK9NaEHSr7MwfdJWYRxTm3Ti4fZ96H/kTs2jvzHfWoc7J7aw9dRdlOjxRs/x9Hw46umMffO7a3C0v8zs2GXUnt8Ol0dBnF/YVvjPVUKvLNm4JCAJSALlTECo2Oesx76GB9e6ujOo/UNC16cy7vhhxgmeZBEt9mSE49nWiW8fGpCv6Mja2P2MNBc7caSWGfun55aCpG3u9As0Y/VhX+wMyvmke6Y5kWL/ZzhJbHPvR6DZag772iEwHPFin7OZLkYb8ciOYGBVBWfH1Ka/yUVS/JqISxIgVuz/HLoiaRvu/QIxW30YX5EnXkmXWj9j37NWAG9um0OnKpUwaGBDu7aNqZaZyMU7xrxpWQvdnOsc3zydwTMVLL+5lQaexTP2D8Z8S6NO2YSmBdG+pM5QeesMURlmGK75F330wrm1vBVPbnv5R4ZhPLIxFy5Y4GX5vNgX/uJFw156hN9aTqs/D2CY8Ugax4aj27cdN79O5duulUg7voFNJ1KJ3+pNnMdDjtl6lYj9Cqott8NybjqtLWtCVhJnM5z5MXktDk9+BRB6CcjGJQFJQBKoGASEin3uFhwNAul55xQTTBT8MsWKsQ2iOTO1gVA4YsVewUkva8bX2ctJHxse7BjA2xv7cP6HERgLjEqY2N8PoqepB4fyK9H6i58559OEk0sGMvpAK5aFzMOhvtgSD9Fir8w8yZKBoznQahkh8xwQHI54sc8LwdFwBa4PohlhUED0cCNGWl0nfqaJwLNPHWKvJPPkEgaOPkCrZSHMc6gv9BewJ7C0XuyfK8Upibrwsg+tnDMJuvAV76p+E8kNZ5jlYjpd+p6Wk0pq7ANymWDmQOqaRHb2qQ3cJ6xfQ4bVieTm6N1Y2ycRcDkUF9UUvPIGG7s3w8/uF+Kn/0zvv9bYF5xlclN7kgIuE+qimuVXcmNjd5r52fFLvA86896iw8mpnD84nCZF4p9OSN8GLOt+j6gnYn9/LCHtB6LYcI55b+mDMpUgxzYcco8j1E3krVfodSUblwQkAUmg3AkIFfvCOD63ceaPHb+xuHUB4cOtCeh8kXB3sS8wihX7PA4MsmB511giRtVFcWoCll6mRJ2eRiOBDixM7J87owq4uKQnQ2Nc2LLZg5ai6yAAoWJfcJElPYcS47KFzR4thZd1PEEp9OVZZSKzzW1J3ZVGsG0ai1raELvyHtu7ia1GFz1jX3BxCT2HxuCyZTMe6jjxXpUZ+78Te8jgyKzeDN2cj03reuReTaDyoA2EebclrqQUJzuwBVmnfHFw8OeWVRsa3DtPfB0v9hxewPu18ri0yo1es05Ts6Ul+smXePCOP/u3jcbmjw30MBxH/L+aYaQD6DVhyLpQxuutwa3XLE7XbImlfjKXHryD//5tjLapDIoEtnq4MuPIY95oasDd+KsUvDWWlWu+oOuN4hr78+FVcBlfgz1n52BTMuufsb0f1kFdSTsiv7Jb7mYgG5QEJIEKS0Co2KMkLWwMXcYeo7bFY67lDmBH1Dw6CV6kTKzYQ8GFpfTsG0hWM3MeXb1Lx1URrOpTT+gMo1rEPisEF1NX9leqy2tF70FUxj4gjq2DxK1jJFLss0JcMHXdT6W6rxWX4Va2JyBuKwLDET9jr7qmQtywdD2KqVkW1xouIDZqItaC31sRK/ZZhLiY4rq/EnWLTzwq2wcQt3WQ8BW0tHvG/h8eS8qcNJJvZlHNtCkNDF8wLaHMITUhhRwjM8zrVX/+JleQyfXkO+jVs8DUqDS1iAVkXk/mjl49LEyNnpbxPBmmMu8uKTcfUdOsMbUEn9AV9oktBy4JSAKSwD8QECv2JZ3npJKQqkNDi3pqmTUVLfZFUSkyuZ54nyqNLKinhplttYi9Bq4WkWKvgXDUIPbFUSkyUkhIN8TcorbwlWNU/YkVe01lSttXxdEcV9mzJCAJSAKSgIYIqEXs1RybWsRezTFJsVcz8P+hO6GlOP/DuP6XQ6XY/y/0/vlYncePHz/+593+eY/69evj7e2Nl5csT/lnWnIPSUASkAS0j4AU+4qRUyn2FSNPqlFKsa84uXqlS3EqTprkSCUBSUASkARKS0CKfWlJaXY/Kfaa5V+W3qXYl4WWZvfVOrGvXr06hoaGtG/fXrNkZe+SgCQgCUgCGiFw4MABVD8C9+nTRyP9i+j09OnT3Llzh27duqF6zmnDplQqOXjwIMbGxnTo0EEbQiqKYf/+/UX/1qbz7/Dhw+Tl5WlVTMnJyVy6dAlLS0usrKy06vwbN24cq1at0mhM5VaKo6+vT2FhIXp6pXmZVaMxy84lAUlAEpAEBBBQPQNUmzY9B57EpKOjg66uwDUoBeTjRU2q/vhSyb225kobzz9tjEkbz7++ffsSFhamxqv537sqN7GXNfYazaPsXBKQBCQBjROQpTgaT0GpBiBLcUqF6aXYSZbivBRpKNUgtK4UR4p9qfIud5IEJAFJQGsJSLGvGKmVYl8x8qQapRT7ipMrKfYVJ1dypJKAJCAJSAKlICDFvhSQXoJdpNi/BEko5RCk2JcS1EuwmxT7lyAJcgiSgCQgCUgC5UdAin35sRTZkhR7kXTLt20p9uXLU2RrWiz2niStHkDPpRdQPENQ3+ITNk3LZcZnYaQrQUdHn6q1reg1YyneDg2KvyybH8N8V18ejd+Fn33xd8LzD39Oz9k/kYMOetVMsOk1ibmT36d+8QHEzHfF99F4dvnZ8/yXxfOJmNaHH7vvZ5F9FfIub2TiWD/2JymoUsuaD2evYL6L5fNfWVOmEblgPLO/SyD3cWUaOnzGigUDsNDnPx+fe5F1Ez1ZGH6dPF1j2o5exjfTu2B8dTFO06oTvNeTJqrx/m18sxge25fN09oVf6ZabpKAJCAJVFACIsU+48g8/FPcmD/coujr4TmXNjLTex2xf1jxse9ixr5tJISa0A9UZRxhnn8KbvOHY6EHytQIFkxZwPe3jLAb6888V0sqC4hKXWKvSD6Iv18wx29Xxqb/NHxG2VJTQDxPmhT75dlCksNmM8k/nNT6PZix3I8PmohfLES42KdHMX/UZDbFG9HdZx0BLmbCXUT4B6oKkwmbPQn/8FTq95jBcr8PUEOq0GKx94KCPHLy/yB3Tz/qrnYm7fBQDPQq83jfR5iu/5CE3R9RjQLuHJtNj4FpLPq/7/iwOmTvG4bd3CsU1h1D5D536ulCzoaeWPw4ml+DHNB9eJmvXfvxy4Tf+G5ADdUBDLOby5XCuoyJ3Ie76oCnWy6buhqwfkQOP3X/DidLb+oHH+Eb1zdQxm9mqN04HgelsLu/8dMj8sKHYzmnBYejPsNK7wab+7/DN11PE+V6hN4vOv7DR6y3t8S3+S6iVzhh+vA4U9p2JnrKdaLazqaavSFxmYG00H9xfG/85EXyZie1fMpZ4D1VNi0JSAKvOAExYp/JpU0zGTnhGx6OjSVufiv08yL5pOUkjFbtwVPvK5xGF/Lt1UDsBMyOiBL7zEubmDlyAt88HEts3Hxa6eey18Wcuc338J3LVSZ3/xq7EzFMNSv/lXjUIvbKFAJ7OBEzZAeLO91l9eDxZPjFsur9KsKuEpFir7weQLsWYQw9tolORz6m4+5BXDsxjrrCoiluWKzYZxPa14TJTQ9wyO087p3X4fz7JaYVzUSK28SKvZLrAe1oETaUY5s6ceTjjuwedI0T40RnCi0X+5LzIS/EiepffUjWiU8wAHJ39KXhZjduH/yYotWAH2ynd72v6HHjFF4m6Wzr15HIUWsxnvEZJnuO8ZmFXpHY/ym+Dwgb3Jpve5xj35CapG/rR8fIUaw1nsFnJns49lnxTE7x9kTss1ifYot13HIydzpSteT/PtjiQM3lvUk9O4F6T8Z7aCiNPfVZvtufAa3qon/nVy7kmFJryzsvPP52SDqdreJYnrWbXiWN5yec5DT/ov09L6o8FfvSxCfuQpItSwKSgCQgmoAQsc+PZMnMq7RusIcpGQs5O78VhZGjaLmsHbsmGHLu7ut07tEWM2MDITONYsQ+n8glM7naugF7pmSw8GyJ2LtZsqJzND9+nMQ42+k0DT/NDIvylyz1iH0mV6ITMOxgSyO9bPYN9o7bpAAACrFJREFUa8u23rHs+EjctwBEij0F6STeBnMzA1LW9cZ2kwtXj35CbcEXlVCxz4/A1WgS7W5fYopxPgecDZnjkM5ZzxpCoxIr9lCQnshtzDEzSGFdb1s2uVzl6CeiM/XKin0fDIbF0+ndhug+zude/G8U9t9E1Mo+1Elbg6P9ZWbHLqP2/Ha4PAri/MK25G/ogeG4eP7VzAhFZgJX/nAl7NJa+tZKY42jPZdnx7Ks9nzauTwi6PxC2j6dsXki9unM+KE+E1ok8ess0+KSH6AwbipNOj1kV1oQ7z75rVN5h6glnzJl2W5+efg6dgM+ZdGSMWR/WvOFx2/dloXDeEvif/8S87/cfwtODX8q9s3vvii+Z/9wEXotycYlAUlAEhBKQIjYP5mMCXbkvWv+RWKfv96eGh7X6Oo+iPYPQ1mfOo7jh8cVlbOU9yZG7J8GheN71/AvEnvICPekrdO3PDTIR9FxLbH7R2IuICa1iP3TRChI2uZOv0AzVh/2xU41yydoEyr2RWPOJ2JGR4YsvEQT/xgip7cunqQUuAkV+5zNdDHaiEd2BAOrKjg7pjb9TS6S4tdEYEQgWuyLUxXBjI5DWHipCf4xkUxvLTpTr6zY96V+sCPn1nfj+lZP3L97h02R8+hspCRpiR2Wc9NpbVkTspI4m+HMj8lrsdvxjPgqMznt8z7O177kd9947C3nkt7akppkkXQ2A+cfk1nrUBXVdzd0dYvFfsOIhyz++Q166YVza3mrpzP6+UeGYTyyMRcS/HijSMiVZCZe5I7xm1jW0iXn+nE2Tx/MTMVS9tf3ZMALjj+3N4eu72UTmhZE+5I/EJS3zhCVYcG72VNKSnFWUG15KeITeinJxiUBSUASEEtAXWJfsMURg8Ce3Dk1ARPFL0yxGkuD6FNMbVD+s9tqE3tO4mU9njp7T+Jj84AdA95mY5/z/DDiz3LR8sqeMLG/H0RPUw8O5Vei9Rc/c86nCSeXDGT0gVYsC5mHQ/HLccI28WJfMvSMHfQyXUqP5J/5VHCFh1CxzwvB0XAFrg+iGWFQQPRwI0ZaXSd+pomwHKkaVovYP01VL0yX9iD550+Fl01pd419CdD/XIqTRaSHNc63/Inf04Zv2g1EseEc897SV71BRJBjGw65x7E5b9AzpThK7m7sg/WO/hxst5LRig2cm/cW+ihJDXKkzSF3Iu386fTbam6ttSH47bpEzH7Izoaf09Q+iYDLobiY6oLyBhu7N8PP7hfifVuUyH4hl31a4ZwZxIWv3i36Kzw3fBiWizvxi/+vtH3R8bNymWzmQOqaRHb2Uf3Uc5+wfg0ZVieSm+7B1FCV4twfS0j70sQn9FqSjUsCkoAkIJSAusReJ+5zbJz/YMdvi2ldEM5w6wA6XwzHXcCbmWoTe8UBBlksp2tsBKPqKjg1wRIv0yh+ntao3HMmTOyfG2kBF5f0ZGiMC1s2e9BS/IQpIsW+IGY67855nT0/eNE4J5QPTXzpmHyeKfXLPT3PNShU7JWJzDa3JXVXGsG2aSxqaUPsynts7ybuPQjxYl9AzPR3mfP6Hn7wakxO6IeY+HYk+fwUBKdK1tgXXePZR/Bo1pvrHoNJDGvA3rNzsCn52TFjez+sg7qSNOxAcSmOZU10KeSRojEj13xGmvskauw5y5w/D6CfdRDv7ejNtp5+5PzrNRJudGdP/Fp6GuVxaZUbvWadpmZLS/STL/HgHX/2bxuNzbNLDmQcYVbvoWzOt6F1vVyuJlRm0IYwvN/V/4/HZ53yxcHBn1tWbWhw7zzxdbzYc3gBHeOLS3HOh1fBZXwN9vyn+JoZoaP6FHuTIawLnVr0s6zcJAFJQBKoSATUJfb6yjTCxnRh7LHaWDy+Ru6AHUTN6/SXldHKh5zaxF6/gAtLe9I3MItm5o+4ercjqyJW0ee5RSHKJya1iH1WCC6mruyvVJfXip5nlbEPiGPrIDGrF6l6ECn25Mfi37UbS7Ka8/rdX1EO3c2xRe8LXeVHFZNQsUdJWogblq5HMTXL4lrDBcRGTcRasH+InrHPj/Wna7clZDV/nbu/Khm6+xiL3hfwV/9fLsdXYsa+fG5B/0UruanEpxRQ36oxRs/+8leQyfXkO+jVs8DU6EWFi0py0pK5mVUN06YNMCzt8cocUhNSyDEyw7xe9ae1/P/F6OUhkoAkIAlUSAIixf7vgOSkJpCq0xCLeuKmg4WK/d8Epci8TuL9KjSyqCesflstYq+BM1io2BfFU8iDG8k8qNGIxjVFLET679DEin1xf4qMFBLSDTG3qK2W1flEi31xqh5wI/kBNRo1Rk2pejVm7DVwXcsuJQFJQBKQBDREQN1ir44w1S326ohJir06KJdPH+oQ+/IZaelbUYvYl3445bannLEvN5SyIUlAEpAEJIGXgYAU+5chC/88Bin2/8zoZdlDiv3Lkol/HocU+39mJPeQBCQBSUASqEAEpNhXjGRJsa8YeVKNUop9xcmV1ol99erVUf3Tvn37ipMFOVJJQBKQBCSBciPw/fff8/jxY3r16lVubWq6oTNnznD37l26du1a9IzThk2pVPLDDz9Qq1Yt7OzstCGkohgOHjxY9G9tOv9++ukn8vLytCqm5ORkLl++zBtvvIGVlZVWnX/jxo1j1apVGo1J57HqLlwOm76+PoWFhejpCfiaRjmMTzYhCUgCkoAkIJaA6hmg2rTpOfAkJh0dHXR1xa7DLjY7z7euzbnSxvNPG2PSxnvFBx98wN69e9V5Kf9bX+Um9vXr18fb2xsvLy+NBiQ7lwQkAUlAEtAMAVmKoxnuZe1VluKUlZjm9pelOJpjX9aeta4UR4p9WU8Bub8kIAlIAtpFQIp9xcinFPuKkSfVKKXYV5xcSbGvOLnSzpEq0/h+gQ8nLCbxhZuVWtau1U6QMipJQBJ4QkCKfcU4F6TYV4w8SbGvOHlSjVSKfcXKl9aNVvl/3zF99g0GLJvEOzW0LjwZkCQgCWiAgBR7DUD/L7qUYv9fQNPQIXLGXkPg/4tutVvs83/Cp58/JwpAV1efqjUt6O7lw7i3LzPPZT7Hch+jo6OLXtWamHV05/MpPWikeuc2O46tvj6siYgnXbcub/YcxxczB2CtWoggL57dC3z5+vuL3M43wNxuEDP9POlo8gdH/VyYfyyXx6qXm/SqUtOsI+6fT6FHUaOguLiakdP2Uemj5awZaU3Rf809jI/LYmKUNoxaG4BLwxzCfQYTEPMH1u5r+MqtkepILq4eybR9lfho+RpGWhe3V3jjEPNnLCLsQhqFxi3oNcmfLz5sypPv0BVe24SnxwauKp45M/TMGbjUjVveSziZ/+f7yjqGXZm9YyYd88+z4Ys5BEVcIaNKU7p88iULPNpR7agfrgsTcViwBs9WVSg4tYQh/rmM2fkFXauokG3F12cNEfHp6NZ9k57jvmDmAGv0Tyzk4wX3GbLRnw9qP//C14uOKca8mwW+X/P9xdvkG5hjN2gmfp4dMck9yIx+gVSZvpcvu1Uh6/wGvpgTRMSVDKo07cInXy7Ao53qk83ZxG31xWdNBPHputR9syfjvpjJAFUSC29waP4MFoVdIK3QmBa9JuH/xYc0Vc8H/P6Ly1QeIglIAmUhIMW+LLQ0t68Ue82xL2vPUuzLSkxz+78sYv//3dkIp3Fneb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2" descr="data:image/png;base64,iVBORw0KGgoAAAANSUhEUgAAAvcAAAJfCAYAAAD7MPk4AAAgAElEQVR4XuydB1RVV9OGH5ooVrAgYm9gAUVUUFFUUOwFS1SIRmOvGBOMDTv2LvaKvXcROyCighWjYteo2ABRkQ7/moNXLgjG5Mv3pfx31mIlck/Z+93nXJ6ZPXu2Vmpqaioa0yigUUCjgEYBjQIaBTQKaBTQKKBR4B+vgJYG7v/xY6jpgEYBjQIaBTQKaBTQKKBRQKOARgFFAQ3cax4EjQIaBTQKaBTQKKBRQKOARgGNAv8SBTRw/y8ZSE03NApoFNAooFFAo4BGAY0CGgU0CmjgXvMMaBTQKKBRQKOARgGNAhoFNApoFPiXKKCB+3/JQGq6oVFAo4BGAY0CGgU0CmgU0CigUUAD95pnQKOARgGNAhoFNApoFNAo8G9TICWCXQOdmBbdh/Xr+lFF/9/WQU1/slNAA/eaZ0OjgEYBjQIaBTQKaBTQKPBvUyDSh/E/BFLTcxKti2n/23qn6c8XFNDAvebx0CigUUCjgEaBf7gCl1n83RRCao5lXX99Vg/1wCdHO6bPcaW8DiSELKb/jNs0nDKPbgmrGTD+MK9S1LqsV5Mh68fiYADvrm9j9qx1HAt9RlwuU6o368PIEe0xM4Ck0JUMlHNldxgtLbR1c2FYypauQwfgUAIuevXD80QUWqU7MWtWV8roJHBhYV+mn36LTrmu7JjVntCVg5jg84oMG8zomOG6cCrOJioAS+LqsgFMOhqhHKelo08+0+q06TeI9pXySENYOWgCPkpD0k3HzJWFU535dBm+XpfuZknc2zediV4+hD5PwKBkTTr8OAm3hkVRWvX+BttmerL6SCjhyYaYN+7F2LHdqZY/idCVAxl/OK1PWlra6OYypJRtV4YOcKCELlxe/B1TQmqya5V9eru1tNHRM6CQmRP9hrtQvUBaP97f2MZMz9UcCQ0n2dCcxr3GMrZ7NfKr92WwFfCO69tmM2vdMUKfxZHLtDrN+oxkRHszDEjixuqhePjkoN30ObimPQQs7j+D2w2nsLBbwhf1M3qwj+kTvfAJfU6CQUlqdviRSW4NKfqJj5N5sPUnftr+mtpuXrg3yAskc9vbjVF7Y3EYs5iB1jnTOpR0Ea9+npyI0qJ0p1nM6loGnYQLLOw7ndNvdSjXdQ6zOpVMOzb5HptGjGRXeBV6LxlPi4LakPKc3WMGs+FWcsZ3VMsAux9X0vQXt+y1T7nAgj7TuVTjZ1YOq00O3nNj20w8Vx8hNDwZQ/PG9Bo7lu7V8pN0dRkDJvlTcfg6frLLAcRwYkpPlr5sxdR5LqRuGMbYw8b0XzMOxzyff10k39vEiJG7CK/SmyXjWyBNVyz+HvumT8TLJ5TnCQaUrNmBHye50TBdzDSZlPsfJSLtgUc/nynV2/RjUPtK5EGesa97b9KP00JbRw+DQmY49RuOS/U8X35O+e13KuGRLws9vdgb/IC32kaUs+3I8LGDaFBU+ze+G3Q/ipHMvU0jGLkrnCq9lzC+RcG0dyvpKssGTOJoWufR0c+HafU29BvUHnndFXt3nW2zZ7HuWCjP4nJhWr0ZfUaOoL18MWVhGrjPUhbNLzUKaBTQKPDfV+DOnTvKTSpUqPDfv9m/+Q7JB+lh3JpDLQ/wemU+hlV2YOEDQ9quDGZ3r1IkHOhF6Q5BdPe/yuSYYVRwXEZCjebUVFFwjlq4bRxPw4eLaGE/nNO6NWjvXI9CEUHs2R1CsuMi/PcPoLT/QMyaLCfBqhnWJtqkxD7hcsBVomtOJ9h/KA/7laX16nBSDZqx7N4h+ha6xBirunheT0TPehIJIe6cHGRO05WJWDWtkQ7huub0WDydDp+iq/H49itPy7WpWDW1okhCBHdCgrmvbc8cvyMMK+/PIPOmrEy0omkNkzRAAHTNe7B4egc+XeZ36OJpMIO6tpP51bIjHWwMuHN4C8df12NBiA+DS93Bq6UdQ07lpE7H1limXGT3rhBSW60mZFc37g42o8nyBKyaWWOinULsk8sEXI2m5vRg/N3N8OlhTOtDLUl92kOt3UVJfPULZy88IrezN5e3uVD4thct7YZwKmcdOra2JOXibnaFpNJqdQh7ul9LH+P1zbixqAX2w0+jW6M9zvUKERG0h90hyTgu8mf/gDKcHVYZh4UPMGy7kuDdvSiVcIBepTsQ1N2fm5M/ZK/flAqstrNl8q+WdOxgg8Gdw2w5/pp6C0LwGVwOnY9ap7zYybfW37DLeCxnzk6kRsQGOlbvySmLuZw7OhQz1YFxh+ldtjWrw1MxaLaMe4f6UujSGKzqenI9UQ/rSZcJGVclDXAve1DLZgpXknLjsPA6RweXQjslnJ0jB7L+ViJvw/zwv2tAdafaFNfLTf2RK6m5ySJ77YfeoadpOw613MtT75Y89GqJ3ZBT5KzTkdaWKVzcvYuQ1FasDtlFt5sDKN9yMzYbXrCzqwDjG1a3LEr/+0MJuDqF5FEWNPQqx9Lww/Q2zPxlksRlj1rYTLlCUm4HFl4/yuBS8lQmcW1yXWwn/4plxw7YGNzh8JbjvK63gBCfwZRTaSQ+gG8/yrdcS6pVU6yKJBBxJ4Tg+9rYz/HjyLDy+H/le6P+fhVNfMUvZy/wKLcz3pe9MZlcKXuthj1n6BfeqaJPt/Bt/R5sj6lCa2d7ir0PYe/OIKKtJuDvP47KZ7703eBOZelr0mU8atkw5UoSuR0Wcv3oYBSZ4n3pV74la1OtaGpVhISIO4QE30fbfg5+R4ZRhRssamHP8NO61GjvTL1CEQTt2U1IsiOL/PczwEzlPKSPiwbu/81/8DR9+8sVOHXqFI0aNfrL26FpwN9PgfPnzxMcHEzdunWpUaPG36+B/6QWZQWx95LQMe3K5pCNtAnunQnuV2Pl/YZ936pHvd6z77sKdNhRlsnnTjLKQhKU4wn1bISNx2NcDtxmsf6PmDVZQ/X1kex1lXNj2O1Sko577NnwejOGQ8vS7pAextEx2K1/wMYay7G3mMuTgpE8Mx7zCe6dvK3xfrEThaGytI9wv9mGDR+PS7gxE8fao7nf5QBPvPQZZO6Et7U3L3Z2JdvL/A5dJjxypahrEO22XmRthyIknZ9Hn2lnMXPbwIj4oZRvsYkKs69yfHh5dIghYEJXJobVZ/zKoSS6m9FkTXXWR+4lTZbduJTsyB77Dbze3YWTGeBerd0p4SxxKsuQa13Y82gp+kPL02JTBWZfPc5wibbHBDCh60TC6o9nyw/R6XDvlcx3FTqwo+xkzp0cRdpQheLZyAaPxy4cuO1F7lEC9/dI0jGl6+YQNrYJpncGuM9Gvw/b6FzUlaB2W7m4tgNFks4zr880zpq5sWFMQz7G44EUnm7ohHXPE1SZe4Ifrnei3RZTpgadwr2qGmwpcN+OQ3rGRMfYsf7BRmost8di7hMKRj7DeIwK7uPxH26B47oC1DK9SkiusVwMGkf6pRK48HN16swtydLwI/QtKA9OPCcHfkH7zXnor4L7FTkZWr4FmyrM5urx4cqMVkzABLpODKP++JUM/TDij8N9vD/DLRxZV6AWpldDyDX2IkHjqqLLB7Z1LoprUDu2XlxLhyJJnJ/Xh2lnzXDbMIaG6WJ+hHs15yLhBjMdazP6fhcO3PVCf4Q5X/PeCNynH5dC+BInyg65Rpc9t/n2SLXsn9MtJvyU7TuVQOAIcW7yMirAn0m15CGP58ocV36QviyahNOtwV/4btiNiwHE+w/HwnEdBWqZcjUkF2MvBjFOBvgj3G+22fDxfU7gxkxHao++T5cDd5mf0J8KHXZQdvI5To6yIO1x96SRjQePXQ5we2Xzz74DNHD/T/oDpmnrP0qBlJQUli1bxsCBA/9R7dY09n+jwMaNG0lNTaVEiRI0bNjwf3PTf+tdPoNYR3YUs8MoOIAPrnsJbL0Lq47ZRe51MHWewZLusUywtmGGwSRCz/z8KfKa/MtkbK0mkzI6hLMNlmHWZCX6rYfRzkyH5Jj7nNy8m7BKnlzwG8aj/mVp51cPZ8ODBNXcz1nrBVRy16O1zXF2vHTPNnKvW7YLc+Z0o8ynSObncC+pOBNsrPHU9iDhTN0sIs+6lO0yhzndynyKLvM7dJle5gC9bLri/USfYpZ1sG/YFOee39PeIh9hU2ywnJDCmMsXmGCROUr4ETBX6tN6WDvMdJKJuX+SzbvDqOR5Ab+R5hzJBPfrKkzhmGdjUsNPM2vQKA7ndycw5Ft861kyIWUMly9M4LPbqPXludt5rG1mYDAplDM/m33sbzK/TLbFanIKo0MCaLzaEscdxbAzCibggyt7A1uzy6rjFyL3H/XrYsDeXjZ09X6CfjFL6tg3pKlzT75vb4Fh5rT15AesaFOTgYHa5P/wgXJj/QnwsFbg65N9hHu/es4YHgyi5v6zWC+ohLtea2yO7+Cl+0e4f3+Q3ubOHGy0GV+rxdQZGc7A09eYXU91tS/AfXbaD7tLr49w/3hUKPaWE0gZc5kLEyz4bBSVyPkfi9y/P9gbc+eDNNrsi9XiOowMH8jpa7Opp5/Ci129sOnqzRP9YljWsadhU2d6ft8ei0xipkXu1e+fROgEG6w9tfG44kddryqfzXhl9d4ocL+uAlOOedI4NZzTswYx6nB+3APP4bi2Ck2y08rtBcM+i9x/fCa+SWZOg8qMjfmZCyGTqK4dyb2r94mSTCktXYzKWmJ6WeA+u++GkVTRfc/B3uY4H2zEZl8rFtcZSfjA01ybXQ/9z+BeMu8mYGPtibZHCCviv8VmhgGTQs/ws2pKKPkXJttaMTllNCHnJ2CZaUA1cP9v/WOn6ddfrsDvgfs9e/Zw4sQJnj17RoECBRTYk2hu1apVmTx5MuPGjSMoKAhJ4wgMDCQiIoJixYrRoEED5Xj57M2bNxn6bGxsTPny5bly5QoxMTEZPvv22295/Pixcl61atXo0qXLp89nzJih/P/IkSM//W7VqlUYGBjQrVu3z3TdtWsXZ8+e/fT7IkWKYG1tjaOjI5cuXeL48eO8ePHi0+d6enrKPbt27frpd69evWLHjh1KexMTE7lx4wbSxqJFiyrHHD16lJcvX2JjY8OBAwd4+vRphnYMGjSIsmXLcuvWLTZv3qzopKuri4WFBe7u7sqxoq/MpMTGxir/ls8rVqyo/NSvX59Zs2aRnJzMzz///Ona27ZtU/SrU6cObdq0UX6/d+9eoqOjad68OdJXlfn6+nLhwgVCQ0PJly+fMmPj4uKifLx06VJMTU2Va5w7d46LFy9y8uRJ5X6ilYx1y5YtlX7KNWrVqoWTk5Nyruj35MkT7OzsFH00loUCWUDsfqedLNV1p81Sbfq4W7Jz5lV6ZJmW8xHuXd8wunp95hvP4s4JN0p+BLnke7OwrzSaNyMCudhkHWZNlhFpXJrc7x7zPMYAS9cpLJoxiAYmiRzuXZZ2AZ2Y3dwX95MtGF1lIzNe/4xnvvH89Og/hPvkMKbbWeARO5KE843+MNxnp8tM2xwkhQexacV69p3wI+BCGBE6Frj7+NP1hD3WnrqMv3qecUp+gbp9hPtlkRiXzs27x8+JMbDEdcoiZgxqgIlOMgczpeUseajKH9dCr0htBq/cw+wWL5lY0xpP3fFcPT8uLY1B3dTG+NmAAKrXn4/xrDuccCv5MS0pmXuz7Kk0+g0jAs/RfFN1HPc7sXOpLu5tlqLdxx3LnTO52iO7tBw15ygpnKBNK1i/7wR+ARcIi9DBwt2Hs9MbkDtzs27NpXGtEZwt/RP+52dSJ/M0yke4D+g0m+a+7pxsMZoqG2fw+mdP8o3/iUcf4T5yS2cqdj9Lu31hrKi2gRbmg7n+zV5urWpFWtr1F+A+O+0T99H9I9w/GnEJO2tPdMdf5fy4yukO4Mf+xB8fQIVmG6n9KS0nitUtTej/0I0zlyeRlG1aTiRbOlek+9l27AtbQbUNLTAffJ1v9t5iVStpeRLhQZtYsX4fJ/wCuBAWgY6FOz5np9NATczP4T6ZsOl2WHjEMvJ8II1WVf1quG+65CGfnjC9ItQevJI9s524Kelj2WmVdDL7d6pzDFNtazBFaxyXz42jSux62hb6jv3xAvd56bTlORsKy6xedt8NOhC5hc4Vu3O23T7CVlRjQwtzBl//hr23VtFKLy0tJz1yD8lh07Gz8CB25BmWJXxH/fnGzLpzArf0LyZm2Vdi9JsRBF6aRm1ZJqFmGrjX/KXUKPBfUuBr4f7YsWNs374de3t7BQAjIyM5c+YMLVq0oEmTJtja2ipAuHPnTgVeBfyMjIy4evUq169fp0OHDgoQv3//noCAAAXCBRgF+nPlysWCBQuUY3R00v9aCvi/fv1aAVlxJGbPno2+vj5Hjhxh2rRp5MiRA2mXmACnAHVUVBQrVqxQrq9u8pn8tGrVSvm1pJqI4/D9998THx+vOCPiiKhAXaA6ISGBdu3afbrMr7/+yqJFi5S+yn0kqu3g4ICbmxt58uRBnAsxgWAvLy/lOOmDyiRnXfoq15B+V6lSBdFf2l6yZEl++OEHReO7d+9iaWlJzpw5efv2LX5+flhZWSmzKwLTHz58YOzYscr/S9vFMRAInz59ugLf/v7+hISEKOMzZcoUKleurDRBwF4+kz5K26T/8jsZv06dOinXF32KFy+ujJGMY9OmTalevTobNmxA+i/gHxcXp2hcunRpZUxy586tOCvi/IgjJ23VWBYKZAn3R7g5OYbB1s54v8wBiSVx+wT3WaTlpDxneYtyDLrSnm03N9LhY15x5LYumLscpPby++wqM+Hj1HsEO+196efQBe/YNqz230b3Miq474qPZwQuXfeTlCeG0sPO4BbamF4P0+H+a9ILlJx7tbQcYg7R26wtW6sv5/2uMn8wLceR/U5Z6XKJ7x9PZdZRQ7ovHEEDA4i7NROnGmN43NOX83ZLMXM5TqN1YezsXgRt4jgzshH9Ljkyd/tY9MZ8TA2J2Im9bz8cungT22Y1/tu6U+YzuHdCidxPc8QgpyGm5cpSWEnPiGZLp9K4HG/EurCddC+iDXFnGNmoH5cc53JsQuKntJyXM57SotwgrrTfxs2NHUgbqki2dTHH5WBtlt/fSYWpVRW4P3JzMjGDrXH2fkkOEinppoL7rNNyksO2M37WUQy7L2REmhDMdKrBmMc98b3lRePM5STjTzLQrCne1ht4uSuLFCkV3Hf1wTPCha77k8gTU5phZ9wIbdyLhwL3YwqwolVl+vu8zbDQWtvImfW3duBaWDzN30jLyUp7Nbh/uugD35Z24XijdYTt7E6avCNp1O8SjnO3My7PFCwaLqHiinAO9CwAKc9Y3KQMP0T9TMiFMbwbmXXOfcrTFbSq3B+ft+qLu7Uxcl7Pra21ODVxFkcNu7NwRAMMiOPWTCdqjHlMT99beKmJ+Tncx3Cotxltt1Zn+f0dlJlY+evTcpTI/TQcDXJiaFqOssoDppbClJVWCtxnl+r2nl0uZfjmcF1W3txDzyJvlMj9q3PTaTfkKA02qeBeUvay+m7Q4umKVlTu70NGmYxwXn+LHZ0uMSAT3Mcc6o1Z261UX36XVUnfUW7QFdpvu8nG9C8mupi7cLD2cu7v/14ZTw3ca/46ahT4HyjwtXC/b98+9u/fz3fffUfevHkxNDRUIruSriEgL6Au//b29lYi++bm5pQpU4b8+fMrUWWBbQFFMQFCgfjhw4cr/5aougDuwoULFXhXt0OHDrFy5UrlPgLSAtvz5s1TZgUEyCXKLTZ//nxKlSqlRMMFOjt37vzZdeRYubfKRo8erTgqEhWXSLaZmZkCx9mZwK3cW6LT4tw8evSIX375hZ49e9K6dWulnaKn6LF48WKlrapIuuqaEpmX6L/AtPRHTNWuAQMGKIAs8FyzZk3lOgLya9asUZwJmRmRc2RmoHDhwop+EqGX8x8+fEjfvn2V9sv15RpyjswUqBwaaZ/MCEj7xQG5d+8eklMvmotj1a9fP6W94niIAyXHtG/fXmnjgwcP2L17N1paWoq+Av/v3r1T2ijjKrMiMvMhMwEauM/mCcoG7m95NSRqmws1XbbyVMucnwJUC2qzyrlP4eX2b7HqtgOtxj8ydURzSkadYLa7J76pXdh+aR0tQzPm1b7z+wHbpvN50WQ5wfu+5WY/idx35eSpykyv2IdDcaUZfOwSdb1K0EMd7tcUZaDXQGrqfeyPlgEVHNpj+6nMzce0HO/iDJLjtN9y56AXc/dF027LFTa2DlVAZE3RgXgNrEn6ZSrg0N42faHuV+tymeG/dKJyPz/K9ZnHVNeKxPrPZMi4oxh7hHBuRBQjazVh/qsa9BruimXcCRbP2kN4nXkEHxvA0yHqed/v8PvBlqbzX9BkeTD7+pTMtKA2+7UCMf4jqNVkPq9q9GK4qyVxJxYza084deYFc3LInfSc+7W12f6tFd12aNH4x6mMaF6SqBOzcff0JbXLdi6ta8XN4ZXT4P6WFw2jtuFS04WtT7Uw/yng44LarPVrZPsL/av2w69cH+ZNdaVirD8zh4zjqLEHIec8Pk8X+mq4P8mpytOp2OcQcaUHc+xSXbxK9FDg/nxXHxpZjOJJq8mMb2OqzEQk396E+7RALOd/XFj7W3CvrHfIpP2319QW1DpyYUQtmsx/RY1ew3G1jOPE4lnsCa/DvOBjDC2wjjYV+nKm0iAWTO1Miec7GT14MWGO3tzf2ZEbknO+KDe9Fg/HLlfac6udzwybOz9iMeoJrSaPp42p0nJub3JnWqAl86+tJ9fQqvTzK0efeVNxrRiL/8whjDtqjEfIOTzUcq/S4N6b4oO8GFhTm7d3DuI1dx/R7bZwxbs1oUPMcfqK9yZjzr3690Xm9QmZtOr+gKFfeKfyBfxAraaLiKr3A9NHtaJkzA18V0xnnm8EbTerw33aepwM3w27G7HL0YJRT1oxeXwb0mS6zSb3aQRazuf6gQp4VmyJd/FByvus/fYOB73msi+6HVuueOOcupNvrbqxQ6sxP04dQfOSUZyY7Y6nbypdtl9inXPhT4vqVT3+SyL39+7f48qtaySnZCrtpDYO4gPqautQorAptWvV/uwbXf7ghoZdJzYx7jcwTQuTgsbUr2P3P8A5zS00CqQr8LVwL9FjiZJLWo1EoyVSLekXAnIS6VXBvaTQCFxKKocAqAC+/MiCTJVlBfebNm1SItESMReTqLyAokT+JZotECmfScRZ1gjI/SRaLGArMwMCwJKWIlB7+fJlunfvrkScVSZOQma4F1gV2BYIl76Jw6FKKZF7iYMiIK2yzHAvUXWJWovz0qNHD8VBUMG9OAGii+p6Moshsx4SAZfZizFjxmR4DCdMmKCkz0hkX5wkcTrk3wLo4kiIhn369FHg/ptvvlEi8+IMyAyEzDDIf8WhESAXLQXY5f4+Pj6KQyb6S5vkWDlfAD2zqeBexlbaKf8W3cVkBmXr1q1KqpH8TuC+du3ayuyAjJPMIGjg/je+WbKF2MboJz9ijXMt+hwuyIgvwr2skYwkcF5/+k3dw42oJFK19DCq2gGPFUsZYluAxJNSEUN9QW00p9xscVoURet1AfT0s8c5oCunLvclwMGCMbc7sPXhapJ6GmeAe/W0AaVnOqb0PnCPlc1VDvhHuF/xhGS00NLRI7+pFS2HzWaBmx0FE9NSCNLTW9L00THtzYF7K/l0md+hy8wa91nfvwvDN14jKjEVLW0DSjcfh/fGn7ErAAkP9jFpuAerj93gdWpBKjXtx7RFHrQskfT5os7oU7jZOrEoqjXrgrdiONZErVrOlxYCJ/Bg3ySGe6zm2I3XpBasRNN+01jk0ZISqFVEWt+KlMhA5vXvx9Q9N4hKSkVLz4iqHTxYsXQItgWS8B+WDveN9ZN5tMaZWn0OU3CECu6z08+LMlv702X4Rq5FJZKqpY1B6eaM897IzyJEZvtquD/F5b4BOFiM4XaHrTxcnURPY4H7YFYn9aTWtER+DLyMZ62PydNxpxhSpSkrjDw+Lqz9ygW16toHuHLM1vljtZy25Ex4wL5Jw/FYfYwbr1MpWKkp/aYtwqNlCXT4wNUlPeg8cjd33qco/c5XsROzdq6nb1WttAWlc2+TpNZ/3QqujM6zjWmJPxJ42ZP0pg+hStMVGHlcxK/TRQZ3Gc7Ga1EkpmqhbVCa5uO82fizHepqpsH9Cp4kSzlVHfTym2LVchizF7hhVzAxrcqUWrpNdu/N18O9TBapPadnBnCuSbMvvFNx3Ng4goFj1hPwawwpqVrkKFgJxx6jmD7RlYoXsv9uaDmpCw8nLiHpx0Aue9b6uN4hjlNDqtB0hREeQRN50rYNK9I6j45efkytWjJs9gLc7KRcZgqRgfPo328qe25EkZSqhZ5RVTp4rGDpEFsKZLGFwV8C93t89hEUe5W3ce+JT07I8ltbFpqZFiiKbS4LWjdJm+5Xt1N+p7iv+5SzDy6RkqpesDjjccZ5CpH3rT5jevz0G38dNB9rFPhzFfhauJe7CuAL4MqP5McLpArgSVpHs2bNFCgVk2hwWFiYAnvPnz9XficRYYFbsazgXmCycePGn9JyBE4F9q9du4bk+gu0CljKNWQGQVJhBHYF2AVmJd2kUKFCSK68wLbAvbOz8yexsoJ7ue7hw4cVKJb0FDGBaDFxLiSdpV69ep+ukRXci2MgKTECvwLmkkoj8CsgLekvKogWUBcIXr9+Pdra2p9mLVQX9/T0VBwFyYOXfHY5V4BZNJfUIYnkS6qOwL04NzJTIfeWfouzJX2WKLtE3UUfGR+Z7ZAZF0nhkfSpOXPmULBgQQX2szJ1uJf0KkkfUpnMlAjcSyqPODwC9zJzILrdv39fmSGQSL4mcv/nvp9fvFp8BA/uPiM2tynlShtlXCD5P2zGX3Gr+Ij73HnyHr0iZalgkueziOBf0aYv3TM+4gF3n8WS27QcpY3+xC1Y4yO4f+cJ7/WKULaCCXn+n+wBlfI+nLsPXhCXw/hP7Hc8Effv8OS9HkXKVsDknzper8QAACAASURBVCxmcgwvHz3iVVIBSpYrRt7Ma0P+qy9IPBEP7vIsNjem5Urzpcf9L4H7nYd3c/RNEJcjf+V5bHSWUmihRZfyttTLXZ22TdMWsqnbSb9T3NZ6xKprPryIfZutnK1LVMPofW6m9B73X5Vcc3GNApkV+Fq4lyi5wO3QoUOV6K/Au6SEyGJagT0BZIF7AWZZWCkLVSXHXs6RYwXWZUFpdnD/pbQcibBLtFki8pIWIqk+cv3evXsrwCopJAKz0hbpj+SKSxrQqFGjvgj3ko8uzoA4Dn8kLUci9+JASP8EsgVuJY/+S2k5AtsCxEuWLMkwFLJwV1Jj5BqqtBzpq1xXNRsgjo3A/fLlyxWnRiL64ijIglxJbRKHRuBbZiPkOJl9kH9L+pCkCcl5co60WVKQxMR5EAdKnBj5XJww0VeuJ+k8qtQhScuRRbNyvqwdELgfMWKEsiZAHCe5j8wUSIqOJi1H8z2jUUCjgEYBjQK/pcBfAvd7juzlXFwoT96+5MizX3ibKEuO062CgSFWhcpSuoAJtgbZRe5Pczk5jCVXDqKVnMTj+HekpKYv6KiYuyAvEmKoX7gsVjrl8PguvQJGVqL4nPIhNa8OSakp6GnrohWVRDPHZvj6HyXFQAsdLR0SX8fS0ilj3nDQ+XPE6cfzPjGWAjnzUyKviRJRDDwbiL5RLl68e42eji6FdApQo1rGWtYB5wOI0U0gISURXS0dTPMboxWLEkVU2bETx8lROCdv46XaSSqGufIR9/KDTNSSyzg3ER+iyaOXC623KTRskF5OT+DvQthF3sS9VWY25PraWlqkkEJSVAKtHTPOhkgk+Neop7x4/5rkj8e/iH5Bnlx5lWs3r99UiX5mZQIhAZfO8jzxJXGJ8QrUFU4sQEvHFkqUVt2OnzhOziIGRMa9QwsoaJCf2BcxODROy5EWk0opSXopPIkOJyk1WWl7THwMUTFvMDE0Ifl1PPVq1aWgkZECYF8yn2M+hOtEUiVfBWpb11IANjs7evIYKfm1SExJQhttklISeRr1nEJ5jJT75vigRe2atb94DfVry+yTgKYKvLO7rwCcRJ0F4gUyJQ1EIFLAXqL3AqYC91u2bFGiyLIAVqLNkgMv50p6iuSmi0nFFwFP9Zx7OWbSpEmf5dzLfQQ0JUovKSASUZ44caKSniORa1lsK2Berlw5pZqMmFS/OX36tLK4U2YUxOT6kqIyfvx45d+S6iO/k/MlQi5tl6i9zB6oTKLwsr5AZeKozJ07V7mPQK5Uo+nYsaMCtQLtEq2XCLnMOAhMt23bVvlRN3EEpNKPALmrq6vykUTh5XqyIFacI8mzFwdBfmSRsjg3lSpVUqoASU69tF36KBF5AXVpj6QlSTUhWQMgz5uqslBSUpKy4FaOE83FWZBxEQCX/H5pt0T4RV9x3ATuZWGxzGiIUyHQL22VsRb9RHN5ZuQ6P/30kzJrIDrKuMs6DIn+q6dDffHB13yoUUCjgEYBjQL/bxX4S+D+/IXzRHyI4kLENbY/CuDuh6gMA2Cko8/4Si6UKlAM/RS9DOCnOlCA4c2HaB4mPCPkVSjr7gUpUKoyG8OS1ClWCZs8VcmZqk/Lpi2+OMhb9m9j9ys/jr+4SZvC1XEp34KmjZqwef9Wjrw5R2JCMi4lmtEqE9xfvHyJrTcOsuGJP/l0cuDV5CeaVGtEcEgw994/YvaN3TjmqULjErWV66nbniP7CIy7zsLrPjgUqMz3FZtTtWQlJR9ZZZJ+dOn9TebdPEhMUjye1t0or10SXR1d7ic/wfPqdn6s3p6yKaY4OaaVzhMT8FhzeAPbn/tzK+opDnnNKKpnRKTBB4zicjPj+wkZ2iKpAb4XT7Dp6UmOPb1Oh/zVKaKXl93vr2Con5dhRVvwfafPUw4EyvZd8GXpUx8a56hI2QLFOP86jCIlitKxYAMa2DXIcJ/jp05wN/kx4y5uRl9XjwnVu1BetyQN7dMdk7v37nL57lXW3vblePQNvilTG5MPeYknketaL7kb9YTOlRrRIm9tGtlnv0GUANb6o9vwenEEt5od6VndWUnNyM5O+p9i0+2D7Hl1CbtC5aiEKQnJidyOf8mF+MfUN6nE8HKdqF/369ZvfG3kXtoj1WEE5KR9AngCgQKvAooCh7JgU3LuJR9cFlhKCohEogUOBVRVaTmycFZSWOQcMQFMAXgBXHUTSJbcc4ksS066gK8AvqSpiHMqkXmBVkljkXQQgVaxmzdvKiAqz6jAtpgs9BUoVpmcL1FpSWWR8yW1RxaYqptcU6LTKpMyl+IIiUMjC1MlWi0QLSk0sjZAtBGwlmuKVqKLemqQXEdy6AWMBZ7lWHkHZFZDjhPHQq4ha3Xk3pIWJPeQKH14eLjSXoFocYJkdkT0lnUG4mCIwyOpMeLoyHGqEpUyvlK5RxwV0VvKZkrVIInOi8OrKrEpzpjMZEhEXxb7SmRejpMxkRx8WWshZTVlBkXaLpoNHjxYSYWSGRUZF3mWpTSoZifbL36Naz7UKKBRQKOARgGp0JkqJPEX2fIdq/D8dR/hmeBemnO7+0ZKl/x8YVrmpu713U9gzBUW3zyeAe4bFi7PSPteOJhnhMsvdXXmIS8W3DjA4MJNGPVdOngsOLacF4+e49k7LTKZ2VbvWMfiZ/u59e4VdgUrMLJSNxwbOiJOzJSQDUyx70e1KhafnSfS771+jG/2TcLNuAUz+4zO8vp+/n4sur2bk69/YbipE+O+TVs/sHj7Ms4lhPGdSUscHRw/O/dW2C0WXN/KuafXGVvehQ4t2rPv8H4+JMXStc03nx0ffDGYvZHnmHV+G3vre9C8QRPcdk/g4KOLDCvakqHdBnx2zpFjvqyKPMnTl/fx7bFagdMDRw+Rs7gBBm9yUK9uel616mTf4770u7iIXLkNmF7RNcu0Kzl23JpZzHi2jw2tRtHW3EGBsGv3f2Hls6ME/RrKcqcRdLT+fD2G6j6n/E+xK+osa0OPUMWwOJPNvsvgAGUl9mzvBSx8eYT+lVswusUQ5ZCg80EsvbKTvREXcTNvySTnr1u/8XvgXu4jsC7pGTLzIXCf3a6lEukVeBSoFCjUWEYFxGGRdBkBfJn5kMXH/yuTNQKqsVHNbGR3b0khkpkEVdWc/1UbNffRKKBRQKOARoF/twIauFcb3/8E7oOTb/EsNprTz2/R0rgG35VqipODE13muTGq6ff/EdxLE1fsW8vImxupnac0I6u6kFM/J8tv7KO5lR0dLZt/qoSi/rhmBffj185hYs90x0X9+MxwnyNZm+WP9/Ao/h1uRVvQrW36Rkeq8w75HmZFxHEuPb3BgMKOFM9flKKFiqKVBJUqmCtpFVlZuamtyJH/98G9wKxEgNee2cHy8BM4l7ZmeZfp2b6hB44d4nTMJUJe3CX41X286gykp0P6xklfC/dy3KLNS5n7/DB5k/S45r77q74Vfi/cf9VFNQdpFNAooFFAo4BGgT9dgfdcWOLO0tvlaeWYiwu3qjDxxwYoWxBo7B+ngAbu/yS4D88diYNZfSacXEpIxGN6l3OgWRFbll/a96fAveQT9zg8lkjtJEaYtCS/fl7Op4TRvECdz9J9VF1Swf3m236UoSD5tA24l/CSp+OOZPmgqsN9b9OGvNeL58n7F/Qu25YGlW2yBHWpuz7r4FLWRQSSS0ePArnykSdnHhwMK9OxnAPWVhnXGahu/EfhXs6fu2ERC18coZZRCXb0WpZlX6TKyNZLB4h78wGDXLlYHH6UavlM+aFCFxwapef3Zz45q8i9HLNqx1pmPTvAm7fveDEubXOn3zIN3P+WQprPNQpoFNAooFHgb6FAUigrPQ6T1yonIYcuk7fzNMa1MPnbV0v6W2j3N2zEfx3uZYr6wOlDhCU95Mrzu8oCze4lmtPM0Ynfk5YjeanBoRc58fI8RCcyxKm3siDvZNDpv0VajgL3BevwOiGKMZdWEh77lsHV2nLu5R2m1+z7H0fu5dlZenwdbudW07liQyzyFyVHih5tzB0pW6Zslo+WCu4Dn1xjZOnOFC5QmPHXvAkasv434X6mbW823D7Gq9hoxpVxprNDByWXOLPJ+L56/Ypzt4IJT3jNuee/cPrtfXKkprCy1ghaNk5bdJnZ/ijcS4nIxbtW4vXyKD3MHZjS+sfPri3pTgFBZ9jy62EqFyxLsQJF8Qjy5nXcW6abu9Kz9bfZvorZwf3ybauYHX6Qslr58B3m/VWv8r8J7iUnXnLBJR9e8sY1plFAo8DfX4Gk0JUMmuDDq1TQ0tZBz6AQZk79GO5SnTyhKxk4/rDymdTW1tbNhWEpW7oOHYBDCV24vJjvpoRQc+wq6pzth+eJKLRKd2LWrK6U0UngwsK+TD/9Fp1yXdkxqz2hKwcxwedVhh1W0THDdeFEKhwczPjDaZ9paWmjm8uQUrZdGTrAAbmVusXf28f0iV74hD4nwaAkNTv8yCS3hhTVTvriPUrtHvAftHEqzkYP2Dd9Il4+oTxPMKBkzQ78OMmNBuxlzOAN3Mq0LY+WgR271zdl5cDxHE4TES1tXXIZlsK261AGOJQANf3T+6iDmetCpjqng3PS1WUMmHSUCOUyOujnM6V6m34Mal+JPHyp31NpG+3NsLGHMe6/hnGOeb78UCbfY9OIkewKr0LvJeNpUTCtIEXSjdUM9fAhR7vpzHEtjw4JhCzuz4zbDZkyrztmOvDu+jZmz1rHsdBnxOUypXqzPowc0R6zjBuWA3HcP7yERdsv8Fy7OHVdhzGgcQl0SSHi3GpmrjjF05xV6Og2gnYVVfMCyTzY/CMjAy3Z7pVWHIK4u+yfP5+dVyLJUdaBPiN6YvOxvX//N++vb+F/Be4FamRBaVxSPDee3eVN/lgi3r3iQuSv1C9UiYZ5q9PEwfGr4V4Wvp395Tybnh3jWPhNCuXKywDLlpjFm6Crp/unwv2c63vpZ9yYPg6uSqULsakH55L8OiHbijuScy9w37xYQ8zKV2SL315m3ttNUkIcH5ITOdpq7p8C9z6njjLg8kKl0kYNw+L0L9uRZo3SdibNyrJKy9nts5eC+Y0oWtD4U8k+1bmZ03Kik6Nxu7AMW5NKdC/oQIdWaTtqqtvR40dJKqpNcYpgWdWSy1cuc/TtFaaeWc9Gm5G0cfg8J1w2Rmpz4Gf08/7+tBy536boMxx/EMy0yt3p3uLzNBvJXfe9F8DCk5uxy1dRae5LvbdsfxqCU97KTHVyUxY7ZmVZwb3kby88uoZtUUH8ZNmJYc3SFqv+lv2b4F4Wo0ppTKnKIws7NaZRQKPA31+B+JODMG+6kkSrptQomsirX85y4VFunL0v420ymUpNlpNg1QxrE21SYp9wOeAq0TWnE+zvjplPD4xbH6LlgUd8s7cCrVeHk2rQjGX3DtG30CXGWNXF83oietaTSAhxT9tkaGUiVk1rpO+Qq2tOj8UTMZxSiSbLE7BqZo2JdgqxTy4TcDWamtOD8XevzKdS4UnXmFzXlsm/WtKxgw0Gdw6z5fhr6i0IwWdwcfyyvccEcnmU/w/aOIUKq+2wnfwrlh07YGNwh8NbjvO63gIurCnKiiHruZX4ljA/f+4aVMepdnH0ctdn//qaDDRrwvIEK5pZm6CdEsuTywFcja7J9GB/hj0fmq7/p92HdTHvsZjpHYp9ioqnbeC0llSrplgVSSDiTgjB97Wxn+PHkWHl8c+239Np/eAnLBp6UW5pOId7G37xoUy67EEtmylcScqNw0LVzreQ4D+Myg4LeWDYlpXBu+lVKoEDvUrTIag7/ldnUvPuIlrYD+e0bg3aO9ejUEQQe3aHkOy4CP/9AzBTc9A+nHLDymkJb8zrUj72MueeVmBcwDk8im6kQ/XenMxXnZIfQgnLP4jjl+bSwCCZ8OMedO7sydlCw0m+PRdI4OzI6jRakopTNxuiDmzmpu0qQnd2T3+2/v6v31/awj8d7s8EnuHR61+5m/sNqXHveZOSSI5XyZTObUzhPEYUzlvoU2WUr43cHz1xjJSiOqy6sAPfZzcolbcQ0XExdC5QmzrlrTj/JvRPWVC7+cxuep+eh0MJS9rkrUmBHPl4Hx/DkbfncS7aiG+ad/xssB48fMDec4d5mTOK2jksFNiWKhjrT+9gxYvjPPvwhuD2S7OE+9N+p7mtF87gk150MarLaIdemJulV8rJfDOpmLHk8hamXthOzypOuBS2/6wajfo5Avezr23k/NNf6GviRJkCxYmOfceJiBC+q9iWBvXTFxtLRPx0oB++8VdZfu0wnuVcqFakPLsi/dh57xxdjWwZ0MCFyuaVMjTrwJGD+MZeolJ8USoUKk1sUhwnEq5z49V9fq7QFccGGVNgLl66yKv4SHoHLSCXrj5zq39PyfymVKtWLcN17969y9zT3qx6fpLFDoMo9jYfcYlxBIffICjlDq3K16NzOacsdwOV8pc+bwIp8j4fY3u6K9c96HcY16A5FMttxKjyztQoaanUTc9sM9bPZdFLX3qaOWKrX4WE5ASuRtzBN+YqFoVK45y/Ps2apFcl+tLb+0fgXtKcpEJKqVKllNryWZlUhFFtYCU158UJzayfnCfXkeNkUalU11GZVJqS0qfSPpXJIl4pV6nu9EipTUkHE5NKNFLvXrWGQo6XijlSo11+L7M6dnYZqwjJ5lNSblKOlXKa0haZ6ZFF1+rHSn/kWCnfKqVTpaqMVLPJbLKBl1Rnkh16Zf2FVNJR3+X2a75Jpe8yCyGlK2WDMHWTEp/yHqibPCOqzbfk91LnX/osJjvTZp7Nkuo7skhW+ihlNKV0qfRbdv2VsZK+yo666u1WZiWDg5XxkEpDUrlKfieVdKTkqMpksbV8JuVc5bOSJUsqz0hW7VadI8dKGU1pjzip6vUT5DMZz+yeHVnALuMh+x6ISSlQVd+z0lqqNskxUv5UKv3IrsTynSW/lz6rm1R8ytzHP2N8v+YZ+P90jAL3Tt5Ye79gZ1cDUsKX4FR2CNe67OH2t0eolmG33Rh2u5Sk4x57NrzeTZeTGeG+3SE9jKNjsFv/gI01lmNvMZcnBSN5ZjzmE9w7eVvj/WInXTNEc+M/38E2ZjcuJTuyx34Dr3e78OnwD9voXNSVoHZbubi2A0WSzjOvzzTOmrmxYUwdzg4yJ+t7xHG4d1n+eBs/sK1zUVyD2rH14lo6FEni/Lw+TDtrhtuGMTSUAHPCBX6uXoe5JZcSfqQvyjeqsjttE9ZUX0/kXlelHzG7XSjZcQ/2G16zxeSnDPpn9+ylwf1mbDakjRMJN5jpWJvR97tw4K4X+iOy6zckBI74SriPx3+4BY7rClDL9CohucZ+3Pk2He7vJelg2nUzIRvbENxbBfcevOhbgQ47yjL53ElGWchGYfGEejbCxuMxLgdus7K5agSTubWyJ9+vN2Lkofm0eDQBm5rTKeL1K+tSu1N28Et+CjnP8NvdKd8tkE4+N3G71ZF6w4PQzh9DhOFgkhS4f8eG9ib0jvbk7vF+3B5sRoszLgRemkrNTDM9/5/e59/T1z8V7qVsY0DUNd6nvsU4ZzHMdIqSK0cuKpQtr/whymxfC/e379wm/HU408O2ERf7npqm5qy+fgyTnHkZbNuF+8/v/ilwf+zkcY7GXeXCo0vEJSejp5+LsjnzU6dYDWoXqKL8gc5sp/xPE/ThKg8iHtPO0gnbYtYKSD189JA1J7dyPPYay+xHYZlFtRzfoGMc/NWPaxEPKZXPGMcCNahnbquAUFYmG/Ds8t3L3rdB1MtRmU71W2FazDTLYwWAdvvu5VBUIK8/RFOlcBny6ech8sMb3j1/x4pBczKcp0Dl6+tsv3aEh+9eUtPEDLtcliQmJLL+1THy6uSgiVEtGlWxU8oCqsznqA8hWve4/PQGOXIXQDs5mXw6OlholaNdnWZKuUV1O3LsCPdzhLPnlh+62rp0qNSI4rEFadYkY/qO74mjHH0fQsizG1gVLotx3kLEJsSCrh6Gb3JRzcSMWta1MtRKV91n+t4FXI0KwyxXKRoVt8Xezp4Fu5ay//V5dLW0qFOsMtW0K9K+RcY66UEXznHw9nGCY+5SJl8RyhgVJyEpkdjUJPJF6mNdvAr29Rp8Vi8+uxfu98K91HaXMo8CgFLaUko2Sg12lUkZTIFTAWYZXynzKCAlx0h5RvXqOlKrXXZTFTiX+vmtW7f+tOhaNs2Sawi8qUyuJVVlBCal3KPAoGykJWUsVSZgqNonQO4n95W1DQcPHlRKNEp1GBW0C6ivXbuWY8eOKdcUSJbSlFJXXkpTyoZMYtJGKfEp15F7StqP7AQr5SPlRyBRgFrAT0pCyjsgpT6l3wKtshmUCj6/5otP9JX7CZTLzrXqNm3aNKXspmirrovsOyFlOwVWpYSlaCftldr4oqvKZMMv6Y84MD169FCcB6nJLxuTiV4CuFJ3XzSUmvfiHIhJeU5xAuSaUtpUdJISppL+JGMhIBwYGKikRUmf5bmSH/k+Eo3kmZCZFXVnTdUm0VT0F2dGNtUSJ01lUk1I4F3aIf1QX/wum25JP2U8pTyqmIynlOoUU38WVNeTfQ3EORIN5NmVXY9l1lVmetTL+6quJeM5bNgwxfmTvkkfZfzVx1d0Ut8f4WvGWHNMugJpcL+OClOO4dk4lfDTsxg06jD53QM557iWKk1Wot96GO3MdEiOuc/JzbsJq+TJBb+RmB/JBPd+9XA2PEhQzf2ctV5AJXc9WtscZ8dL92wj97pluzBnTgceDDGjyUp9Wg9rh5lOMjH3T7J5dxiVPC/gN7IKn3gt5QW7etnQ1fsJ+sUsqWPfkKbOPfm+vQWG2vFZzg6k3cOZm/3K0u4Pt7ELBnt7YdPVmyf6xbCsY0/Dps70/L49FoYf91L5Atyv1G/NsHZm6CTHcP/kZnaHVcLzgh9uL4Z9HrnXLUuXOXPoViZ9a9PP4F5ScSbYYO2pjccVP+p6VflsViSt390wPfeVcP/+IL3NnTnYaDO+VoupMzKcgaevMbueflrk3nEHxeyMCA74gOveQFrvsqKjRO4vduVQHRtmGEwi9MzPSoqOWPIvk7G1mkzK6BAuTkjfmyf96UsibFELbEe+4Ydzp2mysSb1F5Zn5av9uN4dh7XNLEwWP2Z+jnlszt2FqgcdcQn6lkQF7lOIPOlBq26reG9ehpjQl9SYfZgtPc3SnxXNi/5FBf5UuJ/hPZ9lr47yU+1vMNY3JODqOcKiw6lcqAx9635DUeOiBFw9y70nDxnWbQCHjh8mvogOcckJnzXSrlA1SpZIdwiWb1+F9+sT9KjWkiN3gihvVIJfnt+mt01nUpOTuBwexofEWF5/iKKggSEVjIrTqEJdzE2yTr/IShX5oxp2O4yklCSSP1YI1dHSJleOnNmmcUj06fGTX0klFTm2knklBQLEBJ5eRryiYrkKyh+szHb79m1iE+I+/VrOL12qtBKVy84kSnr/4X2MCxtTpEiRbI+TP743bt4gKSVToiBgkDMXFcpXyHCuwJj0XX2vAF1tHcqXK0/YnTAlVzKr9kkEWHLu5T4pH7MtZdOpokWybp/8wY+IilT0EpONtQoXLKxEYdVNZj+ePHuSIX9Ttp/S1tLGuIjxF8sb3rh1g8SkJGWjryKF0q4tDmJsfJrWcp2iRYp+pp9Ej5+9CM8Q3UxrozamxYphZJgx+vhb3y2/F+5FS9mESkBH6spLiUTV5lFS3lF+pB69QLTAtACuRHIFWAUCBdBUkXcBLAE+AbQhQ4YogCUAL7Zq1SpWrFjBuHHjPjlfAs8CvfIO9O3bV4HGrVu3KvXepf66qs69qs8CizK7INeSDaJkdkCAVhwJMYFw2YhJYF4ATTbikmdXNoeSmu9Sw19AWZwHgUo5T0BTIFei3xKZl1r7EsmWHXYXLFigOBOy8ZNE0iWCLH2U+wwcOPCTTr81JlLTX2r1S816AW2VkyHnyXWkxr0cIybpYwKrsrmXwKroJXsGiHbymTgDsnOtyhYtWqTU/JdxlP+XPk6ePFmBd9lUTOBeNtcS4HVzc1PAWTalkr6IFtJ30UEA18PDg6lTpyrarV69mh07dihjKI61jLnMYIjzJWMrY66acRCtpBynjJnsBaCK3IuTJcfLbr2qWRHRQSLt4jyIvqoIvkC27FsgMzfyPMg1xWTGQ/QRk2dFHAB5VlROigC8HDt79mx++OEHpU2yOduAAQOUDbrkmVGZ/E7S50RrmaWT/RnEAZTxlTEXR0fGVxwj2QROfq+x369AWlrOEh6q/gxo6VGk9mBW7pmN083BmDVZRqRxaXK/e8zzGAMsXaewaMYgGpjokHwwE9wHdGJ2c1/cT7ZgdJWNzHj9M575xvPTo6+E+2WRGJfOzbvHz4kxsMR1yiJmDGqASTrjpnUwKZygTStYv+8EfgEXCIvQwcLdh7PTbTifRXpKBrj/w23sRhmdJMKDNrFi/T5O+AVwISwCHQt3fM5Op4Hs3/gFuF8WaUzp3O94/DwGA0tXpiyawaAGJiSpp0Wp0nK+Cu6TCZtuh4VHLCPPB9JoVdX/GO4jt3SmYveztNsXxopqG2hhPpjr3+zl1qpW5FDgfj9OO5ei696Gpdp9cLfcycyrPfAPdmZP7frMN57FnRNulPzo6yTfm4V9pdG8GRHI9Wm1Mz2c8YSt70XrAUcwHn0In7E1uORWBYcVFqyVWaG7EtGfRoG5Dzg2WNKT4tjXowQdP8F9AldnN6PJlBfU6VyLNz67edZ4BSfWdKFk5ufl978W/y/O+FPhfvyaGWyKDiRVSxsjvTw0zFOOCsXKcOfdY5wK1sOogBFBb66QL0duwt9H8j7+PSYFjKmiXZrEQto8fPWI2MfvyJs/H8VLlcShSj0FCI6cPsrGSD/K5i3Mg1cPsClkwXsDiElKoGkOC+ra1OWXsBvMu7WFB9Ev+L6QI984dVCmwVVAk3k05Y+GRKtVESgTE5Ovjsj+HSK//wAAIABJREFUr54M+eO47cguLiXc4sG7lww060Crhl/ejOt/1bb/5n0EWncf2cuZmGs8iXnFYKtu2FvW/Wy32/9mG/6Ma3/tDrWqe0kkU6KfAngC2wLrAsUS2ZSNjwS0BaCktr2Am1xfHAGJyApACgQJIAm4SvRfovcCfvK5RJBVMy4C5AJmAnCqlBOJVoszsHTpUiUiLAAucC8bOwn0qjZuyqyLgJxsPiVtldr8Am0SLZaSpRJ5FidEos3y//I8jxkzRrm2OCPiFAik/vjjj592ZZZ2yMyCbAglUV1pn7RVUl3kGjKjIcAqfZfNtCSaLJAskK4+y5HV+AksyrXFOZLZBjle4Ftl0k9x1uUYMWmLwK3AtbRh9OjRylgsW7ZMcQwl8i2AL7NTcp58Lt8ror04aQL30lcBVYFdmdHr3bu3Asmq/5djxOGVSL3AvUB5ZriXa8lYynoHmaWQ/suYCmDL95Y4YgLEYhs2bFAcQIF+cUhUJs+O6DVy5MhPKUHifIrzJf2TWQh51uQ7UxwYcSZkVkSeBwF4cdzUTbSUDb/EAZPzVCYOhLRXZjpkdkSeMYF6cR5UcC/PlThIck1xDERP0U2uoz6+Mkuwbt06xXGT50/StTT2+xRQj9xPczQgp6Ep5coWVsobxp8ciJmSlhPBTntf+jl0wTu2Dav9t9G9TFZw3xUfzwhcuu4nKU8MpYedwS20Mb0epsP9b6blROzE3rcfDl28iW2zGv9t3VELYJMctp3xs45i2H0hIxoYQNwtZjrVYMzjnvjemgs//EZaTsAfbGNyGNvHz+KoYXcWjmiAAXHcmulEjTGP6el7C6/G+r+ZlhOx0x7ffg508Y6lzWp/tnUvkwb3amlR2Y3e55H7GA71NqPt1uosv7+DMhMrZ5OO9JVpOSlPWdGqMv193mYImGkbObP+1g463xyeBvdHbjI5ZjDWzt68zAGJJd3wv/wDV9uVY9CV9my7uZEOH9P6I7d1wdzlILWX3+fg9+qBxgRure6K0+AgzCbsYttPdTCUxdATZSaiIAseH+H7Oz9StdEqLNY/Y1c3CWZmgvuEc7hXb4C3zU7ur23Fm8VNKDMiiWlhp/ih9Jd3pf99b8i/9+g/Fe6PnjjK07fh5NDJQcFcRlSrasmRc8e4mBBGySKlOXjLj0Qgt7Yul6N+VXb/NNLPQ5ncBQmPf0shXQOSSOFDQiw59HJzccgW/AMDOPjmHI8in1Axvwn59fJSOK4Aa54don5pa8yLlkf7SRxH317gZXIs9sUqKTvbFk8yxq6uHYFnA0lISqBY0WKYVTTjytUrvH3/ljfvooktksq9lw+wKl6VEhhnm+P8Vwy/pGgcOu3DwQ8XlUU3bQvWoaVdM+WP77/ZZAZht+8+dkWfhagE2pauj331etnWy/87a/F7I/cCSjLbI5ApEU9JZRPgKV++vBIRnTt3rgJEEn39kkmahgCTpJPIuQKgsuOpKqquitwLZKmnWMk1JTotToZEz+XzNWvWKLu0SqqYCqrlvwLd8iOLbAWwZTdZgVaJNAuAChwKUEpKiMBr5si9ON0S5RbAFmjNbj8ESckRMBaHRoBV3QSGBUTFsZFZAulvdiZtE2iXSPV3332nALe0T5we1XmZ4V79WuJASJqN5LgLmApwChhLhF6iygLn8mNra6tEoSXqnlXkXvog4yrpMblz51YAWhy2L0XuZbzEyZL7y7FSJUxmo7JaMyJwL4At450Z7sWhkWdAlSIpz6doKO12cXFRZhXEAROgl1x5GXd57mRmQZwCSRlSmbRX4F6c0cxwr4rcS/qV6Cu6C/CLTuLMCbBL+pM8OxK8kbGT3Y7FOVU3WTMi4yszHe7u7n+r7+e/8/eOetsy59xn/EwF95HsdTXgnd8P2Dadz4smywne14eSmRbUtgvoyslTlZlesQ+H4koz+Ngl6nqVoIc63K8pykCvgdTU+3gnLQMqOLTgw+RKNFlTnfWRe3E1eIffD7Y0nf+CJsuD2denzKcFtSnhq2lbuR9+5fowb6orFWP9mTlkHEeNPQg5N5JXw8xxyvIezYkcV54/3MZGtvzSvyr9/MrRZ95UXCvG4j9zCOOOGuMRcg4PC93fhHsl5/6dHz/YNmX+iyYsD95H9wdDMXdaQ9GBXgxMFwWDCg60t02vlpMG994UHyTHafP2zkG85u4jut0Wrni3JnRIdv1uT437sqB2Ebl7LWa43ccMAe18VG7aGuvCaSCcfHc2jSxG8aTVZMa3MVWYIvn2JtynBWI5/zoHLedSVYH7W3g1jGKbS01ctj5Fy/wnAq5Op+zeb7HqtgOtxj8ydURzSkadYLa7J76pXdh+aR3OH+8j9/pwdjR1HWcQVqIlfdtXJhe6lGs7EpfI4VRst5fK41fS/el4vl+XjylX/fipooTiM8F98g2m1LFiauqPHDvQj1djG/PNTktW39/Nt79vAv2f8qr+6e38U+Fe1TqJdh0/dZzQV3e4mPqA/Do5OPLsOqa58lM+T2Gi496RpKXFzTfPcDC1ICz6mbJY8eKLO1TKb8LT96/pY92JRmXrsvTAOnzjrtHRqC4m+kZUtDBjxtm1nH8ehkluI17FvsVQJwetKzXE0rg8oc/vEBf/gapaZdFBh/sGr3gbE0XMixjK5SnOnZRXvNWPJzruvZInX6lAMZzMGmCdpxIWVT/fRfZPV/wrLyhT5g9SnhFy+RLVCppRu3otJUr3b7fIqEjOhV8h8Ool2la0p7Z1rX9sl38P3MuuswJLAskS/ZZIp6RHSGRZIpaSzy1pJBJFFWjKziTqK6kucrxEuiUSLEApeeDiMIh9Ce7nzZunQO+NGzcUuJf7S8qN5MGrZrkkMi9gKaAogCb3mzlzpgK7AqCSTtSnTx8FxiQiKyCdGe4ldU2i4QL2X+qPvAe9evVS+i3HZjaBR3FEJI0lq4WhquMl9URmJiTdRyL3koIlwCn3FhAW+xLcC+jKwmWBfIF7iUyLUyORZ9FXNBVHRPLDBYRVqUeZ03LkWJl1EcCWdCpxhGScvgT34qxJlF4W3Qp0i2Ok2sFYIt3iwKnsS3Av7ZWZFBlLMRkbuZ44DPLcyXhJGpfAtzhbEs2XlBmZkZAf9XH6WriXGQZJvRFHR1KR5LmUaL7cSzSV1Bx5VmR8xenKbOIoyTXGjx//ReftH/sl8V9u+O+Be4jmlJstTouiaL0umK2GYzFRq5Yj4Hzqcl8CHCwYc7sDWx+uJqmncQa4b7rkIRkSQXVM6X3gBl0PWKrBPRB9CjdbJxZFtWZd8A6+LaGKxiZwa31/ugzfyLWoRCULwKB0c8Z5b+Rnu1xpOfdZ3uMX2u+qpMD9H2vjPbzKbKV/l+FsvBZFYqoW2galaT7Om40/26G8MV+5oDb6lBu2TouIar2OMwPO0aSZWlqUMt46mPY+wL2VzUlLlIQ0uF/Bk2QpFaqDXn5TrFoOY/YCN+wKJn6h3/f4P/auAyqqq+tuepcmVUGKothR7L0jlthiT2IvMWrsMUZJorFr7CUaa1REIxZUECwodhELNgTpvXcGBvzXfjA4jGjUL19+8/nuWlmGmfdu2fc92Ofcfc7ZXOV7NOi4FiFSuYdJ1QEzLz3Emjbq1DnhvltzNFtWhNlXg7C0WZk8ruAiptbrjt+MFuHGihR87lJG7jtroDhyFwY0G48zxrNw5f5KtFRNw9VfJ2HiL554nC7FSyU1GNUfiEW/bcXUlgZyufBz8OcIGww+mIpX6RrU0XljOHwn52DvyF745nAo8pUN4TznCHyWdUHpQYCiLKcEyecXYeCIlQhILAI0rdF7+XG4T3d6FXz9X353/u3d/1fI/d5jf+CecgRispMQl5uB6c0GYsnNw6inY4S7KRFoYWKHqtoG8I4NxvA6HeEXegM66lrQUdOAlZ4pHiW/wFS7oYjJS8K26DPoYdccXbWdEJeegCPZN3E/MQT1DMxhpmOMu+nRqFPFAku6T8WOG+4IS40SqqRW0zeDb9R9NKlaAyk5qcguKkBmfhbsTWxx5MVNfG7WHF3Mm0FTRQ266tpo1KCRoJXfc/oAQjNikVKYK+xtNU19IVf66EFf4trN67gddlcwTmRNR10bjavXQ1Z+Dp4kPhf0+mymeiZobFVP8OQpthM+p/Ag7rFAlqjnrmlsg6F9S7XKbJ5nTuBpWijCNNIQF58Kg5dasNSsAluDaqhlZIPu3V6lv1z/x2ZkFpbOx1BbH83snNCy+asxgx4E4dQdn/K+7YysMbLf8ApTOu1zGnfjgl/TmvMizq+6gQXsqtaokF2HHrgHTx8iNDkcT9JjkCUtgAqUUVVdG7WrWqNh9Xpo3ao0YDApORl/nHMXMg/JGvt1sqyPXj0qyoyW7lkDFUt15KXlQCWP6nhgdPcRuHj7MiLSoyvM29qwOkb1H4lHjx/h5tM7iMkoDRBVUVZBY4t6Ffr+zeN33EkOw6DaHdG9a8X0oSQ4x/29EJ+VWOn7rK6iJqy/Wd2mFTKn/NXL/z7kniSGhF4mw6Gumh50BjOSFNGDSnJPWYe8p1RxDrxvxYoVgoyHRJQ6duqkKesgQSKhehu55730EtOjS3LPEwB64+UJJOUoNDhIFGXknnOnVIOkn5IVklrKPUioKyP3lGhwHvQuc04kq5U1knuZLIRrV2wclzhRy/82cs9MM5wT5SuysUgaqT/naQg98W8j95Qd8ZSBWW5k5J7rolFGXEmqaXzTO01j5K/IPddMokuv9sSJEwUP9ps091wzNf7U8vM6Zr2h55uaeBpv1LPL1vQ2ck9STeOL19IbTo8910XdvywQmp5yeu5Jvik3ojHE54HX8dmQtXcl97yehheDwWkQcQ0cg88UjRqeCkyaNEkg9rLAXfk9prFJw4x9yJ8c/NW7J37/L0dAkooXz2OQo2YKu1oW0P3HlBgSpL54jpgcNZja1YLFPzfwv2PDJKkID41Dvk412NsYlRsn7z75QqSFP0eiujVqV9P76wJZkmSEPU+EsqUDbI1oqIjtXRH4W8n9+Qvn8TDjGXxSAjHWuR/8X9xB1SomGNGoJwZ7uqGNsQ16N+iO9LAENK7VECUvXyJLko0UlSwYaFZB7NNIqCurwaquDYxK9LEucBeic9MxzLijQMx3JvjhUXYsPq/hDGMdQ/hH3kVEfiYc9UxhpmuMi/FPoKuiJsh8Rjf5DBdf3MLlxBBYqmqhSFkJ1fRMUSyVoK1VEwys1R22NrYVcBq3ZSauFUWgk4Ujmtk2QWxGAk4/vYyqJXo4OX0nfM/7QtNaFz/478Tj1EiYaRtgSdsxUE9WQmGxBKl6Ofj55iHkSSVobVkPXxl1xIBeFXPDX/C/gF0R3jiXECQElS5uORIWEiN81r2vMJeth3dgR8olSIoLMMShLexN7BCdHofTzy4jRpKDTqZ14WrQHIN6l+pcj148jrPxV3Ay+j6qqutiUp3e6FitGRo1LE0teSnAH/cKn2Fv8DmMaNADnS2d0aS2U4V1B94PRNTLRKy4vAth+RloaVITbS0dEZYWjePR92GhbYhRhh0wY2TpsTm9w2fu+OLXx0eRJ8lDJ6tGaGLdAMk5afB+ehmPc1PQXt8BUxp8jlbNWwlkJCQnHLvve8E3+h7stQwwp91o2KpYoEnDihVs/7x2An+GnYdv3GM0NKiOLxv1RHODRihQl+DwI2/8/ri0OiwLWH3p1AcNrUu9jfrWRjgQ6An3kCuY1qQfWhs0hrOTs3Ctj985LAs/guD0CPxsPxhfD6yYpz4yKhJJxanYcusIvCJuw0RVC8MdO6PkZTFOhV5HtCQb9QwssbzZN2hW1ue7vGDvQ+7pFaUnVZYikYYfPff0oNKTTu/05s2bBa+4Yp55esyJAUkq5Rr0TJOIknyzcR7UW/NzelHfRu7lCS7JPf8j+eK9lTUZuSchpNacsiIaApwPSbksE46i556SFM6bHmySU/lsKrKgUBoQ9IzTa9yqVStBmy/fGG9Ag4JeeEo63kT+KAviWCTSJPGUtbBxrgxqp+eYJPlN5J7rosed5JOEV0buGSDLexksS7JNQszsPpzvX5F7GiOy4F3+y/XxPVEMqGV/NCD4XMiCf/n+8TMfHx9BKsV5y/B7G7mnMUEJDE9iaBDRYKCunSdFvXr1EvDgs8bgW54o0Ihj4ykOYx54new5eB9yT3LOZ4FEnXvGcXgqwL2l8UYsaBRRfiXfGHfC/WVwPU9XKpMhvct7KF4jIiAiICLwqSHwt5F7en8vFz5EXEYCvus8CQcfeuMG86ubdMMQOa+0PMAxsbGC/l0+9zK/5x8sNRVVIVsOPUwXgi7jaPoVKL8EgrLisbPXXCFHeom0CNrqmojLTESxkhKSslNR27wm6GnNC09DbdtSchMRFSHkyfcPvQ5tVS10NW0DC1NzITONrO3y2oc5j/bB1bwRRlm5okvn0vzsRy8ew9WIQPw6+pfya7/eNBf7M2+ippIpgr4/Uv6516UzGHN7A/KL8qGtrIppFr0wtf84IcCQjV63P04fxvrYkwjLTQET8pzvsgztWrcT/oAd8D2C9fFnkSPJx3KHERjV/1UmjjN+Z7Ey5ACupUWgp11zjDPqjD4uvYV+DwWewKizq6AMJdhoG2Fl92/gZOBYrmM+fPIIAqVPMMimJ5o3qVzmQgI07vRCnE8KwXTngRhg0BItW7RE202DcTszHiPqdsFwg7bo1rkbfAMvYYzvL9DW1Mb8xkNRV9teIAxstwJvYeXjAzgZGYje1k3wrf3naN+mHW7cvAHPjBv49fZRdDathR2uP8OqemmRMPlGHFZf/x2rg06gt40zvrbqg64dSvfiyo0AfBe0FbdTIzGpXg/McPoCtmWBhKlpaVh4aBVemijhxw7TYWZmVt7tJvdtWB13Ggl56XCt0QSTLHuje5fXi39t8NiJ2SF70NnUATtcf0KxtBgBEYH47tZ2JBXmwXPQUrQyrf9azu43/dJ4V3JPQkWJCnXa8oGrJKNM10hdN58hyip4usRrGChLmQgzo5BA8z2ZNm2aIGEgYSMRlu+LUgv2R5JK7ykJKmUpMqkX30HmSyeZp0eVhJH/T8kNM8IoesX5jtKQYD+8hicD/JekkQG9JG+UqJAEVua5p0yDZI8ElfMmOeWe8TmkNpxknPIWjsvgWpJCGgF8zpilhzp7jsXgUc6X5JCfM5CXgZzy2ZdoJFG+Q/LNgF5Zo/6ecQw0oEgsGfPA54/yKFnjHtIYoledmPIdlpF7ro+nKsxjT6LP+dFAY9zCu5B74Zm+ckXQk/MkjORdkdwzPSljEzgPGoA0nOh5p7FH7BiDQ6Pufci97DSR+HHPOGdq7pnRi4YJDTGZVIlzpDSHwc1cLw0cynreh9yzDxoVNCa4Hp7WyCRW3EfuL6VHfCbk95fYcH+JCU8WFOND3vTeiZ+LCIgIiAh86gj8beR+x9G9+DncHcPqdhYCWD2eB2CeY384G9ZDm9aVpzFjnvtjaVdwMTmswj44VTHHtBZDURRbgEwzJZwJvYY7sY9RUCJFUVmst6GaFmrpmkCXch5lFZyOf1KeipGdtTG2RadaLaGhVlremPKZu9EP8CIpHA4mtqitZ4eu1ZuXe7i/2/0jtiVcRj8jJ8xqM6pcf0+jJT4rCeM+f6X3nb/jJ2xL8YfNS+PXyP2kwM1obmwDr5j76GrVEN9a90f3TqXFcm7evonD8RdwMfw2YvIzkVkkQeHCAOG7M+fOYm+6PzyfB2BE9ebYPYq5Xiu2/QFHMPbSephp6GGapStGdh4kkLMT98/hG791gof9XmokmhhbY7b1IAzqVarN/lByz3u/DVyPp1mJGFW9E76o61qaIeTObpxKDIJrVSd8W//zCoW0SK5OPbyApSEeyCjMx4He32NAgx5CxeJ3Jfe7H3hifsDu18g9U3VuvXYYO2L9YKVtgOWO49HPpTTP+BGvP4VUqd2qOOGrLoPLiwsxBeYK39/wWDkRQamRsNYxxkwLV0wa8nqVWUVyT+PD6/xZzHuwHfEFmVjfaDL6t3d9a6pS+R17F3JPaQWJJwM+SRplXmX2Q+LO4ERKR/gvZRWUuZCEMTUlY1t4PwkSA04Z4Mrr6OHkv/KNEgx62UkQmWqVY5GsMZMNGzX53Dv2wSBJEmSSe0ox6MWlB1k+tzmvI8mkd1VG7jk3kj5KYJgJh2T6beSeBJXfU5pBzzWJKlNbktRxzfSIU+JDrzjlQcxIQ887NecMSJVdR/JHHTs9wpQuUWYiH3TM+dBIovRDPnUlPebEgfiR3BIjjkXJCBuDu0n2ZcYJT0xkqTApMSF+/JlknoGxsjSX70PuOY7M0OLaKkuFSXJPnEiMuTbOi15+zosnOSTL7yLLkXnu5aWC1P3zP8pumAmIRJtEXP6khuPQ+GQWK1ldgfcl97yfgd2MEaDxIMOY62fgLL9nEgHF/ZXFdnDdYhMREBEQERAReDcE/jZy/6v7b5gXug9V1bSEPOKf23TEIKsOQsaaN7XdnvvgnXEDx2MfVEjPVFfHGNoaOjBW04KRoQWCEp7jaUYsulo3hp1RdZx9dgXR+ZmooqqOopIS1NI2RHBOSgVy30DPTCiSVNfSAToaOsgpyEVsajSeZ8ajoFiKdlYNMdbCBS5dSquNLvljFVZEnYa+ph76GzVFLTVT6GnqoYqGDvq79is/oua1byP30+/8hhnVXbEk0gPSkhJMr9YbE3qUesU8/I7jfH4QrLSN4PHiBuLyMsvJvftJD2yIPy3owje0mYBJnV557WX4efmcxqT76wUv8uwWQ9FLx0kwnEju1144iF7mTbEj6QIis5PR0aI+plXvg949er03uR/q0B5tYIc4jSzsfe6LPjXboLVyLQzrOwQXAi7gi5trhIJS44zaY+XE0pzg8u2490msi/bEtcTnmN6gJ5b3/u7dyX16Gk69uIzxZ1e/Ru45xsGTh/FL+GE8z07CmrbjMLXjKIGUHr51Gs+VYjCp5iC0cH6Vc/fgCXcczQhAZ42G2Bx9CtGFmRhi0hLfNB8Gp8YV5UmK5F5dXQNrTmzFnhR/9LZvgSkOn6Np44oyore9Zu9C7klsGChJbTODGqmRl28k2JREUMdNTzODNumlpzeVJJeEmESY6StJbulBpxeX2UfkG8k7Pff0/PJZpAaa8g5Z47j0PpPIyzLXcDySuMoavbfUb9NLT881pTu8nmSfQZL0zJIMUmJDwk7PK+dN7y3lM7LCUzxp4H302MtytZPQ0YstS+8oI4CU+lBGQyODa6Anl4W7ZMXluH6eBjCzD3XsskbNOEk6vcKslirfKAuhEUWCzHmQyMqfJNLY4okCjSIatqw1QKNCZkzRoOGesG9mBqIhQUxo2BAfSnpYSIxeae4VZTOUS8kX3qKhwr2RFZQinhxHhgMNDvbB/xhTwXmwL47BceU92jxh4EkOybl8ZV0+Y9xzxWJVvJ5ec+4Rn0HKpfgcyjcaVTwl4Dy5jxyX6+YzSPxltRh4Dw0kGh7cE/nc9CTujMGg0UjjQlFiw+eWzw6NVb433F/uI/uXL872bn/WxKtEBEQERAQ+bQT+NnK/7/hBHEu/IgQz9qnVAfU0bIQKom9rf3ofw+EEX5yIeViB3Fur64IlkXrZOMOlTgecD72BZ2kxaGRii/tZCbgb9wR50kJ0q14faQU5QkBnmlRSYaiOpjUx2rwnLI0shOJLLM4kkUpQUFzq+9dW1YCliTnq1a0n3Od79Ty+ubEO4fnpUFdSgaG6Fgy1qsBAqwo6Ktmjg03zcqnO28j9jFs74NFjEZYH74dn+C30sXLCz80mCUfZO+97ICUqBeZahtiRfLECuWcQ8sroP/E8OxmHey5A/6Y9X4MuKTkJw47OwpXUcExp8hkG6rdC2zZtBXL/m++f2Pz5fOy66I7fU/yRUpCN0XYd0M+kHTLzs99LluNkWB1NjGrgdMx9FJUUY6B9a7TXaIDBfQbh1IXTmBi0GSXFUnxdtTMWjfnutXmeOncaW+NOwy/mAQZaOeGPkev+NnLv7eeD/emXceSZP5oZWuHnuuOgpq6Go0n+qGlig3Y69QUvLhvTnh55dh5ZajkYV7M/9j32xMbnvnA2sRckU/JBzLxenty7VGmKGwmP8Vw1Bd1tm6Ep7NG1TafyTCPv8mvjXcj9u/RT2TUkuvTg0vNOsvVvb7ICWvROK1YzlV8bjSFKY0huFUkfSTGNEeaQf1sGnn8rViTiMgOIa/yrvP7/xnXK9pdGhuw9/jeuQ5yziICIgIjA/ycCfxu5p3eHaQzZVFRUUcP6VXXZNy2Q2t/RB+bhcVEcYsuy0/BaVWZoUdeFqZYebPTNcTvlBdKLJGDF1OyifDTUt4S9sTXORt5FdQ0dhOdlIK+YGfRLm72OMfRV1VFPgyTVERP7jRGOnN/WWNDqRVoULkXeQFD8EwSlRSFBmidUXq2mbYi51p9h8qDSbB0k91uTL8EWVV+T5ZDce/ZajFvZT/Ddxa0oeFmCX1tMQPUqFlh8dy8mmnZDSm461iWcQXx+VrnnnuR+RdRRgdzv6DQNo9oOeW26rAT75bF58Et8hq8b98Hgqu3RplVrHL/vgx2+x3B69nZ4+3njXNYd7Hp6HqrKyviqdld0t24Gv4irGGzX640BobFxcRh7aoGguR/fqBd6aTVGsY4Kfry1FWH5mRhUoy1GVu+CHGkuJtzdVEruTbrArRJy73XuNDbHegnk/pv6PbDmsx9w685tHEu7Vq65/733ElSvVv21NaZnpONE6KVyz/0U677lmnteTA/0Zs/fsSXpHNIkOdjeYgoMlfXhHucNF72WGOjSX/BAsvle8sOhBF+0s2uOJpo1kYgM9DrxPdRVVDGrwSD0tWwF56alQbdsGz1+x8xnuwTN/azWX+Br71WIK8zFRKe+6KvTFJ06vCoK9C4v7fsWsXqXPsVr3owAf5/Q+8689ZQRiU1EQERAREBEQETgU0TgbyMkA+XbAAAgAElEQVT3HwIej+l/v/oHziXfRWBWQoUuzNW0YKKhI+jS04sL0dLEHsMb9ECRtBD77p/G/cw4QV5T9PJVNlV2wPwO1ppVkF8shb2uMV5IsrGo5udoad8UFuYWglevshYaFip4Qh3rOApfX7x0EZH5cVj2+AiSirIwuWoHLB3nVk7u36S5J7l/PtcTPud9sCfpPDzDrqFlVVvYG1hAP0sdaycswa9/bMT6RO+KspwTHtiQcAp3ksMxt14fLOk/77Vp3rhzEwP8FiCrpAg/2wzDzOGThGtknnuSezYferfjz8Ej8qYgbWpv4Qh9NS2Mqz3ovQNql/hswOI7R9DcxA4zrQcIQbvfBu9AkiQTQw1aYNnncyoErwrz8T6FDTEncCXhKdZ3nIgJrYa/1XOfmJSI1NQ0wSCUFEoEcj/RZ22lshz27+XthXXhx3El9Sk6mNREU6uGyMjMxsgaXcvjOyg52e91GJviTqJYVU1I6Qm8FOobJORloEu1+phtPxhd2ncux1nec7+1+0IcvnMKy557wkKzCmZW+wwjeg0RZAvv2v6bnvt3nYN4nYiAiICIgIiAiICIwKeFwP8LuWcA2+PQJ3icFYUnxdG4GhWE+IIc5L98Vf6CXk9NngBoGaCKuib6ObRDNX1zwZPOFJt3k0MRn5+NdGlBhR0zVFVHFRUNIeOOdRUzPEqLRkNDS9ia2MM8WxcNTO2hr6WHrh1LM7DI2u7T+6CmrYaRnSpW/3RZ8xUCpXGYaemC+V/M+kty/+2dHTjQfj60NDXhG3YVG8K8hGBMG92qWFV/HD7r2rtScn/63BkcyriCoyEBaKhngV+bfyt45eXb/gAPjL20AU2q2mKaRW8M/6zUu69I7vnZKW8vLI8+htuJIcI1LY1tsLrF9Pcm9wu8VmL1/VNob1kXUy374DOXPhi6fSqOJQehjWVdTDF1waDer4oqMWf8fl8PrIk5CXVVNSyrMwpDeg7EzVs33xhQe+LsSZjUMoNOrqaQAeb3+39iwdW9byT3XM/3vy/GtmSmDC1CcyNrDDHsgElDXwXJBj8Kxu6wk8hNykVXi6ZQVVERtNRP0sKxJuqkkIb1hxqfY1zvkeXBt4qa++ycHPwU+Bs8w2+jR/WG+MqkK/p07SVo3d+lieT+XVASrxEREBH4aBCQ+GORy7c4kVbCtHVQ1TRG7V7fYc2CbrD4G3PNlyRfx8GruhjarwHKSir9NQQF3pjzxX0MPzAPToopz0uisLH3eEi3nMUMm0omKnevxf4B6HH9K1zc+Rneq9hp+kX8sjwSQ5eOgr0KUJLgh2WzluFMrD5aT16OX4Y4oNJM7G+bt/yqCy/DzXUmvNIpHC5tSmYDsfnk92jxziD9NYyvX1EA7zlf4P7wA5j3GrAVr5ZGnMbyxTtwJU4ddQfOhds4ZxggDf5Lx2HmvmfQ7+6GXWsHw6ZsvukXf8HyyKFYOsoeKihBgt8yzFp2BrH6rTF5+S8Y4iDmrv+QHXuXe/5xcs+Ub8dv+eBM9l0kZ6egjpmdEOwanPAcKdIC5JUVgZLPzMHc9WaaVQQ5BT+nnjyl6FUwoGyhGsoqQg51bTVNFEMJGqrq6GXVEsWpEmSYKSEmPQ6SvCxoaRmgSXF1NKxeB107dhVuX3ZwDcJfJmOgWWf0KCtydPKcF769uw1VdLSw2HGUQOzYvtw4A39mBcJOyxxbmk0tDyg7fv4kZgXvxvZmU9G1dWd4njkuyEf8Yx5gon1nDKvhIuR2Xr1vPdYnnkViQQ5OtVqIHl17CIWYLoZcx9qIU0jITcecuv3Q0cipXApCArw28hieZMdjjFlHjGjSuzyjz/Yr+3Hk/mUsaTZWSF/JRmLJOIgdKX64nRT6QeQ+LjUeyyKPICwzESOrtsbX7UYIJxtnbp3DtwEbkVEkwTDjlpjQeogQu0A9sM8VXxzNuIbL0Q8wo9kgfGbVEbVq1qo0FSYDVgPvBeJR2nNomuugrWFT1LCyxqprO7Hm3km4WDXG1Br90K1sj+QfaM9zJzDz8S7E56TB1cYZY0y6CsHDbAzkPOLjif1Jfhig1woTh4wtv5WnH/PvbsXVpFAMsGmGn1tMhkMtByGQctf1Y1gZfhz1dE1xYtB66Ghp49D5Y9gUfwbxuWmY3LAX5rQeC2Ojyk9/FF84kdy/y68g8RoRARGBjwaBPHf0tdiN/qF/4nMtoDDpMhb2GIbElfE42l9bmKY0MwnpqsYw0VF5Ne2CDCQX6cJET46FSrORnK4EQxPdVwS+OBuZ+TrQ9B8Dp8MDELSvr1AIqdI+y3svQV5aBl6qHEMv+8v4IXYfumoo3FPyFJM1HFEUWISdDeWZsOK9G5A7fwbiv/4dk2rSCChAenw6YGgBw1I1Z6Ut4+E+zB87HduyJiMoeCkaq+bh+GBbLHH0xNHBIZjZfStaX72O2RUMi8rnDWkmktJVYWyiAzkEgTwP9LPcib7Pj2GwVuk0lJTVoaWtXlbsqRCZafnQMtJ/ZURU2lcxsjPzoaOvC2VIkZ2cDiVDE+hWYiCU5KUh46UKjvWyx+UfYrGPwEKKzKR0qBqbQH6LURKJTT1ccf0Ld6xql4wtI79B+uIgrMj4HCYz7eDlPRT3xrTHrn7P8XCuPh7tm4+x07cha3IQgpc2hmrecQy2XQJHz6MYHDIT3be2xtXrs1GZLfbRvA//4on84+T+9t07WPxgF2Jz0zHGuDMa2dRFRlYGDiScxa3EUERLcgQ45cn9u+KrpayCgXYt0UatLuzMagjeewMdfSH7R+iLMEiLpSgsLsTTwhg8TXuOlNR0tDaqj1b2zvB67IvtcRfQoIot6rw0gjKUEVgQiXRkY06TEXA2qY/UjFQEhN3C7phLiChOh5GGDqbU7IHm+vWRmZcF75SbOJ5wF1/ZtEVLnfpoXt8Zu64cxp8pV7G18zyYaVbFlSc34B5+ATcLIlFYUowptbqgqXptjOw/HEzbeO7ZVeyP8EZUXgaa69dEbRhDUlKEoJI4JErSMLRaBwxr3Bt1atcRYFm591eczb+L6IIsjK/RBa3NmqBdWYYiku2DZ49gW5IPigsL8Fv779Gi6atMMvK47jq5Hwue7kdqYR5qVDFDDakBstQK8CIvCdOc+qK+1AoDXPsJt9ALH6uehhXX9iE6LxNNVCxRR9sSyirKuIoYSApyMKpRT9jmm6Bjmw6ClMX/6mUsfrIXlxOewYgVgZWshawfhVVVkZCdjC/qdUdP4+Y4essL5wuDcSctGsaaenDRdsSPvaejhnWNCo/B4yePsfH2HzgSfxvfVOuKL1t/Xp41ZP/xA/DIuIa7SaHob9IUI+t/hpbNWgipFDd6/YZT6XdwLzMOVVQ10F+vMT6r0xnROQk4mnIdV+KfQkNJGSMNW6J99aaobmwJn+xAbAz0hIaqGoboOmPjlOXv9Ei+K7k/cuSIkAWF+cqZJaTCvuzaJbwLitU7WZSKmWMUG/PgMyMOM98wMw3150ybydz3NKyZC14+zSGz1LBoETPCMAMMGyVNzAjD7CzMpy+fL59jMnsLM/gw4JH9yxoz3zCtJTO4MIMPGwMkmaOep3XMp87+mAVFli2GWVj4HefF7DjMNMP4l8oaM7AwW8vRo0eF7DqKjQWmWPlVsbGOADMqcT+YWlOWZYYYfWhjVhzKCqnxZ7VdpqRloSmm9GTjeMzCw71gJh42ZpthIDS/YzBsly4VTw9lc2Gef/bNuAGmxpRvrFfAzDOKjYHV8mk+P3Rd4n2fOAIk95b7MTTuNIYLXD4Th3qbYX2PaNyYUoSjE1ww54Y2qkqSoTfmEE5+dQXdm+8CjDSRnxkHla+Owv/nFojd3gctp96Cvkk2onWm4tztb3GtpTVWFdnC0K4fZrzcjW9vmWP8Vnd0vfAF5sn16TW/OUrNCADFT7HJpS0WhJrBXD0BIbGu8E1egYypFefhNa8KZimS+8ruTZyDY6ZdUeVRAn5KXoJ2vbch18oQ8Xdj0OXgcxwZ8AQjNHpC904WtjeVsWEJLqyejxAnC3jOSseKO2XkfqgDNrQPwLnhL/C18zzY+dzEd/ZlpwaVjZ26F3VPTYDLnBvQripBst4YHPKaj+ayxQrkfjcGxp7FF/Lqz5JoLG3cADs1q0E3JwmPEl3hGbYbzn6Kfc2Dxdp6sF5VBFvDmhi/7TNcHj4dt/RNkB2tg6nnArGmc2kBP6AYTze5oO2CUJiZqyMhJBauvqnYW/cUJrjMwQ3tqpAk62HMIS/Ml02wJANPAkKh28YZVio5OPlVUxzsfQPjjlpgRvM4PJxlBIlXP+j+2A1pVx2xfX4InCw8MSt9Be6UkfuhDhvQPuAchr/4Gs7z7OBz8zvIIPvE37y/ffn/OLm/FXgb8+9sRkxOCvpVb4Hm1RpDUiKBb1wg/KICoa+iLlRizS0uEsj5XzW+SkpQQkM9U1gZVMMwk07o0b7bW3ORM6sGq5JmqufhwCMfWOmYoYtxY2SpFyA8Ixovi6XCsFW0DVBP1x62VjYC+Tl/8QLUTbWQJnlVeMtAXQcFCXlChVo1cx1BJqKlog5JQi76uvQB5TbZOgVobe1cmsZOXxVR6fFC9h4hpR/TeSbloU/30nztrLaZkZmBgNg7SMpKhrqyqlDJ1lDXGK0sGsPIwEjIdy1rx84fh5qBJhh5wOw+0qQCdO74SkdOonbSzwupWtlobdoEjRtWni868GkQonMTK8BdUvISzSzqC3p15kZnGjs2zpsE7MGTh8jWK0R0agxUuAtKStDTqgL9fG20bNhMIJgysnrr9i0kqWRAWhYjoWi81TCwhHqBCsIyIgAtVUE2w6aurIKaujUE77piu3jzEvI0iqGeXoJuZbUEeM31oBtIfpkp9KGnpgW1LCUhFz+xfZIYggxJNorl+q9r5oCU3DTEZyeVf66hrArNfFW0dGoBX38/KJtpCpKwl/lF6N+2dK/+qr0ruWeqRhZKYvpKVgFlJhiePuzduxe7du0SijyxKJR8I1lnrnWmlZQ3CBhMzNznxcXFQvEjpjXkz0xRyPzlLPjEFI0dO3YUuiOBZ8ElGgAsVMTGoGXey9zjTOHI6qUy0sq0iSTkzG3PglCy4lG8j/Ml6WU1UqZHZHYX5tYnqaURQBLM1JDMyc6KsOybRYqYvpIFpBgPw1zsNDZYuZbXyzdezyw4zOHP+clnU2EGHRJiGi4sxEQcmIaTtQFIwJmmkriy2ioNAxafojHzPjEUsrnQsGKRLebJJ240qJi6kkH77JepHokT890zN75s75iqk3vNYmQk7ZyrYmpOpqQkZhyDGDB9pPz+ksDTgFIs6MRqvly32EQE/iME8tzRR+crPGvXCpbKLyFJeYanxQOxz38jeoZNg8NkI3h4T4GVJAAz2m5FB68u2NYuEIuijqK/6hmMrLMa7W/NwBnrmWga8gwL7bJxoq8hZje9guG72+Lx1gIc6akByelRguf+9uRzaKDQZ6d7fhhfdjgq8R4Gi4UtEXxzOqoGz4Zdq0T8fkYfk6dXnEenu5tw17Ki576ye/ckzYa7bhvohWVgfuQ2HFMeiUkd1BHi1gRNwjYi9Y9uwklCpS1zB1w6hGO5QO6BdJ8paOr6O7J0JJC23YmgU2NhW+aKr3zsr3G8wWQYeXhjipUEATPaYmune/CTLZbkXncIrtV2RFWB+ihBu8cqBKyph+UONri3OgfH+0mw3tka1386japTpyv0dRc7Y5rB9vFWFBzpjHP9dDCzaQieLbRD9om+MJzdDBHPFsKapEnijWEWC9Ey+CamVw3GbLtWSNyThK+PN8BkIw94T7GCJGAG2m7thHt+41HxrFqKFwfHYMAmG2zxnYewXvrYOzEHfsM0Ib0zCcYDTfAgfDFqKAOZO1zQIXx5KblHOnymNIXr71nQkUjRdmcQTo21rXh68R89vOLN8gj84+SehYguPbkKz6iriFbKFggTi16RwGqoaqCGtgF0lVRwIzUcxWXSs/ziIqGAlazpq2oIXm9m1bHR0oe9vjkclCzRrnpzQeLyPu2S/yU8TnsOI3NjOGjaoInTu+cxf59xxGs/PQTeldwTGRZZOn78uFCVlUV+SB5JoOnRJpnlKYd8o3fXzc1NINiVpX3k9yTnzDfP71lsiVVn2R/JJgs6MT0ryT1JIUk6q7SyMR86q+WSXNJLTCIqy5tP0nry5EmBdNILT4NB5vGnV5mpKGkk0BAkSaVRyPFlnvrz589jw4YNguea1zEFJo0LVoWlV51GCHFjkSOZQaH45BArGgAsgiXfiBPXyeqqJPMspMVc7PyZ+d3Z6E2/du2aQPo5D5mR8z5PJwtl8fSA2MvWTkOCxaB4skBjiqcRNL5o6LC4FRtPQ9avXy9Uz+XJBwtnKXrvSepp6HH+PNFh/QDZ/eyDxbloBLHwmdhEBP52BOi5N98Bl7u70SXqAKaMOYoW+y7gl/b6yN3TDbpTY9CqoZFQywaqjhi31BabZ2nA68ZsmJfEY1XL9khaMx6nO93Fxlx3dNEA0pbXgXnwj5h/YzZyT0RidT2VcnIf0HkjjBX6nLD3N3xVptXI3tgc1oErkbCnIzQKPNDH8TQmfB+HvjMrzmPC7pm4UbteBVlOZfdOD55ZRu6z8HPCSgz6ci2C8vRgrhyOp23PINvd5d3IPa5hap1vUPX4NbjVzYT7oGbY2+cezo4uPQ2sdOzATlhhPBUxrRrCqBRAOE7Yi51f2ZRu4xs995H40bENso5GYm0DCfZ0tsSpSauQNWSmQl+78cOL7mibewKRq6vj17rGuLMxF+6lm4A65o+wPWc/OlDmnr0Rza0DsTJhDzpqFMCjjyNOTw9EpxXGmBrTCg1LJwhVxwnY+9tXr6QzJRm4tnoYJng1xq8ev6CbeSE8XHSxYUgmAkbroDBgFPTH1kbUs/mgC1Ke3OPaVNT5piqOX3ND3Ux3DGq2F33unUUZZH/7o/ypd/iPk3sZ4FeuXkFEUrQgk8krzBfIPavIaqlqIKcwDyk6uUgvzERqXjqiclKRR/Kvoo6sgmzYahlASVkFtkbVoJ72EjWr1MDwPkNeKwD0Ppt72ueMoNHv2qVUgy82EYH/FIH3IfckvfTS8x56Z0lCSbxZvIoea8VTrA8h9yTsrPTJ05x+/foJhJ0nMIrknlVKaRiwEBSlNpTLUBZEUikj95T80FtOjzFPA0hq5ck9q+fSi02CS7mRrPEeklaeTDBPPaVCfxe5p0HENdKIoZeeePKEYNy40hS2skbDYNWqVUKhJVZNfd9Gcs8TB+4NJUZcOxsLO1EKR1xZ2EqR3NNrzyJWxINzYCEn9iE7EWMfW7ZsEU4/+AzwmeAJBA0xWdEnkdy/726J178XAgqynOwLE1GnXyyWPzuJIU8nwG5OTVy+9R3sXobjzM5AVOv4HKPbh2Ft5E50LPbBKMeVaH39G5yovgAdooIx1yof3oMM8HW9i/jiwFDknYrEKkcVSM6MhtOhfrg55hQcFfq0+mIQGpRJVSRnh8LCrTUe3ZgGs/Cf4OgUinVHNDB+QcV5WI2ojy2GCp77Su7dHC/z3Ceg8Tg9bB+ciGuTjBE8pwacIrcjx6PXu5F7qRdG2K9DpyA/jDOV4sZ0B0yt5o/bc60EuCub9+bYMXB3nIOal2/hO7uXCD+zE4FWX2CQbLHvQ+6nHIbh9AUKfY2A89HGaJt3CpGrbHGylxYWdIhC8Fwr5HsPgsHXDRAa6iZ41CE5i6EWbmj96AammYXjJ0cnhG6OxRh3R8ypeRm3vrPDy/Az2BlohS8GNSiTSRXiweqe+PL6YPyxfyLqC3tUgrCFtnBOOILEHc5IXFkfdYM2IuVQFwFHeXIv9RoB+3WdEOQ3DqbSG5juMBXV/G9irtXfGKn9Xg/7//bF/2/k/q9g5fF9Rl4m8osKBO++uoqaUCBLIi1ESUmxQMR1NLThWMuxQiXLv+pX/F5E4J9C4H3IPedEUr1t2zZBckHpGL3dJHbUUys2kvu5c+cKBFxeWkLJC8llZZ57Ekd62ilpoT59ypQpAslWJPf0FFPvTc86PfT03o8fP16Q1sjIPT3PDA6nd5weaEqH5Mk9tfY8eaB3nDKVNzUSckVyT909jRD5dbFSLMfj5/Tc00NPCZOscR0ck5Iizp+ec0p8SMR5wqDYuGZeT0/5+zbGENBwYCVWVoEllvTGU6LTqFEjoTtWhFUk9yTmzAZFLBkHQAOIhgh1+Wycj6yKK40pxjZQ6sTTFxp4bDRW2CitkjVmb+JpDOVBYhMR+I8QeE1zn4OLE2uhd8wqhB5vCa9BnbAovDbqqz5DmO1inFsdj0F2y5HfpAlMc8NQNMQd539qjherWqPp93FwrJmDx9mDceLe97jZsm05uZfeX4Smrj7osnYVah8cgR/l+vTzGAU72aNM7Xq3NnBLqIXqRaEITnWFT8wihA+rOA8/95ZYpa0QUFvZvdGzyjz36Rh7qCkarVBCu/pKyMiNxxODJUj0dcCU1zT3ZYhWkOUU4v6anui7KRu1bPMRktwWm/02o4+ZnOZecd7xu2GzbwA6LQpH7fqqeBZmi8V+HhglW+xrshwAaq3ww7lFCGmv4Ln/NhYrEocr9OWOjnsdy8i9I14+XIXWTb9HnGNN5DzOxuATD/CbqyzOiJr7bmjjloBa1YsQGpwKV5947LbZhwGdFiG8dn2oPguD7WI/eIyyK5XOZHtgcLUhOKVmiiqCYlIdXdcGY39XHwx1GIJL1WyQHW6JZUH++LZOqaSygiyn8D7W9OyLTdm1YJsfguS2m+G3uQ9kkP1Hz61482sIfLTk/p/eK3rSqAMnoVBWUhKq2Bbk5wufqamrCySIfzypZdbR1hb03NTYMkiQ16lraEBDXR1F0lL5EK+nZpifVateXQh+JEEpKS5N98n7SeL4B5xl5/Nyc0s161WqCKXgq+jpobikRPDk0tPKfzk3jid/lE8SZ2hgIMxTUlgo9EUPK1NScg78w09Jh4qysvBzYVGR4NXkz+yffcoqfdIby/LvlBWw0XNIWUWxVIr8ggKBjBAD9lkilUJaUiL8rKaqKnzH8emF5BrZNwmgvp4eCsswkd9Tfsf0lMSLaUOJJe8hZiRoxIKfUTpCostx2HdBXp6grTa3sIBWmTb9TYGJ//QzpDje+5J7FmEi2aW8hNIcSkmoXa+scd9Jbkmc+VzJGkkhJTZvIvdTp04V8KQXuXfv3oL8RZ7cU66ycuVKQfLD8elppqed3mYaDdSsU5bD/aOkhT9TosJ++QzIZDmUvvD/r169+tZtqIzc814G5cqnHKVEiMSYwb0k9yTBHTp0EJ5pev/5jHM+9MbTy81+KfmhZ74yck+jhBgFBAR80GNCHT/J+N27d4V3m/E0nB8JPANo+R7Jk3t3d3dBpvTDDz8IRJ26expzNLBkkiEaLMSaOPM0hKc3NJBo1FBaxMbPqbmXD2SmgUE5F999sYkI/HcRKEZmbBhSVCxha64LRC1Dsx452Hv9G+gV6qOGaXkoLKRpEQhJ04JdTTO8noimBDnx4UjVsEINI5UKfb7uxy1EWkQUJCY1YVEeaFpxHm/2/VZ2rwyhEmRHhyJFwxq2pm9JlfMWQKUZUQhL1YCVvdmrIODy6ysfuzgzFmEpKrC0NYfuf+i0/su+pGmICEmDll1NmFWyxMK0CERJTFDzFbBAcSZiw1KgYmkL83edoDQdkaFp0LW1h/FbM0VLkREVJuy7vdmrZ+W/+8x+mr2L5L5s3/lHVJKfL5BNEl7+oWQQ7b3792FmYgJDY2NEvHghkHvqlm/evo1OHTsK3jsSe2ZiIbFISkoSeszOzhbIKf/wkqieOnkSPV1dUSSR4MmTJ3CsVw8Z6emCEZGWliaQdpJuBh82a9oUWTk5wv0ktPQCkrCQKFlXr45+AwYIx/++587B1MQEqWlpggaS4+Tl58Ohdm08vH9fmOfD4GBBy5ybl4fMjAwhyJXFumhYkBSZmJoKJI+kmmTo/r17mFTmEb3s7y/0nZ+XJ/Svb2AgrIsY5efmopqVFWJjYgS8NDQ1YVClihBk+FJJSZATECtjQ0NEREUJ3k0GtPIzBgSTrKmrqQmBiEJwrXJp0C5lIsw8QoMiMSlJuJZjVq9WTTAwaEiRNDMHc1RkpEDyGbT4Mbb3rVDLdZHQ0dtNLTeJ+psIG4kzAzbpvZf34pLk0rgjceUpAPugsUbiuHnzZoEkdu/eXfC4Uyf+448/ChpvSkvoUV68eLFwLU8LOH/Oic8kTxBmz54tEFnGBpDcU9rDrDgzZswQ9pVGBY1k/syMMBx/0aJF5Xp97hH75PNM45MkmN51jknNPd839s13gQSXwcKyxmebzwefK5J73sd5svEekn167EmcSbK3bt0qSGd4LT3qio3xBTQSaZjIN/bJe2SNMh/57EI0tPnusXFOXA8bseTvEL7vxJS/F4gDNfMk7zSWOE9Zhh7iRVz5PYOJuWaerHCP+HuA7yOx57PPZ4FZgGjM0HioUqWKcNoh3+SD7D/Gd0Gc0/8mAiXxm9BzaDY2XJiP2uLB0f/mJour+lciIJJ7OXKfm52NPHqoi4oEwkqvMQkmJQq5OTkCEafXU1NDA4ZGRkhJSkLNWrUEAh4RGSnIg/hHndIIkn02Eg16IG9evy4QUl7P+zW1tARvH/tOjI9HTGwsdPX0BB1zh3btkJ6ZiYy0NIEEhzx/LvTtf/ky2ZFA3unp5wkCP49LSBDmRaJBbzi9/zHR0bCzt0d0VJRAqknIeYpgbGQkrI0EPDU5WZAE2NeqJQQ40mNKcj/566+FubM/Ej961o2MjYV5U5JAo0NbR0fIVsJxIsLDYWpmhqomJnj86BFycnOFLCAkY4+Cg4XTAmqT2R89mlwzCQpxojHEkxIaODwhKZRIBFIXFxsrGFbKKioC2Xdq3FjAlo2nGsSLJOj2nTsfpJv+J97W9/Xcc07cA3p4SegUteLyc/4QzT3JI9Vq6LwAACAASURBVD3FDHClrpsyGhpT3E96xKmfX7t2rUBGaRjKGo1RknYaBCSdMs89iTSNAkpbmPGGnnvuCQ0OklKSXBoFPB3ge8DGZ54kmMGllPMQo79Dc08yT2OC3nLq1YkPiTKzBfFkSt5QoOyHRg7nLwsilq310qVLAumWNb5f8ll5OG8aEpTh8OREhhMz8BBfBvBu3LhReFZlnnsaSlwj58X7ZI0nZcSVwbGUPhEXGi80kmSZgmgk8XSBONKYEjX3/8SbK44hIiAiICLw70ZAJPdl+0cykJqSIvxRpcyBEhMSZRJyymTo/bt58ybq1KmDyIgIQUJCzx3/IzGVSWZ4PwkOPXMkOyQv/NfczEzwqvM6SUEBHOvWFTyHJN8kVySxJL80BChLodSGBgINB47F7zgvknp62ynXoJeXxJonB4KshbIZVVVhbBJy9qOqpiaskPPk55TMMLWekIZTW1uYG7OSkEDTc0/CQQ+urNGTKch6VFQEeRC9ljQqaCwIc9LVFb4nOeFnJO0kKPyOJwQck99zfGJDDyW/4+fsk0YTDQUaLeyfRgJTBhIHGgTEgMbJy5ISwdjivvCeKvr6wjicj2Iu8I/llfyYyT0x4t7SY07c6UHmvjAolB5nmVSE19ErzetIMEl0Fck9n3/KTEiueWpAWQ9lNfSA83mi55uGHJ8BkmB6y+mFpkHBd0CR3NNQJcHlsyTf+F6RqFPvrpgth+8CM+1Qa09POOVKNEZoeNCjT1LN55DPC+fP556nGjzFeN9G2RRxopFEcs/nmEYqDSaesPH9kc+WwxMynjRwXvKnAJwbT19oBHBeTG9KTT0NElmjNI5ZeDgO9fmMgxCz5bzvjonXiwiICIgIfFoIiOT+09rvt66WpJqeXMqLxPafI/Ah5J5Fjg4ePCgYk28rSkRyy4w2vIaeccVGokjpDk8A+D1z01P3Te+vLDiTBhbHoseYMhjuPw0/En1KueQbCSj17czuwtMFGgTUgpOEs1EyxjnRy0/9PQ1GEmBq00nw2Wjs0SCTFcbi6Q6JNoNGOSYNWfZNok5jUzFAlAHGlL3wGnrQuR75xr5osDColakkiT+99CTIlDeR0LOxb5J/xjV8SKPWnmSd2Yxo1BIzGi61atUStPDEkutmMC8lb5QhUY5DYq6YV5+ByDRkKW9ihh1KleQNABo/DIDmiR6NWGLFPigXEpuIgIiAiICIgIhAZQiI5F58LkQE/ksIfAi552kLde2MUSAJfVMjeaTunV5cxYJGvIenHfQe8zsSSwZu89SEunZKvWSNn8uCv2WFxShh4UmQfGPgLO9nf5Se8Fr+vyyTD09YXpTFpJC8k6hzflwL76MhIQSnq6kJHnlKgNgoO6Hnn155VpLmzzISrrh2nvyQQDOglF54VpqVbzQeuB4SbVkGGxob9IrLxud9nAPv/U8CUIkB5Tsck+OxX/ZHmRtP2Dgmx+ZYXA+/Z6YfxXoFNHxoKMk+p3xJ0bDiaQcNL54aUtZGA4kyOrGJCIgIiAiICIgIiORefAZEBP5BBD6E3P+D0xOHEhEQERAREBEQERAR+B9EQPTc/w9uqrikjwMBkdx/HPsgzkJEQERAREBEQETgU0JAJPef0m6La/1HERDJ/T8KtziYiICIwLsiIL2BX/p8g2NJpalcASUY9l4Lv5/av1MPyYcmYk7efOwaa4MPSdVe4D0HX9wfjgPznPD/Wp2hJAobe4+HdMtpjIx3x1XdoejXoLQA07s0acRpLF+8A1fi1FF34Fy4jXOGAdLgv3QcZu57Bv3ubti1djBsyrpMv/gLlkcOxdJR9lBBCRL8lmHWsjOI1W+Nyct/wRAHBTTS/LF03Ezse6aP7m67sHawDUq7SsfFX5YjcuhSjLKvPAfpe4/FXivMrxiP987CUu9EsDqPqlVf/LhsGF4bLu0S1m1JxWfzB8JWBch9uBfzF+xCUFFtDP95FSY3038NygrjFD/G3llL4Z0ojAKrvj9i2TDiI7b/BAGR3P8n6In3igj8BQIXL14UgiTFJiIgIiAi8NEgUHASQy3Xo9PTExgh1BJSgpK6JnTUSamkyExKh6qxCXTkGFZhZjJyNIxhpAlELWmMztkH8WiRJfKUDGCoLaP4BUiPTwcMLWBYWV2okjykZbyEyrFesL/8A2L3dYXGG8Z7hVUhMpNzoGFsBE3ZMNJsJKcrwdBEt4zs8upCZKblQ8tI/5XBwOsylWFkrFM5WSx5iskarGybg/5rm+HwgCDs61tahakgPR7pMIRFpQthJcpIbOrhiutfuGNVu2RsGfkN0hcHYUXG5zCZaQcv76G4N6Y9dvV7jodz9fFo33yMnb4NWZODELy0MVTzjmOw7RI4eh7F4JCZ6L61Na5enw2bcmspB8f6mmCmnRe8h97DmPa70O/5Q8zVf4R988di+rYsTA4KxtLGisZIBh6+91iV3IMkbGjnjAu93dDXRAkqhg3h+pkzTOStuZJYHBzZHCNuDMH1kLVoKb2A8fVnQH+zJ6aorIfrhGL8HrIJrcunWMk4SRvQzvkCerv1hYmSCgwbuuIzZ5MPMho/mvfrI5iISO4/gk0QpyAiICIgIiAiICLwjyFAcl9tE1yizmFUedVXoCTuKCa4zMEN7aqQJOthzCEvzHdOxu7+jTH+sj5McxNg/cstHJQMg/0GZTSopoy056lwORyMzaYb0K73NuRaGSL+bgy6HHyOI0NfZd0qfroJLm0XINTMHOoJIYh19UXyigxMVRyv+avKpSWRu9G/8Xhc1jdFboI1frlzCZ9d7Y+WU29B3yQb0TpTce72t7jRrgF2alaDbk4SHiW6wjNsN1peGIeOc+7D2DANLzQmwOviEJxs4grpsUdY7CDBnu4OCJh3BmoujSA5vAbRY2fhlvl4bPcZi5BBfbEt1wqG8XcR0+Ugnh8ZgCcjNNBT9w7ytpdlkyvJwJOAUOi2cYaVSg5OftUUB3vfwLijFpjRPA4PZxlB4tUPuj92Q9pVR2yfHwInC0/MSl+BO2XkfqjDBrQPOIfhL76G8zw7+Nz8DvYy8izxwxD9GWge9xCzjCTw6qeLH7ul4arjdswPcYKF5yykr7jzOrmXXMDq9x6rknsKfTG2wTrUXDwQJiW10X1AG1jDHyM0ekL3ThYIw9ONn2NmUi0Uexbjp3tr4HR5HOr/2hxHpuvibnJ1tO/RFDa6d/CV7J76l1+bW4nvWDRYVxOLB5qgpHZ3DGhj/f97mvOPvYT/3YFEcv/fxVfsXURAREBEQERARODjQoDk3vAznLdxhAnLj6s2xLfH96LBWkdMNvKA9xQrSAJmoO3WTrjldgX2w6ohKGoZasXux7TV6vjK+Ge0u78UqX9+BsnWdnC86YY7Xz3FaeWRmNRBHSFuTdAkbCNS/+iGUj+4BN7DLLCwZTBuTq+K4Nl2aJX4O87oT8Z0hfHu+Y2HsXBPIa58aYBh1YIQtawWYvdPw2qVZoj4cgmcQ55hoV02TvQ1xOymARixvw3urc7B8X4SrHe2xvUl8Rh32BFzzfbD84e6CDtwGtqDO8DLuQuKvMKwwrEAO9tbwf+HS9Dt1aiC535Py2vYckwZIyd1gHqIG5o0CcPG1D/QrXQhlTQpXhwcgwGbbLDFdx7Ceulj78Qc+A3ThPTOJBgPNMGD8MWooQxk7nBBh/DlpeQe6fCZ0hSuv2dBRyJF251BODXW9tUJQ+5+dNTfi4k5fhimKcWdScYYaPIAkYtZYDATO1w6IHx5JeS+bIbvNVYl9yjHrUGLautg+u0YNE72xO6wEfAJmIcGZac5eTfdMHCFOdbv1sbsNg/w/b01aLC/K/QmhqPTmBFomXUMuxO+xhXfr1+T8ryaW0MkrWmBautM8e2Yxkj23I2wET4ImNdAlOX8h78xRHL/HwIo3i4iICIgIiAiICLwr0KgUs99LvZ008XUmFZoaETGD6g6TsDWpptQ79T3yD/TH6VKmxJBltMp+yBCVtSH5FBv1Do5GfemPsTIL9ciKE8P5srheNr2DLLdXcrIfTY2NrdG4MoE7OmogQKPPnA8PQHfx/XFTIXx9v72VZk0JRfbm+nixPf5ONO/TOOTuRp1je9gY647umgAacvrwDz4J3x/exayjkZibQMJ9nS2xKlvE3C4ridmTFiAXRfjYea6CPv+GAxveXLfzgr+C18n9/s6BWL5oC+xNigPeubKCH/aFmey3eFSGbkvycC11cMwwasxfvX4Bd3MC+HhoosNQzIRMFoHhQGjoD+2NqKezYcJKbkcuce1qajzTVUcv+aGupnuGNRsLzrNAObM9IZEzQmLAubgZuvNGJIZgNE6hQgYpY+xtaPwbL7Qkxy5z8RvPathorcEak6LcPvWT2ik+tdj9bl3FqONKj61FQ0CoLBQCnV1VaD4Ab6vNxTKxx5iSV0VQPoAbs1c4Os0DK31n+LPPYnouGQdftFfgmqbeiLpxnSYSAMxq/ZkWATcwGyLipEZFccpRKFUHaXDfI96Q5Vx7OEScBixfTgCIrn/cOzEO0UERAREBEQERAT+fQhUSu4LcXGcHebUvIxb39nhZfgZ7Ay0wmD9n2E2sT6eh7qhRvoBjB4Ti+FN/sDkvIN4Vk7uR+PHxEHYPTgR1yYZI3hODThFbkeOR69yz/3ZoRZwa/0IN6aZIfwnRziFrsMRjfFYoDDeF4MaoFSYI4Hv53qYWP85Qt1qIP3AaIyJaoTC739Dp6hgzLXKh/cgA3xd7xK+dB+iQO6jMC96BZ50/Blf2UdiXdem8J92A40WtkXS/lhscY7AAruGiPjtFqqUee4H/NoMh/oFYXtGT+hsH4zEa5NgHDwHNZwisT3HA71eI/eFeLC6J768Phh/7J+I+sKkSxC20BbOCUeQuMMZiSvro27QRqQc6iLgIE9qpV4jYL+uE4L8xsFUegPTHaaimv9NzLUqI8IlYVho64yEI4nY4ZyIlfXrImhjCg7RqnlPz/1fjlWJ5x6ByzBwaw1s/204zPN9MLr2YjjduoxplspASSwu7vbA3YwSoOgufl8TC9cN6/BDAw+06FcE96er4FTog1F11qL9Ax+MMXiTEVEf95cNxNYa2/HbcHPk+4xG7cVOuHV5GjiM2D4cAZHcfzh24p0iAiICIgIiAiIC/z4E3qC5Lw7dgQGdFiG8dn2oPguD7WI/eIwsxOYOjTErsg7ssh5DbUYAjquNg0u2PLmfgJP1f0DzFUpoV18JGbnxeGKwBIn+4yHjddTcd2vjhoRa1VEUGoxUVx/ELArHMMXxRtmVSzKkTzegQ+NZiKxjh6zHaphx7RYGXeyIpt/HwbFmDh5nD8aJewtwq00bBXIfh18zRqL1dxGo20gFz1/UxSr/7bDeUA8ttuqgWY0SpIQlo+2fvtARyH0+ph5tAVefLli7xBC/uKyCUrv6UMrIRfwTAyxJ9IXDFAXNfbYHBlcbglNqpqgiBIyqo+vaYOzv6oOhDkNwqZoNssMtsSzIH9/WKY0oreCxLryPNT37YlN2LdjmhyC57Wb4be4Ds3JSW4JEj6FwGHIJ1WyyEW65DEH+36K0q/eU5fzlWKWPsOL8fu3VD1vyHGCZ/BiSYYfgu6AYk8o192VRsnl70bd5qSynpXIiTkzqiMmXjWH/Mhx5g9zh71aCiQr3yI9Tcv9X9Oq3BXkOlkh+LMGwQ774qa3ev++d+shmLJL7j2xDxOmICIgIiAiICIgI/L8hUJyJ2LAUqFjawly3PD0N0sKfI72KHeyN3yQ+L0F2dChSNKxha1pZqhzK6NMQESWBSU0LlMfxVjqe3OqlaQh/no4qdvaQDS1Ni0BImhbsapqVSYUqR0uaEYnQJDVUr2kJ2VIKEl8gQbk6bEwU0k6W5CA+PBUaVjVgIIlGaIoGrG1N39r/G/dImo7I0DTo2r6a8xtmiIyoMKRqWMHe7FUgsfy10vRIhKbpwtbeuOwU5EOfDOlfjvV6z1JkxkYgTb06bE3esKeVTCc3IRQJSpZvXNNrt0gzERuRBvXqtniPYT4UiE/iPpHcfxLbLC5SREBEQERAREBEQERAREBE4FNAQCT3n8Iui2sUERAREBEQERAREBEQERAR+CQQEMn9J7HN4iJFBEQERAREBEQERAREBEQEPgUERHL/KeyyuEYRAREBEQERAREBEQERARGBTwIBkdx/EtssLlJEQERAREBEQERAREBEQETgU0BAJPefwi6LaxQREBEQERAREBEQERAREBH4JBAQyf0nsc3iIkUERAREBEQERAREBEQERAQ+BQREcv8p7LK4RhEBEQERAREBEYF/AQISfzcM9esI98WdSvO6S67h58+PwdljNVzfPdX6W1eavHMgRmSugPesmviYCqEWeM/BF/eH48A8Jyhk4X//nUu/iF+WR2Lo0lGwVwFK4i9g9Q9r4Rtvii4zl2BuV8uPau3vv0DxjrchIJJ78fkQERAREBEQERAREBH4KBDIc+8Di33DEH9mOISyTgWeGGC0Di7J/pigA0izk5GpbARjHZW3z7cgHfHpgKGF4atCVMXZyMzXgU7mQ9yT1oJzDY4gRXZyOpQMTaBbVnS18o55XSaUjYwhP7QkPQn52qYw0ChBbloGlAyMoF1e+ysTSemqMDbRKa+6y74LM9OQr2UEfRmDL8lDWsZLqBzrBfvLPyB2X1fBsOFa05UMYfLWiRUgvXShMCwzfjIe7sP8sdOxLWsygoKXorFyJDZ2boPjroexs3cclgzbjLp/nsesmn+B4UfxRIiT+BAERHL/IaiJ94gIiAiICIgIiAiICPztCLyR3CceQdXpHTHnvjEM015AY4IXrgw5iYauUhx7tBgOkj3o7hCA+WGbobuiHXpvy4WVYTzuxnTBwWdrEdrJGquKbGFYcxKuOm+AQ7IXUmfdRP+WU3FL3wTZ0TqYei4Qy1QmQaOnLu5kbUfTMrJfknQM4zrOwX1jQ6S90MAEr4sY6dMCDX9TgYV2BqLDdNCxqxqiXkTjSWJPHA3bBWffCXCZcwPaVSVI1huDQ17zYLGuMRrs1EQ13RwkPUqEq2cYdjn8AZe2CxBqZg71hBDEuvoidbc19vRpiam39GGSHQ2dqedwzfUihi46j7yXQF7UQyR0P4SQyXfRtfc25FoZIv5uDLocfI4jQ/VxYfV8hDhZwHNWOlbcWYrGhZ4Y6ngInz/xwEBtKa5Pr4v5tQJw6RvTv33/xA4/DgREcv9x7IM4CxEBEQERAREBEYFPHoE3kvvYhbjeYC7M9nvih7phOHBaG+M7eKFWlyJ4ha2AY8FOtLfyx6LYNVD5/RiUR05CB/UQuDVpgrD1gbCfWAePtxbgSE81RM81hnXKaXimtcecpiF4ttAO2Sf6wnB2M0Q8WwhrBa1Ood9o2M01w37PH1A37ABOaw9Gl3MtYXN3OXKO98T5AVqY4vAYEctN8atTLTz99Tg0x0yDkYc3plhJEDCjLbZ2uovfY1vB5t5q5BzvB8l6Z1hfX4SDSqOwuGUwbk6viuDZdmiVuAfxgzfBaGZThDxbCLvsE+hrOBvNIp5hobUyJMEbMGD0HXx5bBc6hW7DMeWRmNRBHSFuTdAkbCNS/+hWKmfK3AGXDuFYTnKvFAy3pgMQuzwA29tE4ad2zeDZ/wkeutX55J+3/1UARHL/v7qz4rpEBEQERAREBEQE/mUIFBwbALOtfRHnOwo6nHveYfStugMDkr3R9uQMTFiwCxfjzeC6aB9ODfauQO7bWfnDLX4LtH8dhC/XBiFPzxzK4U/R1ushak/rgtwTkVhdT6mM3Hti+Y2uCNqYC/cuGkDactQxf4TtOfvRQVHwLg3FoRkTsGDXRcSbuWLRvj8w/EJrtMv0QPgaB1z60gJuraMRMAnY0tIKt91WIMZ1JmJaNYSREhehCscJu7EwvCfaZB1F5NoGkOzpDMtTE7AoejIerEzAno4aKPDoA8fT03GzwTRY3tmIXPcu0EAaltcxx6PtOdjrcBrj+2xEze1emN9UG9nXlmPQl2sRlKcHc+VwPG17BtnuLq+Te1Ug595vmD59Ox7+H3v3HZfz+sdx/NW0qVCSHS1700+IUuZB9t57ZGVkZR97HXtmb47ZiRLZnMyik2SPQ0WKct93v0cDSYgTKZ/73+7v9f1ez+v6Xvf7vrq+161VnFq5L3Gi4kGOD86bxnqHXG5yBSTcJ1dK3icCIiACIiACIvBdBZRXR2Ja8wELb67FPgeEn+hFUQd1dgZ24u/JftSc0BHj23OxKe/FsUulMS//hHX3F1EhyJkipYJY8bAOU/SW0uLxSXrlvMqwgmW5vfgq5oNqE7H3NjPM34b7fWx7XI2xNe5w1Sk/rw41Q6dPSQICxlEw8cz92T9w8avJhI7G3J5rQ3mvAVwsO47qL7YSODOJcD9xExqdnSl67CwjikRz68AKLuRvS8Ud5ROF+76s1erOZMtrnB5gwC0Xc8oG/MHdpnPQca7BnatO5H91iGY6fSh5aQP07s/dQXtZ1tgQdSJYWysLS1s85mSvnFwdVpCyt5fycmv9j8O9+mN2j1+KluNY6us8YGnduviOO8c8y//82O537QtS+LcLSLj/djs5UgREQAREQAREICUFVI/Y2aMyDqtekD+/Jo/uZaCZqzfrW6uzvpklI4IsKK3xD4EWM7ixvACjzCuzOEtFCqqecvPfauy65cSZKqX5Xc2KEmqhhD/0Q2fCOWrOqJco3LvzapAn1cuP4oF5UV76htFiz2UWZun/8Zr7O640sxxBkEVpNP4JxGKGJxN8a3863E+7h/M/rbEeewvTEprcuFmYiYc3Y+1aIlG4d+T+5Ds0/N84HhXLx5uAqzyr58bDVQbMtyzPqAfmFH3pS1iLnWzNP5b/TX9OefNcsbvcaJp1Y0yxhTSYoYZVCTVCwx/ipzOJx17d0Ylpj4TLcjSV+P3xG02Xv6Fojoc8NB3HniUOGP1MWwWlZB+SspBwL51ABERABERABETgpxKIfHaLm49V5C5iTO53W2AqCL0dwBOtfBTNmzV+K8fXPA58hHq+QuR+t/tMGHcDnpKhQGH0v7R9piKYIP9gMhUpisHn3qsI5XbAE7TyFSVv1uSlYuXz+9x8qkHewnn47CFRwQTdiSR3UcO4pUixLwXBQf4EZypC0U9emIqwuwE8zVCAwl+sKEQF3+F+pB4FDd/a/VRNLheTggIS7lMQU4oSAREQAREQAREQAREQgdQUkHCfmvpybhEQAREQAREQAREQARFIQQEJ9ymIKUWJgAiIgAiIgAiIgAiIQGoKSLhPTX05twiIgAiIgAiIgAiIgAikoICE+xTElKJEQAREQAREQAREQAREIDUFJNynpr6cWwREQAREQAREQAREQARSUEDCfQpiSlEiIAIiIAIiIAIiIAIikJoCEu5TU1/OLQIiIAIiIAIiIAIiIAIpKCDhPgUxpSgREAEREAEREAEREAERSE0BCfepqS/nFgEREAEREAEREAEREIEUFJBwn4KYUpQIiIAIiIAIiIAIiIAIpKaAhPvU1Jdzi4AIiIAIiIAIiIAIiEAKCki4T0FMKUoEREAEREAEREAEREAEUlNAwn1q6su5RUAEREAEREAEREAERCAFBSTcpyCmFCUCIiACIiACIiACIiACqSkg4T419eXcIiACIiACIiACIiACIpCCAhLuUxBTihIBERABERABERABERCB1BSQcJ+a+nJuERABERABERABERABEUhBAQn3KYgpRYmACIiACIiACIiACIhAagpIuE9NfTm3CIiACIiACIiACIiACKSggIT7FMSUokRABERABERABERABEQgNQUk3KemvpxbBERABERABERABERABFJQ4DuE+3COzxvK2itvkrhMTYq3n8GgGtmAl/jt+oOFmzy4ei+M6Gz5KG3TEcf+9THO+Jyjs4ez3leRZFXV89TByaUu9+cPY52fHrWHTKS1qUbceyO8mTdkDdey18RxcjssIo8zb+ha4i5HDTV1DTJkM8Dkf01p+1tpcsYepuJft+mM2XYLffvhTGhW5P15QzyZNWojfkp9bJ0m0LJo/Hli3vH6BAsGreayRgnaT3Kkuk7cYQrfdYyaexwN6yEMM9zPqPW+JFkT9TzUcXKh/sOFDF17hSTFirdnyaAaX/BKgik8Qb3V1FBX10Q7Uw7ylqlP+9ZW5M8Aqn/dmD5mG7f07Rk+rhn5zi9m0Iq/0azch1ndyqKZpH4ktz1Wsdj1EOduPiVKOxfGFezo0KcLtQpmTLprJuNaEoDjOWsUG/2U6Ns6MaFlURKIx71NFYzPpgUs3umN3/0worPmwaRyQ7r174hlnsRXHfLl8lLwhpKiREAEREAEREAERCA1Bb5DuH/G8rpG9DgUmUS9tLFZdAf33rnwX9yA//U7xDO1TOjkzoYq+F9evFEnz2/L8N5al4N1C9HvSFSSNpomg/C8NJwrDQvQxzMf/Q/7Mr9mhrj3hqygnmF3/tLvxaF/FmPzcjl1jXrw0eWoaVOg8QIObu6BhbaSmzNqYO50BuNhx/GbXiX+vCruL2uAea+DhEVrYj7sOBenV0H77VU9X01Dgy7si9LGwvEvzsyuQVYg0q0nReuvRKu3Gx5mUzHtd4Qka6JpwiDPKzj7/YZRj0MkKWaziEj3Hp/32t6FIokT8LNP1VuLfE2X4bWlEwWDZlDD3IkzxsM4fmk6pbY7oN9uN9qtt/JggwMfR/Vwzs34jYajPHisVCeTTk4yR4UQHK5APef/GL1zL+PffsNJ2HLJuJa316+6v4wG5r04GBaNpvkwjl+cTpV34DHfnAJw7WBPz803iVTLQPac2VCFBvPyTTRahVuzxtOV1gXfY3yxvNS8++TcIiACIiACIiACIpDCAt8v3LvnptNGL1yqJJxJVSNTTiNyZ7zB5KqlGX3RgqEenvxeTRfFrTW0/l83dj41Z9TJC4wq+Jhnr6JBcZpxNdqw5kk1r6YBlQAAIABJREFUpp5dSxtdNdS0s2OgH8lKu+SHe/fcndjo5UJlXvH0+gFmDBrF1n+0qDX/Em79ChCUVLhX+jOzZmmcTqrQ0niDMk839voto26W+FZ4G+4jQS1TOUYfPcGEShkThHt3rk0rwdNnr4hGwelxNWiz5gnVpp5lbRtd1NS0yW6QB+Xauhj1cCd3p414uVT5YMZcLVNO8uvd+YKXD5MrJJqxjg/U7+qtFsHjc8sY0GMeZyIsGHXShwm6c74q3EedG0Nlq8lczlCOvqs2M9WhKFki7+I+pQNtJnnx3Lgfh3zmU+utz9vOmoxribt+Jf4za1La6SQqLQ3eKPPQba8fy96BKwlcVI/y/d2JNO3I4s1zaF9KB9UjLya3cWCCZyj5ex/i+iKb+C8mXyovhe8mKU4EREAEREAEREAEUlngO4Z7A3q7+bOodvyMesKKKgOZZW3OsJN62IxezKy+9SiZGwKObMH7rgZFrFtS/e3sa+QR+pjYsfiRNYvuuNHbQD2uJNVjFn9NuDfojZv/It5eTtjujpg6rONZtVnc8ByActbHM/eKi+OoWGki1yuNZITuIlwOaNJ8w3W2tMoZdw3x4X6/QhN1lZJMVadw0nMEJp5vZ+7d8VtgTZxAJEf6mGC3+BHWi+7g1tuA+JrwbHlcuDfo7Yb/otrx708A9jVeiQN1wnqrgphjbcpgbz0677nFcvMFXxHuIzk6wAKbBXcoNtSLizMs31+n8jrTqpVm1FldOuwKZE2jzB9267fh/jPXsqpBRlBcZFzFSky8XomRI3RZ5HIAzeYbuL6lFbHiymtMqlKWsT556b7/Gkvt3n+LUPjtYP5fEZjVsMWmTJ64/658qbxUvvnk9CIgAiIgAiIgAiKQ0gLfL9y7qdDNXwT9TAkuOUMNJnsvxSGbike7emDVehUBkdGoaWYnX8kqWNdtQc/+nbDMk2CNyXcK96o7c6lVbBDe+j3YH7CIovMTh/tIjg8qRa1596g+7xpb9Udg1mYrkbaLuHagF/ljknl8uHcr3p726jtZ/bcWteeeYbfJLMxil+V8Tbh3Q6WbnyIfglFjsjdLHbIk3ytxuNdzYO5GR8qoveLRhbWMHb2R66qqTLt8jCEas5Mf7mO+TNkXoM+RrLTdfpf1TRIG+Ci8BphTe8FdKky5wumRpkmH+89ci5OJBpHHB1Gq1jzuVZ/Hta36jDBrw9ZIWxZdO0CvGPDwzTQ3bMMOZSPWPNhNhxygCgngvO8joqLjTqmWwZDi5Y3RUefL5aX03STliYAIiIAIiIAIiEAqC6RSuI+dhuXJmXUsWLSRvUdOc+1BGIpoNbQKtmS113rafnHm/glL7PPT2+MTa+4NenHI//2ae/dEM/eqR4uwK9gXD52O7Lq9kuILEoX7l/vpZvYbq8LsWOq3l+7Z99PFtAlrnlVkio83I8w13of70pM4M+slnW1+50r2RiyakZtJXVenYLiPeQA5mV6Jwn3iZw3UNHSp6LSDQ1OsyX7zK9bcq+4yz6Yojl656Lo3kBX1Ev5HJorTTqWxmnGTUuPOc2F8qSTD/eeuRZeX7O9mxm+rwrBb6sfe7tnZ38WUJmueUXGKD94jzNEIW0sj/c7s02zKhsfbaZ0ZXu/tQqHGq3msijulRv74Zy0yJKO8VL755PQiIAIiIAIiIAIikNIC3y/cu39mWc7rR/j6XOOWoiDWVkXJTBTPrh1i/oBuTPIIpUzCgPipmXues7qhAV0O6tPr0D8stokLm6rHi7Ev0AePfP054jefGmFxD5YmDveKS+OoWHECV4s6cfziFHLP+zDcB29uiWnbrQRnKUiZkkZkRMnT6+fwD1bHYrg3PtMqo/125r70JC6dGMDDwRWxXxiAbtHCRN28hW6fr5m5/8yynK/xShTu/8pUlc6O9SikqUnG7AaY1WhE3VI5Y3egUX5NuCecba3y0WrrK2rM9efwgALvlhVBCOubFqbD7ijslgRxsId+kuH+c9dC8GZamrZla3AWCpYpiVFGUD69zjn/YNQthuPtM43K0UcZYGHDgrulGHv+LC6lNFEG7GX+5ou8DL+A68w93DKMD/fhySgv4YO6KX1nSXkiIAIiIAIiIAIikAoCqRLuVXcXUsdkAJ45mrP+0iZax66jV3JjajVKjjpPgQFHCJhXPY7jk+H+NXs7F6Lx2hdYzbrKkUFFYgNr5ImhlK45i8DS47lwehwlnycV7sM4OdwK6xlXMei+j+tLbXmY8IHaaQVY1sCcXociyJQ9GxneLo7nDeGhL1EW6MlB3yXYvonbLcctJtyfdMY09E+6V3BgdZCCaDQo3C9lwv1XeSUK94m/1CTsY18X7lU8WPkbxXvsJ8LCkUPHZmOtG1da+IVJ1LEeyymlFTMueTAk4XahMW9Ias39B51dxYPYXYkOEZEpO9neg/MmPJSXygL0POjLEtto3HoVp/6y+xTouJUTK5tgGN82UdcmYlV2LBfyxIT7P7BYm5zyEj0bkAo3oJxSBERABERABERABFJS4PuFezcNiljWorieWoLrVUe//gRWdNdlddNydNsTTPYSjWj3WymyPbvAzg0HuRGRly67r7KyQY4vhHsVTza2omT7bTzNYkq9Ds0on+MZpzavxf2WApPBnlya+T8yxAdLN40iWNYqjp6akvAHlzn99z1e56zD/OMH6GvGB1thXu1xAuuSwzih047t111pEn8pKC7jUqUCLj66tNx0nU12uz8I9+YaKh5uakOF9lt4oPzacO+GRhFLahXX4wMx/frsXlYv+V7/OdzvIipfReqUef/AL2hSsvtyJte+yYTatricfkkWkzq0alKJ3GFX2LfpT66EalNi0H6OzbImfrv/9+3+pXCvDGCWdUmGndCh3fbruL4H57JLFSq4+KDbchPXN7Ug+601NK/Wnd0Ptchv1ZxmVoa8DjzHkYNe+Ieq0DQdjKdPL07bJa+8+O8nKXlPSVkiIAIiIAIiIAIikGoC3y/cJ7nPvQaF+vzFrT9qoXrkzoSufZjtdpMwZczTkGpo6pjScMRSlg+rTs63s+WfnLmPWYPzkEPjOtJr9hHuRKiILUUjB6ZNxrF6+SCqxKTMxHusq6mjldUAkyqN6T9xEt0r66FOwn3uPdmcaQAVJ17GsMd+/JbY8X5+V8mtebaUGHQUTfsl+G7Qopfh+5n7mGX4KINY0aQiPfeGUPCrZu6T3udeo1AfFLf+SL7Xfw73OwmPfzj1fa/UxnpuAB4D86P69zhzHQcxfcffPImMJho1tHQtaOA4kwXO9hh99ItTX565j1kiVaniRC4b9mC/3xLsEkyoK2/Nw7bEII5q2rPEdx89jNQJv7YBZ8fxrD56kxeKuL6jpWOM5W9dcRrrSJ2wqV9VXqrdfXJiERABERABERABEUhhge8Q7r/uCl8/8ef6rWCiMubG2MyYnEnsnPmlEpUvH+D/zx1CIzOgV8iUYnkyJ1gP/qWj09bfU8IrJWqsDLvLDf+HRGjrY2xeCN2kf842JU71yTIin93kxs1nKLPmobBJAXRS4Rq+awWlcBEQAREQAREQARH4SoFUD/dfeb3ydhEQAREQAREQAREQAREQgU8ISLiXriECIiACIiACIiACIiAC6URAwn06aUiphgiIgAiIgAiIgAiIgAhIuJc+IAIiIAIiIAIiIAIiIALpREDCfTppSKmGCIiACIiACIiACIiACEi4lz4gAiIgAiIgAiIgAiIgAulEQMJ9OmlIqYYIiIAIiIAIiIAIiIAISLiXPiACIiACIiACIiACIiAC6URAwn06aUiphgiIgAiIgAiIgAiIgAhIuJc+IAIiIAIiIAIiIAIiIALpREDCfTppSKmGCIiACIiACIiACIiACEi4lz4gAiIgAiIgAiIgAiIgAulEQMJ9OmlIqYYIiIAIiIAIiIAIiIAISLiXPiACIiACIiACIiACIiAC6URAwn06aUiphgiIgAiIgAiIgAiIgAhIuJc+IAIiIAIiIAIiIAIiIALpREDCfTppSKmGCIiACIiACIiACIiACEi4lz4gAiIgAiIgAiIgAiIgAulEQMJ9OmlIqYYIiIAIiIAIiIAIiIAISLiXPiACIiACIiACIiACIiAC6URAwn06aUiphgiIgAiIgAiIgAiIgAhIuJc+IAIiIAIiIAIiIAIiIALpROD7hfuo+xxbs5BV+84Q8ExB1nxlqNPJkT51i5AxAV7kbQ9WLXbl0LmbPI3SJpdxBew69KFLrYLx7wvFY9YINvopQF2PGgOn0L64JqDi7p5JTNp7ByUa5Ks/ivFNcnF83lDWXnkDqKGmro6mdiZy5C1D/fatscqf4cNmC/Fk1qiN+Cn1sXWaQMuiGu//Hn6ceUPXEltUzEtNDQ3NjGTTL0KlRu1wKJ+bBO8GQvCcNYqNfkr0bZ2Y0LLou78/Pzqb4et9USTVadTzUGdoP3LsHM+2W/rYD2nO65ULOBqaB/vh42hW5P1ZFJdX47TgBBFFHHAZXhcDdfiyX9I9VRXsw6YFi9np7cf9sGiy5jGhcsNu9O9oSZ4YXsITWCYuQ5Pi7WcwqIYWJxYMYvVlDUq0n4RjdZ24Nyp8WTdqLsc1rBkyqTWmrxNZJixOszjtZwyiwsV5DF17hffcGmhmzIZ+kUo0audA+dwfavO5tos6w+JBK/hbszJ9ZnWjbGx95CUCIiACIiACIiAC6V/g+4T7CB/mNm3AsL8eoNTMTs5sSkJDwlGq56bmNDcODC0bG9zDz83gt4aj8HisRD2TDjkzRxESHI5CPSf/G72TveOro6O6zwKbIgzwjAK0qDT5EidHmaPBv6xqWIRu+14SjRYlnU9yeVJhltc1osehyEQtp4ZWvqYs89pCp3dhWcX9ZQ0w73WQsGhNzIcd5+L0Kmi/PfLZcuoa9eCjomJyfgYTemz3ZlGD3KjHv191fxkNzHtxMCwaTfNhHL84nSqxhal4+EcdCvU7QkwNPnppmjDo8G4MnUvjdMaYYcePUeWPkjTfEEKFiRc56RxT15hXFN6DS2I95xbmo07y9+QKRCbHL4lTKgJc6WDfk803I1HLENM+KkKDX/ImWovCrdfg6dqaghrPPmEZU6A2Novu4N47I6sbGtBlXxTaFo78dWY2NbICkW70LFqflVq9cfdbgPXLT1uibcOiO260+LM+Rj0OkbjlYr6kZTDpwXbvRTTI/U77820XsREH/Xbs1m7N1gcbcEj4bTL939NSQxEQAREQAREQgV9Y4DuEewWXJ1lSZewFstQcx/aNo6iRR0Hg9oE0ar8c34z1We67h645LzCmshWTL2egXN9VbJ7qQNEskdx1n0KHNpPwem5Mv0M+zK8ZGhfuj6qTKUMUWC0g4FAf8r7aTYcizdj8QovoSGVs4H0X7t1z02mjFy6V1Yh4fI5lA3ow70wEFqNOcmVyhbjmVvozs2ZpnE6q0NJ4gzJPN/b6LaNulvjeEB/u3fXa4Xp8MtW0IFoRwoW5nWm78CLqdksI3N8jdvYclPjPrElpp5OotDR4o8xDt71+LIsvTBX+L/efvSIaBafH1aDNmidUm3qWtW10UVPTJnuucJbbmseH+0uM/bcXpk3W8G9ZF3xOjSH2HxVRJxhSsiZzbpVm3IXTjDP1SZ5frbcViq+XMpBF9crT3z0S046L2TynPaV0VDzymkwbhwl4huan96HrLLIJjwv3by2rJJz+ViNTTiNyZwmLD/eRoJaJcqOPcmJCJTJ+Ity75+7ERi8XPiwqEzmNcvN6ZV2Merij186V45OroRWjFXKBuZ3bsvCiOnZLAtnfwyDuy9SX2k7C/S88pEnVRUAEREAERODXFkj5cK84x6iy/2PqDVNGnvBhSsX4UKgK5tiqlVzXs8S2zv/Ie34AFjYLuFNsKF4XZ2D5bsWMkuvTqlF61Fl0O+wicFV5VsaEe+8SWJW/wYnrdVl/axsOlwdiUXsxOaqW44b33xT5INwb0NvNn0W1YwpVETTHGtPB3uh13sPDVQ1iW1xxcRwVK03keqWRjNBdhMsBTZpvuM6WVjnjesTbcJ+rO/tuLsM+/vrCdranaPP1hFrN4R8PRwrEpE3FRcZVrMTE65UYOUKXRS4H0Gy+getbWhFfWnwvi+RIHxPsFj/CetEd3Hq/Das3mVHjfbifXsqTnmb1Wf6oTFyQL6lJ1MmhlKoxm1vlJ3PxxEiKHE+m35pGZE7Qx5XXJlGl7Fh88nZn/7Wl2L3L/gr8dsznrwgzatjaUCZPWHy4T2iZ+GZ5Hhfu9yvQVFehzFSVKSc9GWHimeTMvbtBb9z8FxHbLIlez5bHhftc3fdxc5k9cW8JY2f7ojRfH4rVnH/wcCwQG+6/2HYS7n/tUU1qLwIiIAIiIAK/sEDKh/vw9TTV78BuzWZsfLiVVgmT5TtoFY8X21OgzxGytt3O3fVNPgigUV4DMK+9gLsVpnDleAf+sivCgBNVGDpAwfw5t+mw7zoDztSk/KSX9BpiwZrp+yj0QbjXw2HuRhzLqPHq0QXWjh3Nxusqqk67zAknk5h1IxwfVIpa8+5Rfd41tuqPwKzNViJtF3HtQC/yxyTI+HDvpmGCdYNy6KtHo3z9FD/vY1wLzkzNmadwHxS3ZCby+CBK1ZrHverzuLZVnxFmbdgaacuiawfoFVvY21cyw30VFR79LKiz6B6lxpzjrIs555xKU31mEFVnXMVzSGGeJtfvxEhMEz5KsLk5hm12oGy0hge7O5ADFSEB5/F9FEV07GWqkcGwOOWNlayMmbl3U6Gbvwj6mRJUI0MNJnsvxSFbfLh3K0779ursXP03WrXncma3CbPMPl6W46bSJX8RfT4sajLeSx2Iig33bmiYWNOgnD7q0UpeP/XD+9g1gjPXZOYpdwaZx2p/ue0k3P/CQ5pUXQREQAREQAR+bYGUD/ehq2iQpxsHMrZgy4PNNP9EuL87z4aijl7k6rqXwBX14mdq4xoj6rQTpa1mcLPUOM6f6o6XfUy4/x8zt1RgZfM54LiN7n+3Zui1Vmz+/SVdO+/5MNwnXiivpoFuRSd2HJqCtS7wcj/dzH5jVZgdS/320j37frqYNmHNs4pM8fFmREyITGrNfUw5FvXp0G84zj0siVsC/pL93cz4bVUYdkv92Ns9O/u7mNJkzTMqTvHBe8TbNfMx701uuNcmynswJa3ncKv4GM6crMfmClbMuF2deb7u9C8IyfY7M55SCVbUhK1thH7nfWg23cDj7a3JzGv2dilE49WPUcXqa5C/1yH+WVwW12SH+9JMOjOLl51t+P1KdhotmkHuSV1ZnWjN/ZfD/Ydr7tU0dLGo34F+w53pYRn/fENy2k7C/a89qkntRUAEREAEROAXFkj5cB/pTq9idVn6qAKTL59glFn8tLHqX/a4jOKsQWPatalLAfc25Gu1lVc15uJ/eEDc8pb4V8j6phTusJsouyUE7a3Pljpx4X7utUFcqdEYV91KlLpzlhs1VuDb9iDF2+z+MNz/lYmqnR2pV0gTzYzZMTCrQaO6pcgZfynBm1ti2nYrwVkKUqakERlR8vT6OfyD1bEY7o3PtMpov1uW05lt51wwchtP176r8ctYlZHb9+JirRe3/jt4My1N27I1OAsFy5TEKCMon17nnH8w6hbD8faZRuV3T+kmP9wTdYbhZaoxPcAcp0V12Nd7NndqL+b6gZ4YqUP4tlbJ89vfA/0EtpFH45bz3C01lvNnXSilqSRg73w2X3xJ+AVXZu65hWHCcO+ejGU5bqWZdOkEAx4OpqL9QgJ0i1I46ia3dPt88EBtspbldN7GORcj3MZ3pe9qPzJWHcn2vS5Y68VVIlltJ+H+Fx7SpOoiIAIiIAIi8GsLpHy4J4x93SxovOoxxl23c3RJIww1IPT4CGrbT8dHvTYLrrrRW2s1vxXvwf4ICxwPHWN27JR6zBY6F5hUx5qxp5RYzbiEx6BMLIpZcx8T7v/Zgs4AYzrvCSNaTQvLab64FRxF3taJwv3nAqnqAcsamNPrUASZsmcjw7vg+4bw0JcoC/TkoO8SbF/F7fDi/m7NfRRXZ9lj5XSUl3lbs+HsOloYwoPYHXcOEZEpO9neF8ab8FBeKgvQ86AvS2zf/vviK8I9CnzGlKfypKtky6VD6DMl9VfcYHeXuHX6qgcrk+c35P2WnHG+bvQqXp9l9wvQcesJVjYxjN/xJ4prE60oO/YCeb4p3J/E2TSUP7tXwGF1EIpo0Cjc7+vD/ds191FXmWVvhdPRl+RtvYGz61pgSDLbDtkt59ce1qT2IiACIiACIvDrCnyHcA/K2xtoV6MzW+6AnmkVyhm+xPf0Re6/zkjJIQc4MaMm2Yjg7ITa2Lqc5mUWE+q0akKl3GFc2beJP6+Eol1iEPuPzcI6e/xWmDHhPuAvGm61xnyYN1EaZgw7fonxt9uR5yvCvTJgFtYlh3FCpx3br7vSJEd84ysu41KlAi4+urTcdJ1NtbcnCvcxT3L6MdfOkiEeYRi138r5laVYV7skw07o0G77dVzfF8ZllypUcPFBt+Umrm9qQdxXl68J96C4OoEq5cZz4U006rpNWfvPDtq9e0I3mX7xW8+/7+JKbq1pTrXuu3molR+r5s2wMnxN4LkjHPTyJ1SlielgTy7PNGNt7LIcDYpY1qK4nlqCu0Qd/foTWNGzYNwDtbEz9ydxNtdA9XATbSq0Z8sD5Ufh3k2jCJa1ivNhUfrUn7CEZmcafvRArcJvLnaWQ/AIM6L91vOsLLWO2slpuwYHY7fC3BWVj4p1ysTvaBR3+Zolu7N8YkNyJnwU4te9/6XmIiACIiACIiAC6Uzgu4T7GKOooANMHzMV10MXCHoO2QuVp16XcUwdZoPR2wc8Vf9yfK4jg6bv4O8nkURHg5qWLhYNHJm5wBn7mDe+3ec+NtwfpvdDZ8r9bxp+uTqz++Yqau9t8RXhXsGlcZWoOPEyhj3247fELsGDvEpuzbOlxKCjaNovwXetGt3yJ5y5j2t5he9sbC2H4RVemG7zHDjvOIPLhj3Y77cEuwTPFyhvzcO2xCCOatqzxHcfPWLW0nxluEd5nanVSuN8WkGuVpu48e5LQnwvTI5fkh02nGsbnHEcv5qjN1/EzrKjpoWOsSW/dXVirGM9imT83D73GhTq8xe3/ij/UbiP2RY0aEUTKvbcS0jBD2fuk/rNADQK0eev60y42TiJ3XIU+M62xXKYF+GFuzHP4TyOM5LRdluzMiBPO3aGxz0inPClbT2XgMMD4x6alpcIiIAIiIAIiIAIpDOB7xbuv8pJGcbdG/48jNBG39icQrryk6I/xi+SZzdvcPOZkqx5CmNSQAeR/yp5ebMIiIAIiIAIiIAI/FQCP0e4/6lI5GJEQAREQAREQAREQAREIG0KSLhPm+0mVy0CIiACIiACIiACIiACHwlIuJdOIQIiIAIiIAIiIAIiIALpREDCfTppSKmGCIiACIiACIiACIiACEi4lz4gAiIgAiIgAiIgAiIgAulEQMJ9OmlIqYYIiIAIiIAIiIAIiIAISLiXPiACIiACIiACIiACIiAC6URAwn06aUiphgiIgAiIgAiIgAiIgAhIuJc+IAIiIAIiIAIiIAIiIALpREDCfTppSKmGCIiACIiACIiACIiACEi4lz4gAiIgAiIgAiIgAiIgAulEQMJ9OmlIqYYIiIAIiIAIiIAIiIAISLiXPiACIiACIiACIiACIiAC6URAwn06aUiphgiIgAiIgAiIgAiIgAhIuJc+IAIiIAIiIAIiIAIiIALpREDCfTppSKmGCIiACIiACIiACIiACEi4lz4gAiIgAiIgAiIgAiIgAulEQMJ9OmlIqYYIiIAIiIAIiIAIiIAIpHi4HzlyJC9evBDZHyjg5+dHdHQ0FhYWP/CscioREAERSDmB0NBQLl++TNWqVdHS0kq5gqUkERABEfjBAo0bN8bW1vYHn/X96VI83Ovq6hIzSNeoUSPVKvWrndjLyyu2ymL+q7W81FcE0o/AmTNneP36NcWLFydXrlzpp2JSExEQgV9KICaTTZ06lREjRqRavVM83OfJkwdnZ2f69++fapX61U5csGBB3rx5w4MHD361qkt9RUAE0onArFmzGDp0KP7+/hQrViyd1EqqIQIi8KsJGBsb0717dwn3v1rDp3R9JdyntKiUJwIi8KMFJNz/aHE5nwiIwPcQkHD/PVRTrUwVj93nsjSkPiNamKL9A69Dwv0PxJZTiYAIfBcBCfffhVUKFQER+MECEu5/MPh3PZ3Sn+kNBqA1ez+DzDW+66kSFy7h/odyy8lEQAS+g4CE+++AKkWKgAj8cAEJ958hjzo2jnqD9xES/fZNahg4/MH2qvtpMOwAMfvxqGllJ3+l1gwf35XKuupEeo2j1eGabJ5oTYaYwyJPMqH5TipsnUm9jBFcXuVI39/duPNaHb3yPZizZDg19dVjTxB5agotJ7yi37aJ2GR9e85PHKPnz4x6TmRevpu+BdV5fW0tjr0nsjdQQQZdM5qMmc+UFibgNYGWawyYsrwnFpqA4hILe/1JiT/GUDP2AlPmJeE+ZRzTZCmK6+/6YregSZ/sb9VDPZjabwzbAyKI1s6L7bD5TG1mTEy3jLi8Cse+v+N25zXqeuXpMWcJw2vm4PhYexz3BKNCDTXNjOQ0rc+IWc7Y5o7v/0tnozakPrMuKRLQaWLcfTP7Rpjzz1pHek/cS6AiA7pmTRgzfwotTDKA6jEeU/sxZnsAEdHa5LUdxvypzTCOuRh5/bICEu7TV9NHuo+irssD2rqupGuRuAmvqFNTcBhxnw7bF9A8t3rMBy9TWk7gVb9tTIz54FUFsqhZ3STGFFecIkYw7HPjUfzn8SfHs3GtOFxzMxOt4z58I09OoPnOCvw5szbuozvh02gdTpUSDUKJry+mDp5jsf9EBoHXXJNxL3115G+ojYT7z6BFbG1M3hWN+GdnCzKgQQM+AAAgAElEQVTFvk8Nde1MsOM3jNY3w3+LA9rh9zg2px1dT3bklGd/DLc1xNC1NQ8PtCFzzCGvd9FUby72/3pSf6sNJhPM2eY9n3pGLzg+pDzVvYdw51Rf8qu/5M+OlkzyU6Lfy4M/uxigjor7qz9xjFd5xmSyIevVUObn3Eg9E2fyLPdkScuiqG6so4NlH6KX3WadogcGrdwo/fspjjqVQDPSg75lF2N1fhutYi8wZV4S7lPGMU2WEnWaThni+uL0q60+0d/WodvHhPHF3fEaZorG3XU4VF6C9Znj9Fdfi43JBMy3eTO/nhEvjg+hfHVvhtw5Qs6+RqxuEsCO5pkg6gnHxtjR+vF0Hm40pE/8OWcbRxL5JoJdTfVZ1Pgx7h2yoKGdgRdbGmDinIflnktoWVTFjXUdsOwTzbLbO6h/rhMm44vj7jUMU427rHOozBLrMxwfmJ+4r9ry+hUFJNynr1YPX1OXPH1OUcL5LN7OJmgQyeFeFWm6ISOjr53GqYA6L//siOUkP5T6vfD4swsG6hD1OjyJMSWaP5t/eTyar7Pu0+NZHyNcWz/kQJu4D9/Xu5qiN9eeCK+2rKlblCP9g1hX78NZt6SuL2JTw09kkL5k2VBPxr301Y2/qTYS7r8U7lc7cP9ge7IkeF/sjbW5Lff3tIoL8IqzOBbrQo6Dlxh+sXHS4f7xau6XM+Xq3DB21M8YV1pkACfPQMnqRckWvJGm1TzotkKPEcNys+vYMIzVAhln+oljqjylf2y4CWbozlKYXZ1L6BZ74kvm+XpbdOY2IHDYCey2G1H+6gXKbD3McBNvCfffdKvIQZ8U+CDct6FMkv1tHTq9CtBXcy47pjWjjL4mT3wvEZ6/NNEzTTG9OpewHfXj+28kAbE3RgXOt83LulYP2B//Yfh8UwMM5tlx91hFhsWH+4XFY2a6XrO1XmbmNQnjRPcsoApiooUZV+eGssX+3V3Belsd5jZ4hLfpMAr01WTujmk0K6OP5hNfLoXnp2zhbNLQv7CAhPv01fjha+phulsXk2fmLDk6GhOFG72brSfYP4Dy7idwKhDKxqbV8Oi2Ar0Rw8i96xjDjN8uaU00phDB5kZfGo+CGby1+KfHszaGXxnug5O8vk9mkP170GxaXMa99NWNv6k2Eu6/EO6ztjyJqXku1GLep5YZuxneTH7e/MNwTwgLrYw54/yApaHNkw7398bgmacnJjf+waVw4rlBFQ+X2mNzbQw+c3IypVILXi27yO8ljtI62yeOeReoHtNwkh4DiwfiO9ro3ayj8upQClq9YN3CUHod7czhupuwnVOcbQcrsqSSzNx/090iByUtkCjclz2cdH9r8dKLmQOGMGfHBV7ks6TZgOnMHFiBS22z0dPkBv+4FE40ax7B5oZZ6HjDiqp51YmOfMqN60ocXL1YYBdIl8+F+0g3WmcfSPFAX0Ybvb3flFwdWhCrF9sIWWKM18wBDJmzgwsv8mHZbADTZw7kfzH/ppfXLysg4T59NX1suPdqy9D7S3i58CiDb/am9Zk6mG6bRa6DJxiqtRx7m2uM8ZlDzimVaPFqGRd/Lx+7VPCjCYOYcP/F8egxjSfpfmY8+7pwr3q4NMnri0o8wfg2gwxbi6L5MBn30lc3/qbaSLhPiZl7pS9jSzUgbLU/U++1wGBxIx64d4qb7Y/YQqNcy2n6aC6Xzax4ufMxy6rE72Ojus9ZrxCMrTKzupoJk4LLYqIDYYHnCWn8F0FLDRmV/xPHVH3JkNhlOc/ovKQA9TXcuD+3DG/nHCI9O6LXtQCnJ9+gmUdXLi8tw/6O1ZldzBGLzR7UkmU533TDyEFJCHwU7pPob2eXUzHgCXqlTNBVD+fO8XUMbzcSxdzbjDtuhtXLnTxeViV+hycV9896EWJckaud87Lc/m9W177Dhr5d2F7ZFY/J1cmR4JxJztwrL9A/b3003O4zt8y7uwLPjnp0LeDD350ieKJXChNddcLvHGfd8HaMVMzl3rYmH/yXTtr71xKQcJ++2js23B8bgHe5WbQLnYlTkDOXHF0Ib9kPvYPHaba1GiaTgikb98HL+ZDG/BW0AtvYf/YlNXOf5wvj0TN6rSz8ifGsMv7dDVnc6AHuneLWAkRsaUSu5U2JONw8iWU5KgJnWiZ5ff/blWj1wNsMsmITisa/ybiXvrrxN9VGwn0KhPvnR/tSrrM6rjcWUMV/JKY1H7Dw5lrsc0D4iV4UdVBn5725aA4phO2jpdzc0pCcwLM9TcnbMRfuRw0Z2EHBmr8nU1oTVI+WYV/uEF2ubsbYJeljPO51YXm2uHXOs185UcQmkNnXdtIiZpZSdZe1dYox0fICPsVdqHC4K5eX26H1eCcdq/Vgf2gNFt3eIWvuv+mWkYM+Ekgq3Cfub4ET8LNsTOiyS8yrGrOYLQK3jibMsLrCgdLjKWT7iKU3t9Aw7sagad6O5PIIotbvhd4vywnzoKdZY+5Pu8GfLW9/fuaeKM4PLoJN4Gyu7WxB3G2xljrFJmJ5wZeWW8vTOHQZl+ZVjV1aF+HWEZMZVlw53A1daeJfVkDCffpq+rhwPxD/Sf/wW6OdqHJZs3BPQ9aW643evmWEN22LYs3fTI774GWZfTkOdbnKzlZ6nwj3CZblfGI8mh0x5BPj2UMG7CtJzQcLubnWnhyEc6JXURzUd/JoUamPw73yGuMqtE7y+tZHd/xg9cD7DDKLDCNk3EtfvfjbaiPh/gvh/oNlOYBW1dH8abORQu0uYG6mB4pIXmmVwnHtOgaWj1nr+4idPSrjsOoF+fNr8uheBpq5erO+bSHUw04zwdaWafdNKWf4lIs3ctF/10Ea769Gr2y7OD/eIn7mPYRNTc1YZn0Oz04PkjjGnanVbrx7iHFhcQVX/mhF/dFn0ClhgmbQFZ5XnsbejT0otKsFZePDfQZUPN7RnnIdXjHr350S7r/tnpGjEgt8Itwn7m92Z0bToMM6Ii3KYhDhT4B2W9bscaZq1jBOT7DFdtp9TMsZ8vTiDXL134X71Cq4JVrj+tKzJ8Ua3GOGrzOHC9WJ/XKb5Mx97MTbFf5oVZ/RZ3QoYaJJ0JXnVJ62l409LNAO8WR0gw6si7SgrEEE/gHatF2zB+eq77apknb+BQUk3KevRn8b7m+uKMHS6vlYZuPLpdGROJfuTY4pVVkzPju7zo/HIv6feyGbmmK2zJrHnjG/bv/lNfdJj0evPjGe1SLHo530qOzAqhf5ya/5iHsZmuHqvZ62hV6xxi4rfW6UpFiOmEXAGuSvUZx/jhsneX23eriR5VMZRMa99NWJv7E2Eu6/Ee5Lh0U+u8XNxypyFzEm99vn+WIPUhH+KIDb4TkoVNiAzMla4pvMY6JCuRP0BA0DY4xyyD73X2oj+XsqCKjCeRx0j7BMRhQxzPrBGntV+CMCboeTo1BhDJJ3YySrAlGhdwh6ooGBsREf3hYqwh8HcS8sE0ZFDMmarHsxWaeUN6VRAQn3abThfsLL/vR4FsmzWzd5rMpNEePc7zbBSOkqyLiX0qJpqzwJ92mrvX7aq5WtMH/appELEwERSKaAhPtkQsnbREAEfmoBCfc/dfOknYuTcJ922kquVAREIGkBCffSM0RABNKDgIT79NCKP0EdJNz/BI0glyACIvCfBCTc/yc+OVgEROAnEZBw/5M0RFq/jJw5cxIcHIyFhUVar4pc/2cElEolT548Iaa9tbXjt3QVsXQp8OLFC6KiosiVK1e6rF9SlQoKCiIiIoICBQqQNas8XJ2eGz7m80pdXR0dHZ30XM1fvm4KhYJ///03dhzT0tL6ZTx8fX3p3Lkzq1atSrU6q0VHR0en5Nnz5MmDs7Mz/fvHPPH+X14KTk9uSL+dT3h7gWq6DTh/2AVeX2OtY28m7g1EkUEXsyZjmD+lBSYZIvEaa4/jnmBUqKGmmZGcpvUZMcsZW70jjKrrwoO2rqzsWiRuZ5yoU0xxGMH9Dtv5o3numJ+t5dSUlkx41Y9tE22I/XiJdGd0Jx8arXOiUtyva3zwivIci/2wA7yI+Z0trezkr9Sa4eO7UllXnahj46g3eB8h74TVMHD4gz9HVY7/oY7/4vP+2JgB8vnz5zJQpgznT1tKZGQkr169QkNDg2zZ5Ndcf9qGSoELCw0NjS3lVwo/MWNYzMdR5syZ5ctrCvShn7mIX7F//8zt8b2uLebzKuZzKybYZ8kS9/sCv8Irpn+3bNmSzZs3p1p1f+Jw/5o/W+VlnvV19rSN2Q0b1NS0yZIpGNd6JjjnWY7nkpYUVd1gXQdL+kQv4/aOuvzVyJDVTQLY0TwTRD3h2Bg7Wj+ezsO1z3HI04dTJZw56+2MiQZEHu5FxaYbyDj6GmedCsDLP+loOQk/pT69PP6ki4E6hK+hbtEj9A9aR70MH7dT7E9Rr2+G/xYHtMPvcWxOO7qe7Mgpz/4Y7mhM3hWN+GdnCzLF1QB17Uxk1k7ZrUFkWU6q3T8/9MQXL16kbNmyLFiwgH79+v3Qc8vJfqxApUqVuHbtGuHh4T/2xKl4NlmWk4r4P/jUBgYGsWEvMDDwB59ZTvcjBY4cOYKNjQ0bN26kdevWP/LUqXouWZbzWf6YcG/EQvs7/BX/i3Ixb1cFTcTC7CpzQ7dg/3aby+frsdWZS4NHxzDonuCHLoDnmxpgMM+Ou0ey0dF0N7omzzBfcpTRJgrcejdjfbA/AeXdOeVUgOCNTanm0Y0VeiMYlnsXx4YZo5GccL+5Lff3tIr9QR4UZ3Es1oUcBy8x/LIDeVc7cP9g++/6y5sS7lP1Pv5hJ5dw/8OoU/1EEu6LpXobyAV8PwEJ99/P9mcqWcL9iFRrjp985l6X344Uwjx3zA9LaFLKcTdrCzqTfWBxAn1Hx/7yZexLeZWhBa14se0Wtabo0vGGFVXzqhMd+ZQb15U4uHqxoNYBGph60XbofZa8XMjRwTfp3foMdUy3MSvXQU4N1WKpvQ3XxvgwJ+cUKrV4xbKLv1M+Mhkz9wnDPSEstDLmjPMDlr5oxQc/xKWWGbsZ3syp98Hm+/+58SXc/2fCNFGAhPs00UwpcpES7iXcp0hH+kkLkXD/kzZMCl+WhHsJ90l0qaRn7pUX+pO3vgZu9+dS5u1vRUV60lGvKwUuXab44Lwst/+b1bXvsKFvF7ZXdsVjcnVyhK+hnukxBniXY1a7UGY6BeF8yRGX8Jb00zvIiWZbsTSZRHBZE3QII/B8CI3/CmKF5eYvL8tJGO6Vvowt1YCw1f5MDmomM/cpPFj8ysVJuP91Wl/CvYT79NzbJdyn59Z9XzcJ9xLukx3uiTrP4CI2BM6+xs4WRqij4u7aOhSbaMmFGyO40iTBspwwD3qaNeb+tBv82dSNBqbHGOg/iX9+a8ROVS6sF+6h4dpy9Nbbx4rwprRWrOHvyaXRRMWjZfaUO9SFq+te0/ZLa+4ThPvnR/tSrrM6rjcWUHZ3Ywn3nx3DFATtn8bE5cd5oG2Bg9M4ulXQIdhrCt0Gu3IjRx3GrZpNi0Jvn2QOwXPyNG63mkInYw1QPeLw1CFMPXCfHJa9mTa5JSZJbCIT4jmZabdbMaWTcdyD1Gn0labDvSKI/dMmsvz4A7QtHHAa140KOsF4TenGYNcb5KgzjlWzW/C+qT2ZPO02raZ0Iv/VxfRxceOpKr7hNM3ouGAKTQwTP7uSqH+k0XaOuezvGu6jPBlrP4wDcbsAkD1/JVoPH0/Xyro8W+FA2+e/c6jbXVwcBnNAryurNvajZBKbCaQ0b1pec68I2s+0ics5/kAbCwcnxnWrgA6f7t8fjkkqHh2eypCpB7ifw5Le0ybTMqmBjPTTv9NuuP8Pn1n5r7K4jwtu7wcyzDouYFoTw49upfTymfV9w30UnmPtGRY3kKGVPT+VWg9nfNfK6D5bgUPb5/x+qBt3XRwYfECPrqs20u9HDGSArLn/7KdD0jP3MYe8vvIHreqP5oxOCUw0g7jyvDLT9m6kh4WCzY0+XHP/0rMnxRrcY8ZlBzbW8GbgzRWUWFqdfMts8L00mkjn0vTOMQXLNePJtus84y3i41/IJpqaLcPaqz37zPtxo2QxcsSsDtIoSPtVOxlaJu7TLmJTA7K0u4C5mR4oInmlVQrHtesYWD4LEVsbf7gsB9CqOprDK9sQszdPSr3S6rIc1e2F2NU7RfvNM7D6dxHt+oUw8Xht5uYbTJF9h2h1sQvVVzXmnytOFHxxBdeRXRm45AW9fa4ypYwmEbtbUHiSObu2t8B/cB0WW57g1NBCvI98oVxxHUnXgUt40duHq1PKpOguRSnVfsktJ+2GexW3F9pR71R7Ns+w4t9F7egXMpHjteeSb3AR9h1qxcUu1VnV+B+uOBXkxRVXRnYdyJIXvfG5OoVSj4+zeb8vYdHw+uICHHdV40jAEmol3C0x9OP+kVzXn/F93zXcR2yiodF6mvlvwUE7nHvH5tCu60k6nvKkd8arXFQUo9T9kZSZVJqTB7rwozYrTLPhXnWbhXb1ONV+MzOs/mVRu36ETPTh99Dm5P6of+fgWuIxKWI3LQpPwnzXdlr4D6bOYktOnBpKoYTfXdNZ/06r4f4/fWaVeszxzfvxjRvIWOC4i2pHAljy4UCWrj6zvm+4j2BTQyPWN/Nni4M24feOMaddV052PMWx3hm5dFFBsVL3GVlmEqVPHqDLjxrIJNz/14/UKELvBPFEwwBjoxxpekb2v0qk2XAf6od3QFb+VyE/GjE7FZXfiN2saLqMrMSDK0PQi9xH46zjsQ0+T7dzMxnpXxbDXUMI+f18fLhvhcn86nj/1YbAPhUYXsSNMyOM34f7SA9mjvSnrOEuhoT8znkJ9/+1q33j8SpC/bwJyPo/KuTX4OWfHSm/0Y5Z0V0YWekBV4boEbmvMVnH2xJ8vhvnZo7Ev6whu4aE8Pv5KcR/j4bX3vQz60SGLdeYVfnDrasiPT7uH994sT/FYd8/3G+m7f09tIrbBYCzjsXokuMgbkobTB5NYbj/IMb9rUP9MZvYPbzSD/lSnHbDfSh+3gFk/V8F8mu85M+O5dnY4DTdthsyKHH/PmHO0sRjUsRuWpnMp7r3X7QJ7EOF4UVwOzMC4wThPr317zQb7v/jZ1bc4PIa735mdMqwhWuzKvPBSJbOPrN+RLjf3PY+e+IGMhRnHSnWJQe33JTkM3nElOH+DBr3Nzr1x7Bp9/AktzP/HgO+zNx/D9VfsMy0Gu7fNZUikI1dmrKw0CJ2FxtF3rU9eXm4NRkV5+mV04Hcl28xsWDMJ91zltvX4Na0uHBPiBt9y9dj5YssRCqqscJnL10Lf7zw5vlye2rcmibh/ie4NxSBG+nSdCGFFu2m2Ki8rO35ksOtM6I434ucDrm5fGsicU29HPsat5j2LtyrCJpVkfKnxxK47TdyJFmXRP3jJ6jvt17Cjw33ELLQCuMzI7lk2JYCT90J77iaCvOqcW5n6++601dCnzQb7t8PZARu7ELThYVY5D6cm/VzfLJ/fzgmheDWtzz1Vr4gS6SCait82Nu1cBITVumnf6fVcP+fP7Nid/ybRcXypxkbuI3fkh7ISC+fWT863BOyECvjM3hdMiRngae4h3dkdYV5VDu3k9Y/cJt9Cfff+sknx30gkJbDvSr0JDNb92BfmTlsnWyLznZ7ss5vyXPvzmSJ8qZTjq6Y3rnByNh1TAk/3OBkfzP65drNyXEWPN/cjIprrRnEMAYfikSr7FjOnXWhtGZMTpRwn/q3jIrQkzNp3WMfZeZsZbKtDtvtszK/5XO8O2chyrsTObqacufGyLgla4nDvfIqw4vWJWp7EHPKa8CzZdQ16smhSC3Kjj3H3y6lP/7yl/qV/uYr+LHhXonv2FI0CFuJl1ZdCfff0mqqUE7ObE2PfWWYs3Uytnmi2PqZ/p1wTOJkf8z65WL3yXFYPN9Ms4prsR4EwwYfIlKrLGPPncUlZiBLPLnxLdf5kxyTlsP9t39mxbShkqvDi1I3ajtBc8qjwTOW1TWiZzr9zPrR4V7pO5ZSDcK44qUl4f7n/YXan2QUSgOXkWbDfdRlZtbtwKkW61nXs0Ts7wSobo6hcIVHbHu8nAqPp1PCwocFTzdRO/Z/lwnDvYJ9bY2Za+3D4W76KE4PxKS/EV5nnMif6DlLCfep34mjLs+kbodTtFi/jp4lYluam2MKU+HRNh4vr8Dj6SWw8FnA00214/5NnSjcq4ImUOJ/T3G9NZ8KSTw0HVfD9DOz+UPD/fOj9C3XGXVXP5z2GEq4/+rbJYrLM+vS4VQL1q/rSWz3/kL/TjgmKfa1xXiuNT6Hu6GvOM1Ak/4YeZ3BKfFAlo76d5oN9//pM0szZtqeCSX+x1PXW8z/9ECWbiakfmy4f87RvuXorO7KTac9Eu5/6nAf6YGz3RD2h4KaugYZ9YpRZ8BUxtrdxsXekT3BqpifrUUzY05M649glrMtOb3HUW/wPkKi347Qahg4/MGfoyqjGRnADhcnpu/x48WbaLKW6sDvi0ZQS/8NXmPtcdwTjAo11DQzktO0PiNmOWMbvyNH5KkptJzwin7bJmIT+yDfZ57UjgmXr6+x1rE3E/cGosigi1mTMcyf0gKTJH7l9qs/SxIdkFbDfdjWFhi13IuWfva4Nb3aNsy+PButnia0PGpEobBb5J3qg5ejWfya3w/DW9SlWdRttJCwYoV55f8v1f44zB8NDRI8UBsf+WTm/r92sf94fBhbWxjRcq8W+tnjHkTXtpnN5dla9DRpyVGjQoTdystUHy8czeK3ZUkU7l/vaIz+EgceubeP+7G4JF8S7pPVUBGbaJClHRfMzdBDQeQrLUo5rmXdwLIEO+VMFO4dON82A3WznidiaflkFf+tb0qzy3LCttLCqCV7tfSJ697a2My+yjobN1p9on9/MOEQdYlZdRuxMKwYhV/582+1Pzj8R0NifiD9w1f66d9pNdz/188sXu+gsf4SHB650/7TA5mE+2QNIhFsapCFdhfMidvP5BVapRxZu24gZYOdPgr3DufbkqFuVs6/WEr577z7lyzL+VIDRmygnv46WtzaTrNMSl5enUdDG0+6X+nJvjKraRKwg+aZIOrJMcbYtebx9Ie4vmlD3hWN+GdnCzLFlq+GunYmMms/Z29bM3qrZnFkRTtMM4VwZoIt9U70xc+tJR6NDVndJIAdcQVybIwdrR9P5+H2JmQm5iEpSyb5KdHv5cGfXWIC5Gee1O6bBdd6JjjnWY7nkpYUVd1gXQdL+kQv4/YOB/S+VO+v/HtaDfefrqaCkNsBBGctjHHOL3wbUoRy5+YzMuQ3xuAzg+VXkv6Ub0+7u+V8hlMRwu2AYLIWNuZLTf1TNsp3uqjvOnP/na75vxabZsP95yqe7P6tIPTOTZ5lyI9xeh/IgLQa7lPkM+u/3ihp6PjvO3P/80JIuP9S28SG+420f7Kf1jHBTXGaAYU6knX3OK7abKDVg/20iQ10z9nUwIB5dnfxMOie9N7y/y7GqvAB+j3aS8u3W+gp/fE4+Iqy9Yrh1vjDLTSfb2qAwTw77p7uT+7gjTSt5kG3FXqMGJabXceGYawRF+6TelL75j5NLMyuMjd0C/Zvf4z2+XpsdebS4NF5Bhp8qeJf9/f0F+6/rv6/yrvTZbj/VRrvK+sp4V5+xOoru0yaenv6C/dpiv+HXayEe/kRq6Q7W8QG6mYZTGTXxhTTUBDqe4jDakPx3m+IU/aO3LCqSl71aCKf3uC60gFXrwXUPtr0w73l1TJjN8ObGXqDyddeh6PXp2Cm9oQT6zdw+l8VaBSlbj9bLjfJQscbVlTNq0505FNuXFfi4OrFgoa5eLzUHptrY/CZk5MplVrwatlFfi8f9VG4f/uk9uFNCrIPLE6g72iM3v5rVXmVoQWteLHtMcuqfnLR8DfddBLuv4ktzR0k4T7NNdk3X7CEewn339x50sCBEu7TQCOlwCVKuJdw/+lwrzubUhvHY5VBiyyGFlQqX4AsEZtplGc59n+vpvadDfTtsp3Krh5Mrp4j9oej8q524P7B9h9s4aa6OQ6LCvdY/Ggl1lqPOb7GlROPbrDB+So9X3iQq20eltv/zerad9jQtwvbK7viMbk6OVSBzLQ0YVJwWUx0ICzwPCGN/yJoxf/YlWjm/u2T2pe3KchbXwO3+3Mp83ZnxkhPOup1pcClACYW/Wgx5X+6jf7P3pmARVntf/zDIqiAiIQLuIEKilYipmVqVi64ZCRewFwgtTSX3HLXNBc096VMsVzLXfxbdNUkFCW9FoYKWigq4gYugGwyCOP/GQZ3UcyZM6/Mmee5z3OT9z3n/L6/73nfz5w5i4T755LvhblZwv0Lk6rnbqiEewn3z20iBRcg4V7BydFh0yTcS7gvEu4fmJZz5yoN3DuuvTstJyO8H3W9LzIz7id89nd5/LSc/BNMefVNDnx+hF8Ca2j3EE7ZROcq82l77Tde6n7ftJyMcPrV9ebizDi2NVpKk255rPpresG2iuqkYLwa7aR37A/cDrh/Ws69ldpn51oy3KU1Z+YdJ8TXCVPUnF/dljpTm3E4bgr1H92K/bm6k729PSkpKdStW/e5ynmRbr558ybp6ekFczeN5aOJ99KlS1hZWVGtWjVjCZtr165RunRprK3vP5K2ZIf/zz//UKpUKXJzc0t2oPdFN3r0aGbNmkX16tUpW7aEL6C5L+6kpCTKly9f4HFj+Wj8rfkY0zsrOzubzMxMKlasaCxpLuCSK1eusHjxYgYNGmQ0ccs5909L9cNz7ouAe8hkT786dLowm2M9t1Cn2wHc6r2ESeH1pd6YQNj3H2IX/yP9/Maw53ZtXKyuEncyl1c/XcyyL1qw/6E595l7+lGnUyL9epxme5X/I2qye+GhIqms71KX4Lf38cmuuo9dqe1pBTkx3+DfcQKHyjfA1TyBmBtNmfnzOj5x1+2UHE2ImhfDjRs3sLOze5qiJebvqampBTfqH0oAACAASURBVLEYU8w5OTlovtSYmppia1vE6SclJsP3AjHGXGtiNjc359atW8+fUfUZlnRtz9yjefeVZU6tjzcQOsaDB59Iaq4eXMfv1v54v/yYLSXUiSzu9DF5S3YwrKZuf4EcPnw48+fPL/gSp/liYywfY/W3sT2/jTHPmi80KpWqoF8PHTr0Obu0mjNLutJ+7lEeeJLV+pgNoWPweBit1Fc5uO53rP29efRRpiZxcSc+zlvCjmE1H9lh7zkbioT751XwX92vJufqOS7cLE/N6nZ6PlY9l7TEBK6YVaKWk+1jThz8VwE8cpMxTsvp27cv33//Pbdv393zVDdiKrgUY52WU6ZMGTw9PYmMjFRwdnTbNF1Py8nNyUJ1K5ttXSqyxDuZ3b2sMNPsImZpCnkZXE01wc7BGnNU/BLowcYu0azprN2pKif1MqnYUcWuNKj/4VPLetw6fIvvXtHtfnIlcrecYtjCxMSEAQMG8M033xTj6pJxiTFOy/nPf/7D1q1bUavVJSOJxYhC59NycnPIUt0ie1sXKi7xJnl3L6zMLChT1hJT8si4moqJnQPWmkeT6hcCPTbSJXoNBY+ynFQup4JdFTtKo+afTy2pd+swt757ReccKOG+GOaQlzxdAQn3T9eoJFwh4V7C/fP5OIdNHcqy8IMMfv9YcxZ7HieXvcfrg//A1iGD81aD2fFDdWa1G8oflT9m2a4+nOzamaVZ1bC7/BcX3l3HqY0NmSTh/vnS8NDdEu51KqdiC5Nw301nucnZ1IGyCz8g4/ePC9ZW5p1cxnuvD+YPWwcyzlsx+NdD9I7xpfnQP6j88dfMd1xMQHAW1ewu89eFd1l3aiMNJ0m4f6aEVK5cmfHjxzN48OBnuk9e/O8VkHD/77V7ke6UcC/h/vn8+hDcq37G22o4nifjmOiSwfbOdnz+WhwLTr9fMHK/6vUDLAkxpUf/t7A4OYlGjU6z+OoEQsrJkfvny8ODd0u416Wayi1Lwr2+4F7Fz95WDPc8SdxEFzK2d8bu89dIONaILzw30uXwHGy+D8G0R3/esjjJpEaNOL34KhNCysmR+2fpLhLun0Ut3Vwr4V43Oiq9FAn3Eu6fz6MPwf2NObjbR7E4awPvWkLKzLpUPr6YbWZDtNNy3j7MzK69mBedjU1lU87+05z/3pjMdgn3z5cGOXJfAg+xerolJNzrC+5vMMfdnqjFWWzQPsioW/k4y677s7KpZlrON7w0vyu95kWTbVMZ07P/0Py/N5i8XcL901173xUS7p9JLp1crE+4z93zBV4j/0u65qzfUuWo1qQboyf3oamdKSR9T5d2BwnY8x3v6/rY3acoo9M598+04BDUVw+y7ndr/L1ffnSunh4XHOoX7nPZ84UXI/9bkGlKlatGk26jmdynKdpUd6HdwQD2fPe+zk9Yflon0OWce/WZJXRtP5cH15bW4uMNoYx5dEXWExeXqhMX0+njPJbsGIaO15ai6zn3Wo0fgvucbXQsM563EmMZVe0mO7uWZ8DLx/k6wZv13tEsS2uP1TJfkg/0xz52JDU8zrEsfQqhLyLc5+7hC6+RaO1dinLVmtBt9GT6NLXDlCS+79KOgwF7+E70g0zTHJ3NuX9xFhzqc869Ut9ZOoX7F+SdpfM594Uviwen5eSwrWMZxr+VSOyoatzc2ZXyA14m/vhrTPZcj/fvrVlYYRm+yQfobx/LyBoenFuWzpRQCfdPe/c+8HcJ988kl04u1ifcZ69/D6cfunJyow8WWRfYN78HfQ4EcHDPYOxDhzPs8gC+71+7YLX5AwvvdBJZ0YXoFO6B4i841KzTCcRjYxei13SmYMnh/Qt19LjgUL9wrz1x+YeuJ9noY0HWhX3M79GHAwEH2TfYnu3Dh3F5wPf0LzijIYdU7cokNGss9f3RJdxDLjlZKm5lb6NLxSV4J++ml5UZFmXKol1bepVUEzsctCuyHlpc+mDc6n8+xbLeLQ7f+g4dry0VA/fkETO7GZ7jLlGvdiYnMnzZfmwJTgs86bDrXeZNs2O612xMWjTAJC2Ly3+XZ9rlZfxV6QWclpO9nvecfqDryY34WGRxYd98evQ5QMDBPQy2D2X4sMsM+L4/Wnvfv/BO3+7WJdwXPMj+/YLDB/q1fhcc6hPulfrO0incP+c7S9QieTFwD3kxs2nmOY5L9WqTeSID3+3HCG57ni88O7Dr7RG0/G0ky0xb0MAkjazLf1N+2mWW/VVJTst5lsebhPtnUUs31+od7jd05+J2fwp2ns77g6F1emO74zA+iyrQutxxkr68yrQWnR5ceLfZH33u5qtruH/syOZjFhz+eqg3Mb7NGfpHZT5etos+J7vSeel9C3XiphJRTT/wIwLuN3S/yHZ/7R7jeX8MpU5vW84e8WGAbWvKHU/iy6vTaNFpKVnV7Lj81wXeXXeKzf76zDToFu7vDv3QoexCPsj4He3a0pMse+91Bv9hi0PGeawG/8qh3jH4NtcuLv16viOLA4IfiHtjw0kvGNw//nmTl5LAyZQyuNSuRMF3NXUml89ex7JaDcqrzhN/zZLqzhW1f9PjR6+75RTA/Qa6X9yO1t55/DG0Dr1td3DEZxG2rctxPOlLrk5rQaf7+/OpzejZ3jocub+XnGdbcLiMXX1O0rXz/f06jqkR1fQGP3qHewW+s3QN9//qnfX1fBwXBxAsaJG8vuD+sY+hvBQSTqZQxqU2lQofVurMy5y9bkm1aqVIjr+GZXVnKur7QQZyK0w9vieMqmihcE8qX7eoxaHxiXy+xYY3bU6TNvYcSx9eeHf9B9pod9LTy0cI3D92wWECsY2+0I7cr3qdA0seWqiz8AA2nV7Vy1aBouGe1K9pUesQ+698Tt9Sb2JzOo2x55YSYtqD/m9ZcHJSIxqdXsz1H9pof8HQ00cE3Kt+9sZquCcn4ybikrGdznaf81rCMRp94cnGLoeZY/P9I3FfnRBCuRdq5F5PCdJRsWLhHlK/bkGtQ+O58vkWSr1pw+m0sZxb+vDCu+v8oM8HmU6n5RQF909ZcBi9itcPLHnI3ws5YNOJV/W0VaBQuFfIO0sI3D/lnXV4jg3fC1wkLxTudfQc0kUxcitMXagoy0Ao3Oef4ItXOpGx8gSBwWUK4D59ShKzHl54l7EBLz0SnxC4f+yCw2Vk+K8snJbzNodnPrRQJzQKu/dLBtznn/iCVzplcPxkYCHcpzMlaRZde80jOtuGyqZn+af5f8nY4PXCw/2NOe7YRy0ma8O7WJLCzLqVOb7sOv4rmxYsLv3mpfmPxH1j8nYJ9zp8/oqF+3xOfPEKnTJWcjIwWAv36VNImvXwwrsMNujzQSYE7p+24HANbx+e+ZC/Q4mye79kwL1C3llC4P5p76xvXmK+wEXyEu7H6PAJ+WxFmdzW8SlAclrOsyVAF1eLhPsbewfS6CNT1sTNx3pAqQK4T2rYF5uHF95lbqLjiw73j11wGM/fr03GY7030cvSaG/10EKdbw9j36UkwP0N9g5sxEemazg737oQ7pNo2NeGZb7JHOhvT+zIGnicW0bmpo4vPNznbOtImfFvkRg7imo3d9K1/ABejj/Oa5M9We/9O60XVngk7vQpoRLudfEAKyxDKNzf2MvARh9huiaO+dYDtHCf1JC+Ng8vvMtkkz4fZELg/ikLDqOXkdbe6iF/f8th+y4lAu6V8s4SAvdPeWf93nohFQQukpdwL+Feh68I4ytKv3DfCaseh6lXtwLkqbhZ6hWGrl7LEE9LjvbVwn1qn/V4vvrVgwvvkiP4uLz+ciFk5P6xCw6DaXv+Czw77OLdedOwm+7FbJP7FupM2Y/7oKYv5rScTlb0OFwPbapvUuqVoaxeOwRPy6OFcJ9Kn/WevPqVCS0amJCWdZm/y08jOeJj9JhqQXPuY5jdzJNxl+pRO/MEGb7bORbclvNfaBaXvs2Ilr8xcpnpA3FfXvYXleS0HJ11cn3DfSerHhyuV5cK5KG6WYpXhq5m7RBPLI/21cJ9ah/We77KV/f352nJROjzQSYE7p+y4PDdeUyzm47X7Pv79RT2uw+i6Qs5LUeZ7ywhcP+Ud9bbI1ry28hlmApaJC/hXsK9zl4QxliQPuG+uHqqM8QtvNO0ST9w//hoH1lwiJrMy2e5blmNGuVVnBe0UEe/c+6LnWkyzsdzzbI6ziJWJqGnBbWPDTePlISTpJRxofa9FVmFi0urUSpZXNz62QqzuDk2zHV6hfvihqTOENaf7zRJd1thPiXIJy04rFEelcB+rc8598VPtdh3ln7g/tnfWdVKJQtbJC/hXsJ9cfujvO4xCigB7kUnRiTci46tqPqUAffi1dDLglrxYTxTjRLu6zyTXi/yxcLgXkEiKQHuRcshEu5Fx1ZUfRLuJdwrxYsvZDsk3L+QaXvmRku4lyfUPrNpXqAbFDFybwC9JNwbQHQDVCnhXncn1Bogfc9Updwt55nkkhcXpYCEe+PwhoR7Cfcl2ekS7r8pyel9IDY5cm8cqZYj9yVo5L506dLk5eVRu3Zt43CvAqKMi4sraIWbm5sCWiOmCfHx8eTn5xtVzOnp6Vy+fJmyZctSrVo1MUIroBZj9LcxxpyYmMjNmzdxcnLC2tpaAc4T0wRNrs3MzIzqnWmM/j558iSazQmN6T197do1rl+/jq2tLZqdFI3lo/F3YGAgK1euNFjIOt8K08LCglu3blGhQgWDBWVsFaekpBSEbEyaG2PMOTk5ZGdnY2pqSvny+tyfRlk9yBhzbYwxp6WloVarsbKywtJSj/voKsveGGOuZcwKM6GempOVlYVKpcLc3Jxy5crpqRblFavxt7+/P+vXrzdY43QO93Kfe/G5lNNyxGtuiBrltBw5LccQvhNVp5yWI6fliPKaIeqRc+7lnHuRvpNwL1JtPdUl4V5PwiqsWAn3Eu4VZkmdNkfCvYR7nRpKYYVJuJdwL9KSEu5Fqq2nuiTc60lYhRUr4V7CvcIsqdPmSLiXcK9TQymsMAn3Eu5FWlLCvUi19VSXhHs9CauwYiXcS7hXmCV12hwJ9xLudWoohRUm4V7CvUhLCoR7FeHj2zHilzQwMcWsdAXqtP2MGV+049yXXgzdnoIaE0zMS2Pv1pExc8fTpoop5Bxn9dBPmfrzGfIs7aj7wUQWBfniapnH/6a/x6CQK9wuVMzErhNR/32XSR2GE5p651/BpJIP3/w0jteuhzNj0ES2xGdz28KRNiMXMaNrLfhnNh1GlWX5/w2kRm5R9amImOLHqkpBLO/njjmQd/Rr+v/UgO8mtipogepgEH5TbjJo81RaF2z2oGL3hECiO69lVBPNHdpP7r5JdBgeyr0mmlDJ5xt+GlOTfTMGMXFLPNm3LXBsM5JFM7pS696tj/WGcLhPiSCo73DWxNnSdtIK5vnWLNBD5Ef/h1ilsmf6TM75BxFYy+xuaKl7pjPznD9BgbUwy09g+8RhzNyVROV2Y1gw9X1q3LtU53KIh/sUIoL6MnxNHLZtJ7Fini81RSda6Am12pSlRATRd/ga4mzbMmnFPHwNELTeD7FK3cP0mefwDwrknr0f8rxgf4uHe2X4W8Q+9/knVjMiaCfJ+YB5NTqP8ydt7jR2XVMXPqfMqRuwmJkfVNH5c+txBQrfClMB7yzhcK+AmMVshZnPidUjCNqZjNbenZn8pTu/Dv7SYP42sn3us/mxQ0XW+p5lS9cy5GfGsvC91uz5OIZ+oQ1Z+UE8W/9TBnKvsG9iO7olz+LypjfY0sGV8ZWXs2epH7XVcazt1YwBt4M5t7Ujkf6OLHz7H7Z3L1vw/DAxscDK5P/wdvyOzqdC8C2jfayYmFpQpqya3YGuTK6/m4iRbpidX4tP06W8fWg/n17sjWVra2JTJnC4c1H1tWd310r473qVrw7uZVQDc1ThA/H4tgUnNvsDmfwU0Ixpf+dTsX84P/WuhClZrGpfm98GJ7C2w73dH7I3eeP4XWdOhfiibaIJphZlMN3TG9fJ9dkdMRI3s/Os9WnK0rcPsX9INUyf8MgVC/eZhHR2YLhLKDv9j9C75Qq8T8UwqsaTWqj794Ve4T4thjVj+zBkaTqfRscS1FBDtGnErBlLnyFLSf80mtigV7g0rwn1t/di35oW7PmwOVu7n+X3ARV1H2xhiaLhPjOkMw7DXQjd6c+R3i1Z4X2KmFE1nuhFfQQv9ITazBA6OwzHJXQn/kd603KFN6diRiHY3ugT7tNi1jC2zxCWpn9KdGwQWns/7HlTEgX7WzTcK8XfIuD+yqIWNA7vxKTODpiY2fGKV2Nu/raDExm3IecIi4duo/lv8Sx9R8wWpGLhXhnvLLFwr4yYxcD9FRa1aEx4p0l0djDBzO4VOrxXhX82/WIwfxsl3K/reYVfumlgPI//fVaTAOv/48vY1qz1v8QvH2oh/cb6TlRa2I5zG9J4q24sC9I24lW6EBtu/ECb8gvolBSJ8xAnvvZK5NdAq3tMkb0Jb8eV+FzcQc/7/hly2NmrOgPNF7B1ZlcaVjTnyomjZFXzwOl4YAHcHztSif80KKq+fVQe3JAtTp7EHm7IprDRuEbeB/cp6+jSPJy+31VgzEgHtu0bSS2zJ8D9Sh8u7ujJ/U3M2dmL6gPNWbB1Jl0bVsT8ygmOZlXDw9nmicwkFO5VYfjZDqPJpRhGVFAR6m3N5DYpRA18cht1DX36hHtV+BzGnvSgyrYRpH4VpYV7VThzxp7Eo8o2RqR+RVRQQ9Qpp7mEMzWtzrGiU2PW+J5k78f2ug71bnli4V5FmJ8tw5pcImZEBVSh3lhPbkNK1EDEZhpEwr0qzA/bYU24FDOCCqpQvK0n0yYlCsH21iPcqwifM5aTHlXYNiKVr6K0cP84z+cK9rdYuFeOv/UP97ns7vMyC2pPxcdBjVvbLrxZ3aLwuZJD5KC6BFpu5PjcpojagFQo3CvknSUU7hUSsxC4z91Nn5cXUHuqDw5qN9p2eZO79sYw/jY+uG9vxXBVH7zrmJGXdoKdYSZ8HvkLVUaVIyCuBW84mnJbdY24f/LxWRPBHIshlB9SnzMnJuB0Z2A4P5bPa7QgffM5Oi2sxPu/1aSeg4nmxxheGfp/bOgRhbe1Hwfc6vGS5p8xoWy72UTO74DFlQjmfDaC+VsPk161GV0/m8WcIW9i+4cW7v/adJ3XhxdV31nend+UsI/CaL++DfPrb2bHa0tpUjBy78vlZV60Pj6R6Pn2BDXx5WbwEb7yVBU5cm/tdwC3ei+hbWJZ2s2OZL5XOhFzPmPE/K0cTq9Ks66fMWvOEN50ePKouFC4z1pLK9vV9MsMo1vpPKL62+PjcIxzU2voDWofV7A+4V5b3w2We73F2ZmFcH/nu+VyL946O7MA7gtmqKjCGNO8J1/F1GDmwXBGe2i/oOrjIxbus1jbypbV/TIJ61aavKj+2Ps4cOzsVOGj2CLhPmttK2xX9yMzrBul86Lob++Dw7GzTBU8dK/PkXutvZfj9dZZZhbCfZGeF+hvsXCvHH/rHe7Vl5jb1IkFFYfSu+FVtq08TfddkYx+2Qx1wlxe8/wfX5zZzPu2+nhqPb5MoXCvkHeWULhXSMwi4F59aS5NnRZQcWhvGl7dxsrT3dkVOZqXzTCYv40Q7u2Y98o6JrewpJRVFdybeFLdKpsNnSuz3OsvVr6byI8De7Ol6RrCp7fE+vBgHDuaseviAhremcus2kNAhT5UPxrLaxOqFX/kXp3G6WNXqPCKK3amWSTuX8voHmPJW3CBH6sMLID7o7+Z0Ob9ouo7RoNxnoT1Ocayhr8Q0HIedYa6syH8HU5sbMKcZq5MS/HAtTxknIki1ftXEr5rxoaipuU8MnKvJu30Ma5UeAVXO1OyEvezdnQPxuYt4MLmDx4Y4X/4cSkU7nM24WW9CL8bkXxklUtkoC193BKJG+sg7s0AKAbuC6NO3dARp7ntSPjzM/Q1MUcs3OewycuaRX43iPzIitzIQGz7uJEYNxaxmRY7cp+zyQvrRX7ciPwIq9xIAm374JYYh2B763Hk/u631OLBvUB/i4V75fhb73CvyWFuLnkWFpiTz7Fx9fE3DeHENDdiR9emfe4WEuZ7osflQo+8G4TCvULeWULhXiExi4B7rb3zsLAwh/xjjKvvj2lIDNPcMZi/jQ/uO1Tk3rScO/1dA/eO96blZITTr643F2fG8ZPfRT53ac2ZeccJ8XXCFDXnV7elztRmHI4bx+nuzzAtJ/84kxp6kxZ8lIVvaEZXs9kV4MrsFjH8t8Ew7Zz7K4F871pUfWOI7eZRAPfL25UiOSSA5p/8QtpbS0ia8jeNu+Wx6q/pvGoO6qRgvBrtpHfsWnK6FzHn/hG4z+f4pIZ4pwVzdOEbFLRwVwCus1sQE9YXuyegs1C4V59monNjkjYns7xxMrMauBO9+Brr3xX1g65WCMPDvTt/jn6DyVW3sWNwdbJCPsBhSnMSjoxAX4dsi4V7NacnOtM4aTPJyxuTPKsB7tGLubb+XWE/3d+xvMiRe/XpiTg3TmJz8nIaJ8+igXs0i6+tR7C9FQD3ag4K9rdYuFeOv/UO93mHmeHzLTWWBfNh5Zvs+siNqR5/EDkolykN3uTamrMsanxnmo6YMRqhcK+Qd5ZQuFdIzCLgPu/wDHy+rcGy4A+pfHMXH7lNxeOPfXxWOdFg/pZwX/AceQjuNUtT9/SjTqcLzI7/ma7XvsW/4wQOlW+Aq3kCMTeaMvPndXziruYn/yLg/oFpOUCpN5gQ9j3tYyfQqddaVO4eVMo+SbxFd1ZtH49nrHZaTmza19T6+5si6stjo+8duLcEdTJbezai181ZhDtPob/NNqImuxeOfqSyvktdgt+OICC0HgPiXqaOrWYCjhk1eq5gQ/XJPDAtp6CJEwibU4WFnXqxVuWOR6VsTsZb0H3Vdsa/8eRFTkLhHjXJm/xx9duLU80MzjrOIDpiKHUF76JieLhvSH70TN5+dw4Z9apy9YSaXlv3Meud8np7O4qFe43FN+Hv6sdep5pknHVkRnQEQ0UnWvRuOepkNvm74rfXiZoZZ3GcEU3E0LrCd4NSwrQclWB/i4V75fhb73BPLkfnd8R7STaujlc5oerG+t1f0rzUVrwrLsUnaTc99Teb8LHPQ6Fwr5B3llC4V0jMIuCe3KPM7+jNkmxXHK+eQNVtPbu/bI5NjuH8bWRw/zzMk0taYgJXzCpRy8n2+X4+VGeRnHCBjDJOuFSxLmLnDx3W98xhq8lKTuBCRhmcXKpgXYxNaMTCvTagvNRzxKdY41zLXvhIrpiR+2ImLv8G5xNuYFOtOuX1PPglGu4LE825+BSsnWthL/bHmbsJEDlyX+huUs/Fk2LtTC0DBa13uC+mvRHob9FwrxR/6x/uC1194yIJKRZUdXbgzv4UxbWBrq8TC/fKeGeJhXtlxCwE7rUdmRsXE0ixqIqzg6HdDRLudf3EMNLyDAH3hpZa/yP3ho7w0foNAvcKkEE83Bs+aMXAvUApDAL3AuMrqipRcK+AUO82wRBwb+j4DQH3ho5ZHNwbOtIH65dwr6x8vLCtkXD/wqbumRou4V6eUPtMhnnBLpZwL0+ofcEs+0zNlXAvT6h9JsM858UCT6h9zpbK24tUQMK9cZhDwr2E+5LsdAn3Eu5Lsr8l3Eu4F+lvncN96dKluXXrVsGcI/kRo8CpU6cKKqpTp46YChVQy+nTp1Gr1UYVc3p6OsnJyQWHOlWtWlUBWRDTBGP0tzHGfP78eXJycnB0dMTK6oETCMUYzUC1aHJtZmaGi4uLgVogvlpj9Hd8fDy3b982qndWSkoK169fx8bGhsqV9bWPnHj/Pq1Gjb8DAwNZuXLl0y7V2991DvcWFhYFcG9vr7+TOvWmxgtasKbzaD7GpLkxxqwBn6ysrAIQKF9ef7vyKK0bGGOujTHm1NTUgi/s1tbWWFoaaPW2AcxvjLmWMRvAaAaoUvO+0ry3SpUqRbly5QzQAsNUqfF3t27dWLdunWEaoDkb9bbmq6QOP5pvZ+PHj2fw4ME6LFUW9SQF5LQc4/CHnJYjp+WUZKfLaTlyWk5J9recliOn5Yj0t4R7kWrrqS4J93oSVmHFSriXcK8wS+q0ORLuJdzr1FAKK0zCvYR7kZaUcP84tdXJ7F6wjNSOY/B10/Pm5TrItoR7HYj4AhQh4V7C/Qtg03/dRAn3Eu7/tXlegBsl3Eu4F2lTCfePUTv/5Cw6fVaKeb8Mo56ZyHT8u7ok3P873V60uyTcS7h/0Tz7LO2VcC/h/ln88qJdK+Fewr1Iz4qHe/UZlnRtz9yjeffFaU6tj9cy+uY4RoemcncRgEklfL75iXFNczm2YigDv9pFYo4pFTw/Yf7S0bSy3c8Uv1VUClpOP3fzglPKjn7dn58afMPEVpaQc5zVQz9l6s9nyLO0o+4HE1kU5Isru5kQGE3ntaNoornt7ieH46uH8unUnzmTZ4ld3Q+YuCgIX1ft4i5V/Fa+HDWL7X+nc+u2Na/0+oolY96hovofZncYRdnl/8fAGjmPb2tF7VGzqoNB+E25yaDNU2ltra1YnRzOjEET2RKfzW0LR9qMXMSMrrWKfeS9cLhPiSCo73DWxNnSdtIK5vnWLHZbdWVu8YdYpRAR1Jfha+KwbTuJFfN8qfmAd3QVWdHliId7w8esUUP0IVYpEUH0Hb6GONu2TFoxD1/RiQaEH2KlgD4tHu6V4W/Rh1gpwd/CD7FSgL+Fw70CYhZ/iJUy+rTRHmKVm5OF6lY227pUZIl3Mrt7WWFmcZtQv6p81/kUIb5ltIRjYopFmdJcXd0a1yn12By5iA5O6ewf4UnLyBEk/vYSw6r4s+vVrzi4dxQNzFWED/Tg2xZRbPZNZ00HV8ZXXs6epX7UVsextlczBtwO5tyaDLrX/o3BCWvpcHdTBjVJazrgOr4yy/csxa+2mri1vWg24DbB57biY/Iz3et+inrub3zXbQgt4QAAIABJREFUw40yqYeY0qYDvw/8m13dz9DbsjXWsSmM/cPr8W09OJBqppn8FNCMaX/nU7F/OD/1roQpOewKdGVy/d1EjHTD7PxafJou5e1D+xlSTfuF4GkfsXCfSUhnB4a7hLLT/wi9W67A+1QMo2oUr61Pi6W4fxcN95khnXEY7kLoTn+O9G7JCu9TxIyqgcioRcO9EmIWDveZIXR2GI5L6E78j/Sm5QpvTsWMQrC9BcO9Mvq0aLhXir+Fwr1C/C0W7pXhb7Fwr4yYRcO9Uvq00cK9FuBy2NShLAs/yOD3jzV7GmezyduRlT4X2dHzvj2O1WeY5OZG7IIMtnYsrb1VFc+BQ/By48P0abgFJ89YDjfcRNhoVyIL4X7j63NxrxvLgrSNeBXexo0faFN+AZ1OD2Lnmw/BvTqBqe51iV2QxsZ7N/BDm/Is6JTEDouuOP93EEk/+1E44E7+yXB23PSgQ704Ldwf+wv7LvUf39aWtbFJWUeX5uH0/a4CY0Y6sG3fSGqZ5bCzV3UGmi9g68yuNKxozpUTR8mq5oGzTfFQVyjcq8Lwsx1Gk0sxjKigItTbmsltUogaWMzGFi+kp14lFu5VhPnZMqzJJWJGVEAV6o315DakRA1EZNRi4V4ZMYuGe1WYH7bDmnApZgQVVKF4W0+mTUoUgu0tFu4V0qfFwr1y/C0S7pXib6FwrxB/C4V7hcQsFu6V06cl3D8C99b4HXCj3ksm2oH7su2Y/VtH1jr0wzXuFF86PzROmr0RX48wPgprz/o286m/eQevLW1SMHL/g10fyg2pz5kTE3C6c1t+LJ/XaEH6mtmc7x7x4Mi9ahfdyg2h/pkTTLh3A7Gf16BF+np2mP+HnuX38k9QXUyu/M4PP/6Pq2owq92eQe3T6auB+7+2cr3pgMe3FTWXl3nR+vhEoufbE9TEl5vBR/jK0xz1lQjmfDaC+VsPk161GV0/m8WcIW/iUMxhYaFwn7WWVrar6ZcZRrfSeUT1t8fH4RjnptZ4KpDr8gKxcJ/F2la2rO6XSVi30uRF9cfex4FjZ6cKHdEVC/fKiFk03GetbYXt6n5khnWjdF4U/e19cDh2lqmCh+6FTstRSJ8WC/fK8bdIuFeKv4XCvUL8LRTuFRKzWLhXTp+WcF+ckfv8WIZXa0FmSDLBrxfuXKO+yB8RqdR67TifeobR59gyGv4SQMt5dRjqvoHwd6LYUGc0jh3N2HVxAQ3vLIpV7SGgQh+qH5xAVLs9D8J9/mEGO3bEbNdFFty7gT0BFehTPZrdpp1pfOFbkr5/m1LJ+1m15neS4n5kfGw/0vc1ZrAG7o9GYuH19uPb2qIsK5u7Mi3FA9fykHEmilTvX0kIfo2Lx65Q4RVX7EyzSNy/ltE9xpK34AKbPyjeKY1C4T5nE17Wi/C7EclHVrlEBtrSxy2RuLEOumT3p5YlFu5z2ORlzSK/G0R+ZEVuZCC2fdxIjBuLyKjFwr0yYhYN9zmbvLBe5MeNyI+wyo0k0LYPbolxCLa32JF7hfRpsXCvHH+LhHul+Fso3CvE30LhXiExi4V75fRpCffFgXty+XNITdokLeP0xvfQnHt7fXsXHANeIjzhXRY21cD9ctqVSiYkoDmf/JLGW0vOsbXLCYa7tObMvOOE+Dphiprzq9tSZ2ozDv/lwuduD8+5zyVquAutz8zjeIhvwWi/+vxq2taZSrPDcUwymc6rbx7g8yO/EFhD+20hZVNnqsxvy7WIQriPvUJAcO3HtnX33ioM6ZXHqr+m86o5qJOC8Wq0k95Hp/L3O96kBR9l4RtlC6Yn7QpwZXaLGML62j0VcjUXCIV79WkmOjcmaXMyyxsnM6uBO9GLr7H+XbEnSoqFezWnJzrTOGkzycsbkzyrAe7Ri7m2/l1ERi0W7pURs2i4V5+eiHPjJDYnL6dx8iwauEez+Np6BNtbLNwrpE+LhXvl+Fsk3CvF30LhXiH+Fgr3ColZLNwrp09LuH/KtBwoxRsTwvj+vdNMadOGmRfdaFTlGkfiXmLwtt3MeP3Xgmk5BXBvqdl1Zis9G/Xi5tyrhPiXJSfmG/w7TuBQ+Qa4micQc6MpM39exyc11tHOegBxL9fBVjMDyKwGPVeE8Hndv/nGvyMTDpWngas5CTE3aDrzZ9Z94o4FecT/2A+/MXu4XdsFq6txnMx9lU8XL+OLt88XLqhN4+vqUY9p6w68f2lOf5ttRE12R/vVIJX1XeoS/PafhDQIplOvtajcPaiUfZJ4i+6s2j6eN+5M7n8K4guFe9Qkb/LH1W8vTjUzOOs4g+iIodQVvHOMWLjXeGsT/q5+7HWqScZZR2ZERzBUcNBi4V4ZMYuGe9TJbPJ3xW+vEzUzzuI4I5qIoXWF7wYldFqOQvq0WLhXjr9Fwr1S/C0U7hXib6Fwr5CYxcK9cvq0kcN9sQal77tITVZSPOeybKnpXImyxZyPDrmkJSZwxawStZxsC8H6yXXnpiWScMWMSrWcsH14n3t1DlfPXeBm+ZpUtyuKaP9FW9VZJCdcIKOMEy5VrJ9pFxaxcK/VLi/1HPEp1jjXshc6en0nc6LhvjBozsWnYO1cC3uRQ/aFQYuGeyXELBzutUGTei6eFGtnahki0YbYClMBfVo03CvF30LhXiH+Fgv3ynhniYV7ZcQsGu6V0qcl3D8r38vrH6uAIeDe0KkwCNwbOGiDwL2BYzYM3Bs+aLEj94aPV9MCg8C9AkIXD/eGD9oQcG/oqA0B94aO2SBwb+igAQn3CkhCSWiChPuSkMWnxyDhXp5Q+3SXvLhXSLiXJ9S+uO59essl3MsTap/uEt1dIf6EWt21XZZUqICEe+OwgoR7Cfcl2ekS7iXcl2R/S7iXcC/S3zqHe0tLS/Ly8nBxcREZh1HXFR8fXxB/7dq1jUaHM2fOoFarjSrm9PR0rly5QpkyZXBycjKaXBujv40x5gsXLpCTk0PlypWxti7mbgIloBdocm1mZoazs3MJiKZ4IRijv0+fPs3t27eN6p11/fp1UlNTC/qzpl8by0fj74CAAFatWmWwkHUO9xYWFty6dYuXXnrJYEEZW8XXrl0rCNmYNDfGmDXgk5mZWQACdnbF2ya1JPQFY8y1McasgYD8/HxsbGzQDBIZy8cYcy1jNg53Z2VlcfPmTTRcWK5cOeMIGtD4+8MPP+THH380WMw6h3vNt7Px48czePBggwVlbBXLaTnGkXE5LUdOyynJTpfTcuS0nJLsbzktR07LEelvCfci1dZTXRLu9SSswoqVcC/hXmGW1GlzJNxLuNepoRRWmIR7CfciLSnhvlDt/NPbmbfThl6fvkOlYu+hLzJVRdcl4V4ZedB3KyTcS7jXt8cMWb6Eewn3hvSfvuuWcC/hXt8eu798CfcFauRycLw33zdaSbBPpWc6QEpksoqqS8K9ErKg/zZIuJdwr3+XGa4GCfcS7g3nPv3XLOFewr3+XXavBsFwn82xFUMZ+NUuEnNMqeD5CfOXjqZVRe1QuepgEH5TbjJo81RaazZLUEXwhddQtqeowcQE89L2uHUcw9zxbahy6wl/e3jkXX2GJV3bM/do3n3amlPr47WMvjmO0aGp3L7zF5NK+HzzE+OampN9bAVDB37FrsQcTCt48sn8pYxuZcv+KX6sqhTE8n7uBcfS5x39mv4/NeC7ic35Z3YHRpVdzk8DaxRxf0XtlwfVQYL8pnBz0GamFgSL5uxkwmcMYuKWeLJvW+DYZiSLZnSlVlEH4Ra2WTjcp0QQ1Hc4a+JsaTtpBfN8axboIPIj/hCrFCKC+jJ8TRy2bSexYp4vNQUHLR7uDR+zxlOa3YE8PT2JjBQD9ykRQfQdvoY427ZMWjEPX9GJNsQJtQro0+LhXhn+Fn2IlRL8LfwQKwX4WzjcKyBm8YdYKaNPG9khVmourmyN65R6bI5cRAendPaP8KRl5AgSDw6kmmkmPwU0Y9rf+VTsH85PvSthmr2BzlVW8kH8Vv5TBnKv7GNiu24kz7rMlnY/Ff23D8o+wpm5OVmobmWzrUtFlngns7uXFWYWtwn1q8p3nU8R4ltGe4+JKRZlymJ+eSWtXadQb3Mkizo4kb5/BJ4tIxmR+BsvDauC/65X+ergXkY1MEcVPhCPb1twYnMX/hdoSWvrWNLH/lHE/QcZWM2UzJ8CaDbtb/Ir9if8p94FU4FydgXiOrk+uyNG4mZ2nrU+TVn69iH2D6n2xF8TxMJ9JiGdHRjuEspO/yP0brkC71MxjKohdi6TaLjPDOmMw3AXQnf6c6R3S1Z4nyJmVA2hv/KIhnslxCwc7jND6OwwHJfQnfgf6U3LFd6cihmFYHsj9oRaZfRp0XCvFH8LhXuF+Fss3CvD32LhXhkxi4Z7pfRp44J79RkmubkRuyCDrR1La0FaFc+BQ/Byy9rYpKyjS/Nw+n5XgTEjHdi2byS1VBvo7LgW/0u/8GEBr99gfadKLGx3nv/1+a3ovw12KGIQOYdNHcqy8IMMfv/YCshmk7cjK30usqOn5r/vfNScmeSGW+wCMrZ2RNtaFfEFjW3M4T4N2eLkSezhhmwKG41r5MNwf4xj9l2KuL8ltW1SWNelOeF9v6PCmJE4bNvHyFpm5OzsRfWB5izYOpOuDStifuUER7Oq4eFs88RBcaFwrwrDz3YYTS7FMKKCilBvaya3SSFq4JPbqOtRfbFwryLMz5ZhTS4RM6ICqlBvrCe3ISVqICKjFgv3yohZNNyrwvywHdaESzEjqKAKxdt6Mm1SohBsb7Fwr5A+LRbuleNvkXCvFH8LhXuF+Fso3CskZrFwr5w+bVxwrwqjm00/XONO8aXzI/NmuLzMi9bHJxI9356gJr7cDD7CV/W28J5VAHEt3sDR9Daqa3H8k+/DmojFvGe9qei/FU7zeRQoHwf31vgdcKPeSybagfuy7ZgdOROLj2zo5xrHqS+dHxqdzWajrwdhH4XRfn0b5tffzI7XltLkgZH7v/i/602LuB/Ul5fh1fo4E6PnYx/UBN+bwRz5yhNz9RUi5nzGiPlbOZxelWZdP2PWnCG86fDkUXGhcJ+1lla2q+mXGUa30nlE9bfHx+EY56bW0DW/P7E8sXCfxdpWtqzul0lYt9LkRfXH3seBY2enCh3RFQv3yohZNNxnrW2F7ep+ZIZ1o3ReFP3tfXA4dpapgofuhY7cK6RPi4V75fhbJNwrxd9C4V4h/hYK9wqJWSzcK6dPGxfc58cyvFoLMkOSCX7dQgtu6ov8EZFKrRZlWdnclWkpHriWh4wzUaR6/0rCouv4Vl6O118reTfxRwb23kLTNeFMb2kLmik7Rf2tSCws7sh9PrHDq9EiM4Tk4NfRtlbNxT8iSK31Gsc/9SSszzGWNfyFgJbzqDPUnQ3h79w3Leco/7PwKuL+FpRd2RzXaSl4aIMlKtWbXxOCee3iMa5UeAVXO1OyEvezdnQPxuYt4MLmD7j/d4WHwxMK9zmb8LJehN+NSD6yyiUy0JY+bonEjS3q1xL9ML9YuM9hk5c1i/xuEPmRFbmRgdj2cSMxbiwioxYL98qIWTTc52zywnqRHzciP8IqN5JA2z64JcYh2N5iR+4V0qfFwr1y/C0S7pXib6FwrxB/C4V7hcQsFu6V06eNC+7J5c8hNWmTtIzTG9/DHri+vQuOAS+xe28VhvTKY9Vf03nVHNRJwXg12knvP3xZ1+DetJyM8H7U9b7IzLif6Gm76YFpOQ/8rUpRI93FhXvI/XMINdsksez0Rt7TNpYujgG8FJ7AuwubFsD98nalSA4JoPknv5D21hKubr035z4lIPjx9+/eS5Uhvchb9RfTtcES7NWInb2PMvXvd/BOC+bowjfQzELK3hWA6+wWxIT15UnnkQqFe/VpJjo3JmlzMssbJzOrgTvRi6+x/l2xJ0qKhXs1pyc60zhpM8nLG5M8qwHu0Yu5tv5dREYtFu6VEbNouFefnohz4yQ2Jy+ncfIsGrhHs/jaegTbWyzcK6RPi4V75fhbJNwrxd9C4V4h/hYK9wqJWSzcK6dPGxncAxn/Y0qbNsy86EajKtc4EvcSg7ftwPuX5vS32UbUZHfMCgZ6U1nfpS7Bb07EZuqO++bcZ7KnXx06XZhN/EZz+lW9fz7+vb+d+HwHNTtaE5W+DM8HdjR5+rQcKMUbE8L4/sPS/G9KG9rMvIhboypcOxLHS4O3sXvG6/yqmZZTAPeWBTvcbO3ZiF4355IVcg/uM7+u/tj7d3j/QvP+NmyLmoy7NlhS13ehbvDbJIc0YEKnXqxVueNRKZuT8RZ0X7Wd8W8U7qZTxCC4ULhHTfImf1z99uJUM4OzjjOIjhhKXcE7x4iFe02aN+Hv6sdep5pknHVkRnQEQwUHLRbulRGzaLjX9OdN/q747XWiZsZZHGdEEzG0rvDdoIROy1FInxYL98rxt0i4V4q/hcK9QvwtFO4VErNYuFdOnzY+uC+c3pKVFM+5LFtqOleirNhNVp55jog6K4n4c1nY1nSm0r9o7LPfryYrOYELGWVwcqmCdTH0EQv3WgnzUs8Rn2KNcy17oaPXdxIoGu4Lg+ZcfArWzrWwFzlkXxi0aLhXQszC4V4bNKnn4kmxdqaWIRJtiK0wFdCnRcO9UvwtFO4V4m+xcK+Md5ZYuFdGzKLhXil92kjh/pn5Wt7wFAUMAfeGTopB4N7AQRsE7g0cs2Hg3vBBix25N3y8mhYYBO4VELp4uDd80IaAe0NHbQi4N3TMBoF7QwcNSLhXQBJKQhMk3JeELD49Bgn3Yg6xenom9H+FhPs6+hdZITVIuFdIIvTcDAn38oRaPVvsgeIFn1ArMjTjqUvCvXHkWsK9hPuS7HQ5cv9NSU7vA7HJkXvjSLUcuR9jsETrHO4tLS25desWzs7OBgvK2Co+c+ZMQcguLi5GE3pCQgJqtdqoYs7IyODq1auUKVOGKlWqGE2ujdHfxhjzxYsXUalUVK5cmbJlHz1lvKQaXpNrU1NTatasWVJDfCQuY/S3McacmpqK5n/W1tZUrFjRqPwdEBDAqlWrDBazzuHewsKiAO6NKZEGy15hxVeuXCn4f8akuTHGnJ2dTWZmJubm5lSoUMHQthNWvzHm2hhjvn79Ovn5+ZQrV47SpQtPMRfmMsNVZIy5ljEbzm8ia9YMSN28eRMNF5YvX15k1QatS+PvDz/8kB9//NFg7dA53GtGXcaPH8/gwYMNFpSxVSyn5RhHxuW0HDktpyQ7XU7LkdNySrK/5Zx7OedepL8l3ItUW091SbjXk7AKK1bCvYR7hVlSp82RcC/hXqeGUlhhEu4l3Iu0pIR7kWrrqS4J93oSVmHFSriXcK8wS+q0ORLuJdzr1FAKK0zCvYR7kZaUcC9SbT3VJeFeT8IqrFgJ9xLuFWZJnTZHwr2Ee50aSmGFSbiXcC/Ski8c3KvPLKFr+7kczbtPJvNafLwhlDH1TrF66KdM/fkMeZZ21P1gIouCfKl98Qn3eFigOhiE35SbDNo8ldbWmnJV7J4QSHTntYxqYl5YUS77JnVgeGgqt+9UbVIJn29+Ytxr1wmfMYiJW+LJvm2BY5uRLJrRlVp3btVzRoXDfUoEQX2HsybOlraTVjDPtyaCQr2rpP4PsUplz/SZnPMPIrCW2d16U/dMZ+Y5f4ICa2GWn8D2icOYuSuJyu3GsGDq+9S4d6nOsy4e7lOICOrL8DVx2LadxIp5vtQUnWgo2B3I09OTyEgxcJ8SEUTf4WuIs23LpBXz8DVA0Hrf5z51D9NnnsM/KJB79n7I84L9LR7uleFvEfvc559YzYignSTnA+bV6DzOn7S509h1TV34nDKnbsBiZn4gZhcu4VthKuCdJRzuFRCzmK0w8zmxegRBO5PR2rszk79059fBXxrM3/IQq3+FP7nkZKm4lb2NLhWX4J28m15WZlhYprOxkyvjKy9nz1I/aqvjWNurGQNuB3Nu63uUfdw9ZcpiaZrJTwHNmPZ3PhX7h/NT70qYksWq9rX5bXACaztYFrYym03ejnzX+RQhvmW0/2ZiikWZsqh3B+I6uT67I0biZnaetT5NWfr2IfYPqYbpv4rx2W4SC/eZhHR2YLhLKDv9j9C75Qq8T8UwqoaISO/pole4T4thzdg+DFmazqfRsQQ11BBtGjFrxtJnyFLSP40mNugVLs1rQv3tvdi3pgV7PmzO1u5n+X2A/rb7Eg33mSGdcRjuQuhOf470bskK71PEjKohxNP39wChcJ8ZQmeH4biE7sT/SG9arvDmVMwoBNsbfcJ9WswaxvYZwtL0T4mODUJr74c9b0qiYH+Lhnul+FsE3F9Z1ILG4Z2Y1NkBEzM7XvFqzM3fdnAi4zbkHGHx0G00/y2epe8UjG7p/SMW7pXxzhIL98qIWQzcX2FRi8aEd5pEZwcTzOxeocN7Vfhn0y8G87eE++d5hORsokPZhXyQ8TsfW4E6YSrudWNZkLYRrzu7qN34gTblF9ApKYohlYCH7imoPmUdXZqH0/e7CowZ6cC2fSOpZVY03K/0uciOnlYPtDxnZy+qDzRnwdaZdG1YEfMrJziaVQ0PZ5vnibDY9wqFe1UYfrbDaHIphhEVVIR6WzO5TQpRA8XEekcUfcK9KnwOY096UGXbCFK/itLCvSqcOWNP4lFlGyNSvyIqqCHqlNNcwpmaVudY0akxa3xPsvdj+2Ln7VkvFAv3KsL8bBnW5BIxIyqgCvXGenIbUqIGIjbTYkfuVWF+2A5rwqWYEVRQheJtPZk2KVEItrce4V5F+JyxnPSowrYRqXwVpYX7x3k+V7C/xcK9cvytf7jPZXefl1lQeyo+Dmrc2nbhzeoWhY+fHCIH1SXQciPH5zblzlDWsz6bnvV6oXCvkHeWULhXSMxC4D53N31eXkDtqT44qN1o2+VN7tobw/hbwv2zPhHuv/4hUFft6ka5IfU5c2ICTncGkfNj+bxGC9I3JxP8hsVj4F7N5WVetD4+kej59gQ18eVm8BG+8lQVMXJvjd8BN+q9ZKIduC/bjtmR8+lgcYWIOZ8xYv5WDqdXpVnXz5g1ZwhvOogZzRYK91lraWW7mn6ZYXQrnUdUf3t8HI5xbmqN58nmM9+rT7jXNuYGy73e4uzMQrgvbOGN5V68dXZmAdwXzFBRhTGmeU++iqnBzIPhjPbQ3+E7YuE+i7WtbFndL5OwbqXJi+qPvY8Dx85OFT6KLXLkPmttK2xX9yMzrBul86Lob++Dw7GzTBU8dK/PkXutvZfj9dZZZhbCfZGeF+hvsXCvHH/rHe7Vl5jb1IkFFYfSu+FVtq08TfddkYx+2Qx1wlxe8/wfX5zZzPu2z/wY/tc3CIV7hbyzhMK9QmIWAffqS3Np6rSAikN70/DqNlae7s6uyNG8bKYZ9DWMvyXc/+tHw6Oj8PmHB+PY0YxdFxfQ8M68Z9UeAir0ofrReKbWNn0U7tVnmNPMlWkpHriWh4wzUaR6/0rCd83YUMS0nEdH7tWknT7GlQqv4GpnSlbiftaO7sHYvAVc2PwBD47xP0/ARd8rFO5zNuFlvQi/G5F8ZJVLZKAtfdwSiRvroJ/giihVMXBf2L7UDR1xmtuOhD8/Q18Tc8TCfQ6bvKxZ5HeDyI+syI0MxLaPG4lxYxGbabEj9zmbvLBe5MeNyI+wyo0k0LYPbolxCLa3Hkfu735LLR7cC/S3WLhXjr/1DveaHObmkmdhgTn5HBtXH3/TEE5McyN2dG3a524hYb4nelwu9MhTXCjcK+SdJRTuFRKzCLjX2jsPCwtzyD/GuPr+mIbEMM0dg/lbwv3z4ODDU2xyoxju0poz844T4uuEKWrOr25LnanNOBw3hfqaJ9dD9+Qfn0Tjbnms+ms6r5qDOikYr0Y76R27lpzuj59z/yjc53N8UkO804I5uvANNOO22bsCcJ3dgpiwvtg9T4zFvFco3KtPM9G5MUmbk1neOJlZDdyJXnyN9e+K+kFXK4rh4d6dP0e/weSq29gxuDpZIR/gMKU5CUdGULmYeXvWy8TCvZrTE51pnLSZ5OWNSZ7VAPfoxVxb/66wn+7v6CNy5F59eiLOjZPYnLycxsmzaOAezeJr6xFsbwXAvZqDgv0tFu6V42+9w33eYWb4fEuNZcF8WPkmuz5yY6rHH0QOymVKgze5tuYsixrfmabzrE+lf3e9ULhXyDtLKNwrJGYRcJ93eAY+39ZgWfCHVL65i4/cpuLxxz4+q5xoMH9LuP93zwXtXY+ZP58T8w3+HSdwqHwDXM0TiLnRlJk/r+MT98IH1wP35HFoRH3622wjarJ74ahFKuu71CX47QgCQusxIO5l6thqpuCYUaPnN/SIfPOBaTlQijcmhPF9+1gmdOrFWpU7HpWyORlvQfdV2xn/hpjFSULhHjXJm/xx9duLU80MzjrOIDpiKHUF76JieLhvSH70TN5+dw4Z9apy9YSaXlv3Mesd/R2xLRbuQZ28CX9XP/Y61STjrCMzoiMYKjrRonfLUSezyd8Vv71O1Mw4i+OMaCKG1hW+G5QSpuWoBPtbLNwrx996h3tyOTq/I95LsnF1vMoJVTfW7/6S5qW24l1xKT5Ju+mpv9mEj33LC4V7hbyzhMK9QmIWAffkHmV+R2+WZLviePUEqm7r2f1lc2xyDOdvCffPA/dF3ptLWmICV8wqUcvJVuBPjWqykhO4kFEGJ5cqWIuZbl+ggli41wqfl3qO+BRrnGvZCx/JFTNyX0xz5t/gfMINbKpVp7yeB79Ew31hojkXn4K1cy3sxf44czcBIkfuC91N6rl4UqydqWWgoPUO98W0NwL9LRruleJv/cN9oatvXCQhxYKqzg7c2XOiuDbQ9XVi4V4Z7yyxcK+MmIXAvbYjc+NiAikWVXF2MLS7QcK9rp8YRlqeIeDe0FLrf+Te0BE+Wr9B4F4BMoiHe8MHrRi4FyiFQeBeYHxFVSUK7hUQ6t0mGALuDR2/IeDe0DGA2U5uAAAgAElEQVSLg3tDR/pg/RLulZWPF7Y1Eu5f2NQ9U8Ml3Is5xOqZkqKniyXc19GTssorVsK98nKijxZJuJcn1OrDV0UOGty+ffvugau6qLhy5cqMHz+ewYMH66I4WUYxFJBwXwyRSsAlEu4l3JcAGxcZghy5/6Ykp/eB2OTIvXGkWo7cjzFYok10Dfd2dnZkZmbi7+9vsKCMreIffvihIOQePXoYTeibN29GpVIZVcznzp1j//79VK1alVatWhlNro3R38YYc1hYGElJSbRu3RrNIJGxfDS5Llu2LF26dDGWkDFGf69btw61Wm1U76zjx48THR1NnTp1aNq0qVH5e8aMGYwZU4LgPiAggNTUVKNJohICjY+PR/MDjKYDGcvn2rVrJCQk0LhxY2MJmdzcXDSj9/Xq1cPGRvQ5sYaTOTY2lvLlyxd8qTGWz/nz50lPT6d+/frGEnJBvP/88w+NGjXC3Fzw9lsGVPnPP//ExcUFe3v9nW5twPAeW/XJkycLcqyJ21g+ycnJXLp0CQ8PD2MJmZycHI4dO1bwHLOyEnHqj3Kk1bCwj4+PwRqk85F7g0UiK5YKSAWkAlIBqYBUQCogFZAKGLkCEu6N3AAyfKmAVEAqIBWQCkgFpAJSgZKjgIT7kpNLGYlUQCogFZAKSAWkAlIBqYCRKyDh3sgNIMOXCkgFpAJSAamAVEAqIBUoOQpIuC85uZSRSAWkAlIBqYBUQCogFZAKGLkCEu6N3AAyfKmAVEAqIBWQCkgFpAJSgZKjgIT7kpNLGYlUQCogFZAKSAWkAlIBqYCRKyDh3sgNIMOXCkgFpAJSAamAVEAqIBUoOQpIuC85uZSRSAWkAlIBqYBUQCogFZAKGLkCEu6N3AAyfKmAVEAqIBWQCkgFpAJSgZKjgIT7kpNLGYlUQCogFZAKSAWkAlIBqYCRKyDh3sgNIMOXCkgFpAJSAamAVEAqIBUoOQpIuC85uZSRSAWkAlIBqYBUQCogFZAKGLkCEu6N3AAyfKmAVEAqIBWQCkgFpAJSgZKjgIT7kpNLGYlUQCogFZAKSAWkAlIBqYCRKyDh3sgNIMOXCkgFpAJSAamAVEAqIBUoOQpIuC85uZSRSAUUqkA+5w/9l8OXTXB8zYsmTuYKbadsllRAKiAVkApIBV58BSTcv/g5lBFIBRStgPrqRj58uSeRr81nx+aBvFxa0c2VjZMKSAWkAlIBqcALrYCE+xc6fbLxUgHlK5Cxbz6jt9vQ58u+eForv72yhVIBqYBUQCogFXiRFdAf3OdeZN+qr1kReoj463lYV21I28ChDGjvwv0Dd6pz4az4dg07/zzNtVwLXqrVmHa9BtD7nRqF16URPncM6/7OA9MKvDUkiJ71NT/rqzm/fRrTfk4kHzOqdhzH5A9eYv/Cz1kdcwswwcTUFHOLMtg6NqRjz260qGb5YK5S9zB33Dr+zq9Im1FT8Kttdu/vWftZ+PlqCorSfExMMDMvjU1FF5p07oGPpwP3XQ2ksmfuONb9nU/FNqOY4lf77t9v7J3H6B9OkPc4p5hWpu3ng7ANmczmsxXxGvEfcr5fzN60yniNnkRXl3u15B1byajFv5Pt4sOXo9tTyRSert9Dld4fl4kJpqbmWJSxxbFhR3p2a8H9Ej297Kz79C4QCRMzc0rbVMSlSWd6+Hji8KBIBY3J2r+Qz1fHUJAlE1NMzS0oY+tIw4496daiGpY8W7lPb2ehBuoUotcv5tuQSP6+mMFt68q4Nn2PvoMDaFZZO1Xk/rZp026GeWkbKro0oXMPHzwfDuhJHkoLZ+6YdWit+xZDgnqite55tk+bxs+J+WBWlY7jJvJBjXtCpe6Zy7h1f5NfsQ2jpvhxvy2LfNg8qR2FN+Ve3Meqr1cQeiie63nWVG3YlsChA2jv8vBQetFe5qHcaPJnZmlDJdc36dL9fV61L4zj4f5zf8PN69Nz9jBe/XMuY9b9TR6mVHhrCEE966OVZzvTpv2MVp6OLJv8Aeqru5g1cTNnK3oxelJXtN0il4v7VvH1ilAOxV8nz7oqDdsGMnRAex4ISXWO8BXfsmbnn5y+lovFS7Vo3K4XA3q/Qw35K8KL/P6SbZcKSAWkAlKBxyigH7jPjmZBl06M/PUS+eblsLfJJy01i3xTB1rN3MV/P/coAPesP2fz/nvjCE/Ox7RMeezL5pKakkWeqT1vTgjh58ktKa++yOLWLny2JxcoRZPpRzkwrh5mXGXFey70Dc3kNqV4efwBjk1zZnl7Jz7ZqXooVBNKVe1CcMRGAu/CspqLwZ2o138HGbfNqTdyP0dmvY7FnTuvL6e90yc8UpQG+Cxd+WRLJEs6OWB6hxsvBtOpXn92ZNzGvN5I9h+ZxesFham5/E1bag76DU0Ej3zMXRkW9n9UGf8qow7VYuT+fbz+zcv858dUGk89woHxmli1IBM5/GXenn+WeuMO8Nf0xqiKo9/DFRYVl0kpqnYJJmJjYAE4FSs3XC9C7wKRcP1kC5FLOuFwR6TCtlxf3h6nT3bySJZKVaVLcARbAm2LXW7x2gnkxbOmlxf9NpxGZWJJOXsb1GkpZN66TSnnbqzas4ZuNcwoqm2aLy6Wrp+wJXIJne4G9GQPqS8uprXLZ2it24TpRw8wrp4ZXF3Bey59Cc28DaVeZvyBv5jWuHAeuvoiwZ3q0X9HBrfN6zFy/xFmaY30hM9TvAxkRy+gS6eR/HopH/Ny9tjkp5GalY+pQytm7vovn3vco1x1kV7WNKGonJtgUd2bxTs28Im7BTyh/2DRmiWJO+i8qS0un+0p6Belmkzn6IFxaOV5D5e+oWjlGU/usWnkn57NW/VGcajWSPYf1fStbKIXdKHTyF+5lG9ekM/8tFSy8k1xaDWTXf/9nIKQsv5k9vvvMS48mXzTMpS3L0tuagpZeabYvzmBkJ8n07K8fDdIBaQCUgGpgFSg5CigB7jP49i0Zrz+xWGsWk1iy7pxvFU5jzNbhtC553JOlO7I8hPb6WN/mIlNWzD9mCWNBq5gwwwfalupOL87iF4fTiPiRi0G7YxmUas0LdzvNaWMZS60WEz8zgE43vw/erl0ZUN6KW6r8guA9y7c73YgcF0EXzY1ITv5T4I/+4SFh7JxH3eAmOmNtdnLP8mcVq8y6oCaUma3yK/cl5//Dqa91V0CLYD73RV6sGb/dJqXgtt5qRxe8BHdvz6CabulnPnlk4LRc8jn5JxWvDrqAOpSZtzKr0zfn/8muLAwddZVLl6/yW3y+N+kt/hw1RWaz/iD1f/P3nnHY7n+Afiymho05TQV0t5TW6RxikIpFS1NLe2hIW2N057a0lBUjlKKdqcSQtrjcOqgjBD6fXiV6FWc+Iluf57zPPe4vt/7fq/3fr/P0wAlZGQKUbJsNFt1aqfK/V3mvh6FRp9dvG5kw+0rcySnvfHeTK7XgdWPGzDv1lXmadzOGr9OnyaUYV7lhrDf04YWMjGE3tjC+BFruBajxczLt1lcP6ttx0ok3F2ZgQ6XWCyBRPgte4aarueOrC6bHrkyQgLp859EoN0pN2Q/njYtkIkJ5caW8YxYc40YrZnE35uUtXaVsphDnYrwaIM+Tca5E6cxmI0HVzOofmmSQjxZPMCQBecjqGx5hoANXYhOHZvyQAcuLW6LQnLUwm9hP9SU9Xdk0d30CNcRFSRf6r6TQ5/k/oJsUSSpG8yZ0ZV4f9yMGn0P8k7hI3GJtZn5hdwnBq2gQwNrLicpIPchkYrDTnJ/SzcyRDH9DvS9XE7wYVHrlsy9VZwO85zYP7M9FRMe4TShF4O2+lOk+1b8nS1QyUIuf5b7z2sM3r8J4NTyicx0fIBCp7XcdRtL9QjJl2P31Dxr+eUztDJFKaNahog/ulBj/AVkixYmHm3WBZ9hdKX3HDerQd+D71D4GEdi7ZlS5b5pwCJat5zLreIdmOe0n5ntK5LwyIkJvQax1b8I3bf6c9KiDDfmtEB7sQ+FG49hx8ElGNYsTtxzd2zNBrDI8y1qY89we22nb/MtOPu9mIkgIAgIAoLAL0Ag5+U+4QYzG7VhSaAGM7xvY9vs04lkGBd3bCdAuTU6XdtQ6eZ4tLqs41mtKXjeWU7rzxUziQTYtaXBzOsomR3j0Y4mbE+We6+6aDcJxDugG3sfH8bQZwJanTdSqlVjAr3+okY6ua+ApVsQGzonN5rEk9Ud0ZjkhfJQZ/7e0SMlrAl35tGs+UICms9gutIGbE7J029fAIdMykjCnnry6F52OC4Pt6CXOr7Io4Oo2W8vEdqreeBhRZVkIUq4w7xmzVkY0JwZ05XYYHMK+X77CDhkQmprqakUx7nR6uhuDKHjhme4WX6SxIcsb58m98vqn2ekZne2hjSUiHw9eeIvT6F++1U8brKYO94zqHEpi/x29aJYerOWSFcFS9yCNiBB9ITVHTWY5KXMUOfHbFS0zlpsdrVhX4rcl2W4y0O2pEFiUM1+7I3QZvUDD6xSIH0t9xUs3Qja0BnJEFbTUWMSXspDSfx7earcf7tdy0dWWRvndjVWtWzE3NuVGO7qx2bdNFVOuH+EtX/GoNlehy4NKxKZKvdlh7vwcIteytggkqODatJvbwTaqx/gYVUlRe6/l0Of5N6rrjZNAr0J6LaXx4cN8ZmgReeNpWjVOBCvv2p8IfcJ3JnXjOYLA2g+YzpKG2w4Jd+PfQGH+JSW0vak740j4cZMGrVZQqDGDLxv25K2JC+yY3sAyq116NqmOinl8N/N5dSTe/cv11gyouMM1jBkz79tWRl4nokltn+dZ+kGn8TLdcly70Vd7SYEegfQbe9jDhv6MEGrMxtLtaJxoBd/1ZAm97bIzW9EmyWBaMzw5rZts5RynuS1HnZxB9sDlGmt05U2lW4yXqsL657VYornHZanbTIkBtjRtsFMriuZcezRLnqlWyS/wM4vpigICAKCgCBQYAnkvNxH78WgvBnH5fuy/29HTKR+aCYRulGPKqPPoWjqxPO9fdIJaLzneGp3Xsfzprbcu2TGn7o1GO/dkinjE1i7+ilmLgGMv9aBJouiGDVZi13LXKiWTu6VMbTfj1VDGd6H3GL33NnsD0iilZ0P3tbqQByXJtan05oXtFvjh2P56WgOcCROZwN+p0ZROdncUuXeTU6djj0aU172I4mxb7jvdRG/sGJ0WHEF94mSkpm4SxOp32kNL9qtwc+xPNM1B+AYp8MGv1OMSmns018W5b5lEh5jtei64QX159zguk1tblg3oN2KJ7Ra7sv5ydV5k1V+3jPQ+LLu/dOXFmVD7Pdb0VDmPSG3djN39n4Cklph53OBwee6Zy023iO42EOVEW5yqHfsQePysnxMjOXNfS8u+oVRrMMKrrhPTCm1kCb3yob27LdqiMz7EG7tnsvs/QEktbIj1ttCIvffbHcCyluymEN/Vmf2bwM4ktiLXa+OY1YKksKDuekfQvxHychkCqtQp4kaiduTf1VwQ069Iz0al0f2YyKxb+7jddGPsGIdWHHFnYkpE/p+Dn2Se++WUxifsJbVT81wCRjPtQ5NWBQ1islau1jmUi1N7uMuMbF+J9a8aMcaP0fKT9dkgGMcOhv8ODWq8ucSsPQ0vz+O6L0GlDc7jnzf/fztaJL+y16Gre37uZyJ3Cc9w75TLSZ6lWeEazCbmzqkyL1bkhKVa5Sn6Bf9FG6/GK/NfXiXIvfetJwynoS1q3lq5kLA+Gt0aLKIqFGT0dq1DJdq0uR+HsEm5TE7Lk/f/X/jKH2TISl0I3pVRnNO0RSn53vp8+VeFO/J+NqdWfe8Kbb3vJmRbpEU2P1eTEwQEAQEAUHgFyCQ83IfsYMeFYdxqogRh14dpF8mcv98TRdqWnlS1uIkj7bpp56QSojHX7WmgfZyHtafx80rw/HUS5b7Nqw41JTt/VaD1WGG/9WfKX4mHFwahcVQ5/Ryn7FQXkYOpWbWHDljS0clIMqVYZq/syNSl833TzK8pCvmGn3Y9W8zbG97MT1Z3qTVDCe3o9Uds7HTmDWidWoteRSuwzT5fUckupvvc3J4SVzNNeiz61+a2d7Ga/qnmvnkmWVV7gsR7zWJeh1X87jOHK5d1udgU22WP23HGn93xlWFLPO7Np/6X5ZEZFILLSOnRDPrI5yxbU9UVmNzbRzXemZ8xkEGOSUtupuNZdqsEbTOWHCf8r1JWs198n3NsD5yBtuOSVJq7jO2mw0GZ6szu9JQXOQN2BfqRP9iEHvSnGq9dxKaJMk5ucqjOPNgI40cvh5bMhut7maMnTaLEa1Tn7PIQg59lvs2KzjUdDuS1B3OX/2n4GdykKVRFgx1TpP7KNdhaP6+g0jdzdw/OZySruYp5Vn/NrPlttf0r74kpQw8C+OI2NGDisNOUcToEK8O9vuG3GcllzOT+xA26FZljEdpBh97yq42e7Is921WHKLp9n6sxorDw/+i/xQ/TA4uJcpiKM5S5X4m/gYVGXaqCEaHXnFQ+iZD0vM1dKlphWdZC04+2ob+l8/Tx1/FuoE2yx/WZ97Na8xPt0h+gZ1fTFEQEAQEAUGgwBLIebmPc2dUrW5sDmnKYh9vZmqmHtsmvcbZZibXK/Rm4IBuVHEfwG8mjrxvb0/Q2fGS8pbUv/C9BlQ3O0687iaenOzOoa4Subf3m8i99r1xUGpO/WfXCWy/DX/T09QZcDy93P9ZlFZDrdCvJo98kZJU0GxPr271+fQij7CDxmiYOhJWvCoN66lShETeBNwgKEwWrWle3LZrQaHPZTlDOXzDBlW3+ViM2cn9Iq2Y4XQSm47KkpPUsIMYa5jiGFacqg3roVoEEt8EcCMoDFmtaXjdtqPF5+chsy73xF9jWsO2LAuujfWGrrhYruJZ540EnBqJqixEHzbJGj/XEZT/8seD1Hn9WbQVQ630qSYvT5GSFdBs34tu9cuk/BKR9bYNce4uKcsZevgGNqpuzLcYw877RWg1w4mTNh1RzvAwbTIyidz/SdFWQ7HSr4a8fBFKVtCkfa9u1E8J0ieB/Ha7WR7nUXUW1e3Cuuf1mXvzOjb15UkMPsnag3eIir6FwwpnHqt8KffulB16mBs2qrjNt2DMzvsUaTUDp5M2dEydUFZySD71gVrvNvb4TbxH+94OKDWvz7PrgbTf5o/p6ToMOP5J7t9x0FgDU8cwildtSD1JIhFwI4gwWS2med3GLi2RPq+VrIzjo/soanXbTEjTxfh4zyRtSTpjM/M6FXoPZEC32pSOyEouZyL3CXeZ16wZC3xrYn3pDktr7c5iWY43bez9mHivPb0dlGhe/xnXA9uzzd+U03UGcFyq3C8kcnwtum0OoeliH7xnaqY+dJ7Ea2cbZl6vQO+BA+hexR2T30xwfN8e+6CzjE+/yWBQ3Yzj8bpseuLKiHSLpMDu92JigoAgIAgIAr8AgZyXeyJxGaZF7x2hqFk4cWFTL1TkIOLSdDrrLeO2bGfW+bphqbCT3+uMwDVGC6szF1mVcqSebJa3WNS1I3OvJKK9/C4eE4uyIbnmPlnuHxyi9Hg1hjpH8lFGgdZ2/rhVnUml/hnkPmM98JeBTHoleRvJmRiKlixB4c/y+YHoiCgSq4zktP8mdN6nPhD4ueY+Ht+VemhbXyCqUn/2Xd+DkQq8SnnjzhliipakRFpjfIiOICqxCiNP+7NJ59PPF9mQexK4PacJLRb5UqJsaSL+TaT7tkCOm0vq9JNebc8av8lpr+RMwfDpS8uXNfcZEj3rbSuxI0PNfbzvSvS0rbkQVYn++66zx0jlq3KSTw/Ufllzn34IaXL/qZZfWrtkmYEKZ0fVofuWl1QZ7Ij39j6pD49CvN9CtBvN5VbFDHL/qeY+3peVetpYX4iiUv99XN9jhApZy6HO4ZK35STL/YNDpRmvNhTnyI/IKLTGzt+NqjMr0T9V7hdU2pHytqUzMUUpWaJwGrMP0UREJVJl5Gn8N+mkP3XPai4nujBMqzc7QtWwcLrApl4qyBHBpemd0Vt2G9nO6/B1s0RhW1Zy+X3q8xDpa+4jL09Du+NyfCsMxyVgM3qf1k+mefap5j5Z7h9wqPR41IY6E/lRBoXWdvi7VWVmpf6ZyP0y6vw5DK3eOwhVs8DpwiZ6STYZpnfWY9ltWTqv88XdUoHtv9dhhGsMWlZnuLiqI5JdJppbi7rSce4VErWXc9djctZeN/oLfCCIKQoCgoAgIAjkfwK5IPeQ+HQfA9sP5dAzUNZoSWOVKPyv3uFlbBHqTT6F9/IOlCCG6ws6o2Nzlaji6nQ16UPzcpHccznAiXsRFKo7EdeLK+lYMvVVmMlyH/wnPR07UnuqF/Fymky9dJf5TwdSMRtynxi8ko71puJdeiBOAQ70KZUaxAQfbFo2xea2EsYHAjjQ2Uly8vjlA7UJ97HXbc1kj0hUBzlyc3t99nSux1Tv0gx0CsAhrTF8bFrS1OY2SsYHCDhglCoV2ZF7SPBdQMvG87n14SOySgbsfnCEgZ+f0M0iv4yv+cuC3JPV2JT+WsIhgfv2urSe7EGk6iAcb+7CIMOp6H+Re+ntxmYth0pD4uNd9Gs7nON/K1BZux99tVWIfXSDc6c9CYpIQl5jEud9VqC5W/Imny8fqE24b49u68l4RKoyyPEm2+vvoXMWcmhfm72f5T74z544dqzNVK945DSTX+c4n6cDK6bK/Q2GeOpQb6o3pQc6EeDQh7S0tKFlUxtuKxlzIOAARqnfgZOzNsu5bFSSp/sG0n7oIZ6hjEbLxqhE+XP1zktii9Rj8ilvlmuHsrJjVnK5M06pz0PUaN2JOsoyJEa/wufqX7yILUPXtZc4NUYTuc/PrNSgdac6KMt8sVnKlqf7gg308NRLqblvYx/Mnz0d6Vh7Kl7xcmhOvcTd+U8ZWDFzuW8p95R9A9szVLLJ0LKxClH+V7nzMpYi9SZzyns5HUpAzPUFdNax4WpUcdS7mtCneTki77lw4MQ9IgrVZaLrRVZ2FO/CzP8fZWIGgoAgIAgIAp8I5IrcJzce/+QUy+YsweHMLZ68hZLVmqBvPo8lU7ug+ukBy6TXXLK3YuKyI/z1TxwfP4KMghJaPaxYsW4WeskXfnrPfYrcn8Xy71k0bmPH/bJDOf5wB51PGmVD7hO4O685zRb6oDLClfubdL84CU3k8Rod6k68gLzeJvx3yzCscga5T36ZiP8qdFpPxTO6OsPWGHLTajk+KiNwvb8J3S+eL0h8vAaduhO5IK/HJn8XRiTX0mSj5j4lQIkBLGnbgFlXEyhrcoDAz18SUsOXFX4Zcz1Lcp/800AWYvNF+Uy6t+Uk+LNKpzVTPaOpPuIkNzfp8aU+/Te5T4H/dbtZGmfqj0J++5hlNZ+dFx7yLiH5SVoZFEqr0fp3C6znWqFfo0hqyVB6uU/+YuG/SofWUz2Jrj6MNYY3sVr+/Rzy3RzH4JqSk/vgs5b8PasxbezuU3bocR7u6MxJo1S5v7gTudGtWOijwgjX+2xKn0is0anLxAvy6G3yx2WEauqpfjZy2WUEqrLxPDm1jDlLHDhz6wlvKUm1JvqYz1vC1C6qfLw7j+bNFmYhl3cjM6zyF/+WhAyyCopUUG9J73ELWTS8haQU61vvuZerxug//Znp1/2z3J+1/JtZjdtgd78sQ48/ZEfnkxh9S+6TS93in3Bq2RyWOJzhlmSToYm+OfOWTKVL2ibD60v2WE1cxpG//iFOssmgpNUDqxXrmKWnmuEfoxMfDoKAICAICAKCQP4mkGtyny0siZE8Dwzi75hClFerTTWlL58AzVZLv+bFuckvN9vOyWhlY5xx/z4k8OG/JCpWpLp6FUqLdMvJSPykbSUS+TyQoL9jKFRejdrVlFJfn/mTDlcMSxAQBAQBQUAQ+I8Efg65/4+DF7cJAoKAICAICAKCgCAgCAgCgkAaASH3IhsEAUFAEBAEBAFBQBAQBASBAkJAyH0BCaSYhiAgCAgCgoAgIAgIAoKAICDkXuSAICAICAKCgCAgCAgCgoAgUEAICLkvIIEU0xAEBAFBQBAQBAQBQUAQEASE3IscEAQEAUFAEBAEBAFBQBAQBAoIASH3BSSQYhqCgCAgCAgCgoAgIAgIAoKAkHuRA4KAICAICAKCgCAgCAgCgkABISDkvoAEUkxDEBAEBAFBQBAQBAQBQUAQEHIvckAQEAQEAUFAEBAEBAFBQBAoIASE3BeQQIppCAKCgCAgCAgCgoAgIAgIAkLuRQ4IAoKAICAICAKCgCAgCAgCBYSAkPsCEkgxDUFAEBAEBAFBQBAQBAQBQUDIvcgBQUAQEAQEAUFAEBAEBAFBoIAQEHJfQAIppiEICAKCgCAgCAgCgoAgIAgIuRc5IAgIAoKAICAICAKCgCAgCBQQAkLuC0ggxTQEAUFAEBAEBAFBQBAQBAQBIfciBwQBQUAQEAQEAUFAEBAEBIECQiDH5d7FxYXY2NgCgkdMQxAQBAQBQSC7BB4/fkxMTAx16tTJ7q3iekHghwncv3+fQoUKoaam9sNtiQYEgf9CoF69emhoaPyXW3PknhyXeyUlJSIiInJkcKIRQUAQEAQEAUFAEBAEBAFBID8RWLJkCdOnT8+zIee43FesWJGZM2cybty4PJuU6FgQEAQEAUEg7wjUr1+f58+fEx4enneDED3/sgTKlStHmTJlCAgI+GUZiInnHYGaNWsyfPjwgif3s2bNEnKfd3klehYEBAFBIE8JJP8knSz34lfcPA3DL9t52bJlU+Q+MDDwl2UgJp53BJLLwYTc5x1/0bMgkOMEkkLdsd8cTvfpRmgUyvHmRYOCQL4gIOQ+X4SpwA5SyH2BDW2+mJiQ+3wRJjFIQSCrBBIJWtaD8QqrcJ1YG7ms3iauEwQKGAEh9wUsoPlsOkLu81nACthwhdwXsIBKn04cHrN0mewaATKyyBVRplbX8SyZq8tTGz2snMNIQgYZ+SKU0ejO9JWz0FGRBWLx222F5cKTPGiPiWsAACAASURBVEoojJJmH+astcVIvTAQR/ARG6yXOXP/3Qc+KtbHbOkGpncqzwfPuehZOROWBDIy8hQpo0H36SuZpaNCcqvEXcHWeAHvxx5mYRfFlCHHuc+km80rTB22Y1FDoqTxV2wxnP4SM6d19CsnK/U+kkLxWDKWOU7BxHwsRCWdqaxd0hc1+U8k4jk/V4+pp94BMiiUrEzz/tOYb9ECJdl4Ls7TZ5JLOB8/XS5TAcM/TjCzRWoD8ReZpz8Jl/DPVyBTwZA/TkwhZkEm7X7wZJ7JWTocXEjHZFTEcXlBP442dWSFfhFifHZgNWYpbs9ikVVuwojVm5jWoXymbJJbkH6PMkHL9bEutpUTY6pCrB+7rSxZePIRCYWV0Owzh7W2RqgXjsNzgTG7KtiydaQWyTNLuLueUSfqsm1Oh88pk3B1MT3HHuWfT1OVUaLHqlPYtEvKNA/iMo21MudmdsPmlSkO2y2QhDSeK7aGTH9phucf/SRxv2KL8YL3jD28EEkqxOE+ewi3e+3BuvnnIKaldabxmEys7ffnGOcxC93JrkQgg6xcEZRrdWX8krnoPrXJNGcTLs5Df5ILaSkgQwXDPzgxswWJwUewsV6G8/13fPioSH2zpWyY3onyHzyZq2eFs2QRIF+kDBrdp7Nylg4pS4s4rtgas+D9WA4v7ELK1OPPM1dvKpJUVaBk5eb0nzYfixZKKbkR67cbK8uFnHyUQGElTfrMWYutkTopKSb+viJQUOU+IWA5+tbF2Hp8GE8WZZbz7Qj1WMLYOU4Ex3ykUCUdpq5dQt+UjTEGnx1WjFnqxrNYWZSbjGD1pml0KHUp05wtFyTpc/MqGSZ3X8ndhC9wy6sx/KAL02s/yGT/gaRQD5aMnYNTcAwfC1VCZ+palvRVS9mLCupfvpH7OHdmdrPhlakD2y1qSA6E4q9gazidl2ZO/NGvnJT9KolHG/rSbeVd0qfCcBysY5g+Vdrnf7n0n1cxPuywGsNSt2fEyirTZMRqNk3rQKlL8zA524GDCztK9ra4yyzod5SmjotRWJTZZ0NO7qdJ31g7+Sdbhdznn1j9wEhj2Kdfnj1Gj3HqW5TEKF/W9OzC+eH3GOnSkJ19gjnSryjE/8PFObr0D13G306/885BH/VZFdl6fhPGNZMI3GNG69Ef2fL0CJ28TdG0TGLluW0M1ChK+LUF6Oh7M+a+G8YevVHZ2YfgI/0oSjz/XJyDbv9Qlv3tRJ9iEHViMK0X3Sex/Cg8TphTQRaid3Wj4ugr1J11Ha9Z6sgRx9lRzTDYV4TZflexriIr9b5YtyGoz6+Du+dUNOSes8ewBZs6XuPShMoSWSaGAz1V2ds3iEOGhYh+cZHVAy24PPgKF8ep4Ni7Ett6PeCoUVEJXxlZChUtRiHJzRDjSO9K2+j14ChplxSiaLEEDmXWrsUNeqo40P/vUwwoltxILMcMlLHXe8357o50UV9A7cNerNVX5d2lyTRp58XkZ1cYU1n6HJNe7szkHk+azClKF0VfotaWwUFfnVkVt3J+kzE1kwLZY9aa0R+38PRIN9z7VsDErQFLr1zAuq48cR5jaLRRG//DJp/zKvaECZXWdCTA2ZSUYcvIUKhIUcL2ZZ4H3f7slUmsd/PWsCKjr9Rl1nUvZqnLQdxZRjUzYF+R2URetwaiODG4NYvuJ1J+lAcnzCsgSzS7utXk3Lgn7NGXoq3fiMfhLMwxZp8+5fcY8dipL0UTo/Bd05Mu54dzb6QLDTPJWV2X3lTa1osHR42QZIkMsoWKUizaFVNNS5JWnmPbQA2Khl9jgY4+3mPu42bsQW+VnfQJPoJkaV1kjm5/Qpf9jZNkETC49SLuJ5ZnlMcJzJMXQcwBeqrupW/QIQwLRfPi4moGWlxm8JXzjCm+D331WVTcep5NxjVJCtyDWevRfNzylCOGyj+wNxTcWwuq3MdfHULhLor4RizD1ySTdb1HiSHq86nj7slUDTme7zGkxaaOXLs0DtndXVBfUJvDXmvRV33HpclNaOc1mWfnyjBGVXrO7lcZndrnKtTi4vgQcwyD8hvoHeqOWXE5ChV+x6Eeme0/3bkxRJ35ddzxnKqB3PM9GLbYRMdrl5hQ+dNGW/DyMN/IffQuulUczZW6s7juNQvJVj2KZgb7KDLbj+vWVaTvV/GxRMd9IOaYAeU39CbU3YzicoX4eKIfqlL30v2ojC6c+nlVmp1d1FlQ+zBea/VRfXeJyU3a4TX5GefKjEbVoT9/nxog+RyKPYaBsj16r09RqG8mnw05uZ92v5HJ2plAfkpXIfcFb0+RMiOJ3O8f9A+u/ZOXSwJXx1djsOJxbHy7sMfkFa4SC+XtgR5UWKPL88s92aSlia99BIf0iqS2+Za9OqWx7+GLhVMLTo0N4aSx5OQdEgnyOM37RvrUcutNpT0mvHJNXZxvD9Cjwhp0n19lXLkw9hu0xWPYNpSnT6XcsYtMVZMjepc+GseVUP+3NpsuzEY9wQ3LvnsJCwqmibs31lUipN4Xe8aMKmPksT9iR9+G5ZH/x5+70ZVpVL3EJztPkfuDpi9xNpHMMeG6FbXMS/HYd1qK3O80fMnpQcWlZ0KKTO7E8OVp0l8i+dIgtd3rtTOR+1B2vmyMhq89kUe6I6EaR/Dla1CvHTVLSGMjw6N5Gpnc05I34ySb5bspR9HS9MU+4hBp4dqLTml7eoRcpOK4hjipNsH3VkMcz05D3Uu63Kuu1+PZn0P4TCPpCQszzYMQLlYYnkmsz1FisAbHldT5t/YmLsxWJ8HNkr57wwgKbkLgFWsI249BWw+GbVNm+tRyHLs4FTW5rMi99HgcMvr+HFPkfv8g/nHtn/LBkXB1PNUGK3J8ni9d9knPWYvzvam005CXpwelcQFeb9Sm+qmxhJw0lpy8J6+CIA9Ov2+Efi03elfag8kr19QveG850KMCa3Sfc3VcOcL2G9DWYxjblKcztdwxLk5VQy5F7g9i+tIZSaomcN2qFualXHGRN0DT156IQ3qpeQNv9+pQ2r4HITcnUOGX2MeyN8lfQu4HZJLze0pjVmUM8vZHsOvbkPLy/+B/N5rKDT6yQkMDX/tIjnRP3dfjgknZgprexDSTnL3YbGqq3K+nTvJxe6wj+sXW0CfSm+HFIenJwm/sP15oTK3CGHl7jtj1pWF5ef7xv0t05UZ83qazF9p8cXV+knt9jeMoqf9L7U0XmK2egJtlX/aGBRHcxJ0r1lWk71epUYh11KfYmj5Eeg9P2R9jDvbK5DPhIs2mpn5eTXJEQ8MX+8gjpKXhZa5Rj6Y3B6CSTbnP0f3US4Op0tZOo+p8sor8kIBC7vNDlH54jDHs61acSXEW9K4lR0KEP2fOyjDFyxUV65IMDtSmVSVZPsa9ITAgEUMHT9Z1vY1pyQnUeeTPbNVPpyuJ+E6pinbEPPq7LKP0hQBsNWX4x3sv+66+Jgk5anYbi45PH4oPDkS7VSVkP8bxJjCAREMHPNf1pGzoZvS6+DHn9mrK2DbH6P0W7ixtQlyy3HuaMuXlJqLWX2DSQ0v6X+uKxuGVlD3tzRSFrVLvk0/6B88V45m8+gi33v1G677jWbZiAm2Sy3hS/r6WcMLXo612jUthm3HsrYjxZQ1ql5VJuVqmmC7LvVaj/+n7TLLcKxpzWaM2kktkKKa7HK/VHTiWQe4/t/uieyZy/4I55ysyUj2QBzbVU39ZSAtu0t/S2NTlQv8SmdwTz9Uhks3y356LKDmhDo/8Z5MWLl+mVNXm3eHHdF7dgrNDz9LtgA6r6xzmdLNNNJdycq/0+zmq1S5H8lTl61txfEdVZillkgfvDvOyk20mse7EqR4aeJpO4eWmKNZfmMRDy/5c66rB4ZVl8bsyhb8369HFbw63V5fBtrkR77fcYWmTuO+f3GcSD2ejRt+dY8y+bhSfFIdF71rIJUTgf+YsMlO8cFWxpmQmOavo1BtF48to1C6bwgWZYuguv4CxS00Glb5AgK0mMv94s3ffVV4ngVzNbozV8aFP8cEEareikuxH4t4EEpBoiIPnOnqWDWWzXhf85txmdRlbmhu9Z8udpTSJzyj3EL5eG7VrUzmQ0I8JdR7hP1v1c94k+k6hqvY7DoduoZV4cPqrXfLXkPvMct6IfzxXMH7yao7cesdvrfsyftkKJjS9i2mJkagHPsCmeoZT85iD9MwkZ3UfmX9T7uPc+n9j/wllk9oVVoyfzOojt3j3W2v6jl/Giglt+LxN//Bn3M/XQP6Se09Mp7xkU9R6Lkx6iGX/a3TVOMzKsqe5MkVB+n6VWlP1tdz3zOQzQZdH5qmfV70XUWKkOoEPbPg6DXtmT+6T/s7h/XQTalekrJ025b76zP75si5tRELuf+bo5NjYkuVeiVX19zNfuzAKxVXQat6EKsVjONirIlv1/mJn52fsG2OOUwsHPBa3o1TiLcZV6o6c20vsG356LDOO84OVsah8gkFOfXmxMYTtHRUIvbQLB+8QAvfNwnfkOzzKmlJxqx5/7ezMs31jMHdqgYPHYtqVSuLRitaoLwqjkXppiHzEzfDe/PlkG60P6qNxcTxejVcyMGIF1k9mcdfKhmjjsSifvkRfx7ZS7ttCs5c+/KNcH3UlWaKfXWLPtIHMSLDnxeE+qaesX8t9ov9c6veIxO/R4hw9uf/crr82BhU20uuVO0NSjsBjONSrLFsNQrD30UQ76iihW1oi8bEkXl73JFxNm2I7pc1xMyozK2dyTyuiJkvKct4O3USl7nK4vbQnLVznGaxsQZW7PtSd2YSzFj5sbujK4HarqGWlxUGPTl+V5Xx1cv+tPKhyF986kzKJdTS79DW4ON6LxisHErHCmiez7mJlE43xWGX8vPuyorU6i8IaIUmFm4T3/pMn21pz8LtlOZmd3Df67hyT5V5pVX32z9emsEJxVLSa06RK8ZTTJuk5m1yZJe3kPomH87Ro+mIjIds7ohB6iV0O3oQE7mOW70jeeZTFtOJW9P7aSedn+xhj7kQLBw8WtytF0qMVtFZfRFgjdUoTyaOb4fT+8wnb2hzLcHKfiP/c+vSI3MbhhN50l3PjpX3Dzw9Jx50fjLJFFe4GL6Rmwa1u+M+74C8j91LWte/WZvj8o0x9dSVko59xac80Bs5IwP7pPC5pahN1NJQtLVO/ESa95LpnOGrNfBlaSXrOppUCST+5T7w1LvP95/ZNhsS8Qbm+Okqy0Ty7tIdpA2eQYP+Cw30y+cX0P0f957kxf8n9RcZ7NWblwAhWWD9h1l0rbKKNGat8Gu++jtL3Kx3JCZi0k3vpe2naYdTbUduprB3F0dAtpKXhdTzD1WgRNByVjb145Z76C3LMIXqV3YrBa2eQUpaT0/vp7ZtDiHkjZe28OEx+Slch9z/PXpCLI8lYlvOpq2S5r5RWlhPpwUjN3ry0C+TEoDL8NakGXR6twu+oUcppcNLz3XSttZDWt/wxOdKYNpencMd1CFVT3D8Mx14qrO76hnNlTb/4WS4Sj5Ga9H5pR+Cxxmxq3p+EXX+xuIE8JIWwRa8xZ8x92RM7EI2LEwha9IDfex0lqWxH1jv3ZHdjS5RdthBtYCrlvrssvN+J3hFbuLumVUqZRYzbYNSXa3Pv7DCUpJ7cv+XCmMYMlXXg8bpGOSj3X7RrX4oZGh14tf4hu/VKQbQ3o2oaInv0Bfbyk6mmE8Lmh4foWQb41xmDSoMp634BlQlmUtkcVLORfo/HC8y3lpDUMK56z6QaXXi0yo+jRsmnu0k8392VWgtbcytwOr79JeK7VVeB0KODaTvClYj2G3h9JH3N/VdyTzw3M82DQKbf6yM91icMcOuhwcUJQSx68Du9jiZRtuN6nHvuprGlMj7bomnaP4Fdfy1Gkgpb0Gt8BnPfPcSafq/m/tty/605ZizL+bwS0v2U/EXOnhhEKSfpZTmJ/gto0OYyU+64MkSyCAhz7IXK6q68OVc2XYlDpMdINHu/xC7wGI03Nad/wi7+WtwAeZII2aJH4zPm+O79yOAvy3LeXmBM46HIOgSysvB0anR5xCq/oxhJFiO7u9ZiYetbBC6oI96KJGX3/JXkPmPOhyy4T8PeEWy5u4ZWko2RwerL0b53igbzq6ETspmHh3oi2YIMqDS4LB5POrG0WlopWVrOnsD46bdP7om/mfn+42+MY5PeRGy5yxrJYHAbrM5y7XucHSbZpQviX36T+wlBi3jwey+OJpWl43pneu5ujKWyC9uiDaTvV0dNSH7a59tlOV/upcY8TT25j1oVw4RqOoRsfsghyQchzgaVGFzWg7/Hu1CvwyvWP9yN5ONzFDUNZTn6YjmBPTN+NiTiN69pju6n/saONJG6ds6Sn9JVyH1B3FW+mlMW5T75EcfzI6nV4wXLg08yUMmPP0y6M/taaeqqy/Pk3lta2J1k/wgtCiUEs2+kMdPPf6RmjeK8DgwivoEl6zbPRftShpr7qPOMrNWDZyMH8tBZheM356OV+mNA+AEDNLd05NHg0yly/3BbXTa3+40tXfy5OzuOWQ0sKWXbil3zS3JMyn2hR+syu4cZe+K0aFQhhqDgQpjucmZWq09V0DEc6FGcgbdqo6kMCXHvUahvxe49E2hSPOarshxQoNXss2wfkPyGgNQHatOVgQAKrZh9dh0yQzNrN4mQoyNoYbiDd5UrIx/ygsJ9HfDaa0o12UiuLtBBx+4lGo1VeHMnkLLjjnG6tyttR5WQPsfzQ6Te476kLYGpZTlR6+sQe+8PTLrP5lrpuqjLP+He2xbYndzPCK0EDiWXrKTIfeHkV1dwZFBjzN6vJPro9+Q+efe+l2keJGSsr0yN9YvlPhjub4/XhIdsq7uZdr9toYv/XWbHzaKBZSl2tN7FqBLHuDlfK1VMwzlgoMmWjp4MdqnN6MB61CqVXAQjR9VBOzgxpeF34yE35vtzzJrcpyyElJx9sTyYQ4UsKfllWU5KCszm7HYj3u4bifH083ysWYPirwMJim+A5brNzNW+lKHmPorzI2vR49lIBj50RuX4TeanLQIMNLfQ8eIw3DTNuFVbE2USiHuvQH2r3eyZ0ITixHLvDxO6z75G6brqyD+5x9sWdpzcPwItUZIjdRf/teQ+47rW5fzsHpjtiUOrUQVigoIpZLoL51mtUIy8ygIdHexeatBY5Q13Assy7pg7S1q60StdzX1qzr5Yjv+ss1TrmvwQr/ST+5QT3Ez3n0KEn59ND7M9xGk1okJMEMGFTNnlPIvP23QB/BzOd3L/cBt1N7fjty1d8L87m7hZDbAsZUvrXfMpcUzKfnXjHOOqyH5H7r/cS/2ZdbYaXZMPo9bXIfLqAnR07Hip0RiVN3cILDuOY+5L6FQqhKMjWmC44x2VK8sT8qIwfR282GtaDgddxfSfDQMmUmvHKunj+8/7aXjmaycf5amQ+3wUrLwaanzEM578I0cFNVVKZXhxelLsa56+eE/palVQyrP3miURHfqEF5FFUa2hguLPUqIQ9y+PH4aSVK4GauU+FfFLopgUHULw02hKVatOhWJZG3DW7okn4tkT/pGrgJpqqRw90f1WHuRVbv4U/SbF8vrpC96XrkaV3F4E8RE8e/IPchXUUM24GH8KGD/PIAqq3GeHcFJ0KE9eRFJUtQYq6TbGJKJDgnkaXYpq1SuQxS0oC11/Y/9Jiib0yQsii6pSQ0UxX9UvZ2HiX12Sb+T+v0wup+5JiiYk+CnRpapRvUKxdDkR9+9jHoYmUa6GGhk+PnOqd/jGfpr52sm57nOzJSH3uUlXtC0ICAKCgCCQJwSE3OcJdtFpKgEh9yIV8pKAkPu8pC/6FgQEAUFAEMgVAkLucwWraDSLBITcZxGUuCxXCAi5zxWsolFBQBAQBASBvCQg5D4v6Yu+hdyLHMhLAkLu85K+6FsQEAQEAUEgVwjUqlWL4OBgrKyscqX9vGg0KiqKV69eUbNmTWRls/asTl6MM7t9BgUFUalSJRQVP70IIbst/HzX29vbIy8vz9ixY3++wf3HEYWHhxMWFkayOBaUv/j4eJ48eULVqlUpXFjKv4qeTyeanH8TJ05k1apVeTYDmY8fP37Myd4rVqzIrFmzGDduXE42K9oSBAQBQUAQyCcEypQpkyIi4k8QEAQEgV+RgJ6eHqdPn86zqQu5zzP0omNBQBAQBAomgYJYljN//nxsbGx4/fo1yWUfBeEvISEBBQUFpkyZwvLlywvClFLmUBDLcgwMDHB2diYxMbHAxMnNzY1kCT506BBGRkYFZl6iLKfAhFJMRBAQBAQBQeATASH3+SMXhNznjzglj1LIff6JlZD7/BMrMVJBQBAQBASBLBIQcp9FUHl8mZD7PA5ANroXcp8NWHl8qZD7PA6A6F4QEAQEAUEg5wkIuc95prnRopD73KCaO20Kuc8drrnRqpD73KAq2hQEBAFBQBDIUwLZlfuEJ67YLdzKpVeF0DK0Zt6wppQmDE/bYUxyCKRU13nsWGVEtdR/iTv8/GLsnppgO0QNOZIIObuEyUtO8bJUayztFmOsXkjK/MM5v9iOpya2DFHL8M99Z4FWtmvuE57gareQrZdeUUjLEOt5w2haGsI8bRk2yYHAUl2Zt2MVRmmTYrHdU0xsh6CWeJeNo21we5OUOjJ5NAevw66PylcjTc8iCxP54pKclft4zs/VY+qpd4AMCiUr07z/NOZbtEBJ9jXbDE15u/QMw57bYDjpFMoWO3AcWy97A87i1dmtuZeaf2Ge2A6bhENgKbrO28Eqo2p8+ofg0zFPCuHsksksOfWSUq0tsVtsjPT0O58W3+ynX/bLcqTmX+ZrivC08VX23choGzfS0k+Twets6aOS8S1RP7amcrbm/hv59+82DE3fsvTMMJ7bGDLplDIWO/Yztt6niGYxsbJ4mZD7LIISlwkCgoAgIAjkHwLZkvukp6zX1efKoIMs137NhoFjCV94m6UR/Sg3qQYuZ0y4Y96OHb0fcM+6FH4OM7CYsIl3lrfxtW2IfMxxjKovovYxJ4yCJtF1Y2u8r0yh2pceEnEPhxkWTNj0Dsvbvtg2zP6HevbkPomn63XRvzKIg8u1eb1hIGPDF3J7aQT9yk2ihssZTO6Y025Hbx7cs6aUnwMzLCaw6Z0lt31taSj7kksHXfGP/Aixd1hndYy254LZ1OnL11VGcC8ji2ymSM7KfQwHeqqyt28QhwwLEf3iIqsHWnB58BUujqvKy7t3SKhVn5czGrKowWVOmZfO5mizfnm25F5q/l2is/1vTKrhwhmTO5i320HvB/ewrvruK+bxx42ovqg2x5yMCJrUlY2tvbkypRrp0y9DfLOfftmUe+n5d6mzPb99taaq8u5e+vHVD73EQVd/JOm3DqtjbTkXvIn06ffjaypn5f4b+WdZhLt3EqhV/yUzGi6iweVT5GL6pbyudPjw4UyfPj3rSZvDV4q35eQwUNGcICAICAK/OoHsyX0E972CUWzTlMpyUZwY3IT9Pa4yzEmFic1fcW+yMnEuvVGcr0OYd202zwiikcoxJocv5Waq3Juor6Wd158MeDSaptNq4HZtOmpf2FWcxwpmBDVC5dhkwpfe/L/IfcR9L4IV29C0shxRJwbTZH8Prg5zQmVic17dm4xynAu9FeejE+ZN7c0zCGqkwrHJ4Sy9aUvad49YvMZqMqTwIfxWtiDdm8DjPFiRkUU2Ey835P6g6UucTYqljCThuhW1zEvx2HcEs39TJ8R2GkET5/FX6e7MOXCcac3/g+VmYY7Zk3sp+ae7ko/mM2j+6h6TleNw6a3IfJ0wbg678RXz+OMmqK9th9efA3g0uinTarhxbbraF3Ifh8eKzOKbhcmkXpK9spwkvs4/XVZ+NGdGxjV1cxg3MhtfrBdjNYdQ+JAfK1ukfw99Tqyp3JB7qfnnlshv6iHYTgti4ry/KN19DgeOTyOX0k/IfdbTWlwpCAgCgoAgkF8IZEvuP08qgUf7zTFYX40N7tN42L0Uu0dGcbZ/ERJujqKMYTl8Hi+kqiy83apH+8d2ErknHLcxTdDf/o7icQm03XabkxbV+bry4S1b9drz2O7/IfdpkUp4tB9zg/VU2+DOtIfdKbV7JFFn+1Mk4SajyhhSzucxCyWTQq/9Y+y+kPukJytp1uQqcx8d5vdS0qOfnkX2MiS35Z7w9WirXePSG1usy1ThjXs0g3c2ZU3bGxztXzx7g83G1dmSe2n5d7wWMyvtZmTUWfoXSeDmqDIYlvPh6cKqKVenYx7uxpgm+mx/V5y4hLZsu30Si+pS6m6kxDcbU8rmyb20/DtOrZmVMl1TX+dfEk9WNqPJ1bk8Ovw70tPvx9ZUbsv9p/zzvKtCmSpvcI8ezM6ma2h74yi5mH5C7rOT2OJaQUAQEAQEgfxBINtynxTB5RX9GeHSkNWOi9GpGI+jniJrjd/iNbQ48V5DKGWhwbPAGZTLIFdcHofm2LIcvzwPrbcH6dtsNx0nwtRJZ4hTaMTcG9exaZB8QvxjIpK9spzkOCURcXkF/Ue40HC1I4t1KhLvqIfiWmPeeg2leLwXQ0pZoPEskBmSSWWQ+0R8p9WkW7wTT1Y3Qe7fLXRTHcmZOAUazb3BXzYNvhbNbKZHbst9ov9c6veIxC940s8t9xnzr7QTeoprMX7rxdDi8XgNKYWFxjMCUwL1pdzX5fo4TcaWPc7leVq8PdiXZrt74tHHkbojM+Tf/13uM+ZfaZy+saa+yr9EX6bV7Ea80xNWN5EDqfn3Y2sqt+X+U/7d81QQcp/NveGry8W/UPujBMX9goAgIAjkbwLZk/t4fFZ0w+yKEXv3jKRuSkVHEg/nVKdpyGFCtzYldFldtG6v482BzimlKV+enCa4mKJm35HbZ4dRPuEqE9THoep5DevKGR/++zERya7cx/usoJvZFYz27mGkZFIkPZxD9aYhHA7dStPQZdTVus26NwfoLJlUerlPesKCum144/CYnE1CRQAAIABJREFUtU2lPSAsyZGf9+T+LRfGNGaorAOP11T5ieVeSv4lPWRO9aaEHA5la9NQltXV4va6NxxICdSXzDU5Y6qGfcfbnB1WnoSrE1Afp4rnNWu+Tr+vf5nJzirPXlkOfJ1/315TGfMv6ckC6rZ5g8PjtWSefj+2pnJX7tPy76G1s5D77CSbtGuF3P8oQXG/ICAICAL5m0C25D7SESNVY04qlKdkSgl2Ibqs8mVPFzdM1I25oFqNyMeVWHLbEytNSY12OqGNv8vKbr1YH1mL6u+DeN32D87+0ZMKGd3+/3pyH4mjkSrGJxUoL5kUhbqswndPF9xM1DG+oEq1yMdUWnIbTytNyVtYMsp97BF6l9+EYYg7gyTfDaT+/VRy36M4A2/VRlMZEuLeo1Dfit17JtCk6POv5d7wJqaFu6F48x2bm+Rs7X22ynKk5p8PqxRGom58AdVqkTyutITbnlakpl+6/Eu6u5JuvdYTWas674Ne0/aPs/zRs0K6B2pTk/arsqvsrPLsyb30/PNZpcDITNZUxvyLPdKb8psMCXEfRObp95PJfSb51yjM+iu5N7xpSuFuitx8t5kcTj9RlpOdxBbXCgKCgCAgCOQPAtmS+29NKSGcp8FhKFZXo0z65/ky3JVAxLOH/Fu4MmoVvmHCP4Avuyf3mXeVQPjTYMIUq6P27Un9wGizdmvOluVkrc//x1XZkvtvDCgh/CnBYYpUVyuT/mHmjPckRPDs4b8UrqxGLqXff665/2p6WV5TuR+pnD25z/3xZrUH8bacrJIS1wkCgoAgIAjkGwI5Jvc/0YxzTu5/nkkJuf95YvG9kWTv5P57rf0c/1/Ife7FQbwKM/fYipYFAUFAEPglCQi5zx9hF3KfP+KUPEoh9/knVuLkPv/ESoxUEBAEBAFBIIsEhNxnEVQeXybkPo8DkI3uhdxnA1YeX1og5V5RUZHffvuNrl275jFe0b0gIAgIAoJAXhDYvHkz8fHxjBs3Li+6z5U+z5w5w4MHDxg6dCjJn3MF4S8xMZENGzZQvXp1evToURCmlDKHdevWIS8vj6WlZYGZ0759+wgLCytQa8rf359z587Rpk0bGjduXGBilZx/EydOZNWqVXk2pxwvy5GVleXjx495NiHRsSAgCAgCgoAgIAgIAoKAIJBXBPT09Dh9+nRedU+Oy714FWaexVJ0LAgIAoLAT0FAlOX8FGH47iBEWc53Ef00F4iynJ8mFN8dSIEsyxFy/924iwsEAUFAECjQBITc54/wCrnPH3FKHqWQ+/wTKyH3+SdWYqSCgCAgCAgCWSQg5D6LoPL4MiH3eRyAbHQv5D4bsPL4UiH3eRwA0b0gIAgIAoJAzhMQcp/zTHOjRSH3uUE1d9oUcp87XHOj1YIv93HnmGdgh3c8yMrKU6S0Gl3HzWN0Mz8WG9lyMeYjMjKyyBUpTbW25sycrEtlOSDKl30L5rH5bCBhsuWp3200c2f0RTP5Hx6MDeTIkgVsPOXDq7jiVG9tyoyFY2hb7gMXFhphezGGjzIyyMoVoXS1tpjPnIxuSqOQ4LMBC+sTKPSzZ7OFJin/NcadeUbLuZKkxbBtqzCqFI3bvIGsuvIBTfPNrDGpnHwnPhsssD6hQD/7zVhoStpLfH4G2+nLcL4bSqJyHbpPtGNunxoU+pwtcZybZ4CdBADyRUqj1nUc80Y3w2/xN8aa6fzjuLDQmCWXYvj0yLJs6a6c2dOY+X2Xcjku7UFmGcWOzDk4g1ah0scY7zodg/WFmXbchs4fMuMt6W/pQx2WbB5Dw8LxXF0xCLuYURyf2zFTpvHeSxmw5F8G7bbj9zJp/wZ8nMd8+i69TNowZVDsOIeD1lXxsJ3OMue7hCYqU6f7ROzm9qFGGsjcWH+iTUFAEMglAkLucwlsDjcr5D6HgeZic0LucxFuDjdd8OU+Zg+/lx6Mv/5UBtT7wP2T23F61YPDd3uwv5YZvjqTMalfmA+vLrBrlw8tdwZztP87thu0xPKaBsMmD6SRzG12L9/Os677ub6zHVeGt8DEVYUhk4fSovA9dtlt5H6rrdw5YsTFfuUx89Vhskl9Cn94xYVdu/BpuZPgowMpQxye4+vQed1D0JyK191ltEyWx8hd9Co3jFMJivTa9Zij/W4yqlZ3tr2Cpgt9uDpDE+I8GV+nM5Jbvbi7rCWFeMvhAbUw9+vG3HFtif9zBYvOVGGFjxtjqn0S2hj2/F6awf76TB1Qjw/3T7Ld6RU9Dt+lx/5a0sd6uA3HM5v/bn3OG1Vg8L3kOdZL+RIho9iI+WOi6FNmKP7dpmBST2LEMkXrYTRFBz8z6WMc4NYV5bHFcQizJ35gJrxT+zM9Jkf75Vdwn1SdU0OqYhq5msgjAyATprHHBqLa/xXzH55lnGqa3Mfs7UOZof50m2KCZJgyFK1nxPCPi6ht7ke3ueNoG/8nKxadocoKH9zGVCPt7hxefaI5QUAQyDUCQu5zDW2ONizkPkdx5mpjQu5zFW+ONv6LyL0Fsev/xm1EGd7uNUB16Etm3RjPzbbmRK9+xZnhZUh8tZWemmN4O+c+53seQrvBCn7bHsjhgeWQJYmXm/TRnPSBxed/50SnuRRZc58Tw1Qk/+/8XtyiGtG7uxpu/cozJHo1r84Mp0ziK7b21GTM2zncvzgVtfcnMdc0IVCvH2/3eNDq+H22disukfsK03isJk948834jbqCts5xZMo9pqj5XylyH3XSHE2TQPT6vWWPRyuO399Kt+L/4tBHjdGP+mC3aAw9G8rhc+kJFTr9TvOK6eXeInY9f7uNoMzbvRioDuXlrBtY3Wwrday+Wz4wqLH0+S8JdKbMRBWGhttwZ29/SiGDfImylJM9SJ8yFrxbfJe9/UtJ5L5IKcorvWdvJmOs5SyR+13XW7Ch5bf7G+yagEzxjqy9fhiVBTXS5D5KOtNvyr3FOxbf3YtkmDIUKVWeJCdD1EY/oo/dIsb0bIiczyWeVOjE780rCrnP0S1HNCYI/H8ICLn//3D+0V6E3P8owf/f/ULu/3+sf7SnX0TuzbjWoBetVWMI9j5PQEVrPC/WY0XlAZxILEFRhSTi38dTvJ4FW5z/oIffKNR+v475tZssaCifwjj+0kTqdDlF99W6uE48Sx/POyxrGsT2CQs5808SKDRm9NYJhJiVZ8CJREoUVSAp/j3xxethscWZPwwrE36gHxoj3rLw3mrCjZuwquoughxNUE6R+9mUGNwUN4/qrBt6k5EuWhhH7eGecbLcl+NAPw1GvF3IvdXhGDdZRdVdQTiaKBPru4MxFrPZfyOE+CIqNBuwiO3rh1KnyKfUkJzcm11rQK/WqsQEe3M+oCLWnhept6Ky1LGuKr6QWpnMv5fHNZqurozpkajUshwF6s7w5t7sQPqUMeN4bFpZTqGuG3l+ehQl/aWPsdLuLilyv/1wBeYaS+ct6a8K4xlNXz97jtfZwMLiM5gYJTm5/zcTpsW+dXJvdpy0YRai68bnnB7yD7vGWDB7/w1C4oug0mwAi7avZ2gayB9da+J+QUAQ+D8SEHL/f4T9A10Juf8BeP/nW4Xc/5+B/0B3v4jcD8ankyUGdRVRrNgA/UHGtCjhiGH5wbwYuZexxbYwbc1LdLecYptJdRKvWtOw/QHaOj9gi57EkiMP96f6wGDGO/2Oa9+1qB98xJ5eoRyz24znVWf+cK/JppDDFLMoz+AXI9k7thhbpq3hpe4WTm0zobrMS7Z018Tyuhrdumjw4d4Zzj5vyR/+pxlV2iFF7stvmMijcVsIrxZCov46ermP4my/v7hsdpHumpZcV+tGF40P3Dtzluct/8Df1ZB3F68RUa0LDRR8OX90FVOnnUJr6yOODlJOTYvUshyfTlga1EVRsSIN9Adh3KIEjobSx6p6I/P5W932QG1upayf3JeK5v4F6WPcHmOUIvc73DVYriudt6Q/VSYUd+BuP1faGLoi+1skoQ03E3m4faZMh9w0y7ws56uT+7IkPL7ItYhqdGmggO/5o6yaOo1TWlt5dHQQn0j+wDoTtwoCgsD/mYCQ+/8z8P/YnZD7/wguD24Tcp8H0P9jl7+I3KeV5XzmFHMAw/JDJGU5FomcGN6SvkeqsvSKOxOrX2Fyoy7sUJrAru2TaZHoyeLBw9guMwlvbyPcO7dgcewQtmyfScdSTzhtY86wAzU+y72kLMeCxBPDadn3CFWXXuFMT1e61FvAu26mtFWRhaQXeDq4oTjnNt5jrtGnwmwqHj6Kyuy2LLhXnuHOR1GZ0wG3fjfYqzCKegve0c20LZJbPXFwU2TOjTVEmrZj2292uOwcQsX7y+nXfR3l1j3ipHm5dHL/uSwnDQAHDD+VEKUfq7vlG6ZlNv+r1gSYVGBo9Cpenh5Omc8/EOxNKct5Y+3G6p6p/yy6XAkqa0SytmUbqWN0+NBfUnMfOoU7bTLhndJfRSYU38OznS04MagpA/a/oojBXt4ufUWHTJie01hMFZMHjDixHsMyMoAcJarUofKfxpSxeIO122rShqlCrEM3Omz7DTuXnQypeJ/l/bqzrtw6Hp005xPJ/7jGxG2CgCCQBwSE3OcB9P/QpZD7/wAtj24Rcp9H4P9Dt0LuU2vuk16fYHjzvhxTX8ONU5aUv72eEUPncsQvnA8oULaRKUt3b8S8bhHigw4w0cKanZdf8v4jFCnfEH3LxdjPbo+X0Rc190mvOTG8OX2P1WSq6WuWH67LwYC9GJROjlQYjiYaDPQx59Kl2iyuPJuKR/0wPlEfvf1N2PlgLg90W+NmsB/dI0ZsrnOQgL0GSG51xERjID7mnrh1cGaA+Wq8Q+KTn2Clsu48DjpOo1WJz9adUpbzbbkfTpnPY1VnzY1TDAzfmMn8kzjQNzO5T1+Wg4I2KwLPMTBgDn2ljFFzv6Qsx+GtM739M+Od3F+q3O/+nULPdmHYbBjubXfiXXcVzTbXkcr07PyX9Om/j7CkTxwK0X71A1zKTqBcurIcUNBewf2DWmw1Nme1dwjxyQ/ZVtZl3kFHpqWB/A/LS9wiCAgCeUVAyH1ekc9ev0Lus8crL68Wcp+X9LPXd8GX++zxyHB1HOHPnvOvTFmqVC79xeslky9LJOb1/9g797icz/6BvzvIofZESdQc0hTxODYeNsYmEnoi684comyxmFaE4WEih1Bzmskcak5FaBmmRTRmT5ZDY5FDhkdYBx2o3e5+r7ty2upZPb+ubuX6/sn1va7r8/58r+/97ro/9/d7g//k1qVJs0bU0+QjVZRZ3EpNI9/AnOam+pX4A9D/Fn8FwZZrjpU4XgWnV9xcSdatVNLyDTBvboq+JnP6P81fniQJSAKPCUi5rx7XgpT76pEn9Syl3FefXEm5rz65kjOVBCQBSUASKCcBKfflBKXhZlLuNZyACgwv5b4CsDTcVMq9hhMgh5cEJAFJQBKofAJS7iufqYgepdyLoCqmTyn3YriK6FXKvQiqsk9JQBKQBCQBjRKQcq9R/OUeXMp9uVFpvKGUe42noNwTqJFyr6+vj7m5OXZ2duUGIRtKApKAJCAJ1BwCISEh/P7773z44Yc1Jqhvv/2WlJQU3NzcUH/O1YRDpVKxdu1amjdvzsCBA2tCSEUxrFmzBh0dHTw9PWtMTNu2bSMjI6NGrakLFy5w+PBhunfvTqdOnWpMrtTXn7e3N0FBQRqLSauwsPDpm48qYRra2tpUcpeVMCvZhSQgCUgCkoAkIAlIApKAJCCewIABA/jmm2/ED1TGCJUu940bN2bmzJlMmjRJY0HJgSUBSUASkAQ0R0CW5WiOfUVGlmU5FaGl2bayLEez/Csyeo0sy5FyX5FLQLaVBCQBSaDmEZByXz1yKuW+euRJPUsp99UnV1Luq0+u5EwlAUlAEpAEyklAyn05QWm4mZR7DSegAsNLua8ALA03lXKv4QTI4SUBSUASkAQqn4CU+8pnKqJHKfciqIrpU8q9GK4ien055D7vLBu8vVh88DoPtY3o8kEQa6f1ppE2PPx5M94T/Pn6ipLaDVozZPYKAlysqJ1/iE8GfMqtEaF86dESHTX9ghMEOE/n5uidBJmuwsEnmownPwXWwtR5NVG+D5ln783edBVoaaFbxxjrgdNZNtOOJtqQd3YD3l6LOXj9IdpGXfggaC3TehtxMdABv3ohRHk1V0+Kzd4T8P/6CsraDWg9ZDYrAlywql1yCah+ZcdHk0gc8CWLBhoX/eOjq6F8OOM/uG+YRrd6xe3y4+ah2GRKQIgnNrrqF7CeYdX4KNqtnoZ2gAM+0Rk8nb4pzquj+KSbLvkpu/jUbwl7L9zn90ID2o9ezJrpb/93XuoBy+BsdDEQB796hOzxorn2Q37e7M0E/6+5oqxNg9ZDmL0iABd1cKo0YhdOZPbOFPIK9TCzm8qKhcOwVM+96FDyy2NO464xT7EJ04AQPIuD48yq8UTZ+GK8yollZ5TPrBddLN8PY9qDT5hWSsy+D+dh772X4pTpUsfYmoHTlzHTzohj8xRsMg0gxNOGYoSrGB/VjvWze5dAPkGAYh4PJkbg39egZMw8zm7wxmvxQa4/1MaoywcErZ1Gb6OLBDr4US9kD17Ntf/LtRdXemztVjO7t/oiyOdEgIJ5DyYS4d+XolHzDzFrTCKOYX50fcyr4ChzHHyIfnqRomXqzOqoT3j9t1gWTpzNzpQ8CvXMsJu6goXDLItilIckUBMIVI3cZ3B4wSJSXQMYY1n0KSH0mDt3Lp9++il3796lYcOGAsZKJy5gHD6hyRj2m8OG5S60EHxTqDK5zzjMgkWpuAaMoQpSVZQfY2NjkpOTBeQJ0uMCGOcTSrJhP+ZsWI6L6ERVRVlOehwB43wITTak35wNLHdpIfwz6eDBg9jb27Njxw5cXFwE5Krq15Q6iJov96qbbOxrxbw2EcSvcMD8/jF8u/Qi3vc63zsfZpDVTBqHHGat4jVUyWGM7vEhhetS2WUfxYDGH3Ki3Ux+jJ+JlQ7kx4zn9aFbqDPrZ460+Aiz9Y5cinShbtHloIW2Xl3qKcNxbLKRISm7eLcuFNw5yuz+w0lb8h/Cu+6gr9U82kTEs8LBnPvHfOnSKx7f63F0mV2XvgZJ5KwwJtTBipmNQzi8VsFrqmTCRvfgw8J1pO5yxqjk0suJm0Sn0TkEn97IQMNrfGH/NlGuh/navTnajxVzxzBMXQ/SYfEJjvi1Qzc/Fq9On9MzYTPa75mx3vESkS7Fs0dLG7269dDL+poRrSegWvYd60daUzfjJPPsHPje6wL7Bxwom9eQB2Vyjusym7p9DUjKXIHxVgesZjYm5PBaFK+pSA4bTY8PC1mXuouB/x6D1dy2HIqbirXOr4Q5d2Ntn5Mcm9y0JKYCfhhTu5jTkiSGmbpysMNiThzxo51uPrFenfi8ZwJbnArJ/z2P3UMbscYpjUOj9dHRKyRa8WqpMSvDHWmycQgpu96lLgXcOTqb/sPTWPKfUApGm+J6sAOLTxzBr50u+bFedPq8J+cjXIuw5US50WP+BR41Gk9slDum2ipubuyL1bw2RMSvwMH8Psd8u9Ar3pfrcV2YXbcvBkmZrDDeikNZ196AQ2XGFuFaTz0obj3mc+FRI8bHRuFuqg25mxjw2ndMuhaGw+M/AvPCcTJbj+OlSJ6mWY+69VQcGmPF3LaHiJtqjc6vYTh3W0ufk8eY3PTx1SPgHie7lASqkIBwuc88R+gMDyavvc+ExCQCOgq2YEC03OdEOmLi05LoA66cdu/FBqdLnPN7+pkiIn1VIfeZ50KZ4TGZtfcnkJgUQBWkSqzc50TiaOJDy+gDuJ52p9cGJy6d86O54Nu32J37HCIdTfBpGc0B19O499qA06Vz+AkOSrTca2JNvRRyr7oyB2vrJIKzdzGwTvGtKT/lOCdpS7Nt3WidFEzmDntK/ousr+yoHzyI23GGjLXeQwOr32iz9gizrJQcnDCMr9IvktLlEN+p5X6jMzf3j+K5pw3nbcfRLAzXW/t4r2gHPYttg0z5rH8qW++9iXVSMNm7BpaMl0/K8ZPw939wb1KxtN6fEolN6ySCM3dg/3RS2NUPZtDtBCabPr69ZnNkYifG5AWxp9sqXA6M5PCuUZg/s7jzdrjQcac5XZJO0TE8hmlW8c/J/Ubnm+wf9fyzku9+3hOLbyZy+2tF8Y6w+luBi7Hsf9ABm6g3sCmD163wdHqVyvnv/OPeJGqr5T59CpHtW5MUnMmOp8HxlV19ggfdJt56Ks28dAnetYhhHRuhe+c8Z3Kb0snilZKZPC/3Lh13Yt4liVMdw4mZZkV8idwXCTAPCXeox2dDsvn+fXWMeYQ7mVFazHnbHTELc+XWvvcoTtk2Bpl+Rv9fY2nk1ZGd5l1IOtWR8JhpWMU/K/fpbB36JrHj1mM0fSomu48y1SKVOdbWJAVns+vpBUdxmu8xqbZa7tOZEtm+7GvvaGMm/ZfY0rcO5c3Ycaw3ms5Uk90cnWqJTplyvxHnm/t5Ps0POTC6GV66wexaNIyOjXS5c/4MuU078QS1iE9x2ackUIUERMt9fuxSZlzsRJPdvmQsTqgBcp9PjMKQj7ve4pyvEfnRThjMtSM9wYvHd2AR6RMv9/nELp3BxU5N2O2bweKE6i/3+TEKDD/uyq1zvhjlR+NkMBe79AS8RCZK9M59fgwKw4/peuscvkb5RDsZMNcunQTBQYmVe82sqZdC7vNjhvOKpxXJlz7F4rm/avM5OPxvTG57hfOzzJ/sdj9KmkLznveJuNID/7/HMWLKTdbmrOKIz2UmDD9JP+sIljXcXyT3BorjWLdpiFbRznc9+gfGE9R7D4P13Uju2R0z7ULy7yXzyyNnQuOWUneyIZ5WyVz61OLJeMU3y6fS+tvg+fxtcluunJ/1VNQfJTGleU/uR6Sxrrve0/tr9hEmdujL6oIhbP/3DhTqup9nDrXcd4oZS8yAbdgFtSVi/+us7fp4594AxXFr2jQsmj1a9foTGB+Ikc+rjKp/hF8CWqN153u+2vIDd1Wg89o7WG3vhk8ZvLZszcZuYmmcoeCHMcVynzaY+UaTaXvlPLOe/BXyiKQpzel5P4KMtZbELf0I36BdnLr/Kj2GfcSSpZN5w+RxXH+Q+04xjI0ZwDa7INpG7Of1tV2Ldu7LlvvSYg6i957B6Lsl07O7GdqF+dxL/oVHzqHErXyHw66diBkbw4BtdgS1jWD/62vpWrJzr/rPF9j3/ZnZiUEYB3TF5cE6Ts/LYNQrnlglX+LT5y84NQjGFMl9GoPnG5V97V19h6BuZcTmksUX9n35eXYiQcYBdHV5wLrTi+mSX8bOvYGC49ZtKE6zFvX6BxIf5IDenTiWfuRL0K5T3H+1B8M+WsLSyW/wBLWIT3HZpyRQhQREy31xKFmE2L/F1UU1Qe5zCettyGbPHGKG10GZMB5jZxPOXvUXuiMsXu5LLrqsEOzfusqiGiD3uWG9MdzsSU7McOooExhv7IzJ2av4C97lFrpznxtGb8PNeObEMLyOkoTxxjibnCXVv7nQu4ZYudfMmnop5P5Rkg9Ne+YQmbaOf5R4sermj8RltMDgi78zWOcgN4M7FtfUq3f1D7th5NGMM2cs+ajNUT6K78yykZks9bvGzDPefJqrYKJRsdyXuXPfOAT7nzbyzvUteLnvpFtoLAt6GZDk05SeOZGkrfsHxVNRcfPHODIsu5PjW1yWkzV2LWYDdTh4M5iOTyeFm5EHzc6k4P/aswKv4sqCrvS7u4pfgv/xp9q0Yrn34OwXHdnn1ovlrbyx2R7L2yVlOX/exVZxeY4Ntjc+5/aXfaiVdoxNod9zO3kLM5PeJ+71BbiUweunPbn0eas0zpZ0z/EtLsv5bSxrmw1E5+BNgp8Gx2E3IzyaJfLTmDzuGLXHqoE2udePETZtJDOUwdyIGFLy7cif5d7j7Bd03OdGr+Wt8LbZTuzb/03uy965bxxiz08b3+H6Fi/cd3YjNHYBvQzz2OHSiRiPs3zRcR9uvZbTytuG7bFvcz7ChStLe2A1P51OVvUh+woJGU58e9mb/a16khOZxrqnFxw/xmVg2T0H36KynN8Yu7YZA8u69s6245MuMZQW246ua+hhNZ/0TlbUJ5srCRk4fXuN9T22l1GWU8rOvSqTy2fvYNTeigbauVw/Fsa0kTNQBt8gYkjNeOul0E8D2Xm1ICDlvqJpeki4vQErFFnEj9WnIH4Mhh7WXE+egUlFu6pAeyn3FYBV0vRhuD0GKxRkxY9FvyCeMYYeWF9PZobIRIneuX8Yjr3BChRZ8YzVLyB+jCEe1tdJFhyUWLnXzJp6KeSegn8zuYUdt7+4zI7B6h+f/sbeoWa4NYzlxge7aN33Cst/jsRFvZOs+pXN/Vrh3+MUydP+zWDro0y+OJ9L/3QkUtWQPqv2MnhzZyb8ldw/U5aTHetJa6ebLEqOQnHjY1rY3eaLyzsonspehpq50TD2Bu4hrxTXki9/gE/LvlxZ/jORLupvFFT8urkfrfx7cCp5Hm2f+82WimsL/4HdvVVcWNa1bLkP6U+ttEjc3vyAfZlvsSY1rKjmvrQSlUfn59HhjeNMOb2PMc2LB0tX16QH9ePWyit0KIvXrDx8yuLsHsIrRTX3y3ng15K+V5bzc6RL0TcTql8306+VPz1OnUcR3gWnzHWc+ax7UXlM3kE3rAJ7ci5mHA2KZlKa3IfQv1YakW5v8sG+TN5ak8qu/1dZTjaxnq1xurmI5Chnjqp37j3OEtK/FmmRbrz5wT4y31rD3fC/M8d2OMpNP7Gggy6obrPOvjMH3H9ixonO2N3+gss7BlOc5qGYuTUk9oY7Ia8U19wvf+BHy7JYTk9ieCe13P8xtivMu9CL4cpN/LSgA7qouL3Ons4H3EkKe8iIUmvuS5H7Rz8zp6MTmevO8Fn3ItIcdLMisOc5YsYVk5aHJFDdCUi5r2gGVVyebYHt7QjQLzkIAAAgAElEQVTSQmxJW9IOm8SV3Nv2Do9/xlPRHsvTXsp9eSg930Z1eTYWtreJSAvBNm0J7WwSWXlvG++ITJRouVddZraFLbcj0gixTWNJOxsSV95jm+CgxMq9ZtbUyyH3QPYP87CzW8RN6840uXea5IaT2H1oIW83eMi51a4MnHWS+u2s0L12jqxui/h66wfY/L4JB7XcX15Puy968eq6vpw/M4v8mR2eyP1zZTlAre6ziFmpjcdzNfc5HPZsxaAbgaR8/U9S59tht+gm1p2bcO90Mg0n7ebQwjdJfvxD0VVteXhuNa4DZ3GyfjusdK9xLqsbi77eygc2z5TklOz8l1fua6MibdcoOo9+wLK7X6H93vMlKlCL7rNi+PK9BqRs8UQx/TCFr7VE/24yFws6MGHlF/yrvzE/l8VLr2zObyaXlOVkrqKt8hyrXQcy62R92lnpcu1cFt0Wfc3WD2zQyzjMrEGjCcu3oZNpHhdT9BixaS8zuz+u/i9D7osetLOLUZ1H82DZXSLLlPvSY16p7fF8zX3OYTxbDeJG4FlGRjkQWyT3xU/z2TWqM6MfLCNr2r9pO/4VdifMxabkD66MbUNpva4PaVGvM8/OjkU3renc5B6nkxsyafchFr6ZXFKWk8mqtsqyrz3lDlwey/2zsS35Bot53ryyO4G5TwdlaOt19IkbRXSbiST/vRWG6hIcneaMWj2c+Dfee6Ysp+giZVbMlwxImsWg0WHk23TCNO8iKXoj2LR3Jk9QV/zzRp4hCbxQBKTcVzwdqrRwXK0UHDFvQfZVMxYmxuHdWuwPhaXcVzxP6s+icFcrFEfMaZF9FbOFicR5txb+ZBmhZTlqRwl3xUpxBPMW2Vw1W0hinDeCLz/Eyr1aG6p+Tb00cl/swbncTkkl17AFFqb1nq95L8jk+rU76JhaYm4o/nFmqtzbpKTmYtjCAtN6Zf28vYDM69e4o2OKpbnhk7Kh/+E28L+donrI3dQbPKjfgmYN/nBz/2+8/hvnZ2ZSkHmda3d0MLU053nkKnLTrnEjuy7mLZtgIPjX//8bnPKcpSL3dgqpuYa0sDCl7DRX7bX33MxVuaRdu0F2XXNaNjH4w+9AyhOjbCMJvLgEqkbuqzZ+0U/LKYpGmUFqSjoGFpYYC94JLhpOqaRWrVpMmTKFwMDAqgUqcDTRj8JUP/45IzWFdAMLLKsiUaJ37ktyocxIJSXdAAtLY6HfGD1OvWi518SaernkXuAill1LApKAJCAJvFgEpNy/WPkoazZS7qtHntSzFLtzrxkOVSL3Ggit5j/nXgNQ5ZCSgCQgCUgCmiUg5V6z/Ms7upT78pLSfDsp95rPQXlnIOW+vKRkO0lAEpAEJIFqQ0DKffVIlZT76pEnuXNfffKknmmNlHt9fX2aNGmCnZ1d9cqGnK0kIAlIApJApRD48ssv+f333xk/fnyl9PcidHLo0CEuX77MyJEjMTB4/KCBF2Fm//scHj16REhICM2aNcPBweF/7+gFO3Pt2rXo6Ojw/vvvv2Az+9+ns337djIzM2vUmvrll184cuQI//jHP+jYseP/DucFO1N9/Xl7exMUFKSxmWkVFhYWVubo2traVHKXlTk92ZckIAlIApKAJCAJSAKSgCQgjMCAAQP45ptvhPX/Vx1Xutw3btyYmTNnMmnSpL8aW/6/JCAJSAKSQA0kIMtyqkdSZVlO9ciTepay5r765KpGluVIua8+F6CcqSQgCUgCIghIuRdBtfL7lHJf+UxF9SjlXhTZyu9Xyn3lM5U9SgKSgCQgCWiYgJR7DSegnMNLuS8nqBegmZT7FyAJ5ZyClPtygpLNJAFJQBKQBKoPASn31SNXUu6rR57Us5RyX31yVfPlvuAw/7Kfyjf3Aa1a/K1pV4ZPm4tHtwYoj87BwSeajCc/59XC1Hk1Ub4PmWfvzd50FWhpoVvHGOuB01k20w7j+DLO+aQbBWc34O21mIPXH6Jt1IUPgtYyrXcjlMcDGH2wB6Gf9kZPfW0U/MCikV/TKWwB/Ws/5OfN3kzw/5oryto0aD2E2SsCcLGqglcDVp/rVM5UEpAEJIEKERAt94/Ob8Y34ABpjwDdpjjOXchwS7FvOBf/htp04gLG4ROajGG/OWxY7kKLP7ygvEJJKEdj8XL/iPObfQk4kEZxqhyZu3A4glOF2DfUKrm2bxH+Ice4pWeDs98cxtnWLwft/18T4XKfHkfAOB9Ckw3pN2cDy11aIPjyQ/hLrJTX2LfIn5Bjt9CzccZvzjiqIFU181GYz9Xc521jsPlXDLu4A2e9XG4cDWKkx3HcThzG45QzZusduRTpQt2ia14Lbb261FOG49hkI0NSdvFuXSi4c5TZ/YeTtuQ/hP7+Xqnn1Lm7mb5W82gTEc8KB3PuH/OlS694fK+fYOyp93htkyOX9ryHvnqY/K8Z0XQ1fa9+w4BdDljNbEzI4bUoXlORHDaaHh8Wsi51F85G/7+FKM+WBCQBSeBlJSBa7u+s6Ilt7CDmOJqgpdOA9g7/xNZEWyhu0XKfE+mIiU9Log+4ctq9FxucLnHOrzkioxIv93dY0dOW2EFzcDTRQqdBexz+aYvgVAmVe1XqKvo7nGDU9kB63l3DyIkZ+Ceu5m3Be4Ji5T6HSEcTfFpGc8D1NO69NuB06Rx+zUVefQiWexWpq/rjcGIU2wN7cnfNSCZm+JO4+m0Ep+plkfvtjLi5F9d66vuukh+9W+FuuJ8f207HbKMzN/ePKpbux0fedhzNwnC9tY/3is7JYtsgUz7r/yuxpu+Xco6KK3OssU4KJnvXQOoU9ZNPyvGT8PdemH3nWrrcX17LjddbkxScyQ774rPUY31lV5/gQbdJmGwq9INCdi4JSAKSQE0lIFbuCzjk8XeCX/PH2USFdb+hvNGs6HtZoYdYuc8nRmHIx11vcc7XiPxoJwzm2pGe4MUrAqMSLvcFh/D4ezCv+TtjorKm39A3qIJUiZX7zAvEpxjwhm1TdHKicOuylUGJ23m3yFfEHULlPj8GheHHdL11Dl+jfKKdDJhrl06Cl8irT7zcZ16IJ8XgDWyb6pAT5UaXrYNI3P4uglP1Mso9ZKzqieXJmdwYvBYDxXGs2zRES70etOrRPzCeoN57GKzvRnLP7phpF5J/L5lfHjkTGreSd44MLeWc7xgYZoKnVTKXPrX40y5H3h5XTF3jadm6ZJzCTC6etWL1b75822Qyba+cZ5b5479OH5E0pTk970eQsa67uFUqe5YEJAFJoAYTECr3qlss62ZOcCNv3DveZffGy4w4GM+0v1fnspxcwnobstkzh5jhdVAmjMfY2YSzV/0RuXkqWu5Vt5bRzTyYRt7udLy7m42XR3AwfhqCUyVU7p8sW+UVtroPZVWLNRya1+P5TUoBa1uo3OeG0dtwM545MQyvoyRhvDHOJmdJ9W8uIJKnXQovyykZSnllK+5DV9FizSHm9XhuO1lIfDW/5r6oLOfZnftHnP9XewZlbySpe0DZO/eNQ7D/aSPvXN+Cl/tOuoXGsqCXIXnhTqWc84gkn6b0zIkkbd0/iuvqUXHzxzgyLN+i5bEyynJSFvBTq4HoHLxJcMfHHwr5HHYzwqPZGa74vyYk6bJTSUASkARqOgGhcq+GV1CAUk8PXR5x9pO2uGpHcn6+jVCsYnfuHxJub8AKRRbxY/UpiB+DoYc115NnYCIwKtFyX5wqJXp6uvDoLJ+0dUU78hzzbcT+ISa25h5UmcdZOvwDojsGEb7AjsZiq1eKrgChcv8wHHuDFSiy4hmrX0D8GEM8rK+TPEPk1Sd6577YBTOPL2X4B9F0DApngV1joWVuj5fqyyf3WUfw6jwW7dBkFt90KVdZTnasJ62dbrIoOQrnY0NLPafg35NpYXebLy7vYLAx8Ntehpq50TD2DsF3R5dRcx/F32e3pO+V5fwc6YJ6817162b6tfKnx6lk5rUVe/MReL+WXUsCkoAkoFECQuVeeYqFzp/T/It1vNf4AQfHWuPf6UfiPzITGrNYuVdxebYFtrcjSAuxJW1JO2wSV3Jv2ztC64NFy73y1EKcP2/OF+veo/GDg4y19qfTj0f5yEysDQuV+4KzLB0wmhMuXxHm2U54icfji1qo3KsuM9vCltsRaYTYprGknQ2JK++x7R2x1emid+4Lzi5lwOgTuHwVhmc70cU4T28/L4XcD9Ifyak2rTFCSf6DWrT33kzY5C5ohTs9X2ID1Oo+i5iV2ng8V3Ofw2HPVgy6EcjZUTtpNfyZUp7H53w5mMvz7LBbdBPrzk24dzqZhpN2c2jh29TeU0bN/dUDjNU5x2rXgcw6WZ92VrpcO5dFt0Vfs/UDm5JvAIR+VsjOJQFJQBKokQSEyj0FnAkaiNOaPKzM7nI+fzjbDn3Km2LLgxEr96BKC8fVSsER8xZkXzVjYWIc3q3FPq9EtNxTcIaggU6sybPC7O558odv49Cnbwr9HYF6QYmU++xwF8wVX1Or0d+Knyaj15flSVsYYSh2KQuVe1SkhbtipTiCeYtsrpotJDHOG8GXn+Af1GYT7mKO4utaNPpb8TrS67ucpC0jEJyql6DmXuy1/qfeVbm3SUnNxbCFBab1yr8zUJB5nWt3dDC1NMdQbthXcdbkcJKAJFDTCIiV+2JayqybXEvX41ULk5IHKYilKFrui4PKIDUlHQMLS4zFbpoWD6dUUqtWLaZMmUJgYKAggEqybl4jXe9VLEweP7xC0FAl3YqUe7EzL7t3sXJfsqYyUklJN8DC0ljoN0aPoxS9c6+pXNX8nXtNkZXjSgKSgCQgCWiMQFXIfVUHVyVyX8VBVY3cV3FQgnfuqz6a4hGrQu6rOjYp9+KIaxUWFj55jVRlDPPcc+4ro0PZhyQgCUgCkkC1IiDlvnqkS8p99ciTlPvqkyf1TOXOffXKl5ytJCAJSAKSQDkISLkvB6QXoImU+xcgCeWcgty5LyeoF6BZjZR7fX191Lv377zzzguAWE5BEpAEJAFJoKoJbNy4saie+/3336/qoYWNFxMTw9WrV3nvvfdQf87VhEOlUvHll1/StGlT7O3ta0JIRTGEhISgo6ODu7t7jYkpPDycrKysGrWmkpOTOXr0KF27dqVDhw41Jlfq62/y5MkEBwdrLKZKL8tRLyj1DUMekoAkIAlIApKAJCAJSAKSwMtGwMHBgX379mks7EqXe1lzr7FcyoElAUlAEnghCMiynBciDX85CVmW85eIXpgGsiznhUnFX06kRpblSLn/y7zLBpKAJCAJ1GgCUu6rR3ql3FePPKlnKeW++uRKyn31yZWcqSQgCUgCkkA5CUi5LycoDTeTcq/hBFRgeCn3FYCl4aZS7jWcADm8JCAJSAKSQOUTkHJf+UxF9CjlXgRVMX1KuRfDVUSvNV/ulT+wYPBEIu88fpS+Fg0GLefA8JM4+NUjZI8XTe/GsnDibHam5FGoZ4bd1BUsHNaclEAH/OqFEOXVHB7+zGbvCfh/fQVl7Qa0HjKbFQEuvHZzDcMGLOOM8pn06Fryftg0HnwyjeiMp4/w1zJ1ZnWULw/n2eO9Nx0VWmjp1sHYeiDTl83ErknxG23zTwSgmPeAiRH+9DVQ/0MsM/v7si8TtLR1qGPUin4fLeRfjq9y6dk5lnauiKtG9ikJSAKSwAtOoGrkPoPDCxaR6hrAGEvxrxYX/xKrdOICxuETmoxhvzlsWO5CC12xia4yuc84zIJFqbgGjKEKUoXoN9SmxwUwzieUZMN+zNmwHBfRiaqKspz0OALG+RCabEi/ORtY7tICwZcf4l9iVfVrSr1ia77cP4zC1ewz+vyylxH11CFroaVXh1o/eVC7rwFJmUu5Mc6KuW0PETfVGp1fw3DutpY+J7+j2+y69DVIImeFMaEOVsxsHMLhtQpeUyUTNroHHxauI3XXYOrl5vN73m6GNlqDU9ohRuvroFcYjeLV9TheisSlbvHNUUtbj7r1lIQ7NmHjkBR2vVsXCu5wdHZ/hqct4T87h1CPHKLcejD/wiMajY8lyt0U7bwtODQKw+XqTobVfURO0mcM7nuY9y8fpP202sVzXNUWSjtX7H1Z9i4JSAKSwAtJQLjcZ54jdIYHk9feZ0JiEgEdRWsIiJb7nEhHTHxaEn3AldPuvdjgdIlzfs0p3nYSc1SF3GeeC2WGx2TW3p9AYlIAVZAqsXKfE4mjiQ8tow/getqdXhucuHTOj+YiEyVc7nOIdDTBp2U0B1xP495rA06XzuEnOCjRcq+JNfXyyL35Kuyvf8uYZx4LXPDDmCdy/6t7M7x0g9m1aBgdG+ly5/wZcpu2JW1SsTjfnxKJTeskgjN3YF+n5AaX9RV29YMZdDuByabAw3Ac6n3GkOzveV89Tl44TmYbcb65n1HPPY44j+2OZoS53mLfe0V/bZC1bRCmn/Xn1x8mYZK+laFvxjJuvRHTp5qw++hULPPVcr+VUXf2MVx9ivIHPmrhhsHB0zgG1nsq96WdK34zScwdX/YqCUgCksD/g4Bouc+PXcqMi51ostuXjMUJNUDu84lRGPJx11uc8zUiP9oJg7l2pCd48cr/Iw9/dap4uc8ndukMLnZqwm7fDBYnVH+5z49RYPhxV26d88UoPxong7nYpSfgJTJRouU+PwaF4cd0vXUOX6N8op0MmGuXToLgoMTKvWbW1Msj9w3+yXct2mCiBei2x3vPFsbcebxzv4o26XEs/ciXoF2nuP9qD4Z9tISlk1/nsnux3P82eD5/m9yWK+dnYf74L+NHSUxp3pP7EWms665XutwbKDhu3YaG6nHRol7/QOKDerNnsD5uyT3pbqZNYf49kn95hHNoHCsHNyTtC3v6/jybxCBjArq68GDdaRa32cEAfR/yPZxopaMk8/wBYrSmEH/YiyyPxzv3bfhPaed2Eb+b9Fc3b/n/koAkIAlUNQHRcl8cTxYh9m9xdVFNkPtcwnobstkzh5jhdVAmjMfY2YSzV/2F7giLl/vHG3Ih2L91lUU1QO5zw3pjuNmTnJjh1FEmMN7YGZOzV/EXvMsttOY+N4zehpvxzIlheB0lCeONcTY5S6p/c6G3DrFyr5k19fLI/X/buU+fT53zdzBqb0UD7VyuHwtj2sgZKIOv4LvXqEjus8auxWygDgdvBtPx8U54/mHcjDxodiYF/9e0K7hz35gQ+5/Y+M51tni5s7NbKLELemGousLSHlbMT++EVX3IvpJAhtO3XFtxhyENltN+61x61q6FfhMbunZphj4F/DCmRO5X1C393PV2PP6yQegKkZ1LApKAJPACEZByX9FkPCTc3oAViizix+pTED8GQw9rrifPwKSiXVWgvZT7CsAqafow3B6DFQqy4seiXxDPGEMPrK8nM0NkokTv3D8Mx95gBYqseMbqFxA/xhAP6+skCw5KrNxrZk1JuVfX3P82gXBbJzLXneGz7uqalzwOulkR2PMU8+MbF5e8LH+AT8u+XFn+M5Eu5mij4tfN/Wjl34NTyfNoqxb+/7UsJzsWz9ZO3FyUzO7Oa+k6XMmmnxbQQRdUt9dh3/kA7j86E9r6mbKcJ/eCp3KfNSEc29LOTYrE1ajiNw95hiQgCUgC1ZmAlPuKZk/F5dkW2N6OIC3ElrQl7bBJXMm9be9Qu6JdVaC9lPsKwCppqro8Gwvb20SkhWCbtoR2NomsvLeNd0QmSrTcqy4z28KW2xFphNimsaSdDYkr77FNcFBi5V4za0rKfdEPaldhdmwWg0aHkW/TCdO8i6TojWDT3qloTXz6Y9WH51bjOnAWJ+u3w0r3GueyurHo6618YKNXvNxKk/vnynKAWt2ZFbMSbY/na+5zDnvSatB1PEdeZm+TPSTMtaH4C4IMtg1tzbo3PqHunG+f1tz/Se5P811tF8a/svvP5/b5N4cnNav43UOeIQlIApJANSYg5b7iyVOlheNqpeCIeQuyr5qxMDEO79ZiSzul3Fc8T6jSCHe1QnHEnBbZVzFbmEicd2vhT5YRWpaDirRwV6wURzBvkc1Vs4Ukxnkj+PIT/rQcTaypl0Puy7tuVLmkXbtBdl1zWjYxKOPpAAVkXr/GHR1TLM0NSwS8vAPIdpKAJCAJSAJVRaBq5L6qoikeR/TTcooGUWaQmpKOgYUlxoJ3gouGUyqpVasWU6ZMITAwsGqBChxN9KMwQUlGagrpBhZYVkWiRO/cl+RCmZFKSroBFpbGQr8xepx6sTv3T4Kq0jUl5V7gwpZdSwKSgCQgCWiOgJR7zbGvyMhS7itCS7Ntxe7caya2KpF7DYRW859zrwGockhJQBKQBCQBzRKQcq9Z/uUdXcp9eUlpvp2Ue83noLwzkHJfXlKynSQgCUgCkkC1ISDlvnqkSsp99ciTepZS7qtPrmqk3Ovr62Nqasrbb79dfTIhZyoJSAKSgCRQaQQ2b95cVM/t4eFRaX1quqPY2FiuXr2KQqHAwMBA09OplPEfPXrEpk2bMDc3x97evlL6fBE6+fLLL9HR0WHMmDEvwnQqZQ47d+4kKyurRq2p5ORk4uPjef3112nfvn2lcHoROlFff5MnTyY4OFhj09EqLCwsrMzR1QtKpVJVZpeyL0lAEpAEJAFJQBKQBCQBSaBaEHBwcGDfvn0am2uly33jxo2ZOXMmkyZN0lhQcmBJQBKQBCQBzRGQZTmaY1+RkWVZTkVoabatLMvRLP+KjF4jy3Kk3FfkEpBtJQFJQBKoeQSk3FePnEq5rx55Us9Syn31yZWU++qTKzlTSUASkAQkgXISkHJfTlAabiblXsMJqMDwUu4rAEvDTaXcazgBcnhJQBKQBCSByicg5b7ymYroUcq9CKpi+pRyL4ariF5rvtwrfyHQwY96IXsYd20+ik2mBIR4YqN+o7byDKvGR9Fu9Wx6184nZden+C3Zy4X7v1No0J7Ri9cw/e1GKI/OwcEnmownP/vVwtR5NRFvHGREqf3NoPEKB/zqhRD1fipzHHyIfnoyWqbOrI7y5eE8e7z3pqNCCy3dOhhbD2T6spnYmVx8Mmev5tpAPicCFMx7MJEI/748/4yEAg7/y56p39wHtKj1t6Z0HT6NuR7daKA8WsbYn9DtyRvFVaTFLmTi7J2k5BWiZ2bH1BULGWYJvwSWxDChDrELJzJ7Zwp5hXqY2U1lxcKhaK0bxoBlZ1A+c2XqWr5P2LQHfDLtz7yifO/zrwGfcmtEKF96tCx+w2/BCQKcp3Nz9E5Wv2tSRqxlzVHsa9FFLDjZpyQgCVQNAdFyr7y2j0X+IRy7pYeNsx9zxtlSX3Bo4t9Qm05cwDh8QpMx7DeHDctdaCH4Nite7pVc27cI/5Bj3NKzwdlvDuNsRWcKRL+hNj0ugHE+oSQb9mPOhuW4iE5UVZTlpMcRMM6H0GRD+s3ZwHKXFgi+/BD/EquqX1Pq21DNl/uCHxhTuy8GSZksSXLF1PUgHRaf4IhfO3TzY/Hq9Dk9EyLo/90IWk9Qsey79Yy0rkvGyXnYOXyP14WDKI4MxWy9I5ciXahbdPPWQluvLux2KaO/LbT4sDZ9DZLIWfIzTmbrcbwUiUvxyWhp61G3npJwxyZsHJLCrnfrQsEdjs7uz/C0JfxnaxM+LJnzqra6kBOFW4/5XHjUiPGxUbibqoX/8ZHHtsHmfDXsIjuc9ci9cZSgkR4cdzvBUY9TZYytx5MeHh5kjNVc2h6KY6q1Dr+GOdNtbR9OHpvATffiGO4NDsRqblsOxU3FWudXwpy7sbbPSY5NMOFB/u/k7R5KozVOpB0ajb6OHoXRCl4thVe930MZ0PhDTrSbyY/xM7HSgfyY8bw+dAt1Zv3Mj37NSo+1zDlOpumzKAR/sMruJQFJoPoQECr3qlRW9XfgxKjtBPa8y5qRE8nwT2T127WFAhIt9zmRjpj4tCT6gCun3XuxwekS5/yaP/28EBCdaLlXpa6iv8MJRm0PpOfdNYycmIF/4moEp0qs3OdE4mjiQ8voA7iedqfXBicunfOjaC9Q4CF25z6HSEcTfFpGc8D1NO69NuB06Rx+goMSLfeaWFMvody/R8ed5nRJOkXH8BimWcWXyP0aMvpb8M3E23yteLwv/oiLsft50MmBVoeGYrbRmZv7R6H/rFbvcCmjvz/K/Uacb+5n1LMnk8d2RzPCXG+x7716Rb1mbRuE6Wf9+fXo60x9Ru7Ttw7lzdhxrDeazlST3Rydalm86110FMv99hE32eta3I/yR29auRty9ce2OJmVNvYzQTw8wOhmXugG72LRsI400r3D+TO5NO1kzs9jSuR+0GKaeekSvGsRwzo2QvfOec7kNqWTxStFHT0Md6DeZ0PI/v79Ij554U6l8iJ3Ew7We2hg9Rtt1h5hlpWSgxOG8VX6RVK6HOKEXzNKjbXMOVpQPAN5SAKSgCTwPAGxcp/JhfgUDN6wpalODlFuXdg6KJHt7xbfg0UdYuU+nxiFIR93vcU5XyPyo50wmGtHeoKX0PuscLnPvEB8igFv2DZFR71R1mUrgxK3IzhVQuU+P0aB4cdduXXOF6P8aJwM5mKXnoCX4A9EoXKfH4PC8GO63jqHr1E+0U4GzLVLJ0FwUGLlXjNr6qWU+04xY4kZsA27oLZE7H+dtV0/p+cPvhy1GkX9I78Q0FqLO99/xZYf7qJCh9cGTMQuaRgGiuNYt2mIlpqaVj36B8azIHs0pfaX8Ae5N1Bw3LoNDYtPpl7/QOKDerNnsD5uyT3pbqZNYf49kn95hHNoHCv7X8H9sdy3ucsX9n35eXYiQcYBdHV5wLrTi+ny5LuqP8s9GavoaXmSYzcG41Tq2A7UefLpo+JO3FI+8g1i16n7vNpjGB8tWcrkNwz5sUTuc1aYELf0I3yDdnHq/qv0GPYRS5ZO5g2T4m2C0uS+NF5Bb23HwTqOEVNusjZnFUd8LjNh+En6WUewrOF+TkypVUasZc3RROiOkqgPaNmvJCAJiCcgVLorZdgAACAASURBVO6fTF/Jla3uDF3VgjWH5tHjuQ2cyo9RrNznEtbbkM2eOcQMr4MyYTzGziacveovdEdYtNw/TdUVtroPZVWLNRya1+O5jbrKz5TYspzcsN4YbvYkJ2Y4dZQJjDd2xuTsVfwF73ILlfvcMHobbsYzJ4bhdZQkjDfG2eQsqf7NRaTnSZ9i5V4za+ollXsPzn7RkX1uvVjeyhub7bG8/eMiLtjacuPz23zZpxZpxzYR+v1tkrfMJMnzPrGNRpW5c98pppT+/ij3pe6eq3fuGxNi/xMb37nOFi93dnYLJXZBLwyfKSVaUTeYHlbzSe9kRX2yuZKQgdO311hv91jP/yz3j87/i/aDsvk5qftf7tyrMi9z9o4R7a0aoJ17nWNh0xg5Q0nwjS008VLv3J/lxsePuGPUHqsG2uReP0bYtJHMUAZzI2JI0Q2yYjv3R/kovjPLRmay1O8aM89482mugolG+/l+WHipsa57/WYZc4xgiOAPU6F3Fdm5JCAJCCMgXO5VmRxfOpwPojsSFL4Au8aCayIAsXL/kHB7A1Yosogfq09B/BgMPay5njwD9a+hRB1VIfeqzOMsHf4B0R2DCF9gRxWkSujO/cNwewxWKMiKH4t+QTxjDD2wvp7MDJGJEl1z/zAce4MVKLLiGatfQPwYQzysr5MsOCixcq+ZNfXyyn1If2qlReL25gfsy3yLNanhtF/agTeOT+H0vjE0L6p5SS+qiQ/qd4/v/kru/9Tftj/U3JejLCc7Fs/WTtxclEyUIrVk5/43JoT/g+HKTfy0oAO6qLi9zp7OB9xJinTFqOhu+0e5z+KIV2fGaodydfHNv5T7Rz/PoaNTJuvOfEZ39TfKeQdxswqk57lvaPexWu7PcNJ4BE6Z6zjzWXeKm7hhFdiTczHjaPA/yP3ki/O59E9HIlUN6bNqL4M3d2aCUTTrc4eWGusZ/wu8XeocYxinnoA8JAFJQBL4AwGxcl/A2aUDGH3Cha/CPGknthrnSWRi5V7F5dkW2N6OIC3ElrQl7bBJXMm9be8g8pcEwuW+4CxLB4zmhMtXhHm2K/oMq4pD5A9qVZdnY2F7m4i0EGzTltDOJpGV97bxjshEiZZ71WVmW9hyOyKNENs0lrSzIXHlPbYJDkqs3GtmTb3Ucl8bFWm7RtF59AOW3Y3EVS+FLZ4Kph8u5LWW+txNvkhBhwms/OJf9Px+6PNlOUCt7rOI6reHfuqd+5D+PN/f9ufl/rnSmKKTmRWzEm2P52vucw570mrQDQLPzySmRT8MTh+ktstEXtmdwFybkir7jG0Mbb2OPv/+jknN1DtFeWwbpM/IU21obQTK/AfUau/N5rDJdNEK/0NZzuOxv+S9J3/hZ3B41iBGh+Vj08mUvIsp6I3YxN6ZXUh6XJbjf4dZg0YTlm9DJ9M8LqboMWLTXmZ2L/59wl+W5ZTwillRgJv1USZfXk+7L3rx6rq+nD8zi/yZHZhgGECPTXPLiHUn7dY5ljLH7n94clBV3LLlGJKAJFAdCAiV++xwXMwVfF2rEX8rKpHUo+/yJLaMMBSKRqzcgyotHFcrBUfMW5B91YyFiXF4txb7vBLRcp8d7oK54mtqNfpb8ZNX9PqyPGkLglMldOceVRrhrlYojpjTIvsqZgsTifNuLfzJMkLLctROFu6KleII5i2yuWq2kMQ4bwRffsKflqOJNfVyyH0Fb7Wqh3dJvfGA+i2a0UDsPa2CMxPbXJWbxrUb2dQ1b0kTg9K+XlaRm3aNG9l1MW/ZhFKbiJ0ifz1HwROQ3UsCkkC1ISBU7jVEQbTcF4WlzCA1JR0DC0uMBe8EFw2nVFKrVi2mTJlCYGCghshW/rAid+6LZ6skIzWFdAMLLKsiUaJ37ktSoMxIJSXdAAtLY6HfGD3OuNid+ydBVemaknJf+etZ9igJSAKSgCTwAhCQcv8CJKEcU5ByXw5IL0gTsTv3mgmySuReA6HV/OfcawCqHFISkAQkAUlAswSk3GuWf3lHl3JfXlKabyflXvM5KO8MpNyXl5RsJwlIApKAJFBtCEi5rx6pknJfPfKknqWU++qTqxop9/r6+piYmNCnT5/qkwk5U0lAEpAEJIFKI/DVV18V1XOPGTOm0vrUdEeHDx8mNTWVd999F/XnXE04VCoVoaGhmJmZ0a9fv5oQUlEMmzZtQltbm9GjR9eYmCIjI7l//36NWlMXL17k+PHjdO7cmfbt29eYXKmvv8mTJxMcHKyxmLQKCwsLK3N0HR0d1DcMeUgCkoAkIAlIApKAJCAJSAIvG4GBAwcSHR2tsbArXe4bN27MzJkzmTRpksaCkgNLApKAJCAJaI6ALMvRHPuKjCzLcipCS7NtZVmOZvlXZPQaWZYj5b4il4BsKwlIApJAzSMg5b565FTKffXIk3qWUu6rT66k3FefXMmZSgKSgCQgCZSTgJT7coLScDMp9xpOQAWGl3JfAVgabirlXsMJkMNLApKAJCAJVD4BKfeVz1REj1LuRVAV06eUezFcRfRa8+Ve+QuBDn7UC9nDuGvzUWwyJSDEExv122eVZ1g1Pop2q2fTu3Y+Kbs+xW/JXi7c/51Cg/aMXryG6W83Qnl0Dg4+0WQ8+dmvFqbOq4l44yAjSu1vBo1XOOBXL4So91OZ4+BD9NOT0TJ1ZnWULw/n2eO9Nx0VWmjp1sHYeiDTl83EzuTikzl7NVe/LTafEwEK5j2YSIR/XwyeuxKU/BJYMta4a8xTbMI0IATP4gA5s2o8Ue1WM61wAfZTv+E+oFXrbzTtOpxpcz3o1uB34ua4EtN7O/59il9HmH98Hu9G2hK11AFVWiwLJ85mZ0oehXpm2E1dwYLOB3EdsIwzymcmomvJ+6F+5E2fyt50FWhpoVvHGOuB01k2044mqqd5KIop/wQBink8mBiBf9/iiPIPzWJMoiNhfl2Fv0ZbxGKSfUoCksCLQ0C03Ktux7DQdyHf3DSkx4RFLFBYoSc4fPFvqE0nLmAcPqHJGPabw4blLrQQ/KZ28XKv4nbMQnwXfsNNwx5MWLQAhZXoTIHoN9SmxwUwzieUZMN+zNmwHBfRiaqKspz0OALG+RCabEi/ORtY7tJCuAuIf4lV1a8p9W2o5st9wQ+Mqd0Xg6RMliS5Yup6kA6LT3DErx26+bF4dfqcngkR9P9uBK0nqFj23XpGWtcl4+Q87By+x+vCQRRHhmK23pFLkS7ULbp5a6GtVxd2u5TR3xZafFibvgZJ5Cz5GSez9TheisSl+GS0tPWoW09JuGMTNg5JYde7daHgDkdn92d42hL+s7UJH5bMeVVbXciJwq3HfC48asT42CjcTdXC//go4Icxj8dKYpipKwc7LObEET/a6eYT69WJz3smsLlQgflXw7i4wxm93BscDRqJx3E3Thz24N9OTQgd/h++ea9eUacPdw/FKNievLjRHBxjxdy2h4ibao3Or2E4d1tLn5Pf4Wn0O7/n7WZoozU4pR1itL4OeoVRvGu+kSEpuygO6Siz+w8nbcl/2Dnw7JM8qGPKiXKjx/wLPGo0ntgod9Qh5W4awGvfTeJamEOVvHZa8Oew7F4SkAQ0SECs3Oexx8WC+W12s9PlIj79PqfH9yeY0uLZe3PlBy9a7nMiHTHxaUn0AVdOu/dig9Mlzvk1R2RUwuU+bw8uFvNps3snLhd96Pd5D74/MQXBqRIr9zmROJr40DL6AK6n3em1wYlL5/wo2gsUeIjduc8h0tEEn5bRHHA9jXuvDThdOoef4KBEy70m1tRLKPfv0XGnOV2STtExPIZpVvElcr+GjP4WfDPxNl8rHu+LP+Ji7H4edHKg1aGhmG105ub+UTz7ZOG8HS5l9PdHud+I8839jHruscR5bHc0I8z1FvtKpDpr2yBMP+vPr0dfZ+ozcp++dShvxo5jvdF0pprs5uhUS3TKkHuXjjsx75LEqY7hxEyzIv5Zud8+gpt7XSlSeOWPeLdyx3D/CdpMfbVMuT8wuhleusHsWjSMjo10uXP+DLlNO2HxivqvgHAc6n3GkOzveV8dW952HM3CcL21j+KQstg2yJTP+v/KD56Xn5H7+2wd+iax49ZjNH0qJruPMtVSR8q9wJuy7FoSeNkICJd7VytW9Irn2/eu8KHtNFoePMl0S7F2JVbu84lRGPJx11uc8zUiP9oJg7l2pCd4ob7dizqqQu5drVbQK/5b3rvyIbbTWnLw5HQEp0qo3OfHKDD8uCu3zvlilB+Nk8Fc7NIT8BKZKNE79/kxKAw/puutc/ga5RPtZMBcu3QSBAclVu41s6ZeSrnvFDOWmAHbsAtqS8T+11nb9XN6/uDLUatR1D/yCwGttbjz/Vds+eEuKnR4bcBE7JKGYaA4jnWbhmgVbb3Xo39gPAuyR1Nqfwl/kHsDBcet29Cw+GTq9Q8kPqg3ewbr45bck+5m2hTm3yP5l0c4h8axsv8V3B/LfZu7fGHfl59nJxJkHEBXlwesO72YLk++Kn1+596lUwxjYwawzS6IthH7eX1t16c798/KPRms6mnJyZkpDFxtUYbcf4DqThxLP/IlaNcp7r/ag2EfLWHp5DcwUX+GlSL3g/XdSO7ZHTPtQvLvJfPLI2dC41YyuP6PT+R+hdGX2Pf9mdmJQRgHdMXlwTpOL+5Cvty5F/X5KfuVBF46AmLlHjIOetHF4Uvu6+ejfHM9iV97YPF010UIb7Fyn0tYb0M2e+YQM7wOyoTxGDubcPaqv9AdYeFyTwYHvbrg8OV99POVvLk+ka89LJ7ZIBOSKqFynxvWG8PNnuTEDKeOMoHxxs6YnL2Kv+BdbqE797lh9DbcjGdODMPrKEkYb4yzyVlS/ZuLSVBJr2LlXjNr6iWVew/OftGRfW69WN7KG5vtsbz94yIu2Npy4/PbfNmnFmnHNhH6/W2St8wkyfM+sY1Glblz3ymmlP7+KPdmZe3cNybE/ic2vnOdLV7u7OwWSuyCXhg+U0q0om4wPazmk97JivpkcyUhA6dvr7Herk7Jpflnufc4+wUd97nRa3krvG22E/t2SVnOs3L/6Dz/aj+I7I1n6bnInM8db3FoTPFXC3k7HGkYMpS8b524fPYORu2taKCdy/VjYUwbOQNl8A0ihuiXvnPfOAT7nzbyzvUteLnvpFtoLAt6GcKTmNLx2d8Lq/npdLKqD9lXSMhw4ttr6+mxXZblCL2Lyc4lgZeIgFC5Vx5nUuuJNNxznDk2WWwf9jqbB59m/1gjoYTFyv1Dwu0NWKHIIn6sPgXxYzD0sOZ68gxMBEYlWu6VxyfRemJD9hyfg03Wdoa9vpnBp/cjOFVC5f5huD0GKxRkxY9FvyCeMYYeWF9PZobIRIneuX8Yjr3BChRZ8YzVLyB+jCEe1tdJFhyUWLnXzJp6eeU+pD+10iJxe/MD9mW+xZrUcNov7cAbx6dwet8YmhftvqQX1cQH9bvHd38l93/qb9sfau7LUZaTHYtnayduLkomSpFasnP/GxPC/8Fw5SZ+WtABXVTcXmdP5wPuJEW6UvwxUprch9C/VhqRbm/ywb5M3lqTSpi65v4Zuc864kXnsdqEJgdjOMea3rdWcXmzPYbk8v3413DWjuT2yr8xp6MTmevO8Fl3dZ1NHgfdrAjseY6YcQ3+siwnO9aT1k43WZQcxSjjkp37M99j7DYK5aafWNBBF1S3WWffmQPuSYQ9HCFr7gV+iMquJYGXiYBQuX8YzQjLYPokxjCukZIfJlsxyTyOf/s1FYpYrNyruDzbAtvbEaSF2JK2pB02iSu5t+0dob+BEi33D6NHYBnch8SYcTRS/sBkq0mYx53Er6nYEiqRP6hVXZ6Nhe1tItJCsE1bQjubRFbe28Y7xc/EEHYI3blXXWa2hS23I9IIsU1jSTsbElfeY5vgoMTKvWbW1Est97VRkbZrFJ1HP2DZ3Uhc9VLY4qlg+uFCXmupz93kixR0mMDKL/5Fz++HPl+WA9TqPouofnvop965D+nP8/1tf17unyvLKTqZWTEr0fZ4vuY+57AnrQbdIPD8TGJa9MPg9EFqu0zkld0JzLUp+b43YxtDW6+jz7+/Y1Iz9c2pDLmvDaq0XYzqPJoHy+7yVaEL+iNP0aa1ESjzeVCrPd6bw5jcRR/V7Ug+6ObMhvtNaap7mxu1hxEa/xUjWmiTcXgWg0aHkW/TCdO8i6TojWDT3pl0V/804S9r7nM47NmKQTcCSdn1GjPq9qXe1vf5bokhuxPm8jSkobRe14crbtEYfJjM31sZFpU/6TQfxYbIKXQU/LQGYXdC2bEkIAlojIBQuaeAM8sG4Lgqm1YWD7h4901Wx6xm8HMPO6j80MXKvfozIxxXKwVHzFuQfdWMhYlxeLcWewMWLfcUnGHZAEdWZbfC4sFF7r65mpjVg4se4iDyECn3qNIId7VCccScFtlXMVuYSJx3a+FPlhEq92onC3fFSnEE8xbZXDVbSGKcN4IvP8TKvWbW1Msh9xVcvaqHd0m98YD6LZrRQOw9rYIzE908n9+uXiZNZUJLSxMeF/0UjarKJe3aDbLrmtOyiYHQJyeIjlL2LwlIAi8HAbFyX8xQmXmdy7/VpqmlafGDCgQfouW+OKgMUlPSMbCwxFjwTnDRcEoltWrVYsqUKQQGBgoiqCTz+mV+q90US9OqyJT4R2GqH3WdkZpCuoEFllWRKNFlOSWZV2akkpJugIWlsdBvjB5faKLlXhNrSsq9oNuI7FYSkAQkAUlAswSqQu6rOsIqkfsqDqpq5L6Kg6Iq5L7qYxK7c1/18ahHrBK510BoNf859xqAKoeUBCQBSUAS0CwBKfea5V/e0aXcl5eU5ttJudd8Dso7Ayn35SUl20kCkoAkIAlUGwJS7qtHqqTcV488qWcp5b765KpGyr2+vj7Gxsb06dOn+mRCzlQSkAQkAUmg0ghs2bKFR48eMXr06ErrU9MdHTlyhOvXr+Ps7Iz6c64mHOocqXPVpEkT7OzsakJIRTGEhoaira3NyJEja0xMu3fvJjs7u0atqYsXL/LDDz/QsWNH2rdvX2Nypb7+PvroIz777DONxaRVWFhYWJmj6+jooFKpKrNL2ZckIAlIApKAJCAJSAKSgCRQLQgMHDiQ6Ohojc210uW+cePGzJw5k0mTJmksKDmwJCAJSAKSgOYIyLIczbGvyMiyLKcitDTbVpblaJZ/RUavkWU5Uu4rcgnItpKAJCAJ1DwCUu6rR06l3FePPKlnKeW++uRKyn31yZWcqSQgCUgCkkA5CUi5LycoDTeTcq/hBFRgeCn3FYCl4aZS7jWcADm8JCAJSAKSQOUTkHJf+UxF9CjlXgRVMX1KuRfDVUSvNV/ulb8Q6OBHvZA9jLs2H8UmUwJCPLFRv31WeYZV46Not3o2vWvnk7LrU/yW7OXC/d8pNGjP6MVrmP52I5RH5+DgE03Gk5/9amHqvJqINw4yotT+ZtB4hQN+9UKIej+VOQ4+RD89GS1TZ1ZH+fJwnj3ee9NRoYWWbh2MrQcyfdlM7EwuPpmzV3P1O7LzORGgYN6DiUT498XguSshn0OfDODTWyMI/dKDljrq/yzgRIAz02+OJm61I//H3rmA9Xj9AfxTudcWkdBQonLZ3BpmNEYktFZ0wVzK3HKbzGUxJpJ7w9xyK/ci5DJNi8h1TSiXKLeplUsXKn6tfv7Pr2LY/JetU8p5n2fPnifve95zPt9z3vfznt/3PW/YNEdCOmzFo2Pe5wYVx2fQO9CMoFllmTIwEusNE2iV+zVeJdeW9aLbgnNkP3eOMkZfsnG+Bu5TKuGzazBXpvyf8y3Se0V7x5M5w5Kv9z8A1Cj7bm1aOU1kuktrqij/jNE/t1fEMJBlSgKSQGkjUDRyn8KhWV7cdPRkoFHuxVfoJv4jVsmEeQ5mnF8M2l2msXahPQaCv9ReZHKfcohZXjdx9BxIEYSKatWq5a7aFxMTI65PFHGbhMt9chieg8fhF6NNl2lrWWhvgODuV2QfsUo5NAuvm454DjRC/JUCSr/cZ51kYPnOaEWnMjfaET3HYJrOOcHhCU0oowjFtfly2kcE0PXnvpgOV7Lg59X0M6lIyqkZWFgdw/VSMA6Hbam12pqrgfZUzB2maqiXqwg77V9R3iYMRpSns1Y06XMvYFNrNdZXA7HPOxg19XJUrJSNv3VN1n0ey47eFSHrDkemdsUpaS6/b67JiPw6L21cBtKDGNB2JpdyqjMsNAhnPZXwP90yWN+tBiNONMH9dDjuxhqgCGHYh7ZsqjCFh6dHsrVnTfycfmd/n7zPbj/eaYuOtyWZ+8vRrf7PjLqxAaunnxnPekyG4g8yd9pSfZkNSQf7o6lRDo3zQ6nYWYvo1Dn80vP/nO+wwSvbu62nPht7XWGbXTkybh9hUT8Xjg84wZGhd5/F6J/bK+46KUuWBCSB0kNAuNynRuE32YUxKx4wPDIaz2aiNQREy316oDW64+qx94AjZ53NWWtzlagJdXn+jlPYPaQo5D41yo/JLmNY8WA4kdGeFEGohMt9cbRJrNynE2ity7h6ezngeBZn87XYXI1iQu4Ep7hN/BdqU4nym4zLmBU8GB5JtGcz4Q8sKlpvmdz3odl2fVpG/0oz/xAmGofny/0yUroasn9kInscns6L53Al9EceNbeiwUFbaq2zI/7HL3h+ZeHMbfavKO9luV+HXfyPfPHCssSZbLWuxQbHBPblS3falh7ofd+V3458yNfPyX3yZlvahQ5mtc4kvtbdyZGvn3/yy2C9lQm7qhhzv+EKDk8xJjt4OL02JnMltiUxJ15T7vPH0GN/Kyp9/zkPj32Z2+askwMp/1Turf/P+X5Wyf3ft3dLT3229o1nt2PeQ0b26bE0cNbm+pluL8j9/2+vuEEuS5YEJIHSQ0C03CtC5zP5SnNq7nQjZU5EKZB7BSEO2nzVKoEoNx0Ue23Qmm5BcoQr7wjsFuLlXkHo/MlcaV6TnW4pzIkoDXJfPG0SKveKEBy0v6JVQhRuOgr22mgx3SKZCFeRvQ/xM/eKUOZPvkLzmjtxS5lDhJT7f381eWG1nBdm7vvQPGQQId22YLGoMQE/fsiKVstpf9KNI8ZfUPnwZTxN1bhzbCObTt5FiQb1u43EIroXWg7HMWlYDbXcqfdKdJ0XzqyH/f++vIiX5F7LgeMmDamWdzCVus4jfFEHdvXUZEBMez6qpc4TxT1iLudg5xfGkq7XcH4q9w3vstKyMxemRrKoqiet7B+x6uwcWj6bJMqT+7C+44lfkc7Sw+OIG+7EqS4mBCyoxgVBcv/K86nk/hXt3fmS3JOylPZGpzia6Pqn3P9je/99v5BHSgKSwNtDQLTc55FMw8fyE657lQa5z2BDB218h6YT4lSB7IhhVLXT5fx1D0ROnoqX+/w+n+aD5SfX8SoVcl88bRIq9xkb6KDty9D0EJwqZBMxrCp2uue56VFX6EVL/Mx9/pXCx5JPrntJuf8v0fz/cu/C+ZXN2DfAnIUNxtJoayifnvbikpkZt5cnsqZjWZKOrsfvWCIxm9yJHvqA0OpfvHLmvnnI35T3sty/YiZ7q3UNfCzPsK7TLTa5OrO9tR+hs8zRfu6BZHFFb9oazyS5uTGVeci1iBRsfrrBaosK+Yjy5P7I6HBaLOhH6vwJ3HA/x9jvMnAYqcOFE6MJtNVjuXUCBwfm/XSQuc2aaj62ZO7mr2k5BZy5f+X5XmPmPufit3zQ4yEXLjs8k/t/bu9/6RnyWElAEnhbCEi5f91IP8bfUovFDmmED9IkK3wg2i4m3IqZjO7rFvUa+0u5fw1YL+9axA8sQuX+sT+WWotxSAtnkGYW4QO1cTG5Rcxkkb2vCGbunz2HSbn/Dz0979B/lHufrpRNCmRAuyHsS/2EZTf9+WB+Uz4+Pp6z+wZSN/dth+TcnPhFXe7x8z/J/V/K2/JSzn0B0nIehjLU1IZ4rxiCHG7mz9zfZ7h/G5yy13NmVlPKoCRxlSUtDjgTHeiITm5r8+V+zBVmXv0M60Al1TouZXdPX1oMV8m9G9GTTeiQsJQ4X0u0yeDYsPrYqQeSOC/m38v9q85XYLlP47BrCwap+3F9gUa+3Bekvf+5e8gCJAFJ4C0gIOX+dYOsJG6qIWaJAST5mJE0twmNIpdwb0snnr6S9bolFmR/KfcFofSKfUqT3CvjmGpoRmJAEj5mScxt0ojIJffY0klk75Ny/x963z8eKvYLtX9Jy3HhvE9XyqMkaccXtOj/iAV3A3EsF8umoQ5MOvSE+vU0uRtzhaymw1my8lvaH7N9MS0HKPvRFIK67KKLaub+L+VtfVHuX0hTyT2YKSFLUHd5Mec+/dBQGvS4zbyL7oQYdEHrbDDl7Ufyzs4IpjfKf786ZQu2pqvo+MvPjKqjetHkqdzHsbrJSszfW0Xni+eYonCnaa7cT0CZGMiQ1nasfVCb2mUSuV2+F37hG+mr60dXrRHEvN8AbVXKkEZdvlgbyPhmZfinnPsjY15xvr+k5fzZXrVBmvT7tSGmOpCteETZD8biu2EMLcvmv/RcoPb+Y3+SO0gCkoAkgJT71+8EyiR/HI0dOKxvwMPrtZgdGcZYU7EvCku5f/04PTuiNMm9ysn8HTF2OIy+wUOu15pNZNhYBHc/8Tn3cub+P3Twlw79L1+oVT6+y83bj6hsUIcqYq9phdfgApWk4P71OJKUutQz0uVpUk+BDpU7SQKSgCRQwggUjdwXLRTRq+XktiY7hZuxyWgZGlFV7KRp3umysylbtizjx49n3rx5RQtU4NmKZClMgfX/u6KFpuXknzA75SaxyVoYGlUV+ovR0/YVVc59EYfqLVgtp6iJyvNJApKAJCAJFDsBKffFHoICVUDKfYEwvRE7FYXcF3VDpdyLIy42LUdcvWXJkoAkIAlIAm8oASn3b2hgXqqWlPuSESdVLaXcl5xYlf517ktOLGRNJQFJQBKQBAqJgJT76xVPhgAAIABJREFUQgIpuBgp94IBF2LxUu4LEabgokql3GtqaqKjo8Mnn3wiGJ8sXhKQBCQBSeBNJLB161ZycnLo27fvm1i9f1WnI0eO8Ntvv2FjY4PqPlcaNqVSyZYtW3JXuevUqVNpaFJuGzZt2oSamhp9+vQpNW3avXs36enppWpMxcbGcurUKZo1a0bjxo1LTaxU/W/06NF8//33xdamQk/L0dDQQHXBUA0suUkCkoAkIAm8fQSePHmS2+jSdB942qbS1K7S2CZVfEpz/5Nj6s2/nqr6X/fu3dm7d2+xVbbQ5f6/rJZTbBTkiSUBSUASkAQKjYBMyyk0lEILkmk5QvEWauEyLadQcQotrFSm5Ui5F9pnZOGSgCQgCbzxBKTcv/Ehyq2glPuSESdVLaXcl5xYSbkvObGSNZUEJAFJQBIoIAEp9wUEVcy7Sbkv5gC8xuml3L8GrGLeVcp9MQdAnl4SkAQkAUmg8AlIuS98piJKlHIvgqqYMqXci+EqotTSL/fZl5lnNYFKPrsYfGMmDuv18PQZSiPV12ezz7F0WBBNfpiKeWoos0dOZXtsJk/K1cLi68XMahGMY7cFnMt+Dn0ZI77cuoOPdlozdncyStRQK1OBqibdmbTAHQudo0xzDKHDVg865n7dT8HxGb0JNPNnVtkZdPsugb5+a3Cpp5FbaNYJT+wmxdN/+wL0lvZg3N4U8l4DU70JpofdD0G4Pfb823o3cqvKUpu/q99eJjUvh+KEJw4zHjEywIPOWk8LzeT82rG4zgnm1mN1dFoOYdGKiXTQufKMk2tddR5f8GXscA/2XMumfBVTPp+6GE97Y8orwpjhsB49Tx+G5kHk3NJhBDX5gakdnv+c4UPOrZ/C5KU/89sfZdFpbMfkOZOxrJ1N2DRHQjpsxSMPEIrjM+gdaEaQV73nYjUdy7G7SVaqXogrQ4WqJnSftAB3Cx2Ovur4+Z0I+9by7+NSUx0Usez4bgJzd1/iwR9P0PqgP3OWTeLT6kouz7NiQiUfglzrknl+LWNd5xB86zHqOi0ZsmgFEztURz2vtpzwdGDGo5EEeHTmGVYRo1OWKQlIAv+aQNHIfQqHZnlx09GTgUZ513SRm/gv1CYT5jmYcX4xaHeZxtqF9hgI/lJ7kcl9yiFmed3E0XMgRRAqRH+hNjnMk8Hj/IjR7sK0tQuxFx2ookjLSQ7Dc/A4/GK06TJtLQvtDRDc/RD/EauiH1Oqa1Dpl/uskwws3xmt6FTmRjui5xhM0zknODyhCWUUobg2X077iA1UGWHM9MYHCfvaBI3fNmDXegUdT/3MUJ0/+CNzJ7bVl2GTdJD+mhqUqwg7bWqy7vNYdvSuCFl3ODK1K05Jc/ndT4FDTT+cft9Pn0oqxI/ZaauDt+Vd9pfrRY0RJ2jifppwd2M0UBAy7ENsN1VgyoVQDEa/x2rrqwTaV8yXe3XKVaxEdkCvV9R7EzZPFH9Tv0qUV08naEBbZl7KofqwUIKc9VBHSfy6zhjPaEhA+GKs9B9w1K0l5uFu3AprydSKeZwWV92MlbE7NXwOscKhPsqYDfRvO4Inq26yo9tBeuk5Etx0DicOT6BJGQWhrs1Z3j6CAMfcBgNKfltjxUfLP2D1bk8s9R9zcf0gus2sge+5OSQ61sTP6Xf25wHi8U5bdLwtyTz4wZ+xirKl5rrPid3Rm4pkcefIVLo6JTH3dz8UDq84PqwfW61fEZftHfi5rynDlQv4eXU/TCqmcGqGBVbHXLkU3JdrzuXprBXNg8mn6Ww8g4YB4Sy20ufBUTdamofjdusErrXVIT2IAW1ncimnOsNCg3DWy1N+uUkCksCbRUC43KdG4TfZhTErHjA8MhrPZqI1BETLfXqgNbrj6rH3gCNnnc1Za3OVqAl18yc2xMS3KOQ+NcqPyS5jWPFgOJHRnhRBqMTKfXog1rrjqLf3AI5nnTFfa8PVqAnUFXw7Ejtzn06gtS7j6u3lgONZnM3XYnM1igmCGyVa7otjTL2Fct+HZtv1aRn9K838Q5hoHP5M7isPq4NrGW92ePWiWfUy3Ll4jozazTF8R2Wf/lhV+p7PHx7jy9ylhTPZal2LDY4J7MsX1LQtPdD7viu/heri/Eq5743JrioY32/IisNTMM4OZnivjSRfiaXlwYO5cr/OLp4fv3hx/eLMbfavqHcAuT79l/oByZuxbRfK4NU6TPpal51HvsZI7RrTTEyI9n7Iju4V8q7UiliOn4L329xjVO5DUDLjAz/ANNqb1G2W5O9F2kYLKnv3IPFIDUY1245+y2h+beZPyERjwl+W+5yLTGvag7S1V/Bu9fSGl8zaLkbsHHSZvpuNCyT3tTY4krCvD7mPAGlb6KH3PV1/C0XX+f/J/SvisqcMtob7GZm4B4en0+05Vwj98RHNrRoSkyv35zlf1RaTaG8e7uie33YFsbmAzKn/jgqrLe1CB7NaZxJf6+7kyNdGiJ+vE3NTlaVKAqWZgGi5V4TOZ/KV5tTc6UbKnIhSIPcKQhy0+apVAlFuOij22qA13YLkCFdUt0FRm3i5VxA6fzJXmtdkp1sKcyJKvtwrQhzQ/qoVCVFu6Cj2YqM1HYvkCFxFBkr0zL0iBAftr2iVEIWbjoK9NlpMt0gmQnCjxMp98Yypt1Lum4cMIqTbFiwWNSbgxw9Z0Uo1cx+AfXoY80e7sWjHrzx4ry29Rs9l/piP0VU9Cf+d3PfUZEBMez6qpc4TxT1iLudg5xfGkk6hfPb/5D6sL+PjV5C+9DDj4objdKoLJgELqPajSu7fxeG4CQ2r5a3Pr1apK/PCF9Fhtz2vqvffy72S31da0vnCVCIXVcWzlT2PVp1lTpPDOL0zFOOYq3xn+NIj/rNfOJLoOVOHMY2vcXGK/rMZm5zo8dRt/4CA651Y1DqEQSHd2GKxiMYBP/LhilYvztw/3kVv3e/p8vshvnyWt5LN6bENGKQdyNQzHQog95+jOSCG9h/VQv2Jgnsxl8mx8yNsSSdCP/s/cv+KuCzSnU6dLypz+LInpmp3OLZxEyfvKkGjPt1GduPBYJXcn2HX/dYMNY7h6neGf52tUv7OSsvOXJgayaKqnrSyf8Sqs3NoKX7CTtR9VZYrCZRaAqLlPg9cGj6Wn3DdqzTIfQYbOmjjOzSdEKcKZEcMo6qdLuevewidERYv9/ldPM0Hy0+u41UK5D5jQwe0fYeSHuJEhewIhlW1Q/f8dTwEz3ILnbnP2EAHbV+GpofgVCGbiGFVsdM9z02PukKvUWLlvnjG1Fsq9y6cX9mMfQPMWdhgLI22hvLpaR8+jL2DzgfGVFHP4NbRDUzsN5ls79sEfK75ipn7GvhYnmFdp1tscnVme2s/QmeZo/04EFu95VgnHGRg/iz/Nutq+NjeZTe9MTkymvAWC+iXOp8JN9w5N/Y7MhxGopMr96+euW8e8jf1jnjFzL3yGvPbGjMzuTnGleHhtQhSbH7ixsqafFO7PemBSaxqUy5vwCjjOR2WgtFH6bjlpuXcZ9CKOnTXCCbeu9mzWWnFoQHouNTh3PkmfNMyBJfzK2m2bwDmCxswttFWQj99Li0n6xjD67lS68gZptZ7+hDxmL199Znd5gxuhz5guXUCB/MAkbnNmmo+tmTuN30hLaeGjyVn1nXi1iZXnLe3xi90Fubajwm01fv740Ps2Wr993F5J24ajcxuszxxDR3LJnF0vR/HEmPY5B7N0AdHMBulkvtznCxnSfv0QJJWtSGPkJL402GkGH1Co7SFtDWeSXJzYyrzkGsRKdj8dIPVFk9/3xB6DZKFSwKSwGsQkHL/GrByd32Mv6UWix3SCB+kSVb4QLRdTLgVMxnd1y3qNfaXcv8asPJ3fexvidZiB9LCB6GZFc5AbRdMbsUwWWSgRM/cP/bHUmsxDmnhDNLMInygNi4mt4gR3Cixcl88Y+rtlXufrpRNCmRAuyHsS/2EZddmcKmtDamrzvH9R6okkEyCBxgzr30UIYOr/HNazsNQhpraEO8VQ1Cf+7ibdCBhaRy+ltqQcYxh9e1QD7zNvBhrTI6M4crMq3xmHYiyWkeW7u6Jb4vhBZP7l+t9c8ffpuXkXJiGmVM268/MomkZUCauwrLFAZyjt2L0nQEWiSuJ29aTqsD93bbUGlCN0NvO+LyTl3O/8NEE6nW+xsILgdjrq4PyN3y7NMCj7a/ETIrGqblK7n3oWjaJwAHtGLIvlU+W3WTHs5z7LI6NbcwgxUpOL29L5PT+bKtQj5gFR7E5fZhOqxrSIWEpcb6WaJPBsWH1sVMPJNFb7QW5/zMt5yGhQ02xifciJqgP991N/v74ZU1fTJd6IS4pzGz6McfHn2XfwLp5Dy3J/ljXXESXe2H5ch9N8oBVGFgksjJuGz3zAGFbawDVQn9nzE9tccpez5lZTSmDksRVlrQ44Ex0oCM6r399lkdIApKAQAJS7l8XrpK4qYaYJQaQ5GNG0twmNIpcwr0tnXh+qYTXLfWf9pdy/0+E/vrvyripGJolEpDkg1nSXJo0imTJvS10Ehko0XKvjGOqoRmJAUn4mCUxt0kjIpfcY4vgRomV++IZU2+13JdHSdKOL2jR/xEL7gbS9dQUevTfgKJRc/QyrxBbri/rd7vzkSqtpAA59+mHhtKgx23mxe6m84lhtLZby4PatSmTeJvyvfwI39gXXT+rXLmPW92ElebvsarzRc5NUeDe9Kncv5iWA2X5aEoISzRcyZ259+nKy/X+a1pONqfcGjPsnZ1ETG+UP/OewhZbU1Z1/IVDAxOYYWGBV7wJLWre42xMNUbtPMjsdjHPxHpp42yifnCk+5RTVG5iTJkbUaS19mLP5iE0yt6G/VO5Lw/KpB180aI/jxbcJfCZ3AMZ51g28AsWxelirHmFn8Lj0Wj4JZt3LcTm3WCGtLZj7YPa1C6TyO3yvfAL30jfWqdfIfdA+iGGNujB7Xmx7O58gmF/d7zB47+8C/FnXPbgmLGFoQ6TOPSkPvU07xJzJYumw5ew8tuO/Jb/Qm360jqcnGGBhVc8Ji1qcu9sDNVG7eSghyYzGw/jnZ0RTG+Un2WfsgVb01V0/OVnRtUR/CbT61//5RGSwFtNQMr964dfmeSPo7EDh/UNeHi9FrMjwxhrKjbvUMr968cJZRL+jsY4HNbH4OF1as2OJGysqfCVZYSm5aiczN8RY4fD6Bs85Hqt2USGjUVw9xO+Wk5xjKm3Q+5fZ9woM0i6cZuHFfWpV1Prv60QoLjP9bgklLr1MNJ909I2lGQkxnIzQxsDQz0qvcpLs1K5deMOGnpG6Gv/u9dGs1J/49b9MugZVCfztB/7Mq1w7qSXu6Tk/etxJCl1qWek++zF3YKH698er+Tx3ZvcflQZgzpVXnkxVGYkEnszA20DQ/ReCajgtZV7SgKSQNESKBq5L9o2iV4tJ7c12SncjE1Gy9CIqoJngnNPl51N2bJlGT9+PPPmzStaoALPJnopTNUy1Ck3Y0nWMsSoKAIleuY+PxbZKTeJTdbC0Kiq0F+MnoZe7Mz9s0YV6ZiSci9wYMuiJQFJQBKQBIqPgJT74mP/OmeWcv86tIp3X7Ez98XTtiKR+2JoWulf574YoMpTSgKSgCQgCRQvASn3xcu/oGeXcl9QUsW/n5T74o9BQWsg5b6gpOR+koAkIAlIAiWGgJT7khEqKfclI06qWkq5LzmxKpVyr6mpSZUqVTA3Ny85kZA1lQQkAUlAEig0Av7+/uTk5ODk5FRoZRZ3QUePHuX27dv07NkTLa1nHxEp7mr9p/MrlUq2bduGnp4en3766X8q6006eMuWLaipqeHo6PgmVes/1WXPnj2kp6eXqjEVGxvLL7/8gmoyoEmTJv+Jz5t0sKr/jRo1isWLFxdbtdSePHnypDDPrqGhgeqCoRpYcpMEJAFJQBJ4+wg8va2UpvvA87fK0tgu2aY3e5zKMfVmx+f52qli1aNHD1QPZMW1Fbrc16hRA3d399ynFrlJApKAJCAJvH0EZFpOyYi5TMspGXFS1VKm5ZScWJXKtBwp9yWnA8qaSgKSgCQggoCUexFUC79MKfeFz1RUiVLuRZEt/HKl3Bc+U1miJCAJSAKSQDETkHJfzAEo4Oml3BcQ1Buwm5T7NyAIBayClPsCgpK7SQKSgCQgCZQcAlLuS0aspNyXjDipainlvuTEqvTLveIg33T7joS+fqxxqUfud1azTuBpN4n4/ttZpLcUq3F7SXn2Sq8aenY/EDQ+kxmWX7P/AaBWlndrt8Jp4nRcWldBeXkeVhMq4bPLlbrqmZxfOxbXOcHceqyOTsshLFoxkQ46V5hnNYFKPrsYfGMmDuv18PQZSiPVl7yzz7F0WBBNfphKB9UXABUn8HSYwaORAXh0Lh0rIJScISBrKglIAqWRgBC5VyYSMtuN2fvj0W47HK9ZDhiXU5IYMhu32fuJ127LcK9ZOBiXE4JU/BdqkwnzHMw4vxi0u0xj7UJ7DFT3LIGbKLlXJoYw2202++O1aTvci1kOxpT5m7+JiRQI+UJtzkV83Tw5kJQDlKG29XRm22uwd+pXeAUnUqPrJLw9PqPuv/ug/D9GWbjcJ4fhOXgcfjHadJm2loX2Bq/8ivw/VraAO4j5iFUOF33d8DyQRG6kalszfbYTBr/tZupXXgQn1qDrJG88Pqub56QCttIv9xnr6VZjBCeauHM63B1jDVCEDOND201UmHKBwwajqbXamquB9lTMBayGermKVMreRk/9jfS6sg27chncPrKIfi7HGXDiEEPvulC+sxbRqYupvKEzxjMaEhC+GCv9Bxx1a4l5uBu3wloytWJntKJTmRvtiJ5jME3nnODwhCaUUYTi2nw57SMCcKwE6UEDaDvzEjnVhxEa5IyeuoBIyyIlAUlAEniLCIiQ+8xd9hjObMjO7fZcGdeF5W2PcWLEWRwNZ9Jw53bsr4yjy/K2HDsxHgMB13HRcp8eaI3uuHrsPeDIWWdz1tpcJWpCXQQ05VlPFCP3meyyN2Rmw51st7/CuC7LaXvsZ+pPMHrpbycYLyJQCJL7O4tpbxZKj2nW6KppUOUDS5of6c77u/tzxK89h/q0Y0ff6xwbUV3ISBcr9+kEWusyrt5eDjiexdl8LTZXo5hQV2TvAzFyf4fF7c0I7TENa101NKp8gFXP6mxo05jd/Y/g1/4QfdrtoO/1YwgKFW+F3FuZ7KKK8X0arjjMFONsgof3YmPyFWJbHuRnldyvsyP+xy/QfH44ZG6hp/5W+sbvzhVwyOb02AY4a//ImW5eeXKfPA7/xiZEez9kR/cKeUcrYjl+Ct5vc49R5Z/KfR+abdenZfSvNPMPYaJx+HNyn8xm23aEDl6NzqSv0d15hK+NRD3LCRnvslBJQBKQBN44AmLk3hHjxeaE/9SHayPMmFgvmFOjo+hjvBjz8J/oc20EZhPrEXxqEkYCnESs3CsIcdDmq1YJRLnpoNhrg9Z0C5IjXHlHYHSFyb2jMYvNw/mpzzVGmE2kXvAhTN1NX/rbKSaJCJQguc866ML73vXxsNNFadIF24/rQHIcCRhioHmTtT3M8LO/wuEvqwqJmFC5V4TgoP0VrRKicNNRsNdGi+kWyUS4iux9guQ+6yAu73tT38MOXaUJXWw/pk65LJLjEsDQAM2ba+lh5of9lcMICtXbIvdh9B0fz4r0pRweF8dwp1N0MQlgQbUfc+Vey+E4Jg2rkbsqvlolus4LZ1GHnS/JPaQsbY/RKXcSXbfmyX2SDTOrDMU45irfGb50Jc86ycDn5L55yCBCum3BYlFjAn78kBWt8mbu7dNWYtn5AlMjF1HVsxX2j1Zxdk5L4T9FCRn5slBJQBKQBN4QAiLknpRgXFtaseaBJorsdqyO3IOL4QOCXVtiteYBmops2q2OZI+LoZCf28XKfQYbOmjjOzSdEKcKZEcMo6qdLueveyBy8lSM3ENKsCstrdbwQFNBdrvVRO5xoXLIX/9mKGgurfDTcpQkLGiNvnd1xjo34+7OdcT1DSZ84vtoKEKY1O4L5kTVxetEKBOb585IFvomVO4zNtBB25eh6SE4VcgmYlhV7HTPc9OjbqG34/kCRczcKxMW0Frfm+pjnWl2dyfr4voSHD6R93MzRybR7os5RNX14kToRASF6m2R+yOMDm/Bgn6pzJ9wA/dzY/kuw4GROnlyX7CZ+xwufvsBPR6u47LDsjy5vz+MNYbtSQ9MYlWb/Mw9ZTynw1Iw+igdt2dpOX1oHuLC+ZXN2DfAnIUNxtJoayifRmyj1bK2GM9MprlxZXh4jYgUG366sRqL/B8ChPZqWbgkIAlIAqWUQOHLfTbHR5kystoujk9rRNrWXnzo25OIqWdoO7Iau45Po1HaVnp96EvPsz8ySKfwwYqV+8f4W2qx2CGN8EGaZIUPRNvFhFsxk9Et/KY8K1GI3GcfZ5TpSKrtOs60Rmls7fUhvlarqO/1zYt/63mWH0UEStDMPWSRlV2OcmUg5/w3NHZUJzBqJo3yH1BStnZHf0FXbvwyGhGJOULl/rE/llqLcUgLZ5BmFuEDtXExuUXMZJG9T9DMverVzqxsyuUFim8aO6IeGMXMp4Eiha3d9VnQ9Qa/jBYRKd4euR9zZSZXP7MmUFmNjkt309O3BcNfR+7TDuPaYhDqfjEs0BiSn3O/kEw3AywSVxK3rSeqH8Lu77al1oBqhN52xuedP9NycuXepytlkwIZ0G4I+1I/Ydm1GVwydyJ7/RlmNS0DykRWWbbggHM0gY4C7gwCL9CyaElAEpAE3iQChS/3j9nb1wjvjpGEDK5O9skxGI/SJ3jqOTos7khkyGCqZ59kjPEo9MNOMaF24efliJV7JXFTDTFLDCDJx4ykuU1oFLmEe1s6oVr3QdQmRO4f76WvkTcdI0MYXD2bk2OMGVV9KsbLNr34N/0wfplQW0jTCn/mPptfZ9uxvO5KVvWpwaPgQZh4vM+ytpv4ofZOfhxVh4zAz9Gd0Y4bZ92oIaBVQuVeGcdUQzMSA5LwMUtibpNGRC65x5ZOInufGLnP/nU2dsvrsnJVH2o8CmaQiQfNw+cQbzeD93b+yKg6GQR+rsuMdjc46yYiUm+T3MetpslKc95b1ZmL56agcG/6TO5fSMsByn40hZAlagzS7MevDU3RIRvFo7J8MNaXDWNaUvbkwHy5X0rjRyeZYWGBV7wJLWre42xMNUbtPMjsdjEvpeXkyX15lCTt+IIW/R8xd78hM8a+w86I6X8+eW+xxXRVR5IOya/rCrg2ySIlAUngLSFQ+HIPWecW0M16KQ8bGPLoyl3a/RDCD10TWdTNmqUPG2D46Ap32/1AyA89hSyMIFbuQZnkj6OxA4f1DXh4vRazI8MYayp2uRwhck8W5xZ0w3rpQxoYPuLK3Xb8ELKIOhu7v/S3H+gpaAWLwpd7Vf9bRHebZWQa1+LuRQVOWw7yjeYPdOw0n4cN3+PuRSX9dxxh7qeVhYxyoXKvciN/R4wdDqNv8JDrtWYTGTYWwd1PzAu1WedY1N2GZZnG1Lp7EYXTFg5+9yGxXh3pNP8hDd+7y0Vlf3YcmYugUL0FM/dCuvjLhSrJSIzlZoY2BoZ6VCr8CZsiaYU8iSQgCUgCpYWACLnPZZOdyq24+5SvbYTes9TmbFJvxXG/fG2M/vxjoaMULfd57UvhZmwyWoZGVBU7aZp3uuxsypYty/jx45k3b16hMstOvUXc/fLUNtLjaaj+7m+FetL8wkTIfR6wNOJvJFPuPUN0n6bv5qTx24003qldh8qi1vYsonXus1NuEpushaFRVaG/GD2NuYic+7yys0mLv0FyufcwfBYoyEn7jRtp71C7TmUEhkrKvYhBLcuUBCQBSUASKF4CwuS+GJtVJHJfxO0TKfdF3JQXTidM7ouxUWJn7ounYeLkvnja8/SspX8pzOLlK88uCUgCkoAkUAwEpNwXA/R/cUop9/8CWjEdIuW+mMD/i9NKuf8X0OQhkoAkIAlIAm82ASn3b3Z8ntZOyn3JiJOqllLuS06sSqXcV6pUicqVK2Nubl5yIiFrKglIApKAJFBoBAICAlAqlTg4OBRamcVd0NGjR0lISKB79+5oaWkVd3UK5fw5OTls376d6tWr07Fjx0Ip800oZNu2baipqWFvb/8mVKdQ6rB3714yMjJK1ZiKjY3l119/pUmTJjRu3LhQOL0Jhaj636hRo1i8eHGxVUftyZMnTwrz7BoaGrkXddXAkpskIAlIApLA20fg6W2lNN0Hnr9VlsZ2yTa92eNUjqk3Oz7P104Vqx49erBnz55iq3Shy32NGjVwd3fPfWqRmyQgCUgCksDbR0Cm5ZSMmMu0nJIRJ1UtZVpOyYlVqUzLkXJfcjqgrKkkIAlIAiIISLkXQbXwy5RyX/hMRZUo5V4U2cIvV8p94TOVJUoCkoAkIAkUMwEp98UcgAKeXsp9AUG9AbtJuX8DglDAKki5LyAouZskIAlIApJAySEg5b5kxErKfcmIk6qWUu5LTqxKv9wrDvJNt+9I6OvHGpd6aKhik3UCT7tJxPffzvfvr8dqQiV8drlSVz2T82vH4jonmFuP1dFpOYRFKybSQfso31qOZXeyEtTUKFOhKibdJ7HA3YKa6vD4gi9jh3uw51o25auY8vnUxXjaG1M+99xT+TkD1DQqotuoO1/NHMenNZRcnmfFhEo+BLnW/b/HTxkYifWGCbR64Qvgj7ngO5bhHnu4ll2eKqafM3WxJ/bGeZ8TVMTu4LsJc9l96QF/PNHig/5zWDbpU3SuzHuuraodT+DpMINHIwPw6Fw6Vl4oOUNP1lQSkAREEhAt99k39uHl4cPRhHI0spvAtMFmVBbZIED8R6ySCfMczDi/GLS7TGPtQnsMXrj3FH4Dxct9Njf2eeHhc5SEco2wmzCNwWaiIwVF8hGrlEPM8rqJo+dAjHLlRuwmXO6Tw/AcPA6/GG3cwZhJAAAgAElEQVS6TFvLQnsDBHc/iuojVimHZuF10xHPgUZ5Hip4K/1yn7GebjVGcKKJO6fD3THWAEXIMD603USFKRcIN/+W8p21iE5dTOUNnTGe0ZCA8MVY6T/gqFtLzMPduPVzVVz11/F57A56V4SsO0eY2tWJpLm/4//RdqyM3anhc4gVDvVRxmygf9sRPFl1kx2WQXQz+okhF1dhof6AC8sdsP11DJe3W3NhYHk6a0XzYMqv///4+j8z6sYGrJ59BlxJop8Vxu418Dm0Aof6SmI29KftiCesurkDO7U99DUdjnLBz6zuZ0LFlFPMsLDimOsl9jScQMXcti6lcRlIDxpA25mXyKk+jNAgZ/TUBfc2WbwkIAlIAkVEQKjcK2+ytKsVJ77Yyrz2d1nWbyQpHpH88OmzC7WQVoqW+/RAa3TH1WPvAUfOOpuz1uYqURPqIvLWIFrulTeX0tXqBF9snUf7u8voNzIFj8gfEBwq4XKfGuXHZJcxrHgwnMhoT5qJtmDhM/fpBFrrMq7eXg44nsXZfC02V6OYUFdk76MI5D6VKL/JuIxZwYPhkUR7NhP+wKK6+LwVcm9lsosqxvdpuOIwU4yzCR7ei43JV4hteZCwp3KfPA7/xiZEez9kR/cKeRdmRSzHT8H7ZhH0rbUBx4R99Kmk+oc0tvTQ4/uuN9ma+gmm0d6kbrMk/yjSNlpQ2bsHiWHaDHxOztN296P5mq6cCXLgcq7cnydar3eBj8+tk/IGHo1MifZOZZvlszOy0aIy3j0S+bFcLwz3jyRxjwNP5+JzroTy46PmdH701XNyn8xm23aEDl6NzqSv0d15hK+L4tFfyC1PFioJSAKSwIsExMp9KpfCY9H62IzaGukEDWjJ5h6RbO2de4MQtomVewUhDtp81SqBKDcdFHtt0JpuQXKEK+8IaxEIl/vUS4THavGxWW000oMY0HIzPSK3IjhUguVeQej8yVxpXpOdbinMiSgFcq8IwUH7K1olROGmo2CvjRbTLZKJcBXZ+4pA7hWhzJ98heY1d+KWMocIKff//mrywmo5GeuxMgmj7/h4VqQv5fC4OIY7naKLSQALqv34p9wn2TCzylCMY67yneFLT4qZW+mpOYCY9h9RS/0JinsxXM6xwy9sPuXGVGZM42tcnKL/bHYjJ3o8dds/IOBaW6brjCDm/QZoZ6cSe+kPHHZHsdr6HU7nyv0Zdtxv83+Pn9HopZl7RTBO746h8bWLTNF/Ws8cosfXpf2DLfxYpjdfVD7MZU9T1O4cY+Omk9xVgkb9bgzRm4tm/sx9w7srsex8gamRi6jq2Qr7R6s4O6dlkTxR/vvIyiMlAUlAEigYAaFy/6wK2Vzb7IztUgOWHZxBW82C1e3f7iVW7jPY0EEb36HphDhVIDtiGFXtdDl/3QORk6ei5f7PUF1js7MtSw2WcXBGWwSHSrDc57cqzQfLT67jVRrkPmMDHbR9GZoeglOFbCKGVcVO9zw3Per+2+FSoOOKKi0nzceST657SbkvUFResdNf5f4Io8NbsKBfKvMn3MD93Fi+y3BgpM5zcn9/GGsM25MemMSqNuXySlbGczosBaMPoxlUywfLM+vodGsTrs7bae0XyixzLX4dVYvuGsHEezd7lkelODQAHZc6nDtnxCjjp3KuJPXUND61uc53cWvRHaGS+3OEqVkU8Pj8xub8yqha3dEIjse72dPMLQWHBujgUieSg+rWmN1eTuKajpRNOsp6v2MkxmzCPXoo97wjqJafglTRuy3GM5NpblwZHl4jIsWGn26sxuLpjwH/JQDyWElAEpAEipmAcLlXpnJ8vhND9jZjkf8sLGqITR9Q4RQr94/xt9RisUMa4YM0yQofiLaLCbdiJqMrMJZFIffK1OPMdxrC3maL8J9lQRGESsr96/aZx/5Yai3GIS2cQZpZhA/UxsXkFjGTRfa+Ipi5f/YcJuX+dbvEX/b/O7kfc2UmVz+zJlBZjY5Ld9PTtwXDn5f71IVkuhlgkbiSuG09qQrc321LrQHVCL3xKXMM/kzLeRg6FFObeLxignCIH0+9ztdYeCEQe9VMuvI3fLs0wKPtr8RM/IUez6XlKO/60tN0K72v7cZ0TF7OffLANQU+Pq+hWUSMq0fnawu5EGhP3il96dLAg7a/xjBNbRZNPz7O+LP7GFg3T/6T/a2puagLCYvy5f7+cPzbOJG9/gyzmpYBZSKrLFtwwDmaQEed/8xfFiAJSAKSQHETECv3WZyf343+J+zZuGEoTcRm4zxDKVbulcRNNcQsMYAkHzOS5jahUeQS7m3phMg3CYTLfdZ55nfrzwn7jWwY2oQiCpWU+9e9ACjjmGpoRmJAEj5mScxt0ojIJffY0klk75Ny/7phep39xX6hNjct5whj4lbTZKU5763qzMVzU1C4N31J7pfS+NFJZlhY4BVvQoua9zgbU41ROw8yu00w1i/k3KdzaGgDetyeR+yeXtxb7kj3Kaeo3MSYMjeiSGvtxZ7NQ2j0x3q6aqnScoyprA45j7Kp47IG/wnNicp/oTZ9qRFRP/zT8Q3QVgM06vLF2kDGm17iB8fuTDlVmSbGZbgRlUZrrz1sHtKIcmQTu2koDpMO8aR+PTTvxnAlqynDl6xkkrZ7bs792eDy2I98h50R02mUP/mfssUW01UdSTokv+r7Op1X7isJSAJvJgGhcv/QH3t9B/aUrc67uS8ylqPzwmg29dUWCkOs3IMyyR9HYwcO6xvw8HotZkeGMdZU7JuaouX+ob89+g57KFv93by003KdWRi9CcGhknL/2iNBSZK/I8YOh9E3eMj1WrOJDBuL4O5XBC/U5oGQaTmv3SH+esB/+0KtkozEWG5maGNgqEelgv7SmpXKrRt30NAzQl/7Xyx09C+Oz0q9xY07GugZ6fOXUyofc/fmbR5VNqBOFbEX50IImSxCEpAEJIFCJSBU7gu1pgUvTLTc59YkO4WbscloGRpRVeykad7psrMpW7Ys48ePZ968eQWH8YbvWSRLYRYxA+FLYeZ2v5vEJmthaFRV6C9GT9EVVc59EYfqLVgtp6iJyvNJApKAJCAJFDsBKffFHoICVUDKfYEwvRE7FYXcF3VDpdyLIy42LUdcvWXJkoAkIAlIAm8oASn3b2hgXqqWlPuSESdVLaXcl5xYlf517ktOLGRNJQFJQBKQBAqJgJT7QgIpuBgp94IBF2LxUu4LEabgokql3FeqVAltbW3atWsnGJ8sXhKQBCQBSeBNJBAYGIhSqaRXr15vYvX+VZ2OHz9OQkIC3bp1Q1NT9Ert/6qKr32QKkaqWOnq6vLJJ5+89vFv6gHbt29HTU0NOzu7N7WKr12v/fv3k5mZWarGVFxcHJGRkTRu3JiGDRu+NpM39QBV/xs5ciRLliwptioWelqOhoZG7kVdNbDkJglIApKAJPD2EXjy5Eluo0vTfeBpm0pru0pjrGSb3uxrT2keUz179iQoKKjYAlDocv/fVsspNg7yxJKAJCAJSAKFRECm5RQSSMHFyLQcwYALsXiZllOIMAUXVSrTcqTcC+41snhJQBKQBN5wAlLu3/AA5VdPyn3JiJOqllLuS06spNyXnFjJmkoCkoAkIAkUkICU+wKCKubdpNwXcwBe4/RS7l8DVjHvKuW+mAMgTy8JSAKSgCRQ+ASk3Bc+UxElSrkXQVVMmVLuxXAVUWrpl3tFKO5d3diXCmrqGlTQaUCX0bP51roO90JnM3LqdmIzn1CulgVfL55NLyO4PM+KCZV8CHKtC5nnWTvWlTnBt3isrkPLIYtYMbED1dXh8QVfxg73YM+1bMpXMeXzqYvxtDemvOIgUwZGYr1hAq2e/zjs4wv4jh2Ox55rZJevgunnU1nsaY9x7lcAFcTu+I4Jc3dz6cEfPNH6gP5zljHp0+ooL8/DakIlfHa5Ulf1xVzFCTwdZvBoZAAenbVE9AtZpiQgCUgCJZpAUcl98mFvlt3/jMl2hvyLb5O/FmPxX6hNJsxzMOP8YtDuMo21C+0xEPyB86KT+2QOey/j/meTsTMUHSkQ/YXa5DBPBo/zI0a7C9PWLsRedKCKIi0nOQzPwePwi9Gmy7S1LLQ3QHD3Q/xHrIp+TKkuKqVf7jM3YVV9A/bXt9OrYg7p0d/Ts/MhvrwwiePtp9P4YBhfm2jw2wY7Wq/oyKmjw4l3Lk9nrWjSF1dmXWdjZjQMIHyxFfoPjuLW0pxwt1scsztED2N3avgcYoVDfZQxG+jfdgRPVt1kh2UQ3er/zKgbG7B6+vluZSJ+Vsa41/Dh0AoH6itj2NC/LSOerOLmDjvU9vTFdLiSBT+vpp9JRVJOzcDC6hiul4Lpe82Z8p21iE5dSuMykB40gLYzL5FTfRihQc7oqYRfbpKAJCAJSALPCBSF3CvjN9OvVV9OOpzgysI2wkVEtNynB1qjO64eew84ctbZnLU2V4maUBeRt5iikXsl8Zv70arvSRxOXGFhG9HKKFju0wOx1h1Hvb0HcDzrjPlaG65GTcib/BO4iZ25TyfQWpdx9fZywPEszuZrsbkaxQTBjRIt98Uxpt4iud/MF3f24VQJyD7JaIMBaAUt5LblaMp478CrVzOql7nDxXMZ1G6uz4WBeXL/YJw/JibReD/cQfcKeSNGEXucUzSmzpbWmEZ7k7rNkvx/Im2jBZW9e5AYps3Al+ReecODRqbReKduw/LPA7Co7E2PxB8p18uQ/SMT2ePwdCY+hyuhP/KouRUNY56X+2Q227YjdPBqdCZ9je7OI3xtJH4WQuD1QhYtCUgCkkChExAu99mXWdJ7HHca5LAz5zvOLijpcq8gxEGbr1olEOWmg2KvDVrTLUiOcOWdQo/OnwUWhdxnX15C73F3aJCzk5zvzrKghMu9IsQB7a9akRDlho5iLzZa07FIjsBVZKBEz9wrQnDQ/opWCVG46SjYa6PFdItkIgQ3SqzcF8+YemvkvpvmOBQuNjTQyCb14gFC1MYTfmgMVcPnM9ptETt+fcB7bXsxeu58xnyszel8ub9vM5N3hhoTc/U7DF94IlYQ7PQuYxpf4+IU/WezGjnR46nb/gEB19oyo9GLM/eKYCfeHdOYaxenoP+0rJxoxtdtz4MtQZTp7Uzlw5fxNFXjzrGNbDp5FyUa1O82km4PBj+buW94dyWWnS8wNXIRVT1bYf9oFWfntBQ+YyTw2i6LlgQkAUmg0AmIlftMTk2zY06N71lXaTwfn/+mFMh9Bhs6aOM7NJ0QpwpkRwyjqp0u5697CJ0RFi73maeYZjeHGt+vo9L4jzn/TcmX+4wNHdD2HUp6iBMVsiMYVtUO3fPX8RA8yy105j5jAx20fRmaHoJThWwihlXFTvc8Nz3qFvq14fkCxcp98Yypt0fuqyzkg83TaV++LJo1G9GqZR0qpsZx/o4OHxhXQT3jFkc3TKTf5Gy8b2+ipmvezH3asDXUbp9OYNIq2pTL6w7K+NOEpRigtfJ9emoEE+/d7FmepeLQAHRc6nDunBGjjF+U+5xfR1GruwbB8d40ezrRrjjEAB0X6kQGo27ditvLE1nTsSxJR9fjdyyRmE3uRA99wBGzUflyv5iK3m0xnplMc+PK8PAaESk2/HRjNRZPfw0QOgxk4ZKAJCAJlAwCIuU++/w0PrQ8SHOntmhf3sH6pA7M9F6Ea7vKQuGITct5jL+lFosd0ggfpElW+EC0XUy4FTMZXYGtEiv32Zyf9iGWB5vj1FabyzvWk9RhJt6LXBEcKqE594/9LdFa7EBa+CA0s8IZqO2Cya0YJosMlOiZ+8f+WGotxiEtnEGaWYQP1MbF5BYxghslVu6LZ0y9NXJvVf25tJz8i1TOhWk0s0ll1bnv+UiVrpMZzADjebSP2k+Tr/Jz7hdmMsbAgsSVcWzrWRW4z27bWgyoFsrtITsw7XyNhRcCsVdNxSt/w7dLAzza/krMxF/o8XLOfVYE4+p15trCCwTaq2b7lfzm24UGHm35NWYaarOa8vHx8ZzdN5C6ufKfjL91TRZ1uUfYU7m/Pxz/Nk5krz/DrKZlQJnIKssWHHCOJtBRR+DlVxYtCUgCkkDJIiBS7pXxh1jnf4ZUJfxxZg0L4q1Y7D0Np2Zi8yLEyr2SuKmGmCUGkORjRtLcJjSKXMK9LZ14+uqYiB4gVu6VxB9ah/+ZVJT8wZk1C4i3Woz3NCcEh0qo3CvjpmJolkhAkg9mSXNp0iiSJfe20ElkoETLvTKOqYZmJAYk4WOWxNwmjYhcco8tghslVu6LZ0y91XIPKRya0oP+GxQ0aq5H5pVYyvVdz273lkTnp+WkL23Mw5MzsLDwIt6kBTXvnSWm2ih2HpzNp1UeE/WDI92nnKJyE2PK3IgirbUXezYPodEf6+mqNYKY9xugrQZo1OWLtYGM1FiJY/cpnKrcBOMyN4hKa43Xns0MaVQOsmPZNNSBSYeeUL+eJndjrpDVdDhLVn5Lx9/ycu7PBpfHfuQ77IyYTqP82f+ULbaYrupI0qFRIq67skxJQBKQBEokAZFy/zyQTF9rWpWKtBxQJvnjaOzAYX0DHl6vxezIMMaain35VKzcvxApfK1blYq0HJRJ+Dsa43BYH4OH16k1O5KwsabC03OFpuWgJMnfEWOHw+gbPOR6rdlEho1FcPcTvlpOcYypt0Pu/+G2pMxI4sbth1TUr0dNrVe8aq7MIDH2JhnaBhjqVXpx5YCsVG7duIOGnhH62gV5sTWL1Fs3uKOhh5G+9l+WTlM+vsvN24+obFCHKmKvqSXyhi0rLQlIApJAQQgUldwXpC6FtY/Ymfv8WmancDM2GS1DI6oKnglWnbHo5L6wolCwckQvhQnZpNyMJVnLEKOiCJTomftn3e8msclaGBpVFfqL0dMoip25L54xJeW+YGNU7iUJSAKSgCRQwghIuS8ZAZNyXzLipKql2Jn74uFQJHJfDE0r/evcFwNUeUpJQBKQBCSB4iUg5b54+Rf07FLuC0qq+PeTcl/8MShoDaTcF5SU3E8SkAQkAUmgxBCQcl8yQiXlvmTESc7cl5w4qWpaKuW+UqVKvPvuu3z88cclKxqytpKAJCAJSAKFQmDXrl0olcrcVILSsh0/fpzExEQsLS1R3edKw6aKkSpWqhx1c3Pz0tCk3DYEBgbm/r809b8DBw6QmZlZqtoUFxfHuXPnaNiwYe5/pWVT9b+RI0eyZMmSYmuS2pMnT54U5tk1NDRyL+rq6oK/xVyYlZZlSQKSgCQgCRQaAdU9QLWVpvvA0zaVpnapbv9PFaA0xkq2qdCGtJCCSuOYUoFStatnz54EBQUJ4VaQQgtd7mvUqIG7uzujRsnlIQsSALmPJCAJSAKljYBMyykZEZVpOSUjTk9/hdi9ezc5OTklp9L/UFP5Qq24UEq5F8dWliwJSAKSwFtJQMp9yQi7lPuSEScp9yUnTqqalsqcezlzX7I6oeqDHPtnT+OY0Vd862hSJGvbljBCsrqSgCTwmgSk3L8msGLaXcp9MYH/F6eVq+X8C2jFdIiU+2ICL0/7JwHl79uZOPU3ei36itZiv94usUsCksBbQkDKfckItJT7khEnOXNfcuL0dszcK35mmq0Xx7JUL1aVoUJlI7qMmsaIDy8wy96TI5lPUFNTR6NCZQzaOfONW1dqqz40mx7NphnTWBkSQ7J6dT7oNoJvJ/fCVLVAweMYdsyewfL950lQaGLYti+TPVxpp/sHhz3s8TySyRM1NdQ1KlDZoB3O37jRNbdQyD6/DJcJQZTt7c1KF9O8L9RmHmSa/TxOKBsxePVC7GtlEDytHwtP/IGp80q+d6ytOpLzy1yYEFSW3t4rcTHNKy/ntwN4TprL7nNJ5Og0pvtXXnz7eT3K5ffDnOt+uA5dz5Xs5zqmhiFOCxyJd5/PccWf7zKraXVk6tbJtFOcZf2301kVcomU8vXo8OV3zB7aioqHPXCYE4fF7JW4NitP1sn5fOGVybBt39KxvArZJmZMW0lITDLq1T+g24hvmdzLlDLH5tBn9n2+8PXis6ovvuT8qmPyMO9g9ozl7D+fgELTkLZ9J+Ph2g7dzH1Msl1K+Ym7+K5TeR6eXc+301cRcimF8vU68OV3sxnaqrIqiERvmsG0lSHEJKtT/YNujPh2Mr1UQcz5jQOek5i7+xxJOTo07v4VXt9+Tr2n4ErWOJa1lQQkgZcISLkvGV1Cyn3JiJOU+5ITp7dD7jM38FnlAVy0+po+7//BpT1r2J7Qg4BzPdjcoD/RFm44flCePxIOs379edqsiyXQ6QFrbNsw/JQJg9360VwtEt95a7jVZTOn15lz4svWOO6ryUC3QbQuH8V6r+Vc+siHszvsOdK7Ov2jLXBz/IDyfyRweP16zrdZR2xgP6qiIGx0YzotiQPTrwk/N5c2Kpl8uB5r3cHsz9bCev11AntHMKxBd1YngJnHeU5ONgVFGKMbdyLv0HDOzW1DOdII6NMA5wvd+HZUO7J+ms/MA3WYfz4YV4M8iVbeOcyqZaHEJ4axcuU56g0aSZfaerTvr82yJi5c7DYex/fzjFat4vvYj2vNaYfmfPlLM0aN7817V32ZufwGPQIvsOLRl+j13YnGJ/M4cXAchvsHUrfvQxYl7cAhaQ22bYZzymQwbv2aoxbpy7w1t+iy+TQrNcZT2ymB6XEhjNL/U+5zrr/6mHXmJ/iytSP7ag7EbVBryketx2v5JT7yOcuOz/bSRWckmn5p7Ozgj13zL/ml2SjG936Pq74zWX6jB4EX1tE00JY2w09hMtiNfs3ViPSdx5pbXdh82heLo/1o4HyBbt+Ool3WT8yfeYA6888T7GqAXGOpZF3EZG0lgb8jIOW+ZPQLKfclI05S7ktOnN4iuXfh8dLfCR5SlbSNtugPisf9l9FEtHMmY1ECB76sSk6CDz1NXUmbeolDPbfRvul83lsTQ0A/XdRREr/CCtNxfzDr0GcEffotFb6/RNDgmnn/dmgjwenNseluRHDv6gzMWETCgS+pmpOAT09TXNOmcunI1xg92oOzqSMxlr1J2xDKR7su4dNNM0/u9SZy3agMKa1WcmHYCdpb7EJN9zoVnc/kyn36HmdMHWOw7J3GhtCP2HXJh26a9/H73IgR1z7Ha6YrPZtpcP7oDfQ+/YxWNV5U1OzIKTT7cBOfhsaw2LwcZG7k86ouPJh1jo1O2nlyX0Gbqsk/YG4yk1q+N9jRt0ruDPfPfgdRtLKlw/nB6A3YR7aaJh0Xnyag5gzq5cq9Py2829J0/nusiQmgn646KONZYWXKuD9mc27ESdr0fVnuc7js+apjZnHosyA+/bYC318KYnDNvPIObQwmvbkN3d8LyJf7ZBYmdsFkZi18b+wgr7o/43dQQavPDNht1Zz5760hJqAfeVVagZXpOP6YHYP/u6MxGnGNz71m4tqzGRrnj3JD71M+a1VDyn3JuobJ2koCf0tAyn3J6BhS7ktGnKTcl5w4vUVy359TTa1pq59J7LFDXK4xgbAj7zO/dh+Cct6hYlklWY+y0HzfhVW7f6DHhWEYfXYa51MRzGhWJjeiWUe/onHn/XRf1JV9X4XwedhZ5ppdYc0YDw7cUULZFozwGUNi/+r0CcrhnYplUWY9IkvzfVxW7eYHu9qkbOmNyZA0PKIWkeLQkoV113PF3xGdXLmfwjsDzAgONWTJoAiG7m2EQ/oGohxUcq/Llt4mDEnzIGpRCg4tF1J3/RX8HXV4HP2/9s4GLMezf/yfSqTym5dJjbxv2WLy29DIDE2jqZUikZeSUZrFgyFsaDJNTJhokh6MlcpKPXmL5f33mKxhrBnTxLOZsVTc9T/ubjM8tf99U127732v43B0HJzn+f2en+95X9en6z6vyycEB4Sx8ehlSs1s6Oq7gNjoMdibPbgQK5f7kSQX/7Etp27/VZyblkvP/rsYknOSyIqvFf44ijZ5Yf0WBHnlsTTZnpXzLZgRepOowo00frsd7kf8OXxsHhpkpewPtcc53Y0d8wvxHvmw3JeQMa6qPq5EuaQRutOD7C8/4MVvYpk0PwMN5iDWjP8G94o791d4+2BnnHcNIedkpOZbkN+PkgzGtXPniP9hjs1zQJPSfkLtnUl3282Z8Cf4JDiAsI1HuVxqhk1XXxbERjPmYXD69XmWbIWAELhLQOReP5aCyL1+1EnkXn/q9DeS+1Hk9p2AZ0dLLK07M9BvKN0bbGGw1Sh+eDOBieYxTF92CZeYdNb6tEF1aBoOvTfhlHKWmNc0lnxj6zDajDjHW5+5k+b1Ec9szmeDWyHbIlaTfSiFFVnt+fjyVswDrBj1w5skTDQnZvoyLrnEkL7WhzZGl4hx7cCEI+0Y4GzH7ZMZ7LzoyIqvdzC+YXyF3FutDCU/JIZrrS+jGrgct6zx7PT+NwdG7sO1wwSOtBuAs91tTmbs5KLjCr5OG8yv+w7zS2tnOpt+xZ6kJUydns5za/JJ8mv8wErU9s5944uL6NplOZ0SL5LwhgWoviM5agvF/QJxOz0O60kWxJ/wJq3nYNKMW3Cj0IHVhZto+64DvTc5kXI2Bg2yG2wd1oYR597m0PTTOI94WO5LOTStqj5v8Zl7Gl4fPcPm/A24FW4jYnU2h1JWkNX+Yy4n3MGrQu5/Yv65XnRZ3onEiwlo0k0maksx/Ua1ZFPfPmxySuFszGtoUtrKsDYjOPf2/5HucYXDv7TGubMpX+1JYsnU6aQ/t4b8JD8eJKdfH2jJVggIAQ0BkXv9WAki9/pRJ5F7/anT30ju/9iWc688RZsYbDVasy0nQEVqoCNeia1YdDCL0DYHmdLFmU8aTSIudgrdVdmEjxpLrNFkcnKGkNWvO+HFo4mJnUmfJ86z4z1/xm5qe0/uNdtyAlClBuLolUirRQfJGJSGc6d5/DpgOE4V20x+IDs+E8vZx8kJPoxHszCstyZhE+bEvJNWBKYkYTP7FTK9j5JgOp5O84TTnDgAABcdSURBVH5lwHAnNF2zic+0ZPbRZdwY/jJrW0Tw+brRWJ9ajLfrcpouz2e7f1Ot5P4/0zKJGmSpaWvSAFu7Yta83J2Fd/xYstCXZsc/JDjsAI4bTrPBOKhC7jdcWEf3VD9e9N1IgZknCVcS8fy/KXRx/oRGk+KIndIdVXY4o8bGYjQ5h72dP6SVz1nGpUYzuImROhANWtrT6syMKvvkDMmiX/dwikfHEDuzD0+c38F7/mPZ1PZ+ub9O4vNLcOy+kDt+S1jo24zjHwYTdsCRDac30HLRCzh/0ohJcbFM6a4iO3wUY2ONmJzzBa9/1o2ea1sQ8fk6RlufYrG3K8ubLid/uz8PktOvD7RkKwSEgMi9Pq0BkXv9qZa8ClN/amX4r8KseKD2/yP3gU0ou5pKYDcvtj2zjKPpE7A6Hs24MXNIzLvGbUx5sstwFq1fhX9HM0q/2URowDTWHbjErXIws3Jg4IRwlob15osh9+25L7tKamA3vLa1Z+rwqyze2pHNpxPwVL/IhZ/Z4mPHiFx/9u9/lnDbMKyT8hia+jyvbXyBdWfncNalB5meG3FJHMJq+82cTvBE03ULPnYjyPXPJvOVFHz9o8i5XKp+IhZbl7ls3jKdlx56paQ223Iw7UXkmT2ElCUzc/wMYvee5aZFe/oELSVugSsNP/W6K/frca97gbjBXRmb5UT8lUR8zW9wLHocY+YkknftNpg+SZfhi1i/yp/2O0bQ3Ouf/Kz53+CBuvSOOsvutxvx7yr6dDQr5ZtNoQRMW8eBS7coxwwrh4FMCF9KmGM6LncfqE3xq8O3iTMZPyOWvWdvYtG+D0FL41jg+hTGN44RPW4McxLz0KTUheGL1rPKvyN1C3cw08ufqJzLlGJEfVsX5m7ewvSHwenPZ1kyFQJC4D4CcudeP5aDyL1+1Enu3OtPnf4ed+4fqx4lXLtwkZ+MnqSlbcN7r5fUDKmi6OoP/PhbfWxaWmGu5CtW7lyn4PtCSiyb06qZhbIPhJZc48LFnzB6siW2DbV8r+Sf9VEVcfWHH/mtvg0trcwfaW4l1y5w8Scjnmxpy4Mp3eF6wfcUlljSvFUzLJSs4WOtU+ksBITAwwRE7vVjTYjc60edRO71p04i9/pVK8lWCAgBISAEtCQgcq8lKIWbidwrXAAdwsu2HB1gKdzU8LflKAxYwgsBISAEhEDtExC5r33mjxJR5P5RqCnTR+ReGe6PElXk/lGoSR8hIASEgBD4SxMQuf9Ll+deciL3+lEndZYi9/pTK4OUe3Nzcxo0aECPHj30pxKSqRAQAkJACFQbgZSUFMrLy3njjTeqbUylBzp48CCFhYX0798f9XXOEA6VSsX27dtp0qQJvXr1MoQpVcwhOTm54qchrb/MzExu3bplUHPKz88nNzcXOzs7nn32WYNaf8HBwURHRys2J6Ny9Rm4Go86deqgPmEYG8sTktWIVYYSAkJACOgNgbIyzeu5DOk68PucDHVehlgrmdNf+5RhyJ8pNzc31Dc5lDqqXe6tra2ZNWsWISEhSs1J4goBISAEhICCBGRbjoLwdQgt23J0gKVwU9mWo3ABdAhvkNtyRO51WAHSVAgIASFggARE7vWjqCL3+lEndZYi9/pTK5F7/amVZCoEhIAQEAJaEhC51xKUws1E7hUugA7hRe51gKVwU5F7hQsg4YWAEBACQqD6CYjcVz/TmhhR5L4mqNbMmCL3NcO1JkYVua8JqjKmEBACQkAIKEpA5F5R/FoHF7nXGpXiDUXuFS+B1gmI3GuNShoKASEgBISAvhAQudePSonc60ed1FmK3OtPrUTu9adWkqkQEAJCQAhoSUDkXktQCjcTuVe4ADqEF7nXAZbCTUXuFS6AhBcCQkAICIHqJyByX/1Ma2JEkfuaoFozY4rc1wzXmhhV5L4mqMqYQkAICAEhoCgBkXtF8WsdXORea1SKNxS5V7wEWicgcq81KmkoBISAEBAC+kJA5F4/KiVyrx91Umcpcq8/tRK5159aSaZCQAgIASGgJQGRey1BKdxM5F7hAugQXuReB1gKNxW5V7gAEl4ICAEhIASqn4DIffUzrYkRRe5rgmrNjClyXzNca2JUkfuaoCpjCgEhIASEgKIERO4Vxa91cJF7rVEp3lDkXvESaJ2AyL3WqKShEBACQkAI6AsBkXv9qJTIvX7USZ2lyL3+1ErkXn9qJZkKASEgBISAlgRE7rUEpXAzkXuFC6BDeJF7HWAp3NQg5d7c3BxLS0scHR0VxivhhYAQEAJCQAkCn3/+OeXl5QwaNEiJ8DUS8/Dhw1y5coV+/fqhvs4ZwlFWVkZaWhqNGzemZ8+ehjClijls37694qchrb+srCyKi4sNak7nz5/n5MmTPPPMM9jZ2RnU+gsKCmLFihWKzcmoXH0GrsajTp06qFQqTExMqnFUGUoICAEhIAT0hYD6GqA+DOk68PucjIyMMDY21pdS/Gme6su/WvANtVaGuP4McU6GuP7c3NxISUlR7DxR7XJvbW3NrFmzCAkJUWxSElgICAEhIASUIyDbcpRjr0tk2ZajCy1l28q2HGX56xLdILfliNzrsgSkrRAQAkLA8AiI3OtHTUXu9aNO6ixF7vWnViL3+lOrmsm07Gd2Rc7kX9YTeW9kR8xqJoqMKgSEgBCoVQIi97WK+5GDidw/Mrpa7yhyX+vIHzmgyP0jozOMjmVXtxP2ztcMjJyKUyPD2MNpGJWRWQgBIfA4BETuH4de7fUVua891o8bSeT+cQnWXn/Dl/uSXcz1jCCnFIyN62DWsB39Q+YS1DWP8CHvs6+oHCMjY0zMGtLayZ+ZU1ywVT+He/Mr/jlvLqt3nuFnYyueHxDEnBledFC/oKD4DIkL57EqPZeCEgva9BjOjPnBODW9zd75Q3h/XxHl6geeTMxo2NoJ/5lTcKkYFO7kriRgWiqm3ktZHdCBir8tymLukMUcLHuOsWuXMOSp38icO4IlB2/TwX81y3xs1T3JXRnAtFRTvJeuJqCDZjzVxQzef+cDUk4Uompsj2toBHM82lL37hpSfRdP8JtxfHPnvkVl0oZhH/pwaVYkB0r+eJbZyLIPszfPwKnkS+LmvEvMzlNcq9eWVwLfY+Gb3ai/dz5DF33LqwtXE+xQj9JDkfhFFDH+0zl03fkOntH1mJ78Hv1KK+/fUJ1ClVxVXMx4n3c+SOFEoYrG9q6ERszBo+3vMwGqu5Yme5k/dCH7i35nYEzD/u+yJaSId70WVcJmGq12V5ZjKWnveBJdbzo73utX9Rwr4i3i21cXsjrYgXqlh4j0i6Bo/KfM6VOvyvVRmrMI34U/4bc+Avcmv/8CVsLud71YdKCEexU0sqTP7M3MeKmQjPff4YOUExSqGmPvGkrEHA/uR1l7pxiJJASUISByrwx3XaOK3OtKTLn2IvfKsdc1suHLfdEG3BuO4uuBU/HtdJtT22P5rOB1tp54nY1Pj+SrV6fg83w9bhfsJS4uF8d150ga9iuxno5MOGzH2Ckj6GJ0nPWLY7nQfyNH1r3MwcDu+KTZMHrKGLrXO0lcxCpOvbSGLxOHsM/bipFfvcoUn+epd7uAvXFx5Dqu41zSCJpQQvZb9vRb/i10mMoXJz7AUe2uN+JwazqW9DuWuMV9R5L3McY/7craAnhxfi6HZnSAkmzesu+HpusXnPjAkbpcZ6vv0/jnDWBOiBOl/4pkQUZLInMzCW6tkcCyK3uJWbmbS5ezWb36BG3HTKS/bTN6jXyClR0D+HrAP/DppBFoo/qdGDK5O0eGdiHwqAMh//Cmxdn1LFh1nteT8vj4ViDNhm/DpPdiDmZNpk36aFoNv0FUYSIDNjjTeKIF8deiUflV3j9+0C9Vc/2onMl2/uQNmEOIUyn/ilxARstIcjODuTsVqO5arrrNRJtRnFSvgQoGRlh2GcbU/kfxaDLmv9kElrPg2cpy9CWzf2MmWsRzO8mp6jlWxBvONpPeLD6YxeQ26YxuNZwbUYUk+qp/a6x8fRRvG0HzYQW8++1OQpr/LvdFJHg0YczXA/iHTyfNL3NG9ek05B+8mjeSp/3zGDAnBKfSfxG5IIOWkblkBrdGvpvR9RQp7fWVgMi9flRO5F4/6qTOUuRef2r1N5H7AIqjfyRzXBOuJ3jSfMwlZh19i2NO/vwWVUBGYBNUBWsY1CGY67NPsWfQp/TqHEmL2DNsHdEUY8q49PFAOky+Tfged1L7zsFs2SlSx9po/m1PApk3u/CGazsyva0Y/VsUBRmBNFEVsGZQB4Kvz+bUvqm0u7Ud/w4+nHnNm+sbdvNS8inWDLDQyH2z6XzXrg7Xuq0mb/xBer2ajFHT76jv/+8Kub+53Z8OPmd4zfs6G3a/RPKpNQyw+Il4j3YE5XsQsSCYQQ4m5O4/T7O+7nSzflDj7hwPw6HrP+m7+wwfvVwXihLwaBLAr+EnSBj2hEbuzZ6gyc8reNluAU+tP0/i8EbqrwbYFZ9FSTdPXskdS7NRadwxsqDPR0fYajOPtg/JfdxxJz52qLy/i8lKelTBdeEhP3a9PJF8jwgWBA/CwSSX/eeb0de9G/emUiH31VfLhV/6s/eFAK6996WGgVEdGjzZFMvSytlYlX3G4HZBleT4NCl35b540cWq51gRbwxpd4yw6PMRR7baMK/tfXJ/s/L18WdyH/BrOCcShlFRQSMznrBqxK0ED9oF5eMRsYDgQQ6Y5O7nfLO+uHezFrnXn3OzZPqYBETuHxNgLXUXua8l0NUQRuS+GiDW0hB/E7kfyeHObvRoXsS5nD2ctp5G9r5ORNr6kqpqQH3TMkpvlWLRKYCYlBW8njeedu5H8D98jHkOdSpKUbo/FHvndFyjXEgL3YlH9pd88OI3xE6aT8aVMjD9X4LWTOLySCt8U1U0qG9KWektSi06ERCTworBtlzb5I3duOvMPxnFtaEvsKRVHN9s8aFxhdyH0WDUi2TubsPyMcd48/PnGHpzAyeHquW+KZu87Rh3fT4no64x9IUltIr7hi0+jSn+6hOCA8LYePQypWY2dPVdQGz0GOwfejK2crkfSXLxH9ty6vZfxblpufTsv4shOSeJrPha4Y+jaJMX1m9BkFceS5PtWTnfghmhNx+4cx+b2px3X6+8f0nGuCq5uu0+ypgzoQSEbeTo5VLMbLriuyCW6DH2fzzkWyH31VdLt/Qwvn9jFIk37zIw7ciMnOO8b78Zjyb/zebijtFciQuuJMenWO+suXN/c8L+queojucxWQ2QvKXJ2K+cj8WMUG7evXP/UxXrw/xP7tyPTC7+Y1tO3f6suriD8f/zNZ8EBxC28SiXS82w6erLgthoxjy8KGrpJCNhhIASBETulaCue0yRe92ZKdVD5F4p8rrH/ZvI/Shy+07As6MlltadGeg3lO4NtjDYahQ/vJnARPMYpi+7hEtMOmt92qA6NA2H3ptwSjlLzGsaS76xdRhtRpzjrc/cSfP6iGc257PBrZBtEavJPpTCiqz2fHx5K+YBVoz64U0SJpoTM30Zl1xiSF/rQxujS8S4dmDCkXYMcLbj9skMdl50ZMXXOxjfML5C7q1WhpIfEsO11pdRDVyOW9Z4dnr/mwMj9+HaYQJH2g3A2e42JzN2ctFxBV+nDebXfYf5pbUznU2/Yk/SEqZOT+e5Nfkk+TV+YDVoe+e+8cVFdO2ynE6JF0l4wwJU35EctYXifoG4nR6H9SQL4k94k9ZzMGnGLbhR6MDq+7blrPvCgagelff3LImomuuuWJx+uUFr586YfrWHpCVTmZ7+HGvyk7g3lbvbcqqrlm8feJsvX9H+zv2Td75j3+FfKskxlqIhGrn/bcbJKudYEa9PKBbxJ/BO68ngNGNa3CjEYXUhiT7Xqlwfo4+NrHJbzn/fuX+C307t5fAvrXHubMpXe5JYMnU66c+tIT/JjwdXhe4nDOkhBPSFgMi9flRK5F4/6qTOUuRef2r1N5H7P7Zy3CtN0SYGW43WbMsJUJEa6IhXYisWHcwitM1BpnRx5pNGk4iLnUJ3VTbho8YSazSZnJwhZPXrTnjxaGJiZ9LnifPseM+fsZva3pN7zbacAFSpgTh6JdJq0UEyBqXh3Gkevw4YjpONMZT9QHZ8Jpazj5MTfBiPZmFYb03CJsyJeSetCExJwmb2K2R6HyXBdDyd5v3KgOFOaLpmE59pyeyjy7gx/GXWtojg83WjsT61GG/X5TRdns92/6Zayf1/pmUSNchS09akAbZ2xax5uTsL7/ixZKEvzY5/SHDYARw3nGaDcVCF3G+4sI7uqX686LuRAjNPEq7ct+f+p3l837fy/omDz1TJNTv6NgG919Ii4nPWjbbm1GJvXJc3ZXn+du5N5aFtOY9dy912hDcfw29LLrEjsMl9X1FotuU8zMamOJ4Br1SWYzy3h93dc/9p66rXjjpei0lYbLjAuu6p+L3oy8YCMzwTrrCl20peqWJ97LILp6XPWcalRjO4iZG6UDRo2Yajb9oQ8J9pZEYNQlNBExrY2nHjI0d6rm1BxOfrGG19isXerixvupz87f48uCr050QlmQoBXQmI3OtKTJn2IvfKcH+UqCL3j0JNmT4i93f33JddTSWwmxfbnlnG0fQJWB2PZtyYOSTmXeM2pjzZZTiL1q/Cv6MZpd9sIjRgGusOXOJWOZhZOTBwQjhLw3rzxZD79tyXXSU1sBte29ozdfhVFm/tyObTCXhWvDbmZ7b42DEi15/9+58l3DYM66Q8hqY+z2sbX2Dd2TmcdelBpudGXBKHsNp+M6cTPNF03YKP3Qhy/bPJfCUFX/8oci6XVjxQaesyl81bpvNSgwcXlDbbcjDtReSZPYSUJTNz/Axi957lpkV7+gQtJW6BKw0/9bor9+txr3uBuMFdGZvlRPz9cn89haE/Jlba/yljuHGsCq7PXWfHTC/8o3LQTMUWl7mb2TL9Je5NRRu5D2yC1rVsuw2vZlXJ/YPbcirYnNrMc2uGVpJjBzbe3ZZzO8Wv6jmq41lr5H69e10uxA2m69gsnOILmHOmN11X21e6Pna+ewmPYf/kZ83/0A7UpXdULv7ZDoy+f1sOpvSKPMPeEaeZ6eVPVM5lSjGivq0LczdvYfrDi0KZc45EFQK1QkDkvlYwP3YQkfvHRlhrA4jc1xrqxw5k+HL/WIhKuHbhIj8ZPUlL24b3Xi+pGVJF0dUf+PG3+ti0tMJcydeQ3LlOwfeFlFg2p1UzCz14aLJqrneuF/B9YQmWzVvRzKI6of5ZLXVbJNrlWH3xdMvu99Z3uF7wPYUlljRv1YxqRfloCUkvIVCrBETuaxX3IwcTuX9kdLXeUeS+1pE/ckCR+0dGJx2FgBAQAkLgr0pA5P6vWpkH8xK51486qbMUudefWonc60+tJFMhIASEgBDQkoDIvZagFG4mcq9wAXQIL3KvAyyFm4rcK1wACS8EhIAQEALVT0DkvvqZ1sSIIvc1QbVmxhS5rxmuNTGqQcq9ubk56j+Ojo41wUzGFAJCQAgIgb84gfT0dMrLy3F1df2LZ6p9ekeOHOHq1av06dOn4hpnCEdZWRk7duygUaNG9OjRwxCmVDGHtLS0ip+GtP527dpFcXGxQc3p/Pnz5OXl0b59e+zs7Axq/QUFBbFixQrF5mRUrj4DV+NRp04dVCoVJiYm1TiqDCUEhIAQEAL6QkB9DVAfhnQd+H1ORkZGGBtX5wsHlK2qIdfKENefIc7JEM8V7u7uJCcnK/bhrna5t7a2ZtasWYSEhCg2KQksBISAEBACyhGQbTnKsdclsmzL0YWWsm1lW46y/HWJbpDbckTudVkC0lYICAEhYHgERO71o6Yi9/pRJ3WWIvf6UyuRe/2plWQqBISAEBACWhIQudcSlMLNRO4VLoAO4UXudYClcNO/gtz/P4LXFzsQWwEG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AutoShape 4" descr="data:image/png;base64,iVBORw0KGgoAAAANSUhEUgAAAvcAAAJfCAYAAAD7MPk4AAAgAElEQVR4XuydB1RVV9OGH5ooVrAgYm9gAUVUUFFUUOwFS1SIRmOvGBOMDTv2LvaKvXcROyCighWjYteo2ABRkQ7/moNXLgjG5Mv3pfx31mIlck/Z+93nXJ6ZPXu2Vmpqaioa0yigUUCjgEYBjQIaBTQKaBTQKKBR4B+vgJYG7v/xY6jpgEYBjQIaBTQKaBTQKKBRQKOARgFFAQ3cax4EjQIaBTQKaBTQKKBRQKOARgGNAv8SBTRw/y8ZSE03NApoFNAooFFAo4BGAY0CGgU0CmjgXvMMaBTQKKBRQKOARgGNAhoFNApoFPiXKKCB+3/JQGq6oVFAo4BGAY0CGgU0CmgU0CigUUAD95pnQKOARgGNAhoFNApoFNAo8G9TICWCXQOdmBbdh/Xr+lFF/9/WQU1/slNAA/eaZ0OjgEYBjQIaBTQKaBTQKPBvUyDSh/E/BFLTcxKti2n/23qn6c8XFNDAvebx0CigUUCjgEaBf7gCl1n83RRCao5lXX99Vg/1wCdHO6bPcaW8DiSELKb/jNs0nDKPbgmrGTD+MK9S1LqsV5Mh68fiYADvrm9j9qx1HAt9RlwuU6o368PIEe0xM4Ck0JUMlHNldxgtLbR1c2FYypauQwfgUAIuevXD80QUWqU7MWtWV8roJHBhYV+mn36LTrmu7JjVntCVg5jg84oMG8zomOG6cCrOJioAS+LqsgFMOhqhHKelo08+0+q06TeI9pXySENYOWgCPkpD0k3HzJWFU535dBm+XpfuZknc2zediV4+hD5PwKBkTTr8OAm3hkVRWvX+BttmerL6SCjhyYaYN+7F2LHdqZY/idCVAxl/OK1PWlra6OYypJRtV4YOcKCELlxe/B1TQmqya5V9eru1tNHRM6CQmRP9hrtQvUBaP97f2MZMz9UcCQ0n2dCcxr3GMrZ7NfKr92WwFfCO69tmM2vdMUKfxZHLtDrN+oxkRHszDEjixuqhePjkoN30ObimPQQs7j+D2w2nsLBbwhf1M3qwj+kTvfAJfU6CQUlqdviRSW4NKfqJj5N5sPUnftr+mtpuXrg3yAskc9vbjVF7Y3EYs5iB1jnTOpR0Ea9+npyI0qJ0p1nM6loGnYQLLOw7ndNvdSjXdQ6zOpVMOzb5HptGjGRXeBV6LxlPi4LakPKc3WMGs+FWcsZ3VMsAux9X0vQXt+y1T7nAgj7TuVTjZ1YOq00O3nNj20w8Vx8hNDwZQ/PG9Bo7lu7V8pN0dRkDJvlTcfg6frLLAcRwYkpPlr5sxdR5LqRuGMbYw8b0XzMOxzyff10k39vEiJG7CK/SmyXjWyBNVyz+HvumT8TLJ5TnCQaUrNmBHye50TBdzDSZlPsfJSLtgUc/nynV2/RjUPtK5EGesa97b9KP00JbRw+DQmY49RuOS/U8X35O+e13KuGRLws9vdgb/IC32kaUs+3I8LGDaFBU+ze+G3Q/ipHMvU0jGLkrnCq9lzC+RcG0dyvpKssGTOJoWufR0c+HafU29BvUHnndFXt3nW2zZ7HuWCjP4nJhWr0ZfUaOoL18MWVhGrjPUhbNLzUKaBTQKPDfV+DOnTvKTSpUqPDfv9m/+Q7JB+lh3JpDLQ/wemU+hlV2YOEDQ9quDGZ3r1IkHOhF6Q5BdPe/yuSYYVRwXEZCjebUVFFwjlq4bRxPw4eLaGE/nNO6NWjvXI9CEUHs2R1CsuMi/PcPoLT/QMyaLCfBqhnWJtqkxD7hcsBVomtOJ9h/KA/7laX16nBSDZqx7N4h+ha6xBirunheT0TPehIJIe6cHGRO05WJWDWtkQ7huub0WDydDp+iq/H49itPy7WpWDW1okhCBHdCgrmvbc8cvyMMK+/PIPOmrEy0omkNkzRAAHTNe7B4egc+XeZ36OJpMIO6tpP51bIjHWwMuHN4C8df12NBiA+DS93Bq6UdQ07lpE7H1limXGT3rhBSW60mZFc37g42o8nyBKyaWWOinULsk8sEXI2m5vRg/N3N8OlhTOtDLUl92kOt3UVJfPULZy88IrezN5e3uVD4thct7YZwKmcdOra2JOXibnaFpNJqdQh7ul9LH+P1zbixqAX2w0+jW6M9zvUKERG0h90hyTgu8mf/gDKcHVYZh4UPMGy7kuDdvSiVcIBepTsQ1N2fm5M/ZK/flAqstrNl8q+WdOxgg8Gdw2w5/pp6C0LwGVwOnY9ap7zYybfW37DLeCxnzk6kRsQGOlbvySmLuZw7OhQz1YFxh+ldtjWrw1MxaLaMe4f6UujSGKzqenI9UQ/rSZcJGVclDXAve1DLZgpXknLjsPA6RweXQjslnJ0jB7L+ViJvw/zwv2tAdafaFNfLTf2RK6m5ySJ77YfeoadpOw613MtT75Y89GqJ3ZBT5KzTkdaWKVzcvYuQ1FasDtlFt5sDKN9yMzYbXrCzqwDjG1a3LEr/+0MJuDqF5FEWNPQqx9Lww/Q2zPxlksRlj1rYTLlCUm4HFl4/yuBS8lQmcW1yXWwn/4plxw7YGNzh8JbjvK63gBCfwZRTaSQ+gG8/yrdcS6pVU6yKJBBxJ4Tg+9rYz/HjyLDy+H/le6P+fhVNfMUvZy/wKLcz3pe9MZlcKXuthj1n6BfeqaJPt/Bt/R5sj6lCa2d7ir0PYe/OIKKtJuDvP47KZ7703eBOZelr0mU8atkw5UoSuR0Wcv3oYBSZ4n3pV74la1OtaGpVhISIO4QE30fbfg5+R4ZRhRssamHP8NO61GjvTL1CEQTt2U1IsiOL/PczwEzlPKSPiwbu/81/8DR9+8sVOHXqFI0aNfrL26FpwN9PgfPnzxMcHEzdunWpUaPG36+B/6QWZQWx95LQMe3K5pCNtAnunQnuV2Pl/YZ936pHvd6z77sKdNhRlsnnTjLKQhKU4wn1bISNx2NcDtxmsf6PmDVZQ/X1kex1lXNj2O1Sko577NnwejOGQ8vS7pAextEx2K1/wMYay7G3mMuTgpE8Mx7zCe6dvK3xfrEThaGytI9wv9mGDR+PS7gxE8fao7nf5QBPvPQZZO6Et7U3L3Z2JdvL/A5dJjxypahrEO22XmRthyIknZ9Hn2lnMXPbwIj4oZRvsYkKs69yfHh5dIghYEJXJobVZ/zKoSS6m9FkTXXWR+4lTZbduJTsyB77Dbze3YWTGeBerd0p4SxxKsuQa13Y82gp+kPL02JTBWZfPc5wibbHBDCh60TC6o9nyw/R6XDvlcx3FTqwo+xkzp0cRdpQheLZyAaPxy4cuO1F7lEC9/dI0jGl6+YQNrYJpncGuM9Gvw/b6FzUlaB2W7m4tgNFks4zr880zpq5sWFMQz7G44EUnm7ohHXPE1SZe4Ifrnei3RZTpgadwr2qGmwpcN+OQ3rGRMfYsf7BRmost8di7hMKRj7DeIwK7uPxH26B47oC1DK9SkiusVwMGkf6pRK48HN16swtydLwI/QtKA9OPCcHfkH7zXnor4L7FTkZWr4FmyrM5urx4cqMVkzABLpODKP++JUM/TDij8N9vD/DLRxZV6AWpldDyDX2IkHjqqLLB7Z1LoprUDu2XlxLhyJJnJ/Xh2lnzXDbMIaG6WJ+hHs15yLhBjMdazP6fhcO3PVCf4Q5X/PeCNynH5dC+BInyg65Rpc9t/n2SLXsn9MtJvyU7TuVQOAIcW7yMirAn0m15CGP58ocV36QviyahNOtwV/4btiNiwHE+w/HwnEdBWqZcjUkF2MvBjFOBvgj3G+22fDxfU7gxkxHao++T5cDd5mf0J8KHXZQdvI5To6yIO1x96SRjQePXQ5we2Xzz74DNHD/T/oDpmnrP0qBlJQUli1bxsCBA/9R7dY09n+jwMaNG0lNTaVEiRI0bNjwf3PTf+tdPoNYR3YUs8MoOIAPrnsJbL0Lq47ZRe51MHWewZLusUywtmGGwSRCz/z8KfKa/MtkbK0mkzI6hLMNlmHWZCX6rYfRzkyH5Jj7nNy8m7BKnlzwG8aj/mVp51cPZ8ODBNXcz1nrBVRy16O1zXF2vHTPNnKvW7YLc+Z0o8ynSObncC+pOBNsrPHU9iDhTN0sIs+6lO0yhzndynyKLvM7dJle5gC9bLri/USfYpZ1sG/YFOee39PeIh9hU2ywnJDCmMsXmGCROUr4ETBX6tN6WDvMdJKJuX+SzbvDqOR5Ab+R5hzJBPfrKkzhmGdjUsNPM2vQKA7ndycw5Ft861kyIWUMly9M4LPbqPXludt5rG1mYDAplDM/m33sbzK/TLbFanIKo0MCaLzaEscdxbAzCibggyt7A1uzy6rjFyL3H/XrYsDeXjZ09X6CfjFL6tg3pKlzT75vb4Fh5rT15AesaFOTgYHa5P/wgXJj/QnwsFbg65N9hHu/es4YHgyi5v6zWC+ohLtea2yO7+Cl+0e4f3+Q3ubOHGy0GV+rxdQZGc7A09eYXU91tS/AfXbaD7tLr49w/3hUKPaWE0gZc5kLEyz4bBSVyPkfi9y/P9gbc+eDNNrsi9XiOowMH8jpa7Opp5/Ci129sOnqzRP9YljWsadhU2d6ft8ei0xipkXu1e+fROgEG6w9tfG44kddryqfzXhl9d4ocL+uAlOOedI4NZzTswYx6nB+3APP4bi2Ck2y08rtBcM+i9x/fCa+SWZOg8qMjfmZCyGTqK4dyb2r94mSTCktXYzKWmJ6WeA+u++GkVTRfc/B3uY4H2zEZl8rFtcZSfjA01ybXQ/9z+BeMu8mYGPtibZHCCviv8VmhgGTQs/ws2pKKPkXJttaMTllNCHnJ2CZaUA1cP9v/WOn6ddfrsDvgfs9e/Zw4sQJnj17RoECBRTYk2hu1apVmTx5MuPGjSMoKAhJ4wgMDCQiIoJixYrRoEED5Xj57M2bNxn6bGxsTPny5bly5QoxMTEZPvv22295/Pixcl61atXo0qXLp89nzJih/P/IkSM//W7VqlUYGBjQrVu3z3TdtWsXZ8+e/fT7IkWKYG1tjaOjI5cuXeL48eO8ePHi0+d6enrKPbt27frpd69evWLHjh1KexMTE7lx4wbSxqJFiyrHHD16lJcvX2JjY8OBAwd4+vRphnYMGjSIsmXLcuvWLTZv3qzopKuri4WFBe7u7sqxoq/MpMTGxir/ls8rVqyo/NSvX59Zs2aRnJzMzz///Ona27ZtU/SrU6cObdq0UX6/d+9eoqOjad68OdJXlfn6+nLhwgVCQ0PJly+fMmPj4uKifLx06VJMTU2Va5w7d46LFy9y8uRJ5X6ilYx1y5YtlX7KNWrVqoWTk5Nyruj35MkT7OzsFH00loUCWUDsfqedLNV1p81Sbfq4W7Jz5lV6ZJmW8xHuXd8wunp95hvP4s4JN0p+BLnke7OwrzSaNyMCudhkHWZNlhFpXJrc7x7zPMYAS9cpLJoxiAYmiRzuXZZ2AZ2Y3dwX95MtGF1lIzNe/4xnvvH89Og/hPvkMKbbWeARO5KE843+MNxnp8tM2xwkhQexacV69p3wI+BCGBE6Frj7+NP1hD3WnrqMv3qecUp+gbp9hPtlkRiXzs27x8+JMbDEdcoiZgxqgIlOMgczpeUseajKH9dCr0htBq/cw+wWL5lY0xpP3fFcPT8uLY1B3dTG+NmAAKrXn4/xrDuccCv5MS0pmXuz7Kk0+g0jAs/RfFN1HPc7sXOpLu5tlqLdxx3LnTO52iO7tBw15ygpnKBNK1i/7wR+ARcIi9DBwt2Hs9MbkDtzs27NpXGtEZwt/RP+52dSJ/M0yke4D+g0m+a+7pxsMZoqG2fw+mdP8o3/iUcf4T5yS2cqdj9Lu31hrKi2gRbmg7n+zV5urWpFWtr1F+A+O+0T99H9I9w/GnEJO2tPdMdf5fy4yukO4Mf+xB8fQIVmG6n9KS0nitUtTej/0I0zlyeRlG1aTiRbOlek+9l27AtbQbUNLTAffJ1v9t5iVStpeRLhQZtYsX4fJ/wCuBAWgY6FOz5np9NATczP4T6ZsOl2WHjEMvJ8II1WVf1quG+65CGfnjC9ItQevJI9s524Kelj2WmVdDL7d6pzDFNtazBFaxyXz42jSux62hb6jv3xAvd56bTlORsKy6xedt8NOhC5hc4Vu3O23T7CVlRjQwtzBl//hr23VtFKLy0tJz1yD8lh07Gz8CB25BmWJXxH/fnGzLpzArf0LyZm2Vdi9JsRBF6aRm1ZJqFmGrjX/KXUKPBfUuBr4f7YsWNs374de3t7BQAjIyM5c+YMLVq0oEmTJtja2ipAuHPnTgVeBfyMjIy4evUq169fp0OHDgoQv3//noCAAAXCBRgF+nPlysWCBQuUY3R00v9aCvi/fv1aAVlxJGbPno2+vj5Hjhxh2rRp5MiRA2mXmACnAHVUVBQrVqxQrq9u8pn8tGrVSvm1pJqI4/D9998THx+vOCPiiKhAXaA6ISGBdu3afbrMr7/+yqJFi5S+yn0kqu3g4ICbmxt58uRBnAsxgWAvLy/lOOmDyiRnXfoq15B+V6lSBdFf2l6yZEl++OEHReO7d+9iaWlJzpw5efv2LX5+flhZWSmzKwLTHz58YOzYscr/S9vFMRAInz59ugLf/v7+hISEKOMzZcoUKleurDRBwF4+kz5K26T/8jsZv06dOinXF32KFy+ujJGMY9OmTalevTobNmxA+i/gHxcXp2hcunRpZUxy586tOCvi/IgjJ23VWBYKZAn3R7g5OYbB1s54v8wBiSVx+wT3WaTlpDxneYtyDLrSnm03N9LhY15x5LYumLscpPby++wqM+Hj1HsEO+196efQBe/YNqz230b3Miq474qPZwQuXfeTlCeG0sPO4BbamF4P0+H+a9ILlJx7tbQcYg7R26wtW6sv5/2uMn8wLceR/U5Z6XKJ7x9PZdZRQ7ovHEEDA4i7NROnGmN43NOX83ZLMXM5TqN1YezsXgRt4jgzshH9Ljkyd/tY9MZ8TA2J2Im9bz8cungT22Y1/tu6U+YzuHdCidxPc8QgpyGm5cpSWEnPiGZLp9K4HG/EurCddC+iDXFnGNmoH5cc53JsQuKntJyXM57SotwgrrTfxs2NHUgbqki2dTHH5WBtlt/fSYWpVRW4P3JzMjGDrXH2fkkOEinppoL7rNNyksO2M37WUQy7L2REmhDMdKrBmMc98b3lRePM5STjTzLQrCne1ht4uSuLFCkV3Hf1wTPCha77k8gTU5phZ9wIbdyLhwL3YwqwolVl+vu8zbDQWtvImfW3duBaWDzN30jLyUp7Nbh/uugD35Z24XijdYTt7E6avCNp1O8SjnO3My7PFCwaLqHiinAO9CwAKc9Y3KQMP0T9TMiFMbwbmXXOfcrTFbSq3B+ft+qLu7Uxcl7Pra21ODVxFkcNu7NwRAMMiOPWTCdqjHlMT99beKmJ+Tncx3Cotxltt1Zn+f0dlJlY+evTcpTI/TQcDXJiaFqOssoDppbClJVWCtxnl+r2nl0uZfjmcF1W3txDzyJvlMj9q3PTaTfkKA02qeBeUvay+m7Q4umKVlTu70NGmYxwXn+LHZ0uMSAT3Mcc6o1Z261UX36XVUnfUW7QFdpvu8nG9C8mupi7cLD2cu7v/14ZTw3ca/46ahT4HyjwtXC/b98+9u/fz3fffUfevHkxNDRUIruSriEgL6Au//b29lYi++bm5pQpU4b8+fMrUWWBbQFFMQFCgfjhw4cr/5aougDuwoULFXhXt0OHDrFy5UrlPgLSAtvz5s1TZgUEyCXKLTZ//nxKlSqlRMMFOjt37vzZdeRYubfKRo8erTgqEhWXSLaZmZkCx9mZwK3cW6LT4tw8evSIX375hZ49e9K6dWulnaKn6LF48WKlrapIuuqaEpmX6L/AtPRHTNWuAQMGKIAs8FyzZk3lOgLya9asUZwJmRmRc2RmoHDhwop+EqGX8x8+fEjfvn2V9sv15RpyjswUqBwaaZ/MCEj7xQG5d+8eklMvmotj1a9fP6W94niIAyXHtG/fXmnjgwcP2L17N1paWoq+Av/v3r1T2ijjKrMiMvMhMwEauM/mCcoG7m95NSRqmws1XbbyVMucnwJUC2qzyrlP4eX2b7HqtgOtxj8ydURzSkadYLa7J76pXdh+aR0tQzPm1b7z+wHbpvN50WQ5wfu+5WY/idx35eSpykyv2IdDcaUZfOwSdb1K0EMd7tcUZaDXQGrqfeyPlgEVHNpj+6nMzce0HO/iDJLjtN9y56AXc/dF027LFTa2DlVAZE3RgXgNrEn6ZSrg0N42faHuV+tymeG/dKJyPz/K9ZnHVNeKxPrPZMi4oxh7hHBuRBQjazVh/qsa9BruimXcCRbP2kN4nXkEHxvA0yHqed/v8PvBlqbzX9BkeTD7+pTMtKA2+7UCMf4jqNVkPq9q9GK4qyVxJxYza084deYFc3LInfSc+7W12f6tFd12aNH4x6mMaF6SqBOzcff0JbXLdi6ta8XN4ZXT4P6WFw2jtuFS04WtT7Uw/yng44LarPVrZPsL/av2w69cH+ZNdaVirD8zh4zjqLEHIec8Pk8X+mq4P8mpytOp2OcQcaUHc+xSXbxK9FDg/nxXHxpZjOJJq8mMb2OqzEQk396E+7RALOd/XFj7W3CvrHfIpP2319QW1DpyYUQtmsx/RY1ew3G1jOPE4lnsCa/DvOBjDC2wjjYV+nKm0iAWTO1Miec7GT14MWGO3tzf2ZEbknO+KDe9Fg/HLlfac6udzwybOz9iMeoJrSaPp42p0nJub3JnWqAl86+tJ9fQqvTzK0efeVNxrRiL/8whjDtqjEfIOTzUcq/S4N6b4oO8GFhTm7d3DuI1dx/R7bZwxbs1oUPMcfqK9yZjzr3690Xm9QmZtOr+gKFfeKfyBfxAraaLiKr3A9NHtaJkzA18V0xnnm8EbTerw33aepwM3w27G7HL0YJRT1oxeXwb0mS6zSb3aQRazuf6gQp4VmyJd/FByvus/fYOB73msi+6HVuueOOcupNvrbqxQ6sxP04dQfOSUZyY7Y6nbypdtl9inXPhT4vqVT3+SyL39+7f48qtaySnZCrtpDYO4gPqautQorAptWvV/uwbXf7ghoZdJzYx7jcwTQuTgsbUr2P3P8A5zS00CqQr8LVwL9FjiZJLWo1EoyVSLekXAnIS6VXBvaTQCFxKKocAqAC+/MiCTJVlBfebNm1SItESMReTqLyAokT+JZotECmfScRZ1gjI/SRaLGArMwMCwJKWIlB7+fJlunfvrkScVSZOQma4F1gV2BYIl76Jw6FKKZF7iYMiIK2yzHAvUXWJWovz0qNHD8VBUMG9OAGii+p6Moshsx4SAZfZizFjxmR4DCdMmKCkz0hkX5wkcTrk3wLo4kiIhn369FHg/ptvvlEi8+IMyAyEzDDIf8WhESAXLQXY5f4+Pj6KQyb6S5vkWDlfAD2zqeBexlbaKf8W3cVkBmXr1q1KqpH8TuC+du3ayuyAjJPMIGjg/je+WbKF2MboJz9ijXMt+hwuyIgvwr2skYwkcF5/+k3dw42oJFK19DCq2gGPFUsZYluAxJNSEUN9QW00p9xscVoURet1AfT0s8c5oCunLvclwMGCMbc7sPXhapJ6GmeAe/W0AaVnOqb0PnCPlc1VDvhHuF/xhGS00NLRI7+pFS2HzWaBmx0FE9NSCNLTW9L00THtzYF7K/l0md+hy8wa91nfvwvDN14jKjEVLW0DSjcfh/fGn7ErAAkP9jFpuAerj93gdWpBKjXtx7RFHrQskfT5os7oU7jZOrEoqjXrgrdiONZErVrOlxYCJ/Bg3ySGe6zm2I3XpBasRNN+01jk0ZISqFVEWt+KlMhA5vXvx9Q9N4hKSkVLz4iqHTxYsXQItgWS8B+WDveN9ZN5tMaZWn0OU3CECu6z08+LMlv702X4Rq5FJZKqpY1B6eaM897IzyJEZvtquD/F5b4BOFiM4XaHrTxcnURPY4H7YFYn9aTWtER+DLyMZ62PydNxpxhSpSkrjDw+Lqz9ygW16toHuHLM1vljtZy25Ex4wL5Jw/FYfYwbr1MpWKkp/aYtwqNlCXT4wNUlPeg8cjd33qco/c5XsROzdq6nb1WttAWlc2+TpNZ/3QqujM6zjWmJPxJ42ZP0pg+hStMVGHlcxK/TRQZ3Gc7Ga1EkpmqhbVCa5uO82fizHepqpsH9Cp4kSzlVHfTym2LVchizF7hhVzAxrcqUWrpNdu/N18O9TBapPadnBnCuSbMvvFNx3Ng4goFj1hPwawwpqVrkKFgJxx6jmD7RlYoXsv9uaDmpCw8nLiHpx0Aue9b6uN4hjlNDqtB0hREeQRN50rYNK9I6j45efkytWjJs9gLc7KRcZgqRgfPo328qe25EkZSqhZ5RVTp4rGDpEFsKZLGFwV8C93t89hEUe5W3ce+JT07I8ltbFpqZFiiKbS4LWjdJm+5Xt1N+p7iv+5SzDy6RkqpesDjjccZ5CpH3rT5jevz0G38dNB9rFPhzFfhauJe7CuAL4MqP5McLpArgSVpHs2bNFCgVk2hwWFiYAnvPnz9XficRYYFbsazgXmCycePGn9JyBE4F9q9du4bk+gu0CljKNWQGQVJhBHYF2AVmJd2kUKFCSK68wLbAvbOz8yexsoJ7ue7hw4cVKJb0FDGBaDFxLiSdpV69ep+ukRXci2MgKTECvwLmkkoj8CsgLekvKogWUBcIXr9+Pdra2p9mLVQX9/T0VBwFyYOXfHY5V4BZNJfUIYnkS6qOwL04NzJTIfeWfouzJX2WKLtE3UUfGR+Z7ZAZF0nhkfSpOXPmULBgQQX2szJ1uJf0KkkfUpnMlAjcSyqPODwC9zJzILrdv39fmSGQSL4mcv/nvp9fvFp8BA/uPiM2tynlShtlXCD5P2zGX3Gr+Ij73HnyHr0iZalgkueziOBf0aYv3TM+4gF3n8WS27QcpY3+xC1Y4yO4f+cJ7/WKULaCCXn+n+wBlfI+nLsPXhCXw/hP7Hc8Effv8OS9HkXKVsDknzper8QAACAASURBVCxmcgwvHz3iVVIBSpYrRt7Ma0P+qy9IPBEP7vIsNjem5Urzpcf9L4H7nYd3c/RNEJcjf+V5bHSWUmihRZfyttTLXZ22TdMWsqnbSb9T3NZ6xKprPryIfZutnK1LVMPofW6m9B73X5Vcc3GNApkV+Fq4lyi5wO3QoUOV6K/Au6SEyGJagT0BZIF7AWZZWCkLVSXHXs6RYwXWZUFpdnD/pbQcibBLtFki8pIWIqk+cv3evXsrwCopJAKz0hbpj+SKSxrQqFGjvgj3ko8uzoA4Dn8kLUci9+JASP8EsgVuJY/+S2k5AtsCxEuWLMkwFLJwV1Jj5BqqtBzpq1xXNRsgjo3A/fLlyxWnRiL64ijIglxJbRKHRuBbZiPkOJl9kH9L+pCkCcl5co60WVKQxMR5EAdKnBj5XJww0VeuJ+k8qtQhScuRRbNyvqwdELgfMWKEsiZAHCe5j8wUSIqOJi1H8z2jUUCjgEYBjQK/pcBfAvd7juzlXFwoT96+5MizX3ibKEuO062CgSFWhcpSuoAJtgbZRe5Pczk5jCVXDqKVnMTj+HekpKYv6KiYuyAvEmKoX7gsVjrl8PguvQJGVqL4nPIhNa8OSakp6GnrohWVRDPHZvj6HyXFQAsdLR0SX8fS0ilj3nDQ+XPE6cfzPjGWAjnzUyKviRJRDDwbiL5RLl68e42eji6FdApQo1rGWtYB5wOI0U0gISURXS0dTPMboxWLEkVU2bETx8lROCdv46XaSSqGufIR9/KDTNSSyzg3ER+iyaOXC623KTRskF5OT+DvQthF3sS9VWY25PraWlqkkEJSVAKtHTPOhkgk+Neop7x4/5rkj8e/iH5Bnlx5lWs3r99UiX5mZQIhAZfO8jzxJXGJ8QrUFU4sQEvHFkqUVt2OnzhOziIGRMa9QwsoaJCf2BcxODROy5EWk0opSXopPIkOJyk1WWl7THwMUTFvMDE0Ifl1PPVq1aWgkZECYF8yn2M+hOtEUiVfBWpb11IANjs7evIYKfm1SExJQhttklISeRr1nEJ5jJT75vigRe2atb94DfVry+yTgKYKvLO7rwCcRJ0F4gUyJQ1EIFLAXqL3AqYC91u2bFGiyLIAVqLNkgMv50p6iuSmi0nFFwFP9Zx7OWbSpEmf5dzLfQQ0JUovKSASUZ44caKSniORa1lsK2Berlw5pZqMmFS/OX36tLK4U2YUxOT6kqIyfvx45d+S6iO/k/MlQi5tl6i9zB6oTKLwsr5AZeKozJ07V7mPQK5Uo+nYsaMCtQLtEq2XCLnMOAhMt23bVvlRN3EEpNKPALmrq6vykUTh5XqyIFacI8mzFwdBfmSRsjg3lSpVUqoASU69tF36KBF5AXVpj6QlSTUhWQMgz5uqslBSUpKy4FaOE83FWZBxEQCX/H5pt0T4RV9x3ATuZWGxzGiIUyHQL22VsRb9RHN5ZuQ6P/30kzJrIDrKuMs6DIn+q6dDffHB13yoUUCjgEYBjQL/bxX4S+D+/IXzRHyI4kLENbY/CuDuh6gMA2Cko8/4Si6UKlAM/RS9DOCnOlCA4c2HaB4mPCPkVSjr7gUpUKoyG8OS1ClWCZs8VcmZqk/Lpi2+OMhb9m9j9ys/jr+4SZvC1XEp34KmjZqwef9Wjrw5R2JCMi4lmtEqE9xfvHyJrTcOsuGJP/l0cuDV5CeaVGtEcEgw994/YvaN3TjmqULjErWV66nbniP7CIy7zsLrPjgUqMz3FZtTtWQlJR9ZZZJ+dOn9TebdPEhMUjye1t0or10SXR1d7ic/wfPqdn6s3p6yKaY4OaaVzhMT8FhzeAPbn/tzK+opDnnNKKpnRKTBB4zicjPj+wkZ2iKpAb4XT7Dp6UmOPb1Oh/zVKaKXl93vr2Con5dhRVvwfafPUw4EyvZd8GXpUx8a56hI2QLFOP86jCIlitKxYAMa2DXIcJ/jp05wN/kx4y5uRl9XjwnVu1BetyQN7dMdk7v37nL57lXW3vblePQNvilTG5MPeYknketaL7kb9YTOlRrRIm9tGtlnv0GUANb6o9vwenEEt5od6VndWUnNyM5O+p9i0+2D7Hl1CbtC5aiEKQnJidyOf8mF+MfUN6nE8HKdqF/369ZvfG3kXtoj1WEE5KR9AngCgQKvAooCh7JgU3LuJR9cFlhKCohEogUOBVRVaTmycFZSWOQcMQFMAXgBXHUTSJbcc4ksS066gK8AvqSpiHMqkXmBVkljkXQQgVaxmzdvKiAqz6jAtpgs9BUoVpmcL1FpSWWR8yW1RxaYqptcU6LTKpMyl+IIiUMjC1MlWi0QLSk0sjZAtBGwlmuKVqKLemqQXEdy6AWMBZ7lWHkHZFZDjhPHQq4ha3Xk3pIWJPeQKH14eLjSXoFocYJkdkT0lnUG4mCIwyOpMeLoyHGqEpUyvlK5RxwV0VvKZkrVIInOi8OrKrEpzpjMZEhEXxb7SmRejpMxkRx8WWshZTVlBkXaLpoNHjxYSYWSGRUZF3mWpTSoZifbL36Naz7UKKBRQKOARgGp0JkqJPEX2fIdq/D8dR/hmeBemnO7+0ZKl/x8YVrmpu713U9gzBUW3zyeAe4bFi7PSPteOJhnhMsvdXXmIS8W3DjA4MJNGPVdOngsOLacF4+e49k7LTKZ2VbvWMfiZ/u59e4VdgUrMLJSNxwbOiJOzJSQDUyx70e1KhafnSfS771+jG/2TcLNuAUz+4zO8vp+/n4sur2bk69/YbipE+O+TVs/sHj7Ms4lhPGdSUscHRw/O/dW2C0WXN/KuafXGVvehQ4t2rPv8H4+JMXStc03nx0ffDGYvZHnmHV+G3vre9C8QRPcdk/g4KOLDCvakqHdBnx2zpFjvqyKPMnTl/fx7bFagdMDRw+Rs7gBBm9yUK9uel616mTf4770u7iIXLkNmF7RNcu0Kzl23JpZzHi2jw2tRtHW3EGBsGv3f2Hls6ME/RrKcqcRdLT+fD2G6j6n/E+xK+osa0OPUMWwOJPNvsvgAGUl9mzvBSx8eYT+lVswusUQ5ZCg80EsvbKTvREXcTNvySTnr1u/8XvgXu4jsC7pGTLzIXCf3a6lEukVeBSoFCjUWEYFxGGRdBkBfJn5kMXH/yuTNQKqsVHNbGR3b0khkpkEVdWc/1UbNffRKKBRQKOARoF/twIauFcb3/8E7oOTb/EsNprTz2/R0rgG35VqipODE13muTGq6ff/EdxLE1fsW8vImxupnac0I6u6kFM/J8tv7KO5lR0dLZt/qoSi/rhmBffj185hYs90x0X9+MxwnyNZm+WP9/Ao/h1uRVvQrW36Rkeq8w75HmZFxHEuPb3BgMKOFM9flKKFiqKVBJUqmCtpFVlZuamtyJH/98G9wKxEgNee2cHy8BM4l7ZmeZfp2b6hB44d4nTMJUJe3CX41X286gykp0P6xklfC/dy3KLNS5n7/DB5k/S45r77q74Vfi/cf9VFNQdpFNAooFFAo4BGgT9dgfdcWOLO0tvlaeWYiwu3qjDxxwYoWxBo7B+ngAbu/yS4D88diYNZfSacXEpIxGN6l3OgWRFbll/a96fAveQT9zg8lkjtJEaYtCS/fl7Op4TRvECdz9J9VF1Swf3m236UoSD5tA24l/CSp+OOZPmgqsN9b9OGvNeL58n7F/Qu25YGlW2yBHWpuz7r4FLWRQSSS0ePArnykSdnHhwMK9OxnAPWVhnXGahu/EfhXs6fu2ERC18coZZRCXb0WpZlX6TKyNZLB4h78wGDXLlYHH6UavlM+aFCFxwapef3Zz45q8i9HLNqx1pmPTvAm7fveDEubXOn3zIN3P+WQprPNQpoFNAooFHgb6FAUigrPQ6T1yonIYcuk7fzNMa1MPnbV0v6W2j3N2zEfx3uZYr6wOlDhCU95Mrzu8oCze4lmtPM0Ynfk5YjeanBoRc58fI8RCcyxKm3siDvZNDpv0VajgL3BevwOiGKMZdWEh77lsHV2nLu5R2m1+z7H0fu5dlZenwdbudW07liQyzyFyVHih5tzB0pW6Zslo+WCu4Dn1xjZOnOFC5QmPHXvAkasv434X6mbW823D7Gq9hoxpVxprNDByWXOLPJ+L56/Ypzt4IJT3jNuee/cPrtfXKkprCy1ghaNk5bdJnZ/ijcS4nIxbtW4vXyKD3MHZjS+sfPri3pTgFBZ9jy62EqFyxLsQJF8Qjy5nXcW6abu9Kz9bfZvorZwf3ybauYHX6Qslr58B3m/VWv8r8J7iUnXnLBJR9e8sY1plFAo8DfX4Gk0JUMmuDDq1TQ0tZBz6AQZk79GO5SnTyhKxk4/rDymdTW1tbNhWEpW7oOHYBDCV24vJjvpoRQc+wq6pzth+eJKLRKd2LWrK6U0UngwsK+TD/9Fp1yXdkxqz2hKwcxwedVhh1W0THDdeFEKhwczPjDaZ9paWmjm8uQUrZdGTrAAbmVusXf28f0iV74hD4nwaAkNTv8yCS3hhTVTvriPUrtHvAftHEqzkYP2Dd9Il4+oTxPMKBkzQ78OMmNBuxlzOAN3Mq0LY+WgR271zdl5cDxHE4TES1tXXIZlsK261AGOJQANf3T+6iDmetCpjqng3PS1WUMmHSUCOUyOujnM6V6m34Mal+JPHyp31NpG+3NsLGHMe6/hnGOeb78UCbfY9OIkewKr0LvJeNpUTCtIEXSjdUM9fAhR7vpzHEtjw4JhCzuz4zbDZkyrztmOvDu+jZmz1rHsdBnxOUypXqzPowc0R6zjBuWA3HcP7yERdsv8Fy7OHVdhzGgcQl0SSHi3GpmrjjF05xV6Og2gnYVVfMCyTzY/CMjAy3Z7pVWHIK4u+yfP5+dVyLJUdaBPiN6YvOxvX//N++vb+F/Be4FamRBaVxSPDee3eVN/lgi3r3iQuSv1C9UiYZ5q9PEwfGr4V4Wvp395Tybnh3jWPhNCuXKywDLlpjFm6Crp/unwv2c63vpZ9yYPg6uSqULsakH55L8OiHbijuScy9w37xYQ8zKV2SL315m3ttNUkIcH5ITOdpq7p8C9z6njjLg8kKl0kYNw+L0L9uRZo3SdibNyrJKy9nts5eC+Y0oWtD4U8k+1bmZ03Kik6Nxu7AMW5NKdC/oQIdWaTtqqtvR40dJKqpNcYpgWdWSy1cuc/TtFaaeWc9Gm5G0cfg8J1w2Rmpz4Gf08/7+tBy536boMxx/EMy0yt3p3uLzNBvJXfe9F8DCk5uxy1dRae5LvbdsfxqCU97KTHVyUxY7ZmVZwb3kby88uoZtUUH8ZNmJYc3SFqv+lv2b4F4Wo0ppTKnKIws7NaZRQKPA31+B+JODMG+6kkSrptQomsirX85y4VFunL0v420ymUpNlpNg1QxrE21SYp9wOeAq0TWnE+zvjplPD4xbH6LlgUd8s7cCrVeHk2rQjGX3DtG30CXGWNXF83oietaTSAhxT9tkaGUiVk1rpO+Qq2tOj8UTMZxSiSbLE7BqZo2JdgqxTy4TcDWamtOD8XevzKdS4UnXmFzXlsm/WtKxgw0Gdw6z5fhr6i0IwWdwcfyyvccEcnmU/w/aOIUKq+2wnfwrlh07YGNwh8NbjvO63gIurCnKiiHruZX4ljA/f+4aVMepdnH0ctdn//qaDDRrwvIEK5pZm6CdEsuTywFcja7J9GB/hj0fmq7/p92HdTHvsZjpHYp9ioqnbeC0llSrplgVSSDiTgjB97Wxn+PHkWHl8c+239Np/eAnLBp6UW5pOId7G37xoUy67EEtmylcScqNw0LVzreQ4D+Myg4LeWDYlpXBu+lVKoEDvUrTIag7/ldnUvPuIlrYD+e0bg3aO9ejUEQQe3aHkOy4CP/9AzBTc9A+nHLDymkJb8zrUj72MueeVmBcwDk8im6kQ/XenMxXnZIfQgnLP4jjl+bSwCCZ8OMedO7sydlCw0m+PRdI4OzI6jRakopTNxuiDmzmpu0qQnd2T3+2/v6v31/awj8d7s8EnuHR61+5m/sNqXHveZOSSI5XyZTObUzhPEYUzlvoU2WUr43cHz1xjJSiOqy6sAPfZzcolbcQ0XExdC5QmzrlrTj/JvRPWVC7+cxuep+eh0MJS9rkrUmBHPl4Hx/DkbfncS7aiG+ad/xssB48fMDec4d5mTOK2jksFNiWKhjrT+9gxYvjPPvwhuD2S7OE+9N+p7mtF87gk150MarLaIdemJulV8rJfDOpmLHk8hamXthOzypOuBS2/6wajfo5Avezr23k/NNf6GviRJkCxYmOfceJiBC+q9iWBvXTFxtLRPx0oB++8VdZfu0wnuVcqFakPLsi/dh57xxdjWwZ0MCFyuaVMjTrwJGD+MZeolJ8USoUKk1sUhwnEq5z49V9fq7QFccGGVNgLl66yKv4SHoHLSCXrj5zq39PyfymVKtWLcN17969y9zT3qx6fpLFDoMo9jYfcYlxBIffICjlDq3K16NzOacsdwOV8pc+bwIp8j4fY3u6K9c96HcY16A5FMttxKjyztQoaanUTc9sM9bPZdFLX3qaOWKrX4WE5ASuRtzBN+YqFoVK45y/Ps2apFcl+tLb+0fgXtKcpEJKqVKllNryWZlUhFFtYCU158UJzayfnCfXkeNkUalU11GZVJqS0qfSPpXJIl4pV6nu9EipTUkHE5NKNFLvXrWGQo6XijlSo11+L7M6dnYZqwjJ5lNSblKOlXKa0haZ6ZFF1+rHSn/kWCnfKqVTpaqMVLPJbLKBl1Rnkh16Zf2FVNJR3+X2a75Jpe8yCyGlK2WDMHWTEp/yHqibPCOqzbfk91LnX/osJjvTZp7Nkuo7skhW+ihlNKV0qfRbdv2VsZK+yo666u1WZiWDg5XxkEpDUrlKfieVdKTkqMpksbV8JuVc5bOSJUsqz0hW7VadI8dKGU1pjzip6vUT5DMZz+yeHVnALuMh+x6ISSlQVd+z0lqqNskxUv5UKv3IrsTynSW/lz6rm1R8ytzHP2N8v+YZ+P90jAL3Tt5Ye79gZ1cDUsKX4FR2CNe67OH2t0eolmG33Rh2u5Sk4x57NrzeTZeTGeG+3SE9jKNjsFv/gI01lmNvMZcnBSN5ZjzmE9w7eVvj/WInXTNEc+M/38E2ZjcuJTuyx34Dr3e78OnwD9voXNSVoHZbubi2A0WSzjOvzzTOmrmxYUwdzg4yJ+t7xHG4d1n+eBs/sK1zUVyD2rH14lo6FEni/Lw+TDtrhtuGMTSUAHPCBX6uXoe5JZcSfqQvyjeqsjttE9ZUX0/kXlelHzG7XSjZcQ/2G16zxeSnDPpn9+ylwf1mbDakjRMJN5jpWJvR97tw4K4X+iOy6zckBI74SriPx3+4BY7rClDL9CohucZ+3Pk2He7vJelg2nUzIRvbENxbBfcevOhbgQ47yjL53ElGWchGYfGEejbCxuMxLgdus7K5agSTubWyJ9+vN2Lkofm0eDQBm5rTKeL1K+tSu1N28Et+CjnP8NvdKd8tkE4+N3G71ZF6w4PQzh9DhOFgkhS4f8eG9ib0jvbk7vF+3B5sRoszLgRemkrNTDM9/5/e59/T1z8V7qVsY0DUNd6nvsU4ZzHMdIqSK0cuKpQtr/whymxfC/e379wm/HU408O2ERf7npqm5qy+fgyTnHkZbNuF+8/v/ilwf+zkcY7GXeXCo0vEJSejp5+LsjnzU6dYDWoXqKL8gc5sp/xPE/ThKg8iHtPO0gnbYtYKSD189JA1J7dyPPYay+xHYZlFtRzfoGMc/NWPaxEPKZXPGMcCNahnbquAUFYmG/Ds8t3L3rdB1MtRmU71W2FazDTLYwWAdvvu5VBUIK8/RFOlcBny6ech8sMb3j1/x4pBczKcp0Dl6+tsv3aEh+9eUtPEDLtcliQmJLL+1THy6uSgiVEtGlWxU8oCqsznqA8hWve4/PQGOXIXQDs5mXw6OlholaNdnWZKuUV1O3LsCPdzhLPnlh+62rp0qNSI4rEFadYkY/qO74mjHH0fQsizG1gVLotx3kLEJsSCrh6Gb3JRzcSMWta1MtRKV91n+t4FXI0KwyxXKRoVt8Xezp4Fu5ay//V5dLW0qFOsMtW0K9K+RcY66UEXznHw9nGCY+5SJl8RyhgVJyEpkdjUJPJF6mNdvAr29Rp8Vi8+uxfu98K91HaXMo8CgFLaUko2Sg12lUkZTIFTAWYZXynzKCAlx0h5RvXqOlKrXXZTFTiX+vmtW7f+tOhaNs2Sawi8qUyuJVVlBCal3KPAoGykJWUsVSZgqNonQO4n95W1DQcPHlRKNEp1GBW0C6ivXbuWY8eOKdcUSJbSlFJXXkpTyoZMYtJGKfEp15F7StqP7AQr5SPlRyBRgFrAT0pCyjsgpT6l3wKtshmUCj6/5otP9JX7CZTLzrXqNm3aNKXspmirrovsOyFlOwVWpYSlaCftldr4oqvKZMMv6Y84MD169FCcB6nJLxuTiV4CuFJ3XzSUmvfiHIhJeU5xAuSaUtpUdJISppL+JGMhIBwYGKikRUmf5bmSH/k+Eo3kmZCZFXVnTdUm0VT0F2dGNtUSJ01lUk1I4F3aIf1QX/wum25JP2U8pTyqmIynlOoUU38WVNeTfQ3EORIN5NmVXY9l1lVmetTL+6quJeM5bNgwxfmTvkkfZfzVx1d0Ut8f4WvGWHNMugJpcL+OClOO4dk4lfDTsxg06jD53QM557iWKk1Wot96GO3MdEiOuc/JzbsJq+TJBb+RmB/JBPd+9XA2PEhQzf2ctV5AJXc9WtscZ8dL92wj97pluzBnTgceDDGjyUp9Wg9rh5lOMjH3T7J5dxiVPC/gN7IKn3gt5QW7etnQ1fsJ+sUsqWPfkKbOPfm+vQWG2vFZzg6k3cOZm/3K0u4Pt7ELBnt7YdPVmyf6xbCsY0/Dps70/L49FoYf91L5Atyv1G/NsHZm6CTHcP/kZnaHVcLzgh9uL4Z9HrnXLUuXOXPoViZ9a9PP4F5ScSbYYO2pjccVP+p6VflsViSt390wPfeVcP/+IL3NnTnYaDO+VoupMzKcgaevMbueflrk3nEHxeyMCA74gOveQFrvsqKjRO4vduVQHRtmGEwi9MzPSoqOWPIvk7G1mkzK6BAuTkjfmyf96UsibFELbEe+4Ydzp2mysSb1F5Zn5av9uN4dh7XNLEwWP2Z+jnlszt2FqgcdcQn6lkQF7lOIPOlBq26reG9ehpjQl9SYfZgtPc3SnxXNi/5FBf5UuJ/hPZ9lr47yU+1vMNY3JODqOcKiw6lcqAx9635DUeOiBFw9y70nDxnWbQCHjh8mvogOcckJnzXSrlA1SpZIdwiWb1+F9+sT9KjWkiN3gihvVIJfnt+mt01nUpOTuBwexofEWF5/iKKggSEVjIrTqEJdzE2yTr/IShX5oxp2O4yklCSSP1YI1dHSJleOnNmmcUj06fGTX0klFTm2knklBQLEBJ5eRryiYrkKyh+szHb79m1iE+I+/VrOL12qtBKVy84kSnr/4X2MCxtTpEiRbI+TP743bt4gKSVToiBgkDMXFcpXyHCuwJj0XX2vAF1tHcqXK0/YnTAlVzKr9kkEWHLu5T4pH7MtZdOpokWybp/8wY+IilT0EpONtQoXLKxEYdVNZj+ePHuSIX9Ttp/S1tLGuIjxF8sb3rh1g8SkJGWjryKF0q4tDmJsfJrWcp2iRYp+pp9Ej5+9CM8Q3UxrozamxYphZJgx+vhb3y2/F+5FS9mESkBH6spLiUTV5lFS3lF+pB69QLTAtACuRHIFWAUCBdBUkXcBLAE+AbQhQ4YogCUAL7Zq1SpWrFjBuHHjPjlfAs8CvfIO9O3bV4HGrVu3KvXepf66qs69qs8CizK7INeSDaJkdkCAVhwJMYFw2YhJYF4ATTbikmdXNoeSmu9Sw19AWZwHgUo5T0BTIFei3xKZl1r7EsmWHXYXLFigOBOy8ZNE0iWCLH2U+wwcOPCTTr81JlLTX2r1S816AW2VkyHnyXWkxr0cIybpYwKrsrmXwKroJXsGiHbymTgDsnOtyhYtWqTU/JdxlP+XPk6ePFmBd9lUTOBeNtcS4HVzc1PAWTalkr6IFtJ30UEA18PDg6lTpyrarV69mh07dihjKI61jLnMYIjzJWMrY66acRCtpBynjJnsBaCK3IuTJcfLbr2qWRHRQSLt4jyIvqoIvkC27FsgMzfyPMg1xWTGQ/QRk2dFHAB5VlROigC8HDt79mx++OEHpU2yOduAAQOUDbrkmVGZ/E7S50RrmaWT/RnEAZTxlTEXR0fGVxwj2QROfq+x369AWlrOEh6q/gxo6VGk9mBW7pmN083BmDVZRqRxaXK/e8zzGAMsXaewaMYgGpjokHwwE9wHdGJ2c1/cT7ZgdJWNzHj9M575xvPTo6+E+2WRGJfOzbvHz4kxsMR1yiJmDGqASTrjpnUwKZygTStYv+8EfgEXCIvQwcLdh7PTbTifRXpKBrj/w23sRhmdJMKDNrFi/T5O+AVwISwCHQt3fM5Op4Hs3/gFuF8WaUzp3O94/DwGA0tXpiyawaAGJiSpp0Wp0nK+Cu6TCZtuh4VHLCPPB9JoVdX/GO4jt3SmYveztNsXxopqG2hhPpjr3+zl1qpW5FDgfj9OO5ei696Gpdp9cLfcycyrPfAPdmZP7frMN57FnRNulPzo6yTfm4V9pdG8GRHI9Wm1Mz2c8YSt70XrAUcwHn0In7E1uORWBYcVFqyVWaG7EtGfRoG5Dzg2WNKT4tjXowQdP8F9AldnN6PJlBfU6VyLNz67edZ4BSfWdKFk5ufl978W/y/O+FPhfvyaGWyKDiRVSxsjvTw0zFOOCsXKcOfdY5wK1sOogBFBb66QL0duwt9H8j7+PSYFjKmiXZrEQto8fPWI2MfvyJs/H8VLlcShSj0FCI6cPsrGSD/K5i3Mg1cPsClkwXsDiElKoGkOC+ra1OWXsBvMu7WFB9Ev+L6QI984dVCmwVVAk3k05Y+GRKtVESgTE5Ovjsj+HSK//wAAIABJREFUr54M+eO47cguLiXc4sG7lww060Crhl/ejOt/1bb/5n0EWncf2cuZmGs8iXnFYKtu2FvW/Wy32/9mG/6Ma3/tDrWqe0kkU6KfAngC2wLrAsUS2ZSNjwS0BaCktr2Am1xfHAGJyApACgQJIAm4SvRfovcCfvK5RJBVMy4C5AJmAnCqlBOJVoszsHTpUiUiLAAucC8bOwn0qjZuyqyLgJxsPiVtldr8Am0SLZaSpRJ5FidEos3y//I8jxkzRrm2OCPiFAik/vjjj592ZZZ2yMyCbAglUV1pn7RVUl3kGjKjIcAqfZfNtCSaLJAskK4+y5HV+AksyrXFOZLZBjle4Ftl0k9x1uUYMWmLwK3AtbRh9OjRylgsW7ZMcQwl8i2AL7NTcp58Lt8ror04aQL30lcBVYFdmdHr3bu3Asmq/5djxOGVSL3AvUB5ZriXa8lYynoHmaWQ/suYCmDL95Y4YgLEYhs2bFAcQIF+cUhUJs+O6DVy5MhPKUHifIrzJf2TWQh51uQ7UxwYcSZkVkSeBwF4cdzUTbSUDb/EAZPzVCYOhLRXZjpkdkSeMYF6cR5UcC/PlThIck1xDERP0U2uoz6+Mkuwbt06xXGT50/StTT2+xRQj9xPczQgp6Ep5coWVsobxp8ciJmSlhPBTntf+jl0wTu2Dav9t9G9TFZw3xUfzwhcuu4nKU8MpYedwS20Mb0epsP9b6blROzE3rcfDl28iW2zGv9t3VELYJMctp3xs45i2H0hIxoYQNwtZjrVYMzjnvjemgs//EZaTsAfbGNyGNvHz+KoYXcWjmiAAXHcmulEjTGP6el7C6/G+r+ZlhOx0x7ffg508Y6lzWp/tnUvkwb3amlR2Y3e55H7GA71NqPt1uosv7+DMhMrZ5OO9JVpOSlPWdGqMv193mYImGkbObP+1g463xyeBvdHbjI5ZjDWzt68zAGJJd3wv/wDV9uVY9CV9my7uZEOH9P6I7d1wdzlILWX3+fg9+qBxgRure6K0+AgzCbsYttPdTCUxdATZSaiIAseH+H7Oz9StdEqLNY/Y1c3CWZmgvuEc7hXb4C3zU7ur23Fm8VNKDMiiWlhp/ih9Jd3pf99b8i/9+g/Fe6PnjjK07fh5NDJQcFcRlSrasmRc8e4mBBGySKlOXjLj0Qgt7Yul6N+VXb/NNLPQ5ncBQmPf0shXQOSSOFDQiw59HJzccgW/AMDOPjmHI8in1Axvwn59fJSOK4Aa54don5pa8yLlkf7SRxH317gZXIs9sUqKTvbFk8yxq6uHYFnA0lISqBY0WKYVTTjytUrvH3/ljfvooktksq9lw+wKl6VEhhnm+P8Vwy/pGgcOu3DwQ8XlUU3bQvWoaVdM+WP77/ZZAZht+8+dkWfhagE2pauj331etnWy/87a/F7I/cCSjLbI5ApEU9JZRPgKV++vBIRnTt3rgJEEn39kkmahgCTpJPIuQKgsuOpKqquitwLZKmnWMk1JTotToZEz+XzNWvWKLu0SqqYCqrlvwLd8iOLbAWwZTdZgVaJNAuAChwKUEpKiMBr5si9ON0S5RbAFmjNbj8ESckRMBaHRoBV3QSGBUTFsZFZAulvdiZtE2iXSPV3332nALe0T5we1XmZ4V79WuJASJqN5LgLmApwChhLhF6iygLn8mNra6tEoSXqnlXkXvog4yrpMblz51YAWhy2L0XuZbzEyZL7y7FSJUxmo7JaMyJwL4At450Z7sWhkWdAlSIpz6doKO12cXFRZhXEAROgl1x5GXd57mRmQZwCSRlSmbRX4F6c0cxwr4rcS/qV6Cu6C/CLTuLMCbBL+pM8OxK8kbGT3Y7FOVU3WTMi4yszHe7u7n+r7+e/8/eOetsy59xn/EwF95HsdTXgnd8P2Dadz4smywne14eSmRbUtgvoyslTlZlesQ+H4koz+Ngl6nqVoIc63K8pykCvgdTU+3gnLQMqOLTgw+RKNFlTnfWRe3E1eIffD7Y0nf+CJsuD2denzKcFtSnhq2lbuR9+5fowb6orFWP9mTlkHEeNPQg5N5JXw8xxyvIezYkcV54/3MZGtvzSvyr9/MrRZ95UXCvG4j9zCOOOGuMRcg4PC93fhHsl5/6dHz/YNmX+iyYsD95H9wdDMXdaQ9GBXgxMFwWDCg60t02vlpMG994UHyTHafP2zkG85u4jut0Wrni3JnRIdv1uT437sqB2Ebl7LWa43ccMAe18VG7aGuvCaSCcfHc2jSxG8aTVZMa3MVWYIvn2JtynBWI5/zoHLedSVYH7W3g1jGKbS01ctj5Fy/wnAq5Op+zeb7HqtgOtxj8ydURzSkadYLa7J76pXdh+aR3OH+8j9/pwdjR1HWcQVqIlfdtXJhe6lGs7EpfI4VRst5fK41fS/el4vl+XjylX/fipooTiM8F98g2m1LFiauqPHDvQj1djG/PNTktW39/Nt79vAv2f8qr+6e38U+Fe1TqJdh0/dZzQV3e4mPqA/Do5OPLsOqa58lM+T2Gi496RpKXFzTfPcDC1ICz6mbJY8eKLO1TKb8LT96/pY92JRmXrsvTAOnzjrtHRqC4m+kZUtDBjxtm1nH8ehkluI17FvsVQJwetKzXE0rg8oc/vEBf/gapaZdFBh/sGr3gbE0XMixjK5SnOnZRXvNWPJzruvZInX6lAMZzMGmCdpxIWVT/fRfZPV/wrLyhT5g9SnhFy+RLVCppRu3otJUr3b7fIqEjOhV8h8Ool2la0p7Z1rX9sl38P3MuuswJLAskS/ZZIp6RHSGRZIpaSzy1pJBJFFWjKziTqK6kucrxEuiUSLEApeeDiMIh9Ce7nzZunQO+NGzcUuJf7S8qN5MGrZrkkMi9gKaAogCb3mzlzpgK7AqCSTtSnTx8FxiQiKyCdGe4ldU2i4QL2X+qPvAe9evVS+i3HZjaBR3FEJI0lq4WhquMl9URmJiTdRyL3koIlwCn3FhAW+xLcC+jKwmWBfIF7iUyLUyORZ9FXNBVHRPLDBYRVqUeZ03LkWJl1EcCWdCpxhGScvgT34qxJlF4W3Qp0i2Ok2sFYIt3iwKnsS3Av7ZWZFBlLMRkbuZ44DPLcyXhJGpfAtzhbEs2XlBmZkZAf9XH6WriXGQZJvRFHR1KR5LmUaL7cSzSV1Bx5VmR8xenKbOIoyTXGjx//ReftH/sl8V9u+O+Be4jmlJstTouiaL0umK2GYzFRq5Yj4Hzqcl8CHCwYc7sDWx+uJqmncQa4b7rkIRkSQXVM6X3gBl0PWKrBPRB9CjdbJxZFtWZd8A6+LaGKxiZwa31/ugzfyLWoRCULwKB0c8Z5b+Rnu1xpOfdZ3uMX2u+qpMD9H2vjPbzKbKV/l+FsvBZFYqoW2galaT7Om40/26G8MV+5oDb6lBu2TouIar2OMwPO0aSZWlqUMt46mPY+wL2VzUlLlIQ0uF/Bk2QpFaqDXn5TrFoOY/YCN+wKJn6h3/f4P/auAyqqq+tuepcmVUGKothR7L0jlthiT2IvMWrsMUZJorFr7CUaa1REIxZUECwodhELNgTpvXcGBvzXfjA4jGjUL19+8/nuWlmGmfdu2fc92Ofcfc7ZXOV7NOi4FiFSuYdJ1QEzLz3Emjbq1DnhvltzNFtWhNlXg7C0WZk8ruAiptbrjt+MFuHGihR87lJG7jtroDhyFwY0G48zxrNw5f5KtFRNw9VfJ2HiL554nC7FSyU1GNUfiEW/bcXUlgZyufBz8OcIGww+mIpX6RrU0XljOHwn52DvyF745nAo8pUN4TznCHyWdUHpQYCiLKcEyecXYeCIlQhILAI0rdF7+XG4T3d6FXz9X353/u3d/1fI/d5jf+CecgRispMQl5uB6c0GYsnNw6inY4S7KRFoYWKHqtoG8I4NxvA6HeEXegM66lrQUdOAlZ4pHiW/wFS7oYjJS8K26DPoYdccXbWdEJeegCPZN3E/MQT1DMxhpmOMu+nRqFPFAku6T8WOG+4IS40SqqRW0zeDb9R9NKlaAyk5qcguKkBmfhbsTWxx5MVNfG7WHF3Mm0FTRQ266tpo1KCRoJXfc/oAQjNikVKYK+xtNU19IVf66EFf4trN67gddlcwTmRNR10bjavXQ1Z+Dp4kPhf0+mymeiZobFVP8OQpthM+p/Ag7rFAlqjnrmlsg6F9S7XKbJ5nTuBpWijCNNIQF58Kg5dasNSsAluDaqhlZIPu3V6lv1z/x2ZkFpbOx1BbH83snNCy+asxgx4E4dQdn/K+7YysMbLf8ApTOu1zGnfjgl/TmvMizq+6gQXsqtaokF2HHrgHTx8iNDkcT9JjkCUtgAqUUVVdG7WrWqNh9Xpo3ao0YDApORl/nHMXMg/JGvt1sqyPXj0qyoyW7lkDFUt15KXlQCWP6nhgdPcRuHj7MiLSoyvM29qwOkb1H4lHjx/h5tM7iMkoDRBVUVZBY4t6Ffr+zeN33EkOw6DaHdG9a8X0oSQ4x/29EJ+VWOn7rK6iJqy/Wd2mFTKn/NXL/z7kniSGhF4mw6Gumh50BjOSFNGDSnJPWYe8p1RxDrxvxYoVgoyHRJQ6duqkKesgQSKhehu55730EtOjS3LPEwB64+UJJOUoNDhIFGXknnOnVIOkn5IVklrKPUioKyP3lGhwHvQuc04kq5U1knuZLIRrV2wclzhRy/82cs9MM5wT5SuysUgaqT/naQg98W8j95Qd8ZSBWW5k5J7rolFGXEmqaXzTO01j5K/IPddMokuv9sSJEwUP9ps091wzNf7U8vM6Zr2h55uaeBpv1LPL1vQ2ck9STeOL19IbTo8910XdvywQmp5yeu5Jvik3ojHE54HX8dmQtXcl97yehheDwWkQcQ0cg88UjRqeCkyaNEkg9rLAXfk9prFJw4x9yJ8c/NW7J37/L0dAkooXz2OQo2YKu1oW0P3HlBgSpL54jpgcNZja1YLFPzfwv2PDJKkID41Dvk412NsYlRsn7z75QqSFP0eiujVqV9P76wJZkmSEPU+EsqUDbI1oqIjtXRH4W8n9+Qvn8TDjGXxSAjHWuR/8X9xB1SomGNGoJwZ7uqGNsQ16N+iO9LAENK7VECUvXyJLko0UlSwYaFZB7NNIqCurwaquDYxK9LEucBeic9MxzLijQMx3JvjhUXYsPq/hDGMdQ/hH3kVEfiYc9UxhpmuMi/FPoKuiJsh8Rjf5DBdf3MLlxBBYqmqhSFkJ1fRMUSyVoK1VEwys1R22NrYVcBq3ZSauFUWgk4Ujmtk2QWxGAk4/vYyqJXo4OX0nfM/7QtNaFz/478Tj1EiYaRtgSdsxUE9WQmGxBKl6Ofj55iHkSSVobVkPXxl1xIBeFXPDX/C/gF0R3jiXECQElS5uORIWEiN81r2vMJeth3dgR8olSIoLMMShLexN7BCdHofTzy4jRpKDTqZ14WrQHIN6l+pcj148jrPxV3Ay+j6qqutiUp3e6FitGRo1LE0teSnAH/cKn2Fv8DmMaNADnS2d0aS2U4V1B94PRNTLRKy4vAth+RloaVITbS0dEZYWjePR92GhbYhRhh0wY2TpsTm9w2fu+OLXx0eRJ8lDJ6tGaGLdAMk5afB+ehmPc1PQXt8BUxp8jlbNWwlkJCQnHLvve8E3+h7stQwwp91o2KpYoEnDihVs/7x2An+GnYdv3GM0NKiOLxv1RHODRihQl+DwI2/8/ri0OiwLWH3p1AcNrUu9jfrWRjgQ6An3kCuY1qQfWhs0hrOTs3Ctj985LAs/guD0CPxsPxhfD6yYpz4yKhJJxanYcusIvCJuw0RVC8MdO6PkZTFOhV5HtCQb9QwssbzZN2hW1ue7vGDvQ+7pFaUnVZYikYYfPff0oNKTTu/05s2bBa+4Yp55esyJAUkq5Rr0TJOIknyzcR7UW/NzelHfRu7lCS7JPf8j+eK9lTUZuSchpNacsiIaApwPSbksE46i556SFM6bHmySU/lsKrKgUBoQ9IzTa9yqVStBmy/fGG9Ag4JeeEo63kT+KAviWCTSJPGUtbBxrgxqp+eYJPlN5J7rosed5JOEV0buGSDLexksS7JNQszsPpzvX5F7GiOy4F3+y/XxPVEMqGV/NCD4XMiCf/n+8TMfHx9BKsV5y/B7G7mnMUEJDE9iaBDRYKCunSdFvXr1EvDgs8bgW54o0Ihj4ykOYx54new5eB9yT3LOZ4FEnXvGcXgqwL2l8UYsaBRRfiXfGHfC/WVwPU9XKpMhvct7KF4jIiAiICLwqSHwt5F7en8vFz5EXEYCvus8CQcfeuMG86ubdMMQOa+0PMAxsbGC/l0+9zK/5x8sNRVVIVsOPUwXgi7jaPoVKL8EgrLisbPXXCFHeom0CNrqmojLTESxkhKSslNR27wm6GnNC09DbdtSchMRFSHkyfcPvQ5tVS10NW0DC1NzITONrO3y2oc5j/bB1bwRRlm5okvn0vzsRy8ew9WIQPw6+pfya7/eNBf7M2+ippIpgr4/Uv6516UzGHN7A/KL8qGtrIppFr0wtf84IcCQjV63P04fxvrYkwjLTQET8pzvsgztWrcT/oAd8D2C9fFnkSPJx3KHERjV/1UmjjN+Z7Ey5ACupUWgp11zjDPqjD4uvYV+DwWewKizq6AMJdhoG2Fl92/gZOBYrmM+fPIIAqVPMMimJ5o3qVzmQgI07vRCnE8KwXTngRhg0BItW7RE202DcTszHiPqdsFwg7bo1rkbfAMvYYzvL9DW1Mb8xkNRV9teIAxstwJvYeXjAzgZGYje1k3wrf3naN+mHW7cvAHPjBv49fZRdDathR2uP8OqemmRMPlGHFZf/x2rg06gt40zvrbqg64dSvfiyo0AfBe0FbdTIzGpXg/McPoCtmWBhKlpaVh4aBVemijhxw7TYWZmVt7tJvdtWB13Ggl56XCt0QSTLHuje5fXi39t8NiJ2SF70NnUATtcf0KxtBgBEYH47tZ2JBXmwXPQUrQyrf9azu43/dJ4V3JPQkWJCnXa8oGrJKNM10hdN58hyip4usRrGChLmQgzo5BA8z2ZNm2aIGEgYSMRlu+LUgv2R5JK7ykJKmUpMqkX30HmSyeZp0eVhJH/T8kNM8IoesX5jtKQYD+8hicD/JekkQG9JG+UqJAEVua5p0yDZI8ElfMmOeWe8TmkNpxknPIWjsvgWpJCGgF8zpilhzp7jsXgUc6X5JCfM5CXgZzy2ZdoJFG+Q/LNgF5Zo/6ecQw0oEgsGfPA54/yKFnjHtIYoledmPIdlpF7ro+nKsxjT6LP+dFAY9zCu5B74Zm+ckXQk/MkjORdkdwzPSljEzgPGoA0nOh5p7FH7BiDQ6Pufci97DSR+HHPOGdq7pnRi4YJDTGZVIlzpDSHwc1cLw0cynreh9yzDxoVNCa4Hp7WyCRW3EfuL6VHfCbk95fYcH+JCU8WFOND3vTeiZ+LCIgIiAh86gj8beR+x9G9+DncHcPqdhYCWD2eB2CeY384G9ZDm9aVpzFjnvtjaVdwMTmswj44VTHHtBZDURRbgEwzJZwJvYY7sY9RUCJFUVmst6GaFmrpmkCXch5lFZyOf1KeipGdtTG2RadaLaGhVlremPKZu9EP8CIpHA4mtqitZ4eu1ZuXe7i/2/0jtiVcRj8jJ8xqM6pcf0+jJT4rCeM+f6X3nb/jJ2xL8YfNS+PXyP2kwM1obmwDr5j76GrVEN9a90f3TqXFcm7evonD8RdwMfw2YvIzkVkkQeHCAOG7M+fOYm+6PzyfB2BE9ebYPYq5Xiu2/QFHMPbSephp6GGapStGdh4kkLMT98/hG791gof9XmokmhhbY7b1IAzqVarN/lByz3u/DVyPp1mJGFW9E76o61qaIeTObpxKDIJrVSd8W//zCoW0SK5OPbyApSEeyCjMx4He32NAgx5CxeJ3Jfe7H3hifsDu18g9U3VuvXYYO2L9YKVtgOWO49HPpTTP+BGvP4VUqd2qOOGrLoPLiwsxBeYK39/wWDkRQamRsNYxxkwLV0wa8nqVWUVyT+PD6/xZzHuwHfEFmVjfaDL6t3d9a6pS+R17F3JPaQWJJwM+SRplXmX2Q+LO4ERKR/gvZRWUuZCEMTUlY1t4PwkSA04Z4Mrr6OHkv/KNEgx62UkQmWqVY5GsMZMNGzX53Dv2wSBJEmSSe0ox6MWlB1k+tzmvI8mkd1VG7jk3kj5KYJgJh2T6beSeBJXfU5pBzzWJKlNbktRxzfSIU+JDrzjlQcxIQ887NecMSJVdR/JHHTs9wpQuUWYiH3TM+dBIovRDPnUlPebEgfiR3BIjjkXJCBuDu0n2ZcYJT0xkqTApMSF+/JlknoGxsjSX70PuOY7M0OLaKkuFSXJPnEiMuTbOi15+zosnOSTL7yLLkXnu5aWC1P3zP8pumAmIRJtEXP6khuPQ+GQWK1ldgfcl97yfgd2MEaDxIMOY62fgLL9nEgHF/ZXFdnDdYhMREBEQERAReDcE/jZy/6v7b5gXug9V1bSEPOKf23TEIKsOQsaaN7XdnvvgnXEDx2MfVEjPVFfHGNoaOjBW04KRoQWCEp7jaUYsulo3hp1RdZx9dgXR+ZmooqqOopIS1NI2RHBOSgVy30DPTCiSVNfSAToaOsgpyEVsajSeZ8ajoFiKdlYNMdbCBS5dSquNLvljFVZEnYa+ph76GzVFLTVT6GnqoYqGDvq79is/oua1byP30+/8hhnVXbEk0gPSkhJMr9YbE3qUesU8/I7jfH4QrLSN4PHiBuLyMsvJvftJD2yIPy3owje0mYBJnV557WX4efmcxqT76wUv8uwWQ9FLx0kwnEju1144iF7mTbEj6QIis5PR0aI+plXvg949er03uR/q0B5tYIc4jSzsfe6LPjXboLVyLQzrOwQXAi7gi5trhIJS44zaY+XE0pzg8u2490msi/bEtcTnmN6gJ5b3/u7dyX16Gk69uIzxZ1e/Ru45xsGTh/FL+GE8z07CmrbjMLXjKIGUHr51Gs+VYjCp5iC0cH6Vc/fgCXcczQhAZ42G2Bx9CtGFmRhi0hLfNB8Gp8YV5UmK5F5dXQNrTmzFnhR/9LZvgSkOn6Np44oyore9Zu9C7klsGChJbTODGqmRl28k2JREUMdNTzODNumlpzeVJJeEmESY6StJbulBpxeX2UfkG8k7Pff0/PJZpAaa8g5Z47j0PpPIyzLXcDySuMoavbfUb9NLT881pTu8nmSfQZL0zJIMUmJDwk7PK+dN7y3lM7LCUzxp4H302MtytZPQ0YstS+8oI4CU+lBGQyODa6Anl4W7ZMXluH6eBjCzD3XsskbNOEk6vcKslirfKAuhEUWCzHmQyMqfJNLY4okCjSIatqw1QKNCZkzRoOGesG9mBqIhQUxo2BAfSnpYSIxeae4VZTOUS8kX3qKhwr2RFZQinhxHhgMNDvbB/xhTwXmwL47BceU92jxh4EkOybl8ZV0+Y9xzxWJVvJ5ec+4Rn0HKpfgcyjcaVTwl4Dy5jxyX6+YzSPxltRh4Dw0kGh7cE/nc9CTujMGg0UjjQlFiw+eWzw6NVb433F/uI/uXL872bn/WxKtEBEQERAQ+bQT+NnK/7/hBHEu/IgQz9qnVAfU0bIQKom9rf3ofw+EEX5yIeViB3Fur64IlkXrZOMOlTgecD72BZ2kxaGRii/tZCbgb9wR50kJ0q14faQU5QkBnmlRSYaiOpjUx2rwnLI0shOJLLM4kkUpQUFzq+9dW1YCliTnq1a0n3Od79Ty+ubEO4fnpUFdSgaG6Fgy1qsBAqwo6Ktmjg03zcqnO28j9jFs74NFjEZYH74dn+C30sXLCz80mCUfZO+97ICUqBeZahtiRfLECuWcQ8sroP/E8OxmHey5A/6Y9X4MuKTkJw47OwpXUcExp8hkG6rdC2zZtBXL/m++f2Pz5fOy66I7fU/yRUpCN0XYd0M+kHTLzs99LluNkWB1NjGrgdMx9FJUUY6B9a7TXaIDBfQbh1IXTmBi0GSXFUnxdtTMWjfnutXmeOncaW+NOwy/mAQZaOeGPkev+NnLv7eeD/emXceSZP5oZWuHnuuOgpq6Go0n+qGlig3Y69QUvLhvTnh55dh5ZajkYV7M/9j32xMbnvnA2sRckU/JBzLxenty7VGmKGwmP8Vw1Bd1tm6Ep7NG1TafyTCPv8mvjXcj9u/RT2TUkuvTg0vNOsvVvb7ICWvROK1YzlV8bjSFKY0huFUkfSTGNEeaQf1sGnn8rViTiMgOIa/yrvP7/xnXK9pdGhuw9/jeuQ5yziICIgIjA/ycCfxu5p3eHaQzZVFRUUcP6VXXZNy2Q2t/RB+bhcVEcYsuy0/BaVWZoUdeFqZYebPTNcTvlBdKLJGDF1OyifDTUt4S9sTXORt5FdQ0dhOdlIK+YGfRLm72OMfRV1VFPgyTVERP7jRGOnN/WWNDqRVoULkXeQFD8EwSlRSFBmidUXq2mbYi51p9h8qDSbB0k91uTL8EWVV+T5ZDce/ZajFvZT/Ddxa0oeFmCX1tMQPUqFlh8dy8mmnZDSm461iWcQXx+VrnnnuR+RdRRgdzv6DQNo9oOeW26rAT75bF58Et8hq8b98Hgqu3RplVrHL/vgx2+x3B69nZ4+3njXNYd7Hp6HqrKyviqdld0t24Gv4irGGzX640BobFxcRh7aoGguR/fqBd6aTVGsY4Kfry1FWH5mRhUoy1GVu+CHGkuJtzdVEruTbrArRJy73XuNDbHegnk/pv6PbDmsx9w685tHEu7Vq65/733ElSvVv21NaZnpONE6KVyz/0U677lmnteTA/0Zs/fsSXpHNIkOdjeYgoMlfXhHucNF72WGOjSX/BAsvle8sOhBF+0s2uOJpo1kYgM9DrxPdRVVDGrwSD0tWwF56alQbdsGz1+x8xnuwTN/azWX+Br71WIK8zFRKe+6KvTFJ06vCoK9C4v7fsWsXqXPsVr3owAf5/Q+8689ZQRiU1EQERAREBEQETgU0TgbyMkA+XbAAAgAElEQVT3HwIej+l/v/oHziXfRWBWQoUuzNW0YKKhI+jS04sL0dLEHsMb9ECRtBD77p/G/cw4QV5T9PJVNlV2wPwO1ppVkF8shb2uMV5IsrGo5udoad8UFuYWglevshYaFip4Qh3rOApfX7x0EZH5cVj2+AiSirIwuWoHLB3nVk7u36S5J7l/PtcTPud9sCfpPDzDrqFlVVvYG1hAP0sdaycswa9/bMT6RO+KspwTHtiQcAp3ksMxt14fLOk/77Vp3rhzEwP8FiCrpAg/2wzDzOGThGtknnuSezYferfjz8Ej8qYgbWpv4Qh9NS2Mqz3ovQNql/hswOI7R9DcxA4zrQcIQbvfBu9AkiQTQw1aYNnncyoErwrz8T6FDTEncCXhKdZ3nIgJrYa/1XOfmJSI1NQ0wSCUFEoEcj/RZ22lshz27+XthXXhx3El9Sk6mNREU6uGyMjMxsgaXcvjOyg52e91GJviTqJYVU1I6Qm8FOobJORloEu1+phtPxhd2ncux1nec7+1+0IcvnMKy557wkKzCmZW+wwjeg0RZAvv2v6bnvt3nYN4nYiAiICIgIiAiICIwKeFwP8LuWcA2+PQJ3icFYUnxdG4GhWE+IIc5L98Vf6CXk9NngBoGaCKuib6ObRDNX1zwZPOFJt3k0MRn5+NdGlBhR0zVFVHFRUNIeOOdRUzPEqLRkNDS9ia2MM8WxcNTO2hr6WHrh1LM7DI2u7T+6CmrYaRnSpW/3RZ8xUCpXGYaemC+V/M+kty/+2dHTjQfj60NDXhG3YVG8K8hGBMG92qWFV/HD7r2rtScn/63BkcyriCoyEBaKhngV+bfyt45eXb/gAPjL20AU2q2mKaRW8M/6zUu69I7vnZKW8vLI8+htuJIcI1LY1tsLrF9Pcm9wu8VmL1/VNob1kXUy374DOXPhi6fSqOJQehjWVdTDF1waDer4oqMWf8fl8PrIk5CXVVNSyrMwpDeg7EzVs33xhQe+LsSZjUMoNOrqaQAeb3+39iwdW9byT3XM/3vy/GtmSmDC1CcyNrDDHsgElDXwXJBj8Kxu6wk8hNykVXi6ZQVVERtNRP0sKxJuqkkIb1hxqfY1zvkeXBt4qa++ycHPwU+Bs8w2+jR/WG+MqkK/p07SVo3d+lieT+XVASrxEREBH4aBCQ+GORy7c4kVbCtHVQ1TRG7V7fYc2CbrD4G3PNlyRfx8GruhjarwHKSir9NQQF3pjzxX0MPzAPToopz0uisLH3eEi3nMUMm0omKnevxf4B6HH9K1zc+Rneq9hp+kX8sjwSQ5eOgr0KUJLgh2WzluFMrD5aT16OX4Y4oNJM7G+bt/yqCy/DzXUmvNIpHC5tSmYDsfnk92jxziD9NYyvX1EA7zlf4P7wA5j3GrAVr5ZGnMbyxTtwJU4ddQfOhds4ZxggDf5Lx2HmvmfQ7+6GXWsHw6ZsvukXf8HyyKFYOsoeKihBgt8yzFp2BrH6rTF5+S8Y4iDmrv+QHXuXe/5xcs+Ub8dv+eBM9l0kZ6egjpmdEOwanPAcKdIC5JUVgZLPzMHc9WaaVQQ5BT+nnjyl6FUwoGyhGsoqQg51bTVNFEMJGqrq6GXVEsWpEmSYKSEmPQ6SvCxoaRmgSXF1NKxeB107dhVuX3ZwDcJfJmOgWWf0KCtydPKcF769uw1VdLSw2HGUQOzYvtw4A39mBcJOyxxbmk0tDyg7fv4kZgXvxvZmU9G1dWd4njkuyEf8Yx5gon1nDKvhIuR2Xr1vPdYnnkViQQ5OtVqIHl17CIWYLoZcx9qIU0jITcecuv3Q0cipXApCArw28hieZMdjjFlHjGjSuzyjz/Yr+3Hk/mUsaTZWSF/JRmLJOIgdKX64nRT6QeQ+LjUeyyKPICwzESOrtsbX7UYIJxtnbp3DtwEbkVEkwTDjlpjQeogQu0A9sM8VXxzNuIbL0Q8wo9kgfGbVEbVq1qo0FSYDVgPvBeJR2nNomuugrWFT1LCyxqprO7Hm3km4WDXG1Br90K1sj+QfaM9zJzDz8S7E56TB1cYZY0y6CsHDbAzkPOLjif1Jfhig1woTh4wtv5WnH/PvbsXVpFAMsGmGn1tMhkMtByGQctf1Y1gZfhz1dE1xYtB66Ghp49D5Y9gUfwbxuWmY3LAX5rQeC2Ojyk9/FF84kdy/y68g8RoRARGBjwaBPHf0tdiN/qF/4nMtoDDpMhb2GIbElfE42l9bmKY0MwnpqsYw0VF5Ne2CDCQX6cJET46FSrORnK4EQxPdVwS+OBuZ+TrQ9B8Dp8MDELSvr1AIqdI+y3svQV5aBl6qHEMv+8v4IXYfumoo3FPyFJM1HFEUWISdDeWZsOK9G5A7fwbiv/4dk2rSCChAenw6YGgBw1I1Z6Ut4+E+zB87HduyJiMoeCkaq+bh+GBbLHH0xNHBIZjZfStaX72O2RUMi8rnDWkmktJVYWyiAzkEgTwP9LPcib7Pj2GwVuk0lJTVoaWtXlbsqRCZafnQMtJ/ZURU2lcxsjPzoaOvC2VIkZ2cDiVDE+hWYiCU5KUh46UKjvWyx+UfYrGPwEKKzKR0qBqbQH6LURKJTT1ccf0Ld6xql4wtI79B+uIgrMj4HCYz7eDlPRT3xrTHrn7P8XCuPh7tm4+x07cha3IQgpc2hmrecQy2XQJHz6MYHDIT3be2xtXrs1GZLfbRvA//4on84+T+9t07WPxgF2Jz0zHGuDMa2dRFRlYGDiScxa3EUERLcgQ45cn9u+KrpayCgXYt0UatLuzMagjeewMdfSH7R+iLMEiLpSgsLsTTwhg8TXuOlNR0tDaqj1b2zvB67IvtcRfQoIot6rw0gjKUEVgQiXRkY06TEXA2qY/UjFQEhN3C7phLiChOh5GGDqbU7IHm+vWRmZcF75SbOJ5wF1/ZtEVLnfpoXt8Zu64cxp8pV7G18zyYaVbFlSc34B5+ATcLIlFYUowptbqgqXptjOw/HEzbeO7ZVeyP8EZUXgaa69dEbRhDUlKEoJI4JErSMLRaBwxr3Bt1atcRYFm591eczb+L6IIsjK/RBa3NmqBdWYYiku2DZ49gW5IPigsL8Fv779Gi6atMMvK47jq5Hwue7kdqYR5qVDFDDakBstQK8CIvCdOc+qK+1AoDXPsJt9ALH6uehhXX9iE6LxNNVCxRR9sSyirKuIoYSApyMKpRT9jmm6Bjmw6ClMX/6mUsfrIXlxOewYgVgZWshawfhVVVkZCdjC/qdUdP4+Y4essL5wuDcSctGsaaenDRdsSPvaejhnWNCo/B4yePsfH2HzgSfxvfVOuKL1t/Xp41ZP/xA/DIuIa7SaHob9IUI+t/hpbNWgipFDd6/YZT6XdwLzMOVVQ10F+vMT6r0xnROQk4mnIdV+KfQkNJGSMNW6J99aaobmwJn+xAbAz0hIaqGoboOmPjlOXv9Ei+K7k/cuSIkAWF+cqZJaTCvuzaJbwLitU7WZSKmWMUG/PgMyMOM98wMw3150ybydz3NKyZC14+zSGz1LBoETPCMAMMGyVNzAjD7CzMpy+fL59jMnsLM/gw4JH9yxoz3zCtJTO4MIMPGwMkmaOep3XMp87+mAVFli2GWVj4HefF7DjMNMP4l8oaM7AwW8vRo0eF7DqKjQWmWPlVsbGOADMqcT+YWlOWZYYYfWhjVhzKCqnxZ7VdpqRloSmm9GTjeMzCw71gJh42ZpthIDS/YzBsly4VTw9lc2Gef/bNuAGmxpRvrFfAzDOKjYHV8mk+P3Rd4n2fOAIk95b7MTTuNIYLXD4Th3qbYX2PaNyYUoSjE1ww54Y2qkqSoTfmEE5+dQXdm+8CjDSRnxkHla+Owv/nFojd3gctp96Cvkk2onWm4tztb3GtpTVWFdnC0K4fZrzcjW9vmWP8Vnd0vfAF5sn16TW/OUrNCADFT7HJpS0WhJrBXD0BIbGu8E1egYypFefhNa8KZimS+8ruTZyDY6ZdUeVRAn5KXoJ2vbch18oQ8Xdj0OXgcxwZ8AQjNHpC904WtjeVsWEJLqyejxAnC3jOSseKO2XkfqgDNrQPwLnhL/C18zzY+dzEd/ZlpwaVjZ26F3VPTYDLnBvQripBst4YHPKaj+ayxQrkfjcGxp7FF/Lqz5JoLG3cADs1q0E3JwmPEl3hGbYbzn6Kfc2Dxdp6sF5VBFvDmhi/7TNcHj4dt/RNkB2tg6nnArGmc2kBP6AYTze5oO2CUJiZqyMhJBauvqnYW/cUJrjMwQ3tqpAk62HMIS/Ml02wJANPAkKh28YZVio5OPlVUxzsfQPjjlpgRvM4PJxlBIlXP+j+2A1pVx2xfX4InCw8MSt9Be6UkfuhDhvQPuAchr/4Gs7z7OBz8zvIIPvE37y/ffn/OLm/FXgb8+9sRkxOCvpVb4Hm1RpDUiKBb1wg/KICoa+iLlRizS0uEsj5XzW+SkpQQkM9U1gZVMMwk07o0b7bW3ORM6sGq5JmqufhwCMfWOmYoYtxY2SpFyA8Ixovi6XCsFW0DVBP1x62VjYC+Tl/8QLUTbWQJnlVeMtAXQcFCXlChVo1cx1BJqKlog5JQi76uvQB5TbZOgVobe1cmsZOXxVR6fFC9h4hpR/TeSbloU/30nztrLaZkZmBgNg7SMpKhrqyqlDJ1lDXGK0sGsPIwEjIdy1rx84fh5qBJhh5wOw+0qQCdO74SkdOonbSzwupWtlobdoEjRtWni868GkQonMTK8BdUvISzSzqC3p15kZnGjs2zpsE7MGTh8jWK0R0agxUuAtKStDTqgL9fG20bNhMIJgysnrr9i0kqWRAWhYjoWi81TCwhHqBCsIyIgAtVUE2w6aurIKaujUE77piu3jzEvI0iqGeXoJuZbUEeM31oBtIfpkp9KGnpgW1LCUhFz+xfZIYggxJNorl+q9r5oCU3DTEZyeVf66hrArNfFW0dGoBX38/KJtpCpKwl/lF6N+2dK/+qr0ruWeqRhZKYvpKVgFlJhiePuzduxe7du0SijyxKJR8I1lnrnWmlZQ3CBhMzNznxcXFQvEjpjXkz0xRyPzlLPjEFI0dO3YUuiOBZ8ElGgAsVMTGoGXey9zjTOHI6qUy0sq0iSTkzG3PglCy4lG8j/Ml6WU1UqZHZHYX5tYnqaURQBLM1JDMyc6KsOybRYqYvpIFpBgPw1zsNDZYuZbXyzdezyw4zOHP+clnU2EGHRJiGi4sxEQcmIaTtQFIwJmmkriy2ioNAxafojHzPjEUsrnQsGKRLebJJ240qJi6kkH77JepHokT890zN75s75iqk3vNYmQk7ZyrYmpOpqQkZhyDGDB9pPz+ksDTgFIs6MRqvly32EQE/iME8tzRR+crPGvXCpbKLyFJeYanxQOxz38jeoZNg8NkI3h4T4GVJAAz2m5FB68u2NYuEIuijqK/6hmMrLMa7W/NwBnrmWga8gwL7bJxoq8hZje9guG72+Lx1gIc6akByelRguf+9uRzaKDQZ6d7fhhfdjgq8R4Gi4UtEXxzOqoGz4Zdq0T8fkYfk6dXnEenu5tw17Ki576ye/ckzYa7bhvohWVgfuQ2HFMeiUkd1BHi1gRNwjYi9Y9uwklCpS1zB1w6hGO5QO6BdJ8paOr6O7J0JJC23YmgU2NhW+aKr3zsr3G8wWQYeXhjipUEATPaYmune/CTLZbkXncIrtV2RFWB+ihBu8cqBKyph+UONri3OgfH+0mw3tka1386japTpyv0dRc7Y5rB9vFWFBzpjHP9dDCzaQieLbRD9om+MJzdDBHPFsKapEnijWEWC9Ey+CamVw3GbLtWSNyThK+PN8BkIw94T7GCJGAG2m7thHt+41HxrFqKFwfHYMAmG2zxnYewXvrYOzEHfsM0Ib0zCcYDTfAgfDFqKAOZO1zQIXx5KblHOnymNIXr71nQkUjRdmcQTo21rXh68R89vOLN8gj84+SehYguPbkKz6iriFbKFggTi16RwGqoaqCGtgF0lVRwIzUcxWXSs/ziIqGAlazpq2oIXm9m1bHR0oe9vjkclCzRrnpzQeLyPu2S/yU8TnsOI3NjOGjaoInTu+cxf59xxGs/PQTeldwTGRZZOn78uFCVlUV+SB5JoOnRJpnlKYd8o3fXzc1NINiVpX3k9yTnzDfP71lsiVVn2R/JJgs6MT0ryT1JIUk6q7SyMR86q+WSXNJLTCIqy5tP0nry5EmBdNILT4NB5vGnV5mpKGkk0BAkSaVRyPFlnvrz589jw4YNguea1zEFJo0LVoWlV51GCHFjkSOZQaH45BArGgAsgiXfiBPXyeqqJPMspMVc7PyZ+d3Z6E2/du2aQPo5D5mR8z5PJwtl8fSA2MvWTkOCxaB4skBjiqcRNL5o6LC4FRtPQ9avXy9Uz+XJBwtnKXrvSepp6HH+PNFh/QDZ/eyDxbloBLHwmdhEBP52BOi5N98Bl7u70SXqAKaMOYoW+y7gl/b6yN3TDbpTY9CqoZFQywaqjhi31BabZ2nA68ZsmJfEY1XL9khaMx6nO93Fxlx3dNEA0pbXgXnwj5h/YzZyT0RidT2VcnIf0HkjjBX6nLD3N3xVptXI3tgc1oErkbCnIzQKPNDH8TQmfB+HvjMrzmPC7pm4UbteBVlOZfdOD55ZRu6z8HPCSgz6ci2C8vRgrhyOp23PINvd5d3IPa5hap1vUPX4NbjVzYT7oGbY2+cezo4uPQ2sdOzATlhhPBUxrRrCqBRAOE7Yi51f2ZRu4xs995H40bENso5GYm0DCfZ0tsSpSauQNWSmQl+78cOL7mibewKRq6vj17rGuLMxF+6lm4A65o+wPWc/OlDmnr0Rza0DsTJhDzpqFMCjjyNOTw9EpxXGmBrTCg1LJwhVxwnY+9tXr6QzJRm4tnoYJng1xq8ev6CbeSE8XHSxYUgmAkbroDBgFPTH1kbUs/mgC1Ke3OPaVNT5piqOX3ND3Ux3DGq2F33unUUZZH/7o/ypd/iPk3sZ4FeuXkFEUrQgk8krzBfIPavIaqlqIKcwDyk6uUgvzERqXjqiclKRR/Kvoo6sgmzYahlASVkFtkbVoJ72EjWr1MDwPkNeKwD0Ppt72ueMoNHv2qVUgy82EYH/FIH3IfckvfTS8x56Z0lCSbxZvIoea8VTrA8h9yTsrPTJ05x+/foJhJ0nMIrknlVKaRiwEBSlNpTLUBZEUikj95T80FtOjzFPA0hq5ck9q+fSi02CS7mRrPEeklaeTDBPPaVCfxe5p0HENdKIoZeeePKEYNy40hS2skbDYNWqVUKhJVZNfd9Gcs8TB+4NJUZcOxsLO1EKR1xZ2EqR3NNrzyJWxINzYCEn9iE7EWMfW7ZsEU4/+AzwmeAJBA0xWdEnkdy/726J178XAgqynOwLE1GnXyyWPzuJIU8nwG5OTVy+9R3sXobjzM5AVOv4HKPbh2Ft5E50LPbBKMeVaH39G5yovgAdooIx1yof3oMM8HW9i/jiwFDknYrEKkcVSM6MhtOhfrg55hQcFfq0+mIQGpRJVSRnh8LCrTUe3ZgGs/Cf4OgUinVHNDB+QcV5WI2ojy2GCp77Su7dHC/z3Ceg8Tg9bB+ciGuTjBE8pwacIrcjx6PXu5F7qRdG2K9DpyA/jDOV4sZ0B0yt5o/bc60EuCub9+bYMXB3nIOal2/hO7uXCD+zE4FWX2CQbLHvQ+6nHIbh9AUKfY2A89HGaJt3CpGrbHGylxYWdIhC8Fwr5HsPgsHXDRAa6iZ41CE5i6EWbmj96AammYXjJ0cnhG6OxRh3R8ypeRm3vrPDy/Az2BlohS8GNSiTSRXiweqe+PL6YPyxfyLqC3tUgrCFtnBOOILEHc5IXFkfdYM2IuVQFwFHeXIv9RoB+3WdEOQ3DqbSG5juMBXV/G9irtXfGKn9Xg/7//bF/2/k/q9g5fF9Rl4m8osKBO++uoqaUCBLIi1ESUmxQMR1NLThWMuxQiXLv+pX/F5E4J9C4H3IPedEUr1t2zZBckHpGL3dJHbUUys2kvu5c+cKBFxeWkLJC8llZZ57Ekd62ilpoT59ypQpAslWJPf0FFPvTc86PfT03o8fP16Q1sjIPT3PDA6nd5weaEqH5Mk9tfY8eaB3nDKVNzUSckVyT909jRD5dbFSLMfj5/Tc00NPCZOscR0ck5Iizp+ec0p8SMR5wqDYuGZeT0/5+zbGENBwYCVWVoEllvTGU6LTqFEjoTtWhFUk9yTmzAZFLBkHQAOIhgh1+Wycj6yKK40pxjZQ6sTTFxp4bDRW2CitkjVmb+JpDOVBYhMR+I8QeE1zn4OLE2uhd8wqhB5vCa9BnbAovDbqqz5DmO1inFsdj0F2y5HfpAlMc8NQNMQd539qjherWqPp93FwrJmDx9mDceLe97jZsm05uZfeX4Smrj7osnYVah8cgR/l+vTzGAU72aNM7Xq3NnBLqIXqRaEITnWFT8wihA+rOA8/95ZYpa0QUFvZvdGzyjz36Rh7qCkarVBCu/pKyMiNxxODJUj0dcCU1zT3ZYhWkOUU4v6anui7KRu1bPMRktwWm/02o4+ZnOZecd7xu2GzbwA6LQpH7fqqeBZmi8V+HhglW+xrshwAaq3ww7lFCGmv4Ln/NhYrEocr9OWOjnsdy8i9I14+XIXWTb9HnGNN5DzOxuATD/CbqyzOiJr7bmjjloBa1YsQGpwKV5947LbZhwGdFiG8dn2oPguD7WI/eIyyK5XOZHtgcLUhOKVmiiqCYlIdXdcGY39XHwx1GIJL1WyQHW6JZUH++LZOqaSygiyn8D7W9OyLTdm1YJsfguS2m+G3uQ9kkP1Hz61482sIfLTk/p/eK3rSqAMnoVBWUhKq2Bbk5wufqamrCySIfzypZdbR1hb03NTYMkiQ16lraEBDXR1F0lL5EK+nZpifVateXQh+JEEpKS5N98n7SeL4B5xl5/Nyc0s161WqCKXgq+jpobikRPDk0tPKfzk3jid/lE8SZ2hgIMxTUlgo9EUPK1NScg78w09Jh4qysvBzYVGR4NXkz+yffcoqfdIby/LvlBWw0XNIWUWxVIr8ggKBjBAD9lkilUJaUiL8rKaqKnzH8emF5BrZNwmgvp4eCsswkd9Tfsf0lMSLaUOJJe8hZiRoxIKfUTpCostx2HdBXp6grTa3sIBWmTb9TYGJ//QzpDje+5J7FmEi2aW8hNIcSkmoXa+scd9Jbkmc+VzJGkkhJTZvIvdTp04V8KQXuXfv3oL8RZ7cU66ycuVKQfLD8elppqed3mYaDdSsU5bD/aOkhT9TosJ++QzIZDmUvvD/r169+tZtqIzc814G5cqnHKVEiMSYwb0k9yTBHTp0EJ5pev/5jHM+9MbTy81+KfmhZ74yck+jhBgFBAR80GNCHT/J+N27d4V3m/E0nB8JPANo+R7Jk3t3d3dBpvTDDz8IRJ26expzNLBkkiEaLMSaOPM0hKc3NJBo1FBaxMbPqbmXD2SmgUE5F999sYkI/HcRKEZmbBhSVCxha64LRC1Dsx452Hv9G+gV6qOGaXkoLKRpEQhJ04JdTTO8noimBDnx4UjVsEINI5UKfb7uxy1EWkQUJCY1YVEeaFpxHm/2/VZ2rwyhEmRHhyJFwxq2pm9JlfMWQKUZUQhL1YCVvdmrIODy6ysfuzgzFmEpKrC0NYfuf+i0/su+pGmICEmDll1NmFWyxMK0CERJTFDzFbBAcSZiw1KgYmkL83edoDQdkaFp0LW1h/FbM0VLkREVJuy7vdmrZ+W/+8x+mr2L5L5s3/lHVJKfL5BNEl7+oWQQ7b3792FmYgJDY2NEvHghkHvqlm/evo1OHTsK3jsSe2ZiIbFISkoSeszOzhbIKf/wkqieOnkSPV1dUSSR4MmTJ3CsVw8Z6emCEZGWliaQdpJuBh82a9oUWTk5wv0ktPQCkrCQKFlXr45+AwYIx/++587B1MQEqWlpggaS4+Tl58Ohdm08vH9fmOfD4GBBy5ybl4fMjAwhyJXFumhYkBSZmJoKJI+kmmTo/r17mFTmEb3s7y/0nZ+XJ/Svb2AgrIsY5efmopqVFWJjYgS8NDQ1YVClihBk+FJJSZATECtjQ0NEREUJ3k0GtPIzBgSTrKmrqQmBiEJwrXJp0C5lIsw8QoMiMSlJuJZjVq9WTTAwaEiRNDMHc1RkpEDyGbT4Mbb3rVDLdZHQ0dtNLTeJ+psIG4kzAzbpvZf34pLk0rgjceUpAPugsUbiuHnzZoEkdu/eXfC4Uyf+448/ChpvSkvoUV68eLFwLU8LOH/Oic8kTxBmz54tEFnGBpDcU9rDrDgzZswQ9pVGBY1k/syMMBx/0aJF5Xp97hH75PNM45MkmN51jknNPd839s13gQSXwcKyxmebzwefK5J73sd5svEekn167EmcSbK3bt0qSGd4LT3qio3xBTQSaZjIN/bJe2SNMh/57EI0tPnusXFOXA8bseTvEL7vxJS/F4gDNfMk7zSWOE9Zhh7iRVz5PYOJuWaerHCP+HuA7yOx57PPZ4FZgGjM0HioUqWKcNoh3+SD7D/Gd0Gc0/8mAiXxm9BzaDY2XJiP2uLB0f/mJour+lciIJJ7OXKfm52NPHqoi4oEwkqvMQkmJQq5OTkCEafXU1NDA4ZGRkhJSkLNWrUEAh4RGSnIg/hHndIIkn02Eg16IG9evy4QUl7P+zW1tARvH/tOjI9HTGwsdPX0BB1zh3btkJ6ZiYy0NIEEhzx/LvTtf/ky2ZFA3unp5wkCP49LSBDmRaJBbzi9/zHR0bCzt0d0VJRAqknIeYpgbGQkrI0EPDU5WZAE2NeqJQQ40mNKcj/566+FubM/Ej961o2MjYV5U5JAo0NbR0fIVsJxIsLDYWpmhqomJnj86BFycnOFLCAkY4+Cg4XTAmqT2R89mlwzCQpxojHEkxIaODwhKZRIBFIXFxsrGFbKKioC2Xdq3FjAlo2nGsSLJOj2nTsfpJv+J97W9/Xcc07cA3p4SegUteLyc/4QzT3JI9Vq6LwAACAASURBVD3FDHClrpsyGhpT3E96xKmfX7t2rUBGaRjKGo1RknYaBCSdMs89iTSNAkpbmPGGnnvuCQ0OklKSXBoFPB3ge8DGZ54kmMGllPMQo79Dc08yT2OC3nLq1YkPiTKzBfFkSt5QoOyHRg7nLwsilq310qVLAumWNb5f8ll5OG8aEpTh8OREhhMz8BBfBvBu3LhReFZlnnsaSlwj58X7ZI0nZcSVwbGUPhEXGi80kmSZgmgk8XSBONKYEjX3/8SbK44hIiAiICLw70ZAJPdl+0cykJqSIvxRpcyBEhMSZRJyymTo/bt58ybq1KmDyIgIQUJCzx3/IzGVSWZ4PwkOPXMkOyQv/NfczEzwqvM6SUEBHOvWFTyHJN8kVySxJL80BChLodSGBgINB47F7zgvknp62ynXoJeXxJonB4KshbIZVVVhbBJy9qOqpiaskPPk55TMMLWekIZTW1uYG7OSkEDTc0/CQQ+urNGTKch6VFQEeRC9ljQqaCwIc9LVFb4nOeFnJO0kKPyOJwQck99zfGJDDyW/4+fsk0YTDQUaLeyfRgJTBhIHGgTEgMbJy5ISwdjivvCeKvr6wjicj2Iu8I/llfyYyT0x4t7SY07c6UHmvjAolB5nmVSE19ErzetIMEl0Fck9n3/KTEiueWpAWQ9lNfSA83mi55uGHJ8BkmB6y+mFpkHBd0CR3NNQJcHlsyTf+F6RqFPvrpgth+8CM+1Qa09POOVKNEZoeNCjT1LN55DPC+fP556nGjzFeN9G2RRxopFEcs/nmEYqDSaesPH9kc+WwxMynjRwXvKnAJwbT19oBHBeTG9KTT0NElmjNI5ZeDgO9fmMgxCz5bzvjonXiwiICIgIfFoIiOT+09rvt66WpJqeXMqLxPafI/Ah5J5Fjg4ePCgYk28rSkRyy4w2vIaeccVGokjpDk8A+D1z01P3Te+vLDiTBhbHoseYMhjuPw0/En1KueQbCSj17czuwtMFGgTUgpOEs1EyxjnRy0/9PQ1GEmBq00nw2Wjs0SCTFcbi6Q6JNoNGOSYNWfZNok5jUzFAlAHGlL3wGnrQuR75xr5osDColakkiT+99CTIlDeR0LOxb5J/xjV8SKPWnmSd2Yxo1BIzGi61atUStPDEkutmMC8lb5QhUY5DYq6YV5+ByDRkKW9ihh1KleQNABo/DIDmiR6NWGLFPigXEpuIgIiAiICIgIhAZQiI5F58LkQE/ksIfAi552kLde2MUSAJfVMjeaTunV5cxYJGvIenHfQe8zsSSwZu89SEunZKvWSNn8uCv2WFxShh4UmQfGPgLO9nf5Se8Fr+vyyTD09YXpTFpJC8k6hzflwL76MhIQSnq6kJHnlKgNgoO6Hnn155VpLmzzISrrh2nvyQQDOglF54VpqVbzQeuB4SbVkGGxob9IrLxud9nAPv/U8CUIkB5Tsck+OxX/ZHmRtP2Dgmx+ZYXA+/Z6YfxXoFNHxoKMk+p3xJ0bDiaQcNL54aUtZGA4kyOrGJCIgIiAiICIgIiORefAZEBP5BBD6E3P+D0xOHEhEQERAREBEQERAR+B9EQPTc/w9uqrikjwMBkdx/HPsgzkJEQERAREBEQETgU0JAJPef0m6La/1HERDJ/T8KtziYiICIwLsiIL2BX/p8g2NJpalcASUY9l4Lv5/av1MPyYcmYk7efOwaa4MPSdVe4D0HX9wfjgPznPD/Wp2hJAobe4+HdMtpjIx3x1XdoejXoLQA07s0acRpLF+8A1fi1FF34Fy4jXOGAdLgv3QcZu57Bv3ubti1djBsyrpMv/gLlkcOxdJR9lBBCRL8lmHWsjOI1W+Nyct/wRAHBTTS/LF03Ezse6aP7m67sHawDUq7SsfFX5YjcuhSjLKvPAfpe4/FXivMrxiP987CUu9EsDqPqlVf/LhsGF4bLu0S1m1JxWfzB8JWBch9uBfzF+xCUFFtDP95FSY3038NygrjFD/G3llL4Z0ojAKrvj9i2TDiI7b/BAGR3P8n6In3igj8BQIXL14UgiTFJiIgIiAi8NEgUHASQy3Xo9PTExgh1BJSgpK6JnTUSamkyExKh6qxCXTkGFZhZjJyNIxhpAlELWmMztkH8WiRJfKUDGCoLaP4BUiPTwcMLWBYWV2okjykZbyEyrFesL/8A2L3dYXGG8Z7hVUhMpNzoGFsBE3ZMNJsJKcrwdBEt4zs8upCZKblQ8tI/5XBwOsylWFkrFM5WSx5iskarGybg/5rm+HwgCDs61tahakgPR7pMIRFpQthJcpIbOrhiutfuGNVu2RsGfkN0hcHYUXG5zCZaQcv76G4N6Y9dvV7jodz9fFo33yMnb4NWZODELy0MVTzjmOw7RI4eh7F4JCZ6L61Na5enw2bcmspB8f6mmCmnRe8h97DmPa70O/5Q8zVf4R988di+rYsTA4KxtLGisZIBh6+91iV3IMkbGjnjAu93dDXRAkqhg3h+pkzTOStuZJYHBzZHCNuDMH1kLVoKb2A8fVnQH+zJ6aorIfrhGL8HrIJrcunWMk4SRvQzvkCerv1hYmSCgwbuuIzZ5MPMho/mvfrI5iISO4/gk0QpyAiICIgIiAiICLwjyFAcl9tE1yizmFUedVXoCTuKCa4zMEN7aqQJOthzCEvzHdOxu7+jTH+sj5McxNg/cstHJQMg/0GZTSopoy056lwORyMzaYb0K73NuRaGSL+bgy6HHyOI0NfZd0qfroJLm0XINTMHOoJIYh19UXyigxMVRyv+avKpSWRu9G/8Xhc1jdFboI1frlzCZ9d7Y+WU29B3yQb0TpTce72t7jRrgF2alaDbk4SHiW6wjNsN1peGIeOc+7D2DANLzQmwOviEJxs4grpsUdY7CDBnu4OCJh3BmoujSA5vAbRY2fhlvl4bPcZi5BBfbEt1wqG8XcR0+Ugnh8ZgCcjNNBT9w7ytpdlkyvJwJOAUOi2cYaVSg5OftUUB3vfwLijFpjRPA4PZxlB4tUPuj92Q9pVR2yfHwInC0/MSl+BO2XkfqjDBrQPOIfhL76G8zw7+Nz8DvYy8izxwxD9GWge9xCzjCTw6qeLH7ul4arjdswPcYKF5yykr7jzOrmXXMDq9x6rknsKfTG2wTrUXDwQJiW10X1AG1jDHyM0ekL3ThYIw9ONn2NmUi0Uexbjp3tr4HR5HOr/2hxHpuvibnJ1tO/RFDa6d/CV7J76l1+bW4nvWDRYVxOLB5qgpHZ3DGhj/f97mvOPvYT/3YFEcv/fxVfsXURAREBEQERARODjQoDk3vAznLdxhAnLj6s2xLfH96LBWkdMNvKA9xQrSAJmoO3WTrjldgX2w6ohKGoZasXux7TV6vjK+Ge0u78UqX9+BsnWdnC86YY7Xz3FaeWRmNRBHSFuTdAkbCNS/+iGUj+4BN7DLLCwZTBuTq+K4Nl2aJX4O87oT8Z0hfHu+Y2HsXBPIa58aYBh1YIQtawWYvdPw2qVZoj4cgmcQ55hoV02TvQ1xOymARixvw3urc7B8X4SrHe2xvUl8Rh32BFzzfbD84e6CDtwGtqDO8DLuQuKvMKwwrEAO9tbwf+HS9Dt1aiC535Py2vYckwZIyd1gHqIG5o0CcPG1D/QrXQhlTQpXhwcgwGbbLDFdx7Ceulj78Qc+A3ThPTOJBgPNMGD8MWooQxk7nBBh/DlpeQe6fCZ0hSuv2dBRyJF251BODXW9tUJQ+5+dNTfi4k5fhimKcWdScYYaPIAkYtZYDATO1w6IHx5JeS+bIbvNVYl9yjHrUGLautg+u0YNE72xO6wEfAJmIcGZac5eTfdMHCFOdbv1sbsNg/w/b01aLC/K/QmhqPTmBFomXUMuxO+xhXfr1+T8ryaW0MkrWmBautM8e2Yxkj23I2wET4ImNdAlOX8h78xRHL/HwIo3i4iICIgIiAiICLwr0KgUs99LvZ008XUmFZoaETGD6g6TsDWpptQ79T3yD/TH6VKmxJBltMp+yBCVtSH5FBv1Do5GfemPsTIL9ciKE8P5srheNr2DLLdXcrIfTY2NrdG4MoE7OmogQKPPnA8PQHfx/XFTIXx9v72VZk0JRfbm+nixPf5ONO/TOOTuRp1je9gY647umgAacvrwDz4J3x/exayjkZibQMJ9nS2xKlvE3C4ridmTFiAXRfjYea6CPv+GAxveXLfzgr+C18n9/s6BWL5oC+xNigPeubKCH/aFmey3eFSGbkvycC11cMwwasxfvX4Bd3MC+HhoosNQzIRMFoHhQGjoD+2NqKezYcJKbkcuce1qajzTVUcv+aGupnuGNRsLzrNAObM9IZEzQmLAubgZuvNGJIZgNE6hQgYpY+xtaPwbL7Qkxy5z8RvPathorcEak6LcPvWT2ik+tdj9bl3FqONKj61FQ0CoLBQCnV1VaD4Ab6vNxTKxx5iSV0VQPoAbs1c4Os0DK31n+LPPYnouGQdftFfgmqbeiLpxnSYSAMxq/ZkWATcwGyLipEZFccpRKFUHaXDfI96Q5Vx7OEScBixfTgCIrn/cOzEO0UERAREBEQERAT+fQhUSu4LcXGcHebUvIxb39nhZfgZ7Ay0wmD9n2E2sT6eh7qhRvoBjB4Ti+FN/sDkvIN4Vk7uR+PHxEHYPTgR1yYZI3hODThFbkeOR69yz/3ZoRZwa/0IN6aZIfwnRziFrsMRjfFYoDDeF4MaoFSYI4Hv53qYWP85Qt1qIP3AaIyJaoTC739Dp6hgzLXKh/cgA3xd7xK+dB+iQO6jMC96BZ50/Blf2UdiXdem8J92A40WtkXS/lhscY7AAruGiPjtFqqUee4H/NoMh/oFYXtGT+hsH4zEa5NgHDwHNZwisT3HA71eI/eFeLC6J768Phh/7J+I+sKkSxC20BbOCUeQuMMZiSvro27QRqQc6iLgIE9qpV4jYL+uE4L8xsFUegPTHaaimv9NzLUqI8IlYVho64yEI4nY4ZyIlfXrImhjCg7RqnlPz/1fjlWJ5x6ByzBwaw1s/204zPN9MLr2YjjduoxplspASSwu7vbA3YwSoOgufl8TC9cN6/BDAw+06FcE96er4FTog1F11qL9Ax+MMXiTEVEf95cNxNYa2/HbcHPk+4xG7cVOuHV5GjiM2D4cAZHcfzh24p0iAiICIgIiAiIC/z4E3qC5Lw7dgQGdFiG8dn2oPguD7WI/eIwsxOYOjTErsg7ssh5DbUYAjquNg0u2PLmfgJP1f0DzFUpoV18JGbnxeGKwBIn+4yHjddTcd2vjhoRa1VEUGoxUVx/ELArHMMXxRtmVSzKkTzegQ+NZiKxjh6zHaphx7RYGXeyIpt/HwbFmDh5nD8aJewtwq00bBXIfh18zRqL1dxGo20gFz1/UxSr/7bDeUA8ttuqgWY0SpIQlo+2fvtARyH0+ph5tAVefLli7xBC/uKyCUrv6UMrIRfwTAyxJ9IXDFAXNfbYHBlcbglNqpqgiBIyqo+vaYOzv6oOhDkNwqZoNssMtsSzIH9/WKY0oreCxLryPNT37YlN2LdjmhyC57Wb4be4Ds3JSW4JEj6FwGHIJ1WyyEW65DEH+36K0q/eU5fzlWKWPsOL8fu3VD1vyHGCZ/BiSYYfgu6AYk8o192VRsnl70bd5qSynpXIiTkzqiMmXjWH/Mhx5g9zh71aCiQr3yI9Tcv9X9Oq3BXkOlkh+LMGwQ774qa3ev++d+shmLJL7j2xDxOmICIgIiAiICIgI/L8hUJyJ2LAUqFjawly3PD0N0sKfI72KHeyN3yQ+L0F2dChSNKxha1pZqhzK6NMQESWBSU0LlMfxVjqe3OqlaQh/no4qdvaQDS1Ni0BImhbsapqVSYUqR0uaEYnQJDVUr2kJ2VIKEl8gQbk6bEwU0k6W5CA+PBUaVjVgIIlGaIoGrG1N39r/G/dImo7I0DTo2r6a8xtmiIyoMKRqWMHe7FUgsfy10vRIhKbpwtbeuOwU5EOfDOlfjvV6z1JkxkYgTb06bE3esKeVTCc3IRQJSpZvXNNrt0gzERuRBvXqtniPYT4UiE/iPpHcfxLbLC5SREBEQERAREBEQERAREBE4FNAQCT3n8Iui2sUERAREBEQERAREBEQERAR+CQQEMn9J7HN4iJFBEQERAREBEQERAREBEQEPgUERHL/KeyyuEYRAREBEQERAREBEQERARGBTwIBkdx/EtssLlJEQERAREBEQERAREBEQETgU0BAJPefwi6LaxQREBEQERAREBEQERAREBH4JBAQyf0nsc3iIkUERAREBEQERAREBEQERAQ+BQREcv8p7LK4RhEBEQERAREBEYF/AQISfzcM9esI98WdSvO6S67h58+PwdljNVzfPdX6W1eavHMgRmSugPesmviYCqEWeM/BF/eH48A8Jyhk4X//nUu/iF+WR2Lo0lGwVwFK4i9g9Q9r4Rtvii4zl2BuV8uPau3vv0DxjrchIJJ78fkQERAREBEQERAREBH4KBDIc+8Di33DEH9mOISyTgWeGGC0Di7J/pigA0izk5GpbARjHZW3z7cgHfHpgKGF4atCVMXZyMzXgU7mQ9yT1oJzDY4gRXZyOpQMTaBbVnS18o55XSaUjYwhP7QkPQn52qYw0ChBbloGlAyMoF1e+ysTSemqMDbRKa+6y74LM9OQr2UEfRmDL8lDWsZLqBzrBfvLPyB2X1fBsOFa05UMYfLWiRUgvXShMCwzfjIe7sP8sdOxLWsygoKXorFyJDZ2boPjroexs3cclgzbjLp/nsesmn+B4UfxRIiT+BAERHL/IaiJ94gIiAiICIgIiAiICPztCLyR3CceQdXpHTHnvjEM015AY4IXrgw5iYauUhx7tBgOkj3o7hCA+WGbobuiHXpvy4WVYTzuxnTBwWdrEdrJGquKbGFYcxKuOm+AQ7IXUmfdRP+WU3FL3wTZ0TqYei4Qy1QmQaOnLu5kbUfTMrJfknQM4zrOwX1jQ6S90MAEr4sY6dMCDX9TgYV2BqLDdNCxqxqiXkTjSWJPHA3bBWffCXCZcwPaVSVI1huDQ17zYLGuMRrs1EQ13RwkPUqEq2cYdjn8AZe2CxBqZg71hBDEuvoidbc19vRpiam39GGSHQ2dqedwzfUihi46j7yXQF7UQyR0P4SQyXfRtfc25FoZIv5uDLocfI4jQ/VxYfV8hDhZwHNWOlbcWYrGhZ4Y6ngInz/xwEBtKa5Pr4v5tQJw6RvTv33/xA4/DgREcv9x7IM4CxEBEQERAREBEYFPHoE3kvvYhbjeYC7M9nvih7phOHBaG+M7eKFWlyJ4ha2AY8FOtLfyx6LYNVD5/RiUR05CB/UQuDVpgrD1gbCfWAePtxbgSE81RM81hnXKaXimtcecpiF4ttAO2Sf6wnB2M0Q8WwhrBa1Ood9o2M01w37PH1A37ABOaw9Gl3MtYXN3OXKO98T5AVqY4vAYEctN8atTLTz99Tg0x0yDkYc3plhJEDCjLbZ2uovfY1vB5t5q5BzvB8l6Z1hfX4SDSqOwuGUwbk6viuDZdmiVuAfxgzfBaGZThDxbCLvsE+hrOBvNIp5hobUyJMEbMGD0HXx5bBc6hW7DMeWRmNRBHSFuTdAkbCNS/+hWKmfK3AGXDuFYTnKvFAy3pgMQuzwA29tE4ad2zeDZ/wkeutX55J+3/1UARHL/v7qz4rpEBEQERAREBEQE/mUIFBwbALOtfRHnOwo6nHveYfStugMDkr3R9uQMTFiwCxfjzeC6aB9ODfauQO7bWfnDLX4LtH8dhC/XBiFPzxzK4U/R1ushak/rgtwTkVhdT6mM3Hti+Y2uCNqYC/cuGkDactQxf4TtOfvRQVHwLg3FoRkTsGDXRcSbuWLRvj8w/EJrtMv0QPgaB1z60gJuraMRMAnY0tIKt91WIMZ1JmJaNYSREhehCscJu7EwvCfaZB1F5NoGkOzpDMtTE7AoejIerEzAno4aKPDoA8fT03GzwTRY3tmIXPcu0EAaltcxx6PtOdjrcBrj+2xEze1emN9UG9nXlmPQl2sRlKcHc+VwPG17BtnuLq+Te1Ug595vmD59Ox7+H3v3HZfz+sdx/NW0qVCSHS1700+IUuZB9t57ZGVkZR97HXtmb47ZiRLZnMyik2SPQ0WKct93v0cDSYgTKZ/73+7v9f1ez+v6Xvf7vrq+161VnFq5L3Gi4kGOD86bxnqHXG5yBSTcJ1dK3icCIiACIiACIvBdBZRXR2Ja8wELb67FPgeEn+hFUQd1dgZ24u/JftSc0BHj23OxKe/FsUulMS//hHX3F1EhyJkipYJY8bAOU/SW0uLxSXrlvMqwgmW5vfgq5oNqE7H3NjPM34b7fWx7XI2xNe5w1Sk/rw41Q6dPSQICxlEw8cz92T9w8avJhI7G3J5rQ3mvAVwsO47qL7YSODOJcD9xExqdnSl67CwjikRz68AKLuRvS8Ud5ROF+76s1erOZMtrnB5gwC0Xc8oG/MHdpnPQca7BnatO5H91iGY6fSh5aQP07s/dQXtZ1tgQdSJYWysLS1s85mSvnFwdVpCyt5fycmv9j8O9+mN2j1+KluNY6us8YGnduviOO8c8y//82O537QtS+LcLSLj/djs5UgREQAREQAREICUFVI/Y2aMyDqtekD+/Jo/uZaCZqzfrW6uzvpklI4IsKK3xD4EWM7ixvACjzCuzOEtFCqqecvPfauy65cSZKqX5Xc2KEmqhhD/0Q2fCOWrOqJco3LvzapAn1cuP4oF5UV76htFiz2UWZun/8Zr7O640sxxBkEVpNP4JxGKGJxN8a3863E+7h/M/rbEeewvTEprcuFmYiYc3Y+1aIlG4d+T+5Ds0/N84HhXLx5uAqzyr58bDVQbMtyzPqAfmFH3pS1iLnWzNP5b/TX9OefNcsbvcaJp1Y0yxhTSYoYZVCTVCwx/ipzOJx17d0Ylpj4TLcjSV+P3xG02Xv6Fojoc8NB3HniUOGP1MWwWlZB+SspBwL51ABERABERABETgpxKIfHaLm49V5C5iTO53W2AqCL0dwBOtfBTNmzV+K8fXPA58hHq+QuR+t/tMGHcDnpKhQGH0v7R9piKYIP9gMhUpisHn3qsI5XbAE7TyFSVv1uSlYuXz+9x8qkHewnn47CFRwQTdiSR3UcO4pUixLwXBQf4EZypC0U9emIqwuwE8zVCAwl+sKEQF3+F+pB4FDd/a/VRNLheTggIS7lMQU4oSAREQAREQAREQAREQgdQUkHCfmvpybhEQAREQAREQAREQARFIQQEJ9ymIKUWJgAiIgAiIgAiIgAiIQGoKSLhPTX05twiIgAiIgAiIgAiIgAikoICE+xTElKJEQAREQAREQAREQAREIDUFJNynpr6cWwREQAREQAREQAREQARSUEDCfQpiSlEiIAIiIAIiIAIiIAIikJoCEu5TU1/OLQIiIAIiIAIiIAIiIAIpKCDhPgUxpSgREAEREAEREAEREAERSE0BCfepqS/nFgEREAEREAEREAEREIEUFJBwn4KYUpQIiIAIiIAIiIAIiIAIpKaAhPvU1Jdzi4AIiIAIiIAIiIAIiEAKCki4T0FMKUoEREAEREAEREAEREAEUlNAwn1q6su5RUAEREAEREAEREAERCAFBSTcpyCmFCUCIiACIiACIiACIiACqSkg4T419eXcIiACIiACIiACIiACIpCCAhLuUxBTihIBERABERABERABERCB1BSQcJ+a+nJuERABERABERABERABEUhBAQn3KYgpRYmACIiACIiACIiACIhAagpIuE9NfTm3CIiACIiACIiACIiACKSggIT7FMSUokRABERABERABERABEQgNQUk3KemvpxbBERABERABERABERABFJQ4DuE+3COzxvK2itvkrhMTYq3n8GgGtmAl/jt+oOFmzy4ei+M6Gz5KG3TEcf+9THO+Jyjs4ez3leRZFXV89TByaUu9+cPY52fHrWHTKS1qUbceyO8mTdkDdey18RxcjssIo8zb+ha4i5HDTV1DTJkM8Dkf01p+1tpcsYepuJft+mM2XYLffvhTGhW5P15QzyZNWojfkp9bJ0m0LJo/Hli3vH6BAsGreayRgnaT3Kkuk7cYQrfdYyaexwN6yEMM9zPqPW+JFkT9TzUcXKh/sOFDF17hSTFirdnyaAaX/BKgik8Qb3V1FBX10Q7Uw7ylqlP+9ZW5M8Aqn/dmD5mG7f07Rk+rhn5zi9m0Iq/0azch1ndyqKZpH4ktz1Wsdj1EOduPiVKOxfGFezo0KcLtQpmTLprJuNaEoDjOWsUG/2U6Ns6MaFlURKIx71NFYzPpgUs3umN3/0worPmwaRyQ7r174hlnsRXHfLl8lLwhpKiREAEREAEREAERCA1Bb5DuH/G8rpG9DgUmUS9tLFZdAf33rnwX9yA//U7xDO1TOjkzoYq+F9evFEnz2/L8N5al4N1C9HvSFSSNpomg/C8NJwrDQvQxzMf/Q/7Mr9mhrj3hqygnmF3/tLvxaF/FmPzcjl1jXrw0eWoaVOg8QIObu6BhbaSmzNqYO50BuNhx/GbXiX+vCruL2uAea+DhEVrYj7sOBenV0H77VU9X01Dgy7si9LGwvEvzsyuQVYg0q0nReuvRKu3Gx5mUzHtd4Qka6JpwiDPKzj7/YZRj0MkKWaziEj3Hp/32t6FIokT8LNP1VuLfE2X4bWlEwWDZlDD3IkzxsM4fmk6pbY7oN9uN9qtt/JggwMfR/Vwzs34jYajPHisVCeTTk4yR4UQHK5APef/GL1zL+PffsNJ2HLJuJa316+6v4wG5r04GBaNpvkwjl+cTpV34DHfnAJw7WBPz803iVTLQPac2VCFBvPyTTRahVuzxtOV1gXfY3yxvNS8++TcIiACIiACIiACIpDCAt8v3LvnptNGL1yqJJxJVSNTTiNyZ7zB5KqlGX3RgqEenvxeTRfFrTW0/l83dj41Z9TJC4wq+Jhnr6JBcZpxNdqw5kk1r6YBlQAAIABJREFUpp5dSxtdNdS0s2OgH8lKu+SHe/fcndjo5UJlXvH0+gFmDBrF1n+0qDX/Em79ChCUVLhX+jOzZmmcTqrQ0niDMk839voto26W+FZ4G+4jQS1TOUYfPcGEShkThHt3rk0rwdNnr4hGwelxNWiz5gnVpp5lbRtd1NS0yW6QB+Xauhj1cCd3p414uVT5YMZcLVNO8uvd+YKXD5MrJJqxjg/U7+qtFsHjc8sY0GMeZyIsGHXShwm6c74q3EedG0Nlq8lczlCOvqs2M9WhKFki7+I+pQNtJnnx3Lgfh3zmU+utz9vOmoxribt+Jf4za1La6SQqLQ3eKPPQba8fy96BKwlcVI/y/d2JNO3I4s1zaF9KB9UjLya3cWCCZyj5ex/i+iKb+C8mXyovhe8mKU4EREAEREAEREAEUlngO4Z7A3q7+bOodvyMesKKKgOZZW3OsJN62IxezKy+9SiZGwKObMH7rgZFrFtS/e3sa+QR+pjYsfiRNYvuuNHbQD2uJNVjFn9NuDfojZv/It5eTtjujpg6rONZtVnc8ByActbHM/eKi+OoWGki1yuNZITuIlwOaNJ8w3W2tMoZdw3x4X6/QhN1lZJMVadw0nMEJp5vZ+7d8VtgTZxAJEf6mGC3+BHWi+7g1tuA+JrwbHlcuDfo7Yb/otrx708A9jVeiQN1wnqrgphjbcpgbz0677nFcvMFXxHuIzk6wAKbBXcoNtSLizMs31+n8jrTqpVm1FldOuwKZE2jzB9267fh/jPXsqpBRlBcZFzFSky8XomRI3RZ5HIAzeYbuL6lFbHiymtMqlKWsT556b7/Gkvt3n+LUPjtYP5fEZjVsMWmTJ64/658qbxUvvnk9CIgAiIgAiIgAiKQ0gLfL9y7qdDNXwT9TAkuOUMNJnsvxSGbike7emDVehUBkdGoaWYnX8kqWNdtQc/+nbDMk2CNyXcK96o7c6lVbBDe+j3YH7CIovMTh/tIjg8qRa1596g+7xpb9Udg1mYrkbaLuHagF/ljknl8uHcr3p726jtZ/bcWteeeYbfJLMxil+V8Tbh3Q6WbnyIfglFjsjdLHbIk3ytxuNdzYO5GR8qoveLRhbWMHb2R66qqTLt8jCEas5Mf7mO+TNkXoM+RrLTdfpf1TRIG+Ci8BphTe8FdKky5wumRpkmH+89ci5OJBpHHB1Gq1jzuVZ/Hta36jDBrw9ZIWxZdO0CvGPDwzTQ3bMMOZSPWPNhNhxygCgngvO8joqLjTqmWwZDi5Y3RUefL5aX03STliYAIiIAIiIAIiEAqC6RSuI+dhuXJmXUsWLSRvUdOc+1BGIpoNbQKtmS113rafnHm/glL7PPT2+MTa+4NenHI//2ae/dEM/eqR4uwK9gXD52O7Lq9kuILEoX7l/vpZvYbq8LsWOq3l+7Z99PFtAlrnlVkio83I8w13of70pM4M+slnW1+50r2RiyakZtJXVenYLiPeQA5mV6Jwn3iZw3UNHSp6LSDQ1OsyX7zK9bcq+4yz6Yojl656Lo3kBX1Ev5HJorTTqWxmnGTUuPOc2F8qSTD/eeuRZeX7O9mxm+rwrBb6sfe7tnZ38WUJmueUXGKD94jzNEIW0sj/c7s02zKhsfbaZ0ZXu/tQqHGq3msijulRv74Zy0yJKO8VL755PQiIAIiIAIiIAIikNIC3y/cu39mWc7rR/j6XOOWoiDWVkXJTBTPrh1i/oBuTPIIpUzCgPipmXues7qhAV0O6tPr0D8stokLm6rHi7Ev0AePfP054jefGmFxD5YmDveKS+OoWHECV4s6cfziFHLP+zDcB29uiWnbrQRnKUiZkkZkRMnT6+fwD1bHYrg3PtMqo/125r70JC6dGMDDwRWxXxiAbtHCRN28hW6fr5m5/8yynK/xShTu/8pUlc6O9SikqUnG7AaY1WhE3VI5Y3egUX5NuCecba3y0WrrK2rM9efwgALvlhVBCOubFqbD7ijslgRxsId+kuH+c9dC8GZamrZla3AWCpYpiVFGUD69zjn/YNQthuPtM43K0UcZYGHDgrulGHv+LC6lNFEG7GX+5ou8DL+A68w93DKMD/fhySgv4YO6KX1nSXkiIAIiIAIiIAIikAoCqRLuVXcXUsdkAJ45mrP+0iZax66jV3JjajVKjjpPgQFHCJhXPY7jk+H+NXs7F6Lx2hdYzbrKkUFFYgNr5ImhlK45i8DS47lwehwlnycV7sM4OdwK6xlXMei+j+tLbXmY8IHaaQVY1sCcXociyJQ9GxneLo7nDeGhL1EW6MlB3yXYvonbLcctJtyfdMY09E+6V3BgdZCCaDQo3C9lwv1XeSUK94m/1CTsY18X7lU8WPkbxXvsJ8LCkUPHZmOtG1da+IVJ1LEeyymlFTMueTAk4XahMW9Ias39B51dxYPYXYkOEZEpO9neg/MmPJSXygL0POjLEtto3HoVp/6y+xTouJUTK5tgGN82UdcmYlV2LBfyxIT7P7BYm5zyEj0bkAo3oJxSBERABERABERABFJS4PuFezcNiljWorieWoLrVUe//gRWdNdlddNydNsTTPYSjWj3WymyPbvAzg0HuRGRly67r7KyQY4vhHsVTza2omT7bTzNYkq9Ds0on+MZpzavxf2WApPBnlya+T8yxAdLN40iWNYqjp6akvAHlzn99z1e56zD/OMH6GvGB1thXu1xAuuSwzih047t111pEn8pKC7jUqUCLj66tNx0nU12uz8I9+YaKh5uakOF9lt4oPzacO+GRhFLahXX4wMx/frsXlYv+V7/OdzvIipfReqUef/AL2hSsvtyJte+yYTatricfkkWkzq0alKJ3GFX2LfpT66EalNi0H6OzbImfrv/9+3+pXCvDGCWdUmGndCh3fbruL4H57JLFSq4+KDbchPXN7Ug+601NK/Wnd0Ptchv1ZxmVoa8DjzHkYNe+Ieq0DQdjKdPL07bJa+8+O8nKXlPSVkiIAIiIAIiIAIikGoC3y/cJ7nPvQaF+vzFrT9qoXrkzoSufZjtdpMwZczTkGpo6pjScMRSlg+rTs63s+WfnLmPWYPzkEPjOtJr9hHuRKiILUUjB6ZNxrF6+SCqxKTMxHusq6mjldUAkyqN6T9xEt0r66FOwn3uPdmcaQAVJ17GsMd+/JbY8X5+V8mtebaUGHQUTfsl+G7Qopfh+5n7mGX4KINY0aQiPfeGUPCrZu6T3udeo1AfFLf+SL7Xfw73OwmPfzj1fa/UxnpuAB4D86P69zhzHQcxfcffPImMJho1tHQtaOA4kwXO9hh99ItTX565j1kiVaniRC4b9mC/3xLsEkyoK2/Nw7bEII5q2rPEdx89jNQJv7YBZ8fxrD56kxeKuL6jpWOM5W9dcRrrSJ2wqV9VXqrdfXJiERABERABERABEUhhge8Q7r/uCl8/8ef6rWCiMubG2MyYnEnsnPmlEpUvH+D/zx1CIzOgV8iUYnkyJ1gP/qWj09bfU8IrJWqsDLvLDf+HRGjrY2xeCN2kf842JU71yTIin93kxs1nKLPmobBJAXRS4Rq+awWlcBEQAREQAREQARH4SoFUD/dfeb3ydhEQAREQAREQAREQAREQgU8ISLiXriECIiACIiACIiACIiAC6URAwn06aUiphgiIgAiIgAiIgAiIgAhIuJc+IAIiIAIiIAIiIAIiIALpREDCfTppSKmGCIiACIiACIiACIiACEi4lz4gAiIgAiIgAiIgAiIgAulEQMJ9OmlIqYYIiIAIiIAIiIAIiIAISLiXPiACIiACIiACIiACIiAC6URAwn06aUiphgiIgAiIgAiIgAiIgAhIuJc+IAIiIAIiIAIiIAIiIALpREDCfTppSKmGCIiACIiACIiACIiACEi4lz4gAiIgAiIgAiIgAiIgAulEQMJ9OmlIqYYIiIAIiIAIiIAIiIAISLiXPiACIiACIiACIiACIiAC6URAwn06aUiphgiIgAiIgAiIgAiIgAhIuJc+IAIiIAIiIAIiIAIiIALpREDCfTppSKmGCIiACIiACIiACIiACEi4lz4gAiIgAiIgAiIgAiIgAulEQMJ9OmlIqYYIiIAIiIAIiIAIiIAISLiXPiACIiACIiACIiACIiAC6URAwn06aUiphgiIgAiIgAiIgAiIgAhIuJc+IAIiIAIiIAIiIAIiIALpROD7hfuo+xxbs5BV+84Q8ExB1nxlqNPJkT51i5AxAV7kbQ9WLXbl0LmbPI3SJpdxBew69KFLrYLx7wvFY9YINvopQF2PGgOn0L64JqDi7p5JTNp7ByUa5Ks/ivFNcnF83lDWXnkDqKGmro6mdiZy5C1D/fatscqf4cNmC/Fk1qiN+Cn1sXWaQMuiGu//Hn6ceUPXEltUzEtNDQ3NjGTTL0KlRu1wKJ+bBO8GQvCcNYqNfkr0bZ2Y0LLou78/Pzqb4et9USTVadTzUGdoP3LsHM+2W/rYD2nO65ULOBqaB/vh42hW5P1ZFJdX47TgBBFFHHAZXhcDdfiyX9I9VRXsw6YFi9np7cf9sGiy5jGhcsNu9O9oSZ4YXsITWCYuQ5Pi7WcwqIYWJxYMYvVlDUq0n4RjdZ24Nyp8WTdqLsc1rBkyqTWmrxNZJixOszjtZwyiwsV5DF17hffcGmhmzIZ+kUo0audA+dwfavO5tos6w+JBK/hbszJ9ZnWjbGx95CUCIiACIiACIiAC6V/g+4T7CB/mNm3AsL8eoNTMTs5sSkJDwlGq56bmNDcODC0bG9zDz83gt4aj8HisRD2TDjkzRxESHI5CPSf/G72TveOro6O6zwKbIgzwjAK0qDT5EidHmaPBv6xqWIRu+14SjRYlnU9yeVJhltc1osehyEQtp4ZWvqYs89pCp3dhWcX9ZQ0w73WQsGhNzIcd5+L0Kmi/PfLZcuoa9eCjomJyfgYTemz3ZlGD3KjHv191fxkNzHtxMCwaTfNhHL84nSqxhal4+EcdCvU7QkwNPnppmjDo8G4MnUvjdMaYYcePUeWPkjTfEEKFiRc56RxT15hXFN6DS2I95xbmo07y9+QKRCbHL4lTKgJc6WDfk803I1HLENM+KkKDX/ImWovCrdfg6dqaghrPPmEZU6A2Novu4N47I6sbGtBlXxTaFo78dWY2NbICkW70LFqflVq9cfdbgPXLT1uibcOiO260+LM+Rj0OkbjlYr6kZTDpwXbvRTTI/U77820XsREH/Xbs1m7N1gcbcEj4bTL939NSQxEQAREQAREQgV9Y4DuEewWXJ1lSZewFstQcx/aNo6iRR0Hg9oE0ar8c34z1We67h645LzCmshWTL2egXN9VbJ7qQNEskdx1n0KHNpPwem5Mv0M+zK8ZGhfuj6qTKUMUWC0g4FAf8r7aTYcizdj8QovoSGVs4H0X7t1z02mjFy6V1Yh4fI5lA3ow70wEFqNOcmVyhbjmVvozs2ZpnE6q0NJ4gzJPN/b6LaNulvjeEB/u3fXa4Xp8MtW0IFoRwoW5nWm78CLqdksI3N8jdvYclPjPrElpp5OotDR4o8xDt71+LIsvTBX+L/efvSIaBafH1aDNmidUm3qWtW10UVPTJnuucJbbmseH+0uM/bcXpk3W8G9ZF3xOjSH2HxVRJxhSsiZzbpVm3IXTjDP1SZ5frbcViq+XMpBF9crT3z0S046L2TynPaV0VDzymkwbhwl4huan96HrLLIJjwv3by2rJJz+ViNTTiNyZwmLD/eRoJaJcqOPcmJCJTJ+Ity75+7ERi8XPiwqEzmNcvN6ZV2Merij186V45OroRWjFXKBuZ3bsvCiOnZLAtnfwyDuy9SX2k7C/S88pEnVRUAEREAERODXFkj5cK84x6iy/2PqDVNGnvBhSsX4UKgK5tiqlVzXs8S2zv/Ie34AFjYLuFNsKF4XZ2D5bsWMkuvTqlF61Fl0O+wicFV5VsaEe+8SWJW/wYnrdVl/axsOlwdiUXsxOaqW44b33xT5INwb0NvNn0W1YwpVETTHGtPB3uh13sPDVQ1iW1xxcRwVK03keqWRjNBdhMsBTZpvuM6WVjnjesTbcJ+rO/tuLsM+/vrCdranaPP1hFrN4R8PRwrEpE3FRcZVrMTE65UYOUKXRS4H0Gy+getbWhFfWnwvi+RIHxPsFj/CetEd3Hq/Das3mVHjfbifXsqTnmb1Wf6oTFyQL6lJ1MmhlKoxm1vlJ3PxxEiKHE+m35pGZE7Qx5XXJlGl7Fh88nZn/7Wl2L3L/gr8dsznrwgzatjaUCZPWHy4T2iZ+GZ5Hhfu9yvQVFehzFSVKSc9GWHimeTMvbtBb9z8FxHbLIlez5bHhftc3fdxc5k9cW8JY2f7ojRfH4rVnH/wcCwQG+6/2HYS7n/tUU1qLwIiIAIiIAK/sEDKh/vw9TTV78BuzWZsfLiVVgmT5TtoFY8X21OgzxGytt3O3fVNPgigUV4DMK+9gLsVpnDleAf+sivCgBNVGDpAwfw5t+mw7zoDztSk/KSX9BpiwZrp+yj0QbjXw2HuRhzLqPHq0QXWjh3Nxusqqk67zAknk5h1IxwfVIpa8+5Rfd41tuqPwKzNViJtF3HtQC/yxyTI+HDvpmGCdYNy6KtHo3z9FD/vY1wLzkzNmadwHxS3ZCby+CBK1ZrHverzuLZVnxFmbdgaacuiawfoFVvY21cyw30VFR79LKiz6B6lxpzjrIs555xKU31mEFVnXMVzSGGeJtfvxEhMEz5KsLk5hm12oGy0hge7O5ADFSEB5/F9FEV07GWqkcGwOOWNlayMmbl3U6Gbvwj6mRJUI0MNJnsvxSFbfLh3K0779ursXP03WrXncma3CbPMPl6W46bSJX8RfT4sajLeSx2Iig33bmiYWNOgnD7q0UpeP/XD+9g1gjPXZOYpdwaZx2p/ue0k3P/CQ5pUXQREQAREQAR+bYGUD/ehq2iQpxsHMrZgy4PNNP9EuL87z4aijl7k6rqXwBX14mdq4xoj6rQTpa1mcLPUOM6f6o6XfUy4/x8zt1RgZfM54LiN7n+3Zui1Vmz+/SVdO+/5MNwnXiivpoFuRSd2HJqCtS7wcj/dzH5jVZgdS/320j37frqYNmHNs4pM8fFmREyITGrNfUw5FvXp0G84zj0siVsC/pL93cz4bVUYdkv92Ns9O/u7mNJkzTMqTvHBe8TbNfMx701uuNcmynswJa3ncKv4GM6crMfmClbMuF2deb7u9C8IyfY7M55SCVbUhK1thH7nfWg23cDj7a3JzGv2dilE49WPUcXqa5C/1yH+WVwW12SH+9JMOjOLl51t+P1KdhotmkHuSV1ZnWjN/ZfD/Ydr7tU0dLGo34F+w53pYRn/fENy2k7C/a89qkntRUAEREAEROAXFkj5cB/pTq9idVn6qAKTL59glFn8tLHqX/a4jOKsQWPatalLAfc25Gu1lVc15uJ/eEDc8pb4V8j6phTusJsouyUE7a3Pljpx4X7utUFcqdEYV91KlLpzlhs1VuDb9iDF2+z+MNz/lYmqnR2pV0gTzYzZMTCrQaO6pcgZfynBm1ti2nYrwVkKUqakERlR8vT6OfyD1bEY7o3PtMpov1uW05lt51wwchtP176r8ctYlZHb9+JirRe3/jt4My1N27I1OAsFy5TEKCMon17nnH8w6hbD8faZRuV3T+kmP9wTdYbhZaoxPcAcp0V12Nd7NndqL+b6gZ4YqUP4tlbJ89vfA/0EtpFH45bz3C01lvNnXSilqSRg73w2X3xJ+AVXZu65hWHCcO+ejGU5bqWZdOkEAx4OpqL9QgJ0i1I46ia3dPt88EBtspbldN7GORcj3MZ3pe9qPzJWHcn2vS5Y68VVIlltJ+H+Fx7SpOoiIAIiIAIi8GsLpHy4J4x93SxovOoxxl23c3RJIww1IPT4CGrbT8dHvTYLrrrRW2s1vxXvwf4ICxwPHWN27JR6zBY6F5hUx5qxp5RYzbiEx6BMLIpZcx8T7v/Zgs4AYzrvCSNaTQvLab64FRxF3taJwv3nAqnqAcsamNPrUASZsmcjw7vg+4bw0JcoC/TkoO8SbF/F7fDi/m7NfRRXZ9lj5XSUl3lbs+HsOloYwoPYHXcOEZEpO9neF8ab8FBeKgvQ86AvS2zf/vviK8I9CnzGlKfypKtky6VD6DMl9VfcYHeXuHX6qgcrk+c35P2WnHG+bvQqXp9l9wvQcesJVjYxjN/xJ4prE60oO/YCeb4p3J/E2TSUP7tXwGF1EIpo0Cjc7+vD/ds191FXmWVvhdPRl+RtvYGz61pgSDLbDtkt59ce1qT2IiACIiACIvDrCnyHcA/K2xtoV6MzW+6AnmkVyhm+xPf0Re6/zkjJIQc4MaMm2Yjg7ITa2Lqc5mUWE+q0akKl3GFc2beJP6+Eol1iEPuPzcI6e/xWmDHhPuAvGm61xnyYN1EaZgw7fonxt9uR5yvCvTJgFtYlh3FCpx3br7vSJEd84ysu41KlAi4+urTcdJ1NtbcnCvcxT3L6MdfOkiEeYRi138r5laVYV7skw07o0G77dVzfF8ZllypUcPFBt+Umrm9qQdxXl68J96C4OoEq5cZz4U006rpNWfvPDtq9e0I3mX7xW8+/7+JKbq1pTrXuu3molR+r5s2wMnxN4LkjHPTyJ1SlielgTy7PNGNt7LIcDYpY1qK4nlqCu0Qd/foTWNGzYNwDtbEz9ydxNtdA9XATbSq0Z8sD5Ufh3k2jCJa1ivNhUfrUn7CEZmcafvRArcJvLnaWQ/AIM6L91vOsLLWO2slpuwYHY7fC3BWVj4p1ysTvaBR3+Zolu7N8YkNyJnwU4te9/6XmIiACIiACIiAC6Uzgu4T7GKOooANMHzMV10MXCHoO2QuVp16XcUwdZoPR2wc8Vf9yfK4jg6bv4O8nkURHg5qWLhYNHJm5wBn7mDe+3ec+NtwfpvdDZ8r9bxp+uTqz++Yqau9t8RXhXsGlcZWoOPEyhj3247fELsGDvEpuzbOlxKCjaNovwXetGt3yJ5y5j2t5he9sbC2H4RVemG7zHDjvOIPLhj3Y77cEuwTPFyhvzcO2xCCOatqzxHcfPWLW0nxluEd5nanVSuN8WkGuVpu48e5LQnwvTI5fkh02nGsbnHEcv5qjN1/EzrKjpoWOsSW/dXVirGM9imT83D73GhTq8xe3/ij/UbiP2RY0aEUTKvbcS0jBD2fuk/rNADQK0eev60y42TiJ3XIU+M62xXKYF+GFuzHP4TyOM5LRdluzMiBPO3aGxz0inPClbT2XgMMD4x6alpcIiIAIiIAIiIAIpDOB7xbuv8pJGcbdG/48jNBG39icQrryk6I/xi+SZzdvcPOZkqx5CmNSQAeR/yp5ebMIiIAIiIAIiIAI/FQCP0e4/6lI5GJEQAREQAREQAREQAREIG0KSLhPm+0mVy0CIiACIiACIiACIiACHwlIuJdOIQIiIAIiIAIiIAIiIALpREDCfTppSKmGCIiACIiACIiACIiACEi4lz4gAiIgAiIgAiIgAiIgAulEQMJ9OmlIqYYIiIAIiIAIiIAIiIAISLiXPiACIiACIiACIiACIiAC6URAwn06aUiphgiIgAiIgAiIgAiIgAhIuJc+IAIiIAIiIAIiIAIiIALpREDCfTppSKmGCIiACIiACIiACIiACEi4lz4gAiIgAiIgAiIgAiIgAulEQMJ9OmlIqYYIiIAIiIAIiIAIiIAISLiXPiACIiACIiACIiACIiAC6URAwn06aUiphgiIgAiIgAiIgAiIgAhIuJc+IAIiIAIiIAIiIAIiIALpREDCfTppSKmGCIiACIiACIiACIiACEi4lz4gAiIgAiIgAiIgAiIgAulEQMJ9OmlIqYYIiIAIiIAIiIAIiIAIpHi4HzlyJC9evBDZHyjg5+dHdHQ0FhYWP/CscioREAERSDmB0NBQLl++TNWqVdHS0kq5gqUkERABEfjBAo0bN8bW1vYHn/X96VI83Ovq6hIzSNeoUSPVKvWrndjLyyu2ymL+q7W81FcE0o/AmTNneP36NcWLFydXrlzpp2JSExEQgV9KICaTTZ06lREjRqRavVM83OfJkwdnZ2f69++fapX61U5csGBB3rx5w4MHD361qkt9RUAE0onArFmzGDp0KP7+/hQrViyd1EqqIQIi8KsJGBsb0717dwn3v1rDp3R9JdyntKiUJwIi8KMFJNz/aHE5nwiIwPcQkHD/PVRTrUwVj93nsjSkPiNamKL9A69Dwv0PxJZTiYAIfBcBCfffhVUKFQER+MECEu5/MPh3PZ3Sn+kNBqA1ez+DzDW+66kSFy7h/odyy8lEQAS+g4CE+++AKkWKgAj8cAEJ958hjzo2jnqD9xES/fZNahg4/MH2qvtpMOwAMfvxqGllJ3+l1gwf35XKuupEeo2j1eGabJ5oTYaYwyJPMqH5TipsnUm9jBFcXuVI39/duPNaHb3yPZizZDg19dVjTxB5agotJ7yi37aJ2GR9e85PHKPnz4x6TmRevpu+BdV5fW0tjr0nsjdQQQZdM5qMmc+UFibgNYGWawyYsrwnFpqA4hILe/1JiT/GUDP2AlPmJeE+ZRzTZCmK6+/6YregSZ/sb9VDPZjabwzbAyKI1s6L7bD5TG1mTEy3jLi8Cse+v+N25zXqeuXpMWcJw2vm4PhYexz3BKNCDTXNjOQ0rc+IWc7Y5o7v/0tnozakPrMuKRLQaWLcfTP7Rpjzz1pHek/cS6AiA7pmTRgzfwotTDKA6jEeU/sxZnsAEdHa5LUdxvypzTCOuRh5/bICEu7TV9NHuo+irssD2rqupGuRuAmvqFNTcBhxnw7bF9A8t3rMBy9TWk7gVb9tTIz54FUFsqhZ3STGFFecIkYw7HPjUfzn8SfHs3GtOFxzMxOt4z58I09OoPnOCvw5szbuozvh02gdTpUSDUKJry+mDp5jsf9EBoHXXJNxL3115G+ojYT7z6BFbG1M3hWN+GdnCzKgQQM+AAAgAElEQVTFvk8Nde1MsOM3jNY3w3+LA9rh9zg2px1dT3bklGd/DLc1xNC1NQ8PtCFzzCGvd9FUby72/3pSf6sNJhPM2eY9n3pGLzg+pDzVvYdw51Rf8qu/5M+OlkzyU6Lfy4M/uxigjor7qz9xjFd5xmSyIevVUObn3Eg9E2fyLPdkScuiqG6so4NlH6KX3WadogcGrdwo/fspjjqVQDPSg75lF2N1fhutYi8wZV4S7lPGMU2WEnWaThni+uL0q60+0d/WodvHhPHF3fEaZorG3XU4VF6C9Znj9Fdfi43JBMy3eTO/nhEvjg+hfHVvhtw5Qs6+RqxuEsCO5pkg6gnHxtjR+vF0Hm40pE/8OWcbRxL5JoJdTfVZ1Pgx7h2yoKGdgRdbGmDinIflnktoWVTFjXUdsOwTzbLbO6h/rhMm44vj7jUMU427rHOozBLrMxwfmJ+4r9ry+hUFJNynr1YPX1OXPH1OUcL5LN7OJmgQyeFeFWm6ISOjr53GqYA6L//siOUkP5T6vfD4swsG6hD1OjyJMSWaP5t/eTyar7Pu0+NZHyNcWz/kQJu4D9/Xu5qiN9eeCK+2rKlblCP9g1hX78NZt6SuL2JTw09kkL5k2VBPxr301Y2/qTYS7r8U7lc7cP9ge7IkeF/sjbW5Lff3tIoL8IqzOBbrQo6Dlxh+sXHS4f7xau6XM+Xq3DB21M8YV1pkACfPQMnqRckWvJGm1TzotkKPEcNys+vYMIzVAhln+oljqjylf2y4CWbozlKYXZ1L6BZ74kvm+XpbdOY2IHDYCey2G1H+6gXKbD3McBNvCfffdKvIQZ8U+CDct6FMkv1tHTq9CtBXcy47pjWjjL4mT3wvEZ6/NNEzTTG9OpewHfXj+28kAbE3RgXOt83LulYP2B//Yfh8UwMM5tlx91hFhsWH+4XFY2a6XrO1XmbmNQnjRPcsoApiooUZV+eGssX+3V3Belsd5jZ4hLfpMAr01WTujmk0K6OP5hNfLoXnp2zhbNLQv7CAhPv01fjha+phulsXk2fmLDk6GhOFG72brSfYP4Dy7idwKhDKxqbV8Oi2Ar0Rw8i96xjDjN8uaU00phDB5kZfGo+CGby1+KfHszaGXxnug5O8vk9mkP170GxaXMa99NWNv6k2Eu6/EO6ztjyJqXku1GLep5YZuxneTH7e/MNwTwgLrYw54/yApaHNkw7398bgmacnJjf+waVw4rlBFQ+X2mNzbQw+c3IypVILXi27yO8ljtI62yeOeReoHtNwkh4DiwfiO9ro3ayj8upQClq9YN3CUHod7czhupuwnVOcbQcrsqSSzNx/090iByUtkCjclz2cdH9r8dKLmQOGMGfHBV7ks6TZgOnMHFiBS22z0dPkBv+4FE40ax7B5oZZ6HjDiqp51YmOfMqN60ocXL1YYBdIl8+F+0g3WmcfSPFAX0Ybvb3flFwdWhCrF9sIWWKM18wBDJmzgwsv8mHZbADTZw7kfzH/ppfXLysg4T59NX1suPdqy9D7S3i58CiDb/am9Zk6mG6bRa6DJxiqtRx7m2uM8ZlDzimVaPFqGRd/Lx+7VPCjCYOYcP/F8egxjSfpfmY8+7pwr3q4NMnri0o8wfg2gwxbi6L5MBn30lc3/qbaSLhPiZl7pS9jSzUgbLU/U++1wGBxIx64d4qb7Y/YQqNcy2n6aC6Xzax4ufMxy6rE72Ojus9ZrxCMrTKzupoJk4LLYqIDYYHnCWn8F0FLDRmV/xPHVH3JkNhlOc/ovKQA9TXcuD+3DG/nHCI9O6LXtQCnJ9+gmUdXLi8tw/6O1ZldzBGLzR7UkmU533TDyEFJCHwU7pPob2eXUzHgCXqlTNBVD+fO8XUMbzcSxdzbjDtuhtXLnTxeViV+hycV9896EWJckaud87Lc/m9W177Dhr5d2F7ZFY/J1cmR4JxJztwrL9A/b3003O4zt8y7uwLPjnp0LeDD350ieKJXChNddcLvHGfd8HaMVMzl3rYmH/yXTtr71xKQcJ++2js23B8bgHe5WbQLnYlTkDOXHF0Ib9kPvYPHaba1GiaTgikb98HL+ZDG/BW0AtvYf/YlNXOf5wvj0TN6rSz8ifGsMv7dDVnc6AHuneLWAkRsaUSu5U2JONw8iWU5KgJnWiZ5ff/blWj1wNsMsmITisa/ybiXvrrxN9VGwn0KhPvnR/tSrrM6rjcWUMV/JKY1H7Dw5lrsc0D4iV4UdVBn5725aA4phO2jpdzc0pCcwLM9TcnbMRfuRw0Z2EHBmr8nU1oTVI+WYV/uEF2ubsbYJeljPO51YXm2uHXOs185UcQmkNnXdtIiZpZSdZe1dYox0fICPsVdqHC4K5eX26H1eCcdq/Vgf2gNFt3eIWvuv+mWkYM+Ekgq3Cfub4ET8LNsTOiyS8yrGrOYLQK3jibMsLrCgdLjKWT7iKU3t9Aw7sagad6O5PIIotbvhd4vywnzoKdZY+5Pu8GfLW9/fuaeKM4PLoJN4Gyu7WxB3G2xljrFJmJ5wZeWW8vTOHQZl+ZVjV1aF+HWEZMZVlw53A1daeJfVkDCffpq+rhwPxD/Sf/wW6OdqHJZs3BPQ9aW643evmWEN22LYs3fTI774GWZfTkOdbnKzlZ6nwj3CZblfGI8mh0x5BPj2UMG7CtJzQcLubnWnhyEc6JXURzUd/JoUamPw73yGuMqtE7y+tZHd/xg9cD7DDKLDCNk3EtfvfjbaiPh/gvh/oNlOYBW1dH8abORQu0uYG6mB4pIXmmVwnHtOgaWj1nr+4idPSrjsOoF+fNr8uheBpq5erO+bSHUw04zwdaWafdNKWf4lIs3ctF/10Ea769Gr2y7OD/eIn7mPYRNTc1YZn0Oz04PkjjGnanVbrx7iHFhcQVX/mhF/dFn0ClhgmbQFZ5XnsbejT0otKsFZePDfQZUPN7RnnIdXjHr350S7r/tnpGjEgt8Itwn7m92Z0bToMM6Ii3KYhDhT4B2W9bscaZq1jBOT7DFdtp9TMsZ8vTiDXL134X71Cq4JVrj+tKzJ8Ua3GOGrzOHC9WJ/XKb5Mx97MTbFf5oVZ/RZ3QoYaJJ0JXnVJ62l409LNAO8WR0gw6si7SgrEEE/gHatF2zB+eq77apknb+BQUk3KevRn8b7m+uKMHS6vlYZuPLpdGROJfuTY4pVVkzPju7zo/HIv6feyGbmmK2zJrHnjG/bv/lNfdJj0evPjGe1SLHo530qOzAqhf5ya/5iHsZmuHqvZ62hV6xxi4rfW6UpFiOmEXAGuSvUZx/jhsneX23eriR5VMZRMa99NWJv7E2Eu6/Ee5Lh0U+u8XNxypyFzEm99vn+WIPUhH+KIDb4TkoVNiAzMla4pvMY6JCuRP0BA0DY4xyyD73X2oj+XsqCKjCeRx0j7BMRhQxzPrBGntV+CMCboeTo1BhDJJ3YySrAlGhdwh6ooGBsREf3hYqwh8HcS8sE0ZFDMmarHsxWaeUN6VRAQn3abThfsLL/vR4FsmzWzd5rMpNEePc7zbBSOkqyLiX0qJpqzwJ92mrvX7aq5WtMH/appELEwERSKaAhPtkQsnbREAEfmoBCfc/dfOknYuTcJ922kquVAREIGkBCffSM0RABNKDgIT79NCKP0EdJNz/BI0glyACIvCfBCTc/yc+OVgEROAnEZBw/5M0RFq/jJw5cxIcHIyFhUVar4pc/2cElEolT548Iaa9tbXjt3QVsXQp8OLFC6KiosiVK1e6rF9SlQoKCiIiIoICBQqQNas8XJ2eGz7m80pdXR0dHZ30XM1fvm4KhYJ///03dhzT0tL6ZTx8fX3p3Lkzq1atSrU6q0VHR0en5Nnz5MmDs7Mz/fvHPPH+X14KTk9uSL+dT3h7gWq6DTh/2AVeX2OtY28m7g1EkUEXsyZjmD+lBSYZIvEaa4/jnmBUqKGmmZGcpvUZMcsZW70jjKrrwoO2rqzsWiRuZ5yoU0xxGMH9Dtv5o3numJ+t5dSUlkx41Y9tE22I/XiJdGd0Jx8arXOiUtyva3zwivIci/2wA7yI+Z0trezkr9Sa4eO7UllXnahj46g3eB8h74TVMHD4gz9HVY7/oY7/4vP+2JgB8vnz5zJQpgznT1tKZGQkr169QkNDg2zZ5Ndcf9qGSoELCw0NjS3lVwo/MWNYzMdR5syZ5ctrCvShn7mIX7F//8zt8b2uLebzKuZzKybYZ8kS9/sCv8Irpn+3bNmSzZs3p1p1f+Jw/5o/W+VlnvV19rSN2Q0b1NS0yZIpGNd6JjjnWY7nkpYUVd1gXQdL+kQv4/aOuvzVyJDVTQLY0TwTRD3h2Bg7Wj+ezsO1z3HI04dTJZw56+2MiQZEHu5FxaYbyDj6GmedCsDLP+loOQk/pT69PP6ki4E6hK+hbtEj9A9aR70MH7dT7E9Rr2+G/xYHtMPvcWxOO7qe7Mgpz/4Y7mhM3hWN+GdnCzLF1QB17Uxk1k7ZrUFkWU6q3T8/9MQXL16kbNmyLFiwgH79+v3Qc8vJfqxApUqVuHbtGuHh4T/2xKl4NlmWk4r4P/jUBgYGsWEvMDDwB59ZTvcjBY4cOYKNjQ0bN26kdevWP/LUqXouWZbzWf6YcG/EQvs7/BX/i3Ixb1cFTcTC7CpzQ7dg/3aby+frsdWZS4NHxzDonuCHLoDnmxpgMM+Ou0ey0dF0N7omzzBfcpTRJgrcejdjfbA/AeXdOeVUgOCNTanm0Y0VeiMYlnsXx4YZo5GccL+5Lff3tIr9QR4UZ3Es1oUcBy8x/LIDeVc7cP9g++/6y5sS7lP1Pv5hJ5dw/8OoU/1EEu6LpXobyAV8PwEJ99/P9mcqWcL9iFRrjp985l6X344Uwjx3zA9LaFLKcTdrCzqTfWBxAn1Hx/7yZexLeZWhBa14se0Wtabo0vGGFVXzqhMd+ZQb15U4uHqxoNYBGph60XbofZa8XMjRwTfp3foMdUy3MSvXQU4N1WKpvQ3XxvgwJ+cUKrV4xbKLv1M+Mhkz9wnDPSEstDLmjPMDlr5oxQc/xKWWGbsZ3syp98Hm+/+58SXc/2fCNFGAhPs00UwpcpES7iXcp0hH+kkLkXD/kzZMCl+WhHsJ90l0qaRn7pUX+pO3vgZu9+dS5u1vRUV60lGvKwUuXab44Lwst/+b1bXvsKFvF7ZXdsVjcnVyhK+hnukxBniXY1a7UGY6BeF8yRGX8Jb00zvIiWZbsTSZRHBZE3QII/B8CI3/CmKF5eYvL8tJGO6Vvowt1YCw1f5MDmomM/cpPFj8ysVJuP91Wl/CvYT79NzbJdyn59Z9XzcJ9xLukx3uiTrP4CI2BM6+xs4WRqij4u7aOhSbaMmFGyO40iTBspwwD3qaNeb+tBv82dSNBqbHGOg/iX9+a8ROVS6sF+6h4dpy9Nbbx4rwprRWrOHvyaXRRMWjZfaUO9SFq+te0/ZLa+4ThPvnR/tSrrM6rjcWUHZ3Ywn3nx3DFATtn8bE5cd5oG2Bg9M4ulXQIdhrCt0Gu3IjRx3GrZpNi0Jvn2QOwXPyNG63mkInYw1QPeLw1CFMPXCfHJa9mTa5JSZJbCIT4jmZabdbMaWTcdyD1Gn0labDvSKI/dMmsvz4A7QtHHAa140KOsF4TenGYNcb5KgzjlWzW/C+qT2ZPO02raZ0Iv/VxfRxceOpKr7hNM3ouGAKTQwTP7uSqH+k0XaOuezvGu6jPBlrP4wDcbsAkD1/JVoPH0/Xyro8W+FA2+e/c6jbXVwcBnNAryurNvajZBKbCaQ0b1pec68I2s+0ics5/kAbCwcnxnWrgA6f7t8fjkkqHh2eypCpB7ifw5Le0ybTMqmBjPTTv9NuuP8Pn1n5r7K4jwtu7wcyzDouYFoTw49upfTymfV9w30UnmPtGRY3kKGVPT+VWg9nfNfK6D5bgUPb5/x+qBt3XRwYfECPrqs20u9HDGSArLn/7KdD0jP3MYe8vvIHreqP5oxOCUw0g7jyvDLT9m6kh4WCzY0+XHP/0rMnxRrcY8ZlBzbW8GbgzRWUWFqdfMts8L00mkjn0vTOMQXLNePJtus84y3i41/IJpqaLcPaqz37zPtxo2QxcsSsDtIoSPtVOxlaJu7TLmJTA7K0u4C5mR4oInmlVQrHtesYWD4LEVsbf7gsB9CqOprDK9sQszdPSr3S6rIc1e2F2NU7RfvNM7D6dxHt+oUw8Xht5uYbTJF9h2h1sQvVVzXmnytOFHxxBdeRXRm45AW9fa4ypYwmEbtbUHiSObu2t8B/cB0WW57g1NBCvI98oVxxHUnXgUt40duHq1PKpOguRSnVfsktJ+2GexW3F9pR71R7Ns+w4t9F7egXMpHjteeSb3AR9h1qxcUu1VnV+B+uOBXkxRVXRnYdyJIXvfG5OoVSj4+zeb8vYdHw+uICHHdV40jAEmol3C0x9OP+kVzXn/F93zXcR2yiodF6mvlvwUE7nHvH5tCu60k6nvKkd8arXFQUo9T9kZSZVJqTB7rwozYrTLPhXnWbhXb1ONV+MzOs/mVRu36ETPTh99Dm5P6of+fgWuIxKWI3LQpPwnzXdlr4D6bOYktOnBpKoYTfXdNZ/06r4f4/fWaVeszxzfvxjRvIWOC4i2pHAljy4UCWrj6zvm+4j2BTQyPWN/Nni4M24feOMaddV052PMWx3hm5dFFBsVL3GVlmEqVPHqDLjxrIJNz/14/UKELvBPFEwwBjoxxpekb2v0qk2XAf6od3QFb+VyE/GjE7FZXfiN2saLqMrMSDK0PQi9xH46zjsQ0+T7dzMxnpXxbDXUMI+f18fLhvhcn86nj/1YbAPhUYXsSNMyOM34f7SA9mjvSnrOEuhoT8znkJ9/+1q33j8SpC/bwJyPo/KuTX4OWfHSm/0Y5Z0V0YWekBV4boEbmvMVnH2xJ8vhvnZo7Ev6whu4aE8Pv5KcR/j4bX3vQz60SGLdeYVfnDrasiPT7uH994sT/FYd8/3G+m7f09tIrbBYCzjsXokuMgbkobTB5NYbj/IMb9rUP9MZvYPbzSD/lSnHbDfSh+3gFk/V8F8mu85M+O5dnY4DTdthsyKHH/PmHO0sRjUsRuWpnMp7r3X7QJ7EOF4UVwOzMC4wThPr317zQb7v/jZ1bc4PIa735mdMqwhWuzKvPBSJbOPrN+RLjf3PY+e+IGMhRnHSnWJQe33JTkM3nElOH+DBr3Nzr1x7Bp9/AktzP/HgO+zNx/D9VfsMy0Gu7fNZUikI1dmrKw0CJ2FxtF3rU9eXm4NRkV5+mV04Hcl28xsWDMJ91zltvX4Na0uHBPiBt9y9dj5YssRCqqscJnL10Lf7zw5vlye2rcmibh/ie4NxSBG+nSdCGFFu2m2Ki8rO35ksOtM6I434ucDrm5fGsicU29HPsat5j2LtyrCJpVkfKnxxK47TdyJFmXRP3jJ6jvt17Cjw33ELLQCuMzI7lk2JYCT90J77iaCvOqcW5n6++601dCnzQb7t8PZARu7ELThYVY5D6cm/VzfLJ/fzgmheDWtzz1Vr4gS6SCait82Nu1cBITVumnf6fVcP+fP7Nid/ybRcXypxkbuI3fkh7ISC+fWT863BOyECvjM3hdMiRngae4h3dkdYV5VDu3k9Y/cJt9Cfff+sknx30gkJbDvSr0JDNb92BfmTlsnWyLznZ7ss5vyXPvzmSJ8qZTjq6Y3rnByNh1TAk/3OBkfzP65drNyXEWPN/cjIprrRnEMAYfikSr7FjOnXWhtGZMTpRwn/q3jIrQkzNp3WMfZeZsZbKtDtvtszK/5XO8O2chyrsTObqacufGyLgla4nDvfIqw4vWJWp7EHPKa8CzZdQ16smhSC3Kjj3H3y6lP/7yl/qV/uYr+LHhXonv2FI0CFuJl1ZdCfff0mqqUE7ObE2PfWWYs3Uytnmi2PqZ/p1wTOJkf8z65WL3yXFYPN9Ms4prsR4EwwYfIlKrLGPPncUlZiBLPLnxLdf5kxyTlsP9t39mxbShkqvDi1I3ajtBc8qjwTOW1TWiZzr9zPrR4V7pO5ZSDcK44qUl4f7n/YXan2QUSgOXkWbDfdRlZtbtwKkW61nXs0Ts7wSobo6hcIVHbHu8nAqPp1PCwocFTzdRO/Z/lwnDvYJ9bY2Za+3D4W76KE4PxKS/EV5nnMif6DlLCfep34mjLs+kbodTtFi/jp4lYluam2MKU+HRNh4vr8Dj6SWw8FnA00214/5NnSjcq4ImUOJ/T3G9NZ8KSTw0HVfD9DOz+UPD/fOj9C3XGXVXP5z2GEq4/+rbJYrLM+vS4VQL1q/rSWz3/kL/TjgmKfa1xXiuNT6Hu6GvOM1Ak/4YeZ3BKfFAlo76d5oN9//pM0szZtqeCSX+x1PXW8z/9ECWbiakfmy4f87RvuXorO7KTac9Eu5/6nAf6YGz3RD2h4KaugYZ9YpRZ8BUxtrdxsXekT3BqpifrUUzY05M649glrMtOb3HUW/wPkKi347Qahg4/MGfoyqjGRnADhcnpu/x48WbaLKW6sDvi0ZQS/8NXmPtcdwTjAo11DQzktO0PiNmOWMbvyNH5KkptJzwin7bJmIT+yDfZ57UjgmXr6+x1rE3E/cGosigi1mTMcyf0gKTJH7l9qs/SxIdkFbDfdjWFhi13IuWfva4Nb3aNsy+PButnia0PGpEobBb5J3qg5ejWfya3w/DW9SlWdRttJCwYoV55f8v1f44zB8NDRI8UBsf+WTm/r92sf94fBhbWxjRcq8W+tnjHkTXtpnN5dla9DRpyVGjQoTdystUHy8czeK3ZUkU7l/vaIz+EgceubeP+7G4JF8S7pPVUBGbaJClHRfMzdBDQeQrLUo5rmXdwLIEO+VMFO4dON82A3WznidiaflkFf+tb0qzy3LCttLCqCV7tfSJ697a2My+yjobN1p9on9/MOEQdYlZdRuxMKwYhV/582+1Pzj8R0NifiD9w1f66d9pNdz/188sXu+gsf4SHB650/7TA5mE+2QNIhFsapCFdhfMidvP5BVapRxZu24gZYOdPgr3DufbkqFuVs6/WEr577z7lyzL+VIDRmygnv46WtzaTrNMSl5enUdDG0+6X+nJvjKraRKwg+aZIOrJMcbYtebx9Ie4vmlD3hWN+GdnCzLFlq+GunYmMms/Z29bM3qrZnFkRTtMM4VwZoIt9U70xc+tJR6NDVndJIAdcQVybIwdrR9P5+H2JmQm5iEpSyb5KdHv5cGfXWIC5Gee1O6bBdd6JjjnWY7nkpYUVd1gXQdL+kQv4/YOB/S+VO+v/HtaDfefrqaCkNsBBGctjHHOL3wbUoRy5+YzMuQ3xuAzg+VXkv6Ub0+7u+V8hlMRwu2AYLIWNuZLTf1TNsp3uqjvOnP/na75vxabZsP95yqe7P6tIPTOTZ5lyI9xeh/IgLQa7lPkM+u/3ihp6PjvO3P/80JIuP9S28SG+420f7Kf1jHBTXGaAYU6knX3OK7abKDVg/20iQ10z9nUwIB5dnfxMOie9N7y/y7GqvAB+j3aS8u3W+gp/fE4+Iqy9Yrh1vjDLTSfb2qAwTw77p7uT+7gjTSt5kG3FXqMGJabXceGYawRF+6TelL75j5NLMyuMjd0C/Zvf4z2+XpsdebS4NF5Bhp8qeJf9/f0F+6/rv6/yrvTZbj/VRrvK+sp4V5+xOoru0yaenv6C/dpiv+HXayEe/kRq6Q7W8QG6mYZTGTXxhTTUBDqe4jDakPx3m+IU/aO3LCqSl71aCKf3uC60gFXrwXUPtr0w73l1TJjN8ObGXqDyddeh6PXp2Cm9oQT6zdw+l8VaBSlbj9bLjfJQscbVlTNq0505FNuXFfi4OrFgoa5eLzUHptrY/CZk5MplVrwatlFfi8f9VG4f/uk9uFNCrIPLE6g72iM3v5rVXmVoQWteLHtMcuqfnLR8DfddBLuv4ktzR0k4T7NNdk3X7CEewn339x50sCBEu7TQCOlwCVKuJdw/+lwrzubUhvHY5VBiyyGFlQqX4AsEZtplGc59n+vpvadDfTtsp3Krh5Mrp4j9oej8q524P7B9h9s4aa6OQ6LCvdY/Ggl1lqPOb7GlROPbrDB+So9X3iQq20eltv/zerad9jQtwvbK7viMbk6OVSBzLQ0YVJwWUx0ICzwPCGN/yJoxf/YlWjm/u2T2pe3KchbXwO3+3Mp83ZnxkhPOup1pcClACYW/Wgx5X+6jf7P3pmARVntf/zDIqiAiIQLuIEKilYipmVqVi64ZCRewFwgtTSX3HLXNBc096VMsVzLXfxbdNUkFCW9FoYKWigq4gYugGwyCOP/GQZ3UcyZM6/Mmee5z3OT9z3n/L6/73nfz5w5i4T755LvhblZwv0Lk6rnbqiEewn3z20iBRcg4V7BydFh0yTcS7gvEu4fmJZz5yoN3DuuvTstJyO8H3W9LzIz7id89nd5/LSc/BNMefVNDnx+hF8Ca2j3EE7ZROcq82l77Tde6n7ftJyMcPrV9ebizDi2NVpKk255rPpresG2iuqkYLwa7aR37A/cDrh/Ws69ldpn51oy3KU1Z+YdJ8TXCVPUnF/dljpTm3E4bgr1H92K/bm6k729PSkpKdStW/e5ynmRbr558ybp6ekFczeN5aOJ99KlS1hZWVGtWjVjCZtr165RunRprK3vP5K2ZIf/zz//UKpUKXJzc0t2oPdFN3r0aGbNmkX16tUpW7aEL6C5L+6kpCTKly9f4HFj+Wj8rfkY0zsrOzubzMxMKlasaCxpLuCSK1eusHjxYgYNGmQ0ccs5909L9cNz7ouAe8hkT786dLowm2M9t1Cn2wHc6r2ESeH1pd6YQNj3H2IX/yP9/Maw53ZtXKyuEncyl1c/XcyyL1qw/6E595l7+lGnUyL9epxme5X/I2qye+GhIqms71KX4Lf38cmuuo9dqe1pBTkx3+DfcQKHyjfA1TyBmBtNmfnzOj5x1+2UHE2ImhfDjRs3sLOze5qiJebvqampBTfqH0oAACAASURBVLEYU8w5OTlovtSYmppia1vE6SclJsP3AjHGXGtiNjc359atW8+fUfUZlnRtz9yjefeVZU6tjzcQOsaDB59Iaq4eXMfv1v54v/yYLSXUiSzu9DF5S3YwrKZuf4EcPnw48+fPL/gSp/liYywfY/W3sT2/jTHPmi80KpWqoF8PHTr0Obu0mjNLutJ+7lEeeJLV+pgNoWPweBit1Fc5uO53rP29efRRpiZxcSc+zlvCjmE1H9lh7zkbioT751XwX92vJufqOS7cLE/N6nZ6PlY9l7TEBK6YVaKWk+1jThz8VwE8cpMxTsvp27cv33//Pbdv393zVDdiKrgUY52WU6ZMGTw9PYmMjFRwdnTbNF1Py8nNyUJ1K5ttXSqyxDuZ3b2sMNPsImZpCnkZXE01wc7BGnNU/BLowcYu0azprN2pKif1MqnYUcWuNKj/4VPLetw6fIvvXtHtfnIlcrecYtjCxMSEAQMG8M033xTj6pJxiTFOy/nPf/7D1q1bUavVJSOJxYhC59NycnPIUt0ie1sXKi7xJnl3L6zMLChT1hJT8si4moqJnQPWmkeT6hcCPTbSJXoNBY+ynFQup4JdFTtKo+afTy2pd+swt757ReccKOG+GOaQlzxdAQn3T9eoJFwh4V7C/fP5OIdNHcqy8IMMfv9YcxZ7HieXvcfrg//A1iGD81aD2fFDdWa1G8oflT9m2a4+nOzamaVZ1bC7/BcX3l3HqY0NmSTh/vnS8NDdEu51KqdiC5Nw301nucnZ1IGyCz8g4/ePC9ZW5p1cxnuvD+YPWwcyzlsx+NdD9I7xpfnQP6j88dfMd1xMQHAW1ewu89eFd1l3aiMNJ0m4f6aEVK5cmfHjxzN48OBnuk9e/O8VkHD/77V7ke6UcC/h/vn8+hDcq37G22o4nifjmOiSwfbOdnz+WhwLTr9fMHK/6vUDLAkxpUf/t7A4OYlGjU6z+OoEQsrJkfvny8ODd0u416Wayi1Lwr2+4F7Fz95WDPc8SdxEFzK2d8bu89dIONaILzw30uXwHGy+D8G0R3/esjjJpEaNOL34KhNCysmR+2fpLhLun0Ut3Vwr4V43Oiq9FAn3Eu6fz6MPwf2NObjbR7E4awPvWkLKzLpUPr6YbWZDtNNy3j7MzK69mBedjU1lU87+05z/3pjMdgn3z5cGOXJfAg+xerolJNzrC+5vMMfdnqjFWWzQPsioW/k4y677s7KpZlrON7w0vyu95kWTbVMZ07P/0Py/N5i8XcL901173xUS7p9JLp1crE+4z93zBV4j/0u65qzfUuWo1qQboyf3oamdKSR9T5d2BwnY8x3v6/rY3acoo9M598+04BDUVw+y7ndr/L1ffnSunh4XHOoX7nPZ84UXI/9bkGlKlatGk26jmdynKdpUd6HdwQD2fPe+zk9Yflon0OWce/WZJXRtP5cH15bW4uMNoYx5dEXWExeXqhMX0+njPJbsGIaO15ai6zn3Wo0fgvucbXQsM563EmMZVe0mO7uWZ8DLx/k6wZv13tEsS2uP1TJfkg/0xz52JDU8zrEsfQqhLyLc5+7hC6+RaO1dinLVmtBt9GT6NLXDlCS+79KOgwF7+E70g0zTHJ3NuX9xFhzqc869Ut9ZOoX7F+SdpfM594Uviwen5eSwrWMZxr+VSOyoatzc2ZXyA14m/vhrTPZcj/fvrVlYYRm+yQfobx/LyBoenFuWzpRQCfdPe/c+8HcJ988kl04u1ifcZ69/D6cfunJyow8WWRfYN78HfQ4EcHDPYOxDhzPs8gC+71+7YLX5AwvvdBJZ0YXoFO6B4i841KzTCcRjYxei13SmYMnh/Qt19LjgUL9wrz1x+YeuJ9noY0HWhX3M79GHAwEH2TfYnu3Dh3F5wPf0LzijIYdU7cokNGss9f3RJdxDLjlZKm5lb6NLxSV4J++ml5UZFmXKol1bepVUEzsctCuyHlpc+mDc6n8+xbLeLQ7f+g4dry0VA/fkETO7GZ7jLlGvdiYnMnzZfmwJTgs86bDrXeZNs2O612xMWjTAJC2Ly3+XZ9rlZfxV6QWclpO9nvecfqDryY34WGRxYd98evQ5QMDBPQy2D2X4sMsM+L4/Wnvfv/BO3+7WJdwXPMj+/YLDB/q1fhcc6hPulfrO0incP+c7S9QieTFwD3kxs2nmOY5L9WqTeSID3+3HCG57ni88O7Dr7RG0/G0ky0xb0MAkjazLf1N+2mWW/VVJTst5lsebhPtnUUs31+od7jd05+J2fwp2ns77g6F1emO74zA+iyrQutxxkr68yrQWnR5ceLfZH33u5qtruH/syOZjFhz+eqg3Mb7NGfpHZT5etos+J7vSeel9C3XiphJRTT/wIwLuN3S/yHZ/7R7jeX8MpU5vW84e8WGAbWvKHU/iy6vTaNFpKVnV7Lj81wXeXXeKzf76zDToFu7vDv3QoexCPsj4He3a0pMse+91Bv9hi0PGeawG/8qh3jH4NtcuLv16viOLA4IfiHtjw0kvGNw//nmTl5LAyZQyuNSuRMF3NXUml89ex7JaDcqrzhN/zZLqzhW1f9PjR6+75RTA/Qa6X9yO1t55/DG0Dr1td3DEZxG2rctxPOlLrk5rQaf7+/OpzejZ3jocub+XnGdbcLiMXX1O0rXz/f06jqkR1fQGP3qHewW+s3QN9//qnfX1fBwXBxAsaJG8vuD+sY+hvBQSTqZQxqU2lQofVurMy5y9bkm1aqVIjr+GZXVnKur7QQZyK0w9vieMqmihcE8qX7eoxaHxiXy+xYY3bU6TNvYcSx9eeHf9B9pod9LTy0cI3D92wWECsY2+0I7cr3qdA0seWqiz8AA2nV7Vy1aBouGe1K9pUesQ+698Tt9Sb2JzOo2x55YSYtqD/m9ZcHJSIxqdXsz1H9pof8HQ00cE3Kt+9sZquCcn4ybikrGdznaf81rCMRp94cnGLoeZY/P9I3FfnRBCuRdq5F5PCdJRsWLhHlK/bkGtQ+O58vkWSr1pw+m0sZxb+vDCu+v8oM8HmU6n5RQF909ZcBi9itcPLHnI3ws5YNOJV/W0VaBQuFfIO0sI3D/lnXV4jg3fC1wkLxTudfQc0kUxcitMXagoy0Ao3Oef4ItXOpGx8gSBwWUK4D59ShKzHl54l7EBLz0SnxC4f+yCw2Vk+K8snJbzNodnPrRQJzQKu/dLBtznn/iCVzplcPxkYCHcpzMlaRZde80jOtuGyqZn+af5f8nY4PXCw/2NOe7YRy0ma8O7WJLCzLqVOb7sOv4rmxYsLv3mpfmPxH1j8nYJ9zp8/oqF+3xOfPEKnTJWcjIwWAv36VNImvXwwrsMNujzQSYE7p+24HANbx+e+ZC/Q4mye79kwL1C3llC4P5p76xvXmK+wEXyEu7H6PAJ+WxFmdzW8SlAclrOsyVAF1eLhPsbewfS6CNT1sTNx3pAqQK4T2rYF5uHF95lbqLjiw73j11wGM/fr03GY7030cvSaG/10EKdbw9j36UkwP0N9g5sxEemazg737oQ7pNo2NeGZb7JHOhvT+zIGnicW0bmpo4vPNznbOtImfFvkRg7imo3d9K1/ABejj/Oa5M9We/9O60XVngk7vQpoRLudfEAKyxDKNzf2MvARh9huiaO+dYDtHCf1JC+Ng8vvMtkkz4fZELg/ikLDqOXkdbe6iF/f8th+y4lAu6V8s4SAvdPeWf93nohFQQukpdwL+Feh68I4ytKv3DfCaseh6lXtwLkqbhZ6hWGrl7LEE9LjvbVwn1qn/V4vvrVgwvvkiP4uLz+ciFk5P6xCw6DaXv+Czw77OLdedOwm+7FbJP7FupM2Y/7oKYv5rScTlb0OFwPbapvUuqVoaxeOwRPy6OFcJ9Kn/WevPqVCS0amJCWdZm/y08jOeJj9JhqQXPuY5jdzJNxl+pRO/MEGb7bORbclvNfaBaXvs2Ilr8xcpnpA3FfXvYXleS0HJ11cn3DfSerHhyuV5cK5KG6WYpXhq5m7RBPLI/21cJ9ah/We77KV/f352nJROjzQSYE7p+y4PDdeUyzm47X7Pv79RT2uw+i6Qs5LUeZ7ywhcP+Ud9bbI1ry28hlmApaJC/hXsK9zl4QxliQPuG+uHqqM8QtvNO0ST9w//hoH1lwiJrMy2e5blmNGuVVnBe0UEe/c+6LnWkyzsdzzbI6ziJWJqGnBbWPDTePlISTpJRxofa9FVmFi0urUSpZXNz62QqzuDk2zHV6hfvihqTOENaf7zRJd1thPiXIJy04rFEelcB+rc8598VPtdh3ln7g/tnfWdVKJQtbJC/hXsJ9cfujvO4xCigB7kUnRiTci46tqPqUAffi1dDLglrxYTxTjRLu6zyTXi/yxcLgXkEiKQHuRcshEu5Fx1ZUfRLuJdwrxYsvZDsk3L+QaXvmRku4lyfUPrNpXqAbFDFybwC9JNwbQHQDVCnhXncn1Bogfc9Updwt55nkkhcXpYCEe+PwhoR7Cfcl2ekS7r8pyel9IDY5cm8cqZYj9yVo5L506dLk5eVRu3Zt43CvAqKMi4sraIWbm5sCWiOmCfHx8eTn5xtVzOnp6Vy+fJmyZctSrVo1MUIroBZj9LcxxpyYmMjNmzdxcnLC2tpaAc4T0wRNrs3MzIzqnWmM/j558iSazQmN6T197do1rl+/jq2tLZqdFI3lo/F3YGAgK1euNFjIOt8K08LCglu3blGhQgWDBWVsFaekpBSEbEyaG2PMOTk5ZGdnY2pqSvny+tyfRlk9yBhzbYwxp6WloVarsbKywtJSj/voKsveGGOuZcwKM6GempOVlYVKpcLc3Jxy5crpqRblFavxt7+/P+vXrzdY43QO93Kfe/G5lNNyxGtuiBrltBw5LccQvhNVp5yWI6fliPKaIeqRc+7lnHuRvpNwL1JtPdUl4V5PwiqsWAn3Eu4VZkmdNkfCvYR7nRpKYYVJuJdwL9KSEu5Fqq2nuiTc60lYhRUr4V7CvcIsqdPmSLiXcK9TQymsMAn3Eu5FWlLCvUi19VSXhHs9CauwYiXcS7hXmCV12hwJ9xLudWoohRUm4V7CvUhLCoR7FeHj2zHilzQwMcWsdAXqtP2MGV+049yXXgzdnoIaE0zMS2Pv1pExc8fTpoop5Bxn9dBPmfrzGfIs7aj7wUQWBfniapnH/6a/x6CQK9wuVMzErhNR/32XSR2GE5p651/BpJIP3/w0jteuhzNj0ES2xGdz28KRNiMXMaNrLfhnNh1GlWX5/w2kRm5R9amImOLHqkpBLO/njjmQd/Rr+v/UgO8mtipogepgEH5TbjJo81RaF2z2oGL3hECiO69lVBPNHdpP7r5JdBgeyr0mmlDJ5xt+GlOTfTMGMXFLPNm3LXBsM5JFM7pS696tj/WGcLhPiSCo73DWxNnSdtIK5vnWLNBD5Ef/h1ilsmf6TM75BxFYy+xuaKl7pjPznD9BgbUwy09g+8RhzNyVROV2Y1gw9X1q3LtU53KIh/sUIoL6MnxNHLZtJ7Fini81RSda6Am12pSlRATRd/ga4mzbMmnFPHwNELTeD7FK3cP0mefwDwrknr0f8rxgf4uHe2X4W8Q+9/knVjMiaCfJ+YB5NTqP8ydt7jR2XVMXPqfMqRuwmJkfVNH5c+txBQrfClMB7yzhcK+AmMVshZnPidUjCNqZjNbenZn8pTu/Dv7SYP42sn3us/mxQ0XW+p5lS9cy5GfGsvC91uz5OIZ+oQ1Z+UE8W/9TBnKvsG9iO7olz+LypjfY0sGV8ZWXs2epH7XVcazt1YwBt4M5t7Ujkf6OLHz7H7Z3L1vw/DAxscDK5P/wdvyOzqdC8C2jfayYmFpQpqya3YGuTK6/m4iRbpidX4tP06W8fWg/n17sjWVra2JTJnC4c1H1tWd310r473qVrw7uZVQDc1ThA/H4tgUnNvsDmfwU0Ixpf+dTsX84P/WuhClZrGpfm98GJ7C2w73dH7I3eeP4XWdOhfiibaIJphZlMN3TG9fJ9dkdMRI3s/Os9WnK0rcPsX9INUyf8MgVC/eZhHR2YLhLKDv9j9C75Qq8T8UwqsaTWqj794Ve4T4thjVj+zBkaTqfRscS1FBDtGnErBlLnyFLSf80mtigV7g0rwn1t/di35oW7PmwOVu7n+X3ARV1H2xhiaLhPjOkMw7DXQjd6c+R3i1Z4X2KmFE1nuhFfQQv9ITazBA6OwzHJXQn/kd603KFN6diRiHY3ugT7tNi1jC2zxCWpn9KdGwQWns/7HlTEgX7WzTcK8XfIuD+yqIWNA7vxKTODpiY2fGKV2Nu/raDExm3IecIi4duo/lv8Sx9R8wWpGLhXhnvLLFwr4yYxcD9FRa1aEx4p0l0djDBzO4VOrxXhX82/WIwfxsl3K/reYVfumlgPI//fVaTAOv/48vY1qz1v8QvH2oh/cb6TlRa2I5zG9J4q24sC9I24lW6EBtu/ECb8gvolBSJ8xAnvvZK5NdAq3tMkb0Jb8eV+FzcQc/7/hly2NmrOgPNF7B1ZlcaVjTnyomjZFXzwOl4YAHcHztSif80KKq+fVQe3JAtTp7EHm7IprDRuEbeB/cp6+jSPJy+31VgzEgHtu0bSS2zJ8D9Sh8u7ujJ/U3M2dmL6gPNWbB1Jl0bVsT8ygmOZlXDw9nmicwkFO5VYfjZDqPJpRhGVFAR6m3N5DYpRA18cht1DX36hHtV+BzGnvSgyrYRpH4VpYV7VThzxp7Eo8o2RqR+RVRQQ9Qpp7mEMzWtzrGiU2PW+J5k78f2ug71bnli4V5FmJ8tw5pcImZEBVSh3lhPbkNK1EDEZhpEwr0qzA/bYU24FDOCCqpQvK0n0yYlCsH21iPcqwifM5aTHlXYNiKVr6K0cP84z+cK9rdYuFeOv/UP97ns7vMyC2pPxcdBjVvbLrxZ3aLwuZJD5KC6BFpu5PjcpojagFQo3CvknSUU7hUSsxC4z91Nn5cXUHuqDw5qN9p2eZO79sYw/jY+uG9vxXBVH7zrmJGXdoKdYSZ8HvkLVUaVIyCuBW84mnJbdY24f/LxWRPBHIshlB9SnzMnJuB0Z2A4P5bPa7QgffM5Oi2sxPu/1aSeg4nmxxheGfp/bOgRhbe1Hwfc6vGS5p8xoWy72UTO74DFlQjmfDaC+VsPk161GV0/m8WcIW9i+4cW7v/adJ3XhxdV31nend+UsI/CaL++DfPrb2bHa0tpUjBy78vlZV60Pj6R6Pn2BDXx5WbwEb7yVBU5cm/tdwC3ei+hbWJZ2s2OZL5XOhFzPmPE/K0cTq9Ks66fMWvOEN50ePKouFC4z1pLK9vV9MsMo1vpPKL62+PjcIxzU2voDWofV7A+4V5b3w2We73F2ZmFcH/nu+VyL946O7MA7gtmqKjCGNO8J1/F1GDmwXBGe2i/oOrjIxbus1jbypbV/TIJ61aavKj+2Ps4cOzsVOGj2CLhPmttK2xX9yMzrBul86Lob++Dw7GzTBU8dK/PkXutvZfj9dZZZhbCfZGeF+hvsXCvHH/rHe7Vl5jb1IkFFYfSu+FVtq08TfddkYx+2Qx1wlxe8/wfX5zZzPu2+nhqPb5MoXCvkHeWULhXSMwi4F59aS5NnRZQcWhvGl7dxsrT3dkVOZqXzTCYv40Q7u2Y98o6JrewpJRVFdybeFLdKpsNnSuz3OsvVr6byI8De7Ol6RrCp7fE+vBgHDuaseviAhremcus2kNAhT5UPxrLaxOqFX/kXp3G6WNXqPCKK3amWSTuX8voHmPJW3CBH6sMLID7o7+Z0Ob9ouo7RoNxnoT1Ocayhr8Q0HIedYa6syH8HU5sbMKcZq5MS/HAtTxknIki1ftXEr5rxoaipuU8MnKvJu30Ma5UeAVXO1OyEvezdnQPxuYt4MLmDx4Y4X/4cSkU7nM24WW9CL8bkXxklUtkoC193BKJG+sg7s0AKAbuC6NO3dARp7ntSPjzM/Q1MUcs3OewycuaRX43iPzIitzIQGz7uJEYNxaxmRY7cp+zyQvrRX7ciPwIq9xIAm374JYYh2B763Hk/u631OLBvUB/i4V75fhb73CvyWFuLnkWFpiTz7Fx9fE3DeHENDdiR9emfe4WEuZ7osflQo+8G4TCvULeWULhXiExi4B7rb3zsLAwh/xjjKvvj2lIDNPcMZi/jQ/uO1Tk3rScO/1dA/eO96blZITTr643F2fG8ZPfRT53ac2ZeccJ8XXCFDXnV7elztRmHI4bx+nuzzAtJ/84kxp6kxZ8lIVvaEZXs9kV4MrsFjH8t8Ew7Zz7K4F871pUfWOI7eZRAPfL25UiOSSA5p/8QtpbS0ia8jeNu+Wx6q/pvGoO6qRgvBrtpHfsWnK6FzHn/hG4z+f4pIZ4pwVzdOEbFLRwVwCus1sQE9YXuyegs1C4V59monNjkjYns7xxMrMauBO9+Brr3xX1g65WCMPDvTt/jn6DyVW3sWNwdbJCPsBhSnMSjoxAX4dsi4V7NacnOtM4aTPJyxuTPKsB7tGLubb+XWE/3d+xvMiRe/XpiTg3TmJz8nIaJ8+igXs0i6+tR7C9FQD3ag4K9rdYuFeOv/UO93mHmeHzLTWWBfNh5Zvs+siNqR5/EDkolykN3uTamrMsanxnmo6YMRqhcK+Qd5ZQuFdIzCLgPu/wDHy+rcGy4A+pfHMXH7lNxeOPfXxWOdFg/pZwX/AceQjuNUtT9/SjTqcLzI7/ma7XvsW/4wQOlW+Aq3kCMTeaMvPndXziruYn/yLg/oFpOUCpN5gQ9j3tYyfQqddaVO4eVMo+SbxFd1ZtH49nrHZaTmza19T6+5si6stjo+8duLcEdTJbezai181ZhDtPob/NNqImuxeOfqSyvktdgt+OICC0HgPiXqaOrWYCjhk1eq5gQ/XJPDAtp6CJEwibU4WFnXqxVuWOR6VsTsZb0H3Vdsa/8eRFTkLhHjXJm/xx9duLU80MzjrOIDpiKHUF76JieLhvSH70TN5+dw4Z9apy9YSaXlv3Meud8np7O4qFe43FN+Hv6sdep5pknHVkRnQEQ0UnWvRuOepkNvm74rfXiZoZZ3GcEU3E0LrCd4NSwrQclWB/i4V75fhb73BPLkfnd8R7STaujlc5oerG+t1f0rzUVrwrLsUnaTc99Teb8LHPQ6Fwr5B3llC4V0jMIuCe3KPM7+jNkmxXHK+eQNVtPbu/bI5NjuH8bWRw/zzMk0taYgJXzCpRy8n2+X4+VGeRnHCBjDJOuFSxLmLnDx3W98xhq8lKTuBCRhmcXKpgXYxNaMTCvTagvNRzxKdY41zLXvhIrpiR+2ImLv8G5xNuYFOtOuX1PPglGu4LE825+BSsnWthL/bHmbsJEDlyX+huUs/Fk2LtTC0DBa13uC+mvRHob9FwrxR/6x/uC1194yIJKRZUdXbgzv4UxbWBrq8TC/fKeGeJhXtlxCwE7rUdmRsXE0ixqIqzg6HdDRLudf3EMNLyDAH3hpZa/yP3ho7w0foNAvcKkEE83Bs+aMXAvUApDAL3AuMrqipRcK+AUO82wRBwb+j4DQH3ho5ZHNwbOtIH65dwr6x8vLCtkXD/wqbumRou4V6eUPtMhnnBLpZwL0+ofcEs+0zNlXAvT6h9JsM858UCT6h9zpbK24tUQMK9cZhDwr2E+5LsdAn3Eu5Lsr8l3Eu4F+lvncN96dKluXXrVsGcI/kRo8CpU6cKKqpTp46YChVQy+nTp1Gr1UYVc3p6OsnJyQWHOlWtWlUBWRDTBGP0tzHGfP78eXJycnB0dMTK6oETCMUYzUC1aHJtZmaGi4uLgVogvlpj9Hd8fDy3b982qndWSkoK169fx8bGhsqV9bWPnHj/Pq1Gjb8DAwNZuXLl0y7V2991DvcWFhYFcG9vr7+TOvWmxgtasKbzaD7GpLkxxqwBn6ysrAIQKF9ef7vyKK0bGGOujTHm1NTUgi/s1tbWWFoaaPW2AcxvjLmWMRvAaAaoUvO+0ry3SpUqRbly5QzQAsNUqfF3t27dWLdunWEaoDkb9bbmq6QOP5pvZ+PHj2fw4ME6LFUW9SQF5LQc4/CHnJYjp+WUZKfLaTlyWk5J9recliOn5Yj0t4R7kWrrqS4J93oSVmHFSriXcK8wS+q0ORLuJdzr1FAKK0zCvYR7kZaUcP84tdXJ7F6wjNSOY/B10/Pm5TrItoR7HYj4AhQh4V7C/Qtg03/dRAn3Eu7/tXlegBsl3Eu4F2lTCfePUTv/5Cw6fVaKeb8Mo56ZyHT8u7ok3P873V60uyTcS7h/0Tz7LO2VcC/h/ln88qJdK+Fewr1Iz4qHe/UZlnRtz9yjeffFaU6tj9cy+uY4RoemcncRgEklfL75iXFNczm2YigDv9pFYo4pFTw/Yf7S0bSy3c8Uv1VUClpOP3fzglPKjn7dn58afMPEVpaQc5zVQz9l6s9nyLO0o+4HE1kU5Isru5kQGE3ntaNoornt7ieH46uH8unUnzmTZ4ld3Q+YuCgIX1ft4i5V/Fa+HDWL7X+nc+u2Na/0+oolY96hovofZncYRdnl/8fAGjmPb2tF7VGzqoNB+E25yaDNU2ltra1YnRzOjEET2RKfzW0LR9qMXMSMrrWKfeS9cLhPiSCo73DWxNnSdtIK5vnWLHZbdWVu8YdYpRAR1Jfha+KwbTuJFfN8qfmAd3QVWdHliId7w8esUUP0IVYpEUH0Hb6GONu2TFoxD1/RiQaEH2KlgD4tHu6V4W/Rh1gpwd/CD7FSgL+Fw70CYhZ/iJUy+rTRHmKVm5OF6lY227pUZIl3Mrt7WWFmcZtQv6p81/kUIb5ltIRjYopFmdJcXd0a1yn12By5iA5O6ewf4UnLyBEk/vYSw6r4s+vVrzi4dxQNzFWED/Tg2xZRbPZNZ00HV8ZXXs6epX7UVsextlczBtwO5tyaDLrX/o3BCWvpcHdTBjVJazrgOr4yy/csxa+2mri1vWg24DbB57biY/Iz3et+inrub3zXbQgt4QAAIABJREFUw40yqYeY0qYDvw/8m13dz9DbsjXWsSmM/cPr8W09OJBqppn8FNCMaX/nU7F/OD/1roQpOewKdGVy/d1EjHTD7PxafJou5e1D+xlSTfuF4GkfsXCfSUhnB4a7hLLT/wi9W67A+1QMo2oUr61Pi6W4fxcN95khnXEY7kLoTn+O9G7JCu9TxIyqgcioRcO9EmIWDveZIXR2GI5L6E78j/Sm5QpvTsWMQrC9BcO9Mvq0aLhXir+Fwr1C/C0W7pXhb7Fwr4yYRcO9Uvq00cK9FuBy2NShLAs/yOD3jzV7GmezyduRlT4X2dHzvj2O1WeY5OZG7IIMtnYsrb1VFc+BQ/By48P0abgFJ89YDjfcRNhoVyIL4X7j63NxrxvLgrSNeBXexo0faFN+AZ1OD2Lnmw/BvTqBqe51iV2QxsZ7N/BDm/Is6JTEDouuOP93EEk/+1E44E7+yXB23PSgQ704Ldwf+wv7LvUf39aWtbFJWUeX5uH0/a4CY0Y6sG3fSGqZ5bCzV3UGmi9g68yuNKxozpUTR8mq5oGzTfFQVyjcq8Lwsx1Gk0sxjKigItTbmsltUogaWMzGFi+kp14lFu5VhPnZMqzJJWJGVEAV6o315DakRA1EZNRi4V4ZMYuGe1WYH7bDmnApZgQVVKF4W0+mTUoUgu0tFu4V0qfFwr1y/C0S7pXib6FwrxB/C4V7hcQsFu6V06cl3D8C99b4HXCj3ksm2oH7su2Y/VtH1jr0wzXuFF86PzROmr0RX48wPgprz/o286m/eQevLW1SMHL/g10fyg2pz5kTE3C6c1t+LJ/XaEH6mtmc7x7x4Mi9ahfdyg2h/pkTTLh3A7Gf16BF+np2mP+HnuX38k9QXUyu/M4PP/6Pq2owq92eQe3T6auB+7+2cr3pgMe3FTWXl3nR+vhEoufbE9TEl5vBR/jK0xz1lQjmfDaC+VsPk161GV0/m8WcIW/iUMxhYaFwn7WWVrar6ZcZRrfSeUT1t8fH4RjnptZ4KpDr8gKxcJ/F2la2rO6XSVi30uRF9cfex4FjZ6cKHdEVC/fKiFk03GetbYXt6n5khnWjdF4U/e19cDh2lqmCh+6FTstRSJ8WC/fK8bdIuFeKv4XCvUL8LRTuFRKzWLhXTp+WcF+ckfv8WIZXa0FmSDLBrxfuXKO+yB8RqdR67TifeobR59gyGv4SQMt5dRjqvoHwd6LYUGc0jh3N2HVxAQ3vLIpV7SGgQh+qH5xAVLs9D8J9/mEGO3bEbNdFFty7gT0BFehTPZrdpp1pfOFbkr5/m1LJ+1m15neS4n5kfGw/0vc1ZrAG7o9GYuH19uPb2qIsK5u7Mi3FA9fykHEmilTvX0kIfo2Lx65Q4RVX7EyzSNy/ltE9xpK34AKbPyjeKY1C4T5nE17Wi/C7EclHVrlEBtrSxy2RuLEOumT3p5YlFu5z2ORlzSK/G0R+ZEVuZCC2fdxIjBuLyKjFwr0yYhYN9zmbvLBe5MeNyI+wyo0k0LYPbolxCLa32JF7hfRpsXCvHH+LhHul+Fso3CvE30LhXiExi4V75fRpCffFgXty+XNITdokLeP0xvfQnHt7fXsXHANeIjzhXRY21cD9ctqVSiYkoDmf/JLGW0vOsbXLCYa7tObMvOOE+Dphiprzq9tSZ2ozDv/lwuduD8+5zyVquAutz8zjeIhvwWi/+vxq2taZSrPDcUwymc6rbx7g8yO/EFhD+20hZVNnqsxvy7WIQriPvUJAcO3HtnX33ioM6ZXHqr+m86o5qJOC8Wq0k95Hp/L3O96kBR9l4RtlC6Yn7QpwZXaLGML62j0VcjUXCIV79WkmOjcmaXMyyxsnM6uBO9GLr7H+XbEnSoqFezWnJzrTOGkzycsbkzyrAe7Ri7m2/l1ERi0W7pURs2i4V5+eiHPjJDYnL6dx8iwauEez+Np6BNtbLNwrpE+LhXvl+Fsk3CvF30LhXiH+Fgr3ColZLNwrp09LuH/KtBwoxRsTwvj+vdNMadOGmRfdaFTlGkfiXmLwtt3MeP3Xgmk5BXBvqdl1Zis9G/Xi5tyrhPiXJSfmG/w7TuBQ+Qa4micQc6MpM39exyc11tHOegBxL9fBVjMDyKwGPVeE8Hndv/nGvyMTDpWngas5CTE3aDrzZ9Z94o4FecT/2A+/MXu4XdsFq6txnMx9lU8XL+OLt88XLqhN4+vqUY9p6w68f2lOf5ttRE12R/vVIJX1XeoS/PafhDQIplOvtajcPaiUfZJ4i+6s2j6eN+5M7n8K4guFe9Qkb/LH1W8vTjUzOOs4g+iIodQVvHOMWLjXeGsT/q5+7HWqScZZR2ZERzBUcNBi4V4ZMYuGe9TJbPJ3xW+vEzUzzuI4I5qIoXWF7wYldFqOQvq0WLhXjr9Fwr1S/C0U7hXib6Fwr5CYxcK9cvq0kcN9sQal77tITVZSPOeybKnpXImyxZyPDrmkJSZwxawStZxsC8H6yXXnpiWScMWMSrWcsH14n3t1DlfPXeBm+ZpUtyuKaP9FW9VZJCdcIKOMEy5VrJ9pFxaxcK/VLi/1HPEp1jjXshc6en0nc6LhvjBozsWnYO1cC3uRQ/aFQYuGeyXELBzutUGTei6eFGtnahki0YbYClMBfVo03CvF30LhXiH+Fgv3ynhniYV7ZcQsGu6V0qcl3D8r38vrH6uAIeDe0KkwCNwbOGiDwL2BYzYM3Bs+aLEj94aPV9MCg8C9AkIXD/eGD9oQcG/oqA0B94aO2SBwb+igAQn3CkhCSWiChPuSkMWnxyDhXp5Q+3SXvLhXSLiXJ9S+uO59essl3MsTap/uEt1dIf6EWt21XZZUqICEe+OwgoR7Cfcl2ekS7iXcl2R/S7iXcC/S3zqHe0tLS/Ly8nBxcREZh1HXFR8fXxB/7dq1jUaHM2fOoFarjSrm9PR0rly5QpkyZXBycjKaXBujv40x5gsXLpCTk0PlypWxti7mbgIloBdocm1mZoazs3MJiKZ4IRijv0+fPs3t27eN6p11/fp1UlNTC/qzpl8by0fj74CAAFatWmWwkHUO9xYWFty6dYuXXnrJYEEZW8XXrl0rCNmYNDfGmDXgk5mZWQACdnbF2ya1JPQFY8y1McasgYD8/HxsbGzQDBIZy8cYcy1jNg53Z2VlcfPmTTRcWK5cOeMIGtD4+8MPP+THH380WMw6h3vNt7Px48czePBggwVlbBXLaTnGkXE5LUdOyynJTpfTcuS0nJLsbzktR07LEelvCfci1dZTXRLu9SSswoqVcC/hXmGW1GlzJNxLuNepoRRWmIR7CfciLSnhvlDt/NPbmbfThl6fvkOlYu+hLzJVRdcl4V4ZedB3KyTcS7jXt8cMWb6Eewn3hvSfvuuWcC/hXt8eu798CfcFauRycLw33zdaSbBPpWc6QEpksoqqS8K9ErKg/zZIuJdwr3+XGa4GCfcS7g3nPv3XLOFewr3+XXavBsFwn82xFUMZ+NUuEnNMqeD5CfOXjqZVRe1QuepgEH5TbjJo81RaazZLUEXwhddQtqeowcQE89L2uHUcw9zxbahy6wl/e3jkXX2GJV3bM/do3n3amlPr47WMvjmO0aGp3L7zF5NK+HzzE+OampN9bAVDB37FrsQcTCt48sn8pYxuZcv+KX6sqhTE8n7uBcfS5x39mv4/NeC7ic35Z3YHRpVdzk8DaxRxf0XtlwfVQYL8pnBz0GamFgSL5uxkwmcMYuKWeLJvW+DYZiSLZnSlVlEH4Ra2WTjcp0QQ1Hc4a+JsaTtpBfN8axboIPIj/hCrFCKC+jJ8TRy2bSexYp4vNQUHLR7uDR+zxlOa3YE8PT2JjBQD9ykRQfQdvoY427ZMWjEPX9GJNsQJtQro0+LhXhn+Fn2IlRL8LfwQKwX4WzjcKyBm8YdYKaNPG9khVmourmyN65R6bI5cRAendPaP8KRl5AgSDw6kmmkmPwU0Y9rf+VTsH85PvSthmr2BzlVW8kH8Vv5TBnKv7GNiu24kz7rMlnY/Ff23D8o+wpm5OVmobmWzrUtFlngns7uXFWYWtwn1q8p3nU8R4ltGe4+JKRZlymJ+eSWtXadQb3Mkizo4kb5/BJ4tIxmR+BsvDauC/65X+ergXkY1MEcVPhCPb1twYnMX/hdoSWvrWNLH/lHE/QcZWM2UzJ8CaDbtb/Ir9if8p94FU4FydgXiOrk+uyNG4mZ2nrU+TVn69iH2D6n2xF8TxMJ9JiGdHRjuEspO/yP0brkC71MxjKohdi6TaLjPDOmMw3AXQnf6c6R3S1Z4nyJmVA2hv/KIhnslxCwc7jND6OwwHJfQnfgf6U3LFd6cihmFYHsj9oRaZfRp0XCvFH8LhXuF+Fss3CvD32LhXhkxi4Z7pfRp44J79RkmubkRuyCDrR1La0FaFc+BQ/Byy9rYpKyjS/Nw+n5XgTEjHdi2byS1VBvo7LgW/0u/8GEBr99gfadKLGx3nv/1+a3ovw12KGIQOYdNHcqy8IMMfv/YCshmk7cjK30usqOn5r/vfNScmeSGW+wCMrZ2RNtaFfEFjW3M4T4N2eLkSezhhmwKG41r5MNwf4xj9l2KuL8ltW1SWNelOeF9v6PCmJE4bNvHyFpm5OzsRfWB5izYOpOuDStifuUER7Oq4eFs88RBcaFwrwrDz3YYTS7FMKKCilBvaya3SSFq4JPbqOtRfbFwryLMz5ZhTS4RM6ICqlBvrCe3ISVqICKjFgv3yohZNNyrwvywHdaESzEjqKAKxdt6Mm1SohBsb7Fwr5A+LRbuleNvkXCvFH8LhXuF+Fso3CskZrFwr5w+bVxwrwqjm00/XONO8aXzI/NmuLzMi9bHJxI9356gJr7cDD7CV/W28J5VAHEt3sDR9Daqa3H8k+/DmojFvGe9qei/FU7zeRQoHwf31vgdcKPeSybagfuy7ZgdOROLj2zo5xrHqS+dHxqdzWajrwdhH4XRfn0b5tffzI7XltLkgZH7v/i/602LuB/Ul5fh1fo4E6PnYx/UBN+bwRz5yhNz9RUi5nzGiPlbOZxelWZdP2PWnCG86fDkUXGhcJ+1lla2q+mXGUa30nlE9bfHx+EY56bW0DW/P7E8sXCfxdpWtqzul0lYt9LkRfXH3seBY2enCh3RFQv3yohZNNxnrW2F7ep+ZIZ1o3ReFP3tfXA4dpapgofuhY7cK6RPi4V75fhbJNwrxd9C4V4h/hYK9wqJWSzcK6dPGxfc58cyvFoLMkOSCX7dQgtu6ov8EZFKrRZlWdnclWkpHriWh4wzUaR6/0rCouv4Vl6O118reTfxRwb23kLTNeFMb2kLmik7Rf2tSCws7sh9PrHDq9EiM4Tk4NfRtlbNxT8iSK31Gsc/9SSszzGWNfyFgJbzqDPUnQ3h79w3Leco/7PwKuL+FpRd2RzXaSl4aIMlKtWbXxOCee3iMa5UeAVXO1OyEvezdnQPxuYt4MLmD7j/d4WHwxMK9zmb8LJehN+NSD6yyiUy0JY+bonEjS3q1xL9ML9YuM9hk5c1i/xuEPmRFbmRgdj2cSMxbiwioxYL98qIWTTc52zywnqRHzciP8IqN5JA2z64JcYh2N5iR+4V0qfFwr1y/C0S7pXib6FwrxB/C4V7hcQsFu6V06eNC+7J5c8hNWmTtIzTG9/DHri+vQuOAS+xe28VhvTKY9Vf03nVHNRJwXg12knvP3xZ1+DetJyM8H7U9b7IzLif6Gm76YFpOQ/8rUpRI93FhXvI/XMINdsksez0Rt7TNpYujgG8FJ7AuwubFsD98nalSA4JoPknv5D21hKubr035z4lIPjx9+/eS5Uhvchb9RfTtcES7NWInb2PMvXvd/BOC+bowjfQzELK3hWA6+wWxIT15UnnkQqFe/VpJjo3JmlzMssbJzOrgTvRi6+x/l2xJ0qKhXs1pyc60zhpM8nLG5M8qwHu0Yu5tv5dREYtFu6VEbNouFefnohz4yQ2Jy+ncfIsGrhHs/jaegTbWyzcK6RPi4V75fhbJNwrxd9C4V4h/hYK9wqJWSzcK6dPGxncAxn/Y0qbNsy86EajKtc4EvcSg7ftwPuX5vS32UbUZHfMCgZ6U1nfpS7Bb07EZuqO++bcZ7KnXx06XZhN/EZz+lW9fz7+vb+d+HwHNTtaE5W+DM8HdjR5+rQcKMUbE8L4/sPS/G9KG9rMvIhboypcOxLHS4O3sXvG6/yqmZZTAPeWBTvcbO3ZiF4355IVcg/uM7+u/tj7d3j/QvP+NmyLmoy7NlhS13ehbvDbJIc0YEKnXqxVueNRKZuT8RZ0X7Wd8W8U7qZTxCC4ULhHTfImf1z99uJUM4OzjjOIjhhKXcE7x4iFe02aN+Hv6sdep5pknHVkRnQEQwUHLRbulRGzaLjX9OdN/q747XWiZsZZHGdEEzG0rvDdoIROy1FInxYL98rxt0i4V4q/hcK9QvwtFO4VErNYuFdOnzY+uC+c3pKVFM+5LFtqOleirNhNVp55jog6K4n4c1nY1nSm0r9o7LPfryYrOYELGWVwcqmCdTH0EQv3WgnzUs8Rn2KNcy17oaPXdxIoGu4Lg+ZcfArWzrWwFzlkXxi0aLhXQszC4V4bNKnn4kmxdqaWIRJtiK0wFdCnRcO9UvwtFO4V4m+xcK+Md5ZYuFdGzKLhXil92kjh/pn5Wt7wFAUMAfeGTopB4N7AQRsE7g0cs2Hg3vBBix25N3y8mhYYBO4VELp4uDd80IaAe0NHbQi4N3TMBoF7QwcNSLhXQBJKQhMk3JeELD49Bgn3Yg6xenom9H+FhPs6+hdZITVIuFdIIvTcDAn38oRaPVvsgeIFn1ArMjTjqUvCvXHkWsK9hPuS7HQ5cv9NSU7vA7HJkXvjSLUcuR9jsETrHO4tLS25desWzs7OBgvK2Co+c+ZMQcguLi5GE3pCQgJqtdqoYs7IyODq1auUKVOGKlWqGE2ujdHfxhjzxYsXUalUVK5cmbJlHz1lvKQaXpNrU1NTatasWVJDfCQuY/S3McacmpqK5n/W1tZUrFjRqPwdEBDAqlWrDBazzuHewsKiAO6NKZEGy15hxVeuXCn4f8akuTHGnJ2dTWZmJubm5lSoUMHQthNWvzHm2hhjvn79Ovn5+ZQrV47SpQtPMRfmMsNVZIy5ljEbzm8ia9YMSN28eRMNF5YvX15k1QatS+PvDz/8kB9//NFg7dA53GtGXcaPH8/gwYMNFpSxVSyn5RhHxuW0HDktpyQ7XU7LkdNySrK/5Zx7OedepL8l3ItUW091SbjXk7AKK1bCvYR7hVlSp82RcC/hXqeGUlhhEu4l3Iu0pIR7kWrrqS4J93oSVmHFSriXcK8wS+q0ORLuJdzr1FAKK0zCvYR7kZaUcC9SbT3VJeFeT8IqrFgJ9xLuFWZJnTZHwr2Ee50aSmGFSbiXcC/Ski8c3KvPLKFr+7kczbtPJvNafLwhlDH1TrF66KdM/fkMeZZ21P1gIouCfKl98Qn3eFigOhiE35SbDNo8ldbWmnJV7J4QSHTntYxqYl5YUS77JnVgeGgqt+9UbVIJn29+Ytxr1wmfMYiJW+LJvm2BY5uRLJrRlVp3btVzRoXDfUoEQX2HsybOlraTVjDPtyaCQr2rpP4PsUplz/SZnPMPIrCW2d16U/dMZ+Y5f4ICa2GWn8D2icOYuSuJyu3GsGDq+9S4d6nOsy4e7lOICOrL8DVx2LadxIp5vtQUnWgo2B3I09OTyEgxcJ8SEUTf4WuIs23LpBXz8DVA0Hrf5z51D9NnnsM/KJB79n7I84L9LR7uleFvEfvc559YzYignSTnA+bV6DzOn7S509h1TV34nDKnbsBiZn4gZhcu4VthKuCdJRzuFRCzmK0w8zmxegRBO5PR2rszk79059fBXxrM3/IQq3+FP7nkZKm4lb2NLhWX4J28m15WZlhYprOxkyvjKy9nz1I/aqvjWNurGQNuB3Nu63uUfdw9ZcpiaZrJTwHNmPZ3PhX7h/NT70qYksWq9rX5bXACaztYFrYym03ejnzX+RQhvmW0/2ZiikWZsqh3B+I6uT67I0biZnaetT5NWfr2IfYPqYbpv4rx2W4SC/eZhHR2YLhLKDv9j9C75Qq8T8UwqoaISO/pole4T4thzdg+DFmazqfRsQQ11BBtGjFrxtJnyFLSP40mNugVLs1rQv3tvdi3pgV7PmzO1u5n+X2A/rb7Eg33mSGdcRjuQuhOf470bskK71PEjKohxNP39wChcJ8ZQmeH4biE7sT/SG9arvDmVMwoBNsbfcJ9WswaxvYZwtL0T4mODUJr74c9b0qiYH+Lhnul+FsE3F9Z1ILG4Z2Y1NkBEzM7XvFqzM3fdnAi4zbkHGHx0G00/y2epe8UjG7p/SMW7pXxzhIL98qIWQzcX2FRi8aEd5pEZwcTzOxeocN7Vfhn0y8G87eE++d5hORsokPZhXyQ8TsfW4E6YSrudWNZkLYRrzu7qN34gTblF9ApKYohlYCH7imoPmUdXZqH0/e7CowZ6cC2fSOpZVY03K/0uciOnlYPtDxnZy+qDzRnwdaZdG1YEfMrJziaVQ0PZ5vnibDY9wqFe1UYfrbDaHIphhEVVIR6WzO5TQpRA8XEekcUfcK9KnwOY096UGXbCFK/itLCvSqcOWNP4lFlGyNSvyIqqCHqlNNcwpmaVudY0akxa3xPsvdj+2Ln7VkvFAv3KsL8bBnW5BIxIyqgCvXGenIbUqIGIjbTYkfuVWF+2A5rwqWYEVRQheJtPZk2KVEItrce4V5F+JyxnPSowrYRqXwVpYX7x3k+V7C/xcK9cvytf7jPZXefl1lQeyo+Dmrc2nbhzeoWhY+fHCIH1SXQciPH5zblzlDWsz6bnvV6oXCvkHeWULhXSMxC4D53N31eXkDtqT44qN1o2+VN7tobw/hbwv2zPhHuv/4hUFft6ka5IfU5c2ICTncGkfNj+bxGC9I3JxP8hsVj4F7N5WVetD4+kej59gQ18eVm8BG+8lQVMXJvjd8BN+q9ZKIduC/bjtmR8+lgcYWIOZ8xYv5WDqdXpVnXz5g1ZwhvOogZzRYK91lraWW7mn6ZYXQrnUdUf3t8HI5xbmqN58nmM9+rT7jXNuYGy73e4uzMQrgvbOGN5V68dXZmAdwXzFBRhTGmeU++iqnBzIPhjPbQ3+E7YuE+i7WtbFndL5OwbqXJi+qPvY8Dx85OFT6KLXLkPmttK2xX9yMzrBul86Lob++Dw7GzTBU8dK/PkXutvZfj9dZZZhbCfZGeF+hvsXCvHH/rHe7Vl5jb1IkFFYfSu+FVtq08TfddkYx+2Qx1wlxe8/wfX5zZzPu2z/wY/tc3CIV7hbyzhMK9QmIWAffqS3Np6rSAikN70/DqNlae7s6uyNG8bKYZ9DWMvyXc/+tHw6Oj8PmHB+PY0YxdFxfQ8M68Z9UeAir0ofrReKbWNn0U7tVnmNPMlWkpHriWh4wzUaR6/0rCd83YUMS0nEdH7tWknT7GlQqv4GpnSlbiftaO7sHYvAVc2PwBD47xP0/ARd8rFO5zNuFlvQi/G5F8ZJVLZKAtfdwSiRvroJ/giihVMXBf2L7UDR1xmtuOhD8/Q18Tc8TCfQ6bvKxZ5HeDyI+syI0MxLaPG4lxYxGbabEj9zmbvLBe5MeNyI+wyo0k0LYPbolxCLa3Hkfu735LLR7cC/S3WLhXjr/1DveaHObmkmdhgTn5HBtXH3/TEE5McyN2dG3a524hYb4nelwu9MhTXCjcK+SdJRTuFRKzCLjX2jsPCwtzyD/GuPr+mIbEMM0dg/lbwv3z4ODDU2xyoxju0poz844T4uuEKWrOr25LnanNOBw3hfqaJ9dD9+Qfn0Tjbnms+ms6r5qDOikYr0Y76R27lpzuj59z/yjc53N8UkO804I5uvANNOO22bsCcJ3dgpiwvtg9T4zFvFco3KtPM9G5MUmbk1neOJlZDdyJXnyN9e+K+kFXK4rh4d6dP0e/weSq29gxuDpZIR/gMKU5CUdGULmYeXvWy8TCvZrTE51pnLSZ5OWNSZ7VAPfoxVxb/66wn+7v6CNy5F59eiLOjZPYnLycxsmzaOAezeJr6xFsbwXAvZqDgv0tFu6V42+9w33eYWb4fEuNZcF8WPkmuz5yY6rHH0QOymVKgze5tuYsixrfmabzrE+lf3e9ULhXyDtLKNwrJGYRcJ93eAY+39ZgWfCHVL65i4/cpuLxxz4+q5xoMH9LuP93zwXtXY+ZP58T8w3+HSdwqHwDXM0TiLnRlJk/r+MT98IH1wP35HFoRH3622wjarJ74ahFKuu71CX47QgCQusxIO5l6thqpuCYUaPnN/SIfPOBaTlQijcmhPF9+1gmdOrFWpU7HpWyORlvQfdV2xn/hpjFSULhHjXJm/xx9duLU80MzjrOIDpiKHUF76JieLhvSH70TN5+dw4Z9apy9YSaXlv3Mesd/R2xLRbuQZ28CX9XP/Y61STjrCMzoiMYKjrRonfLUSezyd8Vv71O1Mw4i+OMaCKG1hW+G5QSpuWoBPtbLNwrx996h3tyOTq/I95LsnF1vMoJVTfW7/6S5qW24l1xKT5Ju+mpv9mEj33LC4V7hbyzhMK9QmIWAffkHmV+R2+WZLviePUEqm7r2f1lc2xyDOdvCffPA/dF3ptLWmICV8wqUcvJVuBPjWqykhO4kFEGJ5cqWIuZbl+ggli41wqfl3qO+BRrnGvZCx/JFTNyX0xz5t/gfMINbKpVp7yeB79Ew31hojkXn4K1cy3sxf44czcBIkfuC91N6rl4UqydqWWgoPUO98W0NwL9LRruleJv/cN9oatvXCQhxYKqzg7c2XOiuDbQ9XVi4V4Z7yyxcK+MmIXAvbYjc+NiAikWVXF2MLS7QcK9rp8YRlqeIeDe0FLrf+Te0BE+Wr9B4F4BMoiHe8MHrRi4FyiFQeBeYHxFVSUK7hUQ6t0mGALuDR2/IeDe0DGA2U5uAAAgAElEQVSLg3tDR/pg/RLulZWPF7Y1Eu5f2NQ9U8Ml3Is5xOqZkqKniyXc19GTssorVsK98nKijxZJuJcn1OrDV0UOGty+ffvugau6qLhy5cqMHz+ewYMH66I4WUYxFJBwXwyRSsAlEu4l3JcAGxcZghy5/6Ykp/eB2OTIvXGkWo7cjzFYok10Dfd2dnZkZmbi7+9vsKCMreIffvihIOQePXoYTeibN29GpVIZVcznzp1j//79VK1alVatWhlNro3R38YYc1hYGElJSbRu3RrNIJGxfDS5Llu2LF26dDGWkDFGf69btw61Wm1U76zjx48THR1NnTp1aNq0qVH5e8aMGYwZU4LgPiAggNTUVKNJohICjY+PR/MDjKYDGcvn2rVrJCQk0LhxY2MJmdzcXDSj9/Xq1cPGRvQ5sYaTOTY2lvLlyxd8qTGWz/nz50lPT6d+/frGEnJBvP/88w+NGjXC3Fzw9lsGVPnPP//ExcUFe3v9nW5twPAeW/XJkycLcqyJ21g+ycnJXLp0CQ8PD2MJmZycHI4dO1bwHLOyEnHqj3Kk1bCwj4+PwRqk85F7g0UiK5YKSAWkAlIBqYBUQCogFZAKGLkCEu6N3AAyfKmAVEAqIBWQCkgFpAJSgZKjgIT7kpNLGYlUQCogFZAKSAWkAlIBqYCRKyDh3sgNIMOXCkgFpAJSAamAVEAqIBUoOQpIuC85uZSRSAWkAlIBqYBUQCogFZAKGLkCEu6N3AAyfKmAVEAqIBWQCkgFpAJSgZKjgIT7kpNLGYlUQCogFZAKSAWkAlIBqYCRKyDh3sgNIMOXCkgFpAJSAamAVEAqIBUoOQpIuC85uZSRSAWkAlIBqYBUQCogFZAKGLkCEu6N3AAyfKmAVEAqIBWQCkgFpAJSgZKjgIT7kpNLGYlUQCogFZAKSAWkAlIBqYCRKyDh3sgNIMOXCkgFpAJSAamAVEAqIBUoOQpIuC85uZSRSAWkAlIBqYBUQCogFZAKGLkCEu6N3AAyfKmAVEAqIBWQCkgFpAJSgZKjgIT7kpNLGYlUQCogFZAKSAWkAlIBqYCRKyDh3sgNIMOXCkgFpAJSAamAVEAqIBUoOQpIuC85uZSRSAUUqkA+5w/9l8OXTXB8zYsmTuYKbadsllRAKiAVkApIBV58BSTcv/g5lBFIBRStgPrqRj58uSeRr81nx+aBvFxa0c2VjZMKSAWkAlIBqcALrYCE+xc6fbLxUgHlK5Cxbz6jt9vQ58u+eForv72yhVIBqYBUQCogFXiRFdAf3OdeZN+qr1kReoj463lYV21I28ChDGjvwv0Dd6pz4az4dg07/zzNtVwLXqrVmHa9BtD7nRqF16URPncM6/7OA9MKvDUkiJ71NT/rqzm/fRrTfk4kHzOqdhzH5A9eYv/Cz1kdcwswwcTUFHOLMtg6NqRjz260qGb5YK5S9zB33Dr+zq9Im1FT8Kttdu/vWftZ+PlqCorSfExMMDMvjU1FF5p07oGPpwP3XQ2ksmfuONb9nU/FNqOY4lf77t9v7J3H6B9OkPc4p5hWpu3ng7ANmczmsxXxGvEfcr5fzN60yniNnkRXl3u15B1byajFv5Pt4sOXo9tTyRSert9Dld4fl4kJpqbmWJSxxbFhR3p2a8H9Ej297Kz79C4QCRMzc0rbVMSlSWd6+Hji8KBIBY3J2r+Qz1fHUJAlE1NMzS0oY+tIw4496daiGpY8W7lPb2ehBuoUotcv5tuQSP6+mMFt68q4Nn2PvoMDaFZZO1Xk/rZp026GeWkbKro0oXMPHzwfDuhJHkoLZ+6YdWit+xZDgnqite55tk+bxs+J+WBWlY7jJvJBjXtCpe6Zy7h1f5NfsQ2jpvhxvy2LfNg8qR2FN+Ve3Meqr1cQeiie63nWVG3YlsChA2jv8vBQetFe5qHcaPJnZmlDJdc36dL9fV61L4zj4f5zf8PN69Nz9jBe/XMuY9b9TR6mVHhrCEE966OVZzvTpv2MVp6OLJv8Aeqru5g1cTNnK3oxelJXtN0il4v7VvH1ilAOxV8nz7oqDdsGMnRAex4ISXWO8BXfsmbnn5y+lovFS7Vo3K4XA3q/Qw35K8KL/P6SbZcKSAWkAlKBxyigH7jPjmZBl06M/PUS+eblsLfJJy01i3xTB1rN3MV/P/coAPesP2fz/nvjCE/Ox7RMeezL5pKakkWeqT1vTgjh58ktKa++yOLWLny2JxcoRZPpRzkwrh5mXGXFey70Dc3kNqV4efwBjk1zZnl7Jz7ZqXooVBNKVe1CcMRGAu/CspqLwZ2o138HGbfNqTdyP0dmvY7FnTuvL6e90yc8UpQG+Cxd+WRLJEs6OWB6hxsvBtOpXn92ZNzGvN5I9h+ZxesFham5/E1bag76DU0Ej3zMXRkW9n9UGf8qow7VYuT+fbz+zcv858dUGk89woHxmli1IBM5/GXenn+WeuMO8Nf0xqiKo9/DFRYVl0kpqnYJJmJjYAE4FSs3XC9C7wKRcP1kC5FLOuFwR6TCtlxf3h6nT3bySJZKVaVLcARbAm2LXW7x2gnkxbOmlxf9NpxGZWJJOXsb1GkpZN66TSnnbqzas4ZuNcwoqm2aLy6Wrp+wJXIJne4G9GQPqS8uprXLZ2it24TpRw8wrp4ZXF3Bey59Cc28DaVeZvyBv5jWuHAeuvoiwZ3q0X9HBrfN6zFy/xFmaY30hM9TvAxkRy+gS6eR/HopH/Ny9tjkp5GalY+pQytm7vovn3vco1x1kV7WNKGonJtgUd2bxTs28Im7BTyh/2DRmiWJO+i8qS0un+0p6Belmkzn6IFxaOV5D5e+oWjlGU/usWnkn57NW/VGcajWSPYf1fStbKIXdKHTyF+5lG9ekM/8tFSy8k1xaDWTXf/9nIKQsv5k9vvvMS48mXzTMpS3L0tuagpZeabYvzmBkJ8n07K8fDdIBaQCUgGpgFSg5CigB7jP49i0Zrz+xWGsWk1iy7pxvFU5jzNbhtC553JOlO7I8hPb6WN/mIlNWzD9mCWNBq5gwwwfalupOL87iF4fTiPiRi0G7YxmUas0LdzvNaWMZS60WEz8zgE43vw/erl0ZUN6KW6r8guA9y7c73YgcF0EXzY1ITv5T4I/+4SFh7JxH3eAmOmNtdnLP8mcVq8y6oCaUma3yK/cl5//Dqa91V0CLYD73RV6sGb/dJqXgtt5qRxe8BHdvz6CabulnPnlk4LRc8jn5JxWvDrqAOpSZtzKr0zfn/8muLAwddZVLl6/yW3y+N+kt/hw1RWaz/iD1f/P3nnHY7n+Afiymho05TQV0t5TW6RxikIpFS1NLe2hIW2N057a0lBUjlKKdqcSQtrjcOqgjBD6fXiV6FWc+Iluf57zPPe4vt/7fq/3fr/P0wAlZGQKUbJsNFt1aqfK/V3mvh6FRp9dvG5kw+0rcySnvfHeTK7XgdWPGzDv1lXmadzOGr9OnyaUYV7lhrDf04YWMjGE3tjC+BFruBajxczLt1lcP6ttx0ok3F2ZgQ6XWCyBRPgte4aarueOrC6bHrkyQgLp859EoN0pN2Q/njYtkIkJ5caW8YxYc40YrZnE35uUtXaVsphDnYrwaIM+Tca5E6cxmI0HVzOofmmSQjxZPMCQBecjqGx5hoANXYhOHZvyQAcuLW6LQnLUwm9hP9SU9Xdk0d30CNcRFSRf6r6TQ5/k/oJsUSSpG8yZ0ZV4f9yMGn0P8k7hI3GJtZn5hdwnBq2gQwNrLicpIPchkYrDTnJ/SzcyRDH9DvS9XE7wYVHrlsy9VZwO85zYP7M9FRMe4TShF4O2+lOk+1b8nS1QyUIuf5b7z2sM3r8J4NTyicx0fIBCp7XcdRtL9QjJl2P31Dxr+eUztDJFKaNahog/ulBj/AVkixYmHm3WBZ9hdKX3HDerQd+D71D4GEdi7ZlS5b5pwCJat5zLreIdmOe0n5ntK5LwyIkJvQax1b8I3bf6c9KiDDfmtEB7sQ+FG49hx8ElGNYsTtxzd2zNBrDI8y1qY89we22nb/MtOPu9mIkgIAgIAoLAL0Ag5+U+4QYzG7VhSaAGM7xvY9vs04lkGBd3bCdAuTU6XdtQ6eZ4tLqs41mtKXjeWU7rzxUziQTYtaXBzOsomR3j0Y4mbE+We6+6aDcJxDugG3sfH8bQZwJanTdSqlVjAr3+okY6ua+ApVsQGzonN5rEk9Ud0ZjkhfJQZ/7e0SMlrAl35tGs+UICms9gutIGbE7J029fAIdMykjCnnry6F52OC4Pt6CXOr7Io4Oo2W8vEdqreeBhRZVkIUq4w7xmzVkY0JwZ05XYYHMK+X77CDhkQmprqakUx7nR6uhuDKHjhme4WX6SxIcsb58m98vqn2ekZne2hjSUiHw9eeIvT6F++1U8brKYO94zqHEpi/x29aJYerOWSFcFS9yCNiBB9ITVHTWY5KXMUOfHbFS0zlpsdrVhX4rcl2W4y0O2pEFiUM1+7I3QZvUDD6xSIH0t9xUs3Qja0BnJEFbTUWMSXspDSfx7earcf7tdy0dWWRvndjVWtWzE3NuVGO7qx2bdNFVOuH+EtX/GoNlehy4NKxKZKvdlh7vwcIteytggkqODatJvbwTaqx/gYVUlRe6/l0Of5N6rrjZNAr0J6LaXx4cN8ZmgReeNpWjVOBCvv2p8IfcJ3JnXjOYLA2g+YzpKG2w4Jd+PfQGH+JSW0vak740j4cZMGrVZQqDGDLxv25K2JC+yY3sAyq116NqmOinl8N/N5dSTe/cv11gyouMM1jBkz79tWRl4nokltn+dZ+kGn8TLdcly70Vd7SYEegfQbe9jDhv6MEGrMxtLtaJxoBd/1ZAm97bIzW9EmyWBaMzw5rZts5RynuS1HnZxB9sDlGmt05U2lW4yXqsL657VYornHZanbTIkBtjRtsFMriuZcezRLnqlWyS/wM4vpigICAKCgCBQYAnkvNxH78WgvBnH5fuy/29HTKR+aCYRulGPKqPPoWjqxPO9fdIJaLzneGp3Xsfzprbcu2TGn7o1GO/dkinjE1i7+ilmLgGMv9aBJouiGDVZi13LXKiWTu6VMbTfj1VDGd6H3GL33NnsD0iilZ0P3tbqQByXJtan05oXtFvjh2P56WgOcCROZwN+p0ZROdncUuXeTU6djj0aU172I4mxb7jvdRG/sGJ0WHEF94mSkpm4SxOp32kNL9qtwc+xPNM1B+AYp8MGv1OMSmns018W5b5lEh5jtei64QX159zguk1tblg3oN2KJ7Ra7sv5ydV5k1V+3jPQ+LLu/dOXFmVD7Pdb0VDmPSG3djN39n4Cklph53OBwee6Zy023iO42EOVEW5yqHfsQePysnxMjOXNfS8u+oVRrMMKrrhPTCm1kCb3yob27LdqiMz7EG7tnsvs/QEktbIj1ttCIvffbHcCyluymEN/Vmf2bwM4ktiLXa+OY1YKksKDuekfQvxHychkCqtQp4kaiduTf1VwQ069Iz0al0f2YyKxb+7jddGPsGIdWHHFnYkpE/p+Dn2Se++WUxifsJbVT81wCRjPtQ5NWBQ1islau1jmUi1N7uMuMbF+J9a8aMcaP0fKT9dkgGMcOhv8ODWq8ucSsPQ0vz+O6L0GlDc7jnzf/fztaJL+y16Gre37uZyJ3Cc9w75TLSZ6lWeEazCbmzqkyL1bkhKVa5Sn6Bf9FG6/GK/NfXiXIvfetJwynoS1q3lq5kLA+Gt0aLKIqFGT0dq1DJdq0uR+HsEm5TE7Lk/f/X/jKH2TISl0I3pVRnNO0RSn53vp8+VeFO/J+NqdWfe8Kbb3vJmRbpEU2P1eTEwQEAQEAUHgFyCQ83IfsYMeFYdxqogRh14dpF8mcv98TRdqWnlS1uIkj7bpp56QSojHX7WmgfZyHtafx80rw/HUS5b7Nqw41JTt/VaD1WGG/9WfKX4mHFwahcVQ5/Ryn7FQXkYOpWbWHDljS0clIMqVYZq/syNSl833TzK8pCvmGn3Y9W8zbG97MT1Z3qTVDCe3o9Uds7HTmDWidWoteRSuwzT5fUckupvvc3J4SVzNNeiz61+a2d7Ga/qnmvnkmWVV7gsR7zWJeh1X87jOHK5d1udgU22WP23HGn93xlWFLPO7Np/6X5ZEZFILLSOnRDPrI5yxbU9UVmNzbRzXemZ8xkEGOSUtupuNZdqsEbTOWHCf8r1JWs198n3NsD5yBtuOSVJq7jO2mw0GZ6szu9JQXOQN2BfqRP9iEHvSnGq9dxKaJMk5ucqjOPNgI40cvh5bMhut7maMnTaLEa1Tn7PIQg59lvs2KzjUdDuS1B3OX/2n4GdykKVRFgx1TpP7KNdhaP6+g0jdzdw/OZySruYp5Vn/NrPlttf0r74kpQw8C+OI2NGDisNOUcToEK8O9vuG3GcllzOT+xA26FZljEdpBh97yq42e7Is921WHKLp9n6sxorDw/+i/xQ/TA4uJcpiKM5S5X4m/gYVGXaqCEaHXnFQ+iZD0vM1dKlphWdZC04+2ob+l8/Tx1/FuoE2yx/WZ97Na8xPt0h+gZ1fTFEQEAQEAUGgwBLIebmPc2dUrW5sDmnKYh9vZmqmHtsmvcbZZibXK/Rm4IBuVHEfwG8mjrxvb0/Q2fGS8pbUv/C9BlQ3O0687iaenOzOoa4Subf3m8i99r1xUGpO/WfXCWy/DX/T09QZcDy93P9ZlFZDrdCvJo98kZJU0GxPr271+fQij7CDxmiYOhJWvCoN66lShETeBNwgKEwWrWle3LZrQaHPZTlDOXzDBlW3+ViM2cn9Iq2Y4XQSm47KkpPUsIMYa5jiGFacqg3roVoEEt8EcCMoDFmtaXjdtqPF5+chsy73xF9jWsO2LAuujfWGrrhYruJZ540EnBqJqixEHzbJGj/XEZT/8seD1Hn9WbQVQ630qSYvT5GSFdBs34tu9cuk/BKR9bYNce4uKcsZevgGNqpuzLcYw877RWg1w4mTNh1RzvAwbTIyidz/SdFWQ7HSr4a8fBFKVtCkfa9u1E8J0ieB/Ha7WR7nUXUW1e3Cuuf1mXvzOjb15UkMPsnag3eIir6FwwpnHqt8KffulB16mBs2qrjNt2DMzvsUaTUDp5M2dEydUFZySD71gVrvNvb4TbxH+94OKDWvz7PrgbTf5o/p6ToMOP5J7t9x0FgDU8cwildtSD1JIhFwI4gwWS2med3GLi2RPq+VrIzjo/soanXbTEjTxfh4zyRtSTpjM/M6FXoPZEC32pSOyEouZyL3CXeZ16wZC3xrYn3pDktr7c5iWY43bez9mHivPb0dlGhe/xnXA9uzzd+U03UGcFyq3C8kcnwtum0OoeliH7xnaqY+dJ7Ea2cbZl6vQO+BA+hexR2T30xwfN8e+6CzjE+/yWBQ3Yzj8bpseuLKiHSLpMDu92JigoAgIAgIAr8AgZyXeyJxGaZF7x2hqFk4cWFTL1TkIOLSdDrrLeO2bGfW+bphqbCT3+uMwDVGC6szF1mVcqSebJa3WNS1I3OvJKK9/C4eE4uyIbnmPlnuHxyi9Hg1hjpH8lFGgdZ2/rhVnUml/hnkPmM98JeBTHoleRvJmRiKlixB4c/y+YHoiCgSq4zktP8mdN6nPhD4ueY+Ht+VemhbXyCqUn/2Xd+DkQq8SnnjzhliipakRFpjfIiOICqxCiNP+7NJ59PPF9mQexK4PacJLRb5UqJsaSL+TaT7tkCOm0vq9JNebc8av8lpr+RMwfDpS8uXNfcZEj3rbSuxI0PNfbzvSvS0rbkQVYn++66zx0jlq3KSTw/Ufllzn34IaXL/qZZfWrtkmYEKZ0fVofuWl1QZ7Ij39j6pD49CvN9CtBvN5VbFDHL/qeY+3peVetpYX4iiUv99XN9jhApZy6HO4ZK35STL/YNDpRmvNhTnyI/IKLTGzt+NqjMr0T9V7hdU2pHytqUzMUUpWaJwGrMP0UREJVJl5Gn8N+mkP3XPai4nujBMqzc7QtWwcLrApl4qyBHBpemd0Vt2G9nO6/B1s0RhW1Zy+X3q8xDpa+4jL09Du+NyfCsMxyVgM3qf1k+mefap5j5Z7h9wqPR41IY6E/lRBoXWdvi7VWVmpf6ZyP0y6vw5DK3eOwhVs8DpwiZ6STYZpnfWY9ltWTqv88XdUoHtv9dhhGsMWlZnuLiqI5JdJppbi7rSce4VErWXc9djctZeN/oLfCCIKQoCgoAgIAjkfwK5IPeQ+HQfA9sP5dAzUNZoSWOVKPyv3uFlbBHqTT6F9/IOlCCG6ws6o2Nzlaji6nQ16UPzcpHccznAiXsRFKo7EdeLK+lYMvVVmMlyH/wnPR07UnuqF/Fymky9dJf5TwdSMRtynxi8ko71puJdeiBOAQ70KZUaxAQfbFo2xea2EsYHAjjQ2Uly8vjlA7UJ97HXbc1kj0hUBzlyc3t99nSux1Tv0gx0CsAhrTF8bFrS1OY2SsYHCDhglCoV2ZF7SPBdQMvG87n14SOySgbsfnCEgZ+f0M0iv4yv+cuC3JPV2JT+WsIhgfv2urSe7EGk6iAcb+7CIMOp6H+Re+ntxmYth0pD4uNd9Gs7nON/K1BZux99tVWIfXSDc6c9CYpIQl5jEud9VqC5W/Imny8fqE24b49u68l4RKoyyPEm2+vvoXMWcmhfm72f5T74z544dqzNVK945DSTX+c4n6cDK6bK/Q2GeOpQb6o3pQc6EeDQh7S0tKFlUxtuKxlzIOAARqnfgZOzNsu5bFSSp/sG0n7oIZ6hjEbLxqhE+XP1zktii9Rj8ilvlmuHsrJjVnK5M06pz0PUaN2JOsoyJEa/wufqX7yILUPXtZc4NUYTuc/PrNSgdac6KMt8sVnKlqf7gg308NRLqblvYx/Mnz0d6Vh7Kl7xcmhOvcTd+U8ZWDFzuW8p95R9A9szVLLJ0LKxClH+V7nzMpYi9SZzyns5HUpAzPUFdNax4WpUcdS7mtCneTki77lw4MQ9IgrVZaLrRVZ2FO/CzP8fZWIGgoAgIAgIAp8I5IrcJzce/+QUy+YsweHMLZ68hZLVmqBvPo8lU7ug+ukBy6TXXLK3YuKyI/z1TxwfP4KMghJaPaxYsW4WeskXfnrPfYrcn8Xy71k0bmPH/bJDOf5wB51PGmVD7hO4O685zRb6oDLClfubdL84CU3k8Rod6k68gLzeJvx3yzCscga5T36ZiP8qdFpPxTO6OsPWGHLTajk+KiNwvb8J3S+eL0h8vAaduhO5IK/HJn8XRiTX0mSj5j4lQIkBLGnbgFlXEyhrcoDAz18SUsOXFX4Zcz1Lcp/800AWYvNF+Uy6t+Uk+LNKpzVTPaOpPuIkNzfp8aU+/Te5T4H/dbtZGmfqj0J++5hlNZ+dFx7yLiH5SVoZFEqr0fp3C6znWqFfo0hqyVB6uU/+YuG/SofWUz2Jrj6MNYY3sVr+/Rzy3RzH4JqSk/vgs5b8PasxbezuU3bocR7u6MxJo1S5v7gTudGtWOijwgjX+2xKn0is0anLxAvy6G3yx2WEauqpfjZy2WUEqrLxPDm1jDlLHDhz6wlvKUm1JvqYz1vC1C6qfLw7j+bNFmYhl3cjM6zyF/+WhAyyCopUUG9J73ELWTS8haQU61vvuZerxug//Znp1/2z3J+1/JtZjdtgd78sQ48/ZEfnkxh9S+6TS93in3Bq2RyWOJzhlmSToYm+OfOWTKVL2ibD60v2WE1cxpG//iFOssmgpNUDqxXrmKWnmuEfoxMfDoKAICAICAKCQP4mkGtyny0siZE8Dwzi75hClFerTTWlL58AzVZLv+bFuckvN9vOyWhlY5xx/z4k8OG/JCpWpLp6FUqLdMvJSPykbSUS+TyQoL9jKFRejdrVlFJfn/mTDlcMSxAQBAQBQUAQ+I8Efg65/4+DF7cJAoKAICAICAKCgCAgCAgCgkAaASH3IhsEAUFAEBAEBAFBQBAQBASBAkJAyH0BCaSYhiAgCAgCgoAgIAgIAoKAICDkXuSAICAICAKCgCAgCAgCgoAgUEAICLkvIIEU0xAEBAFBQBAQBAQBQUAQEASE3IscEAQEAUFAEBAEBAFBQBAQBAoIASH3BSSQYhqCgCAgCAgCgoAgIAgIAoKAkHuRA4KAICAICAKCgCAgCAgCgkABISDkvoAEUkxDEBAEBAFBQBAQBAQBQUAQEHIvckAQEAQEAUFAEBAEBAFBQBAoIASE3BeQQIppCAKCgCAgCAgCgoAgIAgIAkLuRQ4IAoKAICAICAKCgCAgCAgCBYSAkPsCEkgxDUFAEBAEBAFBQBAQBAQBQUDIvcgBQUAQEAQEAUFAEBAEBAFBoIAQEHJfQAIppiEICAKCgCAgCAgCgoAgIAgIuRc5IAgIAoKAICAICAKCgCAgCBQQAkLuC0ggxTQEAUFAEBAEBAFBQBAQBAQBIfciBwQBQUAQEAQEAUFAEBAEBIECQiDH5d7FxYXY2NgCgkdMQxAQBAQBQSC7BB4/fkxMTAx16tTJ7q3iekHghwncv3+fQoUKoaam9sNtiQYEgf9CoF69emhoaPyXW3PknhyXeyUlJSIiInJkcKIRQUAQEAQEAUFAEBAEBAFBID8RWLJkCdOnT8+zIee43FesWJGZM2cybty4PJuU6FgQEAQEAUEg7wjUr1+f58+fEx4enneDED3/sgTKlStHmTJlCAgI+GUZiInnHYGaNWsyfPjwgif3s2bNEnKfd3klehYEBAFBIE8JJP8knSz34lfcPA3DL9t52bJlU+Q+MDDwl2UgJp53BJLLwYTc5x1/0bMgkOMEkkLdsd8cTvfpRmgUyvHmRYOCQL4gIOQ+X4SpwA5SyH2BDW2+mJiQ+3wRJjFIQSCrBBIJWtaD8QqrcJ1YG7ms3iauEwQKGAEh9wUsoPlsOkLu81nACthwhdwXsIBKn04cHrN0mewaATKyyBVRplbX8SyZq8tTGz2snMNIQgYZ+SKU0ejO9JWz0FGRBWLx222F5cKTPGiPiWsAACAASURBVEoojJJmH+astcVIvTAQR/ARG6yXOXP/3Qc+KtbHbOkGpncqzwfPuehZOROWBDIy8hQpo0H36SuZpaNCcqvEXcHWeAHvxx5mYRfFlCHHuc+km80rTB22Y1FDoqTxV2wxnP4SM6d19CsnK/U+kkLxWDKWOU7BxHwsRCWdqaxd0hc1+U8k4jk/V4+pp94BMiiUrEzz/tOYb9ECJdl4Ls7TZ5JLOB8/XS5TAcM/TjCzRWoD8ReZpz8Jl/DPVyBTwZA/TkwhZkEm7X7wZJ7JWTocXEjHZFTEcXlBP442dWSFfhFifHZgNWYpbs9ikVVuwojVm5jWoXymbJJbkH6PMkHL9bEutpUTY6pCrB+7rSxZePIRCYWV0Owzh7W2RqgXjsNzgTG7KtiydaQWyTNLuLueUSfqsm1Oh88pk3B1MT3HHuWfT1OVUaLHqlPYtEvKNA/iMo21MudmdsPmlSkO2y2QhDSeK7aGTH9phucf/SRxv2KL8YL3jD28EEkqxOE+ewi3e+3BuvnnIKaldabxmEys7ffnGOcxC93JrkQgg6xcEZRrdWX8krnoPrXJNGcTLs5Df5ILaSkgQwXDPzgxswWJwUewsV6G8/13fPioSH2zpWyY3onyHzyZq2eFs2QRIF+kDBrdp7Nylg4pS4s4rtgas+D9WA4v7ELK1OPPM1dvKpJUVaBk5eb0nzYfixZKKbkR67cbK8uFnHyUQGElTfrMWYutkTopKSb+viJQUOU+IWA5+tbF2Hp8GE8WZZbz7Qj1WMLYOU4Ex3ykUCUdpq5dQt+UjTEGnx1WjFnqxrNYWZSbjGD1pml0KHUp05wtFyTpc/MqGSZ3X8ndhC9wy6sx/KAL02s/yGT/gaRQD5aMnYNTcAwfC1VCZ+palvRVS9mLCupfvpH7OHdmdrPhlakD2y1qSA6E4q9gazidl2ZO/NGvnJT9KolHG/rSbeVd0qfCcBysY5g+Vdrnf7n0n1cxPuywGsNSt2fEyirTZMRqNk3rQKlL8zA524GDCztK9ra4yyzod5SmjotRWJTZZ0NO7qdJ31g7+Sdbhdznn1j9wEhj2Kdfnj1Gj3HqW5TEKF/W9OzC+eH3GOnSkJ19gjnSryjE/8PFObr0D13G306/885BH/VZFdl6fhPGNZMI3GNG69Ef2fL0CJ28TdG0TGLluW0M1ChK+LUF6Oh7M+a+G8YevVHZ2YfgI/0oSjz/XJyDbv9Qlv3tRJ9iEHViMK0X3Sex/Cg8TphTQRaid3Wj4ugr1J11Ha9Z6sgRx9lRzTDYV4TZflexriIr9b5YtyGoz6+Du+dUNOSes8ewBZs6XuPShMoSWSaGAz1V2ds3iEOGhYh+cZHVAy24PPgKF8ep4Ni7Ett6PeCoUVEJXxlZChUtRiHJzRDjSO9K2+j14ChplxSiaLEEDmXWrsUNeqo40P/vUwwoltxILMcMlLHXe8357o50UV9A7cNerNVX5d2lyTRp58XkZ1cYU1n6HJNe7szkHk+azClKF0VfotaWwUFfnVkVt3J+kzE1kwLZY9aa0R+38PRIN9z7VsDErQFLr1zAuq48cR5jaLRRG//DJp/zKvaECZXWdCTA2ZSUYcvIUKhIUcL2ZZ4H3f7slUmsd/PWsCKjr9Rl1nUvZqnLQdxZRjUzYF+R2URetwaiODG4NYvuJ1J+lAcnzCsgSzS7utXk3Lgn7NGXoq3fiMfhLMwxZp8+5fcY8dipL0UTo/Bd05Mu54dzb6QLDTPJWV2X3lTa1osHR42QZIkMsoWKUizaFVNNS5JWnmPbQA2Khl9jgY4+3mPu42bsQW+VnfQJPoJkaV1kjm5/Qpf9jZNkETC49SLuJ5ZnlMcJzJMXQcwBeqrupW/QIQwLRfPi4moGWlxm8JXzjCm+D331WVTcep5NxjVJCtyDWevRfNzylCOGyj+wNxTcWwuq3MdfHULhLor4RizD1ySTdb1HiSHq86nj7slUDTme7zGkxaaOXLs0DtndXVBfUJvDXmvRV33HpclNaOc1mWfnyjBGVXrO7lcZndrnKtTi4vgQcwyD8hvoHeqOWXE5ChV+x6Eeme0/3bkxRJ35ddzxnKqB3PM9GLbYRMdrl5hQ+dNGW/DyMN/IffQuulUczZW6s7juNQvJVj2KZgb7KDLbj+vWVaTvV/GxRMd9IOaYAeU39CbU3YzicoX4eKIfqlL30v2ojC6c+nlVmp1d1FlQ+zBea/VRfXeJyU3a4TX5GefKjEbVoT9/nxog+RyKPYaBsj16r09RqG8mnw05uZ92v5HJ2plAfkpXIfcFb0+RMiOJ3O8f9A+u/ZOXSwJXx1djsOJxbHy7sMfkFa4SC+XtgR5UWKPL88s92aSlia99BIf0iqS2+Za9OqWx7+GLhVMLTo0N4aSx5OQdEgnyOM37RvrUcutNpT0mvHJNXZxvD9Cjwhp0n19lXLkw9hu0xWPYNpSnT6XcsYtMVZMjepc+GseVUP+3NpsuzEY9wQ3LvnsJCwqmibs31lUipN4Xe8aMKmPksT9iR9+G5ZH/x5+70ZVpVL3EJztPkfuDpi9xNpHMMeG6FbXMS/HYd1qK3O80fMnpQcWlZ0KKTO7E8OVp0l8i+dIgtd3rtTOR+1B2vmyMhq89kUe6I6EaR/Dla1CvHTVLSGMjw6N5Gpnc05I34ySb5bspR9HS9MU+4hBp4dqLTml7eoRcpOK4hjipNsH3VkMcz05D3Uu63Kuu1+PZn0P4TCPpCQszzYMQLlYYnkmsz1FisAbHldT5t/YmLsxWJ8HNkr57wwgKbkLgFWsI249BWw+GbVNm+tRyHLs4FTW5rMi99HgcMvr+HFPkfv8g/nHtn/LBkXB1PNUGK3J8ni9d9knPWYvzvam005CXpwelcQFeb9Sm+qmxhJw0lpy8J6+CIA9Ov2+Efi03elfag8kr19QveG850KMCa3Sfc3VcOcL2G9DWYxjblKcztdwxLk5VQy5F7g9i+tIZSaomcN2qFualXHGRN0DT156IQ3qpeQNv9+pQ2r4HITcnUOGX2MeyN8lfQu4HZJLze0pjVmUM8vZHsOvbkPLy/+B/N5rKDT6yQkMDX/tIjnRP3dfjgknZgprexDSTnL3YbGqq3K+nTvJxe6wj+sXW0CfSm+HFIenJwm/sP15oTK3CGHl7jtj1pWF5ef7xv0t05UZ83qazF9p8cXV+knt9jeMoqf9L7U0XmK2egJtlX/aGBRHcxJ0r1lWk71epUYh11KfYmj5Eeg9P2R9jDvbK5DPhIs2mpn5eTXJEQ8MX+8gjpKXhZa5Rj6Y3B6CSTbnP0f3US4Op0tZOo+p8sor8kIBC7vNDlH54jDHs61acSXEW9K4lR0KEP2fOyjDFyxUV65IMDtSmVSVZPsa9ITAgEUMHT9Z1vY1pyQnUeeTPbNVPpyuJ+E6pinbEPPq7LKP0hQBsNWX4x3sv+66+Jgk5anYbi45PH4oPDkS7VSVkP8bxJjCAREMHPNf1pGzoZvS6+DHn9mrK2DbH6P0W7ixtQlyy3HuaMuXlJqLWX2DSQ0v6X+uKxuGVlD3tzRSFrVLvk0/6B88V45m8+gi33v1G677jWbZiAm2Sy3hS/r6WcMLXo612jUthm3HsrYjxZQ1ql5VJuVqmmC7LvVaj/+n7TLLcKxpzWaM2kktkKKa7HK/VHTiWQe4/t/uieyZy/4I55ysyUj2QBzbVU39ZSAtu0t/S2NTlQv8SmdwTz9Uhks3y356LKDmhDo/8Z5MWLl+mVNXm3eHHdF7dgrNDz9LtgA6r6xzmdLNNNJdycq/0+zmq1S5H8lTl61txfEdVZillkgfvDvOyk20mse7EqR4aeJpO4eWmKNZfmMRDy/5c66rB4ZVl8bsyhb8369HFbw63V5fBtrkR77fcYWmTuO+f3GcSD2ejRt+dY8y+bhSfFIdF71rIJUTgf+YsMlO8cFWxpmQmOavo1BtF48to1C6bwgWZYuguv4CxS00Glb5AgK0mMv94s3ffVV4ngVzNbozV8aFP8cEEareikuxH4t4EEpBoiIPnOnqWDWWzXhf85txmdRlbmhu9Z8udpTSJzyj3EL5eG7VrUzmQ0I8JdR7hP1v1c94k+k6hqvY7DoduoZV4cPqrXfLXkPvMct6IfzxXMH7yao7cesdvrfsyftkKJjS9i2mJkagHPsCmeoZT85iD9MwkZ3UfmX9T7uPc+n9j/wllk9oVVoyfzOojt3j3W2v6jl/Giglt+LxN//Bn3M/XQP6Se09Mp7xkU9R6Lkx6iGX/a3TVOMzKsqe5MkVB+n6VWlP1tdz3zOQzQZdH5qmfV70XUWKkOoEPbPg6DXtmT+6T/s7h/XQTalekrJ025b76zP75si5tRELuf+bo5NjYkuVeiVX19zNfuzAKxVXQat6EKsVjONirIlv1/mJn52fsG2OOUwsHPBa3o1TiLcZV6o6c20vsG356LDOO84OVsah8gkFOfXmxMYTtHRUIvbQLB+8QAvfNwnfkOzzKmlJxqx5/7ezMs31jMHdqgYPHYtqVSuLRitaoLwqjkXppiHzEzfDe/PlkG60P6qNxcTxejVcyMGIF1k9mcdfKhmjjsSifvkRfx7ZS7ttCs5c+/KNcH3UlWaKfXWLPtIHMSLDnxeE+qaesX8t9ov9c6veIxO/R4hw9uf/crr82BhU20uuVO0NSjsBjONSrLFsNQrD30UQ76iihW1oi8bEkXl73JFxNm2I7pc1xMyozK2dyTyuiJkvKct4O3USl7nK4vbQnLVznGaxsQZW7PtSd2YSzFj5sbujK4HarqGWlxUGPTl+V5Xx1cv+tPKhyF986kzKJdTS79DW4ON6LxisHErHCmiez7mJlE43xWGX8vPuyorU6i8IaIUmFm4T3/pMn21pz8LtlOZmd3Df67hyT5V5pVX32z9emsEJxVLSa06RK8ZTTJuk5m1yZJe3kPomH87Ro+mIjIds7ohB6iV0O3oQE7mOW70jeeZTFtOJW9P7aSedn+xhj7kQLBw8WtytF0qMVtFZfRFgjdUoTyaOb4fT+8wnb2hzLcHKfiP/c+vSI3MbhhN50l3PjpX3Dzw9Jx50fjLJFFe4GL6Rmwa1u+M+74C8j91LWte/WZvj8o0x9dSVko59xac80Bs5IwP7pPC5pahN1NJQtLVO/ESa95LpnOGrNfBlaSXrOppUCST+5T7w1LvP95/ZNhsS8Qbm+Okqy0Ty7tIdpA2eQYP+Cw30y+cX0P0f957kxf8n9RcZ7NWblwAhWWD9h1l0rbKKNGat8Gu++jtL3Kx3JCZi0k3vpe2naYdTbUduprB3F0dAtpKXhdTzD1WgRNByVjb145Z76C3LMIXqV3YrBa2eQUpaT0/vp7ZtDiHkjZe28OEx+Slch9z/PXpCLI8lYlvOpq2S5r5RWlhPpwUjN3ry0C+TEoDL8NakGXR6twu+oUcppcNLz3XSttZDWt/wxOdKYNpencMd1CFVT3D8Mx14qrO76hnNlTb/4WS4Sj5Ga9H5pR+Cxxmxq3p+EXX+xuIE8JIWwRa8xZ8x92RM7EI2LEwha9IDfex0lqWxH1jv3ZHdjS5RdthBtYCrlvrssvN+J3hFbuLumVUqZRYzbYNSXa3Pv7DCUpJ7cv+XCmMYMlXXg8bpGOSj3X7RrX4oZGh14tf4hu/VKQbQ3o2oaInv0Bfbyk6mmE8Lmh4foWQb41xmDSoMp634BlQlmUtkcVLORfo/HC8y3lpDUMK56z6QaXXi0yo+jRsmnu0k8392VWgtbcytwOr79JeK7VVeB0KODaTvClYj2G3h9JH3N/VdyTzw3M82DQKbf6yM91icMcOuhwcUJQSx68Du9jiZRtuN6nHvuprGlMj7bomnaP4Fdfy1Gkgpb0Gt8BnPfPcSafq/m/tty/605ZizL+bwS0v2U/EXOnhhEKSfpZTmJ/gto0OYyU+64MkSyCAhz7IXK6q68OVc2XYlDpMdINHu/xC7wGI03Nad/wi7+WtwAeZII2aJH4zPm+O79yOAvy3LeXmBM46HIOgSysvB0anR5xCq/oxhJFiO7u9ZiYetbBC6oI96KJGX3/JXkPmPOhyy4T8PeEWy5u4ZWko2RwerL0b53igbzq6ETspmHh3oi2YIMqDS4LB5POrG0WlopWVrOnsD46bdP7om/mfn+42+MY5PeRGy5yxrJYHAbrM5y7XucHSbZpQviX36T+wlBi3jwey+OJpWl43pneu5ujKWyC9uiDaTvV0dNSH7a59tlOV/upcY8TT25j1oVw4RqOoRsfsghyQchzgaVGFzWg7/Hu1CvwyvWP9yN5ONzFDUNZTn6YjmBPTN+NiTiN69pju6n/saONJG6ds6Sn9JVyH1B3FW+mlMW5T75EcfzI6nV4wXLg08yUMmPP0y6M/taaeqqy/Pk3lta2J1k/wgtCiUEs2+kMdPPf6RmjeK8DgwivoEl6zbPRftShpr7qPOMrNWDZyMH8tBZheM356OV+mNA+AEDNLd05NHg0yly/3BbXTa3+40tXfy5OzuOWQ0sKWXbil3zS3JMyn2hR+syu4cZe+K0aFQhhqDgQpjucmZWq09V0DEc6FGcgbdqo6kMCXHvUahvxe49E2hSPOarshxQoNXss2wfkPyGgNQHatOVgQAKrZh9dh0yQzNrN4mQoyNoYbiDd5UrIx/ygsJ9HfDaa0o12UiuLtBBx+4lGo1VeHMnkLLjjnG6tyttR5WQPsfzQ6Te476kLYGpZTlR6+sQe+8PTLrP5lrpuqjLP+He2xbYndzPCK0EDiWXrKTIfeHkV1dwZFBjzN6vJPro9+Q+efe+l2keJGSsr0yN9YvlPhjub4/XhIdsq7uZdr9toYv/XWbHzaKBZSl2tN7FqBLHuDlfK1VMwzlgoMmWjp4MdqnN6MB61CqVXAQjR9VBOzgxpeF34yE35vtzzJrcpyyElJx9sTyYQ4UsKfllWU5KCszm7HYj3u4bifH083ysWYPirwMJim+A5brNzNW+lKHmPorzI2vR49lIBj50RuX4TeanLQIMNLfQ8eIw3DTNuFVbE2USiHuvQH2r3eyZ0ITixHLvDxO6z75G6brqyD+5x9sWdpzcPwItUZIjdRf/teQ+47rW5fzsHpjtiUOrUQVigoIpZLoL51mtUIy8ygIdHexeatBY5Q13Assy7pg7S1q60StdzX1qzr5Yjv+ss1TrmvwQr/ST+5QT3Ez3n0KEn59ND7M9xGk1okJMEMGFTNnlPIvP23QB/BzOd3L/cBt1N7fjty1d8L87m7hZDbAsZUvrXfMpcUzKfnXjHOOqyH5H7r/cS/2ZdbYaXZMPo9bXIfLqAnR07Hip0RiVN3cILDuOY+5L6FQqhKMjWmC44x2VK8sT8qIwfR282GtaDgddxfSfDQMmUmvHKunj+8/7aXjmaycf5amQ+3wUrLwaanzEM578I0cFNVVKZXhxelLsa56+eE/palVQyrP3miURHfqEF5FFUa2hguLPUqIQ9y+PH4aSVK4GauU+FfFLopgUHULw02hKVatOhWJZG3DW7okn4tkT/pGrgJpqqRw90f1WHuRVbv4U/SbF8vrpC96XrkaV3F4E8RE8e/IPchXUUM24GH8KGD/PIAqq3GeHcFJ0KE9eRFJUtQYq6TbGJKJDgnkaXYpq1SuQxS0oC11/Y/9Jiib0yQsii6pSQ0UxX9UvZ2HiX12Sb+T+v0wup+5JiiYk+CnRpapRvUKxdDkR9+9jHoYmUa6GGhk+PnOqd/jGfpr52sm57nOzJSH3uUlXtC0ICAKCgCCQJwSE3OcJdtFpKgEh9yIV8pKAkPu8pC/6FgQEAUFAEMgVAkLucwWraDSLBITcZxGUuCxXCAi5zxWsolFBQBAQBASBvCQg5D4v6Yu+hdyLHMhLAkLu85K+6FsQEAQEAUEgVwjUqlWL4OBgrKyscqX9vGg0KiqKV69eUbNmTWRls/asTl6MM7t9BgUFUalSJRQVP70IIbst/HzX29vbIy8vz9ixY3++wf3HEYWHhxMWFkayOBaUv/j4eJ48eULVqlUpXFjKv4qeTyeanH8TJ05k1apVeTYDmY8fP37Myd4rVqzIrFmzGDduXE42K9oSBAQBQUAQyCcEypQpkyIi4k8QEAQEgV+RgJ6eHqdPn86zqQu5zzP0omNBQBAQBAomgYJYljN//nxsbGx4/fo1yWUfBeEvISEBBQUFpkyZwvLlywvClFLmUBDLcgwMDHB2diYxMbHAxMnNzY1kCT506BBGRkYFZl6iLKfAhFJMRBAQBAQBQeATASH3+SMXhNznjzglj1LIff6JlZD7/BMrMVJBQBAQBASBLBIQcp9FUHl8mZD7PA5ANroXcp8NWHl8qZD7PA6A6F4QEAQEAUEg5wkIuc95prnRopD73KCaO20Kuc8drrnRqpD73KAq2hQEBAFBQBDIUwLZlfuEJ67YLdzKpVeF0DK0Zt6wppQmDE/bYUxyCKRU13nsWGVEtdR/iTv8/GLsnppgO0QNOZIIObuEyUtO8bJUayztFmOsXkjK/MM5v9iOpya2DFHL8M99Z4FWtmvuE57gareQrZdeUUjLEOt5w2haGsI8bRk2yYHAUl2Zt2MVRmmTYrHdU0xsh6CWeJeNo21we5OUOjJ5NAevw66PylcjTc8iCxP54pKclft4zs/VY+qpd4AMCiUr07z/NOZbtEBJ9jXbDE15u/QMw57bYDjpFMoWO3AcWy97A87i1dmtuZeaf2Ge2A6bhENgKbrO28Eqo2p8+ofg0zFPCuHsksksOfWSUq0tsVtsjPT0O58W3+ynX/bLcqTmX+ZrivC08VX23choGzfS0k+Twets6aOS8S1RP7amcrbm/hv59+82DE3fsvTMMJ7bGDLplDIWO/Yztt6niGYxsbJ4mZD7LIISlwkCgoAgIAjkHwLZkvukp6zX1efKoIMs137NhoFjCV94m6UR/Sg3qQYuZ0y4Y96OHb0fcM+6FH4OM7CYsIl3lrfxtW2IfMxxjKovovYxJ4yCJtF1Y2u8r0yh2pceEnEPhxkWTNj0Dsvbvtg2zP6HevbkPomn63XRvzKIg8u1eb1hIGPDF3J7aQT9yk2ihssZTO6Y025Hbx7cs6aUnwMzLCaw6Z0lt31taSj7kksHXfGP/Aixd1hndYy254LZ1OnL11VGcC8ji2ymSM7KfQwHeqqyt28QhwwLEf3iIqsHWnB58BUujqvKy7t3SKhVn5czGrKowWVOmZfO5mizfnm25F5q/l2is/1vTKrhwhmTO5i320HvB/ewrvruK+bxx42ovqg2x5yMCJrUlY2tvbkypRrp0y9DfLOfftmUe+n5d6mzPb99taaq8u5e+vHVD73EQVd/JOm3DqtjbTkXvIn06ffjaypn5f4b+WdZhLt3EqhV/yUzGi6iweVT5GL6pbyudPjw4UyfPj3rSZvDV4q35eQwUNGcICAICAK/OoHsyX0E972CUWzTlMpyUZwY3IT9Pa4yzEmFic1fcW+yMnEuvVGcr0OYd202zwiikcoxJocv5Waq3Juor6Wd158MeDSaptNq4HZtOmpf2FWcxwpmBDVC5dhkwpfe/L/IfcR9L4IV29C0shxRJwbTZH8Prg5zQmVic17dm4xynAu9FeejE+ZN7c0zCGqkwrHJ4Sy9aUvad49YvMZqMqTwIfxWtiDdm8DjPFiRkUU2Ey835P6g6UucTYqljCThuhW1zEvx2HcEs39TJ8R2GkET5/FX6e7MOXCcac3/g+VmYY7Zk3sp+ae7ko/mM2j+6h6TleNw6a3IfJ0wbg678RXz+OMmqK9th9efA3g0uinTarhxbbraF3Ifh8eKzOKbhcmkXpK9spwkvs4/XVZ+NGdGxjV1cxg3MhtfrBdjNYdQ+JAfK1ukfw99Tqyp3JB7qfnnlshv6iHYTgti4ry/KN19DgeOTyOX0k/IfdbTWlwpCAgCgoAgkF8IZEvuP08qgUf7zTFYX40N7tN42L0Uu0dGcbZ/ERJujqKMYTl8Hi+kqiy83apH+8d2ErknHLcxTdDf/o7icQm03XabkxbV+bry4S1b9drz2O7/IfdpkUp4tB9zg/VU2+DOtIfdKbV7JFFn+1Mk4SajyhhSzucxCyWTQq/9Y+y+kPukJytp1uQqcx8d5vdS0qOfnkX2MiS35Z7w9WirXePSG1usy1ThjXs0g3c2ZU3bGxztXzx7g83G1dmSe2n5d7wWMyvtZmTUWfoXSeDmqDIYlvPh6cKqKVenYx7uxpgm+mx/V5y4hLZsu30Si+pS6m6kxDcbU8rmyb20/DtOrZmVMl1TX+dfEk9WNqPJ1bk8Ovw70tPvx9ZUbsv9p/zzvKtCmSpvcI8ezM6ma2h74yi5mH5C7rOT2OJaQUAQEAQEgfxBINtynxTB5RX9GeHSkNWOi9GpGI+jniJrjd/iNbQ48V5DKGWhwbPAGZTLIFdcHofm2LIcvzwPrbcH6dtsNx0nwtRJZ4hTaMTcG9exaZB8QvxjIpK9spzkOCURcXkF/Ue40HC1I4t1KhLvqIfiWmPeeg2leLwXQ0pZoPEskBmSSWWQ+0R8p9WkW7wTT1Y3Qe7fLXRTHcmZOAUazb3BXzYNvhbNbKZHbst9ov9c6veIxC940s8t9xnzr7QTeoprMX7rxdDi8XgNKYWFxjMCUwL1pdzX5fo4TcaWPc7leVq8PdiXZrt74tHHkbojM+Tf/13uM+ZfaZy+saa+yr9EX6bV7Ea80xNWN5EDqfn3Y2sqt+X+U/7d81QQcp/NveGry8W/UPujBMX9goAgIAjkbwLZk/t4fFZ0w+yKEXv3jKRuSkVHEg/nVKdpyGFCtzYldFldtG6v482BzimlKV+enCa4mKJm35HbZ4dRPuEqE9THoep5DevKGR/++zERya7cx/usoJvZFYz27mGkZFIkPZxD9aYhHA7dStPQZdTVus26NwfoLJlUerlPesKCum144/CYnE1CRQAAIABJREFUtU2lPSAsyZGf9+T+LRfGNGaorAOP11T5ieVeSv4lPWRO9aaEHA5la9NQltXV4va6NxxICdSXzDU5Y6qGfcfbnB1WnoSrE1Afp4rnNWu+Tr+vf5nJzirPXlkOfJ1/315TGfMv6ckC6rZ5g8PjtWSefj+2pnJX7tPy76G1s5D77CSbtGuF3P8oQXG/ICAICAL5m0C25D7SESNVY04qlKdkSgl2Ibqs8mVPFzdM1I25oFqNyMeVWHLbEytNSY12OqGNv8vKbr1YH1mL6u+DeN32D87+0ZMKGd3+/3pyH4mjkSrGJxUoL5kUhbqswndPF9xM1DG+oEq1yMdUWnIbTytNyVtYMsp97BF6l9+EYYg7gyTfDaT+/VRy36M4A2/VRlMZEuLeo1Dfit17JtCk6POv5d7wJqaFu6F48x2bm+Rs7X22ynKk5p8PqxRGom58AdVqkTyutITbnlakpl+6/Eu6u5JuvdYTWas674Ne0/aPs/zRs0K6B2pTk/arsqvsrPLsyb30/PNZpcDITNZUxvyLPdKb8psMCXEfRObp95PJfSb51yjM+iu5N7xpSuFuitx8t5kcTj9RlpOdxBbXCgKCgCAgCOQPAtmS+29NKSGcp8FhKFZXo0z65/ky3JVAxLOH/Fu4MmoVvmHCP4Avuyf3mXeVQPjTYMIUq6P27Un9wGizdmvOluVkrc//x1XZkvtvDCgh/CnBYYpUVyuT/mHmjPckRPDs4b8UrqxGLqXff665/2p6WV5TuR+pnD25z/3xZrUH8bacrJIS1wkCgoAgIAjkGwI5Jvc/0YxzTu5/nkkJuf95YvG9kWTv5P57rf0c/1/Ife7FQbwKM/fYipYFAUFAEPglCQi5zx9hF3KfP+KUPEoh9/knVuLkPv/ESoxUEBAEBAFBIIsEhNxnEVQeXybkPo8DkI3uhdxnA1YeX1og5V5RUZHffvuNrl275jFe0b0gIAgIAoJAXhDYvHkz8fHxjBs3Li+6z5U+z5w5w4MHDxg6dCjJn3MF4S8xMZENGzZQvXp1evToURCmlDKHdevWIS8vj6WlZYGZ0759+wgLCytQa8rf359z587Rpk0bGjduXGBilZx/EydOZNWqVXk2pxwvy5GVleXjx495NiHRsSAgCAgCgoAgIAgIAoKAIJBXBPT09Dh9+nRedU+Oy714FWaexVJ0LAgIAoLAT0FAlOX8FGH47iBEWc53Ef00F4iynJ8mFN8dSIEsyxFy/924iwsEAUFAECjQBITc54/wCrnPH3FKHqWQ+/wTKyH3+SdWYqSCgCAgCAgCWSQg5D6LoPL4MiH3eRyAbHQv5D4bsPL4UiH3eRwA0b0gIAgIAoJAzhMQcp/zTHOjRSH3uUE1d9oUcp87XHOj1YIv93HnmGdgh3c8yMrKU6S0Gl3HzWN0Mz8WG9lyMeYjMjKyyBUpTbW25sycrEtlOSDKl30L5rH5bCBhsuWp3200c2f0RTP5Hx6MDeTIkgVsPOXDq7jiVG9tyoyFY2hb7gMXFhphezGGjzIyyMoVoXS1tpjPnIxuSqOQ4LMBC+sTKPSzZ7OFJin/NcadeUbLuZKkxbBtqzCqFI3bvIGsuvIBTfPNrDGpnHwnPhsssD6hQD/7zVhoStpLfH4G2+nLcL4bSqJyHbpPtGNunxoU+pwtcZybZ4CdBADyRUqj1nUc80Y3w2/xN8aa6fzjuLDQmCWXYvj0yLJs6a6c2dOY+X2Xcjku7UFmGcWOzDk4g1ah0scY7zodg/WFmXbchs4fMuMt6W/pQx2WbB5Dw8LxXF0xCLuYURyf2zFTpvHeSxmw5F8G7bbj9zJp/wZ8nMd8+i69TNowZVDsOIeD1lXxsJ3OMue7hCYqU6f7ROzm9qFGGsjcWH+iTUFAEMglAkLucwlsDjcr5D6HgeZic0LucxFuDjdd8OU+Zg+/lx6Mv/5UBtT7wP2T23F61YPDd3uwv5YZvjqTMalfmA+vLrBrlw8tdwZztP87thu0xPKaBsMmD6SRzG12L9/Os677ub6zHVeGt8DEVYUhk4fSovA9dtlt5H6rrdw5YsTFfuUx89Vhskl9Cn94xYVdu/BpuZPgowMpQxye4+vQed1D0JyK191ltEyWx8hd9Co3jFMJivTa9Zij/W4yqlZ3tr2Cpgt9uDpDE+I8GV+nM5Jbvbi7rCWFeMvhAbUw9+vG3HFtif9zBYvOVGGFjxtjqn0S2hj2/F6awf76TB1Qjw/3T7Ld6RU9Dt+lx/5a0sd6uA3HM5v/bn3OG1Vg8L3kOdZL+RIho9iI+WOi6FNmKP7dpmBST2LEMkXrYTRFBz8z6WMc4NYV5bHFcQizJ35gJrxT+zM9Jkf75Vdwn1SdU0OqYhq5msgjAyATprHHBqLa/xXzH55lnGqa3Mfs7UOZof50m2KCZJgyFK1nxPCPi6ht7ke3ueNoG/8nKxadocoKH9zGVCPt7hxefaI5QUAQyDUCQu5zDW2ONizkPkdx5mpjQu5zFW+ONv6LyL0Fsev/xm1EGd7uNUB16Etm3RjPzbbmRK9+xZnhZUh8tZWemmN4O+c+53seQrvBCn7bHsjhgeWQJYmXm/TRnPSBxed/50SnuRRZc58Tw1Qk/+/8XtyiGtG7uxpu/cozJHo1r84Mp0ziK7b21GTM2zncvzgVtfcnMdc0IVCvH2/3eNDq+H22disukfsK03isJk948834jbqCts5xZMo9pqj5XylyH3XSHE2TQPT6vWWPRyuO399Kt+L/4tBHjdGP+mC3aAw9G8rhc+kJFTr9TvOK6eXeInY9f7uNoMzbvRioDuXlrBtY3Wwrday+Wz4wqLH0+S8JdKbMRBWGhttwZ29/SiGDfImylJM9SJ8yFrxbfJe9/UtJ5L5IKcorvWdvJmOs5SyR+13XW7Ch5bf7G+yagEzxjqy9fhiVBTXS5D5KOtNvyr3FOxbf3YtkmDIUKVWeJCdD1EY/oo/dIsb0bIiczyWeVOjE780rCrnP0S1HNCYI/H8ICLn//3D+0V6E3P8owf/f/ULu/3+sf7SnX0TuzbjWoBetVWMI9j5PQEVrPC/WY0XlAZxILEFRhSTi38dTvJ4FW5z/oIffKNR+v475tZssaCifwjj+0kTqdDlF99W6uE48Sx/POyxrGsT2CQs5808SKDRm9NYJhJiVZ8CJREoUVSAp/j3xxethscWZPwwrE36gHxoj3rLw3mrCjZuwquoughxNUE6R+9mUGNwUN4/qrBt6k5EuWhhH7eGecbLcl+NAPw1GvF3IvdXhGDdZRdVdQTiaKBPru4MxFrPZfyOE+CIqNBuwiO3rh1KnyKfUkJzcm11rQK/WqsQEe3M+oCLWnhept6Ky1LGuKr6QWpnMv5fHNZqurozpkajUshwF6s7w5t7sQPqUMeN4bFpZTqGuG3l+ehQl/aWPsdLuLilyv/1wBeYaS+ct6a8K4xlNXz97jtfZwMLiM5gYJTm5/zcTpsW+dXJvdpy0YRai68bnnB7yD7vGWDB7/w1C4oug0mwAi7avZ2gayB9da+J+QUAQ+D8SEHL/f4T9A10Juf8BeP/nW4Xc/5+B/0B3v4jcD8ankyUGdRVRrNgA/UHGtCjhiGH5wbwYuZexxbYwbc1LdLecYptJdRKvWtOw/QHaOj9gi57EkiMP96f6wGDGO/2Oa9+1qB98xJ5eoRyz24znVWf+cK/JppDDFLMoz+AXI9k7thhbpq3hpe4WTm0zobrMS7Z018Tyuhrdumjw4d4Zzj5vyR/+pxlV2iFF7stvmMijcVsIrxZCov46ermP4my/v7hsdpHumpZcV+tGF40P3Dtzluct/8Df1ZB3F68RUa0LDRR8OX90FVOnnUJr6yOODlJOTYvUshyfTlga1EVRsSIN9Adh3KIEjobSx6p6I/P5W932QG1upayf3JeK5v4F6WPcHmOUIvc73DVYriudt6Q/VSYUd+BuP1faGLoi+1skoQ03E3m4faZMh9w0y7ws56uT+7IkPL7ItYhqdGmggO/5o6yaOo1TWlt5dHQQn0j+wDoTtwoCgsD/mYCQ+/8z8P/YnZD7/wguD24Tcp8H0P9jl7+I3KeV5XzmFHMAw/JDJGU5FomcGN6SvkeqsvSKOxOrX2Fyoy7sUJrAru2TaZHoyeLBw9guMwlvbyPcO7dgcewQtmyfScdSTzhtY86wAzU+y72kLMeCxBPDadn3CFWXXuFMT1e61FvAu26mtFWRhaQXeDq4oTjnNt5jrtGnwmwqHj6Kyuy2LLhXnuHOR1GZ0wG3fjfYqzCKegve0c20LZJbPXFwU2TOjTVEmrZj2292uOwcQsX7y+nXfR3l1j3ipHm5dHL/uSwnDQAHDD+VEKUfq7vlG6ZlNv+r1gSYVGBo9Cpenh5Omc8/EOxNKct5Y+3G6p6p/yy6XAkqa0SytmUbqWN0+NBfUnMfOoU7bTLhndJfRSYU38OznS04MagpA/a/oojBXt4ufUWHTJie01hMFZMHjDixHsMyMoAcJarUofKfxpSxeIO122rShqlCrEM3Omz7DTuXnQypeJ/l/bqzrtw6Hp005xPJ/7jGxG2CgCCQBwSE3OcB9P/QpZD7/wAtj24Rcp9H4P9Dt0LuU2vuk16fYHjzvhxTX8ONU5aUv72eEUPncsQvnA8oULaRKUt3b8S8bhHigw4w0cKanZdf8v4jFCnfEH3LxdjPbo+X0Rc190mvOTG8OX2P1WSq6WuWH67LwYC9GJROjlQYjiYaDPQx59Kl2iyuPJuKR/0wPlEfvf1N2PlgLg90W+NmsB/dI0ZsrnOQgL0GSG51xERjID7mnrh1cGaA+Wq8Q+KTn2Clsu48DjpOo1WJz9adUpbzbbkfTpnPY1VnzY1TDAzfmMn8kzjQNzO5T1+Wg4I2KwLPMTBgDn2ljFFzv6Qsx+GtM739M+Od3F+q3O/+nULPdmHYbBjubXfiXXcVzTbXkcr07PyX9Om/j7CkTxwK0X71A1zKTqBcurIcUNBewf2DWmw1Nme1dwjxyQ/ZVtZl3kFHpqWB/A/LS9wiCAgCeUVAyH1ekc9ev0Lus8crL68Wcp+X9LPXd8GX++zxyHB1HOHPnvOvTFmqVC79xeslky9LJOb1/9g797icz/6BvzvIofZESdQc0hTxODYeNsYmEnoi684comyxmFaE4WEih1Bzmskcak5FaBmmRTRmT5ZDY5FDhkdYBx2o3e5+r7ty2upZPb+ubuX6/sn1va7r8/58r+/97ro/9/d7g//k1qVJs0bU0+QjVZRZ3EpNI9/AnOam+pX4A9D/Fn8FwZZrjpU4XgWnV9xcSdatVNLyDTBvboq+JnP6P81fniQJSAKPCUi5rx7XgpT76pEn9Syl3FefXEm5rz65kjOVBCQBSUASKCcBKfflBKXhZlLuNZyACgwv5b4CsDTcVMq9hhMgh5cEJAFJQBKofAJS7iufqYgepdyLoCqmTyn3YriK6FXKvQiqsk9JQBKQBCQBjRKQcq9R/OUeXMp9uVFpvKGUe42noNwTqJFyr6+vj7m5OXZ2duUGIRtKApKAJCAJ1BwCISEh/P7773z44Yc1Jqhvv/2WlJQU3NzcUH/O1YRDpVKxdu1amjdvzsCBA2tCSEUxrFmzBh0dHTw9PWtMTNu2bSMjI6NGrakLFy5w+PBhunfvTqdOnWpMrtTXn7e3N0FBQRqLSauwsPDpm48qYRra2tpUcpeVMCvZhSQgCUgCkoAkIAlIApKAJCCewIABA/jmm2/ED1TGCJUu940bN2bmzJlMmjRJY0HJgSUBSUASkAQ0R0CW5WiOfUVGlmU5FaGl2bayLEez/Csyeo0sy5FyX5FLQLaVBCQBSaDmEZByXz1yKuW+euRJPUsp99UnV1Luq0+u5EwlAUlAEpAEyklAyn05QWm4mZR7DSegAsNLua8ALA03lXKv4QTI4SUBSUASkAQqn4CU+8pnKqJHKfciqIrpU8q9GK4ien055D7vLBu8vVh88DoPtY3o8kEQa6f1ppE2PPx5M94T/Pn6ipLaDVozZPYKAlysqJ1/iE8GfMqtEaF86dESHTX9ghMEOE/n5uidBJmuwsEnmownPwXWwtR5NVG+D5ln783edBVoaaFbxxjrgdNZNtOOJtqQd3YD3l6LOXj9IdpGXfggaC3TehtxMdABv3ohRHk1V0+Kzd4T8P/6CsraDWg9ZDYrAlywql1yCah+ZcdHk0gc8CWLBhoX/eOjq6F8OOM/uG+YRrd6xe3y4+ah2GRKQIgnNrrqF7CeYdX4KNqtnoZ2gAM+0Rk8nb4pzquj+KSbLvkpu/jUbwl7L9zn90ID2o9ezJrpb/93XuoBy+BsdDEQB796hOzxorn2Q37e7M0E/6+5oqxNg9ZDmL0iABd1cKo0YhdOZPbOFPIK9TCzm8qKhcOwVM+96FDyy2NO464xT7EJ04AQPIuD48yq8UTZ+GK8yollZ5TPrBddLN8PY9qDT5hWSsy+D+dh772X4pTpUsfYmoHTlzHTzohj8xRsMg0gxNOGYoSrGB/VjvWze5dAPkGAYh4PJkbg39egZMw8zm7wxmvxQa4/1MaoywcErZ1Gb6OLBDr4US9kD17Ntf/LtRdXemztVjO7t/oiyOdEgIJ5DyYS4d+XolHzDzFrTCKOYX50fcyr4ChzHHyIfnqRomXqzOqoT3j9t1gWTpzNzpQ8CvXMsJu6goXDLItilIckUBMIVI3cZ3B4wSJSXQMYY1n0KSH0mDt3Lp9++il3796lYcOGAsZKJy5gHD6hyRj2m8OG5S60EHxTqDK5zzjMgkWpuAaMoQpSVZQfY2NjkpOTBeQJ0uMCGOcTSrJhP+ZsWI6L6ERVRVlOehwB43wITTak35wNLHdpIfwz6eDBg9jb27Njxw5cXFwE5Krq15Q6iJov96qbbOxrxbw2EcSvcMD8/jF8u/Qi3vc63zsfZpDVTBqHHGat4jVUyWGM7vEhhetS2WUfxYDGH3Ki3Ux+jJ+JlQ7kx4zn9aFbqDPrZ460+Aiz9Y5cinShbtHloIW2Xl3qKcNxbLKRISm7eLcuFNw5yuz+w0lb8h/Cu+6gr9U82kTEs8LBnPvHfOnSKx7f63F0mV2XvgZJ5KwwJtTBipmNQzi8VsFrqmTCRvfgw8J1pO5yxqjk0suJm0Sn0TkEn97IQMNrfGH/NlGuh/navTnajxVzxzBMXQ/SYfEJjvi1Qzc/Fq9On9MzYTPa75mx3vESkS7Fs0dLG7269dDL+poRrSegWvYd60daUzfjJPPsHPje6wL7Bxwom9eQB2Vyjusym7p9DUjKXIHxVgesZjYm5PBaFK+pSA4bTY8PC1mXuouB/x6D1dy2HIqbirXOr4Q5d2Ntn5Mcm9y0JKYCfhhTu5jTkiSGmbpysMNiThzxo51uPrFenfi8ZwJbnArJ/z2P3UMbscYpjUOj9dHRKyRa8WqpMSvDHWmycQgpu96lLgXcOTqb/sPTWPKfUApGm+J6sAOLTxzBr50u+bFedPq8J+cjXIuw5US50WP+BR41Gk9slDum2ipubuyL1bw2RMSvwMH8Psd8u9Ar3pfrcV2YXbcvBkmZrDDeikNZ196AQ2XGFuFaTz0obj3mc+FRI8bHRuFuqg25mxjw2ndMuhaGw+M/AvPCcTJbj+OlSJ6mWY+69VQcGmPF3LaHiJtqjc6vYTh3W0ufk8eY3PTx1SPgHie7lASqkIBwuc88R+gMDyavvc+ExCQCOgq2YEC03OdEOmLi05LoA66cdu/FBqdLnPN7+pkiIn1VIfeZ50KZ4TGZtfcnkJgUQBWkSqzc50TiaOJDy+gDuJ52p9cGJy6d86O54Nu32J37HCIdTfBpGc0B19O499qA06Vz+AkOSrTca2JNvRRyr7oyB2vrJIKzdzGwTvGtKT/lOCdpS7Nt3WidFEzmDntK/ousr+yoHzyI23GGjLXeQwOr32iz9gizrJQcnDCMr9IvktLlEN+p5X6jMzf3j+K5pw3nbcfRLAzXW/t4r2gHPYttg0z5rH8qW++9iXVSMNm7BpaMl0/K8ZPw939wb1KxtN6fEolN6ySCM3dg/3RS2NUPZtDtBCabPr69ZnNkYifG5AWxp9sqXA6M5PCuUZg/s7jzdrjQcac5XZJO0TE8hmlW8c/J/Ubnm+wf9fyzku9+3hOLbyZy+2tF8Y6w+luBi7Hsf9ABm6g3sCmD163wdHqVyvnv/OPeJGqr5T59CpHtW5MUnMmOp8HxlV19ggfdJt56Ks28dAnetYhhHRuhe+c8Z3Kb0snilZKZPC/3Lh13Yt4liVMdw4mZZkV8idwXCTAPCXeox2dDsvn+fXWMeYQ7mVFazHnbHTELc+XWvvcoTtk2Bpl+Rv9fY2nk1ZGd5l1IOtWR8JhpWMU/K/fpbB36JrHj1mM0fSomu48y1SKVOdbWJAVns+vpBUdxmu8xqbZa7tOZEtm+7GvvaGMm/ZfY0rcO5c3Ycaw3ms5Uk90cnWqJTplyvxHnm/t5Ps0POTC6GV66wexaNIyOjXS5c/4MuU078QS1iE9x2ackUIUERMt9fuxSZlzsRJPdvmQsTqgBcp9PjMKQj7ve4pyvEfnRThjMtSM9wYvHd2AR6RMv9/nELp3BxU5N2O2bweKE6i/3+TEKDD/uyq1zvhjlR+NkMBe79AS8RCZK9M59fgwKw4/peuscvkb5RDsZMNcunQTBQYmVe82sqZdC7vNjhvOKpxXJlz7F4rm/avM5OPxvTG57hfOzzJ/sdj9KmkLznveJuNID/7/HMWLKTdbmrOKIz2UmDD9JP+sIljXcXyT3BorjWLdpiFbRznc9+gfGE9R7D4P13Uju2R0z7ULy7yXzyyNnQuOWUneyIZ5WyVz61OLJeMU3y6fS+tvg+fxtcluunJ/1VNQfJTGleU/uR6Sxrrve0/tr9hEmdujL6oIhbP/3DhTqup9nDrXcd4oZS8yAbdgFtSVi/+us7fp4594AxXFr2jQsmj1a9foTGB+Ikc+rjKp/hF8CWqN153u+2vIDd1Wg89o7WG3vhk8ZvLZszcZuYmmcoeCHMcVynzaY+UaTaXvlPLOe/BXyiKQpzel5P4KMtZbELf0I36BdnLr/Kj2GfcSSpZN5w+RxXH+Q+04xjI0ZwDa7INpG7Of1tV2Ldu7LlvvSYg6i957B6Lsl07O7GdqF+dxL/oVHzqHErXyHw66diBkbw4BtdgS1jWD/62vpWrJzr/rPF9j3/ZnZiUEYB3TF5cE6Ts/LYNQrnlglX+LT5y84NQjGFMl9GoPnG5V97V19h6BuZcTmksUX9n35eXYiQcYBdHV5wLrTi+mSX8bOvYGC49ZtKE6zFvX6BxIf5IDenTiWfuRL0K5T3H+1B8M+WsLSyW/wBLWIT3HZpyRQhQREy31xKFmE2L/F1UU1Qe5zCettyGbPHGKG10GZMB5jZxPOXvUXuiMsXu5LLrqsEOzfusqiGiD3uWG9MdzsSU7McOooExhv7IzJ2av4C97lFrpznxtGb8PNeObEMLyOkoTxxjibnCXVv7nQu4ZYudfMmnop5P5Rkg9Ne+YQmbaOf5R4sermj8RltMDgi78zWOcgN4M7FtfUq3f1D7th5NGMM2cs+ajNUT6K78yykZks9bvGzDPefJqrYKJRsdyXuXPfOAT7nzbyzvUteLnvpFtoLAt6GZDk05SeOZGkrfsHxVNRcfPHODIsu5PjW1yWkzV2LWYDdTh4M5iOTyeFm5EHzc6k4P/aswKv4sqCrvS7u4pfgv/xp9q0Yrn34OwXHdnn1ovlrbyx2R7L2yVlOX/exVZxeY4Ntjc+5/aXfaiVdoxNod9zO3kLM5PeJ+71BbiUweunPbn0eas0zpZ0z/EtLsv5bSxrmw1E5+BNgp8Gx2E3IzyaJfLTmDzuGLXHqoE2udePETZtJDOUwdyIGFLy7cif5d7j7Bd03OdGr+Wt8LbZTuzb/03uy965bxxiz08b3+H6Fi/cd3YjNHYBvQzz2OHSiRiPs3zRcR9uvZbTytuG7bFvcz7ChStLe2A1P51OVvUh+woJGU58e9mb/a16khOZxrqnFxw/xmVg2T0H36KynN8Yu7YZA8u69s6245MuMZQW246ua+hhNZ/0TlbUJ5srCRk4fXuN9T22l1GWU8rOvSqTy2fvYNTeigbauVw/Fsa0kTNQBt8gYkjNeOul0E8D2Xm1ICDlvqJpeki4vQErFFnEj9WnIH4Mhh7WXE+egUlFu6pAeyn3FYBV0vRhuD0GKxRkxY9FvyCeMYYeWF9PZobIRIneuX8Yjr3BChRZ8YzVLyB+jCEe1tdJFhyUWLnXzJp6KeSegn8zuYUdt7+4zI7B6h+f/sbeoWa4NYzlxge7aN33Cst/jsRFvZOs+pXN/Vrh3+MUydP+zWDro0y+OJ9L/3QkUtWQPqv2MnhzZyb8ldw/U5aTHetJa6ebLEqOQnHjY1rY3eaLyzsonspehpq50TD2Bu4hrxTXki9/gE/LvlxZ/jORLupvFFT8urkfrfx7cCp5Hm2f+82WimsL/4HdvVVcWNa1bLkP6U+ttEjc3vyAfZlvsSY1rKjmvrQSlUfn59HhjeNMOb2PMc2LB0tX16QH9ePWyit0KIvXrDx8yuLsHsIrRTX3y3ng15K+V5bzc6RL0TcTql8306+VPz1OnUcR3gWnzHWc+ax7UXlM3kE3rAJ7ci5mHA2KZlKa3IfQv1YakW5v8sG+TN5ak8qu/1dZTjaxnq1xurmI5Chnjqp37j3OEtK/FmmRbrz5wT4y31rD3fC/M8d2OMpNP7Gggy6obrPOvjMH3H9ixonO2N3+gss7BlOc5qGYuTUk9oY7Ia8U19wvf+BHy7JYTk9ieCe13P8xtivMu9CL4cpN/LSgA7qouL3Ons4H3EkKe8iIUmvuS5H7Rz8zp6MTmevO8Fn3ItIcdLMisOc5YsYVk5aHJFDdCUi5r2gGVVyebYHt7QjQLzkIAAAgAElEQVTSQmxJW9IOm8SV3Nv2Do9/xlPRHsvTXsp9eSg930Z1eTYWtreJSAvBNm0J7WwSWXlvG++ITJRouVddZraFLbcj0gixTWNJOxsSV95jm+CgxMq9ZtbUyyH3QPYP87CzW8RN6840uXea5IaT2H1oIW83eMi51a4MnHWS+u2s0L12jqxui/h66wfY/L4JB7XcX15Puy968eq6vpw/M4v8mR2eyP1zZTlAre6ziFmpjcdzNfc5HPZsxaAbgaR8/U9S59tht+gm1p2bcO90Mg0n7ebQwjdJfvxD0VVteXhuNa4DZ3GyfjusdK9xLqsbi77eygc2z5TklOz8l1fua6MibdcoOo9+wLK7X6H93vMlKlCL7rNi+PK9BqRs8UQx/TCFr7VE/24yFws6MGHlF/yrvzE/l8VLr2zObyaXlOVkrqKt8hyrXQcy62R92lnpcu1cFt0Wfc3WD2zQyzjMrEGjCcu3oZNpHhdT9BixaS8zuz+u/i9D7osetLOLUZ1H82DZXSLLlPvSY16p7fF8zX3OYTxbDeJG4FlGRjkQWyT3xU/z2TWqM6MfLCNr2r9pO/4VdifMxabkD66MbUNpva4PaVGvM8/OjkU3renc5B6nkxsyafchFr6ZXFKWk8mqtsqyrz3lDlwey/2zsS35Bot53ryyO4G5TwdlaOt19IkbRXSbiST/vRWG6hIcneaMWj2c+Dfee6Ysp+giZVbMlwxImsWg0WHk23TCNO8iKXoj2LR3Jk9QV/zzRp4hCbxQBKTcVzwdqrRwXK0UHDFvQfZVMxYmxuHdWuwPhaXcVzxP6s+icFcrFEfMaZF9FbOFicR5txb+ZBmhZTlqRwl3xUpxBPMW2Vw1W0hinDeCLz/Eyr1aG6p+Tb00cl/swbncTkkl17AFFqb1nq95L8jk+rU76JhaYm4o/nFmqtzbpKTmYtjCAtN6Zf28vYDM69e4o2OKpbnhk7Kh/+E28L+donrI3dQbPKjfgmYN/nBz/2+8/hvnZ2ZSkHmda3d0MLU053nkKnLTrnEjuy7mLZtgIPjX//8bnPKcpSL3dgqpuYa0sDCl7DRX7bX33MxVuaRdu0F2XXNaNjH4w+9AyhOjbCMJvLgEqkbuqzZ+0U/LKYpGmUFqSjoGFpYYC94JLhpOqaRWrVpMmTKFwMDAqgUqcDTRj8JUP/45IzWFdAMLLKsiUaJ37ktyocxIJSXdAAtLY6HfGD1OvWi518SaernkXuAill1LApKAJCAJvFgEpNy/WPkoazZS7qtHntSzFLtzrxkOVSL3Ggit5j/nXgNQ5ZCSgCQgCUgCmiUg5V6z/Ms7upT78pLSfDsp95rPQXlnIOW+vKRkO0lAEpAEJIFqQ0DKffVIlZT76pEnuXNfffKknmmNlHt9fX2aNGmCnZ1d9cqGnK0kIAlIApJApRD48ssv+f333xk/fnyl9PcidHLo0CEuX77MyJEjMTB4/KCBF2Fm//scHj16REhICM2aNcPBweF/7+gFO3Pt2rXo6Ojw/vvvv2Az+9+ns337djIzM2vUmvrll184cuQI//jHP+jYseP/DucFO1N9/Xl7exMUFKSxmWkVFhYWVubo2traVHKXlTk92ZckIAlIApKAJCAJSAKSgCQgjMCAAQP45ptvhPX/Vx1Xutw3btyYmTNnMmnSpL8aW/6/JCAJSAKSQA0kIMtyqkdSZVlO9ciTepay5r765KpGluVIua8+F6CcqSQgCUgCIghIuRdBtfL7lHJf+UxF9SjlXhTZyu9Xyn3lM5U9SgKSgCQgCWiYgJR7DSegnMNLuS8nqBegmZT7FyAJ5ZyClPtygpLNJAFJQBKQBKoPASn31SNXUu6rR57Us5RyX31yVfPlvuAw/7Kfyjf3Aa1a/K1pV4ZPm4tHtwYoj87BwSeajCc/59XC1Hk1Ub4PmWfvzd50FWhpoVvHGOuB01k20w7j+DLO+aQbBWc34O21mIPXH6Jt1IUPgtYyrXcjlMcDGH2wB6Gf9kZPfW0U/MCikV/TKWwB/Ws/5OfN3kzw/5oryto0aD2E2SsCcLGqglcDVp/rVM5UEpAEJIEKERAt94/Ob8Y34ABpjwDdpjjOXchwS7FvOBf/htp04gLG4ROajGG/OWxY7kKLP7ygvEJJKEdj8XL/iPObfQk4kEZxqhyZu3A4glOF2DfUKrm2bxH+Ice4pWeDs98cxtnWLwft/18T4XKfHkfAOB9Ckw3pN2cDy11aIPjyQ/hLrJTX2LfIn5Bjt9CzccZvzjiqIFU181GYz9Xc521jsPlXDLu4A2e9XG4cDWKkx3HcThzG45QzZusduRTpQt2ia14Lbb261FOG49hkI0NSdvFuXSi4c5TZ/YeTtuQ/hP7+Xqnn1Lm7mb5W82gTEc8KB3PuH/OlS694fK+fYOyp93htkyOX9ryHvnqY/K8Z0XQ1fa9+w4BdDljNbEzI4bUoXlORHDaaHh8Wsi51F85G/7+FKM+WBCQBSeBlJSBa7u+s6Ilt7CDmOJqgpdOA9g7/xNZEWyhu0XKfE+mIiU9Log+4ctq9FxucLnHOrzkioxIv93dY0dOW2EFzcDTRQqdBexz+aYvgVAmVe1XqKvo7nGDU9kB63l3DyIkZ+Ceu5m3Be4Ji5T6HSEcTfFpGc8D1NO69NuB06Rx+zUVefQiWexWpq/rjcGIU2wN7cnfNSCZm+JO4+m0Ep+plkfvtjLi5F9d66vuukh+9W+FuuJ8f207HbKMzN/ePKpbux0fedhzNwnC9tY/3is7JYtsgUz7r/yuxpu+Xco6KK3OssU4KJnvXQOoU9ZNPyvGT8PdemH3nWrrcX17LjddbkxScyQ774rPUY31lV5/gQbdJmGwq9INCdi4JSAKSQE0lIFbuCzjk8XeCX/PH2USFdb+hvNGs6HtZoYdYuc8nRmHIx11vcc7XiPxoJwzm2pGe4MUrAqMSLvcFh/D4ezCv+TtjorKm39A3qIJUiZX7zAvEpxjwhm1TdHKicOuylUGJ23m3yFfEHULlPj8GheHHdL11Dl+jfKKdDJhrl06Cl8irT7zcZ16IJ8XgDWyb6pAT5UaXrYNI3P4uglP1Mso9ZKzqieXJmdwYvBYDxXGs2zRES70etOrRPzCeoN57GKzvRnLP7phpF5J/L5lfHjkTGreSd44MLeWc7xgYZoKnVTKXPrX40y5H3h5XTF3jadm6ZJzCTC6etWL1b75822Qyba+cZ5b5479OH5E0pTk970eQsa67uFUqe5YEJAFJoAYTECr3qlss62ZOcCNv3DveZffGy4w4GM+0v1fnspxcwnobstkzh5jhdVAmjMfY2YSzV/0RuXkqWu5Vt5bRzTyYRt7udLy7m42XR3AwfhqCUyVU7p8sW+UVtroPZVWLNRya1+P5TUoBa1uo3OeG0dtwM545MQyvoyRhvDHOJmdJ9W8uIJKnXQovyykZSnllK+5DV9FizSHm9XhuO1lIfDW/5r6oLOfZnftHnP9XewZlbySpe0DZO/eNQ7D/aSPvXN+Cl/tOuoXGsqCXIXnhTqWc84gkn6b0zIkkbd0/iuvqUXHzxzgyLN+i5bEyynJSFvBTq4HoHLxJcMfHHwr5HHYzwqPZGa74vyYk6bJTSUASkARqOgGhcq+GV1CAUk8PXR5x9pO2uGpHcn6+jVCsYnfuHxJub8AKRRbxY/UpiB+DoYc115NnYCIwKtFyX5wqJXp6uvDoLJ+0dUU78hzzbcT+ISa25h5UmcdZOvwDojsGEb7AjsZiq1eKrgChcv8wHHuDFSiy4hmrX0D8GEM8rK+TPEPk1Sd6577YBTOPL2X4B9F0DApngV1joWVuj5fqyyf3WUfw6jwW7dBkFt90KVdZTnasJ62dbrIoOQrnY0NLPafg35NpYXebLy7vYLAx8Ntehpq50TD2DsF3R5dRcx/F32e3pO+V5fwc6YJ6817162b6tfKnx6lk5rUVe/MReL+WXUsCkoAkoFECQuVeeYqFzp/T/It1vNf4AQfHWuPf6UfiPzITGrNYuVdxebYFtrcjSAuxJW1JO2wSV3Jv2ztC64NFy73y1EKcP2/OF+veo/GDg4y19qfTj0f5yEysDQuV+4KzLB0wmhMuXxHm2U54icfji1qo3KsuM9vCltsRaYTYprGknQ2JK++x7R2x1emid+4Lzi5lwOgTuHwVhmc70cU4T28/L4XcD9Ifyak2rTFCSf6DWrT33kzY5C5ohTs9X2ID1Oo+i5iV2ng8V3Ofw2HPVgy6EcjZUTtpNfyZUp7H53w5mMvz7LBbdBPrzk24dzqZhpN2c2jh29TeU0bN/dUDjNU5x2rXgcw6WZ92VrpcO5dFt0Vfs/UDm5JvAIR+VsjOJQFJQBKokQSEyj0FnAkaiNOaPKzM7nI+fzjbDn3Km2LLgxEr96BKC8fVSsER8xZkXzVjYWIc3q3FPq9EtNxTcIaggU6sybPC7O558odv49Cnbwr9HYF6QYmU++xwF8wVX1Or0d+Knyaj15flSVsYYSh2KQuVe1SkhbtipTiCeYtsrpotJDHOG8GXn+Af1GYT7mKO4utaNPpb8TrS67ucpC0jEJyql6DmXuy1/qfeVbm3SUnNxbCFBab1yr8zUJB5nWt3dDC1NMdQbthXcdbkcJKAJFDTCIiV+2JayqybXEvX41ULk5IHKYilKFrui4PKIDUlHQMLS4zFbpoWD6dUUqtWLaZMmUJgYKAggEqybl4jXe9VLEweP7xC0FAl3YqUe7EzL7t3sXJfsqYyUklJN8DC0ljoN0aPoxS9c6+pXNX8nXtNkZXjSgKSgCQgCWiMQFXIfVUHVyVyX8VBVY3cV3FQgnfuqz6a4hGrQu6rOjYp9+KIaxUWFj55jVRlDPPcc+4ro0PZhyQgCUgCkkC1IiDlvnqkS8p99ciTlPvqkyf1TOXOffXKl5ytJCAJSAKSQDkISLkvB6QXoImU+xcgCeWcgty5LyeoF6BZjZR7fX191Lv377zzzguAWE5BEpAEJAFJoKoJbNy4saie+/3336/qoYWNFxMTw9WrV3nvvfdQf87VhEOlUvHll1/StGlT7O3ta0JIRTGEhISgo6ODu7t7jYkpPDycrKysGrWmkpOTOXr0KF27dqVDhw41Jlfq62/y5MkEBwdrLKZKL8tRLyj1DUMekoAkIAlIApKAJCAJSAKSwMtGwMHBgX379mks7EqXe1lzr7FcyoElAUlAEnghCMiynBciDX85CVmW85eIXpgGsiznhUnFX06kRpblSLn/y7zLBpKAJCAJ1GgCUu6rR3ql3FePPKlnKeW++uRKyn31yZWcqSQgCUgCkkA5CUi5LycoDTeTcq/hBFRgeCn3FYCl4aZS7jWcADm8JCAJSAKSQOUTkHJf+UxF9CjlXgRVMX1KuRfDVUSvNV/ulT+wYPBEIu88fpS+Fg0GLefA8JM4+NUjZI8XTe/GsnDibHam5FGoZ4bd1BUsHNaclEAH/OqFEOXVHB7+zGbvCfh/fQVl7Qa0HjKbFQEuvHZzDcMGLOOM8pn06Fryftg0HnwyjeiMp4/w1zJ1ZnWULw/n2eO9Nx0VWmjp1sHYeiDTl83ErknxG23zTwSgmPeAiRH+9DVQ/0MsM/v7si8TtLR1qGPUin4fLeRfjq9y6dk5lnauiKtG9ikJSAKSwAtOoGrkPoPDCxaR6hrAGEvxrxYX/xKrdOICxuETmoxhvzlsWO5CC12xia4yuc84zIJFqbgGjKEKUoXoN9SmxwUwzieUZMN+zNmwHBfRiaqKspz0OALG+RCabEi/ORtY7tICwZcf4l9iVfVrSr1ia77cP4zC1ewz+vyylxH11CFroaVXh1o/eVC7rwFJmUu5Mc6KuW0PETfVGp1fw3DutpY+J7+j2+y69DVIImeFMaEOVsxsHMLhtQpeUyUTNroHHxauI3XXYOrl5vN73m6GNlqDU9ohRuvroFcYjeLV9TheisSlbvHNUUtbj7r1lIQ7NmHjkBR2vVsXCu5wdHZ/hqct4T87h1CPHKLcejD/wiMajY8lyt0U7bwtODQKw+XqTobVfURO0mcM7nuY9y8fpP202sVzXNUWSjtX7H1Z9i4JSAKSwAtJQLjcZ54jdIYHk9feZ0JiEgEdRWsIiJb7nEhHTHxaEn3AldPuvdjgdIlzfs0p3nYSc1SF3GeeC2WGx2TW3p9AYlIAVZAqsXKfE4mjiQ8tow/getqdXhucuHTOj+YiEyVc7nOIdDTBp2U0B1xP495rA06XzuEnOCjRcq+JNfXyyL35Kuyvf8uYZx4LXPDDmCdy/6t7M7x0g9m1aBgdG+ly5/wZcpu2JW1SsTjfnxKJTeskgjN3YF+n5AaX9RV29YMZdDuByabAw3Ac6n3GkOzveV89Tl44TmYbcb65n1HPPY44j+2OZoS53mLfe0V/bZC1bRCmn/Xn1x8mYZK+laFvxjJuvRHTp5qw++hULPPVcr+VUXf2MVx9ivIHPmrhhsHB0zgG1nsq96WdK34zScwdX/YqCUgCksD/g4Bouc+PXcqMi51ostuXjMUJNUDu84lRGPJx11uc8zUiP9oJg7l2pCd48cr/Iw9/dap4uc8ndukMLnZqwm7fDBYnVH+5z49RYPhxV26d88UoPxong7nYpSfgJTJRouU+PwaF4cd0vXUOX6N8op0MmGuXToLgoMTKvWbW1Msj9w3+yXct2mCiBei2x3vPFsbcebxzv4o26XEs/ciXoF2nuP9qD4Z9tISlk1/nsnux3P82eD5/m9yWK+dnYf74L+NHSUxp3pP7EWms665XutwbKDhu3YaG6nHRol7/QOKDerNnsD5uyT3pbqZNYf49kn95hHNoHCsHNyTtC3v6/jybxCBjArq68GDdaRa32cEAfR/yPZxopaMk8/wBYrSmEH/YiyyPxzv3bfhPaed2Eb+b9Fc3b/n/koAkIAlUNQHRcl8cTxYh9m9xdVFNkPtcwnobstkzh5jhdVAmjMfY2YSzV/2F7giLl/vHG3Ih2L91lUU1QO5zw3pjuNmTnJjh1FEmMN7YGZOzV/EXvMsttOY+N4zehpvxzIlheB0lCeONcTY5S6p/c6G3DrFyr5k19fLI/X/buU+fT53zdzBqb0UD7VyuHwtj2sgZKIOv4LvXqEjus8auxWygDgdvBtPx8U54/mHcjDxodiYF/9e0K7hz35gQ+5/Y+M51tni5s7NbKLELemGousLSHlbMT++EVX3IvpJAhtO3XFtxhyENltN+61x61q6FfhMbunZphj4F/DCmRO5X1C393PV2PP6yQegKkZ1LApKAJPACEZByX9FkPCTc3oAViizix+pTED8GQw9rrifPwKSiXVWgvZT7CsAqafow3B6DFQqy4seiXxDPGEMPrK8nM0NkokTv3D8Mx95gBYqseMbqFxA/xhAP6+skCw5KrNxrZk1JuVfX3P82gXBbJzLXneGz7uqalzwOulkR2PMU8+MbF5e8LH+AT8u+XFn+M5Eu5mij4tfN/Wjl34NTyfNoqxb+/7UsJzsWz9ZO3FyUzO7Oa+k6XMmmnxbQQRdUt9dh3/kA7j86E9r6mbKcJ/eCp3KfNSEc29LOTYrE1ajiNw95hiQgCUgC1ZmAlPuKZk/F5dkW2N6OIC3ElrQl7bBJXMm9be9Qu6JdVaC9lPsKwCppqro8Gwvb20SkhWCbtoR2NomsvLeNd0QmSrTcqy4z28KW2xFphNimsaSdDYkr77FNcFBi5V4za0rKfdEPaldhdmwWg0aHkW/TCdO8i6TojWDT3qloTXz6Y9WH51bjOnAWJ+u3w0r3GueyurHo6618YKNXvNxKk/vnynKAWt2ZFbMSbY/na+5zDnvSatB1PEdeZm+TPSTMtaH4C4IMtg1tzbo3PqHunG+f1tz/Se5P811tF8a/svvP5/b5N4cnNav43UOeIQlIApJANSYg5b7iyVOlheNqpeCIeQuyr5qxMDEO79ZiSzul3Fc8T6jSCHe1QnHEnBbZVzFbmEicd2vhT5YRWpaDirRwV6wURzBvkc1Vs4Ukxnkj+PIT/rQcTaypl0Puy7tuVLmkXbtBdl1zWjYxKOPpAAVkXr/GHR1TLM0NSwS8vAPIdpKAJCAJSAJVRaBq5L6qoikeR/TTcooGUWaQmpKOgYUlxoJ3gouGUyqpVasWU6ZMITAwsGqBChxN9KMwQUlGagrpBhZYVkWiRO/cl+RCmZFKSroBFpbGQr8xepx6sTv3T4Kq0jUl5V7gwpZdSwKSgCQgCWiOgJR7zbGvyMhS7itCS7Ntxe7caya2KpF7DYRW859zrwGockhJQBKQBCQBzRKQcq9Z/uUdXcp9eUlpvp2Ue83noLwzkHJfXlKynSQgCUgCkkC1ISDlvnqkSsp99ciTepZS7qtPrmqk3Ovr62Nqasrbb79dfTIhZyoJSAKSgCRQaQQ2b95cVM/t4eFRaX1quqPY2FiuXr2KQqHAwMBA09OplPEfPXrEpk2bMDc3x97evlL6fBE6+fLLL9HR0WHMmDEvwnQqZQ47d+4kKyurRq2p5ORk4uPjef3112nfvn2lcHoROlFff5MnTyY4OFhj09EqLCwsrMzR1QtKpVJVZpeyL0lAEpAEJAFJQBKQBCQBSaBaEHBwcGDfvn0am2uly33jxo2ZOXMmkyZN0lhQcmBJQBKQBCQBzRGQZTmaY1+RkWVZTkVoabatLMvRLP+KjF4jy3Kk3FfkEpBtJQFJQBKoeQSk3FePnEq5rx55Us9Syn31yZWU++qTKzlTSUASkAQkgXISkHJfTlAabiblXsMJqMDwUu4rAEvDTaXcazgBcnhJQBKQBCSByicg5b7ymYroUcq9CKpi+pRyL4ariF5rvtwrfyHQwY96IXsYd20+ik2mBIR4YqN+o7byDKvGR9Fu9Wx6184nZden+C3Zy4X7v1No0J7Ri9cw/e1GKI/OwcEnmownP/vVwtR5NRFvHGREqf3NoPEKB/zqhRD1fipzHHyIfnoyWqbOrI7y5eE8e7z3pqNCCy3dOhhbD2T6spnYmVx8Mmev5tpAPicCFMx7MJEI/748/4yEAg7/y56p39wHtKj1t6Z0HT6NuR7daKA8WsbYn9DtyRvFVaTFLmTi7J2k5BWiZ2bH1BULGWYJvwSWxDChDrELJzJ7Zwp5hXqY2U1lxcKhaK0bxoBlZ1A+c2XqWr5P2LQHfDLtz7yifO/zrwGfcmtEKF96tCx+w2/BCQKcp3Nz9E5Wv2tSRqxlzVHsa9FFLDjZpyQgCVQNAdFyr7y2j0X+IRy7pYeNsx9zxtlSX3Bo4t9Qm05cwDh8QpMx7DeHDctdaCH4Nite7pVc27cI/5Bj3NKzwdlvDuNsRWcKRL+hNj0ugHE+oSQb9mPOhuW4iE5UVZTlpMcRMM6H0GRD+s3ZwHKXFgi+/BD/EquqX1Pq21DNl/uCHxhTuy8GSZksSXLF1PUgHRaf4IhfO3TzY/Hq9Dk9EyLo/90IWk9Qsey79Yy0rkvGyXnYOXyP14WDKI4MxWy9I5ciXahbdPPWQluvLux2KaO/LbT4sDZ9DZLIWfIzTmbrcbwUiUvxyWhp61G3npJwxyZsHJLCrnfrQsEdjs7uz/C0JfxnaxM+LJnzqra6kBOFW4/5XHjUiPGxUbibqoX/8ZHHtsHmfDXsIjuc9ci9cZSgkR4cdzvBUY9TZYytx5MeHh5kjNVc2h6KY6q1Dr+GOdNtbR9OHpvATffiGO4NDsRqblsOxU3FWudXwpy7sbbPSY5NMOFB/u/k7R5KozVOpB0ajb6OHoXRCl4thVe930MZ0PhDTrSbyY/xM7HSgfyY8bw+dAt1Zv3Mj37NSo+1zDlOpumzKAR/sMruJQFJoPoQECr3qlRW9XfgxKjtBPa8y5qRE8nwT2T127WFAhIt9zmRjpj4tCT6gCun3XuxwekS5/yaP/28EBCdaLlXpa6iv8MJRm0PpOfdNYycmIF/4moEp0qs3OdE4mjiQ8voA7iedqfXBicunfOjaC9Q4CF25z6HSEcTfFpGc8D1NO69NuB06Rx+goMSLfeaWFMvody/R8ed5nRJOkXH8BimWcWXyP0aMvpb8M3E23yteLwv/oiLsft50MmBVoeGYrbRmZv7R6H/rFbvcCmjvz/K/Uacb+5n1LMnk8d2RzPCXG+x7716Rb1mbRuE6Wf9+fXo60x9Ru7Ttw7lzdhxrDeazlST3Rydalm86110FMv99hE32eta3I/yR29auRty9ce2OJmVNvYzQTw8wOhmXugG72LRsI400r3D+TO5NO1kzs9jSuR+0GKaeekSvGsRwzo2QvfOec7kNqWTxStFHT0Md6DeZ0PI/v79Ij554U6l8iJ3Ew7We2hg9Rtt1h5hlpWSgxOG8VX6RVK6HOKEXzNKjbXMOVpQPAN5SAKSgCTwPAGxcp/JhfgUDN6wpalODlFuXdg6KJHt7xbfg0UdYuU+nxiFIR93vcU5XyPyo50wmGtHeoKX0PuscLnPvEB8igFv2DZFR71R1mUrgxK3IzhVQuU+P0aB4cdduXXOF6P8aJwM5mKXnoCX4A9EoXKfH4PC8GO63jqHr1E+0U4GzLVLJ0FwUGLlXjNr6qWU+04xY4kZsA27oLZE7H+dtV0/p+cPvhy1GkX9I78Q0FqLO99/xZYf7qJCh9cGTMQuaRgGiuNYt2mIlpqaVj36B8azIHs0pfaX8Ae5N1Bw3LoNDYtPpl7/QOKDerNnsD5uyT3pbqZNYf49kn95hHNoHCv7X8H9sdy3ucsX9n35eXYiQcYBdHV5wLrTi+ny5LuqP8s9GavoaXmSYzcG41Tq2A7UefLpo+JO3FI+8g1i16n7vNpjGB8tWcrkNwz5sUTuc1aYELf0I3yDdnHq/qv0GPYRS5ZO5g2T4m2C0uS+NF5Bb23HwTqOEVNusjZnFUd8LjNh+En6WUewrOF+TkypVUasZc3RROiOkqgPaNmvJCAJiCcgVLorZdgAACAASURBVO6fTF/Jla3uDF3VgjWH5tHjuQ2cyo9RrNznEtbbkM2eOcQMr4MyYTzGziacveovdEdYtNw/TdUVtroPZVWLNRya1+O5jbrKz5TYspzcsN4YbvYkJ2Y4dZQJjDd2xuTsVfwF73ILlfvcMHobbsYzJ4bhdZQkjDfG2eQsqf7NRaTnSZ9i5V4za+ollXsPzn7RkX1uvVjeyhub7bG8/eMiLtjacuPz23zZpxZpxzYR+v1tkrfMJMnzPrGNRpW5c98pppT+/ij3pe6eq3fuGxNi/xMb37nOFi93dnYLJXZBLwyfKSVaUTeYHlbzSe9kRX2yuZKQgdO311hv91jP/yz3j87/i/aDsvk5qftf7tyrMi9z9o4R7a0aoJ17nWNh0xg5Q0nwjS008VLv3J/lxsePuGPUHqsG2uReP0bYtJHMUAZzI2JI0Q2yYjv3R/kovjPLRmay1O8aM89482mugolG+/l+WHipsa57/WYZc4xgiOAPU6F3Fdm5JCAJCCMgXO5VmRxfOpwPojsSFL4Au8aCayIAsXL/kHB7A1Yosogfq09B/BgMPay5njwD9a+hRB1VIfeqzOMsHf4B0R2DCF9gRxWkSujO/cNwewxWKMiKH4t+QTxjDD2wvp7MDJGJEl1z/zAce4MVKLLiGatfQPwYQzysr5MsOCixcq+ZNfXyyn1If2qlReL25gfsy3yLNanhtF/agTeOT+H0vjE0L6p5SS+qiQ/qd4/v/kru/9Tftj/U3JejLCc7Fs/WTtxclEyUIrVk5/43JoT/g+HKTfy0oAO6qLi9zp7OB9xJinTFqOhu+0e5z+KIV2fGaodydfHNv5T7Rz/PoaNTJuvOfEZ39TfKeQdxswqk57lvaPexWu7PcNJ4BE6Z6zjzWXeKm7hhFdiTczHjaPA/yP3ki/O59E9HIlUN6bNqL4M3d2aCUTTrc4eWGusZ/wu8XeocYxinnoA8JAFJQBL4AwGxcl/A2aUDGH3Cha/CPGknthrnSWRi5V7F5dkW2N6OIC3ElrQl7bBJXMm9be8g8pcEwuW+4CxLB4zmhMtXhHm2K/oMq4pD5A9qVZdnY2F7m4i0EGzTltDOJpGV97bxjshEiZZ71WVmW9hyOyKNENs0lrSzIXHlPbYJDkqs3GtmTb3Ucl8bFWm7RtF59AOW3Y3EVS+FLZ4Kph8u5LWW+txNvkhBhwms/OJf9Px+6PNlOUCt7rOI6reHfuqd+5D+PN/f9ufl/rnSmKKTmRWzEm2P52vucw570mrQDQLPzySmRT8MTh+ktstEXtmdwFybkir7jG0Mbb2OPv/+jknN1DtFeWwbpM/IU21obQTK/AfUau/N5rDJdNEK/0NZzuOxv+S9J3/hZ3B41iBGh+Vj08mUvIsp6I3YxN6ZXUh6XJbjf4dZg0YTlm9DJ9M8LqboMWLTXmZ2L/59wl+W5ZTwillRgJv1USZfXk+7L3rx6rq+nD8zi/yZHZhgGECPTXPLiHUn7dY5ljLH7n94clBV3LLlGJKAJFAdCAiV++xwXMwVfF2rEX8rKpHUo+/yJLaMMBSKRqzcgyotHFcrBUfMW5B91YyFiXF4txb7vBLRcp8d7oK54mtqNfpb8ZNX9PqyPGkLglMldOceVRrhrlYojpjTIvsqZgsTifNuLfzJMkLLctROFu6KleII5i2yuWq2kMQ4bwRffsKflqOJNfVyyH0Fb7Wqh3dJvfGA+i2a0UDsPa2CMxPbXJWbxrUb2dQ1b0kTg9K+XlaRm3aNG9l1MW/ZhFKbiJ0ifz1HwROQ3UsCkkC1ISBU7jVEQbTcF4WlzCA1JR0DC0uMBe8EFw2nVFKrVi2mTJlCYGCghshW/rAid+6LZ6skIzWFdAMLLKsiUaJ37ktSoMxIJSXdAAtLY6HfGD3OuNid+ydBVemaknJf+etZ9igJSAKSgCTwAhCQcv8CJKEcU5ByXw5IL0gTsTv3mgmySuReA6HV/OfcawCqHFISkAQkAUlAswSk3GuWf3lHl3JfXlKabyflXvM5KO8MpNyXl5RsJwlIApKAJFBtCEi5rx6pknJfPfKknqWU++qTqxop9/r6+piYmNCnT5/qkwk5U0lAEpAEJIFKI/DVV18V1XOPGTOm0vrUdEeHDx8mNTWVd999F/XnXE04VCoVoaGhmJmZ0a9fv5oQUlEMmzZtQltbm9GjR9eYmCIjI7l//36NWlMXL17k+PHjdO7cmfbt29eYXKmvv8mTJxMcHKyxmLQKCwsLK3N0HR0d1DcMeUgCkoAkIAlIApKAJCAJSAIvG4GBAwcSHR2tsbArXe4bN27MzJkzmTRpksaCkgNLApKAJCAJaI6ALMvRHPuKjCzLcipCS7NtZVmOZvlXZPQaWZYj5b4il4BsKwlIApJAzSMg5b565FTKffXIk3qWUu6rT66k3FefXMmZSgKSgCQgCZSTgJT7coLScDMp9xpOQAWGl3JfAVgabirlXsMJkMNLApKAJCAJVD4BKfeVz1REj1LuRVAV06eUezFcRfRa8+Ve+QuBDn7UC9nDuGvzUWwyJSDEExv122eVZ1g1Pop2q2fTu3Y+Kbs+xW/JXi7c/51Cg/aMXryG6W83Qnl0Dg4+0WQ8+dmvFqbOq4l44yAjSu1vBo1XOOBXL4So91OZ4+BD9NOT0TJ1ZnWULw/n2eO9Nx0VWmjp1sHYeiDTl83EzuTikzl7NVe/LTafEwEK5j2YSIR/XwyeuxKU/BJYMta4a8xTbMI0IATP4gA5s2o8Ue1WM61wAfZTv+E+oFXrbzTtOpxpcz3o1uB34ua4EtN7O/59il9HmH98Hu9G2hK11AFVWiwLJ85mZ0oehXpm2E1dwYLOB3EdsIwzymcmomvJ+6F+5E2fyt50FWhpoVvHGOuB01k2044mqqd5KIop/wQBink8mBiBf9/iiPIPzWJMoiNhfl2Fv0ZbxGKSfUoCksCLQ0C03Ktux7DQdyHf3DSkx4RFLFBYoSc4fPFvqE0nLmAcPqHJGPabw4blLrQQ/KZ28XKv4nbMQnwXfsNNwx5MWLQAhZXoTIHoN9SmxwUwzieUZMN+zNmwHBfRiaqKspz0OALG+RCabEi/ORtY7tJCuAuIf4lV1a8p9W2o5st9wQ+Mqd0Xg6RMliS5Yup6kA6LT3DErx26+bF4dfqcngkR9P9uBK0nqFj23XpGWtcl4+Q87By+x+vCQRRHhmK23pFLkS7ULbp5a6GtVxd2u5TR3xZafFibvgZJ5Cz5GSez9TheisSl+GS0tPWoW09JuGMTNg5JYde7daHgDkdn92d42hL+s7UJH5bMeVVbXciJwq3HfC48asT42CjcTdXC//go4Icxj8dKYpipKwc7LObEET/a6eYT69WJz3smsLlQgflXw7i4wxm93BscDRqJx3E3Thz24N9OTQgd/h++ea9eUacPdw/FKNievLjRHBxjxdy2h4ibao3Or2E4d1tLn5Pf4Wn0O7/n7WZoozU4pR1itL4OeoVRvGu+kSEpuygO6Siz+w8nbcl/2Dnw7JM8qGPKiXKjx/wLPGo0ntgod9Qh5W4awGvfTeJamEOVvHZa8Oew7F4SkAQ0SECs3Oexx8WC+W12s9PlIj79PqfH9yeY0uLZe3PlBy9a7nMiHTHxaUn0AVdOu/dig9Mlzvk1R2RUwuU+bw8uFvNps3snLhd96Pd5D74/MQXBqRIr9zmROJr40DL6AK6n3em1wYlL5/wo2gsUeIjduc8h0tEEn5bRHHA9jXuvDThdOoef4KBEy70m1tRLKPfv0XGnOV2STtExPIZpVvElcr+GjP4WfDPxNl8rHu+LP+Ji7H4edHKg1aGhmG105ub+UTz7ZOG8HS5l9PdHud+I8839jHruscR5bHc0I8z1FvtKpDpr2yBMP+vPr0dfZ+ozcp++dShvxo5jvdF0pprs5uhUS3TKkHuXjjsx75LEqY7hxEyzIv5Zud8+gpt7XSlSeOWPeLdyx3D/CdpMfbVMuT8wuhleusHsWjSMjo10uXP+DLlNO2HxivqvgHAc6n3GkOzveV8dW952HM3CcL21j+KQstg2yJTP+v/KD56Xn5H7+2wd+iax49ZjNH0qJruPMtVSR8q9wJuy7FoSeNkICJd7VytW9Irn2/eu8KHtNFoePMl0S7F2JVbu84lRGPJx11uc8zUiP9oJg7l2pCd4ob7dizqqQu5drVbQK/5b3rvyIbbTWnLw5HQEp0qo3OfHKDD8uCu3zvlilB+Nk8Fc7NIT8BKZKNE79/kxKAw/puutc/ga5RPtZMBcu3QSBAclVu41s6ZeSrnvFDOWmAHbsAtqS8T+11nb9XN6/uDLUatR1D/yCwGttbjz/Vds+eEuKnR4bcBE7JKGYaA4jnWbhmgVbb3Xo39gPAuyR1Nqfwl/kHsDBcet29Cw+GTq9Q8kPqg3ewbr45bck+5m2hTm3yP5l0c4h8axsv8V3B/LfZu7fGHfl59nJxJkHEBXlwesO72YLk++Kn1+596lUwxjYwawzS6IthH7eX1t16c798/KPRms6mnJyZkpDFxtUYbcf4DqThxLP/IlaNcp7r/ag2EfLWHp5DcwUX+GlSL3g/XdSO7ZHTPtQvLvJfPLI2dC41YyuP6PT+R+hdGX2Pf9mdmJQRgHdMXlwTpOL+5Cvty5F/X5KfuVBF46AmLlHjIOetHF4Uvu6+ejfHM9iV97YPF010UIb7Fyn0tYb0M2e+YQM7wOyoTxGDubcPaqv9AdYeFyTwYHvbrg8OV99POVvLk+ka89LJ7ZIBOSKqFynxvWG8PNnuTEDKeOMoHxxs6YnL2Kv+BdbqE797lh9DbcjGdODMPrKEkYb4yzyVlS/ZuLSVBJr2LlXjNr6iWVew/OftGRfW69WN7KG5vtsbz94yIu2Npy4/PbfNmnFmnHNhH6/W2St8wkyfM+sY1Glblz3ymmlP7+KPdmZe3cNybE/ic2vnOdLV7u7OwWSuyCXhg+U0q0om4wPazmk97JivpkcyUhA6dvr7Herk7Jpflnufc4+wUd97nRa3krvG22E/t2SVnOs3L/6Dz/aj+I7I1n6bnInM8db3FoTPFXC3k7HGkYMpS8b524fPYORu2taKCdy/VjYUwbOQNl8A0ihuiXvnPfOAT7nzbyzvUteLnvpFtoLAt6GcKTmNLx2d8Lq/npdLKqD9lXSMhw4ttr6+mxXZblCL2Lyc4lgZeIgFC5Vx5nUuuJNNxznDk2WWwf9jqbB59m/1gjoYTFyv1Dwu0NWKHIIn6sPgXxYzD0sOZ68gxMBEYlWu6VxyfRemJD9hyfg03Wdoa9vpnBp/cjOFVC5f5huD0GKxRkxY9FvyCeMYYeWF9PZobIRIneuX8Yjr3BChRZ8YzVLyB+jCEe1tdJFhyUWLnXzJp6eeU+pD+10iJxe/MD9mW+xZrUcNov7cAbx6dwet8YmhftvqQX1cQH9bvHd38l93/qb9sfau7LUZaTHYtnayduLkomSpFasnP/GxPC/8Fw5SZ+WtABXVTcXmdP5wPuJEW6UvwxUprch9C/VhqRbm/ywb5M3lqTSpi65v4Zuc864kXnsdqEJgdjOMea3rdWcXmzPYbk8v3413DWjuT2yr8xp6MTmevO8Fl3dZ1NHgfdrAjseY6YcQ3+siwnO9aT1k43WZQcxSjjkp37M99j7DYK5aafWNBBF1S3WWffmQPuSYQ9HCFr7gV+iMquJYGXiYBQuX8YzQjLYPokxjCukZIfJlsxyTyOf/s1FYpYrNyruDzbAtvbEaSF2JK2pB02iSu5t+0dob+BEi33D6NHYBnch8SYcTRS/sBkq0mYx53Er6nYEiqRP6hVXZ6Nhe1tItJCsE1bQjubRFbe28Y7xc/EEHYI3blXXWa2hS23I9IIsU1jSTsbElfeY5vgoMTKvWbW1Est97VRkbZrFJ1HP2DZ3Uhc9VLY4qlg+uFCXmupz93kixR0mMDKL/5Fz++HPl+WA9TqPouofnvop965D+nP8/1tf17unyvLKTqZWTEr0fZ4vuY+57AnrQbdIPD8TGJa9MPg9EFqu0zkld0JzLUp+b43YxtDW6+jz7+/Y1Iz9c2pDLmvDaq0XYzqPJoHy+7yVaEL+iNP0aa1ESjzeVCrPd6bw5jcRR/V7Ug+6ObMhvtNaap7mxu1hxEa/xUjWmiTcXgWg0aHkW/TCdO8i6TojWDT3pl0V/804S9r7nM47NmKQTcCSdn1GjPq9qXe1vf5bokhuxPm8jSkobRe14crbtEYfJjM31sZFpU/6TQfxYbIKXQU/LQGYXdC2bEkIAlojIBQuaeAM8sG4Lgqm1YWD7h4901Wx6xm8HMPO6j80MXKvfozIxxXKwVHzFuQfdWMhYlxeLcWewMWLfcUnGHZAEdWZbfC4sFF7r65mpjVg4se4iDyECn3qNIId7VCccScFtlXMVuYSJx3a+FPlhEq92onC3fFSnEE8xbZXDVbSGKcN4IvP8TKvWbW1Msh9xVcvaqHd0m98YD6LZrRQOw9rYIzE908n9+uXiZNZUJLSxMeF/0UjarKJe3aDbLrmtOyiYHQJyeIjlL2LwlIAi8HAbFyX8xQmXmdy7/VpqmlafGDCgQfouW+OKgMUlPSMbCwxFjwTnDRcEoltWrVYsqUKQQGBgoiqCTz+mV+q90US9OqyJT4R2GqH3WdkZpCuoEFllWRKNFlOSWZV2akkpJugIWlsdBvjB5faKLlXhNrSsq9oNuI7FYSkAQkAUlAswSqQu6rOsIqkfsqDqpq5L6Kg6Iq5L7qYxK7c1/18ahHrBK510BoNf859xqAKoeUBCQBSUAS0CwBKfea5V/e0aXcl5eU5ttJudd8Dso7Ayn35SUl20kCkoAkIAlUGwJS7qtHqqTcV488qWcp5b765KpGyr2+vj7Gxsb06dOn+mRCzlQSkAQkAUmg0ghs2bKFR48eMXr06ErrU9MdHTlyhOvXr+Ps7Iz6c64mHOocqXPVpEkT7OzsakJIRTGEhoaira3NyJEja0xMu3fvJjs7u0atqYsXL/LDDz/QsWNH2rdvX2Nypb7+PvroIz777DONxaRVWFhYWJmj6+jooFKpKrNL2ZckIAlIApKAJCAJSAKSgCRQLQgMHDiQ6Ohojc210uW+cePGzJw5k0mTJmksKDmwJCAJSAKSgOYIyLIczbGvyMiyLKcitDTbVpblaJZ/RUavkWU5Uu4rcgnItpKAJCAJ1DwCUu6rR06l3FePPKlnKeW++uRKyn31yZWcqSQgCUgCkkA5CUi5LycoDTeTcq/hBFRgeCn3FYCl4aZS7jWcADm8JCAJSAKSQOUTkHJf+UxF9CjlXgRVMX1KuRfDVUSvNV/ulb8Q6OBHvZA9jLs2H8UmUwJCPLFRv31WeYZV46Not3o2vWvnk7LrU/yW7OXC/d8pNGjP6MVrmP52I5RH5+DgE03Gk5/9amHqvJqINw4yotT+ZtB4hQN+9UKIej+VOQ4+RD89GS1TZ1ZH+fJwnj3ee9NRoYWWbh2MrQcyfdlM7EwuPpmzV3P1O7LzORGgYN6DiUT498XguSshn0OfDODTWyMI/dKDljrq/yzgRIAz02+OJm61I//H3rmA9Xj9AfxTudcWkdBQonLZ3BpmNEYktFZ0wVzK3HKbzGUxJpJ7w9xyK/ci5DJNi8h1TSiXKLeplUsXKn6tfv7Pr2LY/JetU8p5n2fPnifve95zPt9z3vfznt/3PW/YNEdCOmzFo2Pe5wYVx2fQO9CMoFllmTIwEusNE2iV+zVeJdeW9aLbgnNkP3eOMkZfsnG+Bu5TKuGzazBXpvyf8y3Se0V7x5M5w5Kv9z8A1Cj7bm1aOU1kuktrqij/jNE/t1fEMJBlSgKSQGkjUDRyn8KhWV7cdPRkoFHuxVfoJv4jVsmEeQ5mnF8M2l2msXahPQaCv9ReZHKfcohZXjdx9BxIEYSKatWq5a7aFxMTI65PFHGbhMt9chieg8fhF6NNl2lrWWhvgODuV2QfsUo5NAuvm454DjRC/JUCSr/cZ51kYPnOaEWnMjfaET3HYJrOOcHhCU0oowjFtfly2kcE0PXnvpgOV7Lg59X0M6lIyqkZWFgdw/VSMA6Hbam12pqrgfZUzB2maqiXqwg77V9R3iYMRpSns1Y06XMvYFNrNdZXA7HPOxg19XJUrJSNv3VN1n0ey47eFSHrDkemdsUpaS6/b67JiPw6L21cBtKDGNB2JpdyqjMsNAhnPZXwP90yWN+tBiNONMH9dDjuxhqgCGHYh7ZsqjCFh6dHsrVnTfycfmd/n7zPbj/eaYuOtyWZ+8vRrf7PjLqxAaunnxnPekyG4g8yd9pSfZkNSQf7o6lRDo3zQ6nYWYvo1Dn80vP/nO+wwSvbu62nPht7XWGbXTkybh9hUT8Xjg84wZGhd5/F6J/bK+46KUuWBCSB0kNAuNynRuE32YUxKx4wPDIaz2aiNQREy316oDW64+qx94AjZ53NWWtzlagJdXn+jlPYPaQo5D41yo/JLmNY8WA4kdGeFEGohMt9cbRJrNynE2ity7h6ezngeBZn87XYXI1iQu4Ep7hN/BdqU4nym4zLmBU8GB5JtGcz4Q8sKlpvmdz3odl2fVpG/0oz/xAmGofny/0yUroasn9kInscns6L53Al9EceNbeiwUFbaq2zI/7HL3h+ZeHMbfavKO9luV+HXfyPfPHCssSZbLWuxQbHBPblS3falh7ofd+V3458yNfPyX3yZlvahQ5mtc4kvtbdyZGvn3/yy2C9lQm7qhhzv+EKDk8xJjt4OL02JnMltiUxJ15T7vPH0GN/Kyp9/zkPj32Z2+askwMp/1Turf/P+X5Wyf3ft3dLT3229o1nt2PeQ0b26bE0cNbm+pluL8j9/2+vuEEuS5YEJIHSQ0C03CtC5zP5SnNq7nQjZU5EKZB7BSEO2nzVKoEoNx0Ue23Qmm5BcoQr7wjsFuLlXkHo/MlcaV6TnW4pzIkoDXJfPG0SKveKEBy0v6JVQhRuOgr22mgx3SKZCFeRvQ/xM/eKUOZPvkLzmjtxS5lDhJT7f381eWG1nBdm7vvQPGQQId22YLGoMQE/fsiKVstpf9KNI8ZfUPnwZTxN1bhzbCObTt5FiQb1u43EIroXWg7HMWlYDbXcqfdKdJ0XzqyH/f++vIiX5F7LgeMmDamWdzCVus4jfFEHdvXUZEBMez6qpc4TxT1iLudg5xfGkq7XcH4q9w3vstKyMxemRrKoqiet7B+x6uwcWj6bJMqT+7C+44lfkc7Sw+OIG+7EqS4mBCyoxgVBcv/K86nk/hXt3fmS3JOylPZGpzia6Pqn3P9je/99v5BHSgKSwNtDQLTc55FMw8fyE657lQa5z2BDB218h6YT4lSB7IhhVLXT5fx1D0ROnoqX+/w+n+aD5SfX8SoVcl88bRIq9xkb6KDty9D0EJwqZBMxrCp2uue56VFX6EVL/Mx9/pXCx5JPrntJuf8v0fz/cu/C+ZXN2DfAnIUNxtJoayifnvbikpkZt5cnsqZjWZKOrsfvWCIxm9yJHvqA0OpfvHLmvnnI35T3sty/YiZ7q3UNfCzPsK7TLTa5OrO9tR+hs8zRfu6BZHFFb9oazyS5uTGVeci1iBRsfrrBaosK+Yjy5P7I6HBaLOhH6vwJ3HA/x9jvMnAYqcOFE6MJtNVjuXUCBwfm/XSQuc2aaj62ZO7mr2k5BZy5f+X5XmPmPufit3zQ4yEXLjs8k/t/bu9/6RnyWElAEnhbCEi5f91IP8bfUovFDmmED9IkK3wg2i4m3IqZjO7rFvUa+0u5fw1YL+9axA8sQuX+sT+WWotxSAtnkGYW4QO1cTG5Rcxkkb2vCGbunz2HSbn/Dz0979B/lHufrpRNCmRAuyHsS/2EZTf9+WB+Uz4+Pp6z+wZSN/dth+TcnPhFXe7x8z/J/V/K2/JSzn0B0nIehjLU1IZ4rxiCHG7mz9zfZ7h/G5yy13NmVlPKoCRxlSUtDjgTHeiITm5r8+V+zBVmXv0M60Al1TouZXdPX1oMV8m9G9GTTeiQsJQ4X0u0yeDYsPrYqQeSOC/m38v9q85XYLlP47BrCwap+3F9gUa+3Bekvf+5e8gCJAFJ4C0gIOX+dYOsJG6qIWaJAST5mJE0twmNIpdwb0snnr6S9bolFmR/KfcFofSKfUqT3CvjmGpoRmJAEj5mScxt0ojIJffY0klk75Ny/x963z8eKvYLtX9Jy3HhvE9XyqMkaccXtOj/iAV3A3EsF8umoQ5MOvSE+vU0uRtzhaymw1my8lvaH7N9MS0HKPvRFIK67KKLaub+L+VtfVHuX0hTyT2YKSFLUHd5Mec+/dBQGvS4zbyL7oQYdEHrbDDl7Ufyzs4IpjfKf786ZQu2pqvo+MvPjKqjetHkqdzHsbrJSszfW0Xni+eYonCnaa7cT0CZGMiQ1nasfVCb2mUSuV2+F37hG+mr60dXrRHEvN8AbVXKkEZdvlgbyPhmZfinnPsjY15xvr+k5fzZXrVBmvT7tSGmOpCteETZD8biu2EMLcvmv/RcoPb+Y3+SO0gCkoAkgJT71+8EyiR/HI0dOKxvwMPrtZgdGcZYU7EvCku5f/04PTuiNMm9ysn8HTF2OIy+wUOu15pNZNhYBHc/8Tn3cub+P3Twlw79L1+oVT6+y83bj6hsUIcqYq9phdfgApWk4P71OJKUutQz0uVpUk+BDpU7SQKSgCRQwggUjdwXLRTRq+XktiY7hZuxyWgZGlFV7KRp3umysylbtizjx49n3rx5RQtU4NmKZClMgfX/u6KFpuXknzA75SaxyVoYGlUV+ovR0/YVVc59EYfqLVgtp6iJyvNJApKAJCAJFDsBKffFHoICVUDKfYEwvRE7FYXcF3VDpdyLIy42LUdcvWXJkoAkIAlIAm8oASn3b2hgXqqWlPuSESdVLaXcl5xYlf517ktOLGRNJQFJQBKQBAqJgJT76xVPhgAAIABJREFUQgIpuBgp94IBF2LxUu4LEabgokql3GtqaqKjo8Mnn3wiGJ8sXhKQBCQBSeBNJLB161ZycnLo27fvm1i9f1WnI0eO8Ntvv2FjY4PqPlcaNqVSyZYtW3JXuevUqVNpaFJuGzZt2oSamhp9+vQpNW3avXs36enppWpMxcbGcurUKZo1a0bjxo1LTaxU/W/06NF8//33xdamQk/L0dDQQHXBUA0suUkCkoAkIAm8fQSePHmS2+jSdB942qbS1K7S2CZVfEpz/5Nj6s2/nqr6X/fu3dm7d2+xVbbQ5f6/rJZTbBTkiSUBSUASkAQKjYBMyyk0lEILkmk5QvEWauEyLadQcQotrFSm5Ui5F9pnZOGSgCQgCbzxBKTcv/Ehyq2glPuSESdVLaXcl5xYSbkvObGSNZUEJAFJQBIoIAEp9wUEVcy7Sbkv5gC8xuml3L8GrGLeVcp9MQdAnl4SkAQkAUmg8AlIuS98piJKlHIvgqqYMqXci+EqotTSL/fZl5lnNYFKPrsYfGMmDuv18PQZSiPV12ezz7F0WBBNfpiKeWoos0dOZXtsJk/K1cLi68XMahGMY7cFnMt+Dn0ZI77cuoOPdlozdncyStRQK1OBqibdmbTAHQudo0xzDKHDVg865n7dT8HxGb0JNPNnVtkZdPsugb5+a3Cpp5FbaNYJT+wmxdN/+wL0lvZg3N4U8l4DU70JpofdD0G4Pfb823o3cqvKUpu/q99eJjUvh+KEJw4zHjEywIPOWk8LzeT82rG4zgnm1mN1dFoOYdGKiXTQufKMk2tddR5f8GXscA/2XMumfBVTPp+6GE97Y8orwpjhsB49Tx+G5kHk3NJhBDX5gakdnv+c4UPOrZ/C5KU/89sfZdFpbMfkOZOxrJ1N2DRHQjpsxSMPEIrjM+gdaEaQV73nYjUdy7G7SVaqXogrQ4WqJnSftAB3Cx2Ovur4+Z0I+9by7+NSUx0Usez4bgJzd1/iwR9P0PqgP3OWTeLT6kouz7NiQiUfglzrknl+LWNd5xB86zHqOi0ZsmgFEztURz2vtpzwdGDGo5EEeHTmGVYRo1OWKQlIAv+aQNHIfQqHZnlx09GTgUZ513SRm/gv1CYT5jmYcX4xaHeZxtqF9hgI/lJ7kcl9yiFmed3E0XMgRRAqRH+hNjnMk8Hj/IjR7sK0tQuxFx2ookjLSQ7Dc/A4/GK06TJtLQvtDRDc/RD/EauiH1Oqa1Dpl/uskwws3xmt6FTmRjui5xhM0zknODyhCWUUobg2X077iA1UGWHM9MYHCfvaBI3fNmDXegUdT/3MUJ0/+CNzJ7bVl2GTdJD+mhqUqwg7bWqy7vNYdvSuCFl3ODK1K05Jc/ndT4FDTT+cft9Pn0oqxI/ZaauDt+Vd9pfrRY0RJ2jifppwd2M0UBAy7ENsN1VgyoVQDEa/x2rrqwTaV8yXe3XKVaxEdkCvV9R7EzZPFH9Tv0qUV08naEBbZl7KofqwUIKc9VBHSfy6zhjPaEhA+GKs9B9w1K0l5uFu3AprydSKeZwWV92MlbE7NXwOscKhPsqYDfRvO4Inq26yo9tBeuk5Etx0DicOT6BJGQWhrs1Z3j6CAMfcBgNKfltjxUfLP2D1bk8s9R9zcf0gus2sge+5OSQ61sTP6Xf25wHi8U5bdLwtyTz4wZ+xirKl5rrPid3Rm4pkcefIVLo6JTH3dz8UDq84PqwfW61fEZftHfi5rynDlQv4eXU/TCqmcGqGBVbHXLkU3JdrzuXprBXNg8mn6Ww8g4YB4Sy20ufBUTdamofjdusErrXVIT2IAW1ncimnOsNCg3DWy1N+uUkCksCbRUC43KdG4TfZhTErHjA8MhrPZqI1BETLfXqgNbrj6rH3gCNnnc1Za3OVqAl18yc2xMS3KOQ+NcqPyS5jWPFgOJHRnhRBqMTKfXog1rrjqLf3AI5nnTFfa8PVqAnUFXw7Ejtzn06gtS7j6u3lgONZnM3XYnM1igmCGyVa7otjTL2Fct+HZtv1aRn9K838Q5hoHP5M7isPq4NrGW92ePWiWfUy3Ll4jozazTF8R2Wf/lhV+p7PHx7jy9ylhTPZal2LDY4J7MsX1LQtPdD7viu/heri/Eq5743JrioY32/IisNTMM4OZnivjSRfiaXlwYO5cr/OLp4fv3hx/eLMbfavqHcAuT79l/oByZuxbRfK4NU6TPpal51HvsZI7RrTTEyI9n7Iju4V8q7UiliOn4L329xjVO5DUDLjAz/ANNqb1G2W5O9F2kYLKnv3IPFIDUY1245+y2h+beZPyERjwl+W+5yLTGvag7S1V/Bu9fSGl8zaLkbsHHSZvpuNCyT3tTY4krCvD7mPAGlb6KH3PV1/C0XX+f/J/SvisqcMtob7GZm4B4en0+05Vwj98RHNrRoSkyv35zlf1RaTaG8e7uie33YFsbmAzKn/jgqrLe1CB7NaZxJf6+7kyNdGiJ+vE3NTlaVKAqWZgGi5V4TOZ/KV5tTc6UbKnIhSIPcKQhy0+apVAlFuOij22qA13YLkCFdUt0FRm3i5VxA6fzJXmtdkp1sKcyJKvtwrQhzQ/qoVCVFu6Cj2YqM1HYvkCFxFBkr0zL0iBAftr2iVEIWbjoK9NlpMt0gmQnCjxMp98Yypt1Lum4cMIqTbFiwWNSbgxw9Z0Uo1cx+AfXoY80e7sWjHrzx4ry29Rs9l/piP0VU9Cf+d3PfUZEBMez6qpc4TxT1iLudg5xfGkk6hfPb/5D6sL+PjV5C+9DDj4objdKoLJgELqPajSu7fxeG4CQ2r5a3Pr1apK/PCF9Fhtz2vqvffy72S31da0vnCVCIXVcWzlT2PVp1lTpPDOL0zFOOYq3xn+NIj/rNfOJLoOVOHMY2vcXGK/rMZm5zo8dRt/4CA651Y1DqEQSHd2GKxiMYBP/LhilYvztw/3kVv3e/p8vshvnyWt5LN6bENGKQdyNQzHQog95+jOSCG9h/VQv2Jgnsxl8mx8yNsSSdCP/s/cv+KuCzSnU6dLypz+LInpmp3OLZxEyfvKkGjPt1GduPBYJXcn2HX/dYMNY7h6neGf52tUv7OSsvOXJgayaKqnrSyf8Sqs3NoKX7CTtR9VZYrCZRaAqLlPg9cGj6Wn3DdqzTIfQYbOmjjOzSdEKcKZEcMo6qdLuevewidERYv9/ldPM0Hy0+u41UK5D5jQwe0fYeSHuJEhewIhlW1Q/f8dTwEz3ILnbnP2EAHbV+GpofgVCGbiGFVsdM9z02PukKvUWLlvnjG1Fsq9y6cX9mMfQPMWdhgLI22hvLpaR8+jL2DzgfGVFHP4NbRDUzsN5ls79sEfK75ipn7GvhYnmFdp1tscnVme2s/QmeZo/04EFu95VgnHGRg/iz/Nutq+NjeZTe9MTkymvAWC+iXOp8JN9w5N/Y7MhxGopMr96+euW8e8jf1jnjFzL3yGvPbGjMzuTnGleHhtQhSbH7ixsqafFO7PemBSaxqUy5vwCjjOR2WgtFH6bjlpuXcZ9CKOnTXCCbeu9mzWWnFoQHouNTh3PkmfNMyBJfzK2m2bwDmCxswttFWQj99Li0n6xjD67lS68gZptZ7+hDxmL199Znd5gxuhz5guXUCB/MAkbnNmmo+tmTuN30hLaeGjyVn1nXi1iZXnLe3xi90Fubajwm01fv740Ps2Wr993F5J24ajcxuszxxDR3LJnF0vR/HEmPY5B7N0AdHMBulkvtznCxnSfv0QJJWtSGPkJL402GkGH1Co7SFtDWeSXJzYyrzkGsRKdj8dIPVFk9/3xB6DZKFSwKSwGsQkHL/GrByd32Mv6UWix3SCB+kSVb4QLRdTLgVMxnd1y3qNfaXcv8asPJ3fexvidZiB9LCB6GZFc5AbRdMbsUwWWSgRM/cP/bHUmsxDmnhDNLMInygNi4mt4gR3Cixcl88Y+rtlXufrpRNCmRAuyHsS/2EZddmcKmtDamrzvH9R6okkEyCBxgzr30UIYOr/HNazsNQhpraEO8VQ1Cf+7ibdCBhaRy+ltqQcYxh9e1QD7zNvBhrTI6M4crMq3xmHYiyWkeW7u6Jb4vhBZP7l+t9c8ffpuXkXJiGmVM268/MomkZUCauwrLFAZyjt2L0nQEWiSuJ29aTqsD93bbUGlCN0NvO+LyTl3O/8NEE6nW+xsILgdjrq4PyN3y7NMCj7a/ETIrGqblK7n3oWjaJwAHtGLIvlU+W3WTHs5z7LI6NbcwgxUpOL29L5PT+bKtQj5gFR7E5fZhOqxrSIWEpcb6WaJPBsWH1sVMPJNFb7QW5/zMt5yGhQ02xifciJqgP991N/v74ZU1fTJd6IS4pzGz6McfHn2XfwLp5Dy3J/ljXXESXe2H5ch9N8oBVGFgksjJuGz3zAGFbawDVQn9nzE9tccpez5lZTSmDksRVlrQ44Ex0oCM6r399lkdIApKAQAJS7l8XrpK4qYaYJQaQ5GNG0twmNIpcwr0tnXh+qYTXLfWf9pdy/0+E/vrvyripGJolEpDkg1nSXJo0imTJvS10Ehko0XKvjGOqoRmJAUn4mCUxt0kjIpfcY4vgRomV++IZU2+13JdHSdKOL2jR/xEL7gbS9dQUevTfgKJRc/QyrxBbri/rd7vzkSqtpAA59+mHhtKgx23mxe6m84lhtLZby4PatSmTeJvyvfwI39gXXT+rXLmPW92ElebvsarzRc5NUeDe9Kncv5iWA2X5aEoISzRcyZ259+nKy/X+a1pONqfcGjPsnZ1ETG+UP/OewhZbU1Z1/IVDAxOYYWGBV7wJLWre42xMNUbtPMjsdjHPxHpp42yifnCk+5RTVG5iTJkbUaS19mLP5iE0yt6G/VO5Lw/KpB180aI/jxbcJfCZ3AMZ51g28AsWxelirHmFn8Lj0Wj4JZt3LcTm3WCGtLZj7YPa1C6TyO3yvfAL30jfWqdfIfdA+iGGNujB7Xmx7O58gmF/d7zB47+8C/FnXPbgmLGFoQ6TOPSkPvU07xJzJYumw5ew8tuO/Jb/Qm360jqcnGGBhVc8Ji1qcu9sDNVG7eSghyYzGw/jnZ0RTG+Un2WfsgVb01V0/OVnRtUR/CbT61//5RGSwFtNQMr964dfmeSPo7EDh/UNeHi9FrMjwxhrKjbvUMr968cJZRL+jsY4HNbH4OF1as2OJGysqfCVZYSm5aiczN8RY4fD6Bs85Hqt2USGjUVw9xO+Wk5xjKm3Q+5fZ9woM0i6cZuHFfWpV1Prv60QoLjP9bgklLr1MNJ909I2lGQkxnIzQxsDQz0qvcpLs1K5deMOGnpG6Gv/u9dGs1J/49b9MugZVCfztB/7Mq1w7qSXu6Tk/etxJCl1qWek++zF3YKH698er+Tx3ZvcflQZgzpVXnkxVGYkEnszA20DQ/ReCajgtZV7SgKSQNESKBq5L9o2iV4tJ7c12SncjE1Gy9CIqoJngnNPl51N2bJlGT9+PPPmzStaoALPJnopTNUy1Ck3Y0nWMsSoKAIleuY+PxbZKTeJTdbC0Kiq0F+MnoZe7Mz9s0YV6ZiSci9wYMuiJQFJQBKQBIqPgJT74mP/OmeWcv86tIp3X7Ez98XTtiKR+2JoWulf574YoMpTSgKSgCQgCRQvASn3xcu/oGeXcl9QUsW/n5T74o9BQWsg5b6gpOR+koAkIAlIAiWGgJT7khEqKfclI06qWkq5LzmxKpVyr6mpSZUqVTA3Ny85kZA1lQQkAUlAEig0Av7+/uTk5ODk5FRoZRZ3QUePHuX27dv07NkTLa1nHxEp7mr9p/MrlUq2bduGnp4en3766X8q6006eMuWLaipqeHo6PgmVes/1WXPnj2kp6eXqjEVGxvLL7/8gmoyoEmTJv+Jz5t0sKr/jRo1isWLFxdbtdSePHnypDDPrqGhgeqCoRpYcpMEJAFJQBJ4+wg8va2UpvvA87fK0tgu2aY3e5zKMfVmx+f52qli1aNHD1QPZMW1Fbrc16hRA3d399ynFrlJApKAJCAJvH0EZFpOyYi5TMspGXFS1VKm5ZScWJXKtBwp9yWnA8qaSgKSgCQggoCUexFUC79MKfeFz1RUiVLuRZEt/HKl3Bc+U1miJCAJSAKSQDETkHJfzAEo4Oml3BcQ1Buwm5T7NyAIBayClPsCgpK7SQKSgCQgCZQcAlLuS0aspNyXjDipainlvuTEqvTLveIg33T7joS+fqxxqUfud1azTuBpN4n4/ttZpLcUq3F7SXn2Sq8aenY/EDQ+kxmWX7P/AaBWlndrt8Jp4nRcWldBeXkeVhMq4bPLlbrqmZxfOxbXOcHceqyOTsshLFoxkQ46V5hnNYFKPrsYfGMmDuv18PQZSiPVl7yzz7F0WBBNfphKB9UXABUn8HSYwaORAXh0Lh0rIJScISBrKglIAqWRgBC5VyYSMtuN2fvj0W47HK9ZDhiXU5IYMhu32fuJ127LcK9ZOBiXE4JU/BdqkwnzHMw4vxi0u0xj7UJ7DFT3LIGbKLlXJoYw2202++O1aTvci1kOxpT5m7+JiRQI+UJtzkV83Tw5kJQDlKG29XRm22uwd+pXeAUnUqPrJLw9PqPuv/ug/D9GWbjcJ4fhOXgcfjHadJm2loX2Bq/8ivw/VraAO4j5iFUOF33d8DyQRG6kalszfbYTBr/tZupXXgQn1qDrJG88Pqub56QCttIv9xnr6VZjBCeauHM63B1jDVCEDOND201UmHKBwwajqbXamquB9lTMBayGermKVMreRk/9jfS6sg27chncPrKIfi7HGXDiEEPvulC+sxbRqYupvKEzxjMaEhC+GCv9Bxx1a4l5uBu3wloytWJntKJTmRvtiJ5jME3nnODwhCaUUYTi2nw57SMCcKwE6UEDaDvzEjnVhxEa5IyeuoBIyyIlAUlAEniLCIiQ+8xd9hjObMjO7fZcGdeF5W2PcWLEWRwNZ9Jw53bsr4yjy/K2HDsxHgMB13HRcp8eaI3uuHrsPeDIWWdz1tpcJWpCXQQ05VlPFCP3meyyN2Rmw51st7/CuC7LaXvsZ+pPMHrpbycYLyJQCJL7O4tpbxZKj2nW6KppUOUDS5of6c77u/tzxK89h/q0Y0ff6xwbUV3ISBcr9+kEWusyrt5eDjiexdl8LTZXo5hQV2TvAzFyf4fF7c0I7TENa101NKp8gFXP6mxo05jd/Y/g1/4QfdrtoO/1YwgKFW+F3FuZ7KKK8X0arjjMFONsgof3YmPyFWJbHuRnldyvsyP+xy/QfH44ZG6hp/5W+sbvzhVwyOb02AY4a//ImW5eeXKfPA7/xiZEez9kR/cKeUcrYjl+Ct5vc49R5Z/KfR+abdenZfSvNPMPYaJx+HNyn8xm23aEDl6NzqSv0d15hK+NRD3LCRnvslBJQBKQBN44AmLk3hHjxeaE/9SHayPMmFgvmFOjo+hjvBjz8J/oc20EZhPrEXxqEkYCnESs3CsIcdDmq1YJRLnpoNhrg9Z0C5IjXHlHYHSFyb2jMYvNw/mpzzVGmE2kXvAhTN1NX/rbKSaJCJQguc866ML73vXxsNNFadIF24/rQHIcCRhioHmTtT3M8LO/wuEvqwqJmFC5V4TgoP0VrRKicNNRsNdGi+kWyUS4iux9guQ+6yAu73tT38MOXaUJXWw/pk65LJLjEsDQAM2ba+lh5of9lcMICtXbIvdh9B0fz4r0pRweF8dwp1N0MQlgQbUfc+Vey+E4Jg2rkbsqvlolus4LZ1GHnS/JPaQsbY/RKXcSXbfmyX2SDTOrDMU45irfGb50Jc86ycDn5L55yCBCum3BYlFjAn78kBWt8mbu7dNWYtn5AlMjF1HVsxX2j1Zxdk5L4T9FCRn5slBJQBKQBN4QAiLknpRgXFtaseaBJorsdqyO3IOL4QOCXVtiteYBmops2q2OZI+LoZCf28XKfQYbOmjjOzSdEKcKZEcMo6qdLueveyBy8lSM3ENKsCstrdbwQFNBdrvVRO5xoXLIX/9mKGgurfDTcpQkLGiNvnd1xjo34+7OdcT1DSZ84vtoKEKY1O4L5kTVxetEKBOb585IFvomVO4zNtBB25eh6SE4VcgmYlhV7HTPc9OjbqG34/kCRczcKxMW0Frfm+pjnWl2dyfr4voSHD6R93MzRybR7os5RNX14kToRASF6m2R+yOMDm/Bgn6pzJ9wA/dzY/kuw4GROnlyX7CZ+xwufvsBPR6u47LDsjy5vz+MNYbtSQ9MYlWb/Mw9ZTynw1Iw+igdt2dpOX1oHuLC+ZXN2DfAnIUNxtJoayifRmyj1bK2GM9MprlxZXh4jYgUG366sRqL/B8ChPZqWbgkIAlIAqWUQOHLfTbHR5kystoujk9rRNrWXnzo25OIqWdoO7Iau45Po1HaVnp96EvPsz8ySKfwwYqV+8f4W2qx2CGN8EGaZIUPRNvFhFsxk9Et/KY8K1GI3GcfZ5TpSKrtOs60Rmls7fUhvlarqO/1zYt/63mWH0UEStDMPWSRlV2OcmUg5/w3NHZUJzBqJo3yH1BStnZHf0FXbvwyGhGJOULl/rE/llqLcUgLZ5BmFuEDtXExuUXMZJG9T9DMverVzqxsyuUFim8aO6IeGMXMp4Eiha3d9VnQ9Qa/jBYRKd4euR9zZSZXP7MmUFmNjkt309O3BcNfR+7TDuPaYhDqfjEs0BiSn3O/kEw3AywSVxK3rSeqH8Lu77al1oBqhN52xuedP9NycuXepytlkwIZ0G4I+1I/Ydm1GVwydyJ7/RlmNS0DykRWWbbggHM0gY4C7gwCL9CyaElAEpAE3iQChS/3j9nb1wjvjpGEDK5O9skxGI/SJ3jqOTos7khkyGCqZ59kjPEo9MNOMaF24efliJV7JXFTDTFLDCDJx4ykuU1oFLmEe1s6oVr3QdQmRO4f76WvkTcdI0MYXD2bk2OMGVV9KsbLNr34N/0wfplQW0jTCn/mPptfZ9uxvO5KVvWpwaPgQZh4vM+ytpv4ofZOfhxVh4zAz9Gd0Y4bZ92oIaBVQuVeGcdUQzMSA5LwMUtibpNGRC65x5ZOInufGLnP/nU2dsvrsnJVH2o8CmaQiQfNw+cQbzeD93b+yKg6GQR+rsuMdjc46yYiUm+T3MetpslKc95b1ZmL56agcG/6TO5fSMsByn40hZAlagzS7MevDU3RIRvFo7J8MNaXDWNaUvbkwHy5X0rjRyeZYWGBV7wJLWre42xMNUbtPMjsdjEvpeXkyX15lCTt+IIW/R8xd78hM8a+w86I6X8+eW+xxXRVR5IOya/rCrg2ySIlAUngLSFQ+HIPWecW0M16KQ8bGPLoyl3a/RDCD10TWdTNmqUPG2D46Ap32/1AyA89hSyMIFbuQZnkj6OxA4f1DXh4vRazI8MYayp2uRwhck8W5xZ0w3rpQxoYPuLK3Xb8ELKIOhu7v/S3H+gpaAWLwpd7Vf9bRHebZWQa1+LuRQVOWw7yjeYPdOw0n4cN3+PuRSX9dxxh7qeVhYxyoXKvciN/R4wdDqNv8JDrtWYTGTYWwd1PzAu1WedY1N2GZZnG1Lp7EYXTFg5+9yGxXh3pNP8hDd+7y0Vlf3YcmYugUL0FM/dCuvjLhSrJSIzlZoY2BoZ6VCr8CZsiaYU8iSQgCUgCpYWACLnPZZOdyq24+5SvbYTes9TmbFJvxXG/fG2M/vxjoaMULfd57UvhZmwyWoZGVBU7aZp3uuxsypYty/jx45k3b16hMstOvUXc/fLUNtLjaaj+7m+FetL8wkTIfR6wNOJvJFPuPUN0n6bv5qTx24003qldh8qi1vYsonXus1NuEpushaFRVaG/GD2NuYic+7yys0mLv0FyufcwfBYoyEn7jRtp71C7TmUEhkrKvYhBLcuUBCQBSUASKF4CwuS+GJtVJHJfxO0TKfdF3JQXTidM7ouxUWJn7ounYeLkvnja8/SspX8pzOLlK88uCUgCkoAkUAwEpNwXA/R/cUop9/8CWjEdIuW+mMD/i9NKuf8X0OQhkoAkIAlIAm82ASn3b3Z8ntZOyn3JiJOqllLuS06sSqXcV6pUicqVK2Nubl5yIiFrKglIApKAJFBoBAICAlAqlTg4OBRamcVd0NGjR0lISKB79+5oaWkVd3UK5fw5OTls376d6tWr07Fjx0Ip800oZNu2baipqWFvb/8mVKdQ6rB3714yMjJK1ZiKjY3l119/pUmTJjRu3LhQOL0Jhaj636hRo1i8eHGxVUftyZMnTwrz7BoaGrkXddXAkpskIAlIApLA20fg6W2lNN0Hnr9VlsZ2yTa92eNUjqk3Oz7P104Vqx49erBnz55iq3Shy32NGjVwd3fPfWqRmyQgCUgCksDbR0Cm5ZSMmMu0nJIRJ1UtZVpOyYlVqUzLkXJfcjqgrKkkIAlIAiIISLkXQbXwy5RyX/hMRZUo5V4U2cIvV8p94TOVJUoCkoAkIAkUMwEp98UcgAKeXsp9AUG9AbtJuX8DglDAKki5LyAouZskIAlIApJAySEg5b5kxErKfcmIk6qWUu5LTqxKv9wrDvJNt+9I6OvHGpd6aKhik3UCT7tJxPffzvfvr8dqQiV8drlSVz2T82vH4jonmFuP1dFpOYRFKybSQfso31qOZXeyEtTUKFOhKibdJ7HA3YKa6vD4gi9jh3uw51o25auY8vnUxXjaG1M+99xT+TkD1DQqotuoO1/NHMenNZRcnmfFhEo+BLnW/b/HTxkYifWGCbR64Qvgj7ngO5bhHnu4ll2eKqafM3WxJ/bGeZ8TVMTu4LsJc9l96QF/PNHig/5zWDbpU3SuzHuuraodT+DpMINHIwPw6Fw6Vl4oOUNP1lQSkAREEhAt99k39uHl4cPRhHI0spvAtMFmVBbZIED8R6ySCfMczDi/GLS7TGPtQnsMXrj3FH4Dxct9Njf2eeHhc5SEco2wmzCNwWaiIwVF8hGrlEPM8rqJo+dAjHLlRuwmXO6Tw/AcPA6/GG3cwZhJAAAgAElEQVS6TFvLQnsDBHc/iuojVimHZuF10xHPgUZ5Hip4K/1yn7GebjVGcKKJO6fD3THWAEXIMD603USFKRcIN/+W8p21iE5dTOUNnTGe0ZCA8MVY6T/gqFtLzMPduPVzVVz11/F57A56V4SsO0eY2tWJpLm/4//RdqyM3anhc4gVDvVRxmygf9sRPFl1kx2WQXQz+okhF1dhof6AC8sdsP11DJe3W3NhYHk6a0XzYMqv///4+j8z6sYGrJ59BlxJop8Vxu418Dm0Aof6SmI29KftiCesurkDO7U99DUdjnLBz6zuZ0LFlFPMsLDimOsl9jScQMXcti6lcRlIDxpA25mXyKk+jNAgZ/TUBfc2WbwkIAlIAkVEQKjcK2+ytKsVJ77Yyrz2d1nWbyQpHpH88OmzC7WQVoqW+/RAa3TH1WPvAUfOOpuz1uYqURPqIvLWIFrulTeX0tXqBF9snUf7u8voNzIFj8gfEBwq4XKfGuXHZJcxrHgwnMhoT5qJtmDhM/fpBFrrMq7eXg44nsXZfC02V6OYUFdk76MI5D6VKL/JuIxZwYPhkUR7NhP+wKK6+LwVcm9lsosqxvdpuOIwU4yzCR7ei43JV4hteZCwp3KfPA7/xiZEez9kR/cKeRdmRSzHT8H7ZhH0rbUBx4R99Kmk+oc0tvTQ4/uuN9ma+gmm0d6kbrMk/yjSNlpQ2bsHiWHaDHxOztN296P5mq6cCXLgcq7cnydar3eBj8+tk/IGHo1MifZOZZvlszOy0aIy3j0S+bFcLwz3jyRxjwNP5+JzroTy46PmdH701XNyn8xm23aEDl6NzqSv0d15hK+L4tFfyC1PFioJSAKSwIsExMp9KpfCY9H62IzaGukEDWjJ5h6RbO2de4MQtomVewUhDtp81SqBKDcdFHtt0JpuQXKEK+8IaxEIl/vUS4THavGxWW000oMY0HIzPSK3IjhUguVeQej8yVxpXpOdbinMiSgFcq8IwUH7K1olROGmo2CvjRbTLZKJcBXZ+4pA7hWhzJ98heY1d+KWMocIKff//mrywmo5GeuxMgmj7/h4VqQv5fC4OIY7naKLSQALqv34p9wn2TCzylCMY67yneFLT4qZW+mpOYCY9h9RS/0JinsxXM6xwy9sPuXGVGZM42tcnKL/bHYjJ3o8dds/IOBaW6brjCDm/QZoZ6cSe+kPHHZHsdr6HU7nyv0Zdtxv83+Pn9HopZl7RTBO746h8bWLTNF/Ws8cosfXpf2DLfxYpjdfVD7MZU9T1O4cY+Omk9xVgkb9bgzRm4tm/sx9w7srsex8gamRi6jq2Qr7R6s4O6dlkTxR/vvIyiMlAUlAEigYAaFy/6wK2Vzb7IztUgOWHZxBW82C1e3f7iVW7jPY0EEb36HphDhVIDtiGFXtdDl/3QORk6ei5f7PUF1js7MtSw2WcXBGWwSHSrDc57cqzQfLT67jVRrkPmMDHbR9GZoeglOFbCKGVcVO9zw3Per+2+FSoOOKKi0nzceST657SbkvUFResdNf5f4Io8NbsKBfKvMn3MD93Fi+y3BgpM5zcn9/GGsM25MemMSqNuXySlbGczosBaMPoxlUywfLM+vodGsTrs7bae0XyixzLX4dVYvuGsHEezd7lkelODQAHZc6nDtnxCjjp3KuJPXUND61uc53cWvRHaGS+3OEqVkU8Pj8xub8yqha3dEIjse72dPMLQWHBujgUieSg+rWmN1eTuKajpRNOsp6v2MkxmzCPXoo97wjqJafglTRuy3GM5NpblwZHl4jIsWGn26sxuLpjwH/JQDyWElAEpAEipmAcLlXpnJ8vhND9jZjkf8sLGqITR9Q4RQr94/xt9RisUMa4YM0yQofiLaLCbdiJqMrMJZFIffK1OPMdxrC3maL8J9lQRGESsr96/aZx/5Yai3GIS2cQZpZhA/UxsXkFjGTRfa+Ipi5f/YcJuX+dbvEX/b/O7kfc2UmVz+zJlBZjY5Ld9PTtwXDn5f71IVkuhlgkbiSuG09qQrc321LrQHVCL3xKXMM/kzLeRg6FFObeLxignCIH0+9ztdYeCEQe9VMuvI3fLs0wKPtr8RM/IUez6XlKO/60tN0K72v7cZ0TF7OffLANQU+Pq+hWUSMq0fnawu5EGhP3il96dLAg7a/xjBNbRZNPz7O+LP7GFg3T/6T/a2puagLCYvy5f7+cPzbOJG9/gyzmpYBZSKrLFtwwDmaQEed/8xfFiAJSAKSQHETECv3WZyf343+J+zZuGEoTcRm4zxDKVbulcRNNcQsMYAkHzOS5jahUeQS7m3phMg3CYTLfdZ55nfrzwn7jWwY2oQiCpWU+9e9ACjjmGpoRmJAEj5mScxt0ojIJffY0klk75Ny/7phep39xX6hNjct5whj4lbTZKU5763qzMVzU1C4N31J7pfS+NFJZlhY4BVvQoua9zgbU41ROw8yu00w1i/k3KdzaGgDetyeR+yeXtxb7kj3Kaeo3MSYMjeiSGvtxZ7NQ2j0x3q6aqnScoyprA45j7Kp47IG/wnNicp/oTZ9qRFRP/zT8Q3QVgM06vLF2kDGm17iB8fuTDlVmSbGZbgRlUZrrz1sHtKIcmQTu2koDpMO8aR+PTTvxnAlqynDl6xkkrZ7bs792eDy2I98h50R02mUP/mfssUW01UdSTokv+r7Op1X7isJSAJvJgGhcv/QH3t9B/aUrc67uS8ylqPzwmg29dUWCkOs3IMyyR9HYwcO6xvw8HotZkeGMdZU7JuaouX+ob89+g57KFv93by003KdWRi9CcGhknL/2iNBSZK/I8YOh9E3eMj1WrOJDBuL4O5XBC/U5oGQaTmv3SH+esB/+0KtkozEWG5maGNgqEelgv7SmpXKrRt30NAzQl/7Xyx09C+Oz0q9xY07GugZ6fOXUyofc/fmbR5VNqBOFbEX50IImSxCEpAEJIFCJSBU7gu1pgUvTLTc59YkO4WbscloGRpRVeykad7psrMpW7Ys48ePZ968eQWH8YbvWSRLYRYxA+FLYeZ2v5vEJmthaFRV6C9GT9EVVc59EYfqLVgtp6iJyvNJApKAJCAJFDsBKffFHoICVUDKfYEwvRE7FYXcF3VDpdyLIy42LUdcvWXJkoAkIAlIAm8oASn3b2hgXqqWlPuSESdVLaXcl5xYlf517ktOLGRNJQFJQBKQBAqJgJT7QgIpuBgp94IBF2LxUu4LEabgokql3FeqVAltbW3atWsnGJ8sXhKQBCQBSeBNJBAYGIhSqaRXr15vYvX+VZ2OHz9OQkIC3bp1Q1NT9Ert/6qKr32QKkaqWOnq6vLJJ5+89vFv6gHbt29HTU0NOzu7N7WKr12v/fv3k5mZWarGVFxcHJGRkTRu3JiGDRu+NpM39QBV/xs5ciRLliwptioWelqOhoZG7kVdNbDkJglIApKAJPD2EXjy5Eluo0vTfeBpm0pru0pjrGSb3uxrT2keUz179iQoKKjYAlDocv/fVsspNg7yxJKAJCAJSAKFRECm5RQSSMHFyLQcwYALsXiZllOIMAUXVSrTcqTcC+41snhJQBKQBN5wAlLu3/AA5VdPyn3JiJOqllLuS06spNyXnFjJmkoCkoAkIAkUkICU+wKCKubdpNwXcwBe4/RS7l8DVjHvKuW+mAMgTy8JSAKSgCRQ+ASk3Bc+UxElSrkXQVVMmVLuxXAVUWrpl3tFKO5d3diXCmrqGlTQaUCX0bP51roO90JnM3LqdmIzn1CulgVfL55NLyO4PM+KCZV8CHKtC5nnWTvWlTnBt3isrkPLIYtYMbED1dXh8QVfxg73YM+1bMpXMeXzqYvxtDemvOIgUwZGYr1hAq2e/zjs4wv4jh2Ox55rZJevgunnU1nsaY9x7lcAFcTu+I4Jc3dz6cEfPNH6gP5zljHp0+ooL8/DakIlfHa5Ulf1xVzFCTwdZvBoZAAenbVE9AtZpiQgCUgCJZpAUcl98mFvlt3/jMl2hvyLb5O/FmPxX6hNJsxzMOP8YtDuMo21C+0xEPyB86KT+2QOey/j/meTsTMUHSkQ/YXa5DBPBo/zI0a7C9PWLsRedKCKIi0nOQzPwePwi9Gmy7S1LLQ3QHD3Q/xHrIp+TKkuKqVf7jM3YVV9A/bXt9OrYg7p0d/Ts/MhvrwwiePtp9P4YBhfm2jw2wY7Wq/oyKmjw4l3Lk9nrWjSF1dmXWdjZjQMIHyxFfoPjuLW0pxwt1scsztED2N3avgcYoVDfZQxG+jfdgRPVt1kh2UQ3er/zKgbG7B6+vluZSJ+Vsa41/Dh0AoH6itj2NC/LSOerOLmDjvU9vTFdLiSBT+vpp9JRVJOzcDC6hiul4Lpe82Z8p21iE5dSuMykB40gLYzL5FTfRihQc7oqYRfbpKAJCAJSALPCBSF3CvjN9OvVV9OOpzgysI2wkVEtNynB1qjO64eew84ctbZnLU2V4maUBeRt5iikXsl8Zv70arvSRxOXGFhG9HKKFju0wOx1h1Hvb0HcDzrjPlaG65GTcib/BO4iZ25TyfQWpdx9fZywPEszuZrsbkaxQTBjRIt98Uxpt4iud/MF3f24VQJyD7JaIMBaAUt5LblaMp478CrVzOql7nDxXMZ1G6uz4WBeXL/YJw/JibReD/cQfcKeSNGEXucUzSmzpbWmEZ7k7rNkvx/Im2jBZW9e5AYps3Al+ReecODRqbReKduw/LPA7Co7E2PxB8p18uQ/SMT2ePwdCY+hyuhP/KouRUNY56X+2Q227YjdPBqdCZ9je7OI3xtJH4WQuD1QhYtCUgCkkChExAu99mXWdJ7HHca5LAz5zvOLijpcq8gxEGbr1olEOWmg2KvDVrTLUiOcOWdQo/OnwUWhdxnX15C73F3aJCzk5zvzrKghMu9IsQB7a9akRDlho5iLzZa07FIjsBVZKBEz9wrQnDQ/opWCVG46SjYa6PFdItkIgQ3SqzcF8+YemvkvpvmOBQuNjTQyCb14gFC1MYTfmgMVcPnM9ptETt+fcB7bXsxeu58xnyszel8ub9vM5N3hhoTc/U7DF94IlYQ7PQuYxpf4+IU/WezGjnR46nb/gEB19oyo9GLM/eKYCfeHdOYaxenoP+0rJxoxtdtz4MtQZTp7Uzlw5fxNFXjzrGNbDp5FyUa1O82km4PBj+buW94dyWWnS8wNXIRVT1bYf9oFWfntBQ+YyTw2i6LlgQkAUmg0AmIlftMTk2zY06N71lXaTwfn/+mFMh9Bhs6aOM7NJ0QpwpkRwyjqp0u5697CJ0RFi73maeYZjeHGt+vo9L4jzn/TcmX+4wNHdD2HUp6iBMVsiMYVtUO3fPX8RA8yy105j5jAx20fRmaHoJThWwihlXFTvc8Nz3qFvq14fkCxcp98Yypt0fuqyzkg83TaV++LJo1G9GqZR0qpsZx/o4OHxhXQT3jFkc3TKTf5Gy8b2+ipmvezH3asDXUbp9OYNIq2pTL6w7K+NOEpRigtfJ9emoEE+/d7FmepeLQAHRc6nDunBGjjF+U+5xfR1GruwbB8d40ezrRrjjEAB0X6kQGo27ditvLE1nTsSxJR9fjdyyRmE3uRA99wBGzUflyv5iK3m0xnplMc+PK8PAaESk2/HRjNRZPfw0QOgxk4ZKAJCAJlAwCIuU++/w0PrQ8SHOntmhf3sH6pA7M9F6Ea7vKQuGITct5jL+lFosd0ggfpElW+EC0XUy4FTMZXYGtEiv32Zyf9iGWB5vj1FabyzvWk9RhJt6LXBEcKqE594/9LdFa7EBa+CA0s8IZqO2Cya0YJosMlOiZ+8f+WGotxiEtnEGaWYQP1MbF5BYxghslVu6LZ0y9NXJvVf25tJz8i1TOhWk0s0ll1bnv+UiVrpMZzADjebSP2k+Tr/Jz7hdmMsbAgsSVcWzrWRW4z27bWgyoFsrtITsw7XyNhRcCsVdNxSt/w7dLAzza/krMxF/o8XLOfVYE4+p15trCCwTaq2b7lfzm24UGHm35NWYaarOa8vHx8ZzdN5C6ufKfjL91TRZ1uUfYU7m/Pxz/Nk5krz/DrKZlQJnIKssWHHCOJtBRR+DlVxYtCUgCkkDJIiBS7pXxh1jnf4ZUJfxxZg0L4q1Y7D0Np2Zi8yLEyr2SuKmGmCUGkORjRtLcJjSKXMK9LZ14+uqYiB4gVu6VxB9ah/+ZVJT8wZk1C4i3Woz3NCcEh0qo3CvjpmJolkhAkg9mSXNp0iiSJfe20ElkoETLvTKOqYZmJAYk4WOWxNwmjYhcco8tghslVu6LZ0y91XIPKRya0oP+GxQ0aq5H5pVYyvVdz273lkTnp+WkL23Mw5MzsLDwIt6kBTXvnSWm2ih2HpzNp1UeE/WDI92nnKJyE2PK3IgirbUXezYPodEf6+mqNYKY9xugrQZo1OWLtYGM1FiJY/cpnKrcBOMyN4hKa43Xns0MaVQOsmPZNNSBSYeeUL+eJndjrpDVdDhLVn5Lx9/ycu7PBpfHfuQ77IyYTqP82f+ULbaYrupI0qFRIq67skxJQBKQBEokAZFy/zyQTF9rWpWKtBxQJvnjaOzAYX0DHl6vxezIMMaain35VKzcvxApfK1blYq0HJRJ+Dsa43BYH4OH16k1O5KwsabC03OFpuWgJMnfEWOHw+gbPOR6rdlEho1FcPcTvlpOcYypt0Pu/+G2pMxI4sbth1TUr0dNrVe8aq7MIDH2JhnaBhjqVXpx5YCsVG7duIOGnhH62gV5sTWL1Fs3uKOhh5G+9l+WTlM+vsvN24+obFCHKmKvqSXyhi0rLQlIApJAQQgUldwXpC6FtY/Ymfv8WmancDM2GS1DI6oKnglWnbHo5L6wolCwckQvhQnZpNyMJVnLEKOiCJTomftn3e8msclaGBpVFfqL0dMoip25L54xJeW+YGNU7iUJSAKSgCRQwghIuS8ZAZNyXzLipKql2Jn74uFQJHJfDE0r/evcFwNUeUpJQBKQBCSB4iUg5b54+Rf07FLuC0qq+PeTcl/8MShoDaTcF5SU3E8SkAQkAUmgxBCQcl8yQiXlvmTESc7cl5w4qWpaKuW+UqVKvPvuu3z88cclKxqytpKAJCAJSAKFQmDXrl0olcrcVILSsh0/fpzExEQsLS1R3edKw6aKkSpWqhx1c3Pz0tCk3DYEBgbm/r809b8DBw6QmZlZqtoUFxfHuXPnaNiwYe5/pWVT9b+RI0eyZMmSYmuS2pMnT54U5tk1NDRyL+rq6oK/xVyYlZZlSQKSgCQgCRQaAdU9QLWVpvvA0zaVpnapbv9PFaA0xkq2qdCGtJCCSuOYUoFStatnz54EBQUJ4VaQQgtd7mvUqIG7uzujRsnlIQsSALmPJCAJSAKljYBMyykZEZVpOSUjTk9/hdi9ezc5OTklp9L/UFP5Qq24UEq5F8dWliwJSAKSwFtJQMp9yQi7lPuSEScp9yUnTqqalsqcezlzX7I6oeqDHPtnT+OY0Vd862hSJGvbljBCsrqSgCTwmgSk3L8msGLaXcp9MYH/F6eVq+X8C2jFdIiU+2ICL0/7JwHl79uZOPU3ei36itZiv94usUsCksBbQkDKfckItJT7khEnOXNfcuL0dszcK35mmq0Xx7JUL1aVoUJlI7qMmsaIDy8wy96TI5lPUFNTR6NCZQzaOfONW1dqqz40mx7NphnTWBkSQ7J6dT7oNoJvJ/fCVLVAweMYdsyewfL950lQaGLYti+TPVxpp/sHhz3s8TySyRM1NdQ1KlDZoB3O37jRNbdQyD6/DJcJQZTt7c1KF9O8L9RmHmSa/TxOKBsxePVC7GtlEDytHwtP/IGp80q+d6ytOpLzy1yYEFSW3t4rcTHNKy/ntwN4TprL7nNJ5Og0pvtXXnz7eT3K5ffDnOt+uA5dz5Xs5zqmhiFOCxyJd5/PccWf7zKraXVk6tbJtFOcZf2301kVcomU8vXo8OV3zB7aioqHPXCYE4fF7JW4NitP1sn5fOGVybBt39KxvArZJmZMW0lITDLq1T+g24hvmdzLlDLH5tBn9n2+8PXis6ovvuT8qmPyMO9g9ozl7D+fgELTkLZ9J+Ph2g7dzH1Msl1K+Ym7+K5TeR6eXc+301cRcimF8vU68OV3sxnaqrIqiERvmsG0lSHEJKtT/YNujPh2Mr1UQcz5jQOek5i7+xxJOTo07v4VXt9+Tr2n4ErWOJa1lQQkgZcISLkvGV1Cyn3JiJOU+5ITp7dD7jM38FnlAVy0+po+7//BpT1r2J7Qg4BzPdjcoD/RFm44flCePxIOs379edqsiyXQ6QFrbNsw/JQJg9360VwtEt95a7jVZTOn15lz4svWOO6ryUC3QbQuH8V6r+Vc+siHszvsOdK7Ov2jLXBz/IDyfyRweP16zrdZR2xgP6qiIGx0YzotiQPTrwk/N5c2Kpl8uB5r3cHsz9bCev11AntHMKxBd1YngJnHeU5ONgVFGKMbdyLv0HDOzW1DOdII6NMA5wvd+HZUO7J+ms/MA3WYfz4YV4M8iVbeOcyqZaHEJ4axcuU56g0aSZfaerTvr82yJi5c7DYex/fzjFat4vvYj2vNaYfmfPlLM0aN7817V32ZufwGPQIvsOLRl+j13YnGJ/M4cXAchvsHUrfvQxYl7cAhaQ22bYZzymQwbv2aoxbpy7w1t+iy+TQrNcZT2ymB6XEhjNL/U+5zrr/6mHXmJ/iytSP7ag7EbVBryketx2v5JT7yOcuOz/bSRWckmn5p7Ozgj13zL/ml2SjG936Pq74zWX6jB4EX1tE00JY2w09hMtiNfs3ViPSdx5pbXdh82heLo/1o4HyBbt+Ool3WT8yfeYA6888T7GqAXGOpZF3EZG0lgb8jIOW+ZPQLKfclI05S7ktOnN4iuXfh8dLfCR5SlbSNtugPisf9l9FEtHMmY1ECB76sSk6CDz1NXUmbeolDPbfRvul83lsTQ0A/XdRREr/CCtNxfzDr0GcEffotFb6/RNDgmnn/dmgjwenNseluRHDv6gzMWETCgS+pmpOAT09TXNOmcunI1xg92oOzqSMxlr1J2xDKR7su4dNNM0/u9SZy3agMKa1WcmHYCdpb7EJN9zoVnc/kyn36HmdMHWOw7J3GhtCP2HXJh26a9/H73IgR1z7Ha6YrPZtpcP7oDfQ+/YxWNV5U1OzIKTT7cBOfhsaw2LwcZG7k86ouPJh1jo1O2nlyX0Gbqsk/YG4yk1q+N9jRt0ruDPfPfgdRtLKlw/nB6A3YR7aaJh0Xnyag5gzq5cq9Py2829J0/nusiQmgn646KONZYWXKuD9mc27ESdr0fVnuc7js+apjZnHosyA+/bYC318KYnDNvPIObQwmvbkN3d8LyJf7ZBYmdsFkZi18b+wgr7o/43dQQavPDNht1Zz5760hJqAfeVVagZXpOP6YHYP/u6MxGnGNz71m4tqzGRrnj3JD71M+a1VDyn3JuobJ2koCf0tAyn3J6BhS7ktGnKTcl5w4vUVy359TTa1pq59J7LFDXK4xgbAj7zO/dh+Cct6hYlklWY+y0HzfhVW7f6DHhWEYfXYa51MRzGhWJjeiWUe/onHn/XRf1JV9X4XwedhZ5ppdYc0YDw7cUULZFozwGUNi/+r0CcrhnYplUWY9IkvzfVxW7eYHu9qkbOmNyZA0PKIWkeLQkoV113PF3xGdXLmfwjsDzAgONWTJoAiG7m2EQ/oGohxUcq/Llt4mDEnzIGpRCg4tF1J3/RX8HXV4HP2/9s4GLMezf/yfSqTym5dJjbxv2WLy29DIDE2jqZUikZeSUZrFgyFsaDJNTJhokh6MlcpKPXmL5f33mKxhrBnTxLOZsVTc9T/ubjM8tf99U127732v43B0HJzn+f2en+95X9en6z6vyycEB4Sx8ehlSs1s6Oq7gNjoMdibPbgQK5f7kSQX/7Etp27/VZyblkvP/rsYknOSyIqvFf44ijZ5Yf0WBHnlsTTZnpXzLZgRepOowo00frsd7kf8OXxsHhpkpewPtcc53Y0d8wvxHvmw3JeQMa6qPq5EuaQRutOD7C8/4MVvYpk0PwMN5iDWjP8G94o791d4+2BnnHcNIedkpOZbkN+PkgzGtXPniP9hjs1zQJPSfkLtnUl3282Z8Cf4JDiAsI1HuVxqhk1XXxbERjPmYXD69XmWbIWAELhLQOReP5aCyL1+1EnkXn/q9DeS+1Hk9p2AZ0dLLK07M9BvKN0bbGGw1Sh+eDOBieYxTF92CZeYdNb6tEF1aBoOvTfhlHKWmNc0lnxj6zDajDjHW5+5k+b1Ec9szmeDWyHbIlaTfSiFFVnt+fjyVswDrBj1w5skTDQnZvoyLrnEkL7WhzZGl4hx7cCEI+0Y4GzH7ZMZ7LzoyIqvdzC+YXyF3FutDCU/JIZrrS+jGrgct6zx7PT+NwdG7sO1wwSOtBuAs91tTmbs5KLjCr5OG8yv+w7zS2tnOpt+xZ6kJUydns5za/JJ8mv8wErU9s5944uL6NplOZ0SL5LwhgWoviM5agvF/QJxOz0O60kWxJ/wJq3nYNKMW3Cj0IHVhZto+64DvTc5kXI2Bg2yG2wd1oYR597m0PTTOI94WO5LOTStqj5v8Zl7Gl4fPcPm/A24FW4jYnU2h1JWkNX+Yy4n3MGrQu5/Yv65XnRZ3onEiwlo0k0maksx/Ua1ZFPfPmxySuFszGtoUtrKsDYjOPf2/5HucYXDv7TGubMpX+1JYsnU6aQ/t4b8JD8eJKdfH2jJVggIAQ0BkXv9WAki9/pRJ5F7/anT30ju/9iWc688RZsYbDVasy0nQEVqoCNeia1YdDCL0DYHmdLFmU8aTSIudgrdVdmEjxpLrNFkcnKGkNWvO+HFo4mJnUmfJ86z4z1/xm5qe0/uNdtyAlClBuLolUirRQfJGJSGc6d5/DpgOE4V20x+IDs+E8vZx8kJPoxHszCstyZhE+bEvJNWBKYkYTP7FTK9j5JgOp5O84TTnDgAABcdSURBVH5lwHAnNF2zic+0ZPbRZdwY/jJrW0Tw+brRWJ9ajLfrcpouz2e7f1Ot5P4/0zKJGmSpaWvSAFu7Yta83J2Fd/xYstCXZsc/JDjsAI4bTrPBOKhC7jdcWEf3VD9e9N1IgZknCVcS8fy/KXRx/oRGk+KIndIdVXY4o8bGYjQ5h72dP6SVz1nGpUYzuImROhANWtrT6syMKvvkDMmiX/dwikfHEDuzD0+c38F7/mPZ1PZ+ub9O4vNLcOy+kDt+S1jo24zjHwYTdsCRDac30HLRCzh/0ohJcbFM6a4iO3wUY2ONmJzzBa9/1o2ea1sQ8fk6RlufYrG3K8ubLid/uz8PktOvD7RkKwSEgMi9Pq0BkXv9qZa8ClN/amX4r8KseKD2/yP3gU0ou5pKYDcvtj2zjKPpE7A6Hs24MXNIzLvGbUx5sstwFq1fhX9HM0q/2URowDTWHbjErXIws3Jg4IRwlob15osh9+25L7tKamA3vLa1Z+rwqyze2pHNpxPwVL/IhZ/Z4mPHiFx/9u9/lnDbMKyT8hia+jyvbXyBdWfncNalB5meG3FJHMJq+82cTvBE03ULPnYjyPXPJvOVFHz9o8i5XKp+IhZbl7ls3jKdlx56paQ223Iw7UXkmT2ElCUzc/wMYvee5aZFe/oELSVugSsNP/W6K/frca97gbjBXRmb5UT8lUR8zW9wLHocY+YkknftNpg+SZfhi1i/yp/2O0bQ3Ouf/Kz53+CBuvSOOsvutxvx7yr6dDQr5ZtNoQRMW8eBS7coxwwrh4FMCF9KmGM6LncfqE3xq8O3iTMZPyOWvWdvYtG+D0FL41jg+hTGN44RPW4McxLz0KTUheGL1rPKvyN1C3cw08ufqJzLlGJEfVsX5m7ewvSHwenPZ1kyFQJC4D4CcudeP5aDyL1+1Enu3OtPnf4ed+4fqx4lXLtwkZ+MnqSlbcN7r5fUDKmi6OoP/PhbfWxaWmGu5CtW7lyn4PtCSiyb06qZhbIPhJZc48LFnzB6siW2DbV8r+Sf9VEVcfWHH/mtvg0trcwfaW4l1y5w8Scjnmxpy4Mp3eF6wfcUlljSvFUzLJSs4WOtU+ksBITAwwRE7vVjTYjc60edRO71p04i9/pVK8lWCAgBISAEtCQgcq8lKIWbidwrXAAdwsu2HB1gKdzU8LflKAxYwgsBISAEhEDtExC5r33mjxJR5P5RqCnTR+ReGe6PElXk/lGoSR8hIASEgBD4SxMQuf9Ll+deciL3+lEndZYi9/pTK4OUe3Nzcxo0aECPHj30pxKSqRAQAkJACFQbgZSUFMrLy3njjTeqbUylBzp48CCFhYX0798f9XXOEA6VSsX27dtp0qQJvXr1MoQpVcwhOTm54qchrb/MzExu3bplUHPKz88nNzcXOzs7nn32WYNaf8HBwURHRys2J6Ny9Rm4Go86deqgPmEYG8sTktWIVYYSAkJACOgNgbIyzeu5DOk68PucDHVehlgrmdNf+5RhyJ8pNzc31Dc5lDqqXe6tra2ZNWsWISEhSs1J4goBISAEhICCBGRbjoLwdQgt23J0gKVwU9mWo3ABdAhvkNtyRO51WAHSVAgIASFggARE7vWjqCL3+lEndZYi9/pTK5F7/amVZCoEhIAQEAJaEhC51xKUws1E7hUugA7hRe51gKVwU5F7hQsg4YWAEBACQqD6CYjcVz/TmhhR5L4mqNbMmCL3NcO1JkYVua8JqjKmEBACQkAIKEpA5F5R/FoHF7nXGpXiDUXuFS+B1gmI3GuNShoKASEgBISAvhAQudePSonc60ed1FmK3OtPrUTu9adWkqkQEAJCQAhoSUDkXktQCjcTuVe4ADqEF7nXAZbCTUXuFS6AhBcCQkAICIHqJyByX/1Ma2JEkfuaoFozY4rc1wzXmhhV5L4mqMqYQkAICAEhoCgBkXtF8WsdXORea1SKNxS5V7wEWicgcq81KmkoBISAEBAC+kJA5F4/KiVyrx91Umcpcq8/tRK5159aSaZCQAgIASGgJQGRey1BKdxM5F7hAugQXuReB1gKNxW5V7gAEl4ICAEhIASqn4DIffUzrYkRRe5rgmrNjClyXzNca2JUkfuaoCpjCgEhIASEgKIERO4Vxa91cJF7rVEp3lDkXvESaJ2AyL3WqKShEBACQkAI6AsBkXv9qJTIvX7USZ2lyL3+1ErkXn9qJZkKASEgBISAlgRE7rUEpXAzkXuFC6BDeJF7HWAp3NQg5d7c3BxLS0scHR0VxivhhYAQEAJCQAkCn3/+OeXl5QwaNEiJ8DUS8/Dhw1y5coV+/fqhvs4ZwlFWVkZaWhqNGzemZ8+ehjClijls37694qchrb+srCyKi4sNak7nz5/n5MmTPPPMM9jZ2RnU+gsKCmLFihWKzcmoXH0GrsajTp06qFQqTExMqnFUGUoICAEhIAT0hYD6GqA+DOk68PucjIyMMDY21pdS/Gme6su/WvANtVaGuP4McU6GuP7c3NxISUlR7DxR7XJvbW3NrFmzCAkJUWxSElgICAEhIASUIyDbcpRjr0tk2ZajCy1l28q2HGX56xLdILfliNzrsgSkrRAQAkLA8AiI3OtHTUXu9aNO6ixF7vWnViL3+lOrmsm07Gd2Rc7kX9YTeW9kR8xqJoqMKgSEgBCoVQIi97WK+5GDidw/Mrpa7yhyX+vIHzmgyP0jozOMjmVXtxP2ztcMjJyKUyPD2MNpGJWRWQgBIfA4BETuH4de7fUVua891o8bSeT+cQnWXn/Dl/uSXcz1jCCnFIyN62DWsB39Q+YS1DWP8CHvs6+oHCMjY0zMGtLayZ+ZU1ywVT+He/Mr/jlvLqt3nuFnYyueHxDEnBledFC/oKD4DIkL57EqPZeCEgva9BjOjPnBODW9zd75Q3h/XxHl6geeTMxo2NoJ/5lTcKkYFO7kriRgWiqm3ktZHdCBir8tymLukMUcLHuOsWuXMOSp38icO4IlB2/TwX81y3xs1T3JXRnAtFRTvJeuJqCDZjzVxQzef+cDUk4Uompsj2toBHM82lL37hpSfRdP8JtxfHPnvkVl0oZhH/pwaVYkB0r+eJbZyLIPszfPwKnkS+LmvEvMzlNcq9eWVwLfY+Gb3ai/dz5DF33LqwtXE+xQj9JDkfhFFDH+0zl03fkOntH1mJ78Hv1KK+/fUJ1ClVxVXMx4n3c+SOFEoYrG9q6ERszBo+3vMwGqu5Yme5k/dCH7i35nYEzD/u+yJaSId70WVcJmGq12V5ZjKWnveBJdbzo73utX9Rwr4i3i21cXsjrYgXqlh4j0i6Bo/KfM6VOvyvVRmrMI34U/4bc+Avcmv/8CVsLud71YdKCEexU0sqTP7M3MeKmQjPff4YOUExSqGmPvGkrEHA/uR1l7pxiJJASUISByrwx3XaOK3OtKTLn2IvfKsdc1suHLfdEG3BuO4uuBU/HtdJtT22P5rOB1tp54nY1Pj+SrV6fg83w9bhfsJS4uF8d150ga9iuxno5MOGzH2Ckj6GJ0nPWLY7nQfyNH1r3MwcDu+KTZMHrKGLrXO0lcxCpOvbSGLxOHsM/bipFfvcoUn+epd7uAvXFx5Dqu41zSCJpQQvZb9vRb/i10mMoXJz7AUe2uN+JwazqW9DuWuMV9R5L3McY/7craAnhxfi6HZnSAkmzesu+HpusXnPjAkbpcZ6vv0/jnDWBOiBOl/4pkQUZLInMzCW6tkcCyK3uJWbmbS5ezWb36BG3HTKS/bTN6jXyClR0D+HrAP/DppBFoo/qdGDK5O0eGdiHwqAMh//Cmxdn1LFh1nteT8vj4ViDNhm/DpPdiDmZNpk36aFoNv0FUYSIDNjjTeKIF8deiUflV3j9+0C9Vc/2onMl2/uQNmEOIUyn/ilxARstIcjODuTsVqO5arrrNRJtRnFSvgQoGRlh2GcbU/kfxaDLmv9kElrPg2cpy9CWzf2MmWsRzO8mp6jlWxBvONpPeLD6YxeQ26YxuNZwbUYUk+qp/a6x8fRRvG0HzYQW8++1OQpr/LvdFJHg0YczXA/iHTyfNL3NG9ek05B+8mjeSp/3zGDAnBKfSfxG5IIOWkblkBrdGvpvR9RQp7fWVgMi9flRO5F4/6qTOUuRef2r1N5H7AIqjfyRzXBOuJ3jSfMwlZh19i2NO/vwWVUBGYBNUBWsY1CGY67NPsWfQp/TqHEmL2DNsHdEUY8q49PFAOky+Tfged1L7zsFs2SlSx9po/m1PApk3u/CGazsyva0Y/VsUBRmBNFEVsGZQB4Kvz+bUvqm0u7Ud/w4+nHnNm+sbdvNS8inWDLDQyH2z6XzXrg7Xuq0mb/xBer2ajFHT76jv/+8Kub+53Z8OPmd4zfs6G3a/RPKpNQyw+Il4j3YE5XsQsSCYQQ4m5O4/T7O+7nSzflDj7hwPw6HrP+m7+wwfvVwXihLwaBLAr+EnSBj2hEbuzZ6gyc8reNluAU+tP0/i8EbqrwbYFZ9FSTdPXskdS7NRadwxsqDPR0fYajOPtg/JfdxxJz52qLy/i8lKelTBdeEhP3a9PJF8jwgWBA/CwSSX/eeb0de9G/emUiH31VfLhV/6s/eFAK6996WGgVEdGjzZFMvSytlYlX3G4HZBleT4NCl35b540cWq51gRbwxpd4yw6PMRR7baMK/tfXJ/s/L18WdyH/BrOCcShlFRQSMznrBqxK0ED9oF5eMRsYDgQQ6Y5O7nfLO+uHezFrnXn3OzZPqYBETuHxNgLXUXua8l0NUQRuS+GiDW0hB/E7kfyeHObvRoXsS5nD2ctp5G9r5ORNr6kqpqQH3TMkpvlWLRKYCYlBW8njeedu5H8D98jHkOdSpKUbo/FHvndFyjXEgL3YlH9pd88OI3xE6aT8aVMjD9X4LWTOLySCt8U1U0qG9KWektSi06ERCTworBtlzb5I3duOvMPxnFtaEvsKRVHN9s8aFxhdyH0WDUi2TubsPyMcd48/PnGHpzAyeHquW+KZu87Rh3fT4no64x9IUltIr7hi0+jSn+6hOCA8LYePQypWY2dPVdQGz0GOwfejK2crkfSXLxH9ty6vZfxblpufTsv4shOSeJrPha4Y+jaJMX1m9BkFceS5PtWTnfghmhNx+4cx+b2px3X6+8f0nGuCq5uu0+ypgzoQSEbeTo5VLMbLriuyCW6DH2fzzkWyH31VdLt/Qwvn9jFIk37zIw7ciMnOO8b78Zjyb/zebijtFciQuuJMenWO+suXN/c8L+queojucxWQ2QvKXJ2K+cj8WMUG7evXP/UxXrw/xP7tyPTC7+Y1tO3f6suriD8f/zNZ8EBxC28SiXS82w6erLgthoxjy8KGrpJCNhhIASBETulaCue0yRe92ZKdVD5F4p8rrH/ZvI/Shy+07As6MlltadGeg3lO4NtjDYahQ/vJnARPMYpi+7hEtMOmt92qA6NA2H3ptwSjlLzGsaS76xdRhtRpzjrc/cSfP6iGc257PBrZBtEavJPpTCiqz2fHx5K+YBVoz64U0SJpoTM30Zl1xiSF/rQxujS8S4dmDCkXYMcLbj9skMdl50ZMXXOxjfML5C7q1WhpIfEsO11pdRDVyOW9Z4dnr/mwMj9+HaYQJH2g3A2e42JzN2ctFxBV+nDebXfYf5pbUznU2/Yk/SEqZOT+e5Nfkk+TV+YDVoe+e+8cVFdO2ynE6JF0l4wwJU35EctYXifoG4nR6H9SQL4k94k9ZzMGnGLbhR6MDq+7blrPvCgagelff3LImomuuuWJx+uUFr586YfrWHpCVTmZ7+HGvyk7g3lbvbcqqrlm8feJsvX9H+zv2Td75j3+FfKskxlqIhGrn/bcbJKudYEa9PKBbxJ/BO68ngNGNa3CjEYXUhiT7Xqlwfo4+NrHJbzn/fuX+C307t5fAvrXHubMpXe5JYMnU66c+tIT/JjwdXhe4nDOkhBPSFgMi9flRK5F4/6qTOUuRef2r1N5H7P7Zy3CtN0SYGW43WbMsJUJEa6IhXYisWHcwitM1BpnRx5pNGk4iLnUJ3VTbho8YSazSZnJwhZPXrTnjxaGJiZ9LnifPseM+fsZva3pN7zbacAFSpgTh6JdJq0UEyBqXh3Gkevw4YjpONMZT9QHZ8Jpazj5MTfBiPZmFYb03CJsyJeSetCExJwmb2K2R6HyXBdDyd5v3KgOFOaLpmE59pyeyjy7gx/GXWtojg83WjsT61GG/X5TRdns92/6Zayf1/pmUSNchS09akAbZ2xax5uTsL7/ixZKEvzY5/SHDYARw3nGaDcVCF3G+4sI7uqX686LuRAjNPEq7ct+f+p3l837fy/omDz1TJNTv6NgG919Ii4nPWjbbm1GJvXJc3ZXn+du5N5aFtOY9dy912hDcfw29LLrEjsMl9X1FotuU8zMamOJ4Br1SWYzy3h93dc/9p66rXjjpei0lYbLjAuu6p+L3oy8YCMzwTrrCl20peqWJ97LILp6XPWcalRjO4iZG6UDRo2Yajb9oQ8J9pZEYNQlNBExrY2nHjI0d6rm1BxOfrGG19isXerixvupz87f48uCr050QlmQoBXQmI3OtKTJn2IvfKcH+UqCL3j0JNmT4i93f33JddTSWwmxfbnlnG0fQJWB2PZtyYOSTmXeM2pjzZZTiL1q/Cv6MZpd9sIjRgGusOXOJWOZhZOTBwQjhLw3rzxZD79tyXXSU1sBte29ozdfhVFm/tyObTCXhWvDbmZ7b42DEi15/9+58l3DYM66Q8hqY+z2sbX2Dd2TmcdelBpudGXBKHsNp+M6cTPNF03YKP3Qhy/bPJfCUFX/8oci6XVjxQaesyl81bpvNSgwcXlDbbcjDtReSZPYSUJTNz/Axi957lpkV7+gQtJW6BKw0/9bor9+txr3uBuMFdGZvlRPz9cn89haE/Jlba/yljuHGsCq7PXWfHTC/8o3LQTMUWl7mb2TL9Je5NRRu5D2yC1rVsuw2vZlXJ/YPbcirYnNrMc2uGVpJjBzbe3ZZzO8Wv6jmq41lr5H69e10uxA2m69gsnOILmHOmN11X21e6Pna+ewmPYf/kZ83/0A7UpXdULv7ZDoy+f1sOpvSKPMPeEaeZ6eVPVM5lSjGivq0LczdvYfrDi0KZc45EFQK1QkDkvlYwP3YQkfvHRlhrA4jc1xrqxw5k+HL/WIhKuHbhIj8ZPUlL24b3Xi+pGVJF0dUf+PG3+ti0tMJcydeQ3LlOwfeFlFg2p1UzCz14aLJqrneuF/B9YQmWzVvRzKI6of5ZLXVbJNrlWH3xdMvu99Z3uF7wPYUlljRv1YxqRfloCUkvIVCrBETuaxX3IwcTuX9kdLXeUeS+1pE/ckCR+0dGJx2FgBAQAkLgr0pA5P6vWpkH8xK51486qbMUudefWonc60+tJFMhIASEgBDQkoDIvZagFG4mcq9wAXQIL3KvAyyFm4rcK1wACS8EhIAQEALVT0DkvvqZ1sSIIvc1QbVmxhS5rxmuNTGqQcq9ubk56j+Ojo41wUzGFAJCQAgIgb84gfT0dMrLy3F1df2LZ6p9ekeOHOHq1av06dOn4hpnCEdZWRk7duygUaNG9OjRwxCmVDGHtLS0ip+GtP527dpFcXGxQc3p/Pnz5OXl0b59e+zs7Axq/QUFBbFixQrF5mRUrj4DV+NRp04dVCoVJiYm1TiqDCUEhIAQEAL6QkB9DVAfhnQd+H1ORkZGGBtX5wsHlK2qIdfKENefIc7JEM8V7u7uJCcnK/bhrna5t7a2ZtasWYSEhCg2KQksBISAEBACyhGQbTnKsdclsmzL0YWWsm1lW46y/HWJbpDbckTudVkC0lYICAEhYHgERO71o6Yi9/pRJ3WWIvf6UyuRe/2plWQqBISAEBACWhIQudcSlMLNRO4VLoAO4UXudYClcNO/gtz/P4LXFzsQWwEG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42" y="1292087"/>
            <a:ext cx="6522891" cy="52165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7 Rectángulo"/>
          <p:cNvSpPr/>
          <p:nvPr/>
        </p:nvSpPr>
        <p:spPr>
          <a:xfrm>
            <a:off x="5699738" y="1878066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5353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BA362A27-A88B-4A5A-8983-A61C3801F057}"/>
</file>

<file path=customXml/itemProps2.xml><?xml version="1.0" encoding="utf-8"?>
<ds:datastoreItem xmlns:ds="http://schemas.openxmlformats.org/officeDocument/2006/customXml" ds:itemID="{254B8832-4628-48A5-A9CA-0805196DB347}"/>
</file>

<file path=customXml/itemProps3.xml><?xml version="1.0" encoding="utf-8"?>
<ds:datastoreItem xmlns:ds="http://schemas.openxmlformats.org/officeDocument/2006/customXml" ds:itemID="{17618DAA-C084-4DE0-B86E-15893E563F00}"/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135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47</cp:revision>
  <dcterms:created xsi:type="dcterms:W3CDTF">2017-01-26T20:10:20Z</dcterms:created>
  <dcterms:modified xsi:type="dcterms:W3CDTF">2018-02-26T21:41:10Z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