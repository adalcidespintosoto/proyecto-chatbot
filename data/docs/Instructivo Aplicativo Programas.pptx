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28/08/2018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28/08/2018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Profesores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08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15DE121-C87C-4CD5-A438-F950D57B1890}"/>
</file>

<file path=customXml/itemProps2.xml><?xml version="1.0" encoding="utf-8"?>
<ds:datastoreItem xmlns:ds="http://schemas.openxmlformats.org/officeDocument/2006/customXml" ds:itemID="{9421B15C-00A8-40F9-B721-30F8F57B3A3B}"/>
</file>

<file path=customXml/itemProps3.xml><?xml version="1.0" encoding="utf-8"?>
<ds:datastoreItem xmlns:ds="http://schemas.openxmlformats.org/officeDocument/2006/customXml" ds:itemID="{9BEA035B-B1FA-4D7F-86F0-462385311D76}"/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4</Words>
  <Application>Microsoft Office PowerPoint</Application>
  <PresentationFormat>Presentación en pantalla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DB2ADMIN</cp:lastModifiedBy>
  <cp:revision>25</cp:revision>
  <dcterms:created xsi:type="dcterms:W3CDTF">2017-01-26T20:10:20Z</dcterms:created>
  <dcterms:modified xsi:type="dcterms:W3CDTF">2018-08-28T15:53:35Z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