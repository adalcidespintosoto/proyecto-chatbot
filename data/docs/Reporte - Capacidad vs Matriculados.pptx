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65" r:id="rId3"/>
    <p:sldId id="266" r:id="rId4"/>
    <p:sldId id="267" r:id="rId5"/>
    <p:sldId id="262" r:id="rId6"/>
    <p:sldId id="264" r:id="rId7"/>
    <p:sldId id="263" r:id="rId8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07/10/2017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REPORTE DE CAPACIDAD VS MATRICULADOS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71" y="1773127"/>
            <a:ext cx="8289458" cy="4645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“Portales”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69310" y="2290119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500" y="1721434"/>
            <a:ext cx="2322710" cy="73800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29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73127"/>
            <a:ext cx="8331200" cy="466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«Profesores y </a:t>
            </a:r>
            <a:r>
              <a:rPr lang="es-CO" sz="1600" smtClean="0"/>
              <a:t>Administrativos», </a:t>
            </a:r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“Ingresar”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332110" y="4572000"/>
            <a:ext cx="3468490" cy="12573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24279" y="1811227"/>
            <a:ext cx="773691" cy="340847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198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“Asignación Académica</a:t>
            </a:r>
            <a:r>
              <a:rPr lang="es-CO" sz="1600" dirty="0" smtClean="0"/>
              <a:t>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78351" y="288681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71700" y="1504791"/>
            <a:ext cx="2375141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8 Rectángulo"/>
          <p:cNvSpPr/>
          <p:nvPr/>
        </p:nvSpPr>
        <p:spPr>
          <a:xfrm>
            <a:off x="7753273" y="18033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sp>
        <p:nvSpPr>
          <p:cNvPr id="10" name="9 Rectángulo"/>
          <p:cNvSpPr/>
          <p:nvPr/>
        </p:nvSpPr>
        <p:spPr>
          <a:xfrm>
            <a:off x="5808516" y="1968725"/>
            <a:ext cx="1138936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727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906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 debe seleccionar el </a:t>
            </a:r>
            <a:r>
              <a:rPr lang="es-CO" sz="1600" dirty="0" smtClean="0"/>
              <a:t>año </a:t>
            </a:r>
            <a:r>
              <a:rPr lang="es-CO" sz="1600" dirty="0"/>
              <a:t>y </a:t>
            </a:r>
            <a:r>
              <a:rPr lang="es-CO" sz="1600" dirty="0" smtClean="0"/>
              <a:t>período </a:t>
            </a:r>
            <a:r>
              <a:rPr lang="es-CO" sz="1600" dirty="0"/>
              <a:t>en el cual se trabajará, por defecto se mostrará el período actual. Este periodo es el que le indicará al sistema la información que mostrará en todo el módulo.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65751" y="2785213"/>
            <a:ext cx="2972949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76801" y="1751010"/>
            <a:ext cx="914400" cy="118264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673761" y="1823210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63" y="1790632"/>
            <a:ext cx="8346889" cy="46777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65100" y="1166236"/>
            <a:ext cx="4203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definir el período, se deberá seleccionar en el menú la opción: </a:t>
            </a:r>
            <a:r>
              <a:rPr lang="es-CO" sz="1600" dirty="0" smtClean="0"/>
              <a:t>«Reporte»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79277" y="4410813"/>
            <a:ext cx="1373324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1076070" y="1752532"/>
            <a:ext cx="0" cy="258208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6297170" y="2749035"/>
            <a:ext cx="2186430" cy="8128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CuadroTexto 2"/>
          <p:cNvSpPr txBox="1"/>
          <p:nvPr/>
        </p:nvSpPr>
        <p:spPr>
          <a:xfrm>
            <a:off x="4648200" y="1142357"/>
            <a:ext cx="431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</a:t>
            </a:r>
            <a:r>
              <a:rPr lang="es-CO" sz="1600" dirty="0"/>
              <a:t>dentro de las opciones, el reporte </a:t>
            </a:r>
            <a:r>
              <a:rPr lang="es-CO" sz="1600" dirty="0" smtClean="0"/>
              <a:t>«Capacidad Vs Matriculados»</a:t>
            </a:r>
            <a:endParaRPr lang="es-CO" sz="1600" dirty="0"/>
          </a:p>
        </p:txBody>
      </p:sp>
      <p:grpSp>
        <p:nvGrpSpPr>
          <p:cNvPr id="11" name="10 Grupo"/>
          <p:cNvGrpSpPr/>
          <p:nvPr/>
        </p:nvGrpSpPr>
        <p:grpSpPr>
          <a:xfrm flipH="1">
            <a:off x="5404253" y="1727132"/>
            <a:ext cx="854817" cy="1428303"/>
            <a:chOff x="5729176" y="1775902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4" name="13 Rectángulo"/>
          <p:cNvSpPr/>
          <p:nvPr/>
        </p:nvSpPr>
        <p:spPr>
          <a:xfrm>
            <a:off x="7663822" y="183314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079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63" y="1790632"/>
            <a:ext cx="8346889" cy="46777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8 Rectángulo redondeado"/>
          <p:cNvSpPr/>
          <p:nvPr/>
        </p:nvSpPr>
        <p:spPr>
          <a:xfrm>
            <a:off x="1826770" y="2794000"/>
            <a:ext cx="6644130" cy="1155699"/>
          </a:xfrm>
          <a:prstGeom prst="roundRect">
            <a:avLst>
              <a:gd name="adj" fmla="val 892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aplicar los filtros deseados y presionar el botón «Buscar»</a:t>
            </a:r>
            <a:endParaRPr lang="es-CO" sz="1600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797170" y="1751011"/>
            <a:ext cx="0" cy="95903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Capacidad Vs Matriculados</a:t>
            </a:r>
            <a:endParaRPr lang="es-CO" sz="2200" b="1" dirty="0"/>
          </a:p>
        </p:txBody>
      </p:sp>
      <p:sp>
        <p:nvSpPr>
          <p:cNvPr id="8" name="7 Rectángulo"/>
          <p:cNvSpPr/>
          <p:nvPr/>
        </p:nvSpPr>
        <p:spPr>
          <a:xfrm>
            <a:off x="7663822" y="183314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486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3631B4EA-A148-4D71-95EC-14A940FE9085}"/>
</file>

<file path=customXml/itemProps2.xml><?xml version="1.0" encoding="utf-8"?>
<ds:datastoreItem xmlns:ds="http://schemas.openxmlformats.org/officeDocument/2006/customXml" ds:itemID="{2CE7FD00-35C2-4AA0-9044-E327601E5077}"/>
</file>

<file path=customXml/itemProps3.xml><?xml version="1.0" encoding="utf-8"?>
<ds:datastoreItem xmlns:ds="http://schemas.openxmlformats.org/officeDocument/2006/customXml" ds:itemID="{D7030D4F-3A2E-4193-BC09-304257A8AA91}"/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164</Words>
  <Application>Microsoft Office PowerPoint</Application>
  <PresentationFormat>Presentación en pantalla (4:3)</PresentationFormat>
  <Paragraphs>13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29</cp:revision>
  <dcterms:created xsi:type="dcterms:W3CDTF">2017-01-26T20:10:20Z</dcterms:created>
  <dcterms:modified xsi:type="dcterms:W3CDTF">2017-10-07T15:45:35Z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